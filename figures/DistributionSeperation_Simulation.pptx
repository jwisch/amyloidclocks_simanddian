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581025"/>
            <a:ext cx="7315200" cy="6400800"/>
            <a:chOff x="1691481" y="581025"/>
            <a:chExt cx="7315200" cy="6400800"/>
          </a:xfrm>
        </p:grpSpPr>
        <p:sp>
          <p:nvSpPr>
            <p:cNvPr id="3" name="rc3"/>
            <p:cNvSpPr/>
            <p:nvPr/>
          </p:nvSpPr>
          <p:spPr>
            <a:xfrm>
              <a:off x="1691481" y="581025"/>
              <a:ext cx="731520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581025"/>
              <a:ext cx="1219200" cy="32003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761070" y="878303"/>
              <a:ext cx="1080021" cy="19954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g6"/>
            <p:cNvSpPr/>
            <p:nvPr/>
          </p:nvSpPr>
          <p:spPr>
            <a:xfrm>
              <a:off x="1810162" y="2455718"/>
              <a:ext cx="981838" cy="327304"/>
            </a:xfrm>
            <a:custGeom>
              <a:avLst/>
              <a:pathLst>
                <a:path w="981838" h="327304">
                  <a:moveTo>
                    <a:pt x="0" y="327303"/>
                  </a:moveTo>
                  <a:lnTo>
                    <a:pt x="1921" y="327303"/>
                  </a:lnTo>
                  <a:lnTo>
                    <a:pt x="3842" y="327303"/>
                  </a:lnTo>
                  <a:lnTo>
                    <a:pt x="5764" y="327303"/>
                  </a:lnTo>
                  <a:lnTo>
                    <a:pt x="7685" y="327303"/>
                  </a:lnTo>
                  <a:lnTo>
                    <a:pt x="9607" y="327303"/>
                  </a:lnTo>
                  <a:lnTo>
                    <a:pt x="11528" y="327302"/>
                  </a:lnTo>
                  <a:lnTo>
                    <a:pt x="13449" y="327302"/>
                  </a:lnTo>
                  <a:lnTo>
                    <a:pt x="15371" y="327301"/>
                  </a:lnTo>
                  <a:lnTo>
                    <a:pt x="17292" y="327300"/>
                  </a:lnTo>
                  <a:lnTo>
                    <a:pt x="19214" y="327298"/>
                  </a:lnTo>
                  <a:lnTo>
                    <a:pt x="21135" y="327296"/>
                  </a:lnTo>
                  <a:lnTo>
                    <a:pt x="23056" y="327294"/>
                  </a:lnTo>
                  <a:lnTo>
                    <a:pt x="24978" y="327290"/>
                  </a:lnTo>
                  <a:lnTo>
                    <a:pt x="26899" y="327286"/>
                  </a:lnTo>
                  <a:lnTo>
                    <a:pt x="28821" y="327280"/>
                  </a:lnTo>
                  <a:lnTo>
                    <a:pt x="30742" y="327273"/>
                  </a:lnTo>
                  <a:lnTo>
                    <a:pt x="32663" y="327263"/>
                  </a:lnTo>
                  <a:lnTo>
                    <a:pt x="34585" y="327251"/>
                  </a:lnTo>
                  <a:lnTo>
                    <a:pt x="36506" y="327236"/>
                  </a:lnTo>
                  <a:lnTo>
                    <a:pt x="38428" y="327217"/>
                  </a:lnTo>
                  <a:lnTo>
                    <a:pt x="40349" y="327193"/>
                  </a:lnTo>
                  <a:lnTo>
                    <a:pt x="42270" y="327164"/>
                  </a:lnTo>
                  <a:lnTo>
                    <a:pt x="44192" y="327126"/>
                  </a:lnTo>
                  <a:lnTo>
                    <a:pt x="46113" y="327080"/>
                  </a:lnTo>
                  <a:lnTo>
                    <a:pt x="48035" y="327024"/>
                  </a:lnTo>
                  <a:lnTo>
                    <a:pt x="49956" y="326956"/>
                  </a:lnTo>
                  <a:lnTo>
                    <a:pt x="51877" y="326875"/>
                  </a:lnTo>
                  <a:lnTo>
                    <a:pt x="53799" y="326776"/>
                  </a:lnTo>
                  <a:lnTo>
                    <a:pt x="55720" y="326654"/>
                  </a:lnTo>
                  <a:lnTo>
                    <a:pt x="57642" y="326510"/>
                  </a:lnTo>
                  <a:lnTo>
                    <a:pt x="59563" y="326340"/>
                  </a:lnTo>
                  <a:lnTo>
                    <a:pt x="61484" y="326140"/>
                  </a:lnTo>
                  <a:lnTo>
                    <a:pt x="63406" y="325907"/>
                  </a:lnTo>
                  <a:lnTo>
                    <a:pt x="65327" y="325633"/>
                  </a:lnTo>
                  <a:lnTo>
                    <a:pt x="67249" y="325307"/>
                  </a:lnTo>
                  <a:lnTo>
                    <a:pt x="69170" y="324931"/>
                  </a:lnTo>
                  <a:lnTo>
                    <a:pt x="71091" y="324498"/>
                  </a:lnTo>
                  <a:lnTo>
                    <a:pt x="73013" y="324005"/>
                  </a:lnTo>
                  <a:lnTo>
                    <a:pt x="74934" y="323443"/>
                  </a:lnTo>
                  <a:lnTo>
                    <a:pt x="76856" y="322806"/>
                  </a:lnTo>
                  <a:lnTo>
                    <a:pt x="78777" y="322069"/>
                  </a:lnTo>
                  <a:lnTo>
                    <a:pt x="80699" y="321241"/>
                  </a:lnTo>
                  <a:lnTo>
                    <a:pt x="82620" y="320317"/>
                  </a:lnTo>
                  <a:lnTo>
                    <a:pt x="84541" y="319290"/>
                  </a:lnTo>
                  <a:lnTo>
                    <a:pt x="86463" y="318153"/>
                  </a:lnTo>
                  <a:lnTo>
                    <a:pt x="88384" y="316903"/>
                  </a:lnTo>
                  <a:lnTo>
                    <a:pt x="90306" y="315503"/>
                  </a:lnTo>
                  <a:lnTo>
                    <a:pt x="92227" y="313976"/>
                  </a:lnTo>
                  <a:lnTo>
                    <a:pt x="94148" y="312320"/>
                  </a:lnTo>
                  <a:lnTo>
                    <a:pt x="96070" y="310533"/>
                  </a:lnTo>
                  <a:lnTo>
                    <a:pt x="97991" y="308614"/>
                  </a:lnTo>
                  <a:lnTo>
                    <a:pt x="99913" y="306564"/>
                  </a:lnTo>
                  <a:lnTo>
                    <a:pt x="101834" y="304361"/>
                  </a:lnTo>
                  <a:lnTo>
                    <a:pt x="103755" y="302028"/>
                  </a:lnTo>
                  <a:lnTo>
                    <a:pt x="105677" y="299578"/>
                  </a:lnTo>
                  <a:lnTo>
                    <a:pt x="107598" y="297019"/>
                  </a:lnTo>
                  <a:lnTo>
                    <a:pt x="109520" y="294359"/>
                  </a:lnTo>
                  <a:lnTo>
                    <a:pt x="111441" y="291610"/>
                  </a:lnTo>
                  <a:lnTo>
                    <a:pt x="113362" y="288773"/>
                  </a:lnTo>
                  <a:lnTo>
                    <a:pt x="115284" y="285874"/>
                  </a:lnTo>
                  <a:lnTo>
                    <a:pt x="117205" y="282934"/>
                  </a:lnTo>
                  <a:lnTo>
                    <a:pt x="119127" y="279967"/>
                  </a:lnTo>
                  <a:lnTo>
                    <a:pt x="121048" y="276991"/>
                  </a:lnTo>
                  <a:lnTo>
                    <a:pt x="122969" y="274020"/>
                  </a:lnTo>
                  <a:lnTo>
                    <a:pt x="124891" y="271076"/>
                  </a:lnTo>
                  <a:lnTo>
                    <a:pt x="126812" y="268181"/>
                  </a:lnTo>
                  <a:lnTo>
                    <a:pt x="128734" y="265345"/>
                  </a:lnTo>
                  <a:lnTo>
                    <a:pt x="130655" y="262580"/>
                  </a:lnTo>
                  <a:lnTo>
                    <a:pt x="132576" y="259896"/>
                  </a:lnTo>
                  <a:lnTo>
                    <a:pt x="134498" y="257304"/>
                  </a:lnTo>
                  <a:lnTo>
                    <a:pt x="136419" y="254816"/>
                  </a:lnTo>
                  <a:lnTo>
                    <a:pt x="138341" y="252449"/>
                  </a:lnTo>
                  <a:lnTo>
                    <a:pt x="140262" y="250185"/>
                  </a:lnTo>
                  <a:lnTo>
                    <a:pt x="142183" y="248021"/>
                  </a:lnTo>
                  <a:lnTo>
                    <a:pt x="144105" y="245954"/>
                  </a:lnTo>
                  <a:lnTo>
                    <a:pt x="146026" y="243975"/>
                  </a:lnTo>
                  <a:lnTo>
                    <a:pt x="147948" y="242078"/>
                  </a:lnTo>
                  <a:lnTo>
                    <a:pt x="149869" y="240255"/>
                  </a:lnTo>
                  <a:lnTo>
                    <a:pt x="151791" y="238475"/>
                  </a:lnTo>
                  <a:lnTo>
                    <a:pt x="153712" y="236719"/>
                  </a:lnTo>
                  <a:lnTo>
                    <a:pt x="155633" y="234969"/>
                  </a:lnTo>
                  <a:lnTo>
                    <a:pt x="157555" y="233203"/>
                  </a:lnTo>
                  <a:lnTo>
                    <a:pt x="159476" y="231401"/>
                  </a:lnTo>
                  <a:lnTo>
                    <a:pt x="161398" y="229518"/>
                  </a:lnTo>
                  <a:lnTo>
                    <a:pt x="163319" y="227538"/>
                  </a:lnTo>
                  <a:lnTo>
                    <a:pt x="165240" y="225439"/>
                  </a:lnTo>
                  <a:lnTo>
                    <a:pt x="167162" y="223200"/>
                  </a:lnTo>
                  <a:lnTo>
                    <a:pt x="169083" y="220797"/>
                  </a:lnTo>
                  <a:lnTo>
                    <a:pt x="171005" y="218212"/>
                  </a:lnTo>
                  <a:lnTo>
                    <a:pt x="172926" y="215377"/>
                  </a:lnTo>
                  <a:lnTo>
                    <a:pt x="174847" y="212303"/>
                  </a:lnTo>
                  <a:lnTo>
                    <a:pt x="176769" y="208982"/>
                  </a:lnTo>
                  <a:lnTo>
                    <a:pt x="178690" y="205402"/>
                  </a:lnTo>
                  <a:lnTo>
                    <a:pt x="180612" y="201551"/>
                  </a:lnTo>
                  <a:lnTo>
                    <a:pt x="182533" y="197419"/>
                  </a:lnTo>
                  <a:lnTo>
                    <a:pt x="184454" y="192950"/>
                  </a:lnTo>
                  <a:lnTo>
                    <a:pt x="186376" y="188161"/>
                  </a:lnTo>
                  <a:lnTo>
                    <a:pt x="188297" y="183072"/>
                  </a:lnTo>
                  <a:lnTo>
                    <a:pt x="190219" y="177680"/>
                  </a:lnTo>
                  <a:lnTo>
                    <a:pt x="192140" y="171987"/>
                  </a:lnTo>
                  <a:lnTo>
                    <a:pt x="194061" y="165992"/>
                  </a:lnTo>
                  <a:lnTo>
                    <a:pt x="195983" y="159664"/>
                  </a:lnTo>
                  <a:lnTo>
                    <a:pt x="197904" y="153009"/>
                  </a:lnTo>
                  <a:lnTo>
                    <a:pt x="199826" y="146072"/>
                  </a:lnTo>
                  <a:lnTo>
                    <a:pt x="201747" y="138860"/>
                  </a:lnTo>
                  <a:lnTo>
                    <a:pt x="203668" y="131385"/>
                  </a:lnTo>
                  <a:lnTo>
                    <a:pt x="205590" y="123662"/>
                  </a:lnTo>
                  <a:lnTo>
                    <a:pt x="207511" y="115690"/>
                  </a:lnTo>
                  <a:lnTo>
                    <a:pt x="209433" y="107490"/>
                  </a:lnTo>
                  <a:lnTo>
                    <a:pt x="211354" y="99127"/>
                  </a:lnTo>
                  <a:lnTo>
                    <a:pt x="213275" y="90639"/>
                  </a:lnTo>
                  <a:lnTo>
                    <a:pt x="215197" y="82068"/>
                  </a:lnTo>
                  <a:lnTo>
                    <a:pt x="217118" y="73465"/>
                  </a:lnTo>
                  <a:lnTo>
                    <a:pt x="219040" y="64889"/>
                  </a:lnTo>
                  <a:lnTo>
                    <a:pt x="220961" y="56450"/>
                  </a:lnTo>
                  <a:lnTo>
                    <a:pt x="222883" y="48220"/>
                  </a:lnTo>
                  <a:lnTo>
                    <a:pt x="224804" y="40286"/>
                  </a:lnTo>
                  <a:lnTo>
                    <a:pt x="226725" y="32737"/>
                  </a:lnTo>
                  <a:lnTo>
                    <a:pt x="228647" y="25669"/>
                  </a:lnTo>
                  <a:lnTo>
                    <a:pt x="230568" y="19184"/>
                  </a:lnTo>
                  <a:lnTo>
                    <a:pt x="232490" y="13577"/>
                  </a:lnTo>
                  <a:lnTo>
                    <a:pt x="234411" y="8814"/>
                  </a:lnTo>
                  <a:lnTo>
                    <a:pt x="236332" y="4989"/>
                  </a:lnTo>
                  <a:lnTo>
                    <a:pt x="238254" y="2192"/>
                  </a:lnTo>
                  <a:lnTo>
                    <a:pt x="240175" y="505"/>
                  </a:lnTo>
                  <a:lnTo>
                    <a:pt x="242097" y="0"/>
                  </a:lnTo>
                  <a:lnTo>
                    <a:pt x="244018" y="1012"/>
                  </a:lnTo>
                  <a:lnTo>
                    <a:pt x="245939" y="3368"/>
                  </a:lnTo>
                  <a:lnTo>
                    <a:pt x="247861" y="7042"/>
                  </a:lnTo>
                  <a:lnTo>
                    <a:pt x="249782" y="12031"/>
                  </a:lnTo>
                  <a:lnTo>
                    <a:pt x="251704" y="18314"/>
                  </a:lnTo>
                  <a:lnTo>
                    <a:pt x="253625" y="25855"/>
                  </a:lnTo>
                  <a:lnTo>
                    <a:pt x="255546" y="34784"/>
                  </a:lnTo>
                  <a:lnTo>
                    <a:pt x="257468" y="44868"/>
                  </a:lnTo>
                  <a:lnTo>
                    <a:pt x="259389" y="55921"/>
                  </a:lnTo>
                  <a:lnTo>
                    <a:pt x="261311" y="67829"/>
                  </a:lnTo>
                  <a:lnTo>
                    <a:pt x="263232" y="80470"/>
                  </a:lnTo>
                  <a:lnTo>
                    <a:pt x="265153" y="93715"/>
                  </a:lnTo>
                  <a:lnTo>
                    <a:pt x="267075" y="107461"/>
                  </a:lnTo>
                  <a:lnTo>
                    <a:pt x="268996" y="121498"/>
                  </a:lnTo>
                  <a:lnTo>
                    <a:pt x="270918" y="135640"/>
                  </a:lnTo>
                  <a:lnTo>
                    <a:pt x="272839" y="149757"/>
                  </a:lnTo>
                  <a:lnTo>
                    <a:pt x="274760" y="163726"/>
                  </a:lnTo>
                  <a:lnTo>
                    <a:pt x="276682" y="177430"/>
                  </a:lnTo>
                  <a:lnTo>
                    <a:pt x="278603" y="190714"/>
                  </a:lnTo>
                  <a:lnTo>
                    <a:pt x="280525" y="203423"/>
                  </a:lnTo>
                  <a:lnTo>
                    <a:pt x="282446" y="215544"/>
                  </a:lnTo>
                  <a:lnTo>
                    <a:pt x="284367" y="227020"/>
                  </a:lnTo>
                  <a:lnTo>
                    <a:pt x="286289" y="237806"/>
                  </a:lnTo>
                  <a:lnTo>
                    <a:pt x="288210" y="247870"/>
                  </a:lnTo>
                  <a:lnTo>
                    <a:pt x="290132" y="257147"/>
                  </a:lnTo>
                  <a:lnTo>
                    <a:pt x="292053" y="265531"/>
                  </a:lnTo>
                  <a:lnTo>
                    <a:pt x="293975" y="273171"/>
                  </a:lnTo>
                  <a:lnTo>
                    <a:pt x="295896" y="280084"/>
                  </a:lnTo>
                  <a:lnTo>
                    <a:pt x="297817" y="286294"/>
                  </a:lnTo>
                  <a:lnTo>
                    <a:pt x="299739" y="291829"/>
                  </a:lnTo>
                  <a:lnTo>
                    <a:pt x="301660" y="296713"/>
                  </a:lnTo>
                  <a:lnTo>
                    <a:pt x="303582" y="300872"/>
                  </a:lnTo>
                  <a:lnTo>
                    <a:pt x="305503" y="304492"/>
                  </a:lnTo>
                  <a:lnTo>
                    <a:pt x="307424" y="307612"/>
                  </a:lnTo>
                  <a:lnTo>
                    <a:pt x="309346" y="310272"/>
                  </a:lnTo>
                  <a:lnTo>
                    <a:pt x="311267" y="312514"/>
                  </a:lnTo>
                  <a:lnTo>
                    <a:pt x="313189" y="314374"/>
                  </a:lnTo>
                  <a:lnTo>
                    <a:pt x="315110" y="315828"/>
                  </a:lnTo>
                  <a:lnTo>
                    <a:pt x="317031" y="316986"/>
                  </a:lnTo>
                  <a:lnTo>
                    <a:pt x="318953" y="317887"/>
                  </a:lnTo>
                  <a:lnTo>
                    <a:pt x="320874" y="318559"/>
                  </a:lnTo>
                  <a:lnTo>
                    <a:pt x="322796" y="319031"/>
                  </a:lnTo>
                  <a:lnTo>
                    <a:pt x="324717" y="319326"/>
                  </a:lnTo>
                  <a:lnTo>
                    <a:pt x="326638" y="319447"/>
                  </a:lnTo>
                  <a:lnTo>
                    <a:pt x="328560" y="319441"/>
                  </a:lnTo>
                  <a:lnTo>
                    <a:pt x="330481" y="319334"/>
                  </a:lnTo>
                  <a:lnTo>
                    <a:pt x="332403" y="319145"/>
                  </a:lnTo>
                  <a:lnTo>
                    <a:pt x="334324" y="318890"/>
                  </a:lnTo>
                  <a:lnTo>
                    <a:pt x="336245" y="318583"/>
                  </a:lnTo>
                  <a:lnTo>
                    <a:pt x="338167" y="318237"/>
                  </a:lnTo>
                  <a:lnTo>
                    <a:pt x="340088" y="317871"/>
                  </a:lnTo>
                  <a:lnTo>
                    <a:pt x="342010" y="317501"/>
                  </a:lnTo>
                  <a:lnTo>
                    <a:pt x="343931" y="317136"/>
                  </a:lnTo>
                  <a:lnTo>
                    <a:pt x="345852" y="316787"/>
                  </a:lnTo>
                  <a:lnTo>
                    <a:pt x="347774" y="316463"/>
                  </a:lnTo>
                  <a:lnTo>
                    <a:pt x="349695" y="316175"/>
                  </a:lnTo>
                  <a:lnTo>
                    <a:pt x="351617" y="315935"/>
                  </a:lnTo>
                  <a:lnTo>
                    <a:pt x="353538" y="315742"/>
                  </a:lnTo>
                  <a:lnTo>
                    <a:pt x="355459" y="315601"/>
                  </a:lnTo>
                  <a:lnTo>
                    <a:pt x="357381" y="315514"/>
                  </a:lnTo>
                  <a:lnTo>
                    <a:pt x="359302" y="315482"/>
                  </a:lnTo>
                  <a:lnTo>
                    <a:pt x="361224" y="315510"/>
                  </a:lnTo>
                  <a:lnTo>
                    <a:pt x="363145" y="315602"/>
                  </a:lnTo>
                  <a:lnTo>
                    <a:pt x="365067" y="315746"/>
                  </a:lnTo>
                  <a:lnTo>
                    <a:pt x="366988" y="315937"/>
                  </a:lnTo>
                  <a:lnTo>
                    <a:pt x="368909" y="316172"/>
                  </a:lnTo>
                  <a:lnTo>
                    <a:pt x="370831" y="316445"/>
                  </a:lnTo>
                  <a:lnTo>
                    <a:pt x="372752" y="316751"/>
                  </a:lnTo>
                  <a:lnTo>
                    <a:pt x="374674" y="317085"/>
                  </a:lnTo>
                  <a:lnTo>
                    <a:pt x="376595" y="317434"/>
                  </a:lnTo>
                  <a:lnTo>
                    <a:pt x="378516" y="317790"/>
                  </a:lnTo>
                  <a:lnTo>
                    <a:pt x="380438" y="318145"/>
                  </a:lnTo>
                  <a:lnTo>
                    <a:pt x="382359" y="318494"/>
                  </a:lnTo>
                  <a:lnTo>
                    <a:pt x="384281" y="318828"/>
                  </a:lnTo>
                  <a:lnTo>
                    <a:pt x="386202" y="319136"/>
                  </a:lnTo>
                  <a:lnTo>
                    <a:pt x="388123" y="319413"/>
                  </a:lnTo>
                  <a:lnTo>
                    <a:pt x="390045" y="319657"/>
                  </a:lnTo>
                  <a:lnTo>
                    <a:pt x="391966" y="319862"/>
                  </a:lnTo>
                  <a:lnTo>
                    <a:pt x="393888" y="320027"/>
                  </a:lnTo>
                  <a:lnTo>
                    <a:pt x="395809" y="320149"/>
                  </a:lnTo>
                  <a:lnTo>
                    <a:pt x="397730" y="320218"/>
                  </a:lnTo>
                  <a:lnTo>
                    <a:pt x="399652" y="320241"/>
                  </a:lnTo>
                  <a:lnTo>
                    <a:pt x="401573" y="320221"/>
                  </a:lnTo>
                  <a:lnTo>
                    <a:pt x="403495" y="320160"/>
                  </a:lnTo>
                  <a:lnTo>
                    <a:pt x="405416" y="320063"/>
                  </a:lnTo>
                  <a:lnTo>
                    <a:pt x="407337" y="319932"/>
                  </a:lnTo>
                  <a:lnTo>
                    <a:pt x="409259" y="319768"/>
                  </a:lnTo>
                  <a:lnTo>
                    <a:pt x="411180" y="319580"/>
                  </a:lnTo>
                  <a:lnTo>
                    <a:pt x="413102" y="319376"/>
                  </a:lnTo>
                  <a:lnTo>
                    <a:pt x="415023" y="319162"/>
                  </a:lnTo>
                  <a:lnTo>
                    <a:pt x="416944" y="318943"/>
                  </a:lnTo>
                  <a:lnTo>
                    <a:pt x="418866" y="318725"/>
                  </a:lnTo>
                  <a:lnTo>
                    <a:pt x="420787" y="318514"/>
                  </a:lnTo>
                  <a:lnTo>
                    <a:pt x="422709" y="318318"/>
                  </a:lnTo>
                  <a:lnTo>
                    <a:pt x="424630" y="318140"/>
                  </a:lnTo>
                  <a:lnTo>
                    <a:pt x="426551" y="317983"/>
                  </a:lnTo>
                  <a:lnTo>
                    <a:pt x="428473" y="317852"/>
                  </a:lnTo>
                  <a:lnTo>
                    <a:pt x="430394" y="317747"/>
                  </a:lnTo>
                  <a:lnTo>
                    <a:pt x="432316" y="317674"/>
                  </a:lnTo>
                  <a:lnTo>
                    <a:pt x="434237" y="317637"/>
                  </a:lnTo>
                  <a:lnTo>
                    <a:pt x="436159" y="317631"/>
                  </a:lnTo>
                  <a:lnTo>
                    <a:pt x="438080" y="317655"/>
                  </a:lnTo>
                  <a:lnTo>
                    <a:pt x="440001" y="317709"/>
                  </a:lnTo>
                  <a:lnTo>
                    <a:pt x="441923" y="317793"/>
                  </a:lnTo>
                  <a:lnTo>
                    <a:pt x="443844" y="317904"/>
                  </a:lnTo>
                  <a:lnTo>
                    <a:pt x="445766" y="318046"/>
                  </a:lnTo>
                  <a:lnTo>
                    <a:pt x="447687" y="318211"/>
                  </a:lnTo>
                  <a:lnTo>
                    <a:pt x="449608" y="318396"/>
                  </a:lnTo>
                  <a:lnTo>
                    <a:pt x="451530" y="318600"/>
                  </a:lnTo>
                  <a:lnTo>
                    <a:pt x="453451" y="318821"/>
                  </a:lnTo>
                  <a:lnTo>
                    <a:pt x="455373" y="319056"/>
                  </a:lnTo>
                  <a:lnTo>
                    <a:pt x="457294" y="319308"/>
                  </a:lnTo>
                  <a:lnTo>
                    <a:pt x="459215" y="319571"/>
                  </a:lnTo>
                  <a:lnTo>
                    <a:pt x="461137" y="319843"/>
                  </a:lnTo>
                  <a:lnTo>
                    <a:pt x="463058" y="320124"/>
                  </a:lnTo>
                  <a:lnTo>
                    <a:pt x="464980" y="320412"/>
                  </a:lnTo>
                  <a:lnTo>
                    <a:pt x="466901" y="320706"/>
                  </a:lnTo>
                  <a:lnTo>
                    <a:pt x="468822" y="321006"/>
                  </a:lnTo>
                  <a:lnTo>
                    <a:pt x="470744" y="321310"/>
                  </a:lnTo>
                  <a:lnTo>
                    <a:pt x="472665" y="321617"/>
                  </a:lnTo>
                  <a:lnTo>
                    <a:pt x="474587" y="321924"/>
                  </a:lnTo>
                  <a:lnTo>
                    <a:pt x="476508" y="322232"/>
                  </a:lnTo>
                  <a:lnTo>
                    <a:pt x="478429" y="322539"/>
                  </a:lnTo>
                  <a:lnTo>
                    <a:pt x="480351" y="322843"/>
                  </a:lnTo>
                  <a:lnTo>
                    <a:pt x="482272" y="323141"/>
                  </a:lnTo>
                  <a:lnTo>
                    <a:pt x="484194" y="323433"/>
                  </a:lnTo>
                  <a:lnTo>
                    <a:pt x="486115" y="323717"/>
                  </a:lnTo>
                  <a:lnTo>
                    <a:pt x="488036" y="323991"/>
                  </a:lnTo>
                  <a:lnTo>
                    <a:pt x="489958" y="324254"/>
                  </a:lnTo>
                  <a:lnTo>
                    <a:pt x="491879" y="324501"/>
                  </a:lnTo>
                  <a:lnTo>
                    <a:pt x="493801" y="324730"/>
                  </a:lnTo>
                  <a:lnTo>
                    <a:pt x="495722" y="324942"/>
                  </a:lnTo>
                  <a:lnTo>
                    <a:pt x="497643" y="325134"/>
                  </a:lnTo>
                  <a:lnTo>
                    <a:pt x="499565" y="325305"/>
                  </a:lnTo>
                  <a:lnTo>
                    <a:pt x="501486" y="325453"/>
                  </a:lnTo>
                  <a:lnTo>
                    <a:pt x="503408" y="325576"/>
                  </a:lnTo>
                  <a:lnTo>
                    <a:pt x="505329" y="325668"/>
                  </a:lnTo>
                  <a:lnTo>
                    <a:pt x="507250" y="325734"/>
                  </a:lnTo>
                  <a:lnTo>
                    <a:pt x="509172" y="325771"/>
                  </a:lnTo>
                  <a:lnTo>
                    <a:pt x="511093" y="325779"/>
                  </a:lnTo>
                  <a:lnTo>
                    <a:pt x="513015" y="325758"/>
                  </a:lnTo>
                  <a:lnTo>
                    <a:pt x="514936" y="325705"/>
                  </a:lnTo>
                  <a:lnTo>
                    <a:pt x="516858" y="325615"/>
                  </a:lnTo>
                  <a:lnTo>
                    <a:pt x="518779" y="325494"/>
                  </a:lnTo>
                  <a:lnTo>
                    <a:pt x="520700" y="325342"/>
                  </a:lnTo>
                  <a:lnTo>
                    <a:pt x="522622" y="325160"/>
                  </a:lnTo>
                  <a:lnTo>
                    <a:pt x="524543" y="324948"/>
                  </a:lnTo>
                  <a:lnTo>
                    <a:pt x="526465" y="324708"/>
                  </a:lnTo>
                  <a:lnTo>
                    <a:pt x="528386" y="324434"/>
                  </a:lnTo>
                  <a:lnTo>
                    <a:pt x="530307" y="324135"/>
                  </a:lnTo>
                  <a:lnTo>
                    <a:pt x="532229" y="323814"/>
                  </a:lnTo>
                  <a:lnTo>
                    <a:pt x="534150" y="323474"/>
                  </a:lnTo>
                  <a:lnTo>
                    <a:pt x="536072" y="323117"/>
                  </a:lnTo>
                  <a:lnTo>
                    <a:pt x="537993" y="322747"/>
                  </a:lnTo>
                  <a:lnTo>
                    <a:pt x="539914" y="322367"/>
                  </a:lnTo>
                  <a:lnTo>
                    <a:pt x="541836" y="321983"/>
                  </a:lnTo>
                  <a:lnTo>
                    <a:pt x="543757" y="321601"/>
                  </a:lnTo>
                  <a:lnTo>
                    <a:pt x="545679" y="321225"/>
                  </a:lnTo>
                  <a:lnTo>
                    <a:pt x="547600" y="320859"/>
                  </a:lnTo>
                  <a:lnTo>
                    <a:pt x="549521" y="320508"/>
                  </a:lnTo>
                  <a:lnTo>
                    <a:pt x="551443" y="320180"/>
                  </a:lnTo>
                  <a:lnTo>
                    <a:pt x="553364" y="319880"/>
                  </a:lnTo>
                  <a:lnTo>
                    <a:pt x="555286" y="319608"/>
                  </a:lnTo>
                  <a:lnTo>
                    <a:pt x="557207" y="319368"/>
                  </a:lnTo>
                  <a:lnTo>
                    <a:pt x="559128" y="319163"/>
                  </a:lnTo>
                  <a:lnTo>
                    <a:pt x="561050" y="318994"/>
                  </a:lnTo>
                  <a:lnTo>
                    <a:pt x="562971" y="318868"/>
                  </a:lnTo>
                  <a:lnTo>
                    <a:pt x="564893" y="318784"/>
                  </a:lnTo>
                  <a:lnTo>
                    <a:pt x="566814" y="318738"/>
                  </a:lnTo>
                  <a:lnTo>
                    <a:pt x="568735" y="318727"/>
                  </a:lnTo>
                  <a:lnTo>
                    <a:pt x="570657" y="318750"/>
                  </a:lnTo>
                  <a:lnTo>
                    <a:pt x="572578" y="318805"/>
                  </a:lnTo>
                  <a:lnTo>
                    <a:pt x="574500" y="318891"/>
                  </a:lnTo>
                  <a:lnTo>
                    <a:pt x="576421" y="319003"/>
                  </a:lnTo>
                  <a:lnTo>
                    <a:pt x="578342" y="319135"/>
                  </a:lnTo>
                  <a:lnTo>
                    <a:pt x="580264" y="319281"/>
                  </a:lnTo>
                  <a:lnTo>
                    <a:pt x="582185" y="319437"/>
                  </a:lnTo>
                  <a:lnTo>
                    <a:pt x="584107" y="319600"/>
                  </a:lnTo>
                  <a:lnTo>
                    <a:pt x="586028" y="319765"/>
                  </a:lnTo>
                  <a:lnTo>
                    <a:pt x="587950" y="319926"/>
                  </a:lnTo>
                  <a:lnTo>
                    <a:pt x="589871" y="320082"/>
                  </a:lnTo>
                  <a:lnTo>
                    <a:pt x="591792" y="320227"/>
                  </a:lnTo>
                  <a:lnTo>
                    <a:pt x="593714" y="320361"/>
                  </a:lnTo>
                  <a:lnTo>
                    <a:pt x="595635" y="320482"/>
                  </a:lnTo>
                  <a:lnTo>
                    <a:pt x="597557" y="320587"/>
                  </a:lnTo>
                  <a:lnTo>
                    <a:pt x="599478" y="320671"/>
                  </a:lnTo>
                  <a:lnTo>
                    <a:pt x="601399" y="320738"/>
                  </a:lnTo>
                  <a:lnTo>
                    <a:pt x="603321" y="320787"/>
                  </a:lnTo>
                  <a:lnTo>
                    <a:pt x="605242" y="320819"/>
                  </a:lnTo>
                  <a:lnTo>
                    <a:pt x="607164" y="320834"/>
                  </a:lnTo>
                  <a:lnTo>
                    <a:pt x="609085" y="320832"/>
                  </a:lnTo>
                  <a:lnTo>
                    <a:pt x="611006" y="320809"/>
                  </a:lnTo>
                  <a:lnTo>
                    <a:pt x="612928" y="320770"/>
                  </a:lnTo>
                  <a:lnTo>
                    <a:pt x="614849" y="320716"/>
                  </a:lnTo>
                  <a:lnTo>
                    <a:pt x="616771" y="320648"/>
                  </a:lnTo>
                  <a:lnTo>
                    <a:pt x="618692" y="320565"/>
                  </a:lnTo>
                  <a:lnTo>
                    <a:pt x="620613" y="320468"/>
                  </a:lnTo>
                  <a:lnTo>
                    <a:pt x="622535" y="320356"/>
                  </a:lnTo>
                  <a:lnTo>
                    <a:pt x="624456" y="320231"/>
                  </a:lnTo>
                  <a:lnTo>
                    <a:pt x="626378" y="320094"/>
                  </a:lnTo>
                  <a:lnTo>
                    <a:pt x="628299" y="319948"/>
                  </a:lnTo>
                  <a:lnTo>
                    <a:pt x="630220" y="319793"/>
                  </a:lnTo>
                  <a:lnTo>
                    <a:pt x="632142" y="319631"/>
                  </a:lnTo>
                  <a:lnTo>
                    <a:pt x="634063" y="319463"/>
                  </a:lnTo>
                  <a:lnTo>
                    <a:pt x="635985" y="319293"/>
                  </a:lnTo>
                  <a:lnTo>
                    <a:pt x="637906" y="319125"/>
                  </a:lnTo>
                  <a:lnTo>
                    <a:pt x="639827" y="318960"/>
                  </a:lnTo>
                  <a:lnTo>
                    <a:pt x="641749" y="318803"/>
                  </a:lnTo>
                  <a:lnTo>
                    <a:pt x="643670" y="318656"/>
                  </a:lnTo>
                  <a:lnTo>
                    <a:pt x="645592" y="318526"/>
                  </a:lnTo>
                  <a:lnTo>
                    <a:pt x="647513" y="318417"/>
                  </a:lnTo>
                  <a:lnTo>
                    <a:pt x="649434" y="318331"/>
                  </a:lnTo>
                  <a:lnTo>
                    <a:pt x="651356" y="318271"/>
                  </a:lnTo>
                  <a:lnTo>
                    <a:pt x="653277" y="318240"/>
                  </a:lnTo>
                  <a:lnTo>
                    <a:pt x="655199" y="318239"/>
                  </a:lnTo>
                  <a:lnTo>
                    <a:pt x="657120" y="318272"/>
                  </a:lnTo>
                  <a:lnTo>
                    <a:pt x="659042" y="318345"/>
                  </a:lnTo>
                  <a:lnTo>
                    <a:pt x="660963" y="318451"/>
                  </a:lnTo>
                  <a:lnTo>
                    <a:pt x="662884" y="318589"/>
                  </a:lnTo>
                  <a:lnTo>
                    <a:pt x="664806" y="318757"/>
                  </a:lnTo>
                  <a:lnTo>
                    <a:pt x="666727" y="318954"/>
                  </a:lnTo>
                  <a:lnTo>
                    <a:pt x="668649" y="319175"/>
                  </a:lnTo>
                  <a:lnTo>
                    <a:pt x="670570" y="319421"/>
                  </a:lnTo>
                  <a:lnTo>
                    <a:pt x="672491" y="319681"/>
                  </a:lnTo>
                  <a:lnTo>
                    <a:pt x="674413" y="319948"/>
                  </a:lnTo>
                  <a:lnTo>
                    <a:pt x="676334" y="320220"/>
                  </a:lnTo>
                  <a:lnTo>
                    <a:pt x="678256" y="320488"/>
                  </a:lnTo>
                  <a:lnTo>
                    <a:pt x="680177" y="320750"/>
                  </a:lnTo>
                  <a:lnTo>
                    <a:pt x="682098" y="320992"/>
                  </a:lnTo>
                  <a:lnTo>
                    <a:pt x="684020" y="321213"/>
                  </a:lnTo>
                  <a:lnTo>
                    <a:pt x="685941" y="321408"/>
                  </a:lnTo>
                  <a:lnTo>
                    <a:pt x="687863" y="321573"/>
                  </a:lnTo>
                  <a:lnTo>
                    <a:pt x="689784" y="321704"/>
                  </a:lnTo>
                  <a:lnTo>
                    <a:pt x="691705" y="321799"/>
                  </a:lnTo>
                  <a:lnTo>
                    <a:pt x="693627" y="321849"/>
                  </a:lnTo>
                  <a:lnTo>
                    <a:pt x="695548" y="321856"/>
                  </a:lnTo>
                  <a:lnTo>
                    <a:pt x="697470" y="321825"/>
                  </a:lnTo>
                  <a:lnTo>
                    <a:pt x="699391" y="321756"/>
                  </a:lnTo>
                  <a:lnTo>
                    <a:pt x="701312" y="321652"/>
                  </a:lnTo>
                  <a:lnTo>
                    <a:pt x="703234" y="321514"/>
                  </a:lnTo>
                  <a:lnTo>
                    <a:pt x="705155" y="321344"/>
                  </a:lnTo>
                  <a:lnTo>
                    <a:pt x="707077" y="321148"/>
                  </a:lnTo>
                  <a:lnTo>
                    <a:pt x="708998" y="320936"/>
                  </a:lnTo>
                  <a:lnTo>
                    <a:pt x="710919" y="320712"/>
                  </a:lnTo>
                  <a:lnTo>
                    <a:pt x="712841" y="320482"/>
                  </a:lnTo>
                  <a:lnTo>
                    <a:pt x="714762" y="320252"/>
                  </a:lnTo>
                  <a:lnTo>
                    <a:pt x="716684" y="320030"/>
                  </a:lnTo>
                  <a:lnTo>
                    <a:pt x="718605" y="319824"/>
                  </a:lnTo>
                  <a:lnTo>
                    <a:pt x="720526" y="319639"/>
                  </a:lnTo>
                  <a:lnTo>
                    <a:pt x="722448" y="319479"/>
                  </a:lnTo>
                  <a:lnTo>
                    <a:pt x="724369" y="319349"/>
                  </a:lnTo>
                  <a:lnTo>
                    <a:pt x="726291" y="319253"/>
                  </a:lnTo>
                  <a:lnTo>
                    <a:pt x="728212" y="319198"/>
                  </a:lnTo>
                  <a:lnTo>
                    <a:pt x="730134" y="319189"/>
                  </a:lnTo>
                  <a:lnTo>
                    <a:pt x="732055" y="319221"/>
                  </a:lnTo>
                  <a:lnTo>
                    <a:pt x="733976" y="319295"/>
                  </a:lnTo>
                  <a:lnTo>
                    <a:pt x="735898" y="319410"/>
                  </a:lnTo>
                  <a:lnTo>
                    <a:pt x="737819" y="319564"/>
                  </a:lnTo>
                  <a:lnTo>
                    <a:pt x="739741" y="319756"/>
                  </a:lnTo>
                  <a:lnTo>
                    <a:pt x="741662" y="319989"/>
                  </a:lnTo>
                  <a:lnTo>
                    <a:pt x="743583" y="320250"/>
                  </a:lnTo>
                  <a:lnTo>
                    <a:pt x="745505" y="320535"/>
                  </a:lnTo>
                  <a:lnTo>
                    <a:pt x="747426" y="320839"/>
                  </a:lnTo>
                  <a:lnTo>
                    <a:pt x="749348" y="321158"/>
                  </a:lnTo>
                  <a:lnTo>
                    <a:pt x="751269" y="321487"/>
                  </a:lnTo>
                  <a:lnTo>
                    <a:pt x="753190" y="321818"/>
                  </a:lnTo>
                  <a:lnTo>
                    <a:pt x="755112" y="322145"/>
                  </a:lnTo>
                  <a:lnTo>
                    <a:pt x="757033" y="322464"/>
                  </a:lnTo>
                  <a:lnTo>
                    <a:pt x="758955" y="322769"/>
                  </a:lnTo>
                  <a:lnTo>
                    <a:pt x="760876" y="323056"/>
                  </a:lnTo>
                  <a:lnTo>
                    <a:pt x="762797" y="323323"/>
                  </a:lnTo>
                  <a:lnTo>
                    <a:pt x="764719" y="323559"/>
                  </a:lnTo>
                  <a:lnTo>
                    <a:pt x="766640" y="323765"/>
                  </a:lnTo>
                  <a:lnTo>
                    <a:pt x="768562" y="323942"/>
                  </a:lnTo>
                  <a:lnTo>
                    <a:pt x="770483" y="324086"/>
                  </a:lnTo>
                  <a:lnTo>
                    <a:pt x="772404" y="324199"/>
                  </a:lnTo>
                  <a:lnTo>
                    <a:pt x="774326" y="324280"/>
                  </a:lnTo>
                  <a:lnTo>
                    <a:pt x="776247" y="324325"/>
                  </a:lnTo>
                  <a:lnTo>
                    <a:pt x="778169" y="324338"/>
                  </a:lnTo>
                  <a:lnTo>
                    <a:pt x="780090" y="324323"/>
                  </a:lnTo>
                  <a:lnTo>
                    <a:pt x="782011" y="324283"/>
                  </a:lnTo>
                  <a:lnTo>
                    <a:pt x="783933" y="324222"/>
                  </a:lnTo>
                  <a:lnTo>
                    <a:pt x="785854" y="324141"/>
                  </a:lnTo>
                  <a:lnTo>
                    <a:pt x="787776" y="324043"/>
                  </a:lnTo>
                  <a:lnTo>
                    <a:pt x="789697" y="323934"/>
                  </a:lnTo>
                  <a:lnTo>
                    <a:pt x="791618" y="323819"/>
                  </a:lnTo>
                  <a:lnTo>
                    <a:pt x="793540" y="323701"/>
                  </a:lnTo>
                  <a:lnTo>
                    <a:pt x="795461" y="323585"/>
                  </a:lnTo>
                  <a:lnTo>
                    <a:pt x="797383" y="323475"/>
                  </a:lnTo>
                  <a:lnTo>
                    <a:pt x="799304" y="323373"/>
                  </a:lnTo>
                  <a:lnTo>
                    <a:pt x="801226" y="323287"/>
                  </a:lnTo>
                  <a:lnTo>
                    <a:pt x="803147" y="323217"/>
                  </a:lnTo>
                  <a:lnTo>
                    <a:pt x="805068" y="323165"/>
                  </a:lnTo>
                  <a:lnTo>
                    <a:pt x="806990" y="323133"/>
                  </a:lnTo>
                  <a:lnTo>
                    <a:pt x="808911" y="323121"/>
                  </a:lnTo>
                  <a:lnTo>
                    <a:pt x="810833" y="323133"/>
                  </a:lnTo>
                  <a:lnTo>
                    <a:pt x="812754" y="323170"/>
                  </a:lnTo>
                  <a:lnTo>
                    <a:pt x="814675" y="323229"/>
                  </a:lnTo>
                  <a:lnTo>
                    <a:pt x="816597" y="323308"/>
                  </a:lnTo>
                  <a:lnTo>
                    <a:pt x="818518" y="323405"/>
                  </a:lnTo>
                  <a:lnTo>
                    <a:pt x="820440" y="323518"/>
                  </a:lnTo>
                  <a:lnTo>
                    <a:pt x="822361" y="323646"/>
                  </a:lnTo>
                  <a:lnTo>
                    <a:pt x="824282" y="323786"/>
                  </a:lnTo>
                  <a:lnTo>
                    <a:pt x="826204" y="323934"/>
                  </a:lnTo>
                  <a:lnTo>
                    <a:pt x="828125" y="324085"/>
                  </a:lnTo>
                  <a:lnTo>
                    <a:pt x="830047" y="324236"/>
                  </a:lnTo>
                  <a:lnTo>
                    <a:pt x="831968" y="324384"/>
                  </a:lnTo>
                  <a:lnTo>
                    <a:pt x="833889" y="324526"/>
                  </a:lnTo>
                  <a:lnTo>
                    <a:pt x="835811" y="324656"/>
                  </a:lnTo>
                  <a:lnTo>
                    <a:pt x="837732" y="324773"/>
                  </a:lnTo>
                  <a:lnTo>
                    <a:pt x="839654" y="324873"/>
                  </a:lnTo>
                  <a:lnTo>
                    <a:pt x="841575" y="324956"/>
                  </a:lnTo>
                  <a:lnTo>
                    <a:pt x="843496" y="325019"/>
                  </a:lnTo>
                  <a:lnTo>
                    <a:pt x="845418" y="325061"/>
                  </a:lnTo>
                  <a:lnTo>
                    <a:pt x="847339" y="325077"/>
                  </a:lnTo>
                  <a:lnTo>
                    <a:pt x="849261" y="325069"/>
                  </a:lnTo>
                  <a:lnTo>
                    <a:pt x="851182" y="325039"/>
                  </a:lnTo>
                  <a:lnTo>
                    <a:pt x="853103" y="324987"/>
                  </a:lnTo>
                  <a:lnTo>
                    <a:pt x="855025" y="324915"/>
                  </a:lnTo>
                  <a:lnTo>
                    <a:pt x="856946" y="324824"/>
                  </a:lnTo>
                  <a:lnTo>
                    <a:pt x="858868" y="324713"/>
                  </a:lnTo>
                  <a:lnTo>
                    <a:pt x="860789" y="324587"/>
                  </a:lnTo>
                  <a:lnTo>
                    <a:pt x="862710" y="324451"/>
                  </a:lnTo>
                  <a:lnTo>
                    <a:pt x="864632" y="324306"/>
                  </a:lnTo>
                  <a:lnTo>
                    <a:pt x="866553" y="324156"/>
                  </a:lnTo>
                  <a:lnTo>
                    <a:pt x="868475" y="324005"/>
                  </a:lnTo>
                  <a:lnTo>
                    <a:pt x="870396" y="323856"/>
                  </a:lnTo>
                  <a:lnTo>
                    <a:pt x="872318" y="323714"/>
                  </a:lnTo>
                  <a:lnTo>
                    <a:pt x="874239" y="323583"/>
                  </a:lnTo>
                  <a:lnTo>
                    <a:pt x="876160" y="323464"/>
                  </a:lnTo>
                  <a:lnTo>
                    <a:pt x="878082" y="323360"/>
                  </a:lnTo>
                  <a:lnTo>
                    <a:pt x="880003" y="323275"/>
                  </a:lnTo>
                  <a:lnTo>
                    <a:pt x="881925" y="323210"/>
                  </a:lnTo>
                  <a:lnTo>
                    <a:pt x="883846" y="323172"/>
                  </a:lnTo>
                  <a:lnTo>
                    <a:pt x="885767" y="323158"/>
                  </a:lnTo>
                  <a:lnTo>
                    <a:pt x="887689" y="323167"/>
                  </a:lnTo>
                  <a:lnTo>
                    <a:pt x="889610" y="323199"/>
                  </a:lnTo>
                  <a:lnTo>
                    <a:pt x="891532" y="323255"/>
                  </a:lnTo>
                  <a:lnTo>
                    <a:pt x="893453" y="323334"/>
                  </a:lnTo>
                  <a:lnTo>
                    <a:pt x="895374" y="323437"/>
                  </a:lnTo>
                  <a:lnTo>
                    <a:pt x="897296" y="323558"/>
                  </a:lnTo>
                  <a:lnTo>
                    <a:pt x="899217" y="323695"/>
                  </a:lnTo>
                  <a:lnTo>
                    <a:pt x="901139" y="323844"/>
                  </a:lnTo>
                  <a:lnTo>
                    <a:pt x="903060" y="324003"/>
                  </a:lnTo>
                  <a:lnTo>
                    <a:pt x="904981" y="324170"/>
                  </a:lnTo>
                  <a:lnTo>
                    <a:pt x="906903" y="324340"/>
                  </a:lnTo>
                  <a:lnTo>
                    <a:pt x="908824" y="324509"/>
                  </a:lnTo>
                  <a:lnTo>
                    <a:pt x="910746" y="324673"/>
                  </a:lnTo>
                  <a:lnTo>
                    <a:pt x="912667" y="324830"/>
                  </a:lnTo>
                  <a:lnTo>
                    <a:pt x="914588" y="324978"/>
                  </a:lnTo>
                  <a:lnTo>
                    <a:pt x="916510" y="325112"/>
                  </a:lnTo>
                  <a:lnTo>
                    <a:pt x="918431" y="325229"/>
                  </a:lnTo>
                  <a:lnTo>
                    <a:pt x="920353" y="325326"/>
                  </a:lnTo>
                  <a:lnTo>
                    <a:pt x="922274" y="325403"/>
                  </a:lnTo>
                  <a:lnTo>
                    <a:pt x="924195" y="325459"/>
                  </a:lnTo>
                  <a:lnTo>
                    <a:pt x="926117" y="325492"/>
                  </a:lnTo>
                  <a:lnTo>
                    <a:pt x="928038" y="325503"/>
                  </a:lnTo>
                  <a:lnTo>
                    <a:pt x="929960" y="325488"/>
                  </a:lnTo>
                  <a:lnTo>
                    <a:pt x="931881" y="325448"/>
                  </a:lnTo>
                  <a:lnTo>
                    <a:pt x="933802" y="325386"/>
                  </a:lnTo>
                  <a:lnTo>
                    <a:pt x="935724" y="325303"/>
                  </a:lnTo>
                  <a:lnTo>
                    <a:pt x="937645" y="325201"/>
                  </a:lnTo>
                  <a:lnTo>
                    <a:pt x="939567" y="325081"/>
                  </a:lnTo>
                  <a:lnTo>
                    <a:pt x="941488" y="324944"/>
                  </a:lnTo>
                  <a:lnTo>
                    <a:pt x="943410" y="324793"/>
                  </a:lnTo>
                  <a:lnTo>
                    <a:pt x="945331" y="324633"/>
                  </a:lnTo>
                  <a:lnTo>
                    <a:pt x="947252" y="324467"/>
                  </a:lnTo>
                  <a:lnTo>
                    <a:pt x="949174" y="324298"/>
                  </a:lnTo>
                  <a:lnTo>
                    <a:pt x="951095" y="324129"/>
                  </a:lnTo>
                  <a:lnTo>
                    <a:pt x="953017" y="323964"/>
                  </a:lnTo>
                  <a:lnTo>
                    <a:pt x="954938" y="323808"/>
                  </a:lnTo>
                  <a:lnTo>
                    <a:pt x="956859" y="323662"/>
                  </a:lnTo>
                  <a:lnTo>
                    <a:pt x="958781" y="323531"/>
                  </a:lnTo>
                  <a:lnTo>
                    <a:pt x="960702" y="323417"/>
                  </a:lnTo>
                  <a:lnTo>
                    <a:pt x="962624" y="323321"/>
                  </a:lnTo>
                  <a:lnTo>
                    <a:pt x="964545" y="323247"/>
                  </a:lnTo>
                  <a:lnTo>
                    <a:pt x="966466" y="323202"/>
                  </a:lnTo>
                  <a:lnTo>
                    <a:pt x="968388" y="323180"/>
                  </a:lnTo>
                  <a:lnTo>
                    <a:pt x="970309" y="323184"/>
                  </a:lnTo>
                  <a:lnTo>
                    <a:pt x="972231" y="323213"/>
                  </a:lnTo>
                  <a:lnTo>
                    <a:pt x="974152" y="323266"/>
                  </a:lnTo>
                  <a:lnTo>
                    <a:pt x="976073" y="323344"/>
                  </a:lnTo>
                  <a:lnTo>
                    <a:pt x="977995" y="323449"/>
                  </a:lnTo>
                  <a:lnTo>
                    <a:pt x="979916" y="323575"/>
                  </a:lnTo>
                  <a:lnTo>
                    <a:pt x="981838" y="323719"/>
                  </a:lnTo>
                  <a:lnTo>
                    <a:pt x="981838" y="327304"/>
                  </a:lnTo>
                  <a:lnTo>
                    <a:pt x="979916" y="327304"/>
                  </a:lnTo>
                  <a:lnTo>
                    <a:pt x="977995" y="327304"/>
                  </a:lnTo>
                  <a:lnTo>
                    <a:pt x="976073" y="327304"/>
                  </a:lnTo>
                  <a:lnTo>
                    <a:pt x="974152" y="327304"/>
                  </a:lnTo>
                  <a:lnTo>
                    <a:pt x="972231" y="327304"/>
                  </a:lnTo>
                  <a:lnTo>
                    <a:pt x="970309" y="327304"/>
                  </a:lnTo>
                  <a:lnTo>
                    <a:pt x="968388" y="327304"/>
                  </a:lnTo>
                  <a:lnTo>
                    <a:pt x="966466" y="327304"/>
                  </a:lnTo>
                  <a:lnTo>
                    <a:pt x="964545" y="327304"/>
                  </a:lnTo>
                  <a:lnTo>
                    <a:pt x="962624" y="327304"/>
                  </a:lnTo>
                  <a:lnTo>
                    <a:pt x="960702" y="327304"/>
                  </a:lnTo>
                  <a:lnTo>
                    <a:pt x="958781" y="327304"/>
                  </a:lnTo>
                  <a:lnTo>
                    <a:pt x="956859" y="327304"/>
                  </a:lnTo>
                  <a:lnTo>
                    <a:pt x="954938" y="327304"/>
                  </a:lnTo>
                  <a:lnTo>
                    <a:pt x="953017" y="327304"/>
                  </a:lnTo>
                  <a:lnTo>
                    <a:pt x="951095" y="327304"/>
                  </a:lnTo>
                  <a:lnTo>
                    <a:pt x="949174" y="327304"/>
                  </a:lnTo>
                  <a:lnTo>
                    <a:pt x="947252" y="327304"/>
                  </a:lnTo>
                  <a:lnTo>
                    <a:pt x="945331" y="327304"/>
                  </a:lnTo>
                  <a:lnTo>
                    <a:pt x="943410" y="327304"/>
                  </a:lnTo>
                  <a:lnTo>
                    <a:pt x="941488" y="327304"/>
                  </a:lnTo>
                  <a:lnTo>
                    <a:pt x="939567" y="327304"/>
                  </a:lnTo>
                  <a:lnTo>
                    <a:pt x="937645" y="327304"/>
                  </a:lnTo>
                  <a:lnTo>
                    <a:pt x="935724" y="327304"/>
                  </a:lnTo>
                  <a:lnTo>
                    <a:pt x="933802" y="327304"/>
                  </a:lnTo>
                  <a:lnTo>
                    <a:pt x="931881" y="327304"/>
                  </a:lnTo>
                  <a:lnTo>
                    <a:pt x="929960" y="327304"/>
                  </a:lnTo>
                  <a:lnTo>
                    <a:pt x="928038" y="327304"/>
                  </a:lnTo>
                  <a:lnTo>
                    <a:pt x="926117" y="327304"/>
                  </a:lnTo>
                  <a:lnTo>
                    <a:pt x="924195" y="327304"/>
                  </a:lnTo>
                  <a:lnTo>
                    <a:pt x="922274" y="327304"/>
                  </a:lnTo>
                  <a:lnTo>
                    <a:pt x="920353" y="327304"/>
                  </a:lnTo>
                  <a:lnTo>
                    <a:pt x="918431" y="327304"/>
                  </a:lnTo>
                  <a:lnTo>
                    <a:pt x="916510" y="327304"/>
                  </a:lnTo>
                  <a:lnTo>
                    <a:pt x="914588" y="327304"/>
                  </a:lnTo>
                  <a:lnTo>
                    <a:pt x="912667" y="327304"/>
                  </a:lnTo>
                  <a:lnTo>
                    <a:pt x="910746" y="327304"/>
                  </a:lnTo>
                  <a:lnTo>
                    <a:pt x="908824" y="327304"/>
                  </a:lnTo>
                  <a:lnTo>
                    <a:pt x="906903" y="327304"/>
                  </a:lnTo>
                  <a:lnTo>
                    <a:pt x="904981" y="327304"/>
                  </a:lnTo>
                  <a:lnTo>
                    <a:pt x="903060" y="327304"/>
                  </a:lnTo>
                  <a:lnTo>
                    <a:pt x="901139" y="327304"/>
                  </a:lnTo>
                  <a:lnTo>
                    <a:pt x="899217" y="327304"/>
                  </a:lnTo>
                  <a:lnTo>
                    <a:pt x="897296" y="327304"/>
                  </a:lnTo>
                  <a:lnTo>
                    <a:pt x="895374" y="327304"/>
                  </a:lnTo>
                  <a:lnTo>
                    <a:pt x="893453" y="327304"/>
                  </a:lnTo>
                  <a:lnTo>
                    <a:pt x="891532" y="327304"/>
                  </a:lnTo>
                  <a:lnTo>
                    <a:pt x="889610" y="327304"/>
                  </a:lnTo>
                  <a:lnTo>
                    <a:pt x="887689" y="327304"/>
                  </a:lnTo>
                  <a:lnTo>
                    <a:pt x="885767" y="327304"/>
                  </a:lnTo>
                  <a:lnTo>
                    <a:pt x="883846" y="327304"/>
                  </a:lnTo>
                  <a:lnTo>
                    <a:pt x="881925" y="327304"/>
                  </a:lnTo>
                  <a:lnTo>
                    <a:pt x="880003" y="327304"/>
                  </a:lnTo>
                  <a:lnTo>
                    <a:pt x="878082" y="327304"/>
                  </a:lnTo>
                  <a:lnTo>
                    <a:pt x="876160" y="327304"/>
                  </a:lnTo>
                  <a:lnTo>
                    <a:pt x="874239" y="327304"/>
                  </a:lnTo>
                  <a:lnTo>
                    <a:pt x="872318" y="327304"/>
                  </a:lnTo>
                  <a:lnTo>
                    <a:pt x="870396" y="327304"/>
                  </a:lnTo>
                  <a:lnTo>
                    <a:pt x="868475" y="327304"/>
                  </a:lnTo>
                  <a:lnTo>
                    <a:pt x="866553" y="327304"/>
                  </a:lnTo>
                  <a:lnTo>
                    <a:pt x="864632" y="327304"/>
                  </a:lnTo>
                  <a:lnTo>
                    <a:pt x="862710" y="327304"/>
                  </a:lnTo>
                  <a:lnTo>
                    <a:pt x="860789" y="327304"/>
                  </a:lnTo>
                  <a:lnTo>
                    <a:pt x="858868" y="327304"/>
                  </a:lnTo>
                  <a:lnTo>
                    <a:pt x="856946" y="327304"/>
                  </a:lnTo>
                  <a:lnTo>
                    <a:pt x="855025" y="327304"/>
                  </a:lnTo>
                  <a:lnTo>
                    <a:pt x="853103" y="327304"/>
                  </a:lnTo>
                  <a:lnTo>
                    <a:pt x="851182" y="327304"/>
                  </a:lnTo>
                  <a:lnTo>
                    <a:pt x="849261" y="327304"/>
                  </a:lnTo>
                  <a:lnTo>
                    <a:pt x="847339" y="327304"/>
                  </a:lnTo>
                  <a:lnTo>
                    <a:pt x="845418" y="327304"/>
                  </a:lnTo>
                  <a:lnTo>
                    <a:pt x="843496" y="327304"/>
                  </a:lnTo>
                  <a:lnTo>
                    <a:pt x="841575" y="327304"/>
                  </a:lnTo>
                  <a:lnTo>
                    <a:pt x="839654" y="327304"/>
                  </a:lnTo>
                  <a:lnTo>
                    <a:pt x="837732" y="327304"/>
                  </a:lnTo>
                  <a:lnTo>
                    <a:pt x="835811" y="327304"/>
                  </a:lnTo>
                  <a:lnTo>
                    <a:pt x="833889" y="327304"/>
                  </a:lnTo>
                  <a:lnTo>
                    <a:pt x="831968" y="327304"/>
                  </a:lnTo>
                  <a:lnTo>
                    <a:pt x="830047" y="327304"/>
                  </a:lnTo>
                  <a:lnTo>
                    <a:pt x="828125" y="327304"/>
                  </a:lnTo>
                  <a:lnTo>
                    <a:pt x="826204" y="327304"/>
                  </a:lnTo>
                  <a:lnTo>
                    <a:pt x="824282" y="327304"/>
                  </a:lnTo>
                  <a:lnTo>
                    <a:pt x="822361" y="327304"/>
                  </a:lnTo>
                  <a:lnTo>
                    <a:pt x="820440" y="327304"/>
                  </a:lnTo>
                  <a:lnTo>
                    <a:pt x="818518" y="327304"/>
                  </a:lnTo>
                  <a:lnTo>
                    <a:pt x="816597" y="327304"/>
                  </a:lnTo>
                  <a:lnTo>
                    <a:pt x="814675" y="327304"/>
                  </a:lnTo>
                  <a:lnTo>
                    <a:pt x="812754" y="327304"/>
                  </a:lnTo>
                  <a:lnTo>
                    <a:pt x="810833" y="327304"/>
                  </a:lnTo>
                  <a:lnTo>
                    <a:pt x="808911" y="327304"/>
                  </a:lnTo>
                  <a:lnTo>
                    <a:pt x="806990" y="327304"/>
                  </a:lnTo>
                  <a:lnTo>
                    <a:pt x="805068" y="327304"/>
                  </a:lnTo>
                  <a:lnTo>
                    <a:pt x="803147" y="327304"/>
                  </a:lnTo>
                  <a:lnTo>
                    <a:pt x="801226" y="327304"/>
                  </a:lnTo>
                  <a:lnTo>
                    <a:pt x="799304" y="327304"/>
                  </a:lnTo>
                  <a:lnTo>
                    <a:pt x="797383" y="327304"/>
                  </a:lnTo>
                  <a:lnTo>
                    <a:pt x="795461" y="327304"/>
                  </a:lnTo>
                  <a:lnTo>
                    <a:pt x="793540" y="327304"/>
                  </a:lnTo>
                  <a:lnTo>
                    <a:pt x="791618" y="327304"/>
                  </a:lnTo>
                  <a:lnTo>
                    <a:pt x="789697" y="327304"/>
                  </a:lnTo>
                  <a:lnTo>
                    <a:pt x="787776" y="327304"/>
                  </a:lnTo>
                  <a:lnTo>
                    <a:pt x="785854" y="327304"/>
                  </a:lnTo>
                  <a:lnTo>
                    <a:pt x="783933" y="327304"/>
                  </a:lnTo>
                  <a:lnTo>
                    <a:pt x="782011" y="327304"/>
                  </a:lnTo>
                  <a:lnTo>
                    <a:pt x="780090" y="327304"/>
                  </a:lnTo>
                  <a:lnTo>
                    <a:pt x="778169" y="327304"/>
                  </a:lnTo>
                  <a:lnTo>
                    <a:pt x="776247" y="327304"/>
                  </a:lnTo>
                  <a:lnTo>
                    <a:pt x="774326" y="327304"/>
                  </a:lnTo>
                  <a:lnTo>
                    <a:pt x="772404" y="327304"/>
                  </a:lnTo>
                  <a:lnTo>
                    <a:pt x="770483" y="327304"/>
                  </a:lnTo>
                  <a:lnTo>
                    <a:pt x="768562" y="327304"/>
                  </a:lnTo>
                  <a:lnTo>
                    <a:pt x="766640" y="327304"/>
                  </a:lnTo>
                  <a:lnTo>
                    <a:pt x="764719" y="327304"/>
                  </a:lnTo>
                  <a:lnTo>
                    <a:pt x="762797" y="327304"/>
                  </a:lnTo>
                  <a:lnTo>
                    <a:pt x="760876" y="327304"/>
                  </a:lnTo>
                  <a:lnTo>
                    <a:pt x="758955" y="327304"/>
                  </a:lnTo>
                  <a:lnTo>
                    <a:pt x="757033" y="327304"/>
                  </a:lnTo>
                  <a:lnTo>
                    <a:pt x="755112" y="327304"/>
                  </a:lnTo>
                  <a:lnTo>
                    <a:pt x="753190" y="327304"/>
                  </a:lnTo>
                  <a:lnTo>
                    <a:pt x="751269" y="327304"/>
                  </a:lnTo>
                  <a:lnTo>
                    <a:pt x="749348" y="327304"/>
                  </a:lnTo>
                  <a:lnTo>
                    <a:pt x="747426" y="327304"/>
                  </a:lnTo>
                  <a:lnTo>
                    <a:pt x="745505" y="327304"/>
                  </a:lnTo>
                  <a:lnTo>
                    <a:pt x="743583" y="327304"/>
                  </a:lnTo>
                  <a:lnTo>
                    <a:pt x="741662" y="327304"/>
                  </a:lnTo>
                  <a:lnTo>
                    <a:pt x="739741" y="327304"/>
                  </a:lnTo>
                  <a:lnTo>
                    <a:pt x="737819" y="327304"/>
                  </a:lnTo>
                  <a:lnTo>
                    <a:pt x="735898" y="327304"/>
                  </a:lnTo>
                  <a:lnTo>
                    <a:pt x="733976" y="327304"/>
                  </a:lnTo>
                  <a:lnTo>
                    <a:pt x="732055" y="327304"/>
                  </a:lnTo>
                  <a:lnTo>
                    <a:pt x="730134" y="327304"/>
                  </a:lnTo>
                  <a:lnTo>
                    <a:pt x="728212" y="327304"/>
                  </a:lnTo>
                  <a:lnTo>
                    <a:pt x="726291" y="327304"/>
                  </a:lnTo>
                  <a:lnTo>
                    <a:pt x="724369" y="327304"/>
                  </a:lnTo>
                  <a:lnTo>
                    <a:pt x="722448" y="327304"/>
                  </a:lnTo>
                  <a:lnTo>
                    <a:pt x="720526" y="327304"/>
                  </a:lnTo>
                  <a:lnTo>
                    <a:pt x="718605" y="327304"/>
                  </a:lnTo>
                  <a:lnTo>
                    <a:pt x="716684" y="327304"/>
                  </a:lnTo>
                  <a:lnTo>
                    <a:pt x="714762" y="327304"/>
                  </a:lnTo>
                  <a:lnTo>
                    <a:pt x="712841" y="327304"/>
                  </a:lnTo>
                  <a:lnTo>
                    <a:pt x="710919" y="327304"/>
                  </a:lnTo>
                  <a:lnTo>
                    <a:pt x="708998" y="327304"/>
                  </a:lnTo>
                  <a:lnTo>
                    <a:pt x="707077" y="327304"/>
                  </a:lnTo>
                  <a:lnTo>
                    <a:pt x="705155" y="327304"/>
                  </a:lnTo>
                  <a:lnTo>
                    <a:pt x="703234" y="327304"/>
                  </a:lnTo>
                  <a:lnTo>
                    <a:pt x="701312" y="327304"/>
                  </a:lnTo>
                  <a:lnTo>
                    <a:pt x="699391" y="327304"/>
                  </a:lnTo>
                  <a:lnTo>
                    <a:pt x="697470" y="327304"/>
                  </a:lnTo>
                  <a:lnTo>
                    <a:pt x="695548" y="327304"/>
                  </a:lnTo>
                  <a:lnTo>
                    <a:pt x="693627" y="327304"/>
                  </a:lnTo>
                  <a:lnTo>
                    <a:pt x="691705" y="327304"/>
                  </a:lnTo>
                  <a:lnTo>
                    <a:pt x="689784" y="327304"/>
                  </a:lnTo>
                  <a:lnTo>
                    <a:pt x="687863" y="327304"/>
                  </a:lnTo>
                  <a:lnTo>
                    <a:pt x="685941" y="327304"/>
                  </a:lnTo>
                  <a:lnTo>
                    <a:pt x="684020" y="327304"/>
                  </a:lnTo>
                  <a:lnTo>
                    <a:pt x="682098" y="327304"/>
                  </a:lnTo>
                  <a:lnTo>
                    <a:pt x="680177" y="327304"/>
                  </a:lnTo>
                  <a:lnTo>
                    <a:pt x="678256" y="327304"/>
                  </a:lnTo>
                  <a:lnTo>
                    <a:pt x="676334" y="327304"/>
                  </a:lnTo>
                  <a:lnTo>
                    <a:pt x="674413" y="327304"/>
                  </a:lnTo>
                  <a:lnTo>
                    <a:pt x="672491" y="327304"/>
                  </a:lnTo>
                  <a:lnTo>
                    <a:pt x="670570" y="327304"/>
                  </a:lnTo>
                  <a:lnTo>
                    <a:pt x="668649" y="327304"/>
                  </a:lnTo>
                  <a:lnTo>
                    <a:pt x="666727" y="327304"/>
                  </a:lnTo>
                  <a:lnTo>
                    <a:pt x="664806" y="327304"/>
                  </a:lnTo>
                  <a:lnTo>
                    <a:pt x="662884" y="327304"/>
                  </a:lnTo>
                  <a:lnTo>
                    <a:pt x="660963" y="327304"/>
                  </a:lnTo>
                  <a:lnTo>
                    <a:pt x="659042" y="327304"/>
                  </a:lnTo>
                  <a:lnTo>
                    <a:pt x="657120" y="327304"/>
                  </a:lnTo>
                  <a:lnTo>
                    <a:pt x="655199" y="327304"/>
                  </a:lnTo>
                  <a:lnTo>
                    <a:pt x="653277" y="327304"/>
                  </a:lnTo>
                  <a:lnTo>
                    <a:pt x="651356" y="327304"/>
                  </a:lnTo>
                  <a:lnTo>
                    <a:pt x="649434" y="327304"/>
                  </a:lnTo>
                  <a:lnTo>
                    <a:pt x="647513" y="327304"/>
                  </a:lnTo>
                  <a:lnTo>
                    <a:pt x="645592" y="327304"/>
                  </a:lnTo>
                  <a:lnTo>
                    <a:pt x="643670" y="327304"/>
                  </a:lnTo>
                  <a:lnTo>
                    <a:pt x="641749" y="327304"/>
                  </a:lnTo>
                  <a:lnTo>
                    <a:pt x="639827" y="327304"/>
                  </a:lnTo>
                  <a:lnTo>
                    <a:pt x="637906" y="327304"/>
                  </a:lnTo>
                  <a:lnTo>
                    <a:pt x="635985" y="327304"/>
                  </a:lnTo>
                  <a:lnTo>
                    <a:pt x="634063" y="327304"/>
                  </a:lnTo>
                  <a:lnTo>
                    <a:pt x="632142" y="327304"/>
                  </a:lnTo>
                  <a:lnTo>
                    <a:pt x="630220" y="327304"/>
                  </a:lnTo>
                  <a:lnTo>
                    <a:pt x="628299" y="327304"/>
                  </a:lnTo>
                  <a:lnTo>
                    <a:pt x="626378" y="327304"/>
                  </a:lnTo>
                  <a:lnTo>
                    <a:pt x="624456" y="327304"/>
                  </a:lnTo>
                  <a:lnTo>
                    <a:pt x="622535" y="327304"/>
                  </a:lnTo>
                  <a:lnTo>
                    <a:pt x="620613" y="327304"/>
                  </a:lnTo>
                  <a:lnTo>
                    <a:pt x="618692" y="327304"/>
                  </a:lnTo>
                  <a:lnTo>
                    <a:pt x="616771" y="327304"/>
                  </a:lnTo>
                  <a:lnTo>
                    <a:pt x="614849" y="327304"/>
                  </a:lnTo>
                  <a:lnTo>
                    <a:pt x="612928" y="327304"/>
                  </a:lnTo>
                  <a:lnTo>
                    <a:pt x="611006" y="327304"/>
                  </a:lnTo>
                  <a:lnTo>
                    <a:pt x="609085" y="327304"/>
                  </a:lnTo>
                  <a:lnTo>
                    <a:pt x="607164" y="327304"/>
                  </a:lnTo>
                  <a:lnTo>
                    <a:pt x="605242" y="327304"/>
                  </a:lnTo>
                  <a:lnTo>
                    <a:pt x="603321" y="327304"/>
                  </a:lnTo>
                  <a:lnTo>
                    <a:pt x="601399" y="327304"/>
                  </a:lnTo>
                  <a:lnTo>
                    <a:pt x="599478" y="327304"/>
                  </a:lnTo>
                  <a:lnTo>
                    <a:pt x="597557" y="327304"/>
                  </a:lnTo>
                  <a:lnTo>
                    <a:pt x="595635" y="327304"/>
                  </a:lnTo>
                  <a:lnTo>
                    <a:pt x="593714" y="327304"/>
                  </a:lnTo>
                  <a:lnTo>
                    <a:pt x="591792" y="327304"/>
                  </a:lnTo>
                  <a:lnTo>
                    <a:pt x="589871" y="327304"/>
                  </a:lnTo>
                  <a:lnTo>
                    <a:pt x="587950" y="327304"/>
                  </a:lnTo>
                  <a:lnTo>
                    <a:pt x="586028" y="327304"/>
                  </a:lnTo>
                  <a:lnTo>
                    <a:pt x="584107" y="327304"/>
                  </a:lnTo>
                  <a:lnTo>
                    <a:pt x="582185" y="327304"/>
                  </a:lnTo>
                  <a:lnTo>
                    <a:pt x="580264" y="327304"/>
                  </a:lnTo>
                  <a:lnTo>
                    <a:pt x="578342" y="327304"/>
                  </a:lnTo>
                  <a:lnTo>
                    <a:pt x="576421" y="327304"/>
                  </a:lnTo>
                  <a:lnTo>
                    <a:pt x="574500" y="327304"/>
                  </a:lnTo>
                  <a:lnTo>
                    <a:pt x="572578" y="327304"/>
                  </a:lnTo>
                  <a:lnTo>
                    <a:pt x="570657" y="327304"/>
                  </a:lnTo>
                  <a:lnTo>
                    <a:pt x="568735" y="327304"/>
                  </a:lnTo>
                  <a:lnTo>
                    <a:pt x="566814" y="327304"/>
                  </a:lnTo>
                  <a:lnTo>
                    <a:pt x="564893" y="327304"/>
                  </a:lnTo>
                  <a:lnTo>
                    <a:pt x="562971" y="327304"/>
                  </a:lnTo>
                  <a:lnTo>
                    <a:pt x="561050" y="327304"/>
                  </a:lnTo>
                  <a:lnTo>
                    <a:pt x="559128" y="327304"/>
                  </a:lnTo>
                  <a:lnTo>
                    <a:pt x="557207" y="327304"/>
                  </a:lnTo>
                  <a:lnTo>
                    <a:pt x="555286" y="327304"/>
                  </a:lnTo>
                  <a:lnTo>
                    <a:pt x="553364" y="327304"/>
                  </a:lnTo>
                  <a:lnTo>
                    <a:pt x="551443" y="327304"/>
                  </a:lnTo>
                  <a:lnTo>
                    <a:pt x="549521" y="327304"/>
                  </a:lnTo>
                  <a:lnTo>
                    <a:pt x="547600" y="327304"/>
                  </a:lnTo>
                  <a:lnTo>
                    <a:pt x="545679" y="327304"/>
                  </a:lnTo>
                  <a:lnTo>
                    <a:pt x="543757" y="327304"/>
                  </a:lnTo>
                  <a:lnTo>
                    <a:pt x="541836" y="327304"/>
                  </a:lnTo>
                  <a:lnTo>
                    <a:pt x="539914" y="327304"/>
                  </a:lnTo>
                  <a:lnTo>
                    <a:pt x="537993" y="327304"/>
                  </a:lnTo>
                  <a:lnTo>
                    <a:pt x="536072" y="327304"/>
                  </a:lnTo>
                  <a:lnTo>
                    <a:pt x="534150" y="327304"/>
                  </a:lnTo>
                  <a:lnTo>
                    <a:pt x="532229" y="327304"/>
                  </a:lnTo>
                  <a:lnTo>
                    <a:pt x="530307" y="327304"/>
                  </a:lnTo>
                  <a:lnTo>
                    <a:pt x="528386" y="327304"/>
                  </a:lnTo>
                  <a:lnTo>
                    <a:pt x="526465" y="327304"/>
                  </a:lnTo>
                  <a:lnTo>
                    <a:pt x="524543" y="327304"/>
                  </a:lnTo>
                  <a:lnTo>
                    <a:pt x="522622" y="327304"/>
                  </a:lnTo>
                  <a:lnTo>
                    <a:pt x="520700" y="327304"/>
                  </a:lnTo>
                  <a:lnTo>
                    <a:pt x="518779" y="327304"/>
                  </a:lnTo>
                  <a:lnTo>
                    <a:pt x="516858" y="327304"/>
                  </a:lnTo>
                  <a:lnTo>
                    <a:pt x="514936" y="327304"/>
                  </a:lnTo>
                  <a:lnTo>
                    <a:pt x="513015" y="327304"/>
                  </a:lnTo>
                  <a:lnTo>
                    <a:pt x="511093" y="327304"/>
                  </a:lnTo>
                  <a:lnTo>
                    <a:pt x="509172" y="327304"/>
                  </a:lnTo>
                  <a:lnTo>
                    <a:pt x="507250" y="327304"/>
                  </a:lnTo>
                  <a:lnTo>
                    <a:pt x="505329" y="327304"/>
                  </a:lnTo>
                  <a:lnTo>
                    <a:pt x="503408" y="327304"/>
                  </a:lnTo>
                  <a:lnTo>
                    <a:pt x="501486" y="327304"/>
                  </a:lnTo>
                  <a:lnTo>
                    <a:pt x="499565" y="327304"/>
                  </a:lnTo>
                  <a:lnTo>
                    <a:pt x="497643" y="327304"/>
                  </a:lnTo>
                  <a:lnTo>
                    <a:pt x="495722" y="327304"/>
                  </a:lnTo>
                  <a:lnTo>
                    <a:pt x="493801" y="327304"/>
                  </a:lnTo>
                  <a:lnTo>
                    <a:pt x="491879" y="327304"/>
                  </a:lnTo>
                  <a:lnTo>
                    <a:pt x="489958" y="327304"/>
                  </a:lnTo>
                  <a:lnTo>
                    <a:pt x="488036" y="327304"/>
                  </a:lnTo>
                  <a:lnTo>
                    <a:pt x="486115" y="327304"/>
                  </a:lnTo>
                  <a:lnTo>
                    <a:pt x="484194" y="327304"/>
                  </a:lnTo>
                  <a:lnTo>
                    <a:pt x="482272" y="327304"/>
                  </a:lnTo>
                  <a:lnTo>
                    <a:pt x="480351" y="327304"/>
                  </a:lnTo>
                  <a:lnTo>
                    <a:pt x="478429" y="327304"/>
                  </a:lnTo>
                  <a:lnTo>
                    <a:pt x="476508" y="327304"/>
                  </a:lnTo>
                  <a:lnTo>
                    <a:pt x="474587" y="327304"/>
                  </a:lnTo>
                  <a:lnTo>
                    <a:pt x="472665" y="327304"/>
                  </a:lnTo>
                  <a:lnTo>
                    <a:pt x="470744" y="327304"/>
                  </a:lnTo>
                  <a:lnTo>
                    <a:pt x="468822" y="327304"/>
                  </a:lnTo>
                  <a:lnTo>
                    <a:pt x="466901" y="327304"/>
                  </a:lnTo>
                  <a:lnTo>
                    <a:pt x="464980" y="327304"/>
                  </a:lnTo>
                  <a:lnTo>
                    <a:pt x="463058" y="327304"/>
                  </a:lnTo>
                  <a:lnTo>
                    <a:pt x="461137" y="327304"/>
                  </a:lnTo>
                  <a:lnTo>
                    <a:pt x="459215" y="327304"/>
                  </a:lnTo>
                  <a:lnTo>
                    <a:pt x="457294" y="327304"/>
                  </a:lnTo>
                  <a:lnTo>
                    <a:pt x="455373" y="327304"/>
                  </a:lnTo>
                  <a:lnTo>
                    <a:pt x="453451" y="327304"/>
                  </a:lnTo>
                  <a:lnTo>
                    <a:pt x="451530" y="327304"/>
                  </a:lnTo>
                  <a:lnTo>
                    <a:pt x="449608" y="327304"/>
                  </a:lnTo>
                  <a:lnTo>
                    <a:pt x="447687" y="327304"/>
                  </a:lnTo>
                  <a:lnTo>
                    <a:pt x="445766" y="327304"/>
                  </a:lnTo>
                  <a:lnTo>
                    <a:pt x="443844" y="327304"/>
                  </a:lnTo>
                  <a:lnTo>
                    <a:pt x="441923" y="327304"/>
                  </a:lnTo>
                  <a:lnTo>
                    <a:pt x="440001" y="327304"/>
                  </a:lnTo>
                  <a:lnTo>
                    <a:pt x="438080" y="327304"/>
                  </a:lnTo>
                  <a:lnTo>
                    <a:pt x="436159" y="327304"/>
                  </a:lnTo>
                  <a:lnTo>
                    <a:pt x="434237" y="327304"/>
                  </a:lnTo>
                  <a:lnTo>
                    <a:pt x="432316" y="327304"/>
                  </a:lnTo>
                  <a:lnTo>
                    <a:pt x="430394" y="327304"/>
                  </a:lnTo>
                  <a:lnTo>
                    <a:pt x="428473" y="327304"/>
                  </a:lnTo>
                  <a:lnTo>
                    <a:pt x="426551" y="327304"/>
                  </a:lnTo>
                  <a:lnTo>
                    <a:pt x="424630" y="327304"/>
                  </a:lnTo>
                  <a:lnTo>
                    <a:pt x="422709" y="327304"/>
                  </a:lnTo>
                  <a:lnTo>
                    <a:pt x="420787" y="327304"/>
                  </a:lnTo>
                  <a:lnTo>
                    <a:pt x="418866" y="327304"/>
                  </a:lnTo>
                  <a:lnTo>
                    <a:pt x="416944" y="327304"/>
                  </a:lnTo>
                  <a:lnTo>
                    <a:pt x="415023" y="327304"/>
                  </a:lnTo>
                  <a:lnTo>
                    <a:pt x="413102" y="327304"/>
                  </a:lnTo>
                  <a:lnTo>
                    <a:pt x="411180" y="327304"/>
                  </a:lnTo>
                  <a:lnTo>
                    <a:pt x="409259" y="327304"/>
                  </a:lnTo>
                  <a:lnTo>
                    <a:pt x="407337" y="327304"/>
                  </a:lnTo>
                  <a:lnTo>
                    <a:pt x="405416" y="327304"/>
                  </a:lnTo>
                  <a:lnTo>
                    <a:pt x="403495" y="327304"/>
                  </a:lnTo>
                  <a:lnTo>
                    <a:pt x="401573" y="327304"/>
                  </a:lnTo>
                  <a:lnTo>
                    <a:pt x="399652" y="327304"/>
                  </a:lnTo>
                  <a:lnTo>
                    <a:pt x="397730" y="327304"/>
                  </a:lnTo>
                  <a:lnTo>
                    <a:pt x="395809" y="327304"/>
                  </a:lnTo>
                  <a:lnTo>
                    <a:pt x="393888" y="327304"/>
                  </a:lnTo>
                  <a:lnTo>
                    <a:pt x="391966" y="327304"/>
                  </a:lnTo>
                  <a:lnTo>
                    <a:pt x="390045" y="327304"/>
                  </a:lnTo>
                  <a:lnTo>
                    <a:pt x="388123" y="327304"/>
                  </a:lnTo>
                  <a:lnTo>
                    <a:pt x="386202" y="327304"/>
                  </a:lnTo>
                  <a:lnTo>
                    <a:pt x="384281" y="327304"/>
                  </a:lnTo>
                  <a:lnTo>
                    <a:pt x="382359" y="327304"/>
                  </a:lnTo>
                  <a:lnTo>
                    <a:pt x="380438" y="327304"/>
                  </a:lnTo>
                  <a:lnTo>
                    <a:pt x="378516" y="327304"/>
                  </a:lnTo>
                  <a:lnTo>
                    <a:pt x="376595" y="327304"/>
                  </a:lnTo>
                  <a:lnTo>
                    <a:pt x="374674" y="327304"/>
                  </a:lnTo>
                  <a:lnTo>
                    <a:pt x="372752" y="327304"/>
                  </a:lnTo>
                  <a:lnTo>
                    <a:pt x="370831" y="327304"/>
                  </a:lnTo>
                  <a:lnTo>
                    <a:pt x="368909" y="327304"/>
                  </a:lnTo>
                  <a:lnTo>
                    <a:pt x="366988" y="327304"/>
                  </a:lnTo>
                  <a:lnTo>
                    <a:pt x="365067" y="327304"/>
                  </a:lnTo>
                  <a:lnTo>
                    <a:pt x="363145" y="327304"/>
                  </a:lnTo>
                  <a:lnTo>
                    <a:pt x="361224" y="327304"/>
                  </a:lnTo>
                  <a:lnTo>
                    <a:pt x="359302" y="327304"/>
                  </a:lnTo>
                  <a:lnTo>
                    <a:pt x="357381" y="327304"/>
                  </a:lnTo>
                  <a:lnTo>
                    <a:pt x="355459" y="327304"/>
                  </a:lnTo>
                  <a:lnTo>
                    <a:pt x="353538" y="327304"/>
                  </a:lnTo>
                  <a:lnTo>
                    <a:pt x="351617" y="327304"/>
                  </a:lnTo>
                  <a:lnTo>
                    <a:pt x="349695" y="327304"/>
                  </a:lnTo>
                  <a:lnTo>
                    <a:pt x="347774" y="327304"/>
                  </a:lnTo>
                  <a:lnTo>
                    <a:pt x="345852" y="327304"/>
                  </a:lnTo>
                  <a:lnTo>
                    <a:pt x="343931" y="327304"/>
                  </a:lnTo>
                  <a:lnTo>
                    <a:pt x="342010" y="327304"/>
                  </a:lnTo>
                  <a:lnTo>
                    <a:pt x="340088" y="327304"/>
                  </a:lnTo>
                  <a:lnTo>
                    <a:pt x="338167" y="327304"/>
                  </a:lnTo>
                  <a:lnTo>
                    <a:pt x="336245" y="327304"/>
                  </a:lnTo>
                  <a:lnTo>
                    <a:pt x="334324" y="327304"/>
                  </a:lnTo>
                  <a:lnTo>
                    <a:pt x="332403" y="327304"/>
                  </a:lnTo>
                  <a:lnTo>
                    <a:pt x="330481" y="327304"/>
                  </a:lnTo>
                  <a:lnTo>
                    <a:pt x="328560" y="327304"/>
                  </a:lnTo>
                  <a:lnTo>
                    <a:pt x="326638" y="327304"/>
                  </a:lnTo>
                  <a:lnTo>
                    <a:pt x="324717" y="327304"/>
                  </a:lnTo>
                  <a:lnTo>
                    <a:pt x="322796" y="327304"/>
                  </a:lnTo>
                  <a:lnTo>
                    <a:pt x="320874" y="327304"/>
                  </a:lnTo>
                  <a:lnTo>
                    <a:pt x="318953" y="327304"/>
                  </a:lnTo>
                  <a:lnTo>
                    <a:pt x="317031" y="327304"/>
                  </a:lnTo>
                  <a:lnTo>
                    <a:pt x="315110" y="327304"/>
                  </a:lnTo>
                  <a:lnTo>
                    <a:pt x="313189" y="327304"/>
                  </a:lnTo>
                  <a:lnTo>
                    <a:pt x="311267" y="327304"/>
                  </a:lnTo>
                  <a:lnTo>
                    <a:pt x="309346" y="327304"/>
                  </a:lnTo>
                  <a:lnTo>
                    <a:pt x="307424" y="327304"/>
                  </a:lnTo>
                  <a:lnTo>
                    <a:pt x="305503" y="327304"/>
                  </a:lnTo>
                  <a:lnTo>
                    <a:pt x="303582" y="327304"/>
                  </a:lnTo>
                  <a:lnTo>
                    <a:pt x="301660" y="327304"/>
                  </a:lnTo>
                  <a:lnTo>
                    <a:pt x="299739" y="327304"/>
                  </a:lnTo>
                  <a:lnTo>
                    <a:pt x="297817" y="327304"/>
                  </a:lnTo>
                  <a:lnTo>
                    <a:pt x="295896" y="327304"/>
                  </a:lnTo>
                  <a:lnTo>
                    <a:pt x="293975" y="327304"/>
                  </a:lnTo>
                  <a:lnTo>
                    <a:pt x="292053" y="327304"/>
                  </a:lnTo>
                  <a:lnTo>
                    <a:pt x="290132" y="327304"/>
                  </a:lnTo>
                  <a:lnTo>
                    <a:pt x="288210" y="327304"/>
                  </a:lnTo>
                  <a:lnTo>
                    <a:pt x="286289" y="327304"/>
                  </a:lnTo>
                  <a:lnTo>
                    <a:pt x="284367" y="327304"/>
                  </a:lnTo>
                  <a:lnTo>
                    <a:pt x="282446" y="327304"/>
                  </a:lnTo>
                  <a:lnTo>
                    <a:pt x="280525" y="327304"/>
                  </a:lnTo>
                  <a:lnTo>
                    <a:pt x="278603" y="327304"/>
                  </a:lnTo>
                  <a:lnTo>
                    <a:pt x="276682" y="327304"/>
                  </a:lnTo>
                  <a:lnTo>
                    <a:pt x="274760" y="327304"/>
                  </a:lnTo>
                  <a:lnTo>
                    <a:pt x="272839" y="327304"/>
                  </a:lnTo>
                  <a:lnTo>
                    <a:pt x="270918" y="327304"/>
                  </a:lnTo>
                  <a:lnTo>
                    <a:pt x="268996" y="327304"/>
                  </a:lnTo>
                  <a:lnTo>
                    <a:pt x="267075" y="327304"/>
                  </a:lnTo>
                  <a:lnTo>
                    <a:pt x="265153" y="327304"/>
                  </a:lnTo>
                  <a:lnTo>
                    <a:pt x="263232" y="327304"/>
                  </a:lnTo>
                  <a:lnTo>
                    <a:pt x="261311" y="327304"/>
                  </a:lnTo>
                  <a:lnTo>
                    <a:pt x="259389" y="327304"/>
                  </a:lnTo>
                  <a:lnTo>
                    <a:pt x="257468" y="327304"/>
                  </a:lnTo>
                  <a:lnTo>
                    <a:pt x="255546" y="327304"/>
                  </a:lnTo>
                  <a:lnTo>
                    <a:pt x="253625" y="327304"/>
                  </a:lnTo>
                  <a:lnTo>
                    <a:pt x="251704" y="327304"/>
                  </a:lnTo>
                  <a:lnTo>
                    <a:pt x="249782" y="327304"/>
                  </a:lnTo>
                  <a:lnTo>
                    <a:pt x="247861" y="327304"/>
                  </a:lnTo>
                  <a:lnTo>
                    <a:pt x="245939" y="327304"/>
                  </a:lnTo>
                  <a:lnTo>
                    <a:pt x="244018" y="327304"/>
                  </a:lnTo>
                  <a:lnTo>
                    <a:pt x="242097" y="327304"/>
                  </a:lnTo>
                  <a:lnTo>
                    <a:pt x="240175" y="327304"/>
                  </a:lnTo>
                  <a:lnTo>
                    <a:pt x="238254" y="327304"/>
                  </a:lnTo>
                  <a:lnTo>
                    <a:pt x="236332" y="327304"/>
                  </a:lnTo>
                  <a:lnTo>
                    <a:pt x="234411" y="327304"/>
                  </a:lnTo>
                  <a:lnTo>
                    <a:pt x="232490" y="327304"/>
                  </a:lnTo>
                  <a:lnTo>
                    <a:pt x="230568" y="327304"/>
                  </a:lnTo>
                  <a:lnTo>
                    <a:pt x="228647" y="327304"/>
                  </a:lnTo>
                  <a:lnTo>
                    <a:pt x="226725" y="327304"/>
                  </a:lnTo>
                  <a:lnTo>
                    <a:pt x="224804" y="327304"/>
                  </a:lnTo>
                  <a:lnTo>
                    <a:pt x="222883" y="327304"/>
                  </a:lnTo>
                  <a:lnTo>
                    <a:pt x="220961" y="327304"/>
                  </a:lnTo>
                  <a:lnTo>
                    <a:pt x="219040" y="327304"/>
                  </a:lnTo>
                  <a:lnTo>
                    <a:pt x="217118" y="327304"/>
                  </a:lnTo>
                  <a:lnTo>
                    <a:pt x="215197" y="327304"/>
                  </a:lnTo>
                  <a:lnTo>
                    <a:pt x="213275" y="327304"/>
                  </a:lnTo>
                  <a:lnTo>
                    <a:pt x="211354" y="327304"/>
                  </a:lnTo>
                  <a:lnTo>
                    <a:pt x="209433" y="327304"/>
                  </a:lnTo>
                  <a:lnTo>
                    <a:pt x="207511" y="327304"/>
                  </a:lnTo>
                  <a:lnTo>
                    <a:pt x="205590" y="327304"/>
                  </a:lnTo>
                  <a:lnTo>
                    <a:pt x="203668" y="327304"/>
                  </a:lnTo>
                  <a:lnTo>
                    <a:pt x="201747" y="327304"/>
                  </a:lnTo>
                  <a:lnTo>
                    <a:pt x="199826" y="327304"/>
                  </a:lnTo>
                  <a:lnTo>
                    <a:pt x="197904" y="327304"/>
                  </a:lnTo>
                  <a:lnTo>
                    <a:pt x="195983" y="327304"/>
                  </a:lnTo>
                  <a:lnTo>
                    <a:pt x="194061" y="327304"/>
                  </a:lnTo>
                  <a:lnTo>
                    <a:pt x="192140" y="327304"/>
                  </a:lnTo>
                  <a:lnTo>
                    <a:pt x="190219" y="327304"/>
                  </a:lnTo>
                  <a:lnTo>
                    <a:pt x="188297" y="327304"/>
                  </a:lnTo>
                  <a:lnTo>
                    <a:pt x="186376" y="327304"/>
                  </a:lnTo>
                  <a:lnTo>
                    <a:pt x="184454" y="327304"/>
                  </a:lnTo>
                  <a:lnTo>
                    <a:pt x="182533" y="327304"/>
                  </a:lnTo>
                  <a:lnTo>
                    <a:pt x="180612" y="327304"/>
                  </a:lnTo>
                  <a:lnTo>
                    <a:pt x="178690" y="327304"/>
                  </a:lnTo>
                  <a:lnTo>
                    <a:pt x="176769" y="327304"/>
                  </a:lnTo>
                  <a:lnTo>
                    <a:pt x="174847" y="327304"/>
                  </a:lnTo>
                  <a:lnTo>
                    <a:pt x="172926" y="327304"/>
                  </a:lnTo>
                  <a:lnTo>
                    <a:pt x="171005" y="327304"/>
                  </a:lnTo>
                  <a:lnTo>
                    <a:pt x="169083" y="327304"/>
                  </a:lnTo>
                  <a:lnTo>
                    <a:pt x="167162" y="327304"/>
                  </a:lnTo>
                  <a:lnTo>
                    <a:pt x="165240" y="327304"/>
                  </a:lnTo>
                  <a:lnTo>
                    <a:pt x="163319" y="327304"/>
                  </a:lnTo>
                  <a:lnTo>
                    <a:pt x="161398" y="327304"/>
                  </a:lnTo>
                  <a:lnTo>
                    <a:pt x="159476" y="327304"/>
                  </a:lnTo>
                  <a:lnTo>
                    <a:pt x="157555" y="327304"/>
                  </a:lnTo>
                  <a:lnTo>
                    <a:pt x="155633" y="327304"/>
                  </a:lnTo>
                  <a:lnTo>
                    <a:pt x="153712" y="327304"/>
                  </a:lnTo>
                  <a:lnTo>
                    <a:pt x="151791" y="327304"/>
                  </a:lnTo>
                  <a:lnTo>
                    <a:pt x="149869" y="327304"/>
                  </a:lnTo>
                  <a:lnTo>
                    <a:pt x="147948" y="327304"/>
                  </a:lnTo>
                  <a:lnTo>
                    <a:pt x="146026" y="327304"/>
                  </a:lnTo>
                  <a:lnTo>
                    <a:pt x="144105" y="327304"/>
                  </a:lnTo>
                  <a:lnTo>
                    <a:pt x="142183" y="327304"/>
                  </a:lnTo>
                  <a:lnTo>
                    <a:pt x="140262" y="327304"/>
                  </a:lnTo>
                  <a:lnTo>
                    <a:pt x="138341" y="327304"/>
                  </a:lnTo>
                  <a:lnTo>
                    <a:pt x="136419" y="327304"/>
                  </a:lnTo>
                  <a:lnTo>
                    <a:pt x="134498" y="327304"/>
                  </a:lnTo>
                  <a:lnTo>
                    <a:pt x="132576" y="327304"/>
                  </a:lnTo>
                  <a:lnTo>
                    <a:pt x="130655" y="327304"/>
                  </a:lnTo>
                  <a:lnTo>
                    <a:pt x="128734" y="327304"/>
                  </a:lnTo>
                  <a:lnTo>
                    <a:pt x="126812" y="327304"/>
                  </a:lnTo>
                  <a:lnTo>
                    <a:pt x="124891" y="327304"/>
                  </a:lnTo>
                  <a:lnTo>
                    <a:pt x="122969" y="327304"/>
                  </a:lnTo>
                  <a:lnTo>
                    <a:pt x="121048" y="327304"/>
                  </a:lnTo>
                  <a:lnTo>
                    <a:pt x="119127" y="327304"/>
                  </a:lnTo>
                  <a:lnTo>
                    <a:pt x="117205" y="327304"/>
                  </a:lnTo>
                  <a:lnTo>
                    <a:pt x="115284" y="327304"/>
                  </a:lnTo>
                  <a:lnTo>
                    <a:pt x="113362" y="327304"/>
                  </a:lnTo>
                  <a:lnTo>
                    <a:pt x="111441" y="327304"/>
                  </a:lnTo>
                  <a:lnTo>
                    <a:pt x="109520" y="327304"/>
                  </a:lnTo>
                  <a:lnTo>
                    <a:pt x="107598" y="327304"/>
                  </a:lnTo>
                  <a:lnTo>
                    <a:pt x="105677" y="327304"/>
                  </a:lnTo>
                  <a:lnTo>
                    <a:pt x="103755" y="327304"/>
                  </a:lnTo>
                  <a:lnTo>
                    <a:pt x="101834" y="327304"/>
                  </a:lnTo>
                  <a:lnTo>
                    <a:pt x="99913" y="327304"/>
                  </a:lnTo>
                  <a:lnTo>
                    <a:pt x="97991" y="327304"/>
                  </a:lnTo>
                  <a:lnTo>
                    <a:pt x="96070" y="327304"/>
                  </a:lnTo>
                  <a:lnTo>
                    <a:pt x="94148" y="327304"/>
                  </a:lnTo>
                  <a:lnTo>
                    <a:pt x="92227" y="327304"/>
                  </a:lnTo>
                  <a:lnTo>
                    <a:pt x="90306" y="327304"/>
                  </a:lnTo>
                  <a:lnTo>
                    <a:pt x="88384" y="327304"/>
                  </a:lnTo>
                  <a:lnTo>
                    <a:pt x="86463" y="327304"/>
                  </a:lnTo>
                  <a:lnTo>
                    <a:pt x="84541" y="327304"/>
                  </a:lnTo>
                  <a:lnTo>
                    <a:pt x="82620" y="327304"/>
                  </a:lnTo>
                  <a:lnTo>
                    <a:pt x="80699" y="327304"/>
                  </a:lnTo>
                  <a:lnTo>
                    <a:pt x="78777" y="327304"/>
                  </a:lnTo>
                  <a:lnTo>
                    <a:pt x="76856" y="327304"/>
                  </a:lnTo>
                  <a:lnTo>
                    <a:pt x="74934" y="327304"/>
                  </a:lnTo>
                  <a:lnTo>
                    <a:pt x="73013" y="327304"/>
                  </a:lnTo>
                  <a:lnTo>
                    <a:pt x="71091" y="327304"/>
                  </a:lnTo>
                  <a:lnTo>
                    <a:pt x="69170" y="327304"/>
                  </a:lnTo>
                  <a:lnTo>
                    <a:pt x="67249" y="327304"/>
                  </a:lnTo>
                  <a:lnTo>
                    <a:pt x="65327" y="327304"/>
                  </a:lnTo>
                  <a:lnTo>
                    <a:pt x="63406" y="327304"/>
                  </a:lnTo>
                  <a:lnTo>
                    <a:pt x="61484" y="327304"/>
                  </a:lnTo>
                  <a:lnTo>
                    <a:pt x="59563" y="327304"/>
                  </a:lnTo>
                  <a:lnTo>
                    <a:pt x="57642" y="327304"/>
                  </a:lnTo>
                  <a:lnTo>
                    <a:pt x="55720" y="327304"/>
                  </a:lnTo>
                  <a:lnTo>
                    <a:pt x="53799" y="327304"/>
                  </a:lnTo>
                  <a:lnTo>
                    <a:pt x="51877" y="327304"/>
                  </a:lnTo>
                  <a:lnTo>
                    <a:pt x="49956" y="327304"/>
                  </a:lnTo>
                  <a:lnTo>
                    <a:pt x="48035" y="327304"/>
                  </a:lnTo>
                  <a:lnTo>
                    <a:pt x="46113" y="327304"/>
                  </a:lnTo>
                  <a:lnTo>
                    <a:pt x="44192" y="327304"/>
                  </a:lnTo>
                  <a:lnTo>
                    <a:pt x="42270" y="327304"/>
                  </a:lnTo>
                  <a:lnTo>
                    <a:pt x="40349" y="327304"/>
                  </a:lnTo>
                  <a:lnTo>
                    <a:pt x="38428" y="327304"/>
                  </a:lnTo>
                  <a:lnTo>
                    <a:pt x="36506" y="327304"/>
                  </a:lnTo>
                  <a:lnTo>
                    <a:pt x="34585" y="327304"/>
                  </a:lnTo>
                  <a:lnTo>
                    <a:pt x="32663" y="327304"/>
                  </a:lnTo>
                  <a:lnTo>
                    <a:pt x="30742" y="327304"/>
                  </a:lnTo>
                  <a:lnTo>
                    <a:pt x="28821" y="327304"/>
                  </a:lnTo>
                  <a:lnTo>
                    <a:pt x="26899" y="327304"/>
                  </a:lnTo>
                  <a:lnTo>
                    <a:pt x="24978" y="327304"/>
                  </a:lnTo>
                  <a:lnTo>
                    <a:pt x="23056" y="327304"/>
                  </a:lnTo>
                  <a:lnTo>
                    <a:pt x="21135" y="327304"/>
                  </a:lnTo>
                  <a:lnTo>
                    <a:pt x="19214" y="327304"/>
                  </a:lnTo>
                  <a:lnTo>
                    <a:pt x="17292" y="327304"/>
                  </a:lnTo>
                  <a:lnTo>
                    <a:pt x="15371" y="327304"/>
                  </a:lnTo>
                  <a:lnTo>
                    <a:pt x="13449" y="327304"/>
                  </a:lnTo>
                  <a:lnTo>
                    <a:pt x="11528" y="327304"/>
                  </a:lnTo>
                  <a:lnTo>
                    <a:pt x="9607" y="327304"/>
                  </a:lnTo>
                  <a:lnTo>
                    <a:pt x="7685" y="327304"/>
                  </a:lnTo>
                  <a:lnTo>
                    <a:pt x="5764" y="327304"/>
                  </a:lnTo>
                  <a:lnTo>
                    <a:pt x="3842" y="327304"/>
                  </a:lnTo>
                  <a:lnTo>
                    <a:pt x="1921" y="327304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810162" y="2455718"/>
              <a:ext cx="981838" cy="327303"/>
            </a:xfrm>
            <a:custGeom>
              <a:avLst/>
              <a:pathLst>
                <a:path w="981838" h="327303">
                  <a:moveTo>
                    <a:pt x="0" y="327303"/>
                  </a:moveTo>
                  <a:lnTo>
                    <a:pt x="1921" y="327303"/>
                  </a:lnTo>
                  <a:lnTo>
                    <a:pt x="3842" y="327303"/>
                  </a:lnTo>
                  <a:lnTo>
                    <a:pt x="5764" y="327303"/>
                  </a:lnTo>
                  <a:lnTo>
                    <a:pt x="7685" y="327303"/>
                  </a:lnTo>
                  <a:lnTo>
                    <a:pt x="9607" y="327303"/>
                  </a:lnTo>
                  <a:lnTo>
                    <a:pt x="11528" y="327302"/>
                  </a:lnTo>
                  <a:lnTo>
                    <a:pt x="13449" y="327302"/>
                  </a:lnTo>
                  <a:lnTo>
                    <a:pt x="15371" y="327301"/>
                  </a:lnTo>
                  <a:lnTo>
                    <a:pt x="17292" y="327300"/>
                  </a:lnTo>
                  <a:lnTo>
                    <a:pt x="19214" y="327298"/>
                  </a:lnTo>
                  <a:lnTo>
                    <a:pt x="21135" y="327296"/>
                  </a:lnTo>
                  <a:lnTo>
                    <a:pt x="23056" y="327294"/>
                  </a:lnTo>
                  <a:lnTo>
                    <a:pt x="24978" y="327290"/>
                  </a:lnTo>
                  <a:lnTo>
                    <a:pt x="26899" y="327286"/>
                  </a:lnTo>
                  <a:lnTo>
                    <a:pt x="28821" y="327280"/>
                  </a:lnTo>
                  <a:lnTo>
                    <a:pt x="30742" y="327273"/>
                  </a:lnTo>
                  <a:lnTo>
                    <a:pt x="32663" y="327263"/>
                  </a:lnTo>
                  <a:lnTo>
                    <a:pt x="34585" y="327251"/>
                  </a:lnTo>
                  <a:lnTo>
                    <a:pt x="36506" y="327236"/>
                  </a:lnTo>
                  <a:lnTo>
                    <a:pt x="38428" y="327217"/>
                  </a:lnTo>
                  <a:lnTo>
                    <a:pt x="40349" y="327193"/>
                  </a:lnTo>
                  <a:lnTo>
                    <a:pt x="42270" y="327164"/>
                  </a:lnTo>
                  <a:lnTo>
                    <a:pt x="44192" y="327126"/>
                  </a:lnTo>
                  <a:lnTo>
                    <a:pt x="46113" y="327080"/>
                  </a:lnTo>
                  <a:lnTo>
                    <a:pt x="48035" y="327024"/>
                  </a:lnTo>
                  <a:lnTo>
                    <a:pt x="49956" y="326956"/>
                  </a:lnTo>
                  <a:lnTo>
                    <a:pt x="51877" y="326875"/>
                  </a:lnTo>
                  <a:lnTo>
                    <a:pt x="53799" y="326776"/>
                  </a:lnTo>
                  <a:lnTo>
                    <a:pt x="55720" y="326654"/>
                  </a:lnTo>
                  <a:lnTo>
                    <a:pt x="57642" y="326510"/>
                  </a:lnTo>
                  <a:lnTo>
                    <a:pt x="59563" y="326340"/>
                  </a:lnTo>
                  <a:lnTo>
                    <a:pt x="61484" y="326140"/>
                  </a:lnTo>
                  <a:lnTo>
                    <a:pt x="63406" y="325907"/>
                  </a:lnTo>
                  <a:lnTo>
                    <a:pt x="65327" y="325633"/>
                  </a:lnTo>
                  <a:lnTo>
                    <a:pt x="67249" y="325307"/>
                  </a:lnTo>
                  <a:lnTo>
                    <a:pt x="69170" y="324931"/>
                  </a:lnTo>
                  <a:lnTo>
                    <a:pt x="71091" y="324498"/>
                  </a:lnTo>
                  <a:lnTo>
                    <a:pt x="73013" y="324005"/>
                  </a:lnTo>
                  <a:lnTo>
                    <a:pt x="74934" y="323443"/>
                  </a:lnTo>
                  <a:lnTo>
                    <a:pt x="76856" y="322806"/>
                  </a:lnTo>
                  <a:lnTo>
                    <a:pt x="78777" y="322069"/>
                  </a:lnTo>
                  <a:lnTo>
                    <a:pt x="80699" y="321241"/>
                  </a:lnTo>
                  <a:lnTo>
                    <a:pt x="82620" y="320317"/>
                  </a:lnTo>
                  <a:lnTo>
                    <a:pt x="84541" y="319290"/>
                  </a:lnTo>
                  <a:lnTo>
                    <a:pt x="86463" y="318153"/>
                  </a:lnTo>
                  <a:lnTo>
                    <a:pt x="88384" y="316903"/>
                  </a:lnTo>
                  <a:lnTo>
                    <a:pt x="90306" y="315503"/>
                  </a:lnTo>
                  <a:lnTo>
                    <a:pt x="92227" y="313976"/>
                  </a:lnTo>
                  <a:lnTo>
                    <a:pt x="94148" y="312320"/>
                  </a:lnTo>
                  <a:lnTo>
                    <a:pt x="96070" y="310533"/>
                  </a:lnTo>
                  <a:lnTo>
                    <a:pt x="97991" y="308614"/>
                  </a:lnTo>
                  <a:lnTo>
                    <a:pt x="99913" y="306564"/>
                  </a:lnTo>
                  <a:lnTo>
                    <a:pt x="101834" y="304361"/>
                  </a:lnTo>
                  <a:lnTo>
                    <a:pt x="103755" y="302028"/>
                  </a:lnTo>
                  <a:lnTo>
                    <a:pt x="105677" y="299578"/>
                  </a:lnTo>
                  <a:lnTo>
                    <a:pt x="107598" y="297019"/>
                  </a:lnTo>
                  <a:lnTo>
                    <a:pt x="109520" y="294359"/>
                  </a:lnTo>
                  <a:lnTo>
                    <a:pt x="111441" y="291610"/>
                  </a:lnTo>
                  <a:lnTo>
                    <a:pt x="113362" y="288773"/>
                  </a:lnTo>
                  <a:lnTo>
                    <a:pt x="115284" y="285874"/>
                  </a:lnTo>
                  <a:lnTo>
                    <a:pt x="117205" y="282934"/>
                  </a:lnTo>
                  <a:lnTo>
                    <a:pt x="119127" y="279967"/>
                  </a:lnTo>
                  <a:lnTo>
                    <a:pt x="121048" y="276991"/>
                  </a:lnTo>
                  <a:lnTo>
                    <a:pt x="122969" y="274020"/>
                  </a:lnTo>
                  <a:lnTo>
                    <a:pt x="124891" y="271076"/>
                  </a:lnTo>
                  <a:lnTo>
                    <a:pt x="126812" y="268181"/>
                  </a:lnTo>
                  <a:lnTo>
                    <a:pt x="128734" y="265345"/>
                  </a:lnTo>
                  <a:lnTo>
                    <a:pt x="130655" y="262580"/>
                  </a:lnTo>
                  <a:lnTo>
                    <a:pt x="132576" y="259896"/>
                  </a:lnTo>
                  <a:lnTo>
                    <a:pt x="134498" y="257304"/>
                  </a:lnTo>
                  <a:lnTo>
                    <a:pt x="136419" y="254816"/>
                  </a:lnTo>
                  <a:lnTo>
                    <a:pt x="138341" y="252449"/>
                  </a:lnTo>
                  <a:lnTo>
                    <a:pt x="140262" y="250185"/>
                  </a:lnTo>
                  <a:lnTo>
                    <a:pt x="142183" y="248021"/>
                  </a:lnTo>
                  <a:lnTo>
                    <a:pt x="144105" y="245954"/>
                  </a:lnTo>
                  <a:lnTo>
                    <a:pt x="146026" y="243975"/>
                  </a:lnTo>
                  <a:lnTo>
                    <a:pt x="147948" y="242078"/>
                  </a:lnTo>
                  <a:lnTo>
                    <a:pt x="149869" y="240255"/>
                  </a:lnTo>
                  <a:lnTo>
                    <a:pt x="151791" y="238475"/>
                  </a:lnTo>
                  <a:lnTo>
                    <a:pt x="153712" y="236719"/>
                  </a:lnTo>
                  <a:lnTo>
                    <a:pt x="155633" y="234969"/>
                  </a:lnTo>
                  <a:lnTo>
                    <a:pt x="157555" y="233203"/>
                  </a:lnTo>
                  <a:lnTo>
                    <a:pt x="159476" y="231401"/>
                  </a:lnTo>
                  <a:lnTo>
                    <a:pt x="161398" y="229518"/>
                  </a:lnTo>
                  <a:lnTo>
                    <a:pt x="163319" y="227538"/>
                  </a:lnTo>
                  <a:lnTo>
                    <a:pt x="165240" y="225439"/>
                  </a:lnTo>
                  <a:lnTo>
                    <a:pt x="167162" y="223200"/>
                  </a:lnTo>
                  <a:lnTo>
                    <a:pt x="169083" y="220797"/>
                  </a:lnTo>
                  <a:lnTo>
                    <a:pt x="171005" y="218212"/>
                  </a:lnTo>
                  <a:lnTo>
                    <a:pt x="172926" y="215377"/>
                  </a:lnTo>
                  <a:lnTo>
                    <a:pt x="174847" y="212303"/>
                  </a:lnTo>
                  <a:lnTo>
                    <a:pt x="176769" y="208982"/>
                  </a:lnTo>
                  <a:lnTo>
                    <a:pt x="178690" y="205402"/>
                  </a:lnTo>
                  <a:lnTo>
                    <a:pt x="180612" y="201551"/>
                  </a:lnTo>
                  <a:lnTo>
                    <a:pt x="182533" y="197419"/>
                  </a:lnTo>
                  <a:lnTo>
                    <a:pt x="184454" y="192950"/>
                  </a:lnTo>
                  <a:lnTo>
                    <a:pt x="186376" y="188161"/>
                  </a:lnTo>
                  <a:lnTo>
                    <a:pt x="188297" y="183072"/>
                  </a:lnTo>
                  <a:lnTo>
                    <a:pt x="190219" y="177680"/>
                  </a:lnTo>
                  <a:lnTo>
                    <a:pt x="192140" y="171987"/>
                  </a:lnTo>
                  <a:lnTo>
                    <a:pt x="194061" y="165992"/>
                  </a:lnTo>
                  <a:lnTo>
                    <a:pt x="195983" y="159664"/>
                  </a:lnTo>
                  <a:lnTo>
                    <a:pt x="197904" y="153009"/>
                  </a:lnTo>
                  <a:lnTo>
                    <a:pt x="199826" y="146072"/>
                  </a:lnTo>
                  <a:lnTo>
                    <a:pt x="201747" y="138860"/>
                  </a:lnTo>
                  <a:lnTo>
                    <a:pt x="203668" y="131385"/>
                  </a:lnTo>
                  <a:lnTo>
                    <a:pt x="205590" y="123662"/>
                  </a:lnTo>
                  <a:lnTo>
                    <a:pt x="207511" y="115690"/>
                  </a:lnTo>
                  <a:lnTo>
                    <a:pt x="209433" y="107490"/>
                  </a:lnTo>
                  <a:lnTo>
                    <a:pt x="211354" y="99127"/>
                  </a:lnTo>
                  <a:lnTo>
                    <a:pt x="213275" y="90639"/>
                  </a:lnTo>
                  <a:lnTo>
                    <a:pt x="215197" y="82068"/>
                  </a:lnTo>
                  <a:lnTo>
                    <a:pt x="217118" y="73465"/>
                  </a:lnTo>
                  <a:lnTo>
                    <a:pt x="219040" y="64889"/>
                  </a:lnTo>
                  <a:lnTo>
                    <a:pt x="220961" y="56450"/>
                  </a:lnTo>
                  <a:lnTo>
                    <a:pt x="222883" y="48220"/>
                  </a:lnTo>
                  <a:lnTo>
                    <a:pt x="224804" y="40286"/>
                  </a:lnTo>
                  <a:lnTo>
                    <a:pt x="226725" y="32737"/>
                  </a:lnTo>
                  <a:lnTo>
                    <a:pt x="228647" y="25669"/>
                  </a:lnTo>
                  <a:lnTo>
                    <a:pt x="230568" y="19184"/>
                  </a:lnTo>
                  <a:lnTo>
                    <a:pt x="232490" y="13577"/>
                  </a:lnTo>
                  <a:lnTo>
                    <a:pt x="234411" y="8814"/>
                  </a:lnTo>
                  <a:lnTo>
                    <a:pt x="236332" y="4989"/>
                  </a:lnTo>
                  <a:lnTo>
                    <a:pt x="238254" y="2192"/>
                  </a:lnTo>
                  <a:lnTo>
                    <a:pt x="240175" y="505"/>
                  </a:lnTo>
                  <a:lnTo>
                    <a:pt x="242097" y="0"/>
                  </a:lnTo>
                  <a:lnTo>
                    <a:pt x="244018" y="1012"/>
                  </a:lnTo>
                  <a:lnTo>
                    <a:pt x="245939" y="3368"/>
                  </a:lnTo>
                  <a:lnTo>
                    <a:pt x="247861" y="7042"/>
                  </a:lnTo>
                  <a:lnTo>
                    <a:pt x="249782" y="12031"/>
                  </a:lnTo>
                  <a:lnTo>
                    <a:pt x="251704" y="18314"/>
                  </a:lnTo>
                  <a:lnTo>
                    <a:pt x="253625" y="25855"/>
                  </a:lnTo>
                  <a:lnTo>
                    <a:pt x="255546" y="34784"/>
                  </a:lnTo>
                  <a:lnTo>
                    <a:pt x="257468" y="44868"/>
                  </a:lnTo>
                  <a:lnTo>
                    <a:pt x="259389" y="55921"/>
                  </a:lnTo>
                  <a:lnTo>
                    <a:pt x="261311" y="67829"/>
                  </a:lnTo>
                  <a:lnTo>
                    <a:pt x="263232" y="80470"/>
                  </a:lnTo>
                  <a:lnTo>
                    <a:pt x="265153" y="93715"/>
                  </a:lnTo>
                  <a:lnTo>
                    <a:pt x="267075" y="107461"/>
                  </a:lnTo>
                  <a:lnTo>
                    <a:pt x="268996" y="121498"/>
                  </a:lnTo>
                  <a:lnTo>
                    <a:pt x="270918" y="135640"/>
                  </a:lnTo>
                  <a:lnTo>
                    <a:pt x="272839" y="149757"/>
                  </a:lnTo>
                  <a:lnTo>
                    <a:pt x="274760" y="163726"/>
                  </a:lnTo>
                  <a:lnTo>
                    <a:pt x="276682" y="177430"/>
                  </a:lnTo>
                  <a:lnTo>
                    <a:pt x="278603" y="190714"/>
                  </a:lnTo>
                  <a:lnTo>
                    <a:pt x="280525" y="203423"/>
                  </a:lnTo>
                  <a:lnTo>
                    <a:pt x="282446" y="215544"/>
                  </a:lnTo>
                  <a:lnTo>
                    <a:pt x="284367" y="227020"/>
                  </a:lnTo>
                  <a:lnTo>
                    <a:pt x="286289" y="237806"/>
                  </a:lnTo>
                  <a:lnTo>
                    <a:pt x="288210" y="247870"/>
                  </a:lnTo>
                  <a:lnTo>
                    <a:pt x="290132" y="257147"/>
                  </a:lnTo>
                  <a:lnTo>
                    <a:pt x="292053" y="265531"/>
                  </a:lnTo>
                  <a:lnTo>
                    <a:pt x="293975" y="273171"/>
                  </a:lnTo>
                  <a:lnTo>
                    <a:pt x="295896" y="280084"/>
                  </a:lnTo>
                  <a:lnTo>
                    <a:pt x="297817" y="286294"/>
                  </a:lnTo>
                  <a:lnTo>
                    <a:pt x="299739" y="291829"/>
                  </a:lnTo>
                  <a:lnTo>
                    <a:pt x="301660" y="296713"/>
                  </a:lnTo>
                  <a:lnTo>
                    <a:pt x="303582" y="300872"/>
                  </a:lnTo>
                  <a:lnTo>
                    <a:pt x="305503" y="304492"/>
                  </a:lnTo>
                  <a:lnTo>
                    <a:pt x="307424" y="307612"/>
                  </a:lnTo>
                  <a:lnTo>
                    <a:pt x="309346" y="310272"/>
                  </a:lnTo>
                  <a:lnTo>
                    <a:pt x="311267" y="312514"/>
                  </a:lnTo>
                  <a:lnTo>
                    <a:pt x="313189" y="314374"/>
                  </a:lnTo>
                  <a:lnTo>
                    <a:pt x="315110" y="315828"/>
                  </a:lnTo>
                  <a:lnTo>
                    <a:pt x="317031" y="316986"/>
                  </a:lnTo>
                  <a:lnTo>
                    <a:pt x="318953" y="317887"/>
                  </a:lnTo>
                  <a:lnTo>
                    <a:pt x="320874" y="318559"/>
                  </a:lnTo>
                  <a:lnTo>
                    <a:pt x="322796" y="319031"/>
                  </a:lnTo>
                  <a:lnTo>
                    <a:pt x="324717" y="319326"/>
                  </a:lnTo>
                  <a:lnTo>
                    <a:pt x="326638" y="319447"/>
                  </a:lnTo>
                  <a:lnTo>
                    <a:pt x="328560" y="319441"/>
                  </a:lnTo>
                  <a:lnTo>
                    <a:pt x="330481" y="319334"/>
                  </a:lnTo>
                  <a:lnTo>
                    <a:pt x="332403" y="319145"/>
                  </a:lnTo>
                  <a:lnTo>
                    <a:pt x="334324" y="318890"/>
                  </a:lnTo>
                  <a:lnTo>
                    <a:pt x="336245" y="318583"/>
                  </a:lnTo>
                  <a:lnTo>
                    <a:pt x="338167" y="318237"/>
                  </a:lnTo>
                  <a:lnTo>
                    <a:pt x="340088" y="317871"/>
                  </a:lnTo>
                  <a:lnTo>
                    <a:pt x="342010" y="317501"/>
                  </a:lnTo>
                  <a:lnTo>
                    <a:pt x="343931" y="317136"/>
                  </a:lnTo>
                  <a:lnTo>
                    <a:pt x="345852" y="316787"/>
                  </a:lnTo>
                  <a:lnTo>
                    <a:pt x="347774" y="316463"/>
                  </a:lnTo>
                  <a:lnTo>
                    <a:pt x="349695" y="316175"/>
                  </a:lnTo>
                  <a:lnTo>
                    <a:pt x="351617" y="315935"/>
                  </a:lnTo>
                  <a:lnTo>
                    <a:pt x="353538" y="315742"/>
                  </a:lnTo>
                  <a:lnTo>
                    <a:pt x="355459" y="315601"/>
                  </a:lnTo>
                  <a:lnTo>
                    <a:pt x="357381" y="315514"/>
                  </a:lnTo>
                  <a:lnTo>
                    <a:pt x="359302" y="315482"/>
                  </a:lnTo>
                  <a:lnTo>
                    <a:pt x="361224" y="315510"/>
                  </a:lnTo>
                  <a:lnTo>
                    <a:pt x="363145" y="315602"/>
                  </a:lnTo>
                  <a:lnTo>
                    <a:pt x="365067" y="315746"/>
                  </a:lnTo>
                  <a:lnTo>
                    <a:pt x="366988" y="315937"/>
                  </a:lnTo>
                  <a:lnTo>
                    <a:pt x="368909" y="316172"/>
                  </a:lnTo>
                  <a:lnTo>
                    <a:pt x="370831" y="316445"/>
                  </a:lnTo>
                  <a:lnTo>
                    <a:pt x="372752" y="316751"/>
                  </a:lnTo>
                  <a:lnTo>
                    <a:pt x="374674" y="317085"/>
                  </a:lnTo>
                  <a:lnTo>
                    <a:pt x="376595" y="317434"/>
                  </a:lnTo>
                  <a:lnTo>
                    <a:pt x="378516" y="317790"/>
                  </a:lnTo>
                  <a:lnTo>
                    <a:pt x="380438" y="318145"/>
                  </a:lnTo>
                  <a:lnTo>
                    <a:pt x="382359" y="318494"/>
                  </a:lnTo>
                  <a:lnTo>
                    <a:pt x="384281" y="318828"/>
                  </a:lnTo>
                  <a:lnTo>
                    <a:pt x="386202" y="319136"/>
                  </a:lnTo>
                  <a:lnTo>
                    <a:pt x="388123" y="319413"/>
                  </a:lnTo>
                  <a:lnTo>
                    <a:pt x="390045" y="319657"/>
                  </a:lnTo>
                  <a:lnTo>
                    <a:pt x="391966" y="319862"/>
                  </a:lnTo>
                  <a:lnTo>
                    <a:pt x="393888" y="320027"/>
                  </a:lnTo>
                  <a:lnTo>
                    <a:pt x="395809" y="320149"/>
                  </a:lnTo>
                  <a:lnTo>
                    <a:pt x="397730" y="320218"/>
                  </a:lnTo>
                  <a:lnTo>
                    <a:pt x="399652" y="320241"/>
                  </a:lnTo>
                  <a:lnTo>
                    <a:pt x="401573" y="320221"/>
                  </a:lnTo>
                  <a:lnTo>
                    <a:pt x="403495" y="320160"/>
                  </a:lnTo>
                  <a:lnTo>
                    <a:pt x="405416" y="320063"/>
                  </a:lnTo>
                  <a:lnTo>
                    <a:pt x="407337" y="319932"/>
                  </a:lnTo>
                  <a:lnTo>
                    <a:pt x="409259" y="319768"/>
                  </a:lnTo>
                  <a:lnTo>
                    <a:pt x="411180" y="319580"/>
                  </a:lnTo>
                  <a:lnTo>
                    <a:pt x="413102" y="319376"/>
                  </a:lnTo>
                  <a:lnTo>
                    <a:pt x="415023" y="319162"/>
                  </a:lnTo>
                  <a:lnTo>
                    <a:pt x="416944" y="318943"/>
                  </a:lnTo>
                  <a:lnTo>
                    <a:pt x="418866" y="318725"/>
                  </a:lnTo>
                  <a:lnTo>
                    <a:pt x="420787" y="318514"/>
                  </a:lnTo>
                  <a:lnTo>
                    <a:pt x="422709" y="318318"/>
                  </a:lnTo>
                  <a:lnTo>
                    <a:pt x="424630" y="318140"/>
                  </a:lnTo>
                  <a:lnTo>
                    <a:pt x="426551" y="317983"/>
                  </a:lnTo>
                  <a:lnTo>
                    <a:pt x="428473" y="317852"/>
                  </a:lnTo>
                  <a:lnTo>
                    <a:pt x="430394" y="317747"/>
                  </a:lnTo>
                  <a:lnTo>
                    <a:pt x="432316" y="317674"/>
                  </a:lnTo>
                  <a:lnTo>
                    <a:pt x="434237" y="317637"/>
                  </a:lnTo>
                  <a:lnTo>
                    <a:pt x="436159" y="317631"/>
                  </a:lnTo>
                  <a:lnTo>
                    <a:pt x="438080" y="317655"/>
                  </a:lnTo>
                  <a:lnTo>
                    <a:pt x="440001" y="317709"/>
                  </a:lnTo>
                  <a:lnTo>
                    <a:pt x="441923" y="317793"/>
                  </a:lnTo>
                  <a:lnTo>
                    <a:pt x="443844" y="317904"/>
                  </a:lnTo>
                  <a:lnTo>
                    <a:pt x="445766" y="318046"/>
                  </a:lnTo>
                  <a:lnTo>
                    <a:pt x="447687" y="318211"/>
                  </a:lnTo>
                  <a:lnTo>
                    <a:pt x="449608" y="318396"/>
                  </a:lnTo>
                  <a:lnTo>
                    <a:pt x="451530" y="318600"/>
                  </a:lnTo>
                  <a:lnTo>
                    <a:pt x="453451" y="318821"/>
                  </a:lnTo>
                  <a:lnTo>
                    <a:pt x="455373" y="319056"/>
                  </a:lnTo>
                  <a:lnTo>
                    <a:pt x="457294" y="319308"/>
                  </a:lnTo>
                  <a:lnTo>
                    <a:pt x="459215" y="319571"/>
                  </a:lnTo>
                  <a:lnTo>
                    <a:pt x="461137" y="319843"/>
                  </a:lnTo>
                  <a:lnTo>
                    <a:pt x="463058" y="320124"/>
                  </a:lnTo>
                  <a:lnTo>
                    <a:pt x="464980" y="320412"/>
                  </a:lnTo>
                  <a:lnTo>
                    <a:pt x="466901" y="320706"/>
                  </a:lnTo>
                  <a:lnTo>
                    <a:pt x="468822" y="321006"/>
                  </a:lnTo>
                  <a:lnTo>
                    <a:pt x="470744" y="321310"/>
                  </a:lnTo>
                  <a:lnTo>
                    <a:pt x="472665" y="321617"/>
                  </a:lnTo>
                  <a:lnTo>
                    <a:pt x="474587" y="321924"/>
                  </a:lnTo>
                  <a:lnTo>
                    <a:pt x="476508" y="322232"/>
                  </a:lnTo>
                  <a:lnTo>
                    <a:pt x="478429" y="322539"/>
                  </a:lnTo>
                  <a:lnTo>
                    <a:pt x="480351" y="322843"/>
                  </a:lnTo>
                  <a:lnTo>
                    <a:pt x="482272" y="323141"/>
                  </a:lnTo>
                  <a:lnTo>
                    <a:pt x="484194" y="323433"/>
                  </a:lnTo>
                  <a:lnTo>
                    <a:pt x="486115" y="323717"/>
                  </a:lnTo>
                  <a:lnTo>
                    <a:pt x="488036" y="323991"/>
                  </a:lnTo>
                  <a:lnTo>
                    <a:pt x="489958" y="324254"/>
                  </a:lnTo>
                  <a:lnTo>
                    <a:pt x="491879" y="324501"/>
                  </a:lnTo>
                  <a:lnTo>
                    <a:pt x="493801" y="324730"/>
                  </a:lnTo>
                  <a:lnTo>
                    <a:pt x="495722" y="324942"/>
                  </a:lnTo>
                  <a:lnTo>
                    <a:pt x="497643" y="325134"/>
                  </a:lnTo>
                  <a:lnTo>
                    <a:pt x="499565" y="325305"/>
                  </a:lnTo>
                  <a:lnTo>
                    <a:pt x="501486" y="325453"/>
                  </a:lnTo>
                  <a:lnTo>
                    <a:pt x="503408" y="325576"/>
                  </a:lnTo>
                  <a:lnTo>
                    <a:pt x="505329" y="325668"/>
                  </a:lnTo>
                  <a:lnTo>
                    <a:pt x="507250" y="325734"/>
                  </a:lnTo>
                  <a:lnTo>
                    <a:pt x="509172" y="325771"/>
                  </a:lnTo>
                  <a:lnTo>
                    <a:pt x="511093" y="325779"/>
                  </a:lnTo>
                  <a:lnTo>
                    <a:pt x="513015" y="325758"/>
                  </a:lnTo>
                  <a:lnTo>
                    <a:pt x="514936" y="325705"/>
                  </a:lnTo>
                  <a:lnTo>
                    <a:pt x="516858" y="325615"/>
                  </a:lnTo>
                  <a:lnTo>
                    <a:pt x="518779" y="325494"/>
                  </a:lnTo>
                  <a:lnTo>
                    <a:pt x="520700" y="325342"/>
                  </a:lnTo>
                  <a:lnTo>
                    <a:pt x="522622" y="325160"/>
                  </a:lnTo>
                  <a:lnTo>
                    <a:pt x="524543" y="324948"/>
                  </a:lnTo>
                  <a:lnTo>
                    <a:pt x="526465" y="324708"/>
                  </a:lnTo>
                  <a:lnTo>
                    <a:pt x="528386" y="324434"/>
                  </a:lnTo>
                  <a:lnTo>
                    <a:pt x="530307" y="324135"/>
                  </a:lnTo>
                  <a:lnTo>
                    <a:pt x="532229" y="323814"/>
                  </a:lnTo>
                  <a:lnTo>
                    <a:pt x="534150" y="323474"/>
                  </a:lnTo>
                  <a:lnTo>
                    <a:pt x="536072" y="323117"/>
                  </a:lnTo>
                  <a:lnTo>
                    <a:pt x="537993" y="322747"/>
                  </a:lnTo>
                  <a:lnTo>
                    <a:pt x="539914" y="322367"/>
                  </a:lnTo>
                  <a:lnTo>
                    <a:pt x="541836" y="321983"/>
                  </a:lnTo>
                  <a:lnTo>
                    <a:pt x="543757" y="321601"/>
                  </a:lnTo>
                  <a:lnTo>
                    <a:pt x="545679" y="321225"/>
                  </a:lnTo>
                  <a:lnTo>
                    <a:pt x="547600" y="320859"/>
                  </a:lnTo>
                  <a:lnTo>
                    <a:pt x="549521" y="320508"/>
                  </a:lnTo>
                  <a:lnTo>
                    <a:pt x="551443" y="320180"/>
                  </a:lnTo>
                  <a:lnTo>
                    <a:pt x="553364" y="319880"/>
                  </a:lnTo>
                  <a:lnTo>
                    <a:pt x="555286" y="319608"/>
                  </a:lnTo>
                  <a:lnTo>
                    <a:pt x="557207" y="319368"/>
                  </a:lnTo>
                  <a:lnTo>
                    <a:pt x="559128" y="319163"/>
                  </a:lnTo>
                  <a:lnTo>
                    <a:pt x="561050" y="318994"/>
                  </a:lnTo>
                  <a:lnTo>
                    <a:pt x="562971" y="318868"/>
                  </a:lnTo>
                  <a:lnTo>
                    <a:pt x="564893" y="318784"/>
                  </a:lnTo>
                  <a:lnTo>
                    <a:pt x="566814" y="318738"/>
                  </a:lnTo>
                  <a:lnTo>
                    <a:pt x="568735" y="318727"/>
                  </a:lnTo>
                  <a:lnTo>
                    <a:pt x="570657" y="318750"/>
                  </a:lnTo>
                  <a:lnTo>
                    <a:pt x="572578" y="318805"/>
                  </a:lnTo>
                  <a:lnTo>
                    <a:pt x="574500" y="318891"/>
                  </a:lnTo>
                  <a:lnTo>
                    <a:pt x="576421" y="319003"/>
                  </a:lnTo>
                  <a:lnTo>
                    <a:pt x="578342" y="319135"/>
                  </a:lnTo>
                  <a:lnTo>
                    <a:pt x="580264" y="319281"/>
                  </a:lnTo>
                  <a:lnTo>
                    <a:pt x="582185" y="319437"/>
                  </a:lnTo>
                  <a:lnTo>
                    <a:pt x="584107" y="319600"/>
                  </a:lnTo>
                  <a:lnTo>
                    <a:pt x="586028" y="319765"/>
                  </a:lnTo>
                  <a:lnTo>
                    <a:pt x="587950" y="319926"/>
                  </a:lnTo>
                  <a:lnTo>
                    <a:pt x="589871" y="320082"/>
                  </a:lnTo>
                  <a:lnTo>
                    <a:pt x="591792" y="320227"/>
                  </a:lnTo>
                  <a:lnTo>
                    <a:pt x="593714" y="320361"/>
                  </a:lnTo>
                  <a:lnTo>
                    <a:pt x="595635" y="320482"/>
                  </a:lnTo>
                  <a:lnTo>
                    <a:pt x="597557" y="320587"/>
                  </a:lnTo>
                  <a:lnTo>
                    <a:pt x="599478" y="320671"/>
                  </a:lnTo>
                  <a:lnTo>
                    <a:pt x="601399" y="320738"/>
                  </a:lnTo>
                  <a:lnTo>
                    <a:pt x="603321" y="320787"/>
                  </a:lnTo>
                  <a:lnTo>
                    <a:pt x="605242" y="320819"/>
                  </a:lnTo>
                  <a:lnTo>
                    <a:pt x="607164" y="320834"/>
                  </a:lnTo>
                  <a:lnTo>
                    <a:pt x="609085" y="320832"/>
                  </a:lnTo>
                  <a:lnTo>
                    <a:pt x="611006" y="320809"/>
                  </a:lnTo>
                  <a:lnTo>
                    <a:pt x="612928" y="320770"/>
                  </a:lnTo>
                  <a:lnTo>
                    <a:pt x="614849" y="320716"/>
                  </a:lnTo>
                  <a:lnTo>
                    <a:pt x="616771" y="320648"/>
                  </a:lnTo>
                  <a:lnTo>
                    <a:pt x="618692" y="320565"/>
                  </a:lnTo>
                  <a:lnTo>
                    <a:pt x="620613" y="320468"/>
                  </a:lnTo>
                  <a:lnTo>
                    <a:pt x="622535" y="320356"/>
                  </a:lnTo>
                  <a:lnTo>
                    <a:pt x="624456" y="320231"/>
                  </a:lnTo>
                  <a:lnTo>
                    <a:pt x="626378" y="320094"/>
                  </a:lnTo>
                  <a:lnTo>
                    <a:pt x="628299" y="319948"/>
                  </a:lnTo>
                  <a:lnTo>
                    <a:pt x="630220" y="319793"/>
                  </a:lnTo>
                  <a:lnTo>
                    <a:pt x="632142" y="319631"/>
                  </a:lnTo>
                  <a:lnTo>
                    <a:pt x="634063" y="319463"/>
                  </a:lnTo>
                  <a:lnTo>
                    <a:pt x="635985" y="319293"/>
                  </a:lnTo>
                  <a:lnTo>
                    <a:pt x="637906" y="319125"/>
                  </a:lnTo>
                  <a:lnTo>
                    <a:pt x="639827" y="318960"/>
                  </a:lnTo>
                  <a:lnTo>
                    <a:pt x="641749" y="318803"/>
                  </a:lnTo>
                  <a:lnTo>
                    <a:pt x="643670" y="318656"/>
                  </a:lnTo>
                  <a:lnTo>
                    <a:pt x="645592" y="318526"/>
                  </a:lnTo>
                  <a:lnTo>
                    <a:pt x="647513" y="318417"/>
                  </a:lnTo>
                  <a:lnTo>
                    <a:pt x="649434" y="318331"/>
                  </a:lnTo>
                  <a:lnTo>
                    <a:pt x="651356" y="318271"/>
                  </a:lnTo>
                  <a:lnTo>
                    <a:pt x="653277" y="318240"/>
                  </a:lnTo>
                  <a:lnTo>
                    <a:pt x="655199" y="318239"/>
                  </a:lnTo>
                  <a:lnTo>
                    <a:pt x="657120" y="318272"/>
                  </a:lnTo>
                  <a:lnTo>
                    <a:pt x="659042" y="318345"/>
                  </a:lnTo>
                  <a:lnTo>
                    <a:pt x="660963" y="318451"/>
                  </a:lnTo>
                  <a:lnTo>
                    <a:pt x="662884" y="318589"/>
                  </a:lnTo>
                  <a:lnTo>
                    <a:pt x="664806" y="318757"/>
                  </a:lnTo>
                  <a:lnTo>
                    <a:pt x="666727" y="318954"/>
                  </a:lnTo>
                  <a:lnTo>
                    <a:pt x="668649" y="319175"/>
                  </a:lnTo>
                  <a:lnTo>
                    <a:pt x="670570" y="319421"/>
                  </a:lnTo>
                  <a:lnTo>
                    <a:pt x="672491" y="319681"/>
                  </a:lnTo>
                  <a:lnTo>
                    <a:pt x="674413" y="319948"/>
                  </a:lnTo>
                  <a:lnTo>
                    <a:pt x="676334" y="320220"/>
                  </a:lnTo>
                  <a:lnTo>
                    <a:pt x="678256" y="320488"/>
                  </a:lnTo>
                  <a:lnTo>
                    <a:pt x="680177" y="320750"/>
                  </a:lnTo>
                  <a:lnTo>
                    <a:pt x="682098" y="320992"/>
                  </a:lnTo>
                  <a:lnTo>
                    <a:pt x="684020" y="321213"/>
                  </a:lnTo>
                  <a:lnTo>
                    <a:pt x="685941" y="321408"/>
                  </a:lnTo>
                  <a:lnTo>
                    <a:pt x="687863" y="321573"/>
                  </a:lnTo>
                  <a:lnTo>
                    <a:pt x="689784" y="321704"/>
                  </a:lnTo>
                  <a:lnTo>
                    <a:pt x="691705" y="321799"/>
                  </a:lnTo>
                  <a:lnTo>
                    <a:pt x="693627" y="321849"/>
                  </a:lnTo>
                  <a:lnTo>
                    <a:pt x="695548" y="321856"/>
                  </a:lnTo>
                  <a:lnTo>
                    <a:pt x="697470" y="321825"/>
                  </a:lnTo>
                  <a:lnTo>
                    <a:pt x="699391" y="321756"/>
                  </a:lnTo>
                  <a:lnTo>
                    <a:pt x="701312" y="321652"/>
                  </a:lnTo>
                  <a:lnTo>
                    <a:pt x="703234" y="321514"/>
                  </a:lnTo>
                  <a:lnTo>
                    <a:pt x="705155" y="321344"/>
                  </a:lnTo>
                  <a:lnTo>
                    <a:pt x="707077" y="321148"/>
                  </a:lnTo>
                  <a:lnTo>
                    <a:pt x="708998" y="320936"/>
                  </a:lnTo>
                  <a:lnTo>
                    <a:pt x="710919" y="320712"/>
                  </a:lnTo>
                  <a:lnTo>
                    <a:pt x="712841" y="320482"/>
                  </a:lnTo>
                  <a:lnTo>
                    <a:pt x="714762" y="320252"/>
                  </a:lnTo>
                  <a:lnTo>
                    <a:pt x="716684" y="320030"/>
                  </a:lnTo>
                  <a:lnTo>
                    <a:pt x="718605" y="319824"/>
                  </a:lnTo>
                  <a:lnTo>
                    <a:pt x="720526" y="319639"/>
                  </a:lnTo>
                  <a:lnTo>
                    <a:pt x="722448" y="319479"/>
                  </a:lnTo>
                  <a:lnTo>
                    <a:pt x="724369" y="319349"/>
                  </a:lnTo>
                  <a:lnTo>
                    <a:pt x="726291" y="319253"/>
                  </a:lnTo>
                  <a:lnTo>
                    <a:pt x="728212" y="319198"/>
                  </a:lnTo>
                  <a:lnTo>
                    <a:pt x="730134" y="319189"/>
                  </a:lnTo>
                  <a:lnTo>
                    <a:pt x="732055" y="319221"/>
                  </a:lnTo>
                  <a:lnTo>
                    <a:pt x="733976" y="319295"/>
                  </a:lnTo>
                  <a:lnTo>
                    <a:pt x="735898" y="319410"/>
                  </a:lnTo>
                  <a:lnTo>
                    <a:pt x="737819" y="319564"/>
                  </a:lnTo>
                  <a:lnTo>
                    <a:pt x="739741" y="319756"/>
                  </a:lnTo>
                  <a:lnTo>
                    <a:pt x="741662" y="319989"/>
                  </a:lnTo>
                  <a:lnTo>
                    <a:pt x="743583" y="320250"/>
                  </a:lnTo>
                  <a:lnTo>
                    <a:pt x="745505" y="320535"/>
                  </a:lnTo>
                  <a:lnTo>
                    <a:pt x="747426" y="320839"/>
                  </a:lnTo>
                  <a:lnTo>
                    <a:pt x="749348" y="321158"/>
                  </a:lnTo>
                  <a:lnTo>
                    <a:pt x="751269" y="321487"/>
                  </a:lnTo>
                  <a:lnTo>
                    <a:pt x="753190" y="321818"/>
                  </a:lnTo>
                  <a:lnTo>
                    <a:pt x="755112" y="322145"/>
                  </a:lnTo>
                  <a:lnTo>
                    <a:pt x="757033" y="322464"/>
                  </a:lnTo>
                  <a:lnTo>
                    <a:pt x="758955" y="322769"/>
                  </a:lnTo>
                  <a:lnTo>
                    <a:pt x="760876" y="323056"/>
                  </a:lnTo>
                  <a:lnTo>
                    <a:pt x="762797" y="323323"/>
                  </a:lnTo>
                  <a:lnTo>
                    <a:pt x="764719" y="323559"/>
                  </a:lnTo>
                  <a:lnTo>
                    <a:pt x="766640" y="323765"/>
                  </a:lnTo>
                  <a:lnTo>
                    <a:pt x="768562" y="323942"/>
                  </a:lnTo>
                  <a:lnTo>
                    <a:pt x="770483" y="324086"/>
                  </a:lnTo>
                  <a:lnTo>
                    <a:pt x="772404" y="324199"/>
                  </a:lnTo>
                  <a:lnTo>
                    <a:pt x="774326" y="324280"/>
                  </a:lnTo>
                  <a:lnTo>
                    <a:pt x="776247" y="324325"/>
                  </a:lnTo>
                  <a:lnTo>
                    <a:pt x="778169" y="324338"/>
                  </a:lnTo>
                  <a:lnTo>
                    <a:pt x="780090" y="324323"/>
                  </a:lnTo>
                  <a:lnTo>
                    <a:pt x="782011" y="324283"/>
                  </a:lnTo>
                  <a:lnTo>
                    <a:pt x="783933" y="324222"/>
                  </a:lnTo>
                  <a:lnTo>
                    <a:pt x="785854" y="324141"/>
                  </a:lnTo>
                  <a:lnTo>
                    <a:pt x="787776" y="324043"/>
                  </a:lnTo>
                  <a:lnTo>
                    <a:pt x="789697" y="323934"/>
                  </a:lnTo>
                  <a:lnTo>
                    <a:pt x="791618" y="323819"/>
                  </a:lnTo>
                  <a:lnTo>
                    <a:pt x="793540" y="323701"/>
                  </a:lnTo>
                  <a:lnTo>
                    <a:pt x="795461" y="323585"/>
                  </a:lnTo>
                  <a:lnTo>
                    <a:pt x="797383" y="323475"/>
                  </a:lnTo>
                  <a:lnTo>
                    <a:pt x="799304" y="323373"/>
                  </a:lnTo>
                  <a:lnTo>
                    <a:pt x="801226" y="323287"/>
                  </a:lnTo>
                  <a:lnTo>
                    <a:pt x="803147" y="323217"/>
                  </a:lnTo>
                  <a:lnTo>
                    <a:pt x="805068" y="323165"/>
                  </a:lnTo>
                  <a:lnTo>
                    <a:pt x="806990" y="323133"/>
                  </a:lnTo>
                  <a:lnTo>
                    <a:pt x="808911" y="323121"/>
                  </a:lnTo>
                  <a:lnTo>
                    <a:pt x="810833" y="323133"/>
                  </a:lnTo>
                  <a:lnTo>
                    <a:pt x="812754" y="323170"/>
                  </a:lnTo>
                  <a:lnTo>
                    <a:pt x="814675" y="323229"/>
                  </a:lnTo>
                  <a:lnTo>
                    <a:pt x="816597" y="323308"/>
                  </a:lnTo>
                  <a:lnTo>
                    <a:pt x="818518" y="323405"/>
                  </a:lnTo>
                  <a:lnTo>
                    <a:pt x="820440" y="323518"/>
                  </a:lnTo>
                  <a:lnTo>
                    <a:pt x="822361" y="323646"/>
                  </a:lnTo>
                  <a:lnTo>
                    <a:pt x="824282" y="323786"/>
                  </a:lnTo>
                  <a:lnTo>
                    <a:pt x="826204" y="323934"/>
                  </a:lnTo>
                  <a:lnTo>
                    <a:pt x="828125" y="324085"/>
                  </a:lnTo>
                  <a:lnTo>
                    <a:pt x="830047" y="324236"/>
                  </a:lnTo>
                  <a:lnTo>
                    <a:pt x="831968" y="324384"/>
                  </a:lnTo>
                  <a:lnTo>
                    <a:pt x="833889" y="324526"/>
                  </a:lnTo>
                  <a:lnTo>
                    <a:pt x="835811" y="324656"/>
                  </a:lnTo>
                  <a:lnTo>
                    <a:pt x="837732" y="324773"/>
                  </a:lnTo>
                  <a:lnTo>
                    <a:pt x="839654" y="324873"/>
                  </a:lnTo>
                  <a:lnTo>
                    <a:pt x="841575" y="324956"/>
                  </a:lnTo>
                  <a:lnTo>
                    <a:pt x="843496" y="325019"/>
                  </a:lnTo>
                  <a:lnTo>
                    <a:pt x="845418" y="325061"/>
                  </a:lnTo>
                  <a:lnTo>
                    <a:pt x="847339" y="325077"/>
                  </a:lnTo>
                  <a:lnTo>
                    <a:pt x="849261" y="325069"/>
                  </a:lnTo>
                  <a:lnTo>
                    <a:pt x="851182" y="325039"/>
                  </a:lnTo>
                  <a:lnTo>
                    <a:pt x="853103" y="324987"/>
                  </a:lnTo>
                  <a:lnTo>
                    <a:pt x="855025" y="324915"/>
                  </a:lnTo>
                  <a:lnTo>
                    <a:pt x="856946" y="324824"/>
                  </a:lnTo>
                  <a:lnTo>
                    <a:pt x="858868" y="324713"/>
                  </a:lnTo>
                  <a:lnTo>
                    <a:pt x="860789" y="324587"/>
                  </a:lnTo>
                  <a:lnTo>
                    <a:pt x="862710" y="324451"/>
                  </a:lnTo>
                  <a:lnTo>
                    <a:pt x="864632" y="324306"/>
                  </a:lnTo>
                  <a:lnTo>
                    <a:pt x="866553" y="324156"/>
                  </a:lnTo>
                  <a:lnTo>
                    <a:pt x="868475" y="324005"/>
                  </a:lnTo>
                  <a:lnTo>
                    <a:pt x="870396" y="323856"/>
                  </a:lnTo>
                  <a:lnTo>
                    <a:pt x="872318" y="323714"/>
                  </a:lnTo>
                  <a:lnTo>
                    <a:pt x="874239" y="323583"/>
                  </a:lnTo>
                  <a:lnTo>
                    <a:pt x="876160" y="323464"/>
                  </a:lnTo>
                  <a:lnTo>
                    <a:pt x="878082" y="323360"/>
                  </a:lnTo>
                  <a:lnTo>
                    <a:pt x="880003" y="323275"/>
                  </a:lnTo>
                  <a:lnTo>
                    <a:pt x="881925" y="323210"/>
                  </a:lnTo>
                  <a:lnTo>
                    <a:pt x="883846" y="323172"/>
                  </a:lnTo>
                  <a:lnTo>
                    <a:pt x="885767" y="323158"/>
                  </a:lnTo>
                  <a:lnTo>
                    <a:pt x="887689" y="323167"/>
                  </a:lnTo>
                  <a:lnTo>
                    <a:pt x="889610" y="323199"/>
                  </a:lnTo>
                  <a:lnTo>
                    <a:pt x="891532" y="323255"/>
                  </a:lnTo>
                  <a:lnTo>
                    <a:pt x="893453" y="323334"/>
                  </a:lnTo>
                  <a:lnTo>
                    <a:pt x="895374" y="323437"/>
                  </a:lnTo>
                  <a:lnTo>
                    <a:pt x="897296" y="323558"/>
                  </a:lnTo>
                  <a:lnTo>
                    <a:pt x="899217" y="323695"/>
                  </a:lnTo>
                  <a:lnTo>
                    <a:pt x="901139" y="323844"/>
                  </a:lnTo>
                  <a:lnTo>
                    <a:pt x="903060" y="324003"/>
                  </a:lnTo>
                  <a:lnTo>
                    <a:pt x="904981" y="324170"/>
                  </a:lnTo>
                  <a:lnTo>
                    <a:pt x="906903" y="324340"/>
                  </a:lnTo>
                  <a:lnTo>
                    <a:pt x="908824" y="324509"/>
                  </a:lnTo>
                  <a:lnTo>
                    <a:pt x="910746" y="324673"/>
                  </a:lnTo>
                  <a:lnTo>
                    <a:pt x="912667" y="324830"/>
                  </a:lnTo>
                  <a:lnTo>
                    <a:pt x="914588" y="324978"/>
                  </a:lnTo>
                  <a:lnTo>
                    <a:pt x="916510" y="325112"/>
                  </a:lnTo>
                  <a:lnTo>
                    <a:pt x="918431" y="325229"/>
                  </a:lnTo>
                  <a:lnTo>
                    <a:pt x="920353" y="325326"/>
                  </a:lnTo>
                  <a:lnTo>
                    <a:pt x="922274" y="325403"/>
                  </a:lnTo>
                  <a:lnTo>
                    <a:pt x="924195" y="325459"/>
                  </a:lnTo>
                  <a:lnTo>
                    <a:pt x="926117" y="325492"/>
                  </a:lnTo>
                  <a:lnTo>
                    <a:pt x="928038" y="325503"/>
                  </a:lnTo>
                  <a:lnTo>
                    <a:pt x="929960" y="325488"/>
                  </a:lnTo>
                  <a:lnTo>
                    <a:pt x="931881" y="325448"/>
                  </a:lnTo>
                  <a:lnTo>
                    <a:pt x="933802" y="325386"/>
                  </a:lnTo>
                  <a:lnTo>
                    <a:pt x="935724" y="325303"/>
                  </a:lnTo>
                  <a:lnTo>
                    <a:pt x="937645" y="325201"/>
                  </a:lnTo>
                  <a:lnTo>
                    <a:pt x="939567" y="325081"/>
                  </a:lnTo>
                  <a:lnTo>
                    <a:pt x="941488" y="324944"/>
                  </a:lnTo>
                  <a:lnTo>
                    <a:pt x="943410" y="324793"/>
                  </a:lnTo>
                  <a:lnTo>
                    <a:pt x="945331" y="324633"/>
                  </a:lnTo>
                  <a:lnTo>
                    <a:pt x="947252" y="324467"/>
                  </a:lnTo>
                  <a:lnTo>
                    <a:pt x="949174" y="324298"/>
                  </a:lnTo>
                  <a:lnTo>
                    <a:pt x="951095" y="324129"/>
                  </a:lnTo>
                  <a:lnTo>
                    <a:pt x="953017" y="323964"/>
                  </a:lnTo>
                  <a:lnTo>
                    <a:pt x="954938" y="323808"/>
                  </a:lnTo>
                  <a:lnTo>
                    <a:pt x="956859" y="323662"/>
                  </a:lnTo>
                  <a:lnTo>
                    <a:pt x="958781" y="323531"/>
                  </a:lnTo>
                  <a:lnTo>
                    <a:pt x="960702" y="323417"/>
                  </a:lnTo>
                  <a:lnTo>
                    <a:pt x="962624" y="323321"/>
                  </a:lnTo>
                  <a:lnTo>
                    <a:pt x="964545" y="323247"/>
                  </a:lnTo>
                  <a:lnTo>
                    <a:pt x="966466" y="323202"/>
                  </a:lnTo>
                  <a:lnTo>
                    <a:pt x="968388" y="323180"/>
                  </a:lnTo>
                  <a:lnTo>
                    <a:pt x="970309" y="323184"/>
                  </a:lnTo>
                  <a:lnTo>
                    <a:pt x="972231" y="323213"/>
                  </a:lnTo>
                  <a:lnTo>
                    <a:pt x="974152" y="323266"/>
                  </a:lnTo>
                  <a:lnTo>
                    <a:pt x="976073" y="323344"/>
                  </a:lnTo>
                  <a:lnTo>
                    <a:pt x="977995" y="323449"/>
                  </a:lnTo>
                  <a:lnTo>
                    <a:pt x="979916" y="323575"/>
                  </a:lnTo>
                  <a:lnTo>
                    <a:pt x="981838" y="323719"/>
                  </a:lnTo>
                </a:path>
              </a:pathLst>
            </a:cu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1810162" y="2698806"/>
              <a:ext cx="981838" cy="84216"/>
            </a:xfrm>
            <a:custGeom>
              <a:avLst/>
              <a:pathLst>
                <a:path w="981838" h="84216">
                  <a:moveTo>
                    <a:pt x="0" y="76561"/>
                  </a:moveTo>
                  <a:lnTo>
                    <a:pt x="1921" y="76280"/>
                  </a:lnTo>
                  <a:lnTo>
                    <a:pt x="3842" y="75991"/>
                  </a:lnTo>
                  <a:lnTo>
                    <a:pt x="5764" y="75695"/>
                  </a:lnTo>
                  <a:lnTo>
                    <a:pt x="7685" y="75389"/>
                  </a:lnTo>
                  <a:lnTo>
                    <a:pt x="9607" y="75078"/>
                  </a:lnTo>
                  <a:lnTo>
                    <a:pt x="11528" y="74754"/>
                  </a:lnTo>
                  <a:lnTo>
                    <a:pt x="13449" y="74427"/>
                  </a:lnTo>
                  <a:lnTo>
                    <a:pt x="15371" y="74087"/>
                  </a:lnTo>
                  <a:lnTo>
                    <a:pt x="17292" y="73741"/>
                  </a:lnTo>
                  <a:lnTo>
                    <a:pt x="19214" y="73385"/>
                  </a:lnTo>
                  <a:lnTo>
                    <a:pt x="21135" y="73021"/>
                  </a:lnTo>
                  <a:lnTo>
                    <a:pt x="23056" y="72649"/>
                  </a:lnTo>
                  <a:lnTo>
                    <a:pt x="24978" y="72266"/>
                  </a:lnTo>
                  <a:lnTo>
                    <a:pt x="26899" y="71878"/>
                  </a:lnTo>
                  <a:lnTo>
                    <a:pt x="28821" y="71475"/>
                  </a:lnTo>
                  <a:lnTo>
                    <a:pt x="30742" y="71068"/>
                  </a:lnTo>
                  <a:lnTo>
                    <a:pt x="32663" y="70648"/>
                  </a:lnTo>
                  <a:lnTo>
                    <a:pt x="34585" y="70221"/>
                  </a:lnTo>
                  <a:lnTo>
                    <a:pt x="36506" y="69784"/>
                  </a:lnTo>
                  <a:lnTo>
                    <a:pt x="38428" y="69338"/>
                  </a:lnTo>
                  <a:lnTo>
                    <a:pt x="40349" y="68884"/>
                  </a:lnTo>
                  <a:lnTo>
                    <a:pt x="42270" y="68417"/>
                  </a:lnTo>
                  <a:lnTo>
                    <a:pt x="44192" y="67946"/>
                  </a:lnTo>
                  <a:lnTo>
                    <a:pt x="46113" y="67459"/>
                  </a:lnTo>
                  <a:lnTo>
                    <a:pt x="48035" y="66969"/>
                  </a:lnTo>
                  <a:lnTo>
                    <a:pt x="49956" y="66464"/>
                  </a:lnTo>
                  <a:lnTo>
                    <a:pt x="51877" y="65953"/>
                  </a:lnTo>
                  <a:lnTo>
                    <a:pt x="53799" y="65432"/>
                  </a:lnTo>
                  <a:lnTo>
                    <a:pt x="55720" y="64901"/>
                  </a:lnTo>
                  <a:lnTo>
                    <a:pt x="57642" y="64362"/>
                  </a:lnTo>
                  <a:lnTo>
                    <a:pt x="59563" y="63811"/>
                  </a:lnTo>
                  <a:lnTo>
                    <a:pt x="61484" y="63256"/>
                  </a:lnTo>
                  <a:lnTo>
                    <a:pt x="63406" y="62685"/>
                  </a:lnTo>
                  <a:lnTo>
                    <a:pt x="65327" y="62110"/>
                  </a:lnTo>
                  <a:lnTo>
                    <a:pt x="67249" y="61522"/>
                  </a:lnTo>
                  <a:lnTo>
                    <a:pt x="69170" y="60928"/>
                  </a:lnTo>
                  <a:lnTo>
                    <a:pt x="71091" y="60324"/>
                  </a:lnTo>
                  <a:lnTo>
                    <a:pt x="73013" y="59710"/>
                  </a:lnTo>
                  <a:lnTo>
                    <a:pt x="74934" y="59091"/>
                  </a:lnTo>
                  <a:lnTo>
                    <a:pt x="76856" y="58458"/>
                  </a:lnTo>
                  <a:lnTo>
                    <a:pt x="78777" y="57823"/>
                  </a:lnTo>
                  <a:lnTo>
                    <a:pt x="80699" y="57173"/>
                  </a:lnTo>
                  <a:lnTo>
                    <a:pt x="82620" y="56520"/>
                  </a:lnTo>
                  <a:lnTo>
                    <a:pt x="84541" y="55855"/>
                  </a:lnTo>
                  <a:lnTo>
                    <a:pt x="86463" y="55185"/>
                  </a:lnTo>
                  <a:lnTo>
                    <a:pt x="88384" y="54506"/>
                  </a:lnTo>
                  <a:lnTo>
                    <a:pt x="90306" y="53820"/>
                  </a:lnTo>
                  <a:lnTo>
                    <a:pt x="92227" y="53128"/>
                  </a:lnTo>
                  <a:lnTo>
                    <a:pt x="94148" y="52425"/>
                  </a:lnTo>
                  <a:lnTo>
                    <a:pt x="96070" y="51720"/>
                  </a:lnTo>
                  <a:lnTo>
                    <a:pt x="97991" y="51003"/>
                  </a:lnTo>
                  <a:lnTo>
                    <a:pt x="99913" y="50284"/>
                  </a:lnTo>
                  <a:lnTo>
                    <a:pt x="101834" y="49556"/>
                  </a:lnTo>
                  <a:lnTo>
                    <a:pt x="103755" y="48823"/>
                  </a:lnTo>
                  <a:lnTo>
                    <a:pt x="105677" y="48084"/>
                  </a:lnTo>
                  <a:lnTo>
                    <a:pt x="107598" y="47339"/>
                  </a:lnTo>
                  <a:lnTo>
                    <a:pt x="109520" y="46591"/>
                  </a:lnTo>
                  <a:lnTo>
                    <a:pt x="111441" y="45835"/>
                  </a:lnTo>
                  <a:lnTo>
                    <a:pt x="113362" y="45077"/>
                  </a:lnTo>
                  <a:lnTo>
                    <a:pt x="115284" y="44312"/>
                  </a:lnTo>
                  <a:lnTo>
                    <a:pt x="117205" y="43545"/>
                  </a:lnTo>
                  <a:lnTo>
                    <a:pt x="119127" y="42773"/>
                  </a:lnTo>
                  <a:lnTo>
                    <a:pt x="121048" y="41998"/>
                  </a:lnTo>
                  <a:lnTo>
                    <a:pt x="122969" y="41220"/>
                  </a:lnTo>
                  <a:lnTo>
                    <a:pt x="124891" y="40439"/>
                  </a:lnTo>
                  <a:lnTo>
                    <a:pt x="126812" y="39656"/>
                  </a:lnTo>
                  <a:lnTo>
                    <a:pt x="128734" y="38870"/>
                  </a:lnTo>
                  <a:lnTo>
                    <a:pt x="130655" y="38084"/>
                  </a:lnTo>
                  <a:lnTo>
                    <a:pt x="132576" y="37294"/>
                  </a:lnTo>
                  <a:lnTo>
                    <a:pt x="134498" y="36505"/>
                  </a:lnTo>
                  <a:lnTo>
                    <a:pt x="136419" y="35714"/>
                  </a:lnTo>
                  <a:lnTo>
                    <a:pt x="138341" y="34924"/>
                  </a:lnTo>
                  <a:lnTo>
                    <a:pt x="140262" y="34133"/>
                  </a:lnTo>
                  <a:lnTo>
                    <a:pt x="142183" y="33343"/>
                  </a:lnTo>
                  <a:lnTo>
                    <a:pt x="144105" y="32553"/>
                  </a:lnTo>
                  <a:lnTo>
                    <a:pt x="146026" y="31765"/>
                  </a:lnTo>
                  <a:lnTo>
                    <a:pt x="147948" y="30978"/>
                  </a:lnTo>
                  <a:lnTo>
                    <a:pt x="149869" y="30193"/>
                  </a:lnTo>
                  <a:lnTo>
                    <a:pt x="151791" y="29411"/>
                  </a:lnTo>
                  <a:lnTo>
                    <a:pt x="153712" y="28631"/>
                  </a:lnTo>
                  <a:lnTo>
                    <a:pt x="155633" y="27855"/>
                  </a:lnTo>
                  <a:lnTo>
                    <a:pt x="157555" y="27082"/>
                  </a:lnTo>
                  <a:lnTo>
                    <a:pt x="159476" y="26314"/>
                  </a:lnTo>
                  <a:lnTo>
                    <a:pt x="161398" y="25548"/>
                  </a:lnTo>
                  <a:lnTo>
                    <a:pt x="163319" y="24789"/>
                  </a:lnTo>
                  <a:lnTo>
                    <a:pt x="165240" y="24033"/>
                  </a:lnTo>
                  <a:lnTo>
                    <a:pt x="167162" y="23286"/>
                  </a:lnTo>
                  <a:lnTo>
                    <a:pt x="169083" y="22542"/>
                  </a:lnTo>
                  <a:lnTo>
                    <a:pt x="171005" y="21806"/>
                  </a:lnTo>
                  <a:lnTo>
                    <a:pt x="172926" y="21076"/>
                  </a:lnTo>
                  <a:lnTo>
                    <a:pt x="174847" y="20352"/>
                  </a:lnTo>
                  <a:lnTo>
                    <a:pt x="176769" y="19638"/>
                  </a:lnTo>
                  <a:lnTo>
                    <a:pt x="178690" y="18928"/>
                  </a:lnTo>
                  <a:lnTo>
                    <a:pt x="180612" y="18232"/>
                  </a:lnTo>
                  <a:lnTo>
                    <a:pt x="182533" y="17539"/>
                  </a:lnTo>
                  <a:lnTo>
                    <a:pt x="184454" y="16860"/>
                  </a:lnTo>
                  <a:lnTo>
                    <a:pt x="186376" y="16187"/>
                  </a:lnTo>
                  <a:lnTo>
                    <a:pt x="188297" y="15525"/>
                  </a:lnTo>
                  <a:lnTo>
                    <a:pt x="190219" y="14874"/>
                  </a:lnTo>
                  <a:lnTo>
                    <a:pt x="192140" y="14231"/>
                  </a:lnTo>
                  <a:lnTo>
                    <a:pt x="194061" y="13602"/>
                  </a:lnTo>
                  <a:lnTo>
                    <a:pt x="195983" y="12979"/>
                  </a:lnTo>
                  <a:lnTo>
                    <a:pt x="197904" y="12375"/>
                  </a:lnTo>
                  <a:lnTo>
                    <a:pt x="199826" y="11776"/>
                  </a:lnTo>
                  <a:lnTo>
                    <a:pt x="201747" y="11194"/>
                  </a:lnTo>
                  <a:lnTo>
                    <a:pt x="203668" y="10621"/>
                  </a:lnTo>
                  <a:lnTo>
                    <a:pt x="205590" y="10062"/>
                  </a:lnTo>
                  <a:lnTo>
                    <a:pt x="207511" y="9517"/>
                  </a:lnTo>
                  <a:lnTo>
                    <a:pt x="209433" y="8982"/>
                  </a:lnTo>
                  <a:lnTo>
                    <a:pt x="211354" y="8466"/>
                  </a:lnTo>
                  <a:lnTo>
                    <a:pt x="213275" y="7955"/>
                  </a:lnTo>
                  <a:lnTo>
                    <a:pt x="215197" y="7469"/>
                  </a:lnTo>
                  <a:lnTo>
                    <a:pt x="217118" y="6988"/>
                  </a:lnTo>
                  <a:lnTo>
                    <a:pt x="219040" y="6528"/>
                  </a:lnTo>
                  <a:lnTo>
                    <a:pt x="220961" y="6080"/>
                  </a:lnTo>
                  <a:lnTo>
                    <a:pt x="222883" y="5646"/>
                  </a:lnTo>
                  <a:lnTo>
                    <a:pt x="224804" y="5230"/>
                  </a:lnTo>
                  <a:lnTo>
                    <a:pt x="226725" y="4824"/>
                  </a:lnTo>
                  <a:lnTo>
                    <a:pt x="228647" y="4440"/>
                  </a:lnTo>
                  <a:lnTo>
                    <a:pt x="230568" y="4063"/>
                  </a:lnTo>
                  <a:lnTo>
                    <a:pt x="232490" y="3713"/>
                  </a:lnTo>
                  <a:lnTo>
                    <a:pt x="234411" y="3369"/>
                  </a:lnTo>
                  <a:lnTo>
                    <a:pt x="236332" y="3048"/>
                  </a:lnTo>
                  <a:lnTo>
                    <a:pt x="238254" y="2739"/>
                  </a:lnTo>
                  <a:lnTo>
                    <a:pt x="240175" y="2447"/>
                  </a:lnTo>
                  <a:lnTo>
                    <a:pt x="242097" y="2173"/>
                  </a:lnTo>
                  <a:lnTo>
                    <a:pt x="244018" y="1910"/>
                  </a:lnTo>
                  <a:lnTo>
                    <a:pt x="245939" y="1672"/>
                  </a:lnTo>
                  <a:lnTo>
                    <a:pt x="247861" y="1440"/>
                  </a:lnTo>
                  <a:lnTo>
                    <a:pt x="249782" y="1236"/>
                  </a:lnTo>
                  <a:lnTo>
                    <a:pt x="251704" y="1039"/>
                  </a:lnTo>
                  <a:lnTo>
                    <a:pt x="253625" y="865"/>
                  </a:lnTo>
                  <a:lnTo>
                    <a:pt x="255546" y="704"/>
                  </a:lnTo>
                  <a:lnTo>
                    <a:pt x="257468" y="560"/>
                  </a:lnTo>
                  <a:lnTo>
                    <a:pt x="259389" y="434"/>
                  </a:lnTo>
                  <a:lnTo>
                    <a:pt x="261311" y="319"/>
                  </a:lnTo>
                  <a:lnTo>
                    <a:pt x="263232" y="230"/>
                  </a:lnTo>
                  <a:lnTo>
                    <a:pt x="265153" y="146"/>
                  </a:lnTo>
                  <a:lnTo>
                    <a:pt x="267075" y="90"/>
                  </a:lnTo>
                  <a:lnTo>
                    <a:pt x="268996" y="41"/>
                  </a:lnTo>
                  <a:lnTo>
                    <a:pt x="270918" y="13"/>
                  </a:lnTo>
                  <a:lnTo>
                    <a:pt x="272839" y="0"/>
                  </a:lnTo>
                  <a:lnTo>
                    <a:pt x="274760" y="0"/>
                  </a:lnTo>
                  <a:lnTo>
                    <a:pt x="276682" y="21"/>
                  </a:lnTo>
                  <a:lnTo>
                    <a:pt x="278603" y="50"/>
                  </a:lnTo>
                  <a:lnTo>
                    <a:pt x="280525" y="104"/>
                  </a:lnTo>
                  <a:lnTo>
                    <a:pt x="282446" y="163"/>
                  </a:lnTo>
                  <a:lnTo>
                    <a:pt x="284367" y="247"/>
                  </a:lnTo>
                  <a:lnTo>
                    <a:pt x="286289" y="339"/>
                  </a:lnTo>
                  <a:lnTo>
                    <a:pt x="288210" y="450"/>
                  </a:lnTo>
                  <a:lnTo>
                    <a:pt x="290132" y="573"/>
                  </a:lnTo>
                  <a:lnTo>
                    <a:pt x="292053" y="710"/>
                  </a:lnTo>
                  <a:lnTo>
                    <a:pt x="293975" y="865"/>
                  </a:lnTo>
                  <a:lnTo>
                    <a:pt x="295896" y="1027"/>
                  </a:lnTo>
                  <a:lnTo>
                    <a:pt x="297817" y="1211"/>
                  </a:lnTo>
                  <a:lnTo>
                    <a:pt x="299739" y="1401"/>
                  </a:lnTo>
                  <a:lnTo>
                    <a:pt x="301660" y="1611"/>
                  </a:lnTo>
                  <a:lnTo>
                    <a:pt x="303582" y="1829"/>
                  </a:lnTo>
                  <a:lnTo>
                    <a:pt x="305503" y="2063"/>
                  </a:lnTo>
                  <a:lnTo>
                    <a:pt x="307424" y="2308"/>
                  </a:lnTo>
                  <a:lnTo>
                    <a:pt x="309346" y="2564"/>
                  </a:lnTo>
                  <a:lnTo>
                    <a:pt x="311267" y="2836"/>
                  </a:lnTo>
                  <a:lnTo>
                    <a:pt x="313189" y="3114"/>
                  </a:lnTo>
                  <a:lnTo>
                    <a:pt x="315110" y="3411"/>
                  </a:lnTo>
                  <a:lnTo>
                    <a:pt x="317031" y="3712"/>
                  </a:lnTo>
                  <a:lnTo>
                    <a:pt x="318953" y="4030"/>
                  </a:lnTo>
                  <a:lnTo>
                    <a:pt x="320874" y="4354"/>
                  </a:lnTo>
                  <a:lnTo>
                    <a:pt x="322796" y="4691"/>
                  </a:lnTo>
                  <a:lnTo>
                    <a:pt x="324717" y="5038"/>
                  </a:lnTo>
                  <a:lnTo>
                    <a:pt x="326638" y="5392"/>
                  </a:lnTo>
                  <a:lnTo>
                    <a:pt x="328560" y="5760"/>
                  </a:lnTo>
                  <a:lnTo>
                    <a:pt x="330481" y="6132"/>
                  </a:lnTo>
                  <a:lnTo>
                    <a:pt x="332403" y="6519"/>
                  </a:lnTo>
                  <a:lnTo>
                    <a:pt x="334324" y="6910"/>
                  </a:lnTo>
                  <a:lnTo>
                    <a:pt x="336245" y="7313"/>
                  </a:lnTo>
                  <a:lnTo>
                    <a:pt x="338167" y="7721"/>
                  </a:lnTo>
                  <a:lnTo>
                    <a:pt x="340088" y="8138"/>
                  </a:lnTo>
                  <a:lnTo>
                    <a:pt x="342010" y="8563"/>
                  </a:lnTo>
                  <a:lnTo>
                    <a:pt x="343931" y="8994"/>
                  </a:lnTo>
                  <a:lnTo>
                    <a:pt x="345852" y="9434"/>
                  </a:lnTo>
                  <a:lnTo>
                    <a:pt x="347774" y="9877"/>
                  </a:lnTo>
                  <a:lnTo>
                    <a:pt x="349695" y="10331"/>
                  </a:lnTo>
                  <a:lnTo>
                    <a:pt x="351617" y="10787"/>
                  </a:lnTo>
                  <a:lnTo>
                    <a:pt x="353538" y="11252"/>
                  </a:lnTo>
                  <a:lnTo>
                    <a:pt x="355459" y="11721"/>
                  </a:lnTo>
                  <a:lnTo>
                    <a:pt x="357381" y="12195"/>
                  </a:lnTo>
                  <a:lnTo>
                    <a:pt x="359302" y="12675"/>
                  </a:lnTo>
                  <a:lnTo>
                    <a:pt x="361224" y="13158"/>
                  </a:lnTo>
                  <a:lnTo>
                    <a:pt x="363145" y="13647"/>
                  </a:lnTo>
                  <a:lnTo>
                    <a:pt x="365067" y="14138"/>
                  </a:lnTo>
                  <a:lnTo>
                    <a:pt x="366988" y="14636"/>
                  </a:lnTo>
                  <a:lnTo>
                    <a:pt x="368909" y="15135"/>
                  </a:lnTo>
                  <a:lnTo>
                    <a:pt x="370831" y="15639"/>
                  </a:lnTo>
                  <a:lnTo>
                    <a:pt x="372752" y="16146"/>
                  </a:lnTo>
                  <a:lnTo>
                    <a:pt x="374674" y="16655"/>
                  </a:lnTo>
                  <a:lnTo>
                    <a:pt x="376595" y="17167"/>
                  </a:lnTo>
                  <a:lnTo>
                    <a:pt x="378516" y="17681"/>
                  </a:lnTo>
                  <a:lnTo>
                    <a:pt x="380438" y="18198"/>
                  </a:lnTo>
                  <a:lnTo>
                    <a:pt x="382359" y="18716"/>
                  </a:lnTo>
                  <a:lnTo>
                    <a:pt x="384281" y="19236"/>
                  </a:lnTo>
                  <a:lnTo>
                    <a:pt x="386202" y="19758"/>
                  </a:lnTo>
                  <a:lnTo>
                    <a:pt x="388123" y="20280"/>
                  </a:lnTo>
                  <a:lnTo>
                    <a:pt x="390045" y="20804"/>
                  </a:lnTo>
                  <a:lnTo>
                    <a:pt x="391966" y="21329"/>
                  </a:lnTo>
                  <a:lnTo>
                    <a:pt x="393888" y="21854"/>
                  </a:lnTo>
                  <a:lnTo>
                    <a:pt x="395809" y="22379"/>
                  </a:lnTo>
                  <a:lnTo>
                    <a:pt x="397730" y="22905"/>
                  </a:lnTo>
                  <a:lnTo>
                    <a:pt x="399652" y="23430"/>
                  </a:lnTo>
                  <a:lnTo>
                    <a:pt x="401573" y="23956"/>
                  </a:lnTo>
                  <a:lnTo>
                    <a:pt x="403495" y="24481"/>
                  </a:lnTo>
                  <a:lnTo>
                    <a:pt x="405416" y="25005"/>
                  </a:lnTo>
                  <a:lnTo>
                    <a:pt x="407337" y="25529"/>
                  </a:lnTo>
                  <a:lnTo>
                    <a:pt x="409259" y="26052"/>
                  </a:lnTo>
                  <a:lnTo>
                    <a:pt x="411180" y="26573"/>
                  </a:lnTo>
                  <a:lnTo>
                    <a:pt x="413102" y="27094"/>
                  </a:lnTo>
                  <a:lnTo>
                    <a:pt x="415023" y="27613"/>
                  </a:lnTo>
                  <a:lnTo>
                    <a:pt x="416944" y="28131"/>
                  </a:lnTo>
                  <a:lnTo>
                    <a:pt x="418866" y="28646"/>
                  </a:lnTo>
                  <a:lnTo>
                    <a:pt x="420787" y="29161"/>
                  </a:lnTo>
                  <a:lnTo>
                    <a:pt x="422709" y="29673"/>
                  </a:lnTo>
                  <a:lnTo>
                    <a:pt x="424630" y="30183"/>
                  </a:lnTo>
                  <a:lnTo>
                    <a:pt x="426551" y="30691"/>
                  </a:lnTo>
                  <a:lnTo>
                    <a:pt x="428473" y="31197"/>
                  </a:lnTo>
                  <a:lnTo>
                    <a:pt x="430394" y="31701"/>
                  </a:lnTo>
                  <a:lnTo>
                    <a:pt x="432316" y="32200"/>
                  </a:lnTo>
                  <a:lnTo>
                    <a:pt x="434237" y="32699"/>
                  </a:lnTo>
                  <a:lnTo>
                    <a:pt x="436159" y="33194"/>
                  </a:lnTo>
                  <a:lnTo>
                    <a:pt x="438080" y="33687"/>
                  </a:lnTo>
                  <a:lnTo>
                    <a:pt x="440001" y="34176"/>
                  </a:lnTo>
                  <a:lnTo>
                    <a:pt x="441923" y="34663"/>
                  </a:lnTo>
                  <a:lnTo>
                    <a:pt x="443844" y="35147"/>
                  </a:lnTo>
                  <a:lnTo>
                    <a:pt x="445766" y="35626"/>
                  </a:lnTo>
                  <a:lnTo>
                    <a:pt x="447687" y="36105"/>
                  </a:lnTo>
                  <a:lnTo>
                    <a:pt x="449608" y="36577"/>
                  </a:lnTo>
                  <a:lnTo>
                    <a:pt x="451530" y="37049"/>
                  </a:lnTo>
                  <a:lnTo>
                    <a:pt x="453451" y="37515"/>
                  </a:lnTo>
                  <a:lnTo>
                    <a:pt x="455373" y="37979"/>
                  </a:lnTo>
                  <a:lnTo>
                    <a:pt x="457294" y="38439"/>
                  </a:lnTo>
                  <a:lnTo>
                    <a:pt x="459215" y="38895"/>
                  </a:lnTo>
                  <a:lnTo>
                    <a:pt x="461137" y="39348"/>
                  </a:lnTo>
                  <a:lnTo>
                    <a:pt x="463058" y="39796"/>
                  </a:lnTo>
                  <a:lnTo>
                    <a:pt x="464980" y="40243"/>
                  </a:lnTo>
                  <a:lnTo>
                    <a:pt x="466901" y="40683"/>
                  </a:lnTo>
                  <a:lnTo>
                    <a:pt x="468822" y="41122"/>
                  </a:lnTo>
                  <a:lnTo>
                    <a:pt x="470744" y="41555"/>
                  </a:lnTo>
                  <a:lnTo>
                    <a:pt x="472665" y="41986"/>
                  </a:lnTo>
                  <a:lnTo>
                    <a:pt x="474587" y="42412"/>
                  </a:lnTo>
                  <a:lnTo>
                    <a:pt x="476508" y="42834"/>
                  </a:lnTo>
                  <a:lnTo>
                    <a:pt x="478429" y="43254"/>
                  </a:lnTo>
                  <a:lnTo>
                    <a:pt x="480351" y="43668"/>
                  </a:lnTo>
                  <a:lnTo>
                    <a:pt x="482272" y="44080"/>
                  </a:lnTo>
                  <a:lnTo>
                    <a:pt x="484194" y="44485"/>
                  </a:lnTo>
                  <a:lnTo>
                    <a:pt x="486115" y="44889"/>
                  </a:lnTo>
                  <a:lnTo>
                    <a:pt x="488036" y="45288"/>
                  </a:lnTo>
                  <a:lnTo>
                    <a:pt x="489958" y="45683"/>
                  </a:lnTo>
                  <a:lnTo>
                    <a:pt x="491879" y="46074"/>
                  </a:lnTo>
                  <a:lnTo>
                    <a:pt x="493801" y="46461"/>
                  </a:lnTo>
                  <a:lnTo>
                    <a:pt x="495722" y="46845"/>
                  </a:lnTo>
                  <a:lnTo>
                    <a:pt x="497643" y="47224"/>
                  </a:lnTo>
                  <a:lnTo>
                    <a:pt x="499565" y="47601"/>
                  </a:lnTo>
                  <a:lnTo>
                    <a:pt x="501486" y="47971"/>
                  </a:lnTo>
                  <a:lnTo>
                    <a:pt x="503408" y="48340"/>
                  </a:lnTo>
                  <a:lnTo>
                    <a:pt x="505329" y="48704"/>
                  </a:lnTo>
                  <a:lnTo>
                    <a:pt x="507250" y="49064"/>
                  </a:lnTo>
                  <a:lnTo>
                    <a:pt x="509172" y="49421"/>
                  </a:lnTo>
                  <a:lnTo>
                    <a:pt x="511093" y="49773"/>
                  </a:lnTo>
                  <a:lnTo>
                    <a:pt x="513015" y="50123"/>
                  </a:lnTo>
                  <a:lnTo>
                    <a:pt x="514936" y="50467"/>
                  </a:lnTo>
                  <a:lnTo>
                    <a:pt x="516858" y="50810"/>
                  </a:lnTo>
                  <a:lnTo>
                    <a:pt x="518779" y="51146"/>
                  </a:lnTo>
                  <a:lnTo>
                    <a:pt x="520700" y="51481"/>
                  </a:lnTo>
                  <a:lnTo>
                    <a:pt x="522622" y="51811"/>
                  </a:lnTo>
                  <a:lnTo>
                    <a:pt x="524543" y="52138"/>
                  </a:lnTo>
                  <a:lnTo>
                    <a:pt x="526465" y="52462"/>
                  </a:lnTo>
                  <a:lnTo>
                    <a:pt x="528386" y="52781"/>
                  </a:lnTo>
                  <a:lnTo>
                    <a:pt x="530307" y="53098"/>
                  </a:lnTo>
                  <a:lnTo>
                    <a:pt x="532229" y="53410"/>
                  </a:lnTo>
                  <a:lnTo>
                    <a:pt x="534150" y="53720"/>
                  </a:lnTo>
                  <a:lnTo>
                    <a:pt x="536072" y="54025"/>
                  </a:lnTo>
                  <a:lnTo>
                    <a:pt x="537993" y="54328"/>
                  </a:lnTo>
                  <a:lnTo>
                    <a:pt x="539914" y="54627"/>
                  </a:lnTo>
                  <a:lnTo>
                    <a:pt x="541836" y="54923"/>
                  </a:lnTo>
                  <a:lnTo>
                    <a:pt x="543757" y="55215"/>
                  </a:lnTo>
                  <a:lnTo>
                    <a:pt x="545679" y="55504"/>
                  </a:lnTo>
                  <a:lnTo>
                    <a:pt x="547600" y="55791"/>
                  </a:lnTo>
                  <a:lnTo>
                    <a:pt x="549521" y="56073"/>
                  </a:lnTo>
                  <a:lnTo>
                    <a:pt x="551443" y="56353"/>
                  </a:lnTo>
                  <a:lnTo>
                    <a:pt x="553364" y="56629"/>
                  </a:lnTo>
                  <a:lnTo>
                    <a:pt x="555286" y="56903"/>
                  </a:lnTo>
                  <a:lnTo>
                    <a:pt x="557207" y="57173"/>
                  </a:lnTo>
                  <a:lnTo>
                    <a:pt x="559128" y="57440"/>
                  </a:lnTo>
                  <a:lnTo>
                    <a:pt x="561050" y="57704"/>
                  </a:lnTo>
                  <a:lnTo>
                    <a:pt x="562971" y="57965"/>
                  </a:lnTo>
                  <a:lnTo>
                    <a:pt x="564893" y="58224"/>
                  </a:lnTo>
                  <a:lnTo>
                    <a:pt x="566814" y="58478"/>
                  </a:lnTo>
                  <a:lnTo>
                    <a:pt x="568735" y="58731"/>
                  </a:lnTo>
                  <a:lnTo>
                    <a:pt x="570657" y="58980"/>
                  </a:lnTo>
                  <a:lnTo>
                    <a:pt x="572578" y="59227"/>
                  </a:lnTo>
                  <a:lnTo>
                    <a:pt x="574500" y="59470"/>
                  </a:lnTo>
                  <a:lnTo>
                    <a:pt x="576421" y="59711"/>
                  </a:lnTo>
                  <a:lnTo>
                    <a:pt x="578342" y="59949"/>
                  </a:lnTo>
                  <a:lnTo>
                    <a:pt x="580264" y="60184"/>
                  </a:lnTo>
                  <a:lnTo>
                    <a:pt x="582185" y="60418"/>
                  </a:lnTo>
                  <a:lnTo>
                    <a:pt x="584107" y="60647"/>
                  </a:lnTo>
                  <a:lnTo>
                    <a:pt x="586028" y="60874"/>
                  </a:lnTo>
                  <a:lnTo>
                    <a:pt x="587950" y="61098"/>
                  </a:lnTo>
                  <a:lnTo>
                    <a:pt x="589871" y="61320"/>
                  </a:lnTo>
                  <a:lnTo>
                    <a:pt x="591792" y="61539"/>
                  </a:lnTo>
                  <a:lnTo>
                    <a:pt x="593714" y="61756"/>
                  </a:lnTo>
                  <a:lnTo>
                    <a:pt x="595635" y="61970"/>
                  </a:lnTo>
                  <a:lnTo>
                    <a:pt x="597557" y="62180"/>
                  </a:lnTo>
                  <a:lnTo>
                    <a:pt x="599478" y="62390"/>
                  </a:lnTo>
                  <a:lnTo>
                    <a:pt x="601399" y="62595"/>
                  </a:lnTo>
                  <a:lnTo>
                    <a:pt x="603321" y="62799"/>
                  </a:lnTo>
                  <a:lnTo>
                    <a:pt x="605242" y="63000"/>
                  </a:lnTo>
                  <a:lnTo>
                    <a:pt x="607164" y="63198"/>
                  </a:lnTo>
                  <a:lnTo>
                    <a:pt x="609085" y="63394"/>
                  </a:lnTo>
                  <a:lnTo>
                    <a:pt x="611006" y="63588"/>
                  </a:lnTo>
                  <a:lnTo>
                    <a:pt x="612928" y="63779"/>
                  </a:lnTo>
                  <a:lnTo>
                    <a:pt x="614849" y="63967"/>
                  </a:lnTo>
                  <a:lnTo>
                    <a:pt x="616771" y="64154"/>
                  </a:lnTo>
                  <a:lnTo>
                    <a:pt x="618692" y="64336"/>
                  </a:lnTo>
                  <a:lnTo>
                    <a:pt x="620613" y="64518"/>
                  </a:lnTo>
                  <a:lnTo>
                    <a:pt x="622535" y="64696"/>
                  </a:lnTo>
                  <a:lnTo>
                    <a:pt x="624456" y="64872"/>
                  </a:lnTo>
                  <a:lnTo>
                    <a:pt x="626378" y="65045"/>
                  </a:lnTo>
                  <a:lnTo>
                    <a:pt x="628299" y="65216"/>
                  </a:lnTo>
                  <a:lnTo>
                    <a:pt x="630220" y="65385"/>
                  </a:lnTo>
                  <a:lnTo>
                    <a:pt x="632142" y="65551"/>
                  </a:lnTo>
                  <a:lnTo>
                    <a:pt x="634063" y="65716"/>
                  </a:lnTo>
                  <a:lnTo>
                    <a:pt x="635985" y="65876"/>
                  </a:lnTo>
                  <a:lnTo>
                    <a:pt x="637906" y="66036"/>
                  </a:lnTo>
                  <a:lnTo>
                    <a:pt x="639827" y="66192"/>
                  </a:lnTo>
                  <a:lnTo>
                    <a:pt x="641749" y="66346"/>
                  </a:lnTo>
                  <a:lnTo>
                    <a:pt x="643670" y="66498"/>
                  </a:lnTo>
                  <a:lnTo>
                    <a:pt x="645592" y="66647"/>
                  </a:lnTo>
                  <a:lnTo>
                    <a:pt x="647513" y="66794"/>
                  </a:lnTo>
                  <a:lnTo>
                    <a:pt x="649434" y="66938"/>
                  </a:lnTo>
                  <a:lnTo>
                    <a:pt x="651356" y="67081"/>
                  </a:lnTo>
                  <a:lnTo>
                    <a:pt x="653277" y="67220"/>
                  </a:lnTo>
                  <a:lnTo>
                    <a:pt x="655199" y="67357"/>
                  </a:lnTo>
                  <a:lnTo>
                    <a:pt x="657120" y="67492"/>
                  </a:lnTo>
                  <a:lnTo>
                    <a:pt x="659042" y="67624"/>
                  </a:lnTo>
                  <a:lnTo>
                    <a:pt x="660963" y="67755"/>
                  </a:lnTo>
                  <a:lnTo>
                    <a:pt x="662884" y="67882"/>
                  </a:lnTo>
                  <a:lnTo>
                    <a:pt x="664806" y="68008"/>
                  </a:lnTo>
                  <a:lnTo>
                    <a:pt x="666727" y="68130"/>
                  </a:lnTo>
                  <a:lnTo>
                    <a:pt x="668649" y="68252"/>
                  </a:lnTo>
                  <a:lnTo>
                    <a:pt x="670570" y="68369"/>
                  </a:lnTo>
                  <a:lnTo>
                    <a:pt x="672491" y="68485"/>
                  </a:lnTo>
                  <a:lnTo>
                    <a:pt x="674413" y="68598"/>
                  </a:lnTo>
                  <a:lnTo>
                    <a:pt x="676334" y="68710"/>
                  </a:lnTo>
                  <a:lnTo>
                    <a:pt x="678256" y="68819"/>
                  </a:lnTo>
                  <a:lnTo>
                    <a:pt x="680177" y="68925"/>
                  </a:lnTo>
                  <a:lnTo>
                    <a:pt x="682098" y="69030"/>
                  </a:lnTo>
                  <a:lnTo>
                    <a:pt x="684020" y="69131"/>
                  </a:lnTo>
                  <a:lnTo>
                    <a:pt x="685941" y="69232"/>
                  </a:lnTo>
                  <a:lnTo>
                    <a:pt x="687863" y="69328"/>
                  </a:lnTo>
                  <a:lnTo>
                    <a:pt x="689784" y="69424"/>
                  </a:lnTo>
                  <a:lnTo>
                    <a:pt x="691705" y="69517"/>
                  </a:lnTo>
                  <a:lnTo>
                    <a:pt x="693627" y="69607"/>
                  </a:lnTo>
                  <a:lnTo>
                    <a:pt x="695548" y="69696"/>
                  </a:lnTo>
                  <a:lnTo>
                    <a:pt x="697470" y="69782"/>
                  </a:lnTo>
                  <a:lnTo>
                    <a:pt x="699391" y="69867"/>
                  </a:lnTo>
                  <a:lnTo>
                    <a:pt x="701312" y="69949"/>
                  </a:lnTo>
                  <a:lnTo>
                    <a:pt x="703234" y="70029"/>
                  </a:lnTo>
                  <a:lnTo>
                    <a:pt x="705155" y="70107"/>
                  </a:lnTo>
                  <a:lnTo>
                    <a:pt x="707077" y="70183"/>
                  </a:lnTo>
                  <a:lnTo>
                    <a:pt x="708998" y="70257"/>
                  </a:lnTo>
                  <a:lnTo>
                    <a:pt x="710919" y="70329"/>
                  </a:lnTo>
                  <a:lnTo>
                    <a:pt x="712841" y="70399"/>
                  </a:lnTo>
                  <a:lnTo>
                    <a:pt x="714762" y="70467"/>
                  </a:lnTo>
                  <a:lnTo>
                    <a:pt x="716684" y="70533"/>
                  </a:lnTo>
                  <a:lnTo>
                    <a:pt x="718605" y="70597"/>
                  </a:lnTo>
                  <a:lnTo>
                    <a:pt x="720526" y="70660"/>
                  </a:lnTo>
                  <a:lnTo>
                    <a:pt x="722448" y="70720"/>
                  </a:lnTo>
                  <a:lnTo>
                    <a:pt x="724369" y="70780"/>
                  </a:lnTo>
                  <a:lnTo>
                    <a:pt x="726291" y="70837"/>
                  </a:lnTo>
                  <a:lnTo>
                    <a:pt x="728212" y="70892"/>
                  </a:lnTo>
                  <a:lnTo>
                    <a:pt x="730134" y="70947"/>
                  </a:lnTo>
                  <a:lnTo>
                    <a:pt x="732055" y="70999"/>
                  </a:lnTo>
                  <a:lnTo>
                    <a:pt x="733976" y="71050"/>
                  </a:lnTo>
                  <a:lnTo>
                    <a:pt x="735898" y="71099"/>
                  </a:lnTo>
                  <a:lnTo>
                    <a:pt x="737819" y="71148"/>
                  </a:lnTo>
                  <a:lnTo>
                    <a:pt x="739741" y="71194"/>
                  </a:lnTo>
                  <a:lnTo>
                    <a:pt x="741662" y="71240"/>
                  </a:lnTo>
                  <a:lnTo>
                    <a:pt x="743583" y="71284"/>
                  </a:lnTo>
                  <a:lnTo>
                    <a:pt x="745505" y="71327"/>
                  </a:lnTo>
                  <a:lnTo>
                    <a:pt x="747426" y="71368"/>
                  </a:lnTo>
                  <a:lnTo>
                    <a:pt x="749348" y="71409"/>
                  </a:lnTo>
                  <a:lnTo>
                    <a:pt x="751269" y="71449"/>
                  </a:lnTo>
                  <a:lnTo>
                    <a:pt x="753190" y="71487"/>
                  </a:lnTo>
                  <a:lnTo>
                    <a:pt x="755112" y="71525"/>
                  </a:lnTo>
                  <a:lnTo>
                    <a:pt x="757033" y="71561"/>
                  </a:lnTo>
                  <a:lnTo>
                    <a:pt x="758955" y="71597"/>
                  </a:lnTo>
                  <a:lnTo>
                    <a:pt x="760876" y="71632"/>
                  </a:lnTo>
                  <a:lnTo>
                    <a:pt x="762797" y="71667"/>
                  </a:lnTo>
                  <a:lnTo>
                    <a:pt x="764719" y="71700"/>
                  </a:lnTo>
                  <a:lnTo>
                    <a:pt x="766640" y="71733"/>
                  </a:lnTo>
                  <a:lnTo>
                    <a:pt x="768562" y="71766"/>
                  </a:lnTo>
                  <a:lnTo>
                    <a:pt x="770483" y="71798"/>
                  </a:lnTo>
                  <a:lnTo>
                    <a:pt x="772404" y="71830"/>
                  </a:lnTo>
                  <a:lnTo>
                    <a:pt x="774326" y="71861"/>
                  </a:lnTo>
                  <a:lnTo>
                    <a:pt x="776247" y="71893"/>
                  </a:lnTo>
                  <a:lnTo>
                    <a:pt x="778169" y="71924"/>
                  </a:lnTo>
                  <a:lnTo>
                    <a:pt x="780090" y="71954"/>
                  </a:lnTo>
                  <a:lnTo>
                    <a:pt x="782011" y="71985"/>
                  </a:lnTo>
                  <a:lnTo>
                    <a:pt x="783933" y="72015"/>
                  </a:lnTo>
                  <a:lnTo>
                    <a:pt x="785854" y="72046"/>
                  </a:lnTo>
                  <a:lnTo>
                    <a:pt x="787776" y="72077"/>
                  </a:lnTo>
                  <a:lnTo>
                    <a:pt x="789697" y="72108"/>
                  </a:lnTo>
                  <a:lnTo>
                    <a:pt x="791618" y="72139"/>
                  </a:lnTo>
                  <a:lnTo>
                    <a:pt x="793540" y="72170"/>
                  </a:lnTo>
                  <a:lnTo>
                    <a:pt x="795461" y="72202"/>
                  </a:lnTo>
                  <a:lnTo>
                    <a:pt x="797383" y="72234"/>
                  </a:lnTo>
                  <a:lnTo>
                    <a:pt x="799304" y="72266"/>
                  </a:lnTo>
                  <a:lnTo>
                    <a:pt x="801226" y="72299"/>
                  </a:lnTo>
                  <a:lnTo>
                    <a:pt x="803147" y="72332"/>
                  </a:lnTo>
                  <a:lnTo>
                    <a:pt x="805068" y="72366"/>
                  </a:lnTo>
                  <a:lnTo>
                    <a:pt x="806990" y="72401"/>
                  </a:lnTo>
                  <a:lnTo>
                    <a:pt x="808911" y="72436"/>
                  </a:lnTo>
                  <a:lnTo>
                    <a:pt x="810833" y="72472"/>
                  </a:lnTo>
                  <a:lnTo>
                    <a:pt x="812754" y="72509"/>
                  </a:lnTo>
                  <a:lnTo>
                    <a:pt x="814675" y="72546"/>
                  </a:lnTo>
                  <a:lnTo>
                    <a:pt x="816597" y="72585"/>
                  </a:lnTo>
                  <a:lnTo>
                    <a:pt x="818518" y="72624"/>
                  </a:lnTo>
                  <a:lnTo>
                    <a:pt x="820440" y="72664"/>
                  </a:lnTo>
                  <a:lnTo>
                    <a:pt x="822361" y="72706"/>
                  </a:lnTo>
                  <a:lnTo>
                    <a:pt x="824282" y="72748"/>
                  </a:lnTo>
                  <a:lnTo>
                    <a:pt x="826204" y="72792"/>
                  </a:lnTo>
                  <a:lnTo>
                    <a:pt x="828125" y="72836"/>
                  </a:lnTo>
                  <a:lnTo>
                    <a:pt x="830047" y="72882"/>
                  </a:lnTo>
                  <a:lnTo>
                    <a:pt x="831968" y="72929"/>
                  </a:lnTo>
                  <a:lnTo>
                    <a:pt x="833889" y="72976"/>
                  </a:lnTo>
                  <a:lnTo>
                    <a:pt x="835811" y="73026"/>
                  </a:lnTo>
                  <a:lnTo>
                    <a:pt x="837732" y="73076"/>
                  </a:lnTo>
                  <a:lnTo>
                    <a:pt x="839654" y="73128"/>
                  </a:lnTo>
                  <a:lnTo>
                    <a:pt x="841575" y="73181"/>
                  </a:lnTo>
                  <a:lnTo>
                    <a:pt x="843496" y="73235"/>
                  </a:lnTo>
                  <a:lnTo>
                    <a:pt x="845418" y="73290"/>
                  </a:lnTo>
                  <a:lnTo>
                    <a:pt x="847339" y="73347"/>
                  </a:lnTo>
                  <a:lnTo>
                    <a:pt x="849261" y="73406"/>
                  </a:lnTo>
                  <a:lnTo>
                    <a:pt x="851182" y="73465"/>
                  </a:lnTo>
                  <a:lnTo>
                    <a:pt x="853103" y="73526"/>
                  </a:lnTo>
                  <a:lnTo>
                    <a:pt x="855025" y="73588"/>
                  </a:lnTo>
                  <a:lnTo>
                    <a:pt x="856946" y="73652"/>
                  </a:lnTo>
                  <a:lnTo>
                    <a:pt x="858868" y="73717"/>
                  </a:lnTo>
                  <a:lnTo>
                    <a:pt x="860789" y="73783"/>
                  </a:lnTo>
                  <a:lnTo>
                    <a:pt x="862710" y="73851"/>
                  </a:lnTo>
                  <a:lnTo>
                    <a:pt x="864632" y="73920"/>
                  </a:lnTo>
                  <a:lnTo>
                    <a:pt x="866553" y="73991"/>
                  </a:lnTo>
                  <a:lnTo>
                    <a:pt x="868475" y="74062"/>
                  </a:lnTo>
                  <a:lnTo>
                    <a:pt x="870396" y="74136"/>
                  </a:lnTo>
                  <a:lnTo>
                    <a:pt x="872318" y="74210"/>
                  </a:lnTo>
                  <a:lnTo>
                    <a:pt x="874239" y="74286"/>
                  </a:lnTo>
                  <a:lnTo>
                    <a:pt x="876160" y="74363"/>
                  </a:lnTo>
                  <a:lnTo>
                    <a:pt x="878082" y="74441"/>
                  </a:lnTo>
                  <a:lnTo>
                    <a:pt x="880003" y="74521"/>
                  </a:lnTo>
                  <a:lnTo>
                    <a:pt x="881925" y="74602"/>
                  </a:lnTo>
                  <a:lnTo>
                    <a:pt x="883846" y="74684"/>
                  </a:lnTo>
                  <a:lnTo>
                    <a:pt x="885767" y="74767"/>
                  </a:lnTo>
                  <a:lnTo>
                    <a:pt x="887689" y="74852"/>
                  </a:lnTo>
                  <a:lnTo>
                    <a:pt x="889610" y="74938"/>
                  </a:lnTo>
                  <a:lnTo>
                    <a:pt x="891532" y="75025"/>
                  </a:lnTo>
                  <a:lnTo>
                    <a:pt x="893453" y="75113"/>
                  </a:lnTo>
                  <a:lnTo>
                    <a:pt x="895374" y="75202"/>
                  </a:lnTo>
                  <a:lnTo>
                    <a:pt x="897296" y="75292"/>
                  </a:lnTo>
                  <a:lnTo>
                    <a:pt x="899217" y="75383"/>
                  </a:lnTo>
                  <a:lnTo>
                    <a:pt x="901139" y="75475"/>
                  </a:lnTo>
                  <a:lnTo>
                    <a:pt x="903060" y="75567"/>
                  </a:lnTo>
                  <a:lnTo>
                    <a:pt x="904981" y="75662"/>
                  </a:lnTo>
                  <a:lnTo>
                    <a:pt x="906903" y="75756"/>
                  </a:lnTo>
                  <a:lnTo>
                    <a:pt x="908824" y="75852"/>
                  </a:lnTo>
                  <a:lnTo>
                    <a:pt x="910746" y="75948"/>
                  </a:lnTo>
                  <a:lnTo>
                    <a:pt x="912667" y="76045"/>
                  </a:lnTo>
                  <a:lnTo>
                    <a:pt x="914588" y="76143"/>
                  </a:lnTo>
                  <a:lnTo>
                    <a:pt x="916510" y="76241"/>
                  </a:lnTo>
                  <a:lnTo>
                    <a:pt x="918431" y="76340"/>
                  </a:lnTo>
                  <a:lnTo>
                    <a:pt x="920353" y="76440"/>
                  </a:lnTo>
                  <a:lnTo>
                    <a:pt x="922274" y="76540"/>
                  </a:lnTo>
                  <a:lnTo>
                    <a:pt x="924195" y="76641"/>
                  </a:lnTo>
                  <a:lnTo>
                    <a:pt x="926117" y="76742"/>
                  </a:lnTo>
                  <a:lnTo>
                    <a:pt x="928038" y="76843"/>
                  </a:lnTo>
                  <a:lnTo>
                    <a:pt x="929960" y="76945"/>
                  </a:lnTo>
                  <a:lnTo>
                    <a:pt x="931881" y="77047"/>
                  </a:lnTo>
                  <a:lnTo>
                    <a:pt x="933802" y="77150"/>
                  </a:lnTo>
                  <a:lnTo>
                    <a:pt x="935724" y="77253"/>
                  </a:lnTo>
                  <a:lnTo>
                    <a:pt x="937645" y="77355"/>
                  </a:lnTo>
                  <a:lnTo>
                    <a:pt x="939567" y="77458"/>
                  </a:lnTo>
                  <a:lnTo>
                    <a:pt x="941488" y="77561"/>
                  </a:lnTo>
                  <a:lnTo>
                    <a:pt x="943410" y="77665"/>
                  </a:lnTo>
                  <a:lnTo>
                    <a:pt x="945331" y="77768"/>
                  </a:lnTo>
                  <a:lnTo>
                    <a:pt x="947252" y="77871"/>
                  </a:lnTo>
                  <a:lnTo>
                    <a:pt x="949174" y="77974"/>
                  </a:lnTo>
                  <a:lnTo>
                    <a:pt x="951095" y="78077"/>
                  </a:lnTo>
                  <a:lnTo>
                    <a:pt x="953017" y="78180"/>
                  </a:lnTo>
                  <a:lnTo>
                    <a:pt x="954938" y="78282"/>
                  </a:lnTo>
                  <a:lnTo>
                    <a:pt x="956859" y="78385"/>
                  </a:lnTo>
                  <a:lnTo>
                    <a:pt x="958781" y="78487"/>
                  </a:lnTo>
                  <a:lnTo>
                    <a:pt x="960702" y="78588"/>
                  </a:lnTo>
                  <a:lnTo>
                    <a:pt x="962624" y="78690"/>
                  </a:lnTo>
                  <a:lnTo>
                    <a:pt x="964545" y="78791"/>
                  </a:lnTo>
                  <a:lnTo>
                    <a:pt x="966466" y="78891"/>
                  </a:lnTo>
                  <a:lnTo>
                    <a:pt x="968388" y="78991"/>
                  </a:lnTo>
                  <a:lnTo>
                    <a:pt x="970309" y="79090"/>
                  </a:lnTo>
                  <a:lnTo>
                    <a:pt x="972231" y="79189"/>
                  </a:lnTo>
                  <a:lnTo>
                    <a:pt x="974152" y="79287"/>
                  </a:lnTo>
                  <a:lnTo>
                    <a:pt x="976073" y="79385"/>
                  </a:lnTo>
                  <a:lnTo>
                    <a:pt x="977995" y="79482"/>
                  </a:lnTo>
                  <a:lnTo>
                    <a:pt x="979916" y="79578"/>
                  </a:lnTo>
                  <a:lnTo>
                    <a:pt x="981838" y="79674"/>
                  </a:lnTo>
                  <a:lnTo>
                    <a:pt x="981838" y="84216"/>
                  </a:lnTo>
                  <a:lnTo>
                    <a:pt x="979916" y="84216"/>
                  </a:lnTo>
                  <a:lnTo>
                    <a:pt x="977995" y="84216"/>
                  </a:lnTo>
                  <a:lnTo>
                    <a:pt x="976073" y="84216"/>
                  </a:lnTo>
                  <a:lnTo>
                    <a:pt x="974152" y="84216"/>
                  </a:lnTo>
                  <a:lnTo>
                    <a:pt x="972231" y="84216"/>
                  </a:lnTo>
                  <a:lnTo>
                    <a:pt x="970309" y="84216"/>
                  </a:lnTo>
                  <a:lnTo>
                    <a:pt x="968388" y="84216"/>
                  </a:lnTo>
                  <a:lnTo>
                    <a:pt x="966466" y="84216"/>
                  </a:lnTo>
                  <a:lnTo>
                    <a:pt x="964545" y="84216"/>
                  </a:lnTo>
                  <a:lnTo>
                    <a:pt x="962624" y="84216"/>
                  </a:lnTo>
                  <a:lnTo>
                    <a:pt x="960702" y="84216"/>
                  </a:lnTo>
                  <a:lnTo>
                    <a:pt x="958781" y="84216"/>
                  </a:lnTo>
                  <a:lnTo>
                    <a:pt x="956859" y="84216"/>
                  </a:lnTo>
                  <a:lnTo>
                    <a:pt x="954938" y="84216"/>
                  </a:lnTo>
                  <a:lnTo>
                    <a:pt x="953017" y="84216"/>
                  </a:lnTo>
                  <a:lnTo>
                    <a:pt x="951095" y="84216"/>
                  </a:lnTo>
                  <a:lnTo>
                    <a:pt x="949174" y="84216"/>
                  </a:lnTo>
                  <a:lnTo>
                    <a:pt x="947252" y="84216"/>
                  </a:lnTo>
                  <a:lnTo>
                    <a:pt x="945331" y="84216"/>
                  </a:lnTo>
                  <a:lnTo>
                    <a:pt x="943410" y="84216"/>
                  </a:lnTo>
                  <a:lnTo>
                    <a:pt x="941488" y="84216"/>
                  </a:lnTo>
                  <a:lnTo>
                    <a:pt x="939567" y="84216"/>
                  </a:lnTo>
                  <a:lnTo>
                    <a:pt x="937645" y="84216"/>
                  </a:lnTo>
                  <a:lnTo>
                    <a:pt x="935724" y="84216"/>
                  </a:lnTo>
                  <a:lnTo>
                    <a:pt x="933802" y="84216"/>
                  </a:lnTo>
                  <a:lnTo>
                    <a:pt x="931881" y="84216"/>
                  </a:lnTo>
                  <a:lnTo>
                    <a:pt x="929960" y="84216"/>
                  </a:lnTo>
                  <a:lnTo>
                    <a:pt x="928038" y="84216"/>
                  </a:lnTo>
                  <a:lnTo>
                    <a:pt x="926117" y="84216"/>
                  </a:lnTo>
                  <a:lnTo>
                    <a:pt x="924195" y="84216"/>
                  </a:lnTo>
                  <a:lnTo>
                    <a:pt x="922274" y="84216"/>
                  </a:lnTo>
                  <a:lnTo>
                    <a:pt x="920353" y="84216"/>
                  </a:lnTo>
                  <a:lnTo>
                    <a:pt x="918431" y="84216"/>
                  </a:lnTo>
                  <a:lnTo>
                    <a:pt x="916510" y="84216"/>
                  </a:lnTo>
                  <a:lnTo>
                    <a:pt x="914588" y="84216"/>
                  </a:lnTo>
                  <a:lnTo>
                    <a:pt x="912667" y="84216"/>
                  </a:lnTo>
                  <a:lnTo>
                    <a:pt x="910746" y="84216"/>
                  </a:lnTo>
                  <a:lnTo>
                    <a:pt x="908824" y="84216"/>
                  </a:lnTo>
                  <a:lnTo>
                    <a:pt x="906903" y="84216"/>
                  </a:lnTo>
                  <a:lnTo>
                    <a:pt x="904981" y="84216"/>
                  </a:lnTo>
                  <a:lnTo>
                    <a:pt x="903060" y="84216"/>
                  </a:lnTo>
                  <a:lnTo>
                    <a:pt x="901139" y="84216"/>
                  </a:lnTo>
                  <a:lnTo>
                    <a:pt x="899217" y="84216"/>
                  </a:lnTo>
                  <a:lnTo>
                    <a:pt x="897296" y="84216"/>
                  </a:lnTo>
                  <a:lnTo>
                    <a:pt x="895374" y="84216"/>
                  </a:lnTo>
                  <a:lnTo>
                    <a:pt x="893453" y="84216"/>
                  </a:lnTo>
                  <a:lnTo>
                    <a:pt x="891532" y="84216"/>
                  </a:lnTo>
                  <a:lnTo>
                    <a:pt x="889610" y="84216"/>
                  </a:lnTo>
                  <a:lnTo>
                    <a:pt x="887689" y="84216"/>
                  </a:lnTo>
                  <a:lnTo>
                    <a:pt x="885767" y="84216"/>
                  </a:lnTo>
                  <a:lnTo>
                    <a:pt x="883846" y="84216"/>
                  </a:lnTo>
                  <a:lnTo>
                    <a:pt x="881925" y="84216"/>
                  </a:lnTo>
                  <a:lnTo>
                    <a:pt x="880003" y="84216"/>
                  </a:lnTo>
                  <a:lnTo>
                    <a:pt x="878082" y="84216"/>
                  </a:lnTo>
                  <a:lnTo>
                    <a:pt x="876160" y="84216"/>
                  </a:lnTo>
                  <a:lnTo>
                    <a:pt x="874239" y="84216"/>
                  </a:lnTo>
                  <a:lnTo>
                    <a:pt x="872318" y="84216"/>
                  </a:lnTo>
                  <a:lnTo>
                    <a:pt x="870396" y="84216"/>
                  </a:lnTo>
                  <a:lnTo>
                    <a:pt x="868475" y="84216"/>
                  </a:lnTo>
                  <a:lnTo>
                    <a:pt x="866553" y="84216"/>
                  </a:lnTo>
                  <a:lnTo>
                    <a:pt x="864632" y="84216"/>
                  </a:lnTo>
                  <a:lnTo>
                    <a:pt x="862710" y="84216"/>
                  </a:lnTo>
                  <a:lnTo>
                    <a:pt x="860789" y="84216"/>
                  </a:lnTo>
                  <a:lnTo>
                    <a:pt x="858868" y="84216"/>
                  </a:lnTo>
                  <a:lnTo>
                    <a:pt x="856946" y="84216"/>
                  </a:lnTo>
                  <a:lnTo>
                    <a:pt x="855025" y="84216"/>
                  </a:lnTo>
                  <a:lnTo>
                    <a:pt x="853103" y="84216"/>
                  </a:lnTo>
                  <a:lnTo>
                    <a:pt x="851182" y="84216"/>
                  </a:lnTo>
                  <a:lnTo>
                    <a:pt x="849261" y="84216"/>
                  </a:lnTo>
                  <a:lnTo>
                    <a:pt x="847339" y="84216"/>
                  </a:lnTo>
                  <a:lnTo>
                    <a:pt x="845418" y="84216"/>
                  </a:lnTo>
                  <a:lnTo>
                    <a:pt x="843496" y="84216"/>
                  </a:lnTo>
                  <a:lnTo>
                    <a:pt x="841575" y="84216"/>
                  </a:lnTo>
                  <a:lnTo>
                    <a:pt x="839654" y="84216"/>
                  </a:lnTo>
                  <a:lnTo>
                    <a:pt x="837732" y="84216"/>
                  </a:lnTo>
                  <a:lnTo>
                    <a:pt x="835811" y="84216"/>
                  </a:lnTo>
                  <a:lnTo>
                    <a:pt x="833889" y="84216"/>
                  </a:lnTo>
                  <a:lnTo>
                    <a:pt x="831968" y="84216"/>
                  </a:lnTo>
                  <a:lnTo>
                    <a:pt x="830047" y="84216"/>
                  </a:lnTo>
                  <a:lnTo>
                    <a:pt x="828125" y="84216"/>
                  </a:lnTo>
                  <a:lnTo>
                    <a:pt x="826204" y="84216"/>
                  </a:lnTo>
                  <a:lnTo>
                    <a:pt x="824282" y="84216"/>
                  </a:lnTo>
                  <a:lnTo>
                    <a:pt x="822361" y="84216"/>
                  </a:lnTo>
                  <a:lnTo>
                    <a:pt x="820440" y="84216"/>
                  </a:lnTo>
                  <a:lnTo>
                    <a:pt x="818518" y="84216"/>
                  </a:lnTo>
                  <a:lnTo>
                    <a:pt x="816597" y="84216"/>
                  </a:lnTo>
                  <a:lnTo>
                    <a:pt x="814675" y="84216"/>
                  </a:lnTo>
                  <a:lnTo>
                    <a:pt x="812754" y="84216"/>
                  </a:lnTo>
                  <a:lnTo>
                    <a:pt x="810833" y="84216"/>
                  </a:lnTo>
                  <a:lnTo>
                    <a:pt x="808911" y="84216"/>
                  </a:lnTo>
                  <a:lnTo>
                    <a:pt x="806990" y="84216"/>
                  </a:lnTo>
                  <a:lnTo>
                    <a:pt x="805068" y="84216"/>
                  </a:lnTo>
                  <a:lnTo>
                    <a:pt x="803147" y="84216"/>
                  </a:lnTo>
                  <a:lnTo>
                    <a:pt x="801226" y="84216"/>
                  </a:lnTo>
                  <a:lnTo>
                    <a:pt x="799304" y="84216"/>
                  </a:lnTo>
                  <a:lnTo>
                    <a:pt x="797383" y="84216"/>
                  </a:lnTo>
                  <a:lnTo>
                    <a:pt x="795461" y="84216"/>
                  </a:lnTo>
                  <a:lnTo>
                    <a:pt x="793540" y="84216"/>
                  </a:lnTo>
                  <a:lnTo>
                    <a:pt x="791618" y="84216"/>
                  </a:lnTo>
                  <a:lnTo>
                    <a:pt x="789697" y="84216"/>
                  </a:lnTo>
                  <a:lnTo>
                    <a:pt x="787776" y="84216"/>
                  </a:lnTo>
                  <a:lnTo>
                    <a:pt x="785854" y="84216"/>
                  </a:lnTo>
                  <a:lnTo>
                    <a:pt x="783933" y="84216"/>
                  </a:lnTo>
                  <a:lnTo>
                    <a:pt x="782011" y="84216"/>
                  </a:lnTo>
                  <a:lnTo>
                    <a:pt x="780090" y="84216"/>
                  </a:lnTo>
                  <a:lnTo>
                    <a:pt x="778169" y="84216"/>
                  </a:lnTo>
                  <a:lnTo>
                    <a:pt x="776247" y="84216"/>
                  </a:lnTo>
                  <a:lnTo>
                    <a:pt x="774326" y="84216"/>
                  </a:lnTo>
                  <a:lnTo>
                    <a:pt x="772404" y="84216"/>
                  </a:lnTo>
                  <a:lnTo>
                    <a:pt x="770483" y="84216"/>
                  </a:lnTo>
                  <a:lnTo>
                    <a:pt x="768562" y="84216"/>
                  </a:lnTo>
                  <a:lnTo>
                    <a:pt x="766640" y="84216"/>
                  </a:lnTo>
                  <a:lnTo>
                    <a:pt x="764719" y="84216"/>
                  </a:lnTo>
                  <a:lnTo>
                    <a:pt x="762797" y="84216"/>
                  </a:lnTo>
                  <a:lnTo>
                    <a:pt x="760876" y="84216"/>
                  </a:lnTo>
                  <a:lnTo>
                    <a:pt x="758955" y="84216"/>
                  </a:lnTo>
                  <a:lnTo>
                    <a:pt x="757033" y="84216"/>
                  </a:lnTo>
                  <a:lnTo>
                    <a:pt x="755112" y="84216"/>
                  </a:lnTo>
                  <a:lnTo>
                    <a:pt x="753190" y="84216"/>
                  </a:lnTo>
                  <a:lnTo>
                    <a:pt x="751269" y="84216"/>
                  </a:lnTo>
                  <a:lnTo>
                    <a:pt x="749348" y="84216"/>
                  </a:lnTo>
                  <a:lnTo>
                    <a:pt x="747426" y="84216"/>
                  </a:lnTo>
                  <a:lnTo>
                    <a:pt x="745505" y="84216"/>
                  </a:lnTo>
                  <a:lnTo>
                    <a:pt x="743583" y="84216"/>
                  </a:lnTo>
                  <a:lnTo>
                    <a:pt x="741662" y="84216"/>
                  </a:lnTo>
                  <a:lnTo>
                    <a:pt x="739741" y="84216"/>
                  </a:lnTo>
                  <a:lnTo>
                    <a:pt x="737819" y="84216"/>
                  </a:lnTo>
                  <a:lnTo>
                    <a:pt x="735898" y="84216"/>
                  </a:lnTo>
                  <a:lnTo>
                    <a:pt x="733976" y="84216"/>
                  </a:lnTo>
                  <a:lnTo>
                    <a:pt x="732055" y="84216"/>
                  </a:lnTo>
                  <a:lnTo>
                    <a:pt x="730134" y="84216"/>
                  </a:lnTo>
                  <a:lnTo>
                    <a:pt x="728212" y="84216"/>
                  </a:lnTo>
                  <a:lnTo>
                    <a:pt x="726291" y="84216"/>
                  </a:lnTo>
                  <a:lnTo>
                    <a:pt x="724369" y="84216"/>
                  </a:lnTo>
                  <a:lnTo>
                    <a:pt x="722448" y="84216"/>
                  </a:lnTo>
                  <a:lnTo>
                    <a:pt x="720526" y="84216"/>
                  </a:lnTo>
                  <a:lnTo>
                    <a:pt x="718605" y="84216"/>
                  </a:lnTo>
                  <a:lnTo>
                    <a:pt x="716684" y="84216"/>
                  </a:lnTo>
                  <a:lnTo>
                    <a:pt x="714762" y="84216"/>
                  </a:lnTo>
                  <a:lnTo>
                    <a:pt x="712841" y="84216"/>
                  </a:lnTo>
                  <a:lnTo>
                    <a:pt x="710919" y="84216"/>
                  </a:lnTo>
                  <a:lnTo>
                    <a:pt x="708998" y="84216"/>
                  </a:lnTo>
                  <a:lnTo>
                    <a:pt x="707077" y="84216"/>
                  </a:lnTo>
                  <a:lnTo>
                    <a:pt x="705155" y="84216"/>
                  </a:lnTo>
                  <a:lnTo>
                    <a:pt x="703234" y="84216"/>
                  </a:lnTo>
                  <a:lnTo>
                    <a:pt x="701312" y="84216"/>
                  </a:lnTo>
                  <a:lnTo>
                    <a:pt x="699391" y="84216"/>
                  </a:lnTo>
                  <a:lnTo>
                    <a:pt x="697470" y="84216"/>
                  </a:lnTo>
                  <a:lnTo>
                    <a:pt x="695548" y="84216"/>
                  </a:lnTo>
                  <a:lnTo>
                    <a:pt x="693627" y="84216"/>
                  </a:lnTo>
                  <a:lnTo>
                    <a:pt x="691705" y="84216"/>
                  </a:lnTo>
                  <a:lnTo>
                    <a:pt x="689784" y="84216"/>
                  </a:lnTo>
                  <a:lnTo>
                    <a:pt x="687863" y="84216"/>
                  </a:lnTo>
                  <a:lnTo>
                    <a:pt x="685941" y="84216"/>
                  </a:lnTo>
                  <a:lnTo>
                    <a:pt x="684020" y="84216"/>
                  </a:lnTo>
                  <a:lnTo>
                    <a:pt x="682098" y="84216"/>
                  </a:lnTo>
                  <a:lnTo>
                    <a:pt x="680177" y="84216"/>
                  </a:lnTo>
                  <a:lnTo>
                    <a:pt x="678256" y="84216"/>
                  </a:lnTo>
                  <a:lnTo>
                    <a:pt x="676334" y="84216"/>
                  </a:lnTo>
                  <a:lnTo>
                    <a:pt x="674413" y="84216"/>
                  </a:lnTo>
                  <a:lnTo>
                    <a:pt x="672491" y="84216"/>
                  </a:lnTo>
                  <a:lnTo>
                    <a:pt x="670570" y="84216"/>
                  </a:lnTo>
                  <a:lnTo>
                    <a:pt x="668649" y="84216"/>
                  </a:lnTo>
                  <a:lnTo>
                    <a:pt x="666727" y="84216"/>
                  </a:lnTo>
                  <a:lnTo>
                    <a:pt x="664806" y="84216"/>
                  </a:lnTo>
                  <a:lnTo>
                    <a:pt x="662884" y="84216"/>
                  </a:lnTo>
                  <a:lnTo>
                    <a:pt x="660963" y="84216"/>
                  </a:lnTo>
                  <a:lnTo>
                    <a:pt x="659042" y="84216"/>
                  </a:lnTo>
                  <a:lnTo>
                    <a:pt x="657120" y="84216"/>
                  </a:lnTo>
                  <a:lnTo>
                    <a:pt x="655199" y="84216"/>
                  </a:lnTo>
                  <a:lnTo>
                    <a:pt x="653277" y="84216"/>
                  </a:lnTo>
                  <a:lnTo>
                    <a:pt x="651356" y="84216"/>
                  </a:lnTo>
                  <a:lnTo>
                    <a:pt x="649434" y="84216"/>
                  </a:lnTo>
                  <a:lnTo>
                    <a:pt x="647513" y="84216"/>
                  </a:lnTo>
                  <a:lnTo>
                    <a:pt x="645592" y="84216"/>
                  </a:lnTo>
                  <a:lnTo>
                    <a:pt x="643670" y="84216"/>
                  </a:lnTo>
                  <a:lnTo>
                    <a:pt x="641749" y="84216"/>
                  </a:lnTo>
                  <a:lnTo>
                    <a:pt x="639827" y="84216"/>
                  </a:lnTo>
                  <a:lnTo>
                    <a:pt x="637906" y="84216"/>
                  </a:lnTo>
                  <a:lnTo>
                    <a:pt x="635985" y="84216"/>
                  </a:lnTo>
                  <a:lnTo>
                    <a:pt x="634063" y="84216"/>
                  </a:lnTo>
                  <a:lnTo>
                    <a:pt x="632142" y="84216"/>
                  </a:lnTo>
                  <a:lnTo>
                    <a:pt x="630220" y="84216"/>
                  </a:lnTo>
                  <a:lnTo>
                    <a:pt x="628299" y="84216"/>
                  </a:lnTo>
                  <a:lnTo>
                    <a:pt x="626378" y="84216"/>
                  </a:lnTo>
                  <a:lnTo>
                    <a:pt x="624456" y="84216"/>
                  </a:lnTo>
                  <a:lnTo>
                    <a:pt x="622535" y="84216"/>
                  </a:lnTo>
                  <a:lnTo>
                    <a:pt x="620613" y="84216"/>
                  </a:lnTo>
                  <a:lnTo>
                    <a:pt x="618692" y="84216"/>
                  </a:lnTo>
                  <a:lnTo>
                    <a:pt x="616771" y="84216"/>
                  </a:lnTo>
                  <a:lnTo>
                    <a:pt x="614849" y="84216"/>
                  </a:lnTo>
                  <a:lnTo>
                    <a:pt x="612928" y="84216"/>
                  </a:lnTo>
                  <a:lnTo>
                    <a:pt x="611006" y="84216"/>
                  </a:lnTo>
                  <a:lnTo>
                    <a:pt x="609085" y="84216"/>
                  </a:lnTo>
                  <a:lnTo>
                    <a:pt x="607164" y="84216"/>
                  </a:lnTo>
                  <a:lnTo>
                    <a:pt x="605242" y="84216"/>
                  </a:lnTo>
                  <a:lnTo>
                    <a:pt x="603321" y="84216"/>
                  </a:lnTo>
                  <a:lnTo>
                    <a:pt x="601399" y="84216"/>
                  </a:lnTo>
                  <a:lnTo>
                    <a:pt x="599478" y="84216"/>
                  </a:lnTo>
                  <a:lnTo>
                    <a:pt x="597557" y="84216"/>
                  </a:lnTo>
                  <a:lnTo>
                    <a:pt x="595635" y="84216"/>
                  </a:lnTo>
                  <a:lnTo>
                    <a:pt x="593714" y="84216"/>
                  </a:lnTo>
                  <a:lnTo>
                    <a:pt x="591792" y="84216"/>
                  </a:lnTo>
                  <a:lnTo>
                    <a:pt x="589871" y="84216"/>
                  </a:lnTo>
                  <a:lnTo>
                    <a:pt x="587950" y="84216"/>
                  </a:lnTo>
                  <a:lnTo>
                    <a:pt x="586028" y="84216"/>
                  </a:lnTo>
                  <a:lnTo>
                    <a:pt x="584107" y="84216"/>
                  </a:lnTo>
                  <a:lnTo>
                    <a:pt x="582185" y="84216"/>
                  </a:lnTo>
                  <a:lnTo>
                    <a:pt x="580264" y="84216"/>
                  </a:lnTo>
                  <a:lnTo>
                    <a:pt x="578342" y="84216"/>
                  </a:lnTo>
                  <a:lnTo>
                    <a:pt x="576421" y="84216"/>
                  </a:lnTo>
                  <a:lnTo>
                    <a:pt x="574500" y="84216"/>
                  </a:lnTo>
                  <a:lnTo>
                    <a:pt x="572578" y="84216"/>
                  </a:lnTo>
                  <a:lnTo>
                    <a:pt x="570657" y="84216"/>
                  </a:lnTo>
                  <a:lnTo>
                    <a:pt x="568735" y="84216"/>
                  </a:lnTo>
                  <a:lnTo>
                    <a:pt x="566814" y="84216"/>
                  </a:lnTo>
                  <a:lnTo>
                    <a:pt x="564893" y="84216"/>
                  </a:lnTo>
                  <a:lnTo>
                    <a:pt x="562971" y="84216"/>
                  </a:lnTo>
                  <a:lnTo>
                    <a:pt x="561050" y="84216"/>
                  </a:lnTo>
                  <a:lnTo>
                    <a:pt x="559128" y="84216"/>
                  </a:lnTo>
                  <a:lnTo>
                    <a:pt x="557207" y="84216"/>
                  </a:lnTo>
                  <a:lnTo>
                    <a:pt x="555286" y="84216"/>
                  </a:lnTo>
                  <a:lnTo>
                    <a:pt x="553364" y="84216"/>
                  </a:lnTo>
                  <a:lnTo>
                    <a:pt x="551443" y="84216"/>
                  </a:lnTo>
                  <a:lnTo>
                    <a:pt x="549521" y="84216"/>
                  </a:lnTo>
                  <a:lnTo>
                    <a:pt x="547600" y="84216"/>
                  </a:lnTo>
                  <a:lnTo>
                    <a:pt x="545679" y="84216"/>
                  </a:lnTo>
                  <a:lnTo>
                    <a:pt x="543757" y="84216"/>
                  </a:lnTo>
                  <a:lnTo>
                    <a:pt x="541836" y="84216"/>
                  </a:lnTo>
                  <a:lnTo>
                    <a:pt x="539914" y="84216"/>
                  </a:lnTo>
                  <a:lnTo>
                    <a:pt x="537993" y="84216"/>
                  </a:lnTo>
                  <a:lnTo>
                    <a:pt x="536072" y="84216"/>
                  </a:lnTo>
                  <a:lnTo>
                    <a:pt x="534150" y="84216"/>
                  </a:lnTo>
                  <a:lnTo>
                    <a:pt x="532229" y="84216"/>
                  </a:lnTo>
                  <a:lnTo>
                    <a:pt x="530307" y="84216"/>
                  </a:lnTo>
                  <a:lnTo>
                    <a:pt x="528386" y="84216"/>
                  </a:lnTo>
                  <a:lnTo>
                    <a:pt x="526465" y="84216"/>
                  </a:lnTo>
                  <a:lnTo>
                    <a:pt x="524543" y="84216"/>
                  </a:lnTo>
                  <a:lnTo>
                    <a:pt x="522622" y="84216"/>
                  </a:lnTo>
                  <a:lnTo>
                    <a:pt x="520700" y="84216"/>
                  </a:lnTo>
                  <a:lnTo>
                    <a:pt x="518779" y="84216"/>
                  </a:lnTo>
                  <a:lnTo>
                    <a:pt x="516858" y="84216"/>
                  </a:lnTo>
                  <a:lnTo>
                    <a:pt x="514936" y="84216"/>
                  </a:lnTo>
                  <a:lnTo>
                    <a:pt x="513015" y="84216"/>
                  </a:lnTo>
                  <a:lnTo>
                    <a:pt x="511093" y="84216"/>
                  </a:lnTo>
                  <a:lnTo>
                    <a:pt x="509172" y="84216"/>
                  </a:lnTo>
                  <a:lnTo>
                    <a:pt x="507250" y="84216"/>
                  </a:lnTo>
                  <a:lnTo>
                    <a:pt x="505329" y="84216"/>
                  </a:lnTo>
                  <a:lnTo>
                    <a:pt x="503408" y="84216"/>
                  </a:lnTo>
                  <a:lnTo>
                    <a:pt x="501486" y="84216"/>
                  </a:lnTo>
                  <a:lnTo>
                    <a:pt x="499565" y="84216"/>
                  </a:lnTo>
                  <a:lnTo>
                    <a:pt x="497643" y="84216"/>
                  </a:lnTo>
                  <a:lnTo>
                    <a:pt x="495722" y="84216"/>
                  </a:lnTo>
                  <a:lnTo>
                    <a:pt x="493801" y="84216"/>
                  </a:lnTo>
                  <a:lnTo>
                    <a:pt x="491879" y="84216"/>
                  </a:lnTo>
                  <a:lnTo>
                    <a:pt x="489958" y="84216"/>
                  </a:lnTo>
                  <a:lnTo>
                    <a:pt x="488036" y="84216"/>
                  </a:lnTo>
                  <a:lnTo>
                    <a:pt x="486115" y="84216"/>
                  </a:lnTo>
                  <a:lnTo>
                    <a:pt x="484194" y="84216"/>
                  </a:lnTo>
                  <a:lnTo>
                    <a:pt x="482272" y="84216"/>
                  </a:lnTo>
                  <a:lnTo>
                    <a:pt x="480351" y="84216"/>
                  </a:lnTo>
                  <a:lnTo>
                    <a:pt x="478429" y="84216"/>
                  </a:lnTo>
                  <a:lnTo>
                    <a:pt x="476508" y="84216"/>
                  </a:lnTo>
                  <a:lnTo>
                    <a:pt x="474587" y="84216"/>
                  </a:lnTo>
                  <a:lnTo>
                    <a:pt x="472665" y="84216"/>
                  </a:lnTo>
                  <a:lnTo>
                    <a:pt x="470744" y="84216"/>
                  </a:lnTo>
                  <a:lnTo>
                    <a:pt x="468822" y="84216"/>
                  </a:lnTo>
                  <a:lnTo>
                    <a:pt x="466901" y="84216"/>
                  </a:lnTo>
                  <a:lnTo>
                    <a:pt x="464980" y="84216"/>
                  </a:lnTo>
                  <a:lnTo>
                    <a:pt x="463058" y="84216"/>
                  </a:lnTo>
                  <a:lnTo>
                    <a:pt x="461137" y="84216"/>
                  </a:lnTo>
                  <a:lnTo>
                    <a:pt x="459215" y="84216"/>
                  </a:lnTo>
                  <a:lnTo>
                    <a:pt x="457294" y="84216"/>
                  </a:lnTo>
                  <a:lnTo>
                    <a:pt x="455373" y="84216"/>
                  </a:lnTo>
                  <a:lnTo>
                    <a:pt x="453451" y="84216"/>
                  </a:lnTo>
                  <a:lnTo>
                    <a:pt x="451530" y="84216"/>
                  </a:lnTo>
                  <a:lnTo>
                    <a:pt x="449608" y="84216"/>
                  </a:lnTo>
                  <a:lnTo>
                    <a:pt x="447687" y="84216"/>
                  </a:lnTo>
                  <a:lnTo>
                    <a:pt x="445766" y="84216"/>
                  </a:lnTo>
                  <a:lnTo>
                    <a:pt x="443844" y="84216"/>
                  </a:lnTo>
                  <a:lnTo>
                    <a:pt x="441923" y="84216"/>
                  </a:lnTo>
                  <a:lnTo>
                    <a:pt x="440001" y="84216"/>
                  </a:lnTo>
                  <a:lnTo>
                    <a:pt x="438080" y="84216"/>
                  </a:lnTo>
                  <a:lnTo>
                    <a:pt x="436159" y="84216"/>
                  </a:lnTo>
                  <a:lnTo>
                    <a:pt x="434237" y="84216"/>
                  </a:lnTo>
                  <a:lnTo>
                    <a:pt x="432316" y="84216"/>
                  </a:lnTo>
                  <a:lnTo>
                    <a:pt x="430394" y="84216"/>
                  </a:lnTo>
                  <a:lnTo>
                    <a:pt x="428473" y="84216"/>
                  </a:lnTo>
                  <a:lnTo>
                    <a:pt x="426551" y="84216"/>
                  </a:lnTo>
                  <a:lnTo>
                    <a:pt x="424630" y="84216"/>
                  </a:lnTo>
                  <a:lnTo>
                    <a:pt x="422709" y="84216"/>
                  </a:lnTo>
                  <a:lnTo>
                    <a:pt x="420787" y="84216"/>
                  </a:lnTo>
                  <a:lnTo>
                    <a:pt x="418866" y="84216"/>
                  </a:lnTo>
                  <a:lnTo>
                    <a:pt x="416944" y="84216"/>
                  </a:lnTo>
                  <a:lnTo>
                    <a:pt x="415023" y="84216"/>
                  </a:lnTo>
                  <a:lnTo>
                    <a:pt x="413102" y="84216"/>
                  </a:lnTo>
                  <a:lnTo>
                    <a:pt x="411180" y="84216"/>
                  </a:lnTo>
                  <a:lnTo>
                    <a:pt x="409259" y="84216"/>
                  </a:lnTo>
                  <a:lnTo>
                    <a:pt x="407337" y="84216"/>
                  </a:lnTo>
                  <a:lnTo>
                    <a:pt x="405416" y="84216"/>
                  </a:lnTo>
                  <a:lnTo>
                    <a:pt x="403495" y="84216"/>
                  </a:lnTo>
                  <a:lnTo>
                    <a:pt x="401573" y="84216"/>
                  </a:lnTo>
                  <a:lnTo>
                    <a:pt x="399652" y="84216"/>
                  </a:lnTo>
                  <a:lnTo>
                    <a:pt x="397730" y="84216"/>
                  </a:lnTo>
                  <a:lnTo>
                    <a:pt x="395809" y="84216"/>
                  </a:lnTo>
                  <a:lnTo>
                    <a:pt x="393888" y="84216"/>
                  </a:lnTo>
                  <a:lnTo>
                    <a:pt x="391966" y="84216"/>
                  </a:lnTo>
                  <a:lnTo>
                    <a:pt x="390045" y="84216"/>
                  </a:lnTo>
                  <a:lnTo>
                    <a:pt x="388123" y="84216"/>
                  </a:lnTo>
                  <a:lnTo>
                    <a:pt x="386202" y="84216"/>
                  </a:lnTo>
                  <a:lnTo>
                    <a:pt x="384281" y="84216"/>
                  </a:lnTo>
                  <a:lnTo>
                    <a:pt x="382359" y="84216"/>
                  </a:lnTo>
                  <a:lnTo>
                    <a:pt x="380438" y="84216"/>
                  </a:lnTo>
                  <a:lnTo>
                    <a:pt x="378516" y="84216"/>
                  </a:lnTo>
                  <a:lnTo>
                    <a:pt x="376595" y="84216"/>
                  </a:lnTo>
                  <a:lnTo>
                    <a:pt x="374674" y="84216"/>
                  </a:lnTo>
                  <a:lnTo>
                    <a:pt x="372752" y="84216"/>
                  </a:lnTo>
                  <a:lnTo>
                    <a:pt x="370831" y="84216"/>
                  </a:lnTo>
                  <a:lnTo>
                    <a:pt x="368909" y="84216"/>
                  </a:lnTo>
                  <a:lnTo>
                    <a:pt x="366988" y="84216"/>
                  </a:lnTo>
                  <a:lnTo>
                    <a:pt x="365067" y="84216"/>
                  </a:lnTo>
                  <a:lnTo>
                    <a:pt x="363145" y="84216"/>
                  </a:lnTo>
                  <a:lnTo>
                    <a:pt x="361224" y="84216"/>
                  </a:lnTo>
                  <a:lnTo>
                    <a:pt x="359302" y="84216"/>
                  </a:lnTo>
                  <a:lnTo>
                    <a:pt x="357381" y="84216"/>
                  </a:lnTo>
                  <a:lnTo>
                    <a:pt x="355459" y="84216"/>
                  </a:lnTo>
                  <a:lnTo>
                    <a:pt x="353538" y="84216"/>
                  </a:lnTo>
                  <a:lnTo>
                    <a:pt x="351617" y="84216"/>
                  </a:lnTo>
                  <a:lnTo>
                    <a:pt x="349695" y="84216"/>
                  </a:lnTo>
                  <a:lnTo>
                    <a:pt x="347774" y="84216"/>
                  </a:lnTo>
                  <a:lnTo>
                    <a:pt x="345852" y="84216"/>
                  </a:lnTo>
                  <a:lnTo>
                    <a:pt x="343931" y="84216"/>
                  </a:lnTo>
                  <a:lnTo>
                    <a:pt x="342010" y="84216"/>
                  </a:lnTo>
                  <a:lnTo>
                    <a:pt x="340088" y="84216"/>
                  </a:lnTo>
                  <a:lnTo>
                    <a:pt x="338167" y="84216"/>
                  </a:lnTo>
                  <a:lnTo>
                    <a:pt x="336245" y="84216"/>
                  </a:lnTo>
                  <a:lnTo>
                    <a:pt x="334324" y="84216"/>
                  </a:lnTo>
                  <a:lnTo>
                    <a:pt x="332403" y="84216"/>
                  </a:lnTo>
                  <a:lnTo>
                    <a:pt x="330481" y="84216"/>
                  </a:lnTo>
                  <a:lnTo>
                    <a:pt x="328560" y="84216"/>
                  </a:lnTo>
                  <a:lnTo>
                    <a:pt x="326638" y="84216"/>
                  </a:lnTo>
                  <a:lnTo>
                    <a:pt x="324717" y="84216"/>
                  </a:lnTo>
                  <a:lnTo>
                    <a:pt x="322796" y="84216"/>
                  </a:lnTo>
                  <a:lnTo>
                    <a:pt x="320874" y="84216"/>
                  </a:lnTo>
                  <a:lnTo>
                    <a:pt x="318953" y="84216"/>
                  </a:lnTo>
                  <a:lnTo>
                    <a:pt x="317031" y="84216"/>
                  </a:lnTo>
                  <a:lnTo>
                    <a:pt x="315110" y="84216"/>
                  </a:lnTo>
                  <a:lnTo>
                    <a:pt x="313189" y="84216"/>
                  </a:lnTo>
                  <a:lnTo>
                    <a:pt x="311267" y="84216"/>
                  </a:lnTo>
                  <a:lnTo>
                    <a:pt x="309346" y="84216"/>
                  </a:lnTo>
                  <a:lnTo>
                    <a:pt x="307424" y="84216"/>
                  </a:lnTo>
                  <a:lnTo>
                    <a:pt x="305503" y="84216"/>
                  </a:lnTo>
                  <a:lnTo>
                    <a:pt x="303582" y="84216"/>
                  </a:lnTo>
                  <a:lnTo>
                    <a:pt x="301660" y="84216"/>
                  </a:lnTo>
                  <a:lnTo>
                    <a:pt x="299739" y="84216"/>
                  </a:lnTo>
                  <a:lnTo>
                    <a:pt x="297817" y="84216"/>
                  </a:lnTo>
                  <a:lnTo>
                    <a:pt x="295896" y="84216"/>
                  </a:lnTo>
                  <a:lnTo>
                    <a:pt x="293975" y="84216"/>
                  </a:lnTo>
                  <a:lnTo>
                    <a:pt x="292053" y="84216"/>
                  </a:lnTo>
                  <a:lnTo>
                    <a:pt x="290132" y="84216"/>
                  </a:lnTo>
                  <a:lnTo>
                    <a:pt x="288210" y="84216"/>
                  </a:lnTo>
                  <a:lnTo>
                    <a:pt x="286289" y="84216"/>
                  </a:lnTo>
                  <a:lnTo>
                    <a:pt x="284367" y="84216"/>
                  </a:lnTo>
                  <a:lnTo>
                    <a:pt x="282446" y="84216"/>
                  </a:lnTo>
                  <a:lnTo>
                    <a:pt x="280525" y="84216"/>
                  </a:lnTo>
                  <a:lnTo>
                    <a:pt x="278603" y="84216"/>
                  </a:lnTo>
                  <a:lnTo>
                    <a:pt x="276682" y="84216"/>
                  </a:lnTo>
                  <a:lnTo>
                    <a:pt x="274760" y="84216"/>
                  </a:lnTo>
                  <a:lnTo>
                    <a:pt x="272839" y="84216"/>
                  </a:lnTo>
                  <a:lnTo>
                    <a:pt x="270918" y="84216"/>
                  </a:lnTo>
                  <a:lnTo>
                    <a:pt x="268996" y="84216"/>
                  </a:lnTo>
                  <a:lnTo>
                    <a:pt x="267075" y="84216"/>
                  </a:lnTo>
                  <a:lnTo>
                    <a:pt x="265153" y="84216"/>
                  </a:lnTo>
                  <a:lnTo>
                    <a:pt x="263232" y="84216"/>
                  </a:lnTo>
                  <a:lnTo>
                    <a:pt x="261311" y="84216"/>
                  </a:lnTo>
                  <a:lnTo>
                    <a:pt x="259389" y="84216"/>
                  </a:lnTo>
                  <a:lnTo>
                    <a:pt x="257468" y="84216"/>
                  </a:lnTo>
                  <a:lnTo>
                    <a:pt x="255546" y="84216"/>
                  </a:lnTo>
                  <a:lnTo>
                    <a:pt x="253625" y="84216"/>
                  </a:lnTo>
                  <a:lnTo>
                    <a:pt x="251704" y="84216"/>
                  </a:lnTo>
                  <a:lnTo>
                    <a:pt x="249782" y="84216"/>
                  </a:lnTo>
                  <a:lnTo>
                    <a:pt x="247861" y="84216"/>
                  </a:lnTo>
                  <a:lnTo>
                    <a:pt x="245939" y="84216"/>
                  </a:lnTo>
                  <a:lnTo>
                    <a:pt x="244018" y="84216"/>
                  </a:lnTo>
                  <a:lnTo>
                    <a:pt x="242097" y="84216"/>
                  </a:lnTo>
                  <a:lnTo>
                    <a:pt x="240175" y="84216"/>
                  </a:lnTo>
                  <a:lnTo>
                    <a:pt x="238254" y="84216"/>
                  </a:lnTo>
                  <a:lnTo>
                    <a:pt x="236332" y="84216"/>
                  </a:lnTo>
                  <a:lnTo>
                    <a:pt x="234411" y="84216"/>
                  </a:lnTo>
                  <a:lnTo>
                    <a:pt x="232490" y="84216"/>
                  </a:lnTo>
                  <a:lnTo>
                    <a:pt x="230568" y="84216"/>
                  </a:lnTo>
                  <a:lnTo>
                    <a:pt x="228647" y="84216"/>
                  </a:lnTo>
                  <a:lnTo>
                    <a:pt x="226725" y="84216"/>
                  </a:lnTo>
                  <a:lnTo>
                    <a:pt x="224804" y="84216"/>
                  </a:lnTo>
                  <a:lnTo>
                    <a:pt x="222883" y="84216"/>
                  </a:lnTo>
                  <a:lnTo>
                    <a:pt x="220961" y="84216"/>
                  </a:lnTo>
                  <a:lnTo>
                    <a:pt x="219040" y="84216"/>
                  </a:lnTo>
                  <a:lnTo>
                    <a:pt x="217118" y="84216"/>
                  </a:lnTo>
                  <a:lnTo>
                    <a:pt x="215197" y="84216"/>
                  </a:lnTo>
                  <a:lnTo>
                    <a:pt x="213275" y="84216"/>
                  </a:lnTo>
                  <a:lnTo>
                    <a:pt x="211354" y="84216"/>
                  </a:lnTo>
                  <a:lnTo>
                    <a:pt x="209433" y="84216"/>
                  </a:lnTo>
                  <a:lnTo>
                    <a:pt x="207511" y="84216"/>
                  </a:lnTo>
                  <a:lnTo>
                    <a:pt x="205590" y="84216"/>
                  </a:lnTo>
                  <a:lnTo>
                    <a:pt x="203668" y="84216"/>
                  </a:lnTo>
                  <a:lnTo>
                    <a:pt x="201747" y="84216"/>
                  </a:lnTo>
                  <a:lnTo>
                    <a:pt x="199826" y="84216"/>
                  </a:lnTo>
                  <a:lnTo>
                    <a:pt x="197904" y="84216"/>
                  </a:lnTo>
                  <a:lnTo>
                    <a:pt x="195983" y="84216"/>
                  </a:lnTo>
                  <a:lnTo>
                    <a:pt x="194061" y="84216"/>
                  </a:lnTo>
                  <a:lnTo>
                    <a:pt x="192140" y="84216"/>
                  </a:lnTo>
                  <a:lnTo>
                    <a:pt x="190219" y="84216"/>
                  </a:lnTo>
                  <a:lnTo>
                    <a:pt x="188297" y="84216"/>
                  </a:lnTo>
                  <a:lnTo>
                    <a:pt x="186376" y="84216"/>
                  </a:lnTo>
                  <a:lnTo>
                    <a:pt x="184454" y="84216"/>
                  </a:lnTo>
                  <a:lnTo>
                    <a:pt x="182533" y="84216"/>
                  </a:lnTo>
                  <a:lnTo>
                    <a:pt x="180612" y="84216"/>
                  </a:lnTo>
                  <a:lnTo>
                    <a:pt x="178690" y="84216"/>
                  </a:lnTo>
                  <a:lnTo>
                    <a:pt x="176769" y="84216"/>
                  </a:lnTo>
                  <a:lnTo>
                    <a:pt x="174847" y="84216"/>
                  </a:lnTo>
                  <a:lnTo>
                    <a:pt x="172926" y="84216"/>
                  </a:lnTo>
                  <a:lnTo>
                    <a:pt x="171005" y="84216"/>
                  </a:lnTo>
                  <a:lnTo>
                    <a:pt x="169083" y="84216"/>
                  </a:lnTo>
                  <a:lnTo>
                    <a:pt x="167162" y="84216"/>
                  </a:lnTo>
                  <a:lnTo>
                    <a:pt x="165240" y="84216"/>
                  </a:lnTo>
                  <a:lnTo>
                    <a:pt x="163319" y="84216"/>
                  </a:lnTo>
                  <a:lnTo>
                    <a:pt x="161398" y="84216"/>
                  </a:lnTo>
                  <a:lnTo>
                    <a:pt x="159476" y="84216"/>
                  </a:lnTo>
                  <a:lnTo>
                    <a:pt x="157555" y="84216"/>
                  </a:lnTo>
                  <a:lnTo>
                    <a:pt x="155633" y="84216"/>
                  </a:lnTo>
                  <a:lnTo>
                    <a:pt x="153712" y="84216"/>
                  </a:lnTo>
                  <a:lnTo>
                    <a:pt x="151791" y="84216"/>
                  </a:lnTo>
                  <a:lnTo>
                    <a:pt x="149869" y="84216"/>
                  </a:lnTo>
                  <a:lnTo>
                    <a:pt x="147948" y="84216"/>
                  </a:lnTo>
                  <a:lnTo>
                    <a:pt x="146026" y="84216"/>
                  </a:lnTo>
                  <a:lnTo>
                    <a:pt x="144105" y="84216"/>
                  </a:lnTo>
                  <a:lnTo>
                    <a:pt x="142183" y="84216"/>
                  </a:lnTo>
                  <a:lnTo>
                    <a:pt x="140262" y="84216"/>
                  </a:lnTo>
                  <a:lnTo>
                    <a:pt x="138341" y="84216"/>
                  </a:lnTo>
                  <a:lnTo>
                    <a:pt x="136419" y="84216"/>
                  </a:lnTo>
                  <a:lnTo>
                    <a:pt x="134498" y="84216"/>
                  </a:lnTo>
                  <a:lnTo>
                    <a:pt x="132576" y="84216"/>
                  </a:lnTo>
                  <a:lnTo>
                    <a:pt x="130655" y="84216"/>
                  </a:lnTo>
                  <a:lnTo>
                    <a:pt x="128734" y="84216"/>
                  </a:lnTo>
                  <a:lnTo>
                    <a:pt x="126812" y="84216"/>
                  </a:lnTo>
                  <a:lnTo>
                    <a:pt x="124891" y="84216"/>
                  </a:lnTo>
                  <a:lnTo>
                    <a:pt x="122969" y="84216"/>
                  </a:lnTo>
                  <a:lnTo>
                    <a:pt x="121048" y="84216"/>
                  </a:lnTo>
                  <a:lnTo>
                    <a:pt x="119127" y="84216"/>
                  </a:lnTo>
                  <a:lnTo>
                    <a:pt x="117205" y="84216"/>
                  </a:lnTo>
                  <a:lnTo>
                    <a:pt x="115284" y="84216"/>
                  </a:lnTo>
                  <a:lnTo>
                    <a:pt x="113362" y="84216"/>
                  </a:lnTo>
                  <a:lnTo>
                    <a:pt x="111441" y="84216"/>
                  </a:lnTo>
                  <a:lnTo>
                    <a:pt x="109520" y="84216"/>
                  </a:lnTo>
                  <a:lnTo>
                    <a:pt x="107598" y="84216"/>
                  </a:lnTo>
                  <a:lnTo>
                    <a:pt x="105677" y="84216"/>
                  </a:lnTo>
                  <a:lnTo>
                    <a:pt x="103755" y="84216"/>
                  </a:lnTo>
                  <a:lnTo>
                    <a:pt x="101834" y="84216"/>
                  </a:lnTo>
                  <a:lnTo>
                    <a:pt x="99913" y="84216"/>
                  </a:lnTo>
                  <a:lnTo>
                    <a:pt x="97991" y="84216"/>
                  </a:lnTo>
                  <a:lnTo>
                    <a:pt x="96070" y="84216"/>
                  </a:lnTo>
                  <a:lnTo>
                    <a:pt x="94148" y="84216"/>
                  </a:lnTo>
                  <a:lnTo>
                    <a:pt x="92227" y="84216"/>
                  </a:lnTo>
                  <a:lnTo>
                    <a:pt x="90306" y="84216"/>
                  </a:lnTo>
                  <a:lnTo>
                    <a:pt x="88384" y="84216"/>
                  </a:lnTo>
                  <a:lnTo>
                    <a:pt x="86463" y="84216"/>
                  </a:lnTo>
                  <a:lnTo>
                    <a:pt x="84541" y="84216"/>
                  </a:lnTo>
                  <a:lnTo>
                    <a:pt x="82620" y="84216"/>
                  </a:lnTo>
                  <a:lnTo>
                    <a:pt x="80699" y="84216"/>
                  </a:lnTo>
                  <a:lnTo>
                    <a:pt x="78777" y="84216"/>
                  </a:lnTo>
                  <a:lnTo>
                    <a:pt x="76856" y="84216"/>
                  </a:lnTo>
                  <a:lnTo>
                    <a:pt x="74934" y="84216"/>
                  </a:lnTo>
                  <a:lnTo>
                    <a:pt x="73013" y="84216"/>
                  </a:lnTo>
                  <a:lnTo>
                    <a:pt x="71091" y="84216"/>
                  </a:lnTo>
                  <a:lnTo>
                    <a:pt x="69170" y="84216"/>
                  </a:lnTo>
                  <a:lnTo>
                    <a:pt x="67249" y="84216"/>
                  </a:lnTo>
                  <a:lnTo>
                    <a:pt x="65327" y="84216"/>
                  </a:lnTo>
                  <a:lnTo>
                    <a:pt x="63406" y="84216"/>
                  </a:lnTo>
                  <a:lnTo>
                    <a:pt x="61484" y="84216"/>
                  </a:lnTo>
                  <a:lnTo>
                    <a:pt x="59563" y="84216"/>
                  </a:lnTo>
                  <a:lnTo>
                    <a:pt x="57642" y="84216"/>
                  </a:lnTo>
                  <a:lnTo>
                    <a:pt x="55720" y="84216"/>
                  </a:lnTo>
                  <a:lnTo>
                    <a:pt x="53799" y="84216"/>
                  </a:lnTo>
                  <a:lnTo>
                    <a:pt x="51877" y="84216"/>
                  </a:lnTo>
                  <a:lnTo>
                    <a:pt x="49956" y="84216"/>
                  </a:lnTo>
                  <a:lnTo>
                    <a:pt x="48035" y="84216"/>
                  </a:lnTo>
                  <a:lnTo>
                    <a:pt x="46113" y="84216"/>
                  </a:lnTo>
                  <a:lnTo>
                    <a:pt x="44192" y="84216"/>
                  </a:lnTo>
                  <a:lnTo>
                    <a:pt x="42270" y="84216"/>
                  </a:lnTo>
                  <a:lnTo>
                    <a:pt x="40349" y="84216"/>
                  </a:lnTo>
                  <a:lnTo>
                    <a:pt x="38428" y="84216"/>
                  </a:lnTo>
                  <a:lnTo>
                    <a:pt x="36506" y="84216"/>
                  </a:lnTo>
                  <a:lnTo>
                    <a:pt x="34585" y="84216"/>
                  </a:lnTo>
                  <a:lnTo>
                    <a:pt x="32663" y="84216"/>
                  </a:lnTo>
                  <a:lnTo>
                    <a:pt x="30742" y="84216"/>
                  </a:lnTo>
                  <a:lnTo>
                    <a:pt x="28821" y="84216"/>
                  </a:lnTo>
                  <a:lnTo>
                    <a:pt x="26899" y="84216"/>
                  </a:lnTo>
                  <a:lnTo>
                    <a:pt x="24978" y="84216"/>
                  </a:lnTo>
                  <a:lnTo>
                    <a:pt x="23056" y="84216"/>
                  </a:lnTo>
                  <a:lnTo>
                    <a:pt x="21135" y="84216"/>
                  </a:lnTo>
                  <a:lnTo>
                    <a:pt x="19214" y="84216"/>
                  </a:lnTo>
                  <a:lnTo>
                    <a:pt x="17292" y="84216"/>
                  </a:lnTo>
                  <a:lnTo>
                    <a:pt x="15371" y="84216"/>
                  </a:lnTo>
                  <a:lnTo>
                    <a:pt x="13449" y="84216"/>
                  </a:lnTo>
                  <a:lnTo>
                    <a:pt x="11528" y="84216"/>
                  </a:lnTo>
                  <a:lnTo>
                    <a:pt x="9607" y="84216"/>
                  </a:lnTo>
                  <a:lnTo>
                    <a:pt x="7685" y="84216"/>
                  </a:lnTo>
                  <a:lnTo>
                    <a:pt x="5764" y="84216"/>
                  </a:lnTo>
                  <a:lnTo>
                    <a:pt x="3842" y="84216"/>
                  </a:lnTo>
                  <a:lnTo>
                    <a:pt x="1921" y="84216"/>
                  </a:lnTo>
                  <a:lnTo>
                    <a:pt x="0" y="8421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10162" y="2698806"/>
              <a:ext cx="981838" cy="79674"/>
            </a:xfrm>
            <a:custGeom>
              <a:avLst/>
              <a:pathLst>
                <a:path w="981838" h="79674">
                  <a:moveTo>
                    <a:pt x="0" y="76561"/>
                  </a:moveTo>
                  <a:lnTo>
                    <a:pt x="1921" y="76280"/>
                  </a:lnTo>
                  <a:lnTo>
                    <a:pt x="3842" y="75991"/>
                  </a:lnTo>
                  <a:lnTo>
                    <a:pt x="5764" y="75695"/>
                  </a:lnTo>
                  <a:lnTo>
                    <a:pt x="7685" y="75389"/>
                  </a:lnTo>
                  <a:lnTo>
                    <a:pt x="9607" y="75078"/>
                  </a:lnTo>
                  <a:lnTo>
                    <a:pt x="11528" y="74754"/>
                  </a:lnTo>
                  <a:lnTo>
                    <a:pt x="13449" y="74427"/>
                  </a:lnTo>
                  <a:lnTo>
                    <a:pt x="15371" y="74087"/>
                  </a:lnTo>
                  <a:lnTo>
                    <a:pt x="17292" y="73741"/>
                  </a:lnTo>
                  <a:lnTo>
                    <a:pt x="19214" y="73385"/>
                  </a:lnTo>
                  <a:lnTo>
                    <a:pt x="21135" y="73021"/>
                  </a:lnTo>
                  <a:lnTo>
                    <a:pt x="23056" y="72649"/>
                  </a:lnTo>
                  <a:lnTo>
                    <a:pt x="24978" y="72266"/>
                  </a:lnTo>
                  <a:lnTo>
                    <a:pt x="26899" y="71878"/>
                  </a:lnTo>
                  <a:lnTo>
                    <a:pt x="28821" y="71475"/>
                  </a:lnTo>
                  <a:lnTo>
                    <a:pt x="30742" y="71068"/>
                  </a:lnTo>
                  <a:lnTo>
                    <a:pt x="32663" y="70648"/>
                  </a:lnTo>
                  <a:lnTo>
                    <a:pt x="34585" y="70221"/>
                  </a:lnTo>
                  <a:lnTo>
                    <a:pt x="36506" y="69784"/>
                  </a:lnTo>
                  <a:lnTo>
                    <a:pt x="38428" y="69338"/>
                  </a:lnTo>
                  <a:lnTo>
                    <a:pt x="40349" y="68884"/>
                  </a:lnTo>
                  <a:lnTo>
                    <a:pt x="42270" y="68417"/>
                  </a:lnTo>
                  <a:lnTo>
                    <a:pt x="44192" y="67946"/>
                  </a:lnTo>
                  <a:lnTo>
                    <a:pt x="46113" y="67459"/>
                  </a:lnTo>
                  <a:lnTo>
                    <a:pt x="48035" y="66969"/>
                  </a:lnTo>
                  <a:lnTo>
                    <a:pt x="49956" y="66464"/>
                  </a:lnTo>
                  <a:lnTo>
                    <a:pt x="51877" y="65953"/>
                  </a:lnTo>
                  <a:lnTo>
                    <a:pt x="53799" y="65432"/>
                  </a:lnTo>
                  <a:lnTo>
                    <a:pt x="55720" y="64901"/>
                  </a:lnTo>
                  <a:lnTo>
                    <a:pt x="57642" y="64362"/>
                  </a:lnTo>
                  <a:lnTo>
                    <a:pt x="59563" y="63811"/>
                  </a:lnTo>
                  <a:lnTo>
                    <a:pt x="61484" y="63256"/>
                  </a:lnTo>
                  <a:lnTo>
                    <a:pt x="63406" y="62685"/>
                  </a:lnTo>
                  <a:lnTo>
                    <a:pt x="65327" y="62110"/>
                  </a:lnTo>
                  <a:lnTo>
                    <a:pt x="67249" y="61522"/>
                  </a:lnTo>
                  <a:lnTo>
                    <a:pt x="69170" y="60928"/>
                  </a:lnTo>
                  <a:lnTo>
                    <a:pt x="71091" y="60324"/>
                  </a:lnTo>
                  <a:lnTo>
                    <a:pt x="73013" y="59710"/>
                  </a:lnTo>
                  <a:lnTo>
                    <a:pt x="74934" y="59091"/>
                  </a:lnTo>
                  <a:lnTo>
                    <a:pt x="76856" y="58458"/>
                  </a:lnTo>
                  <a:lnTo>
                    <a:pt x="78777" y="57823"/>
                  </a:lnTo>
                  <a:lnTo>
                    <a:pt x="80699" y="57173"/>
                  </a:lnTo>
                  <a:lnTo>
                    <a:pt x="82620" y="56520"/>
                  </a:lnTo>
                  <a:lnTo>
                    <a:pt x="84541" y="55855"/>
                  </a:lnTo>
                  <a:lnTo>
                    <a:pt x="86463" y="55185"/>
                  </a:lnTo>
                  <a:lnTo>
                    <a:pt x="88384" y="54506"/>
                  </a:lnTo>
                  <a:lnTo>
                    <a:pt x="90306" y="53820"/>
                  </a:lnTo>
                  <a:lnTo>
                    <a:pt x="92227" y="53128"/>
                  </a:lnTo>
                  <a:lnTo>
                    <a:pt x="94148" y="52425"/>
                  </a:lnTo>
                  <a:lnTo>
                    <a:pt x="96070" y="51720"/>
                  </a:lnTo>
                  <a:lnTo>
                    <a:pt x="97991" y="51003"/>
                  </a:lnTo>
                  <a:lnTo>
                    <a:pt x="99913" y="50284"/>
                  </a:lnTo>
                  <a:lnTo>
                    <a:pt x="101834" y="49556"/>
                  </a:lnTo>
                  <a:lnTo>
                    <a:pt x="103755" y="48823"/>
                  </a:lnTo>
                  <a:lnTo>
                    <a:pt x="105677" y="48084"/>
                  </a:lnTo>
                  <a:lnTo>
                    <a:pt x="107598" y="47339"/>
                  </a:lnTo>
                  <a:lnTo>
                    <a:pt x="109520" y="46591"/>
                  </a:lnTo>
                  <a:lnTo>
                    <a:pt x="111441" y="45835"/>
                  </a:lnTo>
                  <a:lnTo>
                    <a:pt x="113362" y="45077"/>
                  </a:lnTo>
                  <a:lnTo>
                    <a:pt x="115284" y="44312"/>
                  </a:lnTo>
                  <a:lnTo>
                    <a:pt x="117205" y="43545"/>
                  </a:lnTo>
                  <a:lnTo>
                    <a:pt x="119127" y="42773"/>
                  </a:lnTo>
                  <a:lnTo>
                    <a:pt x="121048" y="41998"/>
                  </a:lnTo>
                  <a:lnTo>
                    <a:pt x="122969" y="41220"/>
                  </a:lnTo>
                  <a:lnTo>
                    <a:pt x="124891" y="40439"/>
                  </a:lnTo>
                  <a:lnTo>
                    <a:pt x="126812" y="39656"/>
                  </a:lnTo>
                  <a:lnTo>
                    <a:pt x="128734" y="38870"/>
                  </a:lnTo>
                  <a:lnTo>
                    <a:pt x="130655" y="38084"/>
                  </a:lnTo>
                  <a:lnTo>
                    <a:pt x="132576" y="37294"/>
                  </a:lnTo>
                  <a:lnTo>
                    <a:pt x="134498" y="36505"/>
                  </a:lnTo>
                  <a:lnTo>
                    <a:pt x="136419" y="35714"/>
                  </a:lnTo>
                  <a:lnTo>
                    <a:pt x="138341" y="34924"/>
                  </a:lnTo>
                  <a:lnTo>
                    <a:pt x="140262" y="34133"/>
                  </a:lnTo>
                  <a:lnTo>
                    <a:pt x="142183" y="33343"/>
                  </a:lnTo>
                  <a:lnTo>
                    <a:pt x="144105" y="32553"/>
                  </a:lnTo>
                  <a:lnTo>
                    <a:pt x="146026" y="31765"/>
                  </a:lnTo>
                  <a:lnTo>
                    <a:pt x="147948" y="30978"/>
                  </a:lnTo>
                  <a:lnTo>
                    <a:pt x="149869" y="30193"/>
                  </a:lnTo>
                  <a:lnTo>
                    <a:pt x="151791" y="29411"/>
                  </a:lnTo>
                  <a:lnTo>
                    <a:pt x="153712" y="28631"/>
                  </a:lnTo>
                  <a:lnTo>
                    <a:pt x="155633" y="27855"/>
                  </a:lnTo>
                  <a:lnTo>
                    <a:pt x="157555" y="27082"/>
                  </a:lnTo>
                  <a:lnTo>
                    <a:pt x="159476" y="26314"/>
                  </a:lnTo>
                  <a:lnTo>
                    <a:pt x="161398" y="25548"/>
                  </a:lnTo>
                  <a:lnTo>
                    <a:pt x="163319" y="24789"/>
                  </a:lnTo>
                  <a:lnTo>
                    <a:pt x="165240" y="24033"/>
                  </a:lnTo>
                  <a:lnTo>
                    <a:pt x="167162" y="23286"/>
                  </a:lnTo>
                  <a:lnTo>
                    <a:pt x="169083" y="22542"/>
                  </a:lnTo>
                  <a:lnTo>
                    <a:pt x="171005" y="21806"/>
                  </a:lnTo>
                  <a:lnTo>
                    <a:pt x="172926" y="21076"/>
                  </a:lnTo>
                  <a:lnTo>
                    <a:pt x="174847" y="20352"/>
                  </a:lnTo>
                  <a:lnTo>
                    <a:pt x="176769" y="19638"/>
                  </a:lnTo>
                  <a:lnTo>
                    <a:pt x="178690" y="18928"/>
                  </a:lnTo>
                  <a:lnTo>
                    <a:pt x="180612" y="18232"/>
                  </a:lnTo>
                  <a:lnTo>
                    <a:pt x="182533" y="17539"/>
                  </a:lnTo>
                  <a:lnTo>
                    <a:pt x="184454" y="16860"/>
                  </a:lnTo>
                  <a:lnTo>
                    <a:pt x="186376" y="16187"/>
                  </a:lnTo>
                  <a:lnTo>
                    <a:pt x="188297" y="15525"/>
                  </a:lnTo>
                  <a:lnTo>
                    <a:pt x="190219" y="14874"/>
                  </a:lnTo>
                  <a:lnTo>
                    <a:pt x="192140" y="14231"/>
                  </a:lnTo>
                  <a:lnTo>
                    <a:pt x="194061" y="13602"/>
                  </a:lnTo>
                  <a:lnTo>
                    <a:pt x="195983" y="12979"/>
                  </a:lnTo>
                  <a:lnTo>
                    <a:pt x="197904" y="12375"/>
                  </a:lnTo>
                  <a:lnTo>
                    <a:pt x="199826" y="11776"/>
                  </a:lnTo>
                  <a:lnTo>
                    <a:pt x="201747" y="11194"/>
                  </a:lnTo>
                  <a:lnTo>
                    <a:pt x="203668" y="10621"/>
                  </a:lnTo>
                  <a:lnTo>
                    <a:pt x="205590" y="10062"/>
                  </a:lnTo>
                  <a:lnTo>
                    <a:pt x="207511" y="9517"/>
                  </a:lnTo>
                  <a:lnTo>
                    <a:pt x="209433" y="8982"/>
                  </a:lnTo>
                  <a:lnTo>
                    <a:pt x="211354" y="8466"/>
                  </a:lnTo>
                  <a:lnTo>
                    <a:pt x="213275" y="7955"/>
                  </a:lnTo>
                  <a:lnTo>
                    <a:pt x="215197" y="7469"/>
                  </a:lnTo>
                  <a:lnTo>
                    <a:pt x="217118" y="6988"/>
                  </a:lnTo>
                  <a:lnTo>
                    <a:pt x="219040" y="6528"/>
                  </a:lnTo>
                  <a:lnTo>
                    <a:pt x="220961" y="6080"/>
                  </a:lnTo>
                  <a:lnTo>
                    <a:pt x="222883" y="5646"/>
                  </a:lnTo>
                  <a:lnTo>
                    <a:pt x="224804" y="5230"/>
                  </a:lnTo>
                  <a:lnTo>
                    <a:pt x="226725" y="4824"/>
                  </a:lnTo>
                  <a:lnTo>
                    <a:pt x="228647" y="4440"/>
                  </a:lnTo>
                  <a:lnTo>
                    <a:pt x="230568" y="4063"/>
                  </a:lnTo>
                  <a:lnTo>
                    <a:pt x="232490" y="3713"/>
                  </a:lnTo>
                  <a:lnTo>
                    <a:pt x="234411" y="3369"/>
                  </a:lnTo>
                  <a:lnTo>
                    <a:pt x="236332" y="3048"/>
                  </a:lnTo>
                  <a:lnTo>
                    <a:pt x="238254" y="2739"/>
                  </a:lnTo>
                  <a:lnTo>
                    <a:pt x="240175" y="2447"/>
                  </a:lnTo>
                  <a:lnTo>
                    <a:pt x="242097" y="2173"/>
                  </a:lnTo>
                  <a:lnTo>
                    <a:pt x="244018" y="1910"/>
                  </a:lnTo>
                  <a:lnTo>
                    <a:pt x="245939" y="1672"/>
                  </a:lnTo>
                  <a:lnTo>
                    <a:pt x="247861" y="1440"/>
                  </a:lnTo>
                  <a:lnTo>
                    <a:pt x="249782" y="1236"/>
                  </a:lnTo>
                  <a:lnTo>
                    <a:pt x="251704" y="1039"/>
                  </a:lnTo>
                  <a:lnTo>
                    <a:pt x="253625" y="865"/>
                  </a:lnTo>
                  <a:lnTo>
                    <a:pt x="255546" y="704"/>
                  </a:lnTo>
                  <a:lnTo>
                    <a:pt x="257468" y="560"/>
                  </a:lnTo>
                  <a:lnTo>
                    <a:pt x="259389" y="434"/>
                  </a:lnTo>
                  <a:lnTo>
                    <a:pt x="261311" y="319"/>
                  </a:lnTo>
                  <a:lnTo>
                    <a:pt x="263232" y="230"/>
                  </a:lnTo>
                  <a:lnTo>
                    <a:pt x="265153" y="146"/>
                  </a:lnTo>
                  <a:lnTo>
                    <a:pt x="267075" y="90"/>
                  </a:lnTo>
                  <a:lnTo>
                    <a:pt x="268996" y="41"/>
                  </a:lnTo>
                  <a:lnTo>
                    <a:pt x="270918" y="13"/>
                  </a:lnTo>
                  <a:lnTo>
                    <a:pt x="272839" y="0"/>
                  </a:lnTo>
                  <a:lnTo>
                    <a:pt x="274760" y="0"/>
                  </a:lnTo>
                  <a:lnTo>
                    <a:pt x="276682" y="21"/>
                  </a:lnTo>
                  <a:lnTo>
                    <a:pt x="278603" y="50"/>
                  </a:lnTo>
                  <a:lnTo>
                    <a:pt x="280525" y="104"/>
                  </a:lnTo>
                  <a:lnTo>
                    <a:pt x="282446" y="163"/>
                  </a:lnTo>
                  <a:lnTo>
                    <a:pt x="284367" y="247"/>
                  </a:lnTo>
                  <a:lnTo>
                    <a:pt x="286289" y="339"/>
                  </a:lnTo>
                  <a:lnTo>
                    <a:pt x="288210" y="450"/>
                  </a:lnTo>
                  <a:lnTo>
                    <a:pt x="290132" y="573"/>
                  </a:lnTo>
                  <a:lnTo>
                    <a:pt x="292053" y="710"/>
                  </a:lnTo>
                  <a:lnTo>
                    <a:pt x="293975" y="865"/>
                  </a:lnTo>
                  <a:lnTo>
                    <a:pt x="295896" y="1027"/>
                  </a:lnTo>
                  <a:lnTo>
                    <a:pt x="297817" y="1211"/>
                  </a:lnTo>
                  <a:lnTo>
                    <a:pt x="299739" y="1401"/>
                  </a:lnTo>
                  <a:lnTo>
                    <a:pt x="301660" y="1611"/>
                  </a:lnTo>
                  <a:lnTo>
                    <a:pt x="303582" y="1829"/>
                  </a:lnTo>
                  <a:lnTo>
                    <a:pt x="305503" y="2063"/>
                  </a:lnTo>
                  <a:lnTo>
                    <a:pt x="307424" y="2308"/>
                  </a:lnTo>
                  <a:lnTo>
                    <a:pt x="309346" y="2564"/>
                  </a:lnTo>
                  <a:lnTo>
                    <a:pt x="311267" y="2836"/>
                  </a:lnTo>
                  <a:lnTo>
                    <a:pt x="313189" y="3114"/>
                  </a:lnTo>
                  <a:lnTo>
                    <a:pt x="315110" y="3411"/>
                  </a:lnTo>
                  <a:lnTo>
                    <a:pt x="317031" y="3712"/>
                  </a:lnTo>
                  <a:lnTo>
                    <a:pt x="318953" y="4030"/>
                  </a:lnTo>
                  <a:lnTo>
                    <a:pt x="320874" y="4354"/>
                  </a:lnTo>
                  <a:lnTo>
                    <a:pt x="322796" y="4691"/>
                  </a:lnTo>
                  <a:lnTo>
                    <a:pt x="324717" y="5038"/>
                  </a:lnTo>
                  <a:lnTo>
                    <a:pt x="326638" y="5392"/>
                  </a:lnTo>
                  <a:lnTo>
                    <a:pt x="328560" y="5760"/>
                  </a:lnTo>
                  <a:lnTo>
                    <a:pt x="330481" y="6132"/>
                  </a:lnTo>
                  <a:lnTo>
                    <a:pt x="332403" y="6519"/>
                  </a:lnTo>
                  <a:lnTo>
                    <a:pt x="334324" y="6910"/>
                  </a:lnTo>
                  <a:lnTo>
                    <a:pt x="336245" y="7313"/>
                  </a:lnTo>
                  <a:lnTo>
                    <a:pt x="338167" y="7721"/>
                  </a:lnTo>
                  <a:lnTo>
                    <a:pt x="340088" y="8138"/>
                  </a:lnTo>
                  <a:lnTo>
                    <a:pt x="342010" y="8563"/>
                  </a:lnTo>
                  <a:lnTo>
                    <a:pt x="343931" y="8994"/>
                  </a:lnTo>
                  <a:lnTo>
                    <a:pt x="345852" y="9434"/>
                  </a:lnTo>
                  <a:lnTo>
                    <a:pt x="347774" y="9877"/>
                  </a:lnTo>
                  <a:lnTo>
                    <a:pt x="349695" y="10331"/>
                  </a:lnTo>
                  <a:lnTo>
                    <a:pt x="351617" y="10787"/>
                  </a:lnTo>
                  <a:lnTo>
                    <a:pt x="353538" y="11252"/>
                  </a:lnTo>
                  <a:lnTo>
                    <a:pt x="355459" y="11721"/>
                  </a:lnTo>
                  <a:lnTo>
                    <a:pt x="357381" y="12195"/>
                  </a:lnTo>
                  <a:lnTo>
                    <a:pt x="359302" y="12675"/>
                  </a:lnTo>
                  <a:lnTo>
                    <a:pt x="361224" y="13158"/>
                  </a:lnTo>
                  <a:lnTo>
                    <a:pt x="363145" y="13647"/>
                  </a:lnTo>
                  <a:lnTo>
                    <a:pt x="365067" y="14138"/>
                  </a:lnTo>
                  <a:lnTo>
                    <a:pt x="366988" y="14636"/>
                  </a:lnTo>
                  <a:lnTo>
                    <a:pt x="368909" y="15135"/>
                  </a:lnTo>
                  <a:lnTo>
                    <a:pt x="370831" y="15639"/>
                  </a:lnTo>
                  <a:lnTo>
                    <a:pt x="372752" y="16146"/>
                  </a:lnTo>
                  <a:lnTo>
                    <a:pt x="374674" y="16655"/>
                  </a:lnTo>
                  <a:lnTo>
                    <a:pt x="376595" y="17167"/>
                  </a:lnTo>
                  <a:lnTo>
                    <a:pt x="378516" y="17681"/>
                  </a:lnTo>
                  <a:lnTo>
                    <a:pt x="380438" y="18198"/>
                  </a:lnTo>
                  <a:lnTo>
                    <a:pt x="382359" y="18716"/>
                  </a:lnTo>
                  <a:lnTo>
                    <a:pt x="384281" y="19236"/>
                  </a:lnTo>
                  <a:lnTo>
                    <a:pt x="386202" y="19758"/>
                  </a:lnTo>
                  <a:lnTo>
                    <a:pt x="388123" y="20280"/>
                  </a:lnTo>
                  <a:lnTo>
                    <a:pt x="390045" y="20804"/>
                  </a:lnTo>
                  <a:lnTo>
                    <a:pt x="391966" y="21329"/>
                  </a:lnTo>
                  <a:lnTo>
                    <a:pt x="393888" y="21854"/>
                  </a:lnTo>
                  <a:lnTo>
                    <a:pt x="395809" y="22379"/>
                  </a:lnTo>
                  <a:lnTo>
                    <a:pt x="397730" y="22905"/>
                  </a:lnTo>
                  <a:lnTo>
                    <a:pt x="399652" y="23430"/>
                  </a:lnTo>
                  <a:lnTo>
                    <a:pt x="401573" y="23956"/>
                  </a:lnTo>
                  <a:lnTo>
                    <a:pt x="403495" y="24481"/>
                  </a:lnTo>
                  <a:lnTo>
                    <a:pt x="405416" y="25005"/>
                  </a:lnTo>
                  <a:lnTo>
                    <a:pt x="407337" y="25529"/>
                  </a:lnTo>
                  <a:lnTo>
                    <a:pt x="409259" y="26052"/>
                  </a:lnTo>
                  <a:lnTo>
                    <a:pt x="411180" y="26573"/>
                  </a:lnTo>
                  <a:lnTo>
                    <a:pt x="413102" y="27094"/>
                  </a:lnTo>
                  <a:lnTo>
                    <a:pt x="415023" y="27613"/>
                  </a:lnTo>
                  <a:lnTo>
                    <a:pt x="416944" y="28131"/>
                  </a:lnTo>
                  <a:lnTo>
                    <a:pt x="418866" y="28646"/>
                  </a:lnTo>
                  <a:lnTo>
                    <a:pt x="420787" y="29161"/>
                  </a:lnTo>
                  <a:lnTo>
                    <a:pt x="422709" y="29673"/>
                  </a:lnTo>
                  <a:lnTo>
                    <a:pt x="424630" y="30183"/>
                  </a:lnTo>
                  <a:lnTo>
                    <a:pt x="426551" y="30691"/>
                  </a:lnTo>
                  <a:lnTo>
                    <a:pt x="428473" y="31197"/>
                  </a:lnTo>
                  <a:lnTo>
                    <a:pt x="430394" y="31701"/>
                  </a:lnTo>
                  <a:lnTo>
                    <a:pt x="432316" y="32200"/>
                  </a:lnTo>
                  <a:lnTo>
                    <a:pt x="434237" y="32699"/>
                  </a:lnTo>
                  <a:lnTo>
                    <a:pt x="436159" y="33194"/>
                  </a:lnTo>
                  <a:lnTo>
                    <a:pt x="438080" y="33687"/>
                  </a:lnTo>
                  <a:lnTo>
                    <a:pt x="440001" y="34176"/>
                  </a:lnTo>
                  <a:lnTo>
                    <a:pt x="441923" y="34663"/>
                  </a:lnTo>
                  <a:lnTo>
                    <a:pt x="443844" y="35147"/>
                  </a:lnTo>
                  <a:lnTo>
                    <a:pt x="445766" y="35626"/>
                  </a:lnTo>
                  <a:lnTo>
                    <a:pt x="447687" y="36105"/>
                  </a:lnTo>
                  <a:lnTo>
                    <a:pt x="449608" y="36577"/>
                  </a:lnTo>
                  <a:lnTo>
                    <a:pt x="451530" y="37049"/>
                  </a:lnTo>
                  <a:lnTo>
                    <a:pt x="453451" y="37515"/>
                  </a:lnTo>
                  <a:lnTo>
                    <a:pt x="455373" y="37979"/>
                  </a:lnTo>
                  <a:lnTo>
                    <a:pt x="457294" y="38439"/>
                  </a:lnTo>
                  <a:lnTo>
                    <a:pt x="459215" y="38895"/>
                  </a:lnTo>
                  <a:lnTo>
                    <a:pt x="461137" y="39348"/>
                  </a:lnTo>
                  <a:lnTo>
                    <a:pt x="463058" y="39796"/>
                  </a:lnTo>
                  <a:lnTo>
                    <a:pt x="464980" y="40243"/>
                  </a:lnTo>
                  <a:lnTo>
                    <a:pt x="466901" y="40683"/>
                  </a:lnTo>
                  <a:lnTo>
                    <a:pt x="468822" y="41122"/>
                  </a:lnTo>
                  <a:lnTo>
                    <a:pt x="470744" y="41555"/>
                  </a:lnTo>
                  <a:lnTo>
                    <a:pt x="472665" y="41986"/>
                  </a:lnTo>
                  <a:lnTo>
                    <a:pt x="474587" y="42412"/>
                  </a:lnTo>
                  <a:lnTo>
                    <a:pt x="476508" y="42834"/>
                  </a:lnTo>
                  <a:lnTo>
                    <a:pt x="478429" y="43254"/>
                  </a:lnTo>
                  <a:lnTo>
                    <a:pt x="480351" y="43668"/>
                  </a:lnTo>
                  <a:lnTo>
                    <a:pt x="482272" y="44080"/>
                  </a:lnTo>
                  <a:lnTo>
                    <a:pt x="484194" y="44485"/>
                  </a:lnTo>
                  <a:lnTo>
                    <a:pt x="486115" y="44889"/>
                  </a:lnTo>
                  <a:lnTo>
                    <a:pt x="488036" y="45288"/>
                  </a:lnTo>
                  <a:lnTo>
                    <a:pt x="489958" y="45683"/>
                  </a:lnTo>
                  <a:lnTo>
                    <a:pt x="491879" y="46074"/>
                  </a:lnTo>
                  <a:lnTo>
                    <a:pt x="493801" y="46461"/>
                  </a:lnTo>
                  <a:lnTo>
                    <a:pt x="495722" y="46845"/>
                  </a:lnTo>
                  <a:lnTo>
                    <a:pt x="497643" y="47224"/>
                  </a:lnTo>
                  <a:lnTo>
                    <a:pt x="499565" y="47601"/>
                  </a:lnTo>
                  <a:lnTo>
                    <a:pt x="501486" y="47971"/>
                  </a:lnTo>
                  <a:lnTo>
                    <a:pt x="503408" y="48340"/>
                  </a:lnTo>
                  <a:lnTo>
                    <a:pt x="505329" y="48704"/>
                  </a:lnTo>
                  <a:lnTo>
                    <a:pt x="507250" y="49064"/>
                  </a:lnTo>
                  <a:lnTo>
                    <a:pt x="509172" y="49421"/>
                  </a:lnTo>
                  <a:lnTo>
                    <a:pt x="511093" y="49773"/>
                  </a:lnTo>
                  <a:lnTo>
                    <a:pt x="513015" y="50123"/>
                  </a:lnTo>
                  <a:lnTo>
                    <a:pt x="514936" y="50467"/>
                  </a:lnTo>
                  <a:lnTo>
                    <a:pt x="516858" y="50810"/>
                  </a:lnTo>
                  <a:lnTo>
                    <a:pt x="518779" y="51146"/>
                  </a:lnTo>
                  <a:lnTo>
                    <a:pt x="520700" y="51481"/>
                  </a:lnTo>
                  <a:lnTo>
                    <a:pt x="522622" y="51811"/>
                  </a:lnTo>
                  <a:lnTo>
                    <a:pt x="524543" y="52138"/>
                  </a:lnTo>
                  <a:lnTo>
                    <a:pt x="526465" y="52462"/>
                  </a:lnTo>
                  <a:lnTo>
                    <a:pt x="528386" y="52781"/>
                  </a:lnTo>
                  <a:lnTo>
                    <a:pt x="530307" y="53098"/>
                  </a:lnTo>
                  <a:lnTo>
                    <a:pt x="532229" y="53410"/>
                  </a:lnTo>
                  <a:lnTo>
                    <a:pt x="534150" y="53720"/>
                  </a:lnTo>
                  <a:lnTo>
                    <a:pt x="536072" y="54025"/>
                  </a:lnTo>
                  <a:lnTo>
                    <a:pt x="537993" y="54328"/>
                  </a:lnTo>
                  <a:lnTo>
                    <a:pt x="539914" y="54627"/>
                  </a:lnTo>
                  <a:lnTo>
                    <a:pt x="541836" y="54923"/>
                  </a:lnTo>
                  <a:lnTo>
                    <a:pt x="543757" y="55215"/>
                  </a:lnTo>
                  <a:lnTo>
                    <a:pt x="545679" y="55504"/>
                  </a:lnTo>
                  <a:lnTo>
                    <a:pt x="547600" y="55791"/>
                  </a:lnTo>
                  <a:lnTo>
                    <a:pt x="549521" y="56073"/>
                  </a:lnTo>
                  <a:lnTo>
                    <a:pt x="551443" y="56353"/>
                  </a:lnTo>
                  <a:lnTo>
                    <a:pt x="553364" y="56629"/>
                  </a:lnTo>
                  <a:lnTo>
                    <a:pt x="555286" y="56903"/>
                  </a:lnTo>
                  <a:lnTo>
                    <a:pt x="557207" y="57173"/>
                  </a:lnTo>
                  <a:lnTo>
                    <a:pt x="559128" y="57440"/>
                  </a:lnTo>
                  <a:lnTo>
                    <a:pt x="561050" y="57704"/>
                  </a:lnTo>
                  <a:lnTo>
                    <a:pt x="562971" y="57965"/>
                  </a:lnTo>
                  <a:lnTo>
                    <a:pt x="564893" y="58224"/>
                  </a:lnTo>
                  <a:lnTo>
                    <a:pt x="566814" y="58478"/>
                  </a:lnTo>
                  <a:lnTo>
                    <a:pt x="568735" y="58731"/>
                  </a:lnTo>
                  <a:lnTo>
                    <a:pt x="570657" y="58980"/>
                  </a:lnTo>
                  <a:lnTo>
                    <a:pt x="572578" y="59227"/>
                  </a:lnTo>
                  <a:lnTo>
                    <a:pt x="574500" y="59470"/>
                  </a:lnTo>
                  <a:lnTo>
                    <a:pt x="576421" y="59711"/>
                  </a:lnTo>
                  <a:lnTo>
                    <a:pt x="578342" y="59949"/>
                  </a:lnTo>
                  <a:lnTo>
                    <a:pt x="580264" y="60184"/>
                  </a:lnTo>
                  <a:lnTo>
                    <a:pt x="582185" y="60418"/>
                  </a:lnTo>
                  <a:lnTo>
                    <a:pt x="584107" y="60647"/>
                  </a:lnTo>
                  <a:lnTo>
                    <a:pt x="586028" y="60874"/>
                  </a:lnTo>
                  <a:lnTo>
                    <a:pt x="587950" y="61098"/>
                  </a:lnTo>
                  <a:lnTo>
                    <a:pt x="589871" y="61320"/>
                  </a:lnTo>
                  <a:lnTo>
                    <a:pt x="591792" y="61539"/>
                  </a:lnTo>
                  <a:lnTo>
                    <a:pt x="593714" y="61756"/>
                  </a:lnTo>
                  <a:lnTo>
                    <a:pt x="595635" y="61970"/>
                  </a:lnTo>
                  <a:lnTo>
                    <a:pt x="597557" y="62180"/>
                  </a:lnTo>
                  <a:lnTo>
                    <a:pt x="599478" y="62390"/>
                  </a:lnTo>
                  <a:lnTo>
                    <a:pt x="601399" y="62595"/>
                  </a:lnTo>
                  <a:lnTo>
                    <a:pt x="603321" y="62799"/>
                  </a:lnTo>
                  <a:lnTo>
                    <a:pt x="605242" y="63000"/>
                  </a:lnTo>
                  <a:lnTo>
                    <a:pt x="607164" y="63198"/>
                  </a:lnTo>
                  <a:lnTo>
                    <a:pt x="609085" y="63394"/>
                  </a:lnTo>
                  <a:lnTo>
                    <a:pt x="611006" y="63588"/>
                  </a:lnTo>
                  <a:lnTo>
                    <a:pt x="612928" y="63779"/>
                  </a:lnTo>
                  <a:lnTo>
                    <a:pt x="614849" y="63967"/>
                  </a:lnTo>
                  <a:lnTo>
                    <a:pt x="616771" y="64154"/>
                  </a:lnTo>
                  <a:lnTo>
                    <a:pt x="618692" y="64336"/>
                  </a:lnTo>
                  <a:lnTo>
                    <a:pt x="620613" y="64518"/>
                  </a:lnTo>
                  <a:lnTo>
                    <a:pt x="622535" y="64696"/>
                  </a:lnTo>
                  <a:lnTo>
                    <a:pt x="624456" y="64872"/>
                  </a:lnTo>
                  <a:lnTo>
                    <a:pt x="626378" y="65045"/>
                  </a:lnTo>
                  <a:lnTo>
                    <a:pt x="628299" y="65216"/>
                  </a:lnTo>
                  <a:lnTo>
                    <a:pt x="630220" y="65385"/>
                  </a:lnTo>
                  <a:lnTo>
                    <a:pt x="632142" y="65551"/>
                  </a:lnTo>
                  <a:lnTo>
                    <a:pt x="634063" y="65716"/>
                  </a:lnTo>
                  <a:lnTo>
                    <a:pt x="635985" y="65876"/>
                  </a:lnTo>
                  <a:lnTo>
                    <a:pt x="637906" y="66036"/>
                  </a:lnTo>
                  <a:lnTo>
                    <a:pt x="639827" y="66192"/>
                  </a:lnTo>
                  <a:lnTo>
                    <a:pt x="641749" y="66346"/>
                  </a:lnTo>
                  <a:lnTo>
                    <a:pt x="643670" y="66498"/>
                  </a:lnTo>
                  <a:lnTo>
                    <a:pt x="645592" y="66647"/>
                  </a:lnTo>
                  <a:lnTo>
                    <a:pt x="647513" y="66794"/>
                  </a:lnTo>
                  <a:lnTo>
                    <a:pt x="649434" y="66938"/>
                  </a:lnTo>
                  <a:lnTo>
                    <a:pt x="651356" y="67081"/>
                  </a:lnTo>
                  <a:lnTo>
                    <a:pt x="653277" y="67220"/>
                  </a:lnTo>
                  <a:lnTo>
                    <a:pt x="655199" y="67357"/>
                  </a:lnTo>
                  <a:lnTo>
                    <a:pt x="657120" y="67492"/>
                  </a:lnTo>
                  <a:lnTo>
                    <a:pt x="659042" y="67624"/>
                  </a:lnTo>
                  <a:lnTo>
                    <a:pt x="660963" y="67755"/>
                  </a:lnTo>
                  <a:lnTo>
                    <a:pt x="662884" y="67882"/>
                  </a:lnTo>
                  <a:lnTo>
                    <a:pt x="664806" y="68008"/>
                  </a:lnTo>
                  <a:lnTo>
                    <a:pt x="666727" y="68130"/>
                  </a:lnTo>
                  <a:lnTo>
                    <a:pt x="668649" y="68252"/>
                  </a:lnTo>
                  <a:lnTo>
                    <a:pt x="670570" y="68369"/>
                  </a:lnTo>
                  <a:lnTo>
                    <a:pt x="672491" y="68485"/>
                  </a:lnTo>
                  <a:lnTo>
                    <a:pt x="674413" y="68598"/>
                  </a:lnTo>
                  <a:lnTo>
                    <a:pt x="676334" y="68710"/>
                  </a:lnTo>
                  <a:lnTo>
                    <a:pt x="678256" y="68819"/>
                  </a:lnTo>
                  <a:lnTo>
                    <a:pt x="680177" y="68925"/>
                  </a:lnTo>
                  <a:lnTo>
                    <a:pt x="682098" y="69030"/>
                  </a:lnTo>
                  <a:lnTo>
                    <a:pt x="684020" y="69131"/>
                  </a:lnTo>
                  <a:lnTo>
                    <a:pt x="685941" y="69232"/>
                  </a:lnTo>
                  <a:lnTo>
                    <a:pt x="687863" y="69328"/>
                  </a:lnTo>
                  <a:lnTo>
                    <a:pt x="689784" y="69424"/>
                  </a:lnTo>
                  <a:lnTo>
                    <a:pt x="691705" y="69517"/>
                  </a:lnTo>
                  <a:lnTo>
                    <a:pt x="693627" y="69607"/>
                  </a:lnTo>
                  <a:lnTo>
                    <a:pt x="695548" y="69696"/>
                  </a:lnTo>
                  <a:lnTo>
                    <a:pt x="697470" y="69782"/>
                  </a:lnTo>
                  <a:lnTo>
                    <a:pt x="699391" y="69867"/>
                  </a:lnTo>
                  <a:lnTo>
                    <a:pt x="701312" y="69949"/>
                  </a:lnTo>
                  <a:lnTo>
                    <a:pt x="703234" y="70029"/>
                  </a:lnTo>
                  <a:lnTo>
                    <a:pt x="705155" y="70107"/>
                  </a:lnTo>
                  <a:lnTo>
                    <a:pt x="707077" y="70183"/>
                  </a:lnTo>
                  <a:lnTo>
                    <a:pt x="708998" y="70257"/>
                  </a:lnTo>
                  <a:lnTo>
                    <a:pt x="710919" y="70329"/>
                  </a:lnTo>
                  <a:lnTo>
                    <a:pt x="712841" y="70399"/>
                  </a:lnTo>
                  <a:lnTo>
                    <a:pt x="714762" y="70467"/>
                  </a:lnTo>
                  <a:lnTo>
                    <a:pt x="716684" y="70533"/>
                  </a:lnTo>
                  <a:lnTo>
                    <a:pt x="718605" y="70597"/>
                  </a:lnTo>
                  <a:lnTo>
                    <a:pt x="720526" y="70660"/>
                  </a:lnTo>
                  <a:lnTo>
                    <a:pt x="722448" y="70720"/>
                  </a:lnTo>
                  <a:lnTo>
                    <a:pt x="724369" y="70780"/>
                  </a:lnTo>
                  <a:lnTo>
                    <a:pt x="726291" y="70837"/>
                  </a:lnTo>
                  <a:lnTo>
                    <a:pt x="728212" y="70892"/>
                  </a:lnTo>
                  <a:lnTo>
                    <a:pt x="730134" y="70947"/>
                  </a:lnTo>
                  <a:lnTo>
                    <a:pt x="732055" y="70999"/>
                  </a:lnTo>
                  <a:lnTo>
                    <a:pt x="733976" y="71050"/>
                  </a:lnTo>
                  <a:lnTo>
                    <a:pt x="735898" y="71099"/>
                  </a:lnTo>
                  <a:lnTo>
                    <a:pt x="737819" y="71148"/>
                  </a:lnTo>
                  <a:lnTo>
                    <a:pt x="739741" y="71194"/>
                  </a:lnTo>
                  <a:lnTo>
                    <a:pt x="741662" y="71240"/>
                  </a:lnTo>
                  <a:lnTo>
                    <a:pt x="743583" y="71284"/>
                  </a:lnTo>
                  <a:lnTo>
                    <a:pt x="745505" y="71327"/>
                  </a:lnTo>
                  <a:lnTo>
                    <a:pt x="747426" y="71368"/>
                  </a:lnTo>
                  <a:lnTo>
                    <a:pt x="749348" y="71409"/>
                  </a:lnTo>
                  <a:lnTo>
                    <a:pt x="751269" y="71449"/>
                  </a:lnTo>
                  <a:lnTo>
                    <a:pt x="753190" y="71487"/>
                  </a:lnTo>
                  <a:lnTo>
                    <a:pt x="755112" y="71525"/>
                  </a:lnTo>
                  <a:lnTo>
                    <a:pt x="757033" y="71561"/>
                  </a:lnTo>
                  <a:lnTo>
                    <a:pt x="758955" y="71597"/>
                  </a:lnTo>
                  <a:lnTo>
                    <a:pt x="760876" y="71632"/>
                  </a:lnTo>
                  <a:lnTo>
                    <a:pt x="762797" y="71667"/>
                  </a:lnTo>
                  <a:lnTo>
                    <a:pt x="764719" y="71700"/>
                  </a:lnTo>
                  <a:lnTo>
                    <a:pt x="766640" y="71733"/>
                  </a:lnTo>
                  <a:lnTo>
                    <a:pt x="768562" y="71766"/>
                  </a:lnTo>
                  <a:lnTo>
                    <a:pt x="770483" y="71798"/>
                  </a:lnTo>
                  <a:lnTo>
                    <a:pt x="772404" y="71830"/>
                  </a:lnTo>
                  <a:lnTo>
                    <a:pt x="774326" y="71861"/>
                  </a:lnTo>
                  <a:lnTo>
                    <a:pt x="776247" y="71893"/>
                  </a:lnTo>
                  <a:lnTo>
                    <a:pt x="778169" y="71924"/>
                  </a:lnTo>
                  <a:lnTo>
                    <a:pt x="780090" y="71954"/>
                  </a:lnTo>
                  <a:lnTo>
                    <a:pt x="782011" y="71985"/>
                  </a:lnTo>
                  <a:lnTo>
                    <a:pt x="783933" y="72015"/>
                  </a:lnTo>
                  <a:lnTo>
                    <a:pt x="785854" y="72046"/>
                  </a:lnTo>
                  <a:lnTo>
                    <a:pt x="787776" y="72077"/>
                  </a:lnTo>
                  <a:lnTo>
                    <a:pt x="789697" y="72108"/>
                  </a:lnTo>
                  <a:lnTo>
                    <a:pt x="791618" y="72139"/>
                  </a:lnTo>
                  <a:lnTo>
                    <a:pt x="793540" y="72170"/>
                  </a:lnTo>
                  <a:lnTo>
                    <a:pt x="795461" y="72202"/>
                  </a:lnTo>
                  <a:lnTo>
                    <a:pt x="797383" y="72234"/>
                  </a:lnTo>
                  <a:lnTo>
                    <a:pt x="799304" y="72266"/>
                  </a:lnTo>
                  <a:lnTo>
                    <a:pt x="801226" y="72299"/>
                  </a:lnTo>
                  <a:lnTo>
                    <a:pt x="803147" y="72332"/>
                  </a:lnTo>
                  <a:lnTo>
                    <a:pt x="805068" y="72366"/>
                  </a:lnTo>
                  <a:lnTo>
                    <a:pt x="806990" y="72401"/>
                  </a:lnTo>
                  <a:lnTo>
                    <a:pt x="808911" y="72436"/>
                  </a:lnTo>
                  <a:lnTo>
                    <a:pt x="810833" y="72472"/>
                  </a:lnTo>
                  <a:lnTo>
                    <a:pt x="812754" y="72509"/>
                  </a:lnTo>
                  <a:lnTo>
                    <a:pt x="814675" y="72546"/>
                  </a:lnTo>
                  <a:lnTo>
                    <a:pt x="816597" y="72585"/>
                  </a:lnTo>
                  <a:lnTo>
                    <a:pt x="818518" y="72624"/>
                  </a:lnTo>
                  <a:lnTo>
                    <a:pt x="820440" y="72664"/>
                  </a:lnTo>
                  <a:lnTo>
                    <a:pt x="822361" y="72706"/>
                  </a:lnTo>
                  <a:lnTo>
                    <a:pt x="824282" y="72748"/>
                  </a:lnTo>
                  <a:lnTo>
                    <a:pt x="826204" y="72792"/>
                  </a:lnTo>
                  <a:lnTo>
                    <a:pt x="828125" y="72836"/>
                  </a:lnTo>
                  <a:lnTo>
                    <a:pt x="830047" y="72882"/>
                  </a:lnTo>
                  <a:lnTo>
                    <a:pt x="831968" y="72929"/>
                  </a:lnTo>
                  <a:lnTo>
                    <a:pt x="833889" y="72976"/>
                  </a:lnTo>
                  <a:lnTo>
                    <a:pt x="835811" y="73026"/>
                  </a:lnTo>
                  <a:lnTo>
                    <a:pt x="837732" y="73076"/>
                  </a:lnTo>
                  <a:lnTo>
                    <a:pt x="839654" y="73128"/>
                  </a:lnTo>
                  <a:lnTo>
                    <a:pt x="841575" y="73181"/>
                  </a:lnTo>
                  <a:lnTo>
                    <a:pt x="843496" y="73235"/>
                  </a:lnTo>
                  <a:lnTo>
                    <a:pt x="845418" y="73290"/>
                  </a:lnTo>
                  <a:lnTo>
                    <a:pt x="847339" y="73347"/>
                  </a:lnTo>
                  <a:lnTo>
                    <a:pt x="849261" y="73406"/>
                  </a:lnTo>
                  <a:lnTo>
                    <a:pt x="851182" y="73465"/>
                  </a:lnTo>
                  <a:lnTo>
                    <a:pt x="853103" y="73526"/>
                  </a:lnTo>
                  <a:lnTo>
                    <a:pt x="855025" y="73588"/>
                  </a:lnTo>
                  <a:lnTo>
                    <a:pt x="856946" y="73652"/>
                  </a:lnTo>
                  <a:lnTo>
                    <a:pt x="858868" y="73717"/>
                  </a:lnTo>
                  <a:lnTo>
                    <a:pt x="860789" y="73783"/>
                  </a:lnTo>
                  <a:lnTo>
                    <a:pt x="862710" y="73851"/>
                  </a:lnTo>
                  <a:lnTo>
                    <a:pt x="864632" y="73920"/>
                  </a:lnTo>
                  <a:lnTo>
                    <a:pt x="866553" y="73991"/>
                  </a:lnTo>
                  <a:lnTo>
                    <a:pt x="868475" y="74062"/>
                  </a:lnTo>
                  <a:lnTo>
                    <a:pt x="870396" y="74136"/>
                  </a:lnTo>
                  <a:lnTo>
                    <a:pt x="872318" y="74210"/>
                  </a:lnTo>
                  <a:lnTo>
                    <a:pt x="874239" y="74286"/>
                  </a:lnTo>
                  <a:lnTo>
                    <a:pt x="876160" y="74363"/>
                  </a:lnTo>
                  <a:lnTo>
                    <a:pt x="878082" y="74441"/>
                  </a:lnTo>
                  <a:lnTo>
                    <a:pt x="880003" y="74521"/>
                  </a:lnTo>
                  <a:lnTo>
                    <a:pt x="881925" y="74602"/>
                  </a:lnTo>
                  <a:lnTo>
                    <a:pt x="883846" y="74684"/>
                  </a:lnTo>
                  <a:lnTo>
                    <a:pt x="885767" y="74767"/>
                  </a:lnTo>
                  <a:lnTo>
                    <a:pt x="887689" y="74852"/>
                  </a:lnTo>
                  <a:lnTo>
                    <a:pt x="889610" y="74938"/>
                  </a:lnTo>
                  <a:lnTo>
                    <a:pt x="891532" y="75025"/>
                  </a:lnTo>
                  <a:lnTo>
                    <a:pt x="893453" y="75113"/>
                  </a:lnTo>
                  <a:lnTo>
                    <a:pt x="895374" y="75202"/>
                  </a:lnTo>
                  <a:lnTo>
                    <a:pt x="897296" y="75292"/>
                  </a:lnTo>
                  <a:lnTo>
                    <a:pt x="899217" y="75383"/>
                  </a:lnTo>
                  <a:lnTo>
                    <a:pt x="901139" y="75475"/>
                  </a:lnTo>
                  <a:lnTo>
                    <a:pt x="903060" y="75567"/>
                  </a:lnTo>
                  <a:lnTo>
                    <a:pt x="904981" y="75662"/>
                  </a:lnTo>
                  <a:lnTo>
                    <a:pt x="906903" y="75756"/>
                  </a:lnTo>
                  <a:lnTo>
                    <a:pt x="908824" y="75852"/>
                  </a:lnTo>
                  <a:lnTo>
                    <a:pt x="910746" y="75948"/>
                  </a:lnTo>
                  <a:lnTo>
                    <a:pt x="912667" y="76045"/>
                  </a:lnTo>
                  <a:lnTo>
                    <a:pt x="914588" y="76143"/>
                  </a:lnTo>
                  <a:lnTo>
                    <a:pt x="916510" y="76241"/>
                  </a:lnTo>
                  <a:lnTo>
                    <a:pt x="918431" y="76340"/>
                  </a:lnTo>
                  <a:lnTo>
                    <a:pt x="920353" y="76440"/>
                  </a:lnTo>
                  <a:lnTo>
                    <a:pt x="922274" y="76540"/>
                  </a:lnTo>
                  <a:lnTo>
                    <a:pt x="924195" y="76641"/>
                  </a:lnTo>
                  <a:lnTo>
                    <a:pt x="926117" y="76742"/>
                  </a:lnTo>
                  <a:lnTo>
                    <a:pt x="928038" y="76843"/>
                  </a:lnTo>
                  <a:lnTo>
                    <a:pt x="929960" y="76945"/>
                  </a:lnTo>
                  <a:lnTo>
                    <a:pt x="931881" y="77047"/>
                  </a:lnTo>
                  <a:lnTo>
                    <a:pt x="933802" y="77150"/>
                  </a:lnTo>
                  <a:lnTo>
                    <a:pt x="935724" y="77253"/>
                  </a:lnTo>
                  <a:lnTo>
                    <a:pt x="937645" y="77355"/>
                  </a:lnTo>
                  <a:lnTo>
                    <a:pt x="939567" y="77458"/>
                  </a:lnTo>
                  <a:lnTo>
                    <a:pt x="941488" y="77561"/>
                  </a:lnTo>
                  <a:lnTo>
                    <a:pt x="943410" y="77665"/>
                  </a:lnTo>
                  <a:lnTo>
                    <a:pt x="945331" y="77768"/>
                  </a:lnTo>
                  <a:lnTo>
                    <a:pt x="947252" y="77871"/>
                  </a:lnTo>
                  <a:lnTo>
                    <a:pt x="949174" y="77974"/>
                  </a:lnTo>
                  <a:lnTo>
                    <a:pt x="951095" y="78077"/>
                  </a:lnTo>
                  <a:lnTo>
                    <a:pt x="953017" y="78180"/>
                  </a:lnTo>
                  <a:lnTo>
                    <a:pt x="954938" y="78282"/>
                  </a:lnTo>
                  <a:lnTo>
                    <a:pt x="956859" y="78385"/>
                  </a:lnTo>
                  <a:lnTo>
                    <a:pt x="958781" y="78487"/>
                  </a:lnTo>
                  <a:lnTo>
                    <a:pt x="960702" y="78588"/>
                  </a:lnTo>
                  <a:lnTo>
                    <a:pt x="962624" y="78690"/>
                  </a:lnTo>
                  <a:lnTo>
                    <a:pt x="964545" y="78791"/>
                  </a:lnTo>
                  <a:lnTo>
                    <a:pt x="966466" y="78891"/>
                  </a:lnTo>
                  <a:lnTo>
                    <a:pt x="968388" y="78991"/>
                  </a:lnTo>
                  <a:lnTo>
                    <a:pt x="970309" y="79090"/>
                  </a:lnTo>
                  <a:lnTo>
                    <a:pt x="972231" y="79189"/>
                  </a:lnTo>
                  <a:lnTo>
                    <a:pt x="974152" y="79287"/>
                  </a:lnTo>
                  <a:lnTo>
                    <a:pt x="976073" y="79385"/>
                  </a:lnTo>
                  <a:lnTo>
                    <a:pt x="977995" y="79482"/>
                  </a:lnTo>
                  <a:lnTo>
                    <a:pt x="979916" y="79578"/>
                  </a:lnTo>
                  <a:lnTo>
                    <a:pt x="981838" y="79674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1810162" y="2728777"/>
              <a:ext cx="981838" cy="54245"/>
            </a:xfrm>
            <a:custGeom>
              <a:avLst/>
              <a:pathLst>
                <a:path w="981838" h="54245">
                  <a:moveTo>
                    <a:pt x="0" y="40004"/>
                  </a:moveTo>
                  <a:lnTo>
                    <a:pt x="1921" y="39757"/>
                  </a:lnTo>
                  <a:lnTo>
                    <a:pt x="3842" y="39508"/>
                  </a:lnTo>
                  <a:lnTo>
                    <a:pt x="5764" y="39255"/>
                  </a:lnTo>
                  <a:lnTo>
                    <a:pt x="7685" y="39001"/>
                  </a:lnTo>
                  <a:lnTo>
                    <a:pt x="9607" y="38743"/>
                  </a:lnTo>
                  <a:lnTo>
                    <a:pt x="11528" y="38485"/>
                  </a:lnTo>
                  <a:lnTo>
                    <a:pt x="13449" y="38222"/>
                  </a:lnTo>
                  <a:lnTo>
                    <a:pt x="15371" y="37958"/>
                  </a:lnTo>
                  <a:lnTo>
                    <a:pt x="17292" y="37691"/>
                  </a:lnTo>
                  <a:lnTo>
                    <a:pt x="19214" y="37423"/>
                  </a:lnTo>
                  <a:lnTo>
                    <a:pt x="21135" y="37151"/>
                  </a:lnTo>
                  <a:lnTo>
                    <a:pt x="23056" y="36878"/>
                  </a:lnTo>
                  <a:lnTo>
                    <a:pt x="24978" y="36603"/>
                  </a:lnTo>
                  <a:lnTo>
                    <a:pt x="26899" y="36324"/>
                  </a:lnTo>
                  <a:lnTo>
                    <a:pt x="28821" y="36046"/>
                  </a:lnTo>
                  <a:lnTo>
                    <a:pt x="30742" y="35762"/>
                  </a:lnTo>
                  <a:lnTo>
                    <a:pt x="32663" y="35479"/>
                  </a:lnTo>
                  <a:lnTo>
                    <a:pt x="34585" y="35192"/>
                  </a:lnTo>
                  <a:lnTo>
                    <a:pt x="36506" y="34905"/>
                  </a:lnTo>
                  <a:lnTo>
                    <a:pt x="38428" y="34614"/>
                  </a:lnTo>
                  <a:lnTo>
                    <a:pt x="40349" y="34322"/>
                  </a:lnTo>
                  <a:lnTo>
                    <a:pt x="42270" y="34028"/>
                  </a:lnTo>
                  <a:lnTo>
                    <a:pt x="44192" y="33732"/>
                  </a:lnTo>
                  <a:lnTo>
                    <a:pt x="46113" y="33435"/>
                  </a:lnTo>
                  <a:lnTo>
                    <a:pt x="48035" y="33135"/>
                  </a:lnTo>
                  <a:lnTo>
                    <a:pt x="49956" y="32834"/>
                  </a:lnTo>
                  <a:lnTo>
                    <a:pt x="51877" y="32531"/>
                  </a:lnTo>
                  <a:lnTo>
                    <a:pt x="53799" y="32227"/>
                  </a:lnTo>
                  <a:lnTo>
                    <a:pt x="55720" y="31920"/>
                  </a:lnTo>
                  <a:lnTo>
                    <a:pt x="57642" y="31613"/>
                  </a:lnTo>
                  <a:lnTo>
                    <a:pt x="59563" y="31303"/>
                  </a:lnTo>
                  <a:lnTo>
                    <a:pt x="61484" y="30992"/>
                  </a:lnTo>
                  <a:lnTo>
                    <a:pt x="63406" y="30681"/>
                  </a:lnTo>
                  <a:lnTo>
                    <a:pt x="65327" y="30367"/>
                  </a:lnTo>
                  <a:lnTo>
                    <a:pt x="67249" y="30053"/>
                  </a:lnTo>
                  <a:lnTo>
                    <a:pt x="69170" y="29736"/>
                  </a:lnTo>
                  <a:lnTo>
                    <a:pt x="71091" y="29419"/>
                  </a:lnTo>
                  <a:lnTo>
                    <a:pt x="73013" y="29101"/>
                  </a:lnTo>
                  <a:lnTo>
                    <a:pt x="74934" y="28781"/>
                  </a:lnTo>
                  <a:lnTo>
                    <a:pt x="76856" y="28461"/>
                  </a:lnTo>
                  <a:lnTo>
                    <a:pt x="78777" y="28139"/>
                  </a:lnTo>
                  <a:lnTo>
                    <a:pt x="80699" y="27817"/>
                  </a:lnTo>
                  <a:lnTo>
                    <a:pt x="82620" y="27493"/>
                  </a:lnTo>
                  <a:lnTo>
                    <a:pt x="84541" y="27170"/>
                  </a:lnTo>
                  <a:lnTo>
                    <a:pt x="86463" y="26844"/>
                  </a:lnTo>
                  <a:lnTo>
                    <a:pt x="88384" y="26519"/>
                  </a:lnTo>
                  <a:lnTo>
                    <a:pt x="90306" y="26193"/>
                  </a:lnTo>
                  <a:lnTo>
                    <a:pt x="92227" y="25866"/>
                  </a:lnTo>
                  <a:lnTo>
                    <a:pt x="94148" y="25539"/>
                  </a:lnTo>
                  <a:lnTo>
                    <a:pt x="96070" y="25211"/>
                  </a:lnTo>
                  <a:lnTo>
                    <a:pt x="97991" y="24883"/>
                  </a:lnTo>
                  <a:lnTo>
                    <a:pt x="99913" y="24555"/>
                  </a:lnTo>
                  <a:lnTo>
                    <a:pt x="101834" y="24227"/>
                  </a:lnTo>
                  <a:lnTo>
                    <a:pt x="103755" y="23898"/>
                  </a:lnTo>
                  <a:lnTo>
                    <a:pt x="105677" y="23569"/>
                  </a:lnTo>
                  <a:lnTo>
                    <a:pt x="107598" y="23240"/>
                  </a:lnTo>
                  <a:lnTo>
                    <a:pt x="109520" y="22911"/>
                  </a:lnTo>
                  <a:lnTo>
                    <a:pt x="111441" y="22582"/>
                  </a:lnTo>
                  <a:lnTo>
                    <a:pt x="113362" y="22254"/>
                  </a:lnTo>
                  <a:lnTo>
                    <a:pt x="115284" y="21925"/>
                  </a:lnTo>
                  <a:lnTo>
                    <a:pt x="117205" y="21597"/>
                  </a:lnTo>
                  <a:lnTo>
                    <a:pt x="119127" y="21269"/>
                  </a:lnTo>
                  <a:lnTo>
                    <a:pt x="121048" y="20942"/>
                  </a:lnTo>
                  <a:lnTo>
                    <a:pt x="122969" y="20615"/>
                  </a:lnTo>
                  <a:lnTo>
                    <a:pt x="124891" y="20289"/>
                  </a:lnTo>
                  <a:lnTo>
                    <a:pt x="126812" y="19963"/>
                  </a:lnTo>
                  <a:lnTo>
                    <a:pt x="128734" y="19638"/>
                  </a:lnTo>
                  <a:lnTo>
                    <a:pt x="130655" y="19314"/>
                  </a:lnTo>
                  <a:lnTo>
                    <a:pt x="132576" y="18991"/>
                  </a:lnTo>
                  <a:lnTo>
                    <a:pt x="134498" y="18668"/>
                  </a:lnTo>
                  <a:lnTo>
                    <a:pt x="136419" y="18347"/>
                  </a:lnTo>
                  <a:lnTo>
                    <a:pt x="138341" y="18027"/>
                  </a:lnTo>
                  <a:lnTo>
                    <a:pt x="140262" y="17707"/>
                  </a:lnTo>
                  <a:lnTo>
                    <a:pt x="142183" y="17389"/>
                  </a:lnTo>
                  <a:lnTo>
                    <a:pt x="144105" y="17072"/>
                  </a:lnTo>
                  <a:lnTo>
                    <a:pt x="146026" y="16757"/>
                  </a:lnTo>
                  <a:lnTo>
                    <a:pt x="147948" y="16442"/>
                  </a:lnTo>
                  <a:lnTo>
                    <a:pt x="149869" y="16130"/>
                  </a:lnTo>
                  <a:lnTo>
                    <a:pt x="151791" y="15819"/>
                  </a:lnTo>
                  <a:lnTo>
                    <a:pt x="153712" y="15509"/>
                  </a:lnTo>
                  <a:lnTo>
                    <a:pt x="155633" y="15201"/>
                  </a:lnTo>
                  <a:lnTo>
                    <a:pt x="157555" y="14894"/>
                  </a:lnTo>
                  <a:lnTo>
                    <a:pt x="159476" y="14591"/>
                  </a:lnTo>
                  <a:lnTo>
                    <a:pt x="161398" y="14287"/>
                  </a:lnTo>
                  <a:lnTo>
                    <a:pt x="163319" y="13987"/>
                  </a:lnTo>
                  <a:lnTo>
                    <a:pt x="165240" y="13688"/>
                  </a:lnTo>
                  <a:lnTo>
                    <a:pt x="167162" y="13392"/>
                  </a:lnTo>
                  <a:lnTo>
                    <a:pt x="169083" y="13097"/>
                  </a:lnTo>
                  <a:lnTo>
                    <a:pt x="171005" y="12804"/>
                  </a:lnTo>
                  <a:lnTo>
                    <a:pt x="172926" y="12515"/>
                  </a:lnTo>
                  <a:lnTo>
                    <a:pt x="174847" y="12226"/>
                  </a:lnTo>
                  <a:lnTo>
                    <a:pt x="176769" y="11942"/>
                  </a:lnTo>
                  <a:lnTo>
                    <a:pt x="178690" y="11658"/>
                  </a:lnTo>
                  <a:lnTo>
                    <a:pt x="180612" y="11378"/>
                  </a:lnTo>
                  <a:lnTo>
                    <a:pt x="182533" y="11099"/>
                  </a:lnTo>
                  <a:lnTo>
                    <a:pt x="184454" y="10824"/>
                  </a:lnTo>
                  <a:lnTo>
                    <a:pt x="186376" y="10551"/>
                  </a:lnTo>
                  <a:lnTo>
                    <a:pt x="188297" y="10280"/>
                  </a:lnTo>
                  <a:lnTo>
                    <a:pt x="190219" y="10014"/>
                  </a:lnTo>
                  <a:lnTo>
                    <a:pt x="192140" y="9747"/>
                  </a:lnTo>
                  <a:lnTo>
                    <a:pt x="194061" y="9487"/>
                  </a:lnTo>
                  <a:lnTo>
                    <a:pt x="195983" y="9227"/>
                  </a:lnTo>
                  <a:lnTo>
                    <a:pt x="197904" y="8972"/>
                  </a:lnTo>
                  <a:lnTo>
                    <a:pt x="199826" y="8718"/>
                  </a:lnTo>
                  <a:lnTo>
                    <a:pt x="201747" y="8469"/>
                  </a:lnTo>
                  <a:lnTo>
                    <a:pt x="203668" y="8222"/>
                  </a:lnTo>
                  <a:lnTo>
                    <a:pt x="205590" y="7978"/>
                  </a:lnTo>
                  <a:lnTo>
                    <a:pt x="207511" y="7738"/>
                  </a:lnTo>
                  <a:lnTo>
                    <a:pt x="209433" y="7499"/>
                  </a:lnTo>
                  <a:lnTo>
                    <a:pt x="211354" y="7267"/>
                  </a:lnTo>
                  <a:lnTo>
                    <a:pt x="213275" y="7034"/>
                  </a:lnTo>
                  <a:lnTo>
                    <a:pt x="215197" y="6809"/>
                  </a:lnTo>
                  <a:lnTo>
                    <a:pt x="217118" y="6584"/>
                  </a:lnTo>
                  <a:lnTo>
                    <a:pt x="219040" y="6364"/>
                  </a:lnTo>
                  <a:lnTo>
                    <a:pt x="220961" y="6147"/>
                  </a:lnTo>
                  <a:lnTo>
                    <a:pt x="222883" y="5932"/>
                  </a:lnTo>
                  <a:lnTo>
                    <a:pt x="224804" y="5723"/>
                  </a:lnTo>
                  <a:lnTo>
                    <a:pt x="226725" y="5515"/>
                  </a:lnTo>
                  <a:lnTo>
                    <a:pt x="228647" y="5314"/>
                  </a:lnTo>
                  <a:lnTo>
                    <a:pt x="230568" y="5112"/>
                  </a:lnTo>
                  <a:lnTo>
                    <a:pt x="232490" y="4919"/>
                  </a:lnTo>
                  <a:lnTo>
                    <a:pt x="234411" y="4725"/>
                  </a:lnTo>
                  <a:lnTo>
                    <a:pt x="236332" y="4538"/>
                  </a:lnTo>
                  <a:lnTo>
                    <a:pt x="238254" y="4353"/>
                  </a:lnTo>
                  <a:lnTo>
                    <a:pt x="240175" y="4172"/>
                  </a:lnTo>
                  <a:lnTo>
                    <a:pt x="242097" y="3995"/>
                  </a:lnTo>
                  <a:lnTo>
                    <a:pt x="244018" y="3821"/>
                  </a:lnTo>
                  <a:lnTo>
                    <a:pt x="245939" y="3653"/>
                  </a:lnTo>
                  <a:lnTo>
                    <a:pt x="247861" y="3485"/>
                  </a:lnTo>
                  <a:lnTo>
                    <a:pt x="249782" y="3325"/>
                  </a:lnTo>
                  <a:lnTo>
                    <a:pt x="251704" y="3166"/>
                  </a:lnTo>
                  <a:lnTo>
                    <a:pt x="253625" y="3013"/>
                  </a:lnTo>
                  <a:lnTo>
                    <a:pt x="255546" y="2862"/>
                  </a:lnTo>
                  <a:lnTo>
                    <a:pt x="257468" y="2715"/>
                  </a:lnTo>
                  <a:lnTo>
                    <a:pt x="259389" y="2573"/>
                  </a:lnTo>
                  <a:lnTo>
                    <a:pt x="261311" y="2433"/>
                  </a:lnTo>
                  <a:lnTo>
                    <a:pt x="263232" y="2300"/>
                  </a:lnTo>
                  <a:lnTo>
                    <a:pt x="265153" y="2167"/>
                  </a:lnTo>
                  <a:lnTo>
                    <a:pt x="267075" y="2042"/>
                  </a:lnTo>
                  <a:lnTo>
                    <a:pt x="268996" y="1918"/>
                  </a:lnTo>
                  <a:lnTo>
                    <a:pt x="270918" y="1800"/>
                  </a:lnTo>
                  <a:lnTo>
                    <a:pt x="272839" y="1684"/>
                  </a:lnTo>
                  <a:lnTo>
                    <a:pt x="274760" y="1573"/>
                  </a:lnTo>
                  <a:lnTo>
                    <a:pt x="276682" y="1466"/>
                  </a:lnTo>
                  <a:lnTo>
                    <a:pt x="278603" y="1362"/>
                  </a:lnTo>
                  <a:lnTo>
                    <a:pt x="280525" y="1264"/>
                  </a:lnTo>
                  <a:lnTo>
                    <a:pt x="282446" y="1166"/>
                  </a:lnTo>
                  <a:lnTo>
                    <a:pt x="284367" y="1076"/>
                  </a:lnTo>
                  <a:lnTo>
                    <a:pt x="286289" y="987"/>
                  </a:lnTo>
                  <a:lnTo>
                    <a:pt x="288210" y="904"/>
                  </a:lnTo>
                  <a:lnTo>
                    <a:pt x="290132" y="823"/>
                  </a:lnTo>
                  <a:lnTo>
                    <a:pt x="292053" y="747"/>
                  </a:lnTo>
                  <a:lnTo>
                    <a:pt x="293975" y="675"/>
                  </a:lnTo>
                  <a:lnTo>
                    <a:pt x="295896" y="606"/>
                  </a:lnTo>
                  <a:lnTo>
                    <a:pt x="297817" y="542"/>
                  </a:lnTo>
                  <a:lnTo>
                    <a:pt x="299739" y="479"/>
                  </a:lnTo>
                  <a:lnTo>
                    <a:pt x="301660" y="423"/>
                  </a:lnTo>
                  <a:lnTo>
                    <a:pt x="303582" y="368"/>
                  </a:lnTo>
                  <a:lnTo>
                    <a:pt x="305503" y="320"/>
                  </a:lnTo>
                  <a:lnTo>
                    <a:pt x="307424" y="273"/>
                  </a:lnTo>
                  <a:lnTo>
                    <a:pt x="309346" y="231"/>
                  </a:lnTo>
                  <a:lnTo>
                    <a:pt x="311267" y="192"/>
                  </a:lnTo>
                  <a:lnTo>
                    <a:pt x="313189" y="156"/>
                  </a:lnTo>
                  <a:lnTo>
                    <a:pt x="315110" y="126"/>
                  </a:lnTo>
                  <a:lnTo>
                    <a:pt x="317031" y="96"/>
                  </a:lnTo>
                  <a:lnTo>
                    <a:pt x="318953" y="74"/>
                  </a:lnTo>
                  <a:lnTo>
                    <a:pt x="320874" y="51"/>
                  </a:lnTo>
                  <a:lnTo>
                    <a:pt x="322796" y="35"/>
                  </a:lnTo>
                  <a:lnTo>
                    <a:pt x="324717" y="20"/>
                  </a:lnTo>
                  <a:lnTo>
                    <a:pt x="326638" y="11"/>
                  </a:lnTo>
                  <a:lnTo>
                    <a:pt x="328560" y="3"/>
                  </a:lnTo>
                  <a:lnTo>
                    <a:pt x="330481" y="0"/>
                  </a:lnTo>
                  <a:lnTo>
                    <a:pt x="332403" y="0"/>
                  </a:lnTo>
                  <a:lnTo>
                    <a:pt x="334324" y="2"/>
                  </a:lnTo>
                  <a:lnTo>
                    <a:pt x="336245" y="9"/>
                  </a:lnTo>
                  <a:lnTo>
                    <a:pt x="338167" y="17"/>
                  </a:lnTo>
                  <a:lnTo>
                    <a:pt x="340088" y="32"/>
                  </a:lnTo>
                  <a:lnTo>
                    <a:pt x="342010" y="47"/>
                  </a:lnTo>
                  <a:lnTo>
                    <a:pt x="343931" y="67"/>
                  </a:lnTo>
                  <a:lnTo>
                    <a:pt x="345852" y="89"/>
                  </a:lnTo>
                  <a:lnTo>
                    <a:pt x="347774" y="114"/>
                  </a:lnTo>
                  <a:lnTo>
                    <a:pt x="349695" y="143"/>
                  </a:lnTo>
                  <a:lnTo>
                    <a:pt x="351617" y="174"/>
                  </a:lnTo>
                  <a:lnTo>
                    <a:pt x="353538" y="209"/>
                  </a:lnTo>
                  <a:lnTo>
                    <a:pt x="355459" y="245"/>
                  </a:lnTo>
                  <a:lnTo>
                    <a:pt x="357381" y="287"/>
                  </a:lnTo>
                  <a:lnTo>
                    <a:pt x="359302" y="329"/>
                  </a:lnTo>
                  <a:lnTo>
                    <a:pt x="361224" y="376"/>
                  </a:lnTo>
                  <a:lnTo>
                    <a:pt x="363145" y="425"/>
                  </a:lnTo>
                  <a:lnTo>
                    <a:pt x="365067" y="476"/>
                  </a:lnTo>
                  <a:lnTo>
                    <a:pt x="366988" y="531"/>
                  </a:lnTo>
                  <a:lnTo>
                    <a:pt x="368909" y="587"/>
                  </a:lnTo>
                  <a:lnTo>
                    <a:pt x="370831" y="648"/>
                  </a:lnTo>
                  <a:lnTo>
                    <a:pt x="372752" y="708"/>
                  </a:lnTo>
                  <a:lnTo>
                    <a:pt x="374674" y="775"/>
                  </a:lnTo>
                  <a:lnTo>
                    <a:pt x="376595" y="841"/>
                  </a:lnTo>
                  <a:lnTo>
                    <a:pt x="378516" y="912"/>
                  </a:lnTo>
                  <a:lnTo>
                    <a:pt x="380438" y="984"/>
                  </a:lnTo>
                  <a:lnTo>
                    <a:pt x="382359" y="1059"/>
                  </a:lnTo>
                  <a:lnTo>
                    <a:pt x="384281" y="1136"/>
                  </a:lnTo>
                  <a:lnTo>
                    <a:pt x="386202" y="1215"/>
                  </a:lnTo>
                  <a:lnTo>
                    <a:pt x="388123" y="1297"/>
                  </a:lnTo>
                  <a:lnTo>
                    <a:pt x="390045" y="1380"/>
                  </a:lnTo>
                  <a:lnTo>
                    <a:pt x="391966" y="1468"/>
                  </a:lnTo>
                  <a:lnTo>
                    <a:pt x="393888" y="1555"/>
                  </a:lnTo>
                  <a:lnTo>
                    <a:pt x="395809" y="1647"/>
                  </a:lnTo>
                  <a:lnTo>
                    <a:pt x="397730" y="1739"/>
                  </a:lnTo>
                  <a:lnTo>
                    <a:pt x="399652" y="1834"/>
                  </a:lnTo>
                  <a:lnTo>
                    <a:pt x="401573" y="1931"/>
                  </a:lnTo>
                  <a:lnTo>
                    <a:pt x="403495" y="2029"/>
                  </a:lnTo>
                  <a:lnTo>
                    <a:pt x="405416" y="2131"/>
                  </a:lnTo>
                  <a:lnTo>
                    <a:pt x="407337" y="2233"/>
                  </a:lnTo>
                  <a:lnTo>
                    <a:pt x="409259" y="2338"/>
                  </a:lnTo>
                  <a:lnTo>
                    <a:pt x="411180" y="2444"/>
                  </a:lnTo>
                  <a:lnTo>
                    <a:pt x="413102" y="2553"/>
                  </a:lnTo>
                  <a:lnTo>
                    <a:pt x="415023" y="2663"/>
                  </a:lnTo>
                  <a:lnTo>
                    <a:pt x="416944" y="2775"/>
                  </a:lnTo>
                  <a:lnTo>
                    <a:pt x="418866" y="2889"/>
                  </a:lnTo>
                  <a:lnTo>
                    <a:pt x="420787" y="3004"/>
                  </a:lnTo>
                  <a:lnTo>
                    <a:pt x="422709" y="3121"/>
                  </a:lnTo>
                  <a:lnTo>
                    <a:pt x="424630" y="3239"/>
                  </a:lnTo>
                  <a:lnTo>
                    <a:pt x="426551" y="3360"/>
                  </a:lnTo>
                  <a:lnTo>
                    <a:pt x="428473" y="3481"/>
                  </a:lnTo>
                  <a:lnTo>
                    <a:pt x="430394" y="3605"/>
                  </a:lnTo>
                  <a:lnTo>
                    <a:pt x="432316" y="3730"/>
                  </a:lnTo>
                  <a:lnTo>
                    <a:pt x="434237" y="3856"/>
                  </a:lnTo>
                  <a:lnTo>
                    <a:pt x="436159" y="3984"/>
                  </a:lnTo>
                  <a:lnTo>
                    <a:pt x="438080" y="4113"/>
                  </a:lnTo>
                  <a:lnTo>
                    <a:pt x="440001" y="4244"/>
                  </a:lnTo>
                  <a:lnTo>
                    <a:pt x="441923" y="4375"/>
                  </a:lnTo>
                  <a:lnTo>
                    <a:pt x="443844" y="4509"/>
                  </a:lnTo>
                  <a:lnTo>
                    <a:pt x="445766" y="4643"/>
                  </a:lnTo>
                  <a:lnTo>
                    <a:pt x="447687" y="4779"/>
                  </a:lnTo>
                  <a:lnTo>
                    <a:pt x="449608" y="4916"/>
                  </a:lnTo>
                  <a:lnTo>
                    <a:pt x="451530" y="5055"/>
                  </a:lnTo>
                  <a:lnTo>
                    <a:pt x="453451" y="5194"/>
                  </a:lnTo>
                  <a:lnTo>
                    <a:pt x="455373" y="5335"/>
                  </a:lnTo>
                  <a:lnTo>
                    <a:pt x="457294" y="5477"/>
                  </a:lnTo>
                  <a:lnTo>
                    <a:pt x="459215" y="5619"/>
                  </a:lnTo>
                  <a:lnTo>
                    <a:pt x="461137" y="5764"/>
                  </a:lnTo>
                  <a:lnTo>
                    <a:pt x="463058" y="5908"/>
                  </a:lnTo>
                  <a:lnTo>
                    <a:pt x="464980" y="6055"/>
                  </a:lnTo>
                  <a:lnTo>
                    <a:pt x="466901" y="6201"/>
                  </a:lnTo>
                  <a:lnTo>
                    <a:pt x="468822" y="6350"/>
                  </a:lnTo>
                  <a:lnTo>
                    <a:pt x="470744" y="6499"/>
                  </a:lnTo>
                  <a:lnTo>
                    <a:pt x="472665" y="6649"/>
                  </a:lnTo>
                  <a:lnTo>
                    <a:pt x="474587" y="6800"/>
                  </a:lnTo>
                  <a:lnTo>
                    <a:pt x="476508" y="6952"/>
                  </a:lnTo>
                  <a:lnTo>
                    <a:pt x="478429" y="7105"/>
                  </a:lnTo>
                  <a:lnTo>
                    <a:pt x="480351" y="7258"/>
                  </a:lnTo>
                  <a:lnTo>
                    <a:pt x="482272" y="7413"/>
                  </a:lnTo>
                  <a:lnTo>
                    <a:pt x="484194" y="7568"/>
                  </a:lnTo>
                  <a:lnTo>
                    <a:pt x="486115" y="7724"/>
                  </a:lnTo>
                  <a:lnTo>
                    <a:pt x="488036" y="7881"/>
                  </a:lnTo>
                  <a:lnTo>
                    <a:pt x="489958" y="8039"/>
                  </a:lnTo>
                  <a:lnTo>
                    <a:pt x="491879" y="8197"/>
                  </a:lnTo>
                  <a:lnTo>
                    <a:pt x="493801" y="8356"/>
                  </a:lnTo>
                  <a:lnTo>
                    <a:pt x="495722" y="8516"/>
                  </a:lnTo>
                  <a:lnTo>
                    <a:pt x="497643" y="8677"/>
                  </a:lnTo>
                  <a:lnTo>
                    <a:pt x="499565" y="8838"/>
                  </a:lnTo>
                  <a:lnTo>
                    <a:pt x="501486" y="9000"/>
                  </a:lnTo>
                  <a:lnTo>
                    <a:pt x="503408" y="9163"/>
                  </a:lnTo>
                  <a:lnTo>
                    <a:pt x="505329" y="9326"/>
                  </a:lnTo>
                  <a:lnTo>
                    <a:pt x="507250" y="9490"/>
                  </a:lnTo>
                  <a:lnTo>
                    <a:pt x="509172" y="9654"/>
                  </a:lnTo>
                  <a:lnTo>
                    <a:pt x="511093" y="9819"/>
                  </a:lnTo>
                  <a:lnTo>
                    <a:pt x="513015" y="9985"/>
                  </a:lnTo>
                  <a:lnTo>
                    <a:pt x="514936" y="10151"/>
                  </a:lnTo>
                  <a:lnTo>
                    <a:pt x="516858" y="10318"/>
                  </a:lnTo>
                  <a:lnTo>
                    <a:pt x="518779" y="10485"/>
                  </a:lnTo>
                  <a:lnTo>
                    <a:pt x="520700" y="10653"/>
                  </a:lnTo>
                  <a:lnTo>
                    <a:pt x="522622" y="10821"/>
                  </a:lnTo>
                  <a:lnTo>
                    <a:pt x="524543" y="10990"/>
                  </a:lnTo>
                  <a:lnTo>
                    <a:pt x="526465" y="11160"/>
                  </a:lnTo>
                  <a:lnTo>
                    <a:pt x="528386" y="11329"/>
                  </a:lnTo>
                  <a:lnTo>
                    <a:pt x="530307" y="11500"/>
                  </a:lnTo>
                  <a:lnTo>
                    <a:pt x="532229" y="11670"/>
                  </a:lnTo>
                  <a:lnTo>
                    <a:pt x="534150" y="11841"/>
                  </a:lnTo>
                  <a:lnTo>
                    <a:pt x="536072" y="12013"/>
                  </a:lnTo>
                  <a:lnTo>
                    <a:pt x="537993" y="12185"/>
                  </a:lnTo>
                  <a:lnTo>
                    <a:pt x="539914" y="12357"/>
                  </a:lnTo>
                  <a:lnTo>
                    <a:pt x="541836" y="12530"/>
                  </a:lnTo>
                  <a:lnTo>
                    <a:pt x="543757" y="12703"/>
                  </a:lnTo>
                  <a:lnTo>
                    <a:pt x="545679" y="12876"/>
                  </a:lnTo>
                  <a:lnTo>
                    <a:pt x="547600" y="13050"/>
                  </a:lnTo>
                  <a:lnTo>
                    <a:pt x="549521" y="13224"/>
                  </a:lnTo>
                  <a:lnTo>
                    <a:pt x="551443" y="13399"/>
                  </a:lnTo>
                  <a:lnTo>
                    <a:pt x="553364" y="13573"/>
                  </a:lnTo>
                  <a:lnTo>
                    <a:pt x="555286" y="13748"/>
                  </a:lnTo>
                  <a:lnTo>
                    <a:pt x="557207" y="13923"/>
                  </a:lnTo>
                  <a:lnTo>
                    <a:pt x="559128" y="14099"/>
                  </a:lnTo>
                  <a:lnTo>
                    <a:pt x="561050" y="14275"/>
                  </a:lnTo>
                  <a:lnTo>
                    <a:pt x="562971" y="14451"/>
                  </a:lnTo>
                  <a:lnTo>
                    <a:pt x="564893" y="14627"/>
                  </a:lnTo>
                  <a:lnTo>
                    <a:pt x="566814" y="14804"/>
                  </a:lnTo>
                  <a:lnTo>
                    <a:pt x="568735" y="14981"/>
                  </a:lnTo>
                  <a:lnTo>
                    <a:pt x="570657" y="15157"/>
                  </a:lnTo>
                  <a:lnTo>
                    <a:pt x="572578" y="15335"/>
                  </a:lnTo>
                  <a:lnTo>
                    <a:pt x="574500" y="15512"/>
                  </a:lnTo>
                  <a:lnTo>
                    <a:pt x="576421" y="15690"/>
                  </a:lnTo>
                  <a:lnTo>
                    <a:pt x="578342" y="15867"/>
                  </a:lnTo>
                  <a:lnTo>
                    <a:pt x="580264" y="16045"/>
                  </a:lnTo>
                  <a:lnTo>
                    <a:pt x="582185" y="16223"/>
                  </a:lnTo>
                  <a:lnTo>
                    <a:pt x="584107" y="16401"/>
                  </a:lnTo>
                  <a:lnTo>
                    <a:pt x="586028" y="16579"/>
                  </a:lnTo>
                  <a:lnTo>
                    <a:pt x="587950" y="16758"/>
                  </a:lnTo>
                  <a:lnTo>
                    <a:pt x="589871" y="16936"/>
                  </a:lnTo>
                  <a:lnTo>
                    <a:pt x="591792" y="17114"/>
                  </a:lnTo>
                  <a:lnTo>
                    <a:pt x="593714" y="17293"/>
                  </a:lnTo>
                  <a:lnTo>
                    <a:pt x="595635" y="17472"/>
                  </a:lnTo>
                  <a:lnTo>
                    <a:pt x="597557" y="17650"/>
                  </a:lnTo>
                  <a:lnTo>
                    <a:pt x="599478" y="17829"/>
                  </a:lnTo>
                  <a:lnTo>
                    <a:pt x="601399" y="18008"/>
                  </a:lnTo>
                  <a:lnTo>
                    <a:pt x="603321" y="18186"/>
                  </a:lnTo>
                  <a:lnTo>
                    <a:pt x="605242" y="18365"/>
                  </a:lnTo>
                  <a:lnTo>
                    <a:pt x="607164" y="18544"/>
                  </a:lnTo>
                  <a:lnTo>
                    <a:pt x="609085" y="18722"/>
                  </a:lnTo>
                  <a:lnTo>
                    <a:pt x="611006" y="18901"/>
                  </a:lnTo>
                  <a:lnTo>
                    <a:pt x="612928" y="19079"/>
                  </a:lnTo>
                  <a:lnTo>
                    <a:pt x="614849" y="19258"/>
                  </a:lnTo>
                  <a:lnTo>
                    <a:pt x="616771" y="19436"/>
                  </a:lnTo>
                  <a:lnTo>
                    <a:pt x="618692" y="19615"/>
                  </a:lnTo>
                  <a:lnTo>
                    <a:pt x="620613" y="19793"/>
                  </a:lnTo>
                  <a:lnTo>
                    <a:pt x="622535" y="19971"/>
                  </a:lnTo>
                  <a:lnTo>
                    <a:pt x="624456" y="20149"/>
                  </a:lnTo>
                  <a:lnTo>
                    <a:pt x="626378" y="20327"/>
                  </a:lnTo>
                  <a:lnTo>
                    <a:pt x="628299" y="20505"/>
                  </a:lnTo>
                  <a:lnTo>
                    <a:pt x="630220" y="20682"/>
                  </a:lnTo>
                  <a:lnTo>
                    <a:pt x="632142" y="20860"/>
                  </a:lnTo>
                  <a:lnTo>
                    <a:pt x="634063" y="21037"/>
                  </a:lnTo>
                  <a:lnTo>
                    <a:pt x="635985" y="21214"/>
                  </a:lnTo>
                  <a:lnTo>
                    <a:pt x="637906" y="21391"/>
                  </a:lnTo>
                  <a:lnTo>
                    <a:pt x="639827" y="21568"/>
                  </a:lnTo>
                  <a:lnTo>
                    <a:pt x="641749" y="21744"/>
                  </a:lnTo>
                  <a:lnTo>
                    <a:pt x="643670" y="21920"/>
                  </a:lnTo>
                  <a:lnTo>
                    <a:pt x="645592" y="22096"/>
                  </a:lnTo>
                  <a:lnTo>
                    <a:pt x="647513" y="22272"/>
                  </a:lnTo>
                  <a:lnTo>
                    <a:pt x="649434" y="22447"/>
                  </a:lnTo>
                  <a:lnTo>
                    <a:pt x="651356" y="22622"/>
                  </a:lnTo>
                  <a:lnTo>
                    <a:pt x="653277" y="22797"/>
                  </a:lnTo>
                  <a:lnTo>
                    <a:pt x="655199" y="22972"/>
                  </a:lnTo>
                  <a:lnTo>
                    <a:pt x="657120" y="23146"/>
                  </a:lnTo>
                  <a:lnTo>
                    <a:pt x="659042" y="23320"/>
                  </a:lnTo>
                  <a:lnTo>
                    <a:pt x="660963" y="23494"/>
                  </a:lnTo>
                  <a:lnTo>
                    <a:pt x="662884" y="23667"/>
                  </a:lnTo>
                  <a:lnTo>
                    <a:pt x="664806" y="23840"/>
                  </a:lnTo>
                  <a:lnTo>
                    <a:pt x="666727" y="24012"/>
                  </a:lnTo>
                  <a:lnTo>
                    <a:pt x="668649" y="24184"/>
                  </a:lnTo>
                  <a:lnTo>
                    <a:pt x="670570" y="24356"/>
                  </a:lnTo>
                  <a:lnTo>
                    <a:pt x="672491" y="24527"/>
                  </a:lnTo>
                  <a:lnTo>
                    <a:pt x="674413" y="24698"/>
                  </a:lnTo>
                  <a:lnTo>
                    <a:pt x="676334" y="24868"/>
                  </a:lnTo>
                  <a:lnTo>
                    <a:pt x="678256" y="25038"/>
                  </a:lnTo>
                  <a:lnTo>
                    <a:pt x="680177" y="25208"/>
                  </a:lnTo>
                  <a:lnTo>
                    <a:pt x="682098" y="25377"/>
                  </a:lnTo>
                  <a:lnTo>
                    <a:pt x="684020" y="25546"/>
                  </a:lnTo>
                  <a:lnTo>
                    <a:pt x="685941" y="25714"/>
                  </a:lnTo>
                  <a:lnTo>
                    <a:pt x="687863" y="25882"/>
                  </a:lnTo>
                  <a:lnTo>
                    <a:pt x="689784" y="26049"/>
                  </a:lnTo>
                  <a:lnTo>
                    <a:pt x="691705" y="26216"/>
                  </a:lnTo>
                  <a:lnTo>
                    <a:pt x="693627" y="26382"/>
                  </a:lnTo>
                  <a:lnTo>
                    <a:pt x="695548" y="26548"/>
                  </a:lnTo>
                  <a:lnTo>
                    <a:pt x="697470" y="26713"/>
                  </a:lnTo>
                  <a:lnTo>
                    <a:pt x="699391" y="26878"/>
                  </a:lnTo>
                  <a:lnTo>
                    <a:pt x="701312" y="27042"/>
                  </a:lnTo>
                  <a:lnTo>
                    <a:pt x="703234" y="27206"/>
                  </a:lnTo>
                  <a:lnTo>
                    <a:pt x="705155" y="27369"/>
                  </a:lnTo>
                  <a:lnTo>
                    <a:pt x="707077" y="27532"/>
                  </a:lnTo>
                  <a:lnTo>
                    <a:pt x="708998" y="27694"/>
                  </a:lnTo>
                  <a:lnTo>
                    <a:pt x="710919" y="27855"/>
                  </a:lnTo>
                  <a:lnTo>
                    <a:pt x="712841" y="28016"/>
                  </a:lnTo>
                  <a:lnTo>
                    <a:pt x="714762" y="28176"/>
                  </a:lnTo>
                  <a:lnTo>
                    <a:pt x="716684" y="28336"/>
                  </a:lnTo>
                  <a:lnTo>
                    <a:pt x="718605" y="28495"/>
                  </a:lnTo>
                  <a:lnTo>
                    <a:pt x="720526" y="28654"/>
                  </a:lnTo>
                  <a:lnTo>
                    <a:pt x="722448" y="28812"/>
                  </a:lnTo>
                  <a:lnTo>
                    <a:pt x="724369" y="28969"/>
                  </a:lnTo>
                  <a:lnTo>
                    <a:pt x="726291" y="29126"/>
                  </a:lnTo>
                  <a:lnTo>
                    <a:pt x="728212" y="29282"/>
                  </a:lnTo>
                  <a:lnTo>
                    <a:pt x="730134" y="29438"/>
                  </a:lnTo>
                  <a:lnTo>
                    <a:pt x="732055" y="29593"/>
                  </a:lnTo>
                  <a:lnTo>
                    <a:pt x="733976" y="29748"/>
                  </a:lnTo>
                  <a:lnTo>
                    <a:pt x="735898" y="29901"/>
                  </a:lnTo>
                  <a:lnTo>
                    <a:pt x="737819" y="30055"/>
                  </a:lnTo>
                  <a:lnTo>
                    <a:pt x="739741" y="30207"/>
                  </a:lnTo>
                  <a:lnTo>
                    <a:pt x="741662" y="30359"/>
                  </a:lnTo>
                  <a:lnTo>
                    <a:pt x="743583" y="30510"/>
                  </a:lnTo>
                  <a:lnTo>
                    <a:pt x="745505" y="30661"/>
                  </a:lnTo>
                  <a:lnTo>
                    <a:pt x="747426" y="30811"/>
                  </a:lnTo>
                  <a:lnTo>
                    <a:pt x="749348" y="30961"/>
                  </a:lnTo>
                  <a:lnTo>
                    <a:pt x="751269" y="31110"/>
                  </a:lnTo>
                  <a:lnTo>
                    <a:pt x="753190" y="31258"/>
                  </a:lnTo>
                  <a:lnTo>
                    <a:pt x="755112" y="31406"/>
                  </a:lnTo>
                  <a:lnTo>
                    <a:pt x="757033" y="31552"/>
                  </a:lnTo>
                  <a:lnTo>
                    <a:pt x="758955" y="31699"/>
                  </a:lnTo>
                  <a:lnTo>
                    <a:pt x="760876" y="31845"/>
                  </a:lnTo>
                  <a:lnTo>
                    <a:pt x="762797" y="31990"/>
                  </a:lnTo>
                  <a:lnTo>
                    <a:pt x="764719" y="32134"/>
                  </a:lnTo>
                  <a:lnTo>
                    <a:pt x="766640" y="32278"/>
                  </a:lnTo>
                  <a:lnTo>
                    <a:pt x="768562" y="32422"/>
                  </a:lnTo>
                  <a:lnTo>
                    <a:pt x="770483" y="32564"/>
                  </a:lnTo>
                  <a:lnTo>
                    <a:pt x="772404" y="32707"/>
                  </a:lnTo>
                  <a:lnTo>
                    <a:pt x="774326" y="32848"/>
                  </a:lnTo>
                  <a:lnTo>
                    <a:pt x="776247" y="32989"/>
                  </a:lnTo>
                  <a:lnTo>
                    <a:pt x="778169" y="33129"/>
                  </a:lnTo>
                  <a:lnTo>
                    <a:pt x="780090" y="33269"/>
                  </a:lnTo>
                  <a:lnTo>
                    <a:pt x="782011" y="33408"/>
                  </a:lnTo>
                  <a:lnTo>
                    <a:pt x="783933" y="33547"/>
                  </a:lnTo>
                  <a:lnTo>
                    <a:pt x="785854" y="33685"/>
                  </a:lnTo>
                  <a:lnTo>
                    <a:pt x="787776" y="33822"/>
                  </a:lnTo>
                  <a:lnTo>
                    <a:pt x="789697" y="33960"/>
                  </a:lnTo>
                  <a:lnTo>
                    <a:pt x="791618" y="34096"/>
                  </a:lnTo>
                  <a:lnTo>
                    <a:pt x="793540" y="34232"/>
                  </a:lnTo>
                  <a:lnTo>
                    <a:pt x="795461" y="34367"/>
                  </a:lnTo>
                  <a:lnTo>
                    <a:pt x="797383" y="34501"/>
                  </a:lnTo>
                  <a:lnTo>
                    <a:pt x="799304" y="34636"/>
                  </a:lnTo>
                  <a:lnTo>
                    <a:pt x="801226" y="34769"/>
                  </a:lnTo>
                  <a:lnTo>
                    <a:pt x="803147" y="34902"/>
                  </a:lnTo>
                  <a:lnTo>
                    <a:pt x="805068" y="35035"/>
                  </a:lnTo>
                  <a:lnTo>
                    <a:pt x="806990" y="35167"/>
                  </a:lnTo>
                  <a:lnTo>
                    <a:pt x="808911" y="35298"/>
                  </a:lnTo>
                  <a:lnTo>
                    <a:pt x="810833" y="35430"/>
                  </a:lnTo>
                  <a:lnTo>
                    <a:pt x="812754" y="35560"/>
                  </a:lnTo>
                  <a:lnTo>
                    <a:pt x="814675" y="35690"/>
                  </a:lnTo>
                  <a:lnTo>
                    <a:pt x="816597" y="35820"/>
                  </a:lnTo>
                  <a:lnTo>
                    <a:pt x="818518" y="35949"/>
                  </a:lnTo>
                  <a:lnTo>
                    <a:pt x="820440" y="36077"/>
                  </a:lnTo>
                  <a:lnTo>
                    <a:pt x="822361" y="36205"/>
                  </a:lnTo>
                  <a:lnTo>
                    <a:pt x="824282" y="36333"/>
                  </a:lnTo>
                  <a:lnTo>
                    <a:pt x="826204" y="36460"/>
                  </a:lnTo>
                  <a:lnTo>
                    <a:pt x="828125" y="36587"/>
                  </a:lnTo>
                  <a:lnTo>
                    <a:pt x="830047" y="36713"/>
                  </a:lnTo>
                  <a:lnTo>
                    <a:pt x="831968" y="36839"/>
                  </a:lnTo>
                  <a:lnTo>
                    <a:pt x="833889" y="36965"/>
                  </a:lnTo>
                  <a:lnTo>
                    <a:pt x="835811" y="37090"/>
                  </a:lnTo>
                  <a:lnTo>
                    <a:pt x="837732" y="37214"/>
                  </a:lnTo>
                  <a:lnTo>
                    <a:pt x="839654" y="37338"/>
                  </a:lnTo>
                  <a:lnTo>
                    <a:pt x="841575" y="37462"/>
                  </a:lnTo>
                  <a:lnTo>
                    <a:pt x="843496" y="37586"/>
                  </a:lnTo>
                  <a:lnTo>
                    <a:pt x="845418" y="37709"/>
                  </a:lnTo>
                  <a:lnTo>
                    <a:pt x="847339" y="37831"/>
                  </a:lnTo>
                  <a:lnTo>
                    <a:pt x="849261" y="37954"/>
                  </a:lnTo>
                  <a:lnTo>
                    <a:pt x="851182" y="38076"/>
                  </a:lnTo>
                  <a:lnTo>
                    <a:pt x="853103" y="38197"/>
                  </a:lnTo>
                  <a:lnTo>
                    <a:pt x="855025" y="38318"/>
                  </a:lnTo>
                  <a:lnTo>
                    <a:pt x="856946" y="38439"/>
                  </a:lnTo>
                  <a:lnTo>
                    <a:pt x="858868" y="38560"/>
                  </a:lnTo>
                  <a:lnTo>
                    <a:pt x="860789" y="38680"/>
                  </a:lnTo>
                  <a:lnTo>
                    <a:pt x="862710" y="38800"/>
                  </a:lnTo>
                  <a:lnTo>
                    <a:pt x="864632" y="38919"/>
                  </a:lnTo>
                  <a:lnTo>
                    <a:pt x="866553" y="39038"/>
                  </a:lnTo>
                  <a:lnTo>
                    <a:pt x="868475" y="39157"/>
                  </a:lnTo>
                  <a:lnTo>
                    <a:pt x="870396" y="39275"/>
                  </a:lnTo>
                  <a:lnTo>
                    <a:pt x="872318" y="39394"/>
                  </a:lnTo>
                  <a:lnTo>
                    <a:pt x="874239" y="39511"/>
                  </a:lnTo>
                  <a:lnTo>
                    <a:pt x="876160" y="39629"/>
                  </a:lnTo>
                  <a:lnTo>
                    <a:pt x="878082" y="39746"/>
                  </a:lnTo>
                  <a:lnTo>
                    <a:pt x="880003" y="39863"/>
                  </a:lnTo>
                  <a:lnTo>
                    <a:pt x="881925" y="39980"/>
                  </a:lnTo>
                  <a:lnTo>
                    <a:pt x="883846" y="40096"/>
                  </a:lnTo>
                  <a:lnTo>
                    <a:pt x="885767" y="40212"/>
                  </a:lnTo>
                  <a:lnTo>
                    <a:pt x="887689" y="40328"/>
                  </a:lnTo>
                  <a:lnTo>
                    <a:pt x="889610" y="40444"/>
                  </a:lnTo>
                  <a:lnTo>
                    <a:pt x="891532" y="40559"/>
                  </a:lnTo>
                  <a:lnTo>
                    <a:pt x="893453" y="40674"/>
                  </a:lnTo>
                  <a:lnTo>
                    <a:pt x="895374" y="40789"/>
                  </a:lnTo>
                  <a:lnTo>
                    <a:pt x="897296" y="40903"/>
                  </a:lnTo>
                  <a:lnTo>
                    <a:pt x="899217" y="41017"/>
                  </a:lnTo>
                  <a:lnTo>
                    <a:pt x="901139" y="41131"/>
                  </a:lnTo>
                  <a:lnTo>
                    <a:pt x="903060" y="41245"/>
                  </a:lnTo>
                  <a:lnTo>
                    <a:pt x="904981" y="41358"/>
                  </a:lnTo>
                  <a:lnTo>
                    <a:pt x="906903" y="41471"/>
                  </a:lnTo>
                  <a:lnTo>
                    <a:pt x="908824" y="41584"/>
                  </a:lnTo>
                  <a:lnTo>
                    <a:pt x="910746" y="41697"/>
                  </a:lnTo>
                  <a:lnTo>
                    <a:pt x="912667" y="41809"/>
                  </a:lnTo>
                  <a:lnTo>
                    <a:pt x="914588" y="41921"/>
                  </a:lnTo>
                  <a:lnTo>
                    <a:pt x="916510" y="42033"/>
                  </a:lnTo>
                  <a:lnTo>
                    <a:pt x="918431" y="42144"/>
                  </a:lnTo>
                  <a:lnTo>
                    <a:pt x="920353" y="42255"/>
                  </a:lnTo>
                  <a:lnTo>
                    <a:pt x="922274" y="42366"/>
                  </a:lnTo>
                  <a:lnTo>
                    <a:pt x="924195" y="42477"/>
                  </a:lnTo>
                  <a:lnTo>
                    <a:pt x="926117" y="42587"/>
                  </a:lnTo>
                  <a:lnTo>
                    <a:pt x="928038" y="42698"/>
                  </a:lnTo>
                  <a:lnTo>
                    <a:pt x="929960" y="42807"/>
                  </a:lnTo>
                  <a:lnTo>
                    <a:pt x="931881" y="42917"/>
                  </a:lnTo>
                  <a:lnTo>
                    <a:pt x="933802" y="43026"/>
                  </a:lnTo>
                  <a:lnTo>
                    <a:pt x="935724" y="43135"/>
                  </a:lnTo>
                  <a:lnTo>
                    <a:pt x="937645" y="43244"/>
                  </a:lnTo>
                  <a:lnTo>
                    <a:pt x="939567" y="43353"/>
                  </a:lnTo>
                  <a:lnTo>
                    <a:pt x="941488" y="43461"/>
                  </a:lnTo>
                  <a:lnTo>
                    <a:pt x="943410" y="43569"/>
                  </a:lnTo>
                  <a:lnTo>
                    <a:pt x="945331" y="43676"/>
                  </a:lnTo>
                  <a:lnTo>
                    <a:pt x="947252" y="43783"/>
                  </a:lnTo>
                  <a:lnTo>
                    <a:pt x="949174" y="43890"/>
                  </a:lnTo>
                  <a:lnTo>
                    <a:pt x="951095" y="43997"/>
                  </a:lnTo>
                  <a:lnTo>
                    <a:pt x="953017" y="44103"/>
                  </a:lnTo>
                  <a:lnTo>
                    <a:pt x="954938" y="44209"/>
                  </a:lnTo>
                  <a:lnTo>
                    <a:pt x="956859" y="44315"/>
                  </a:lnTo>
                  <a:lnTo>
                    <a:pt x="958781" y="44420"/>
                  </a:lnTo>
                  <a:lnTo>
                    <a:pt x="960702" y="44525"/>
                  </a:lnTo>
                  <a:lnTo>
                    <a:pt x="962624" y="44630"/>
                  </a:lnTo>
                  <a:lnTo>
                    <a:pt x="964545" y="44734"/>
                  </a:lnTo>
                  <a:lnTo>
                    <a:pt x="966466" y="44838"/>
                  </a:lnTo>
                  <a:lnTo>
                    <a:pt x="968388" y="44942"/>
                  </a:lnTo>
                  <a:lnTo>
                    <a:pt x="970309" y="45045"/>
                  </a:lnTo>
                  <a:lnTo>
                    <a:pt x="972231" y="45148"/>
                  </a:lnTo>
                  <a:lnTo>
                    <a:pt x="974152" y="45250"/>
                  </a:lnTo>
                  <a:lnTo>
                    <a:pt x="976073" y="45352"/>
                  </a:lnTo>
                  <a:lnTo>
                    <a:pt x="977995" y="45454"/>
                  </a:lnTo>
                  <a:lnTo>
                    <a:pt x="979916" y="45555"/>
                  </a:lnTo>
                  <a:lnTo>
                    <a:pt x="981838" y="45656"/>
                  </a:lnTo>
                  <a:lnTo>
                    <a:pt x="981838" y="54245"/>
                  </a:lnTo>
                  <a:lnTo>
                    <a:pt x="979916" y="54245"/>
                  </a:lnTo>
                  <a:lnTo>
                    <a:pt x="977995" y="54245"/>
                  </a:lnTo>
                  <a:lnTo>
                    <a:pt x="976073" y="54245"/>
                  </a:lnTo>
                  <a:lnTo>
                    <a:pt x="974152" y="54245"/>
                  </a:lnTo>
                  <a:lnTo>
                    <a:pt x="972231" y="54245"/>
                  </a:lnTo>
                  <a:lnTo>
                    <a:pt x="970309" y="54245"/>
                  </a:lnTo>
                  <a:lnTo>
                    <a:pt x="968388" y="54245"/>
                  </a:lnTo>
                  <a:lnTo>
                    <a:pt x="966466" y="54245"/>
                  </a:lnTo>
                  <a:lnTo>
                    <a:pt x="964545" y="54245"/>
                  </a:lnTo>
                  <a:lnTo>
                    <a:pt x="962624" y="54245"/>
                  </a:lnTo>
                  <a:lnTo>
                    <a:pt x="960702" y="54245"/>
                  </a:lnTo>
                  <a:lnTo>
                    <a:pt x="958781" y="54245"/>
                  </a:lnTo>
                  <a:lnTo>
                    <a:pt x="956859" y="54245"/>
                  </a:lnTo>
                  <a:lnTo>
                    <a:pt x="954938" y="54245"/>
                  </a:lnTo>
                  <a:lnTo>
                    <a:pt x="953017" y="54245"/>
                  </a:lnTo>
                  <a:lnTo>
                    <a:pt x="951095" y="54245"/>
                  </a:lnTo>
                  <a:lnTo>
                    <a:pt x="949174" y="54245"/>
                  </a:lnTo>
                  <a:lnTo>
                    <a:pt x="947252" y="54245"/>
                  </a:lnTo>
                  <a:lnTo>
                    <a:pt x="945331" y="54245"/>
                  </a:lnTo>
                  <a:lnTo>
                    <a:pt x="943410" y="54245"/>
                  </a:lnTo>
                  <a:lnTo>
                    <a:pt x="941488" y="54245"/>
                  </a:lnTo>
                  <a:lnTo>
                    <a:pt x="939567" y="54245"/>
                  </a:lnTo>
                  <a:lnTo>
                    <a:pt x="937645" y="54245"/>
                  </a:lnTo>
                  <a:lnTo>
                    <a:pt x="935724" y="54245"/>
                  </a:lnTo>
                  <a:lnTo>
                    <a:pt x="933802" y="54245"/>
                  </a:lnTo>
                  <a:lnTo>
                    <a:pt x="931881" y="54245"/>
                  </a:lnTo>
                  <a:lnTo>
                    <a:pt x="929960" y="54245"/>
                  </a:lnTo>
                  <a:lnTo>
                    <a:pt x="928038" y="54245"/>
                  </a:lnTo>
                  <a:lnTo>
                    <a:pt x="926117" y="54245"/>
                  </a:lnTo>
                  <a:lnTo>
                    <a:pt x="924195" y="54245"/>
                  </a:lnTo>
                  <a:lnTo>
                    <a:pt x="922274" y="54245"/>
                  </a:lnTo>
                  <a:lnTo>
                    <a:pt x="920353" y="54245"/>
                  </a:lnTo>
                  <a:lnTo>
                    <a:pt x="918431" y="54245"/>
                  </a:lnTo>
                  <a:lnTo>
                    <a:pt x="916510" y="54245"/>
                  </a:lnTo>
                  <a:lnTo>
                    <a:pt x="914588" y="54245"/>
                  </a:lnTo>
                  <a:lnTo>
                    <a:pt x="912667" y="54245"/>
                  </a:lnTo>
                  <a:lnTo>
                    <a:pt x="910746" y="54245"/>
                  </a:lnTo>
                  <a:lnTo>
                    <a:pt x="908824" y="54245"/>
                  </a:lnTo>
                  <a:lnTo>
                    <a:pt x="906903" y="54245"/>
                  </a:lnTo>
                  <a:lnTo>
                    <a:pt x="904981" y="54245"/>
                  </a:lnTo>
                  <a:lnTo>
                    <a:pt x="903060" y="54245"/>
                  </a:lnTo>
                  <a:lnTo>
                    <a:pt x="901139" y="54245"/>
                  </a:lnTo>
                  <a:lnTo>
                    <a:pt x="899217" y="54245"/>
                  </a:lnTo>
                  <a:lnTo>
                    <a:pt x="897296" y="54245"/>
                  </a:lnTo>
                  <a:lnTo>
                    <a:pt x="895374" y="54245"/>
                  </a:lnTo>
                  <a:lnTo>
                    <a:pt x="893453" y="54245"/>
                  </a:lnTo>
                  <a:lnTo>
                    <a:pt x="891532" y="54245"/>
                  </a:lnTo>
                  <a:lnTo>
                    <a:pt x="889610" y="54245"/>
                  </a:lnTo>
                  <a:lnTo>
                    <a:pt x="887689" y="54245"/>
                  </a:lnTo>
                  <a:lnTo>
                    <a:pt x="885767" y="54245"/>
                  </a:lnTo>
                  <a:lnTo>
                    <a:pt x="883846" y="54245"/>
                  </a:lnTo>
                  <a:lnTo>
                    <a:pt x="881925" y="54245"/>
                  </a:lnTo>
                  <a:lnTo>
                    <a:pt x="880003" y="54245"/>
                  </a:lnTo>
                  <a:lnTo>
                    <a:pt x="878082" y="54245"/>
                  </a:lnTo>
                  <a:lnTo>
                    <a:pt x="876160" y="54245"/>
                  </a:lnTo>
                  <a:lnTo>
                    <a:pt x="874239" y="54245"/>
                  </a:lnTo>
                  <a:lnTo>
                    <a:pt x="872318" y="54245"/>
                  </a:lnTo>
                  <a:lnTo>
                    <a:pt x="870396" y="54245"/>
                  </a:lnTo>
                  <a:lnTo>
                    <a:pt x="868475" y="54245"/>
                  </a:lnTo>
                  <a:lnTo>
                    <a:pt x="866553" y="54245"/>
                  </a:lnTo>
                  <a:lnTo>
                    <a:pt x="864632" y="54245"/>
                  </a:lnTo>
                  <a:lnTo>
                    <a:pt x="862710" y="54245"/>
                  </a:lnTo>
                  <a:lnTo>
                    <a:pt x="860789" y="54245"/>
                  </a:lnTo>
                  <a:lnTo>
                    <a:pt x="858868" y="54245"/>
                  </a:lnTo>
                  <a:lnTo>
                    <a:pt x="856946" y="54245"/>
                  </a:lnTo>
                  <a:lnTo>
                    <a:pt x="855025" y="54245"/>
                  </a:lnTo>
                  <a:lnTo>
                    <a:pt x="853103" y="54245"/>
                  </a:lnTo>
                  <a:lnTo>
                    <a:pt x="851182" y="54245"/>
                  </a:lnTo>
                  <a:lnTo>
                    <a:pt x="849261" y="54245"/>
                  </a:lnTo>
                  <a:lnTo>
                    <a:pt x="847339" y="54245"/>
                  </a:lnTo>
                  <a:lnTo>
                    <a:pt x="845418" y="54245"/>
                  </a:lnTo>
                  <a:lnTo>
                    <a:pt x="843496" y="54245"/>
                  </a:lnTo>
                  <a:lnTo>
                    <a:pt x="841575" y="54245"/>
                  </a:lnTo>
                  <a:lnTo>
                    <a:pt x="839654" y="54245"/>
                  </a:lnTo>
                  <a:lnTo>
                    <a:pt x="837732" y="54245"/>
                  </a:lnTo>
                  <a:lnTo>
                    <a:pt x="835811" y="54245"/>
                  </a:lnTo>
                  <a:lnTo>
                    <a:pt x="833889" y="54245"/>
                  </a:lnTo>
                  <a:lnTo>
                    <a:pt x="831968" y="54245"/>
                  </a:lnTo>
                  <a:lnTo>
                    <a:pt x="830047" y="54245"/>
                  </a:lnTo>
                  <a:lnTo>
                    <a:pt x="828125" y="54245"/>
                  </a:lnTo>
                  <a:lnTo>
                    <a:pt x="826204" y="54245"/>
                  </a:lnTo>
                  <a:lnTo>
                    <a:pt x="824282" y="54245"/>
                  </a:lnTo>
                  <a:lnTo>
                    <a:pt x="822361" y="54245"/>
                  </a:lnTo>
                  <a:lnTo>
                    <a:pt x="820440" y="54245"/>
                  </a:lnTo>
                  <a:lnTo>
                    <a:pt x="818518" y="54245"/>
                  </a:lnTo>
                  <a:lnTo>
                    <a:pt x="816597" y="54245"/>
                  </a:lnTo>
                  <a:lnTo>
                    <a:pt x="814675" y="54245"/>
                  </a:lnTo>
                  <a:lnTo>
                    <a:pt x="812754" y="54245"/>
                  </a:lnTo>
                  <a:lnTo>
                    <a:pt x="810833" y="54245"/>
                  </a:lnTo>
                  <a:lnTo>
                    <a:pt x="808911" y="54245"/>
                  </a:lnTo>
                  <a:lnTo>
                    <a:pt x="806990" y="54245"/>
                  </a:lnTo>
                  <a:lnTo>
                    <a:pt x="805068" y="54245"/>
                  </a:lnTo>
                  <a:lnTo>
                    <a:pt x="803147" y="54245"/>
                  </a:lnTo>
                  <a:lnTo>
                    <a:pt x="801226" y="54245"/>
                  </a:lnTo>
                  <a:lnTo>
                    <a:pt x="799304" y="54245"/>
                  </a:lnTo>
                  <a:lnTo>
                    <a:pt x="797383" y="54245"/>
                  </a:lnTo>
                  <a:lnTo>
                    <a:pt x="795461" y="54245"/>
                  </a:lnTo>
                  <a:lnTo>
                    <a:pt x="793540" y="54245"/>
                  </a:lnTo>
                  <a:lnTo>
                    <a:pt x="791618" y="54245"/>
                  </a:lnTo>
                  <a:lnTo>
                    <a:pt x="789697" y="54245"/>
                  </a:lnTo>
                  <a:lnTo>
                    <a:pt x="787776" y="54245"/>
                  </a:lnTo>
                  <a:lnTo>
                    <a:pt x="785854" y="54245"/>
                  </a:lnTo>
                  <a:lnTo>
                    <a:pt x="783933" y="54245"/>
                  </a:lnTo>
                  <a:lnTo>
                    <a:pt x="782011" y="54245"/>
                  </a:lnTo>
                  <a:lnTo>
                    <a:pt x="780090" y="54245"/>
                  </a:lnTo>
                  <a:lnTo>
                    <a:pt x="778169" y="54245"/>
                  </a:lnTo>
                  <a:lnTo>
                    <a:pt x="776247" y="54245"/>
                  </a:lnTo>
                  <a:lnTo>
                    <a:pt x="774326" y="54245"/>
                  </a:lnTo>
                  <a:lnTo>
                    <a:pt x="772404" y="54245"/>
                  </a:lnTo>
                  <a:lnTo>
                    <a:pt x="770483" y="54245"/>
                  </a:lnTo>
                  <a:lnTo>
                    <a:pt x="768562" y="54245"/>
                  </a:lnTo>
                  <a:lnTo>
                    <a:pt x="766640" y="54245"/>
                  </a:lnTo>
                  <a:lnTo>
                    <a:pt x="764719" y="54245"/>
                  </a:lnTo>
                  <a:lnTo>
                    <a:pt x="762797" y="54245"/>
                  </a:lnTo>
                  <a:lnTo>
                    <a:pt x="760876" y="54245"/>
                  </a:lnTo>
                  <a:lnTo>
                    <a:pt x="758955" y="54245"/>
                  </a:lnTo>
                  <a:lnTo>
                    <a:pt x="757033" y="54245"/>
                  </a:lnTo>
                  <a:lnTo>
                    <a:pt x="755112" y="54245"/>
                  </a:lnTo>
                  <a:lnTo>
                    <a:pt x="753190" y="54245"/>
                  </a:lnTo>
                  <a:lnTo>
                    <a:pt x="751269" y="54245"/>
                  </a:lnTo>
                  <a:lnTo>
                    <a:pt x="749348" y="54245"/>
                  </a:lnTo>
                  <a:lnTo>
                    <a:pt x="747426" y="54245"/>
                  </a:lnTo>
                  <a:lnTo>
                    <a:pt x="745505" y="54245"/>
                  </a:lnTo>
                  <a:lnTo>
                    <a:pt x="743583" y="54245"/>
                  </a:lnTo>
                  <a:lnTo>
                    <a:pt x="741662" y="54245"/>
                  </a:lnTo>
                  <a:lnTo>
                    <a:pt x="739741" y="54245"/>
                  </a:lnTo>
                  <a:lnTo>
                    <a:pt x="737819" y="54245"/>
                  </a:lnTo>
                  <a:lnTo>
                    <a:pt x="735898" y="54245"/>
                  </a:lnTo>
                  <a:lnTo>
                    <a:pt x="733976" y="54245"/>
                  </a:lnTo>
                  <a:lnTo>
                    <a:pt x="732055" y="54245"/>
                  </a:lnTo>
                  <a:lnTo>
                    <a:pt x="730134" y="54245"/>
                  </a:lnTo>
                  <a:lnTo>
                    <a:pt x="728212" y="54245"/>
                  </a:lnTo>
                  <a:lnTo>
                    <a:pt x="726291" y="54245"/>
                  </a:lnTo>
                  <a:lnTo>
                    <a:pt x="724369" y="54245"/>
                  </a:lnTo>
                  <a:lnTo>
                    <a:pt x="722448" y="54245"/>
                  </a:lnTo>
                  <a:lnTo>
                    <a:pt x="720526" y="54245"/>
                  </a:lnTo>
                  <a:lnTo>
                    <a:pt x="718605" y="54245"/>
                  </a:lnTo>
                  <a:lnTo>
                    <a:pt x="716684" y="54245"/>
                  </a:lnTo>
                  <a:lnTo>
                    <a:pt x="714762" y="54245"/>
                  </a:lnTo>
                  <a:lnTo>
                    <a:pt x="712841" y="54245"/>
                  </a:lnTo>
                  <a:lnTo>
                    <a:pt x="710919" y="54245"/>
                  </a:lnTo>
                  <a:lnTo>
                    <a:pt x="708998" y="54245"/>
                  </a:lnTo>
                  <a:lnTo>
                    <a:pt x="707077" y="54245"/>
                  </a:lnTo>
                  <a:lnTo>
                    <a:pt x="705155" y="54245"/>
                  </a:lnTo>
                  <a:lnTo>
                    <a:pt x="703234" y="54245"/>
                  </a:lnTo>
                  <a:lnTo>
                    <a:pt x="701312" y="54245"/>
                  </a:lnTo>
                  <a:lnTo>
                    <a:pt x="699391" y="54245"/>
                  </a:lnTo>
                  <a:lnTo>
                    <a:pt x="697470" y="54245"/>
                  </a:lnTo>
                  <a:lnTo>
                    <a:pt x="695548" y="54245"/>
                  </a:lnTo>
                  <a:lnTo>
                    <a:pt x="693627" y="54245"/>
                  </a:lnTo>
                  <a:lnTo>
                    <a:pt x="691705" y="54245"/>
                  </a:lnTo>
                  <a:lnTo>
                    <a:pt x="689784" y="54245"/>
                  </a:lnTo>
                  <a:lnTo>
                    <a:pt x="687863" y="54245"/>
                  </a:lnTo>
                  <a:lnTo>
                    <a:pt x="685941" y="54245"/>
                  </a:lnTo>
                  <a:lnTo>
                    <a:pt x="684020" y="54245"/>
                  </a:lnTo>
                  <a:lnTo>
                    <a:pt x="682098" y="54245"/>
                  </a:lnTo>
                  <a:lnTo>
                    <a:pt x="680177" y="54245"/>
                  </a:lnTo>
                  <a:lnTo>
                    <a:pt x="678256" y="54245"/>
                  </a:lnTo>
                  <a:lnTo>
                    <a:pt x="676334" y="54245"/>
                  </a:lnTo>
                  <a:lnTo>
                    <a:pt x="674413" y="54245"/>
                  </a:lnTo>
                  <a:lnTo>
                    <a:pt x="672491" y="54245"/>
                  </a:lnTo>
                  <a:lnTo>
                    <a:pt x="670570" y="54245"/>
                  </a:lnTo>
                  <a:lnTo>
                    <a:pt x="668649" y="54245"/>
                  </a:lnTo>
                  <a:lnTo>
                    <a:pt x="666727" y="54245"/>
                  </a:lnTo>
                  <a:lnTo>
                    <a:pt x="664806" y="54245"/>
                  </a:lnTo>
                  <a:lnTo>
                    <a:pt x="662884" y="54245"/>
                  </a:lnTo>
                  <a:lnTo>
                    <a:pt x="660963" y="54245"/>
                  </a:lnTo>
                  <a:lnTo>
                    <a:pt x="659042" y="54245"/>
                  </a:lnTo>
                  <a:lnTo>
                    <a:pt x="657120" y="54245"/>
                  </a:lnTo>
                  <a:lnTo>
                    <a:pt x="655199" y="54245"/>
                  </a:lnTo>
                  <a:lnTo>
                    <a:pt x="653277" y="54245"/>
                  </a:lnTo>
                  <a:lnTo>
                    <a:pt x="651356" y="54245"/>
                  </a:lnTo>
                  <a:lnTo>
                    <a:pt x="649434" y="54245"/>
                  </a:lnTo>
                  <a:lnTo>
                    <a:pt x="647513" y="54245"/>
                  </a:lnTo>
                  <a:lnTo>
                    <a:pt x="645592" y="54245"/>
                  </a:lnTo>
                  <a:lnTo>
                    <a:pt x="643670" y="54245"/>
                  </a:lnTo>
                  <a:lnTo>
                    <a:pt x="641749" y="54245"/>
                  </a:lnTo>
                  <a:lnTo>
                    <a:pt x="639827" y="54245"/>
                  </a:lnTo>
                  <a:lnTo>
                    <a:pt x="637906" y="54245"/>
                  </a:lnTo>
                  <a:lnTo>
                    <a:pt x="635985" y="54245"/>
                  </a:lnTo>
                  <a:lnTo>
                    <a:pt x="634063" y="54245"/>
                  </a:lnTo>
                  <a:lnTo>
                    <a:pt x="632142" y="54245"/>
                  </a:lnTo>
                  <a:lnTo>
                    <a:pt x="630220" y="54245"/>
                  </a:lnTo>
                  <a:lnTo>
                    <a:pt x="628299" y="54245"/>
                  </a:lnTo>
                  <a:lnTo>
                    <a:pt x="626378" y="54245"/>
                  </a:lnTo>
                  <a:lnTo>
                    <a:pt x="624456" y="54245"/>
                  </a:lnTo>
                  <a:lnTo>
                    <a:pt x="622535" y="54245"/>
                  </a:lnTo>
                  <a:lnTo>
                    <a:pt x="620613" y="54245"/>
                  </a:lnTo>
                  <a:lnTo>
                    <a:pt x="618692" y="54245"/>
                  </a:lnTo>
                  <a:lnTo>
                    <a:pt x="616771" y="54245"/>
                  </a:lnTo>
                  <a:lnTo>
                    <a:pt x="614849" y="54245"/>
                  </a:lnTo>
                  <a:lnTo>
                    <a:pt x="612928" y="54245"/>
                  </a:lnTo>
                  <a:lnTo>
                    <a:pt x="611006" y="54245"/>
                  </a:lnTo>
                  <a:lnTo>
                    <a:pt x="609085" y="54245"/>
                  </a:lnTo>
                  <a:lnTo>
                    <a:pt x="607164" y="54245"/>
                  </a:lnTo>
                  <a:lnTo>
                    <a:pt x="605242" y="54245"/>
                  </a:lnTo>
                  <a:lnTo>
                    <a:pt x="603321" y="54245"/>
                  </a:lnTo>
                  <a:lnTo>
                    <a:pt x="601399" y="54245"/>
                  </a:lnTo>
                  <a:lnTo>
                    <a:pt x="599478" y="54245"/>
                  </a:lnTo>
                  <a:lnTo>
                    <a:pt x="597557" y="54245"/>
                  </a:lnTo>
                  <a:lnTo>
                    <a:pt x="595635" y="54245"/>
                  </a:lnTo>
                  <a:lnTo>
                    <a:pt x="593714" y="54245"/>
                  </a:lnTo>
                  <a:lnTo>
                    <a:pt x="591792" y="54245"/>
                  </a:lnTo>
                  <a:lnTo>
                    <a:pt x="589871" y="54245"/>
                  </a:lnTo>
                  <a:lnTo>
                    <a:pt x="587950" y="54245"/>
                  </a:lnTo>
                  <a:lnTo>
                    <a:pt x="586028" y="54245"/>
                  </a:lnTo>
                  <a:lnTo>
                    <a:pt x="584107" y="54245"/>
                  </a:lnTo>
                  <a:lnTo>
                    <a:pt x="582185" y="54245"/>
                  </a:lnTo>
                  <a:lnTo>
                    <a:pt x="580264" y="54245"/>
                  </a:lnTo>
                  <a:lnTo>
                    <a:pt x="578342" y="54245"/>
                  </a:lnTo>
                  <a:lnTo>
                    <a:pt x="576421" y="54245"/>
                  </a:lnTo>
                  <a:lnTo>
                    <a:pt x="574500" y="54245"/>
                  </a:lnTo>
                  <a:lnTo>
                    <a:pt x="572578" y="54245"/>
                  </a:lnTo>
                  <a:lnTo>
                    <a:pt x="570657" y="54245"/>
                  </a:lnTo>
                  <a:lnTo>
                    <a:pt x="568735" y="54245"/>
                  </a:lnTo>
                  <a:lnTo>
                    <a:pt x="566814" y="54245"/>
                  </a:lnTo>
                  <a:lnTo>
                    <a:pt x="564893" y="54245"/>
                  </a:lnTo>
                  <a:lnTo>
                    <a:pt x="562971" y="54245"/>
                  </a:lnTo>
                  <a:lnTo>
                    <a:pt x="561050" y="54245"/>
                  </a:lnTo>
                  <a:lnTo>
                    <a:pt x="559128" y="54245"/>
                  </a:lnTo>
                  <a:lnTo>
                    <a:pt x="557207" y="54245"/>
                  </a:lnTo>
                  <a:lnTo>
                    <a:pt x="555286" y="54245"/>
                  </a:lnTo>
                  <a:lnTo>
                    <a:pt x="553364" y="54245"/>
                  </a:lnTo>
                  <a:lnTo>
                    <a:pt x="551443" y="54245"/>
                  </a:lnTo>
                  <a:lnTo>
                    <a:pt x="549521" y="54245"/>
                  </a:lnTo>
                  <a:lnTo>
                    <a:pt x="547600" y="54245"/>
                  </a:lnTo>
                  <a:lnTo>
                    <a:pt x="545679" y="54245"/>
                  </a:lnTo>
                  <a:lnTo>
                    <a:pt x="543757" y="54245"/>
                  </a:lnTo>
                  <a:lnTo>
                    <a:pt x="541836" y="54245"/>
                  </a:lnTo>
                  <a:lnTo>
                    <a:pt x="539914" y="54245"/>
                  </a:lnTo>
                  <a:lnTo>
                    <a:pt x="537993" y="54245"/>
                  </a:lnTo>
                  <a:lnTo>
                    <a:pt x="536072" y="54245"/>
                  </a:lnTo>
                  <a:lnTo>
                    <a:pt x="534150" y="54245"/>
                  </a:lnTo>
                  <a:lnTo>
                    <a:pt x="532229" y="54245"/>
                  </a:lnTo>
                  <a:lnTo>
                    <a:pt x="530307" y="54245"/>
                  </a:lnTo>
                  <a:lnTo>
                    <a:pt x="528386" y="54245"/>
                  </a:lnTo>
                  <a:lnTo>
                    <a:pt x="526465" y="54245"/>
                  </a:lnTo>
                  <a:lnTo>
                    <a:pt x="524543" y="54245"/>
                  </a:lnTo>
                  <a:lnTo>
                    <a:pt x="522622" y="54245"/>
                  </a:lnTo>
                  <a:lnTo>
                    <a:pt x="520700" y="54245"/>
                  </a:lnTo>
                  <a:lnTo>
                    <a:pt x="518779" y="54245"/>
                  </a:lnTo>
                  <a:lnTo>
                    <a:pt x="516858" y="54245"/>
                  </a:lnTo>
                  <a:lnTo>
                    <a:pt x="514936" y="54245"/>
                  </a:lnTo>
                  <a:lnTo>
                    <a:pt x="513015" y="54245"/>
                  </a:lnTo>
                  <a:lnTo>
                    <a:pt x="511093" y="54245"/>
                  </a:lnTo>
                  <a:lnTo>
                    <a:pt x="509172" y="54245"/>
                  </a:lnTo>
                  <a:lnTo>
                    <a:pt x="507250" y="54245"/>
                  </a:lnTo>
                  <a:lnTo>
                    <a:pt x="505329" y="54245"/>
                  </a:lnTo>
                  <a:lnTo>
                    <a:pt x="503408" y="54245"/>
                  </a:lnTo>
                  <a:lnTo>
                    <a:pt x="501486" y="54245"/>
                  </a:lnTo>
                  <a:lnTo>
                    <a:pt x="499565" y="54245"/>
                  </a:lnTo>
                  <a:lnTo>
                    <a:pt x="497643" y="54245"/>
                  </a:lnTo>
                  <a:lnTo>
                    <a:pt x="495722" y="54245"/>
                  </a:lnTo>
                  <a:lnTo>
                    <a:pt x="493801" y="54245"/>
                  </a:lnTo>
                  <a:lnTo>
                    <a:pt x="491879" y="54245"/>
                  </a:lnTo>
                  <a:lnTo>
                    <a:pt x="489958" y="54245"/>
                  </a:lnTo>
                  <a:lnTo>
                    <a:pt x="488036" y="54245"/>
                  </a:lnTo>
                  <a:lnTo>
                    <a:pt x="486115" y="54245"/>
                  </a:lnTo>
                  <a:lnTo>
                    <a:pt x="484194" y="54245"/>
                  </a:lnTo>
                  <a:lnTo>
                    <a:pt x="482272" y="54245"/>
                  </a:lnTo>
                  <a:lnTo>
                    <a:pt x="480351" y="54245"/>
                  </a:lnTo>
                  <a:lnTo>
                    <a:pt x="478429" y="54245"/>
                  </a:lnTo>
                  <a:lnTo>
                    <a:pt x="476508" y="54245"/>
                  </a:lnTo>
                  <a:lnTo>
                    <a:pt x="474587" y="54245"/>
                  </a:lnTo>
                  <a:lnTo>
                    <a:pt x="472665" y="54245"/>
                  </a:lnTo>
                  <a:lnTo>
                    <a:pt x="470744" y="54245"/>
                  </a:lnTo>
                  <a:lnTo>
                    <a:pt x="468822" y="54245"/>
                  </a:lnTo>
                  <a:lnTo>
                    <a:pt x="466901" y="54245"/>
                  </a:lnTo>
                  <a:lnTo>
                    <a:pt x="464980" y="54245"/>
                  </a:lnTo>
                  <a:lnTo>
                    <a:pt x="463058" y="54245"/>
                  </a:lnTo>
                  <a:lnTo>
                    <a:pt x="461137" y="54245"/>
                  </a:lnTo>
                  <a:lnTo>
                    <a:pt x="459215" y="54245"/>
                  </a:lnTo>
                  <a:lnTo>
                    <a:pt x="457294" y="54245"/>
                  </a:lnTo>
                  <a:lnTo>
                    <a:pt x="455373" y="54245"/>
                  </a:lnTo>
                  <a:lnTo>
                    <a:pt x="453451" y="54245"/>
                  </a:lnTo>
                  <a:lnTo>
                    <a:pt x="451530" y="54245"/>
                  </a:lnTo>
                  <a:lnTo>
                    <a:pt x="449608" y="54245"/>
                  </a:lnTo>
                  <a:lnTo>
                    <a:pt x="447687" y="54245"/>
                  </a:lnTo>
                  <a:lnTo>
                    <a:pt x="445766" y="54245"/>
                  </a:lnTo>
                  <a:lnTo>
                    <a:pt x="443844" y="54245"/>
                  </a:lnTo>
                  <a:lnTo>
                    <a:pt x="441923" y="54245"/>
                  </a:lnTo>
                  <a:lnTo>
                    <a:pt x="440001" y="54245"/>
                  </a:lnTo>
                  <a:lnTo>
                    <a:pt x="438080" y="54245"/>
                  </a:lnTo>
                  <a:lnTo>
                    <a:pt x="436159" y="54245"/>
                  </a:lnTo>
                  <a:lnTo>
                    <a:pt x="434237" y="54245"/>
                  </a:lnTo>
                  <a:lnTo>
                    <a:pt x="432316" y="54245"/>
                  </a:lnTo>
                  <a:lnTo>
                    <a:pt x="430394" y="54245"/>
                  </a:lnTo>
                  <a:lnTo>
                    <a:pt x="428473" y="54245"/>
                  </a:lnTo>
                  <a:lnTo>
                    <a:pt x="426551" y="54245"/>
                  </a:lnTo>
                  <a:lnTo>
                    <a:pt x="424630" y="54245"/>
                  </a:lnTo>
                  <a:lnTo>
                    <a:pt x="422709" y="54245"/>
                  </a:lnTo>
                  <a:lnTo>
                    <a:pt x="420787" y="54245"/>
                  </a:lnTo>
                  <a:lnTo>
                    <a:pt x="418866" y="54245"/>
                  </a:lnTo>
                  <a:lnTo>
                    <a:pt x="416944" y="54245"/>
                  </a:lnTo>
                  <a:lnTo>
                    <a:pt x="415023" y="54245"/>
                  </a:lnTo>
                  <a:lnTo>
                    <a:pt x="413102" y="54245"/>
                  </a:lnTo>
                  <a:lnTo>
                    <a:pt x="411180" y="54245"/>
                  </a:lnTo>
                  <a:lnTo>
                    <a:pt x="409259" y="54245"/>
                  </a:lnTo>
                  <a:lnTo>
                    <a:pt x="407337" y="54245"/>
                  </a:lnTo>
                  <a:lnTo>
                    <a:pt x="405416" y="54245"/>
                  </a:lnTo>
                  <a:lnTo>
                    <a:pt x="403495" y="54245"/>
                  </a:lnTo>
                  <a:lnTo>
                    <a:pt x="401573" y="54245"/>
                  </a:lnTo>
                  <a:lnTo>
                    <a:pt x="399652" y="54245"/>
                  </a:lnTo>
                  <a:lnTo>
                    <a:pt x="397730" y="54245"/>
                  </a:lnTo>
                  <a:lnTo>
                    <a:pt x="395809" y="54245"/>
                  </a:lnTo>
                  <a:lnTo>
                    <a:pt x="393888" y="54245"/>
                  </a:lnTo>
                  <a:lnTo>
                    <a:pt x="391966" y="54245"/>
                  </a:lnTo>
                  <a:lnTo>
                    <a:pt x="390045" y="54245"/>
                  </a:lnTo>
                  <a:lnTo>
                    <a:pt x="388123" y="54245"/>
                  </a:lnTo>
                  <a:lnTo>
                    <a:pt x="386202" y="54245"/>
                  </a:lnTo>
                  <a:lnTo>
                    <a:pt x="384281" y="54245"/>
                  </a:lnTo>
                  <a:lnTo>
                    <a:pt x="382359" y="54245"/>
                  </a:lnTo>
                  <a:lnTo>
                    <a:pt x="380438" y="54245"/>
                  </a:lnTo>
                  <a:lnTo>
                    <a:pt x="378516" y="54245"/>
                  </a:lnTo>
                  <a:lnTo>
                    <a:pt x="376595" y="54245"/>
                  </a:lnTo>
                  <a:lnTo>
                    <a:pt x="374674" y="54245"/>
                  </a:lnTo>
                  <a:lnTo>
                    <a:pt x="372752" y="54245"/>
                  </a:lnTo>
                  <a:lnTo>
                    <a:pt x="370831" y="54245"/>
                  </a:lnTo>
                  <a:lnTo>
                    <a:pt x="368909" y="54245"/>
                  </a:lnTo>
                  <a:lnTo>
                    <a:pt x="366988" y="54245"/>
                  </a:lnTo>
                  <a:lnTo>
                    <a:pt x="365067" y="54245"/>
                  </a:lnTo>
                  <a:lnTo>
                    <a:pt x="363145" y="54245"/>
                  </a:lnTo>
                  <a:lnTo>
                    <a:pt x="361224" y="54245"/>
                  </a:lnTo>
                  <a:lnTo>
                    <a:pt x="359302" y="54245"/>
                  </a:lnTo>
                  <a:lnTo>
                    <a:pt x="357381" y="54245"/>
                  </a:lnTo>
                  <a:lnTo>
                    <a:pt x="355459" y="54245"/>
                  </a:lnTo>
                  <a:lnTo>
                    <a:pt x="353538" y="54245"/>
                  </a:lnTo>
                  <a:lnTo>
                    <a:pt x="351617" y="54245"/>
                  </a:lnTo>
                  <a:lnTo>
                    <a:pt x="349695" y="54245"/>
                  </a:lnTo>
                  <a:lnTo>
                    <a:pt x="347774" y="54245"/>
                  </a:lnTo>
                  <a:lnTo>
                    <a:pt x="345852" y="54245"/>
                  </a:lnTo>
                  <a:lnTo>
                    <a:pt x="343931" y="54245"/>
                  </a:lnTo>
                  <a:lnTo>
                    <a:pt x="342010" y="54245"/>
                  </a:lnTo>
                  <a:lnTo>
                    <a:pt x="340088" y="54245"/>
                  </a:lnTo>
                  <a:lnTo>
                    <a:pt x="338167" y="54245"/>
                  </a:lnTo>
                  <a:lnTo>
                    <a:pt x="336245" y="54245"/>
                  </a:lnTo>
                  <a:lnTo>
                    <a:pt x="334324" y="54245"/>
                  </a:lnTo>
                  <a:lnTo>
                    <a:pt x="332403" y="54245"/>
                  </a:lnTo>
                  <a:lnTo>
                    <a:pt x="330481" y="54245"/>
                  </a:lnTo>
                  <a:lnTo>
                    <a:pt x="328560" y="54245"/>
                  </a:lnTo>
                  <a:lnTo>
                    <a:pt x="326638" y="54245"/>
                  </a:lnTo>
                  <a:lnTo>
                    <a:pt x="324717" y="54245"/>
                  </a:lnTo>
                  <a:lnTo>
                    <a:pt x="322796" y="54245"/>
                  </a:lnTo>
                  <a:lnTo>
                    <a:pt x="320874" y="54245"/>
                  </a:lnTo>
                  <a:lnTo>
                    <a:pt x="318953" y="54245"/>
                  </a:lnTo>
                  <a:lnTo>
                    <a:pt x="317031" y="54245"/>
                  </a:lnTo>
                  <a:lnTo>
                    <a:pt x="315110" y="54245"/>
                  </a:lnTo>
                  <a:lnTo>
                    <a:pt x="313189" y="54245"/>
                  </a:lnTo>
                  <a:lnTo>
                    <a:pt x="311267" y="54245"/>
                  </a:lnTo>
                  <a:lnTo>
                    <a:pt x="309346" y="54245"/>
                  </a:lnTo>
                  <a:lnTo>
                    <a:pt x="307424" y="54245"/>
                  </a:lnTo>
                  <a:lnTo>
                    <a:pt x="305503" y="54245"/>
                  </a:lnTo>
                  <a:lnTo>
                    <a:pt x="303582" y="54245"/>
                  </a:lnTo>
                  <a:lnTo>
                    <a:pt x="301660" y="54245"/>
                  </a:lnTo>
                  <a:lnTo>
                    <a:pt x="299739" y="54245"/>
                  </a:lnTo>
                  <a:lnTo>
                    <a:pt x="297817" y="54245"/>
                  </a:lnTo>
                  <a:lnTo>
                    <a:pt x="295896" y="54245"/>
                  </a:lnTo>
                  <a:lnTo>
                    <a:pt x="293975" y="54245"/>
                  </a:lnTo>
                  <a:lnTo>
                    <a:pt x="292053" y="54245"/>
                  </a:lnTo>
                  <a:lnTo>
                    <a:pt x="290132" y="54245"/>
                  </a:lnTo>
                  <a:lnTo>
                    <a:pt x="288210" y="54245"/>
                  </a:lnTo>
                  <a:lnTo>
                    <a:pt x="286289" y="54245"/>
                  </a:lnTo>
                  <a:lnTo>
                    <a:pt x="284367" y="54245"/>
                  </a:lnTo>
                  <a:lnTo>
                    <a:pt x="282446" y="54245"/>
                  </a:lnTo>
                  <a:lnTo>
                    <a:pt x="280525" y="54245"/>
                  </a:lnTo>
                  <a:lnTo>
                    <a:pt x="278603" y="54245"/>
                  </a:lnTo>
                  <a:lnTo>
                    <a:pt x="276682" y="54245"/>
                  </a:lnTo>
                  <a:lnTo>
                    <a:pt x="274760" y="54245"/>
                  </a:lnTo>
                  <a:lnTo>
                    <a:pt x="272839" y="54245"/>
                  </a:lnTo>
                  <a:lnTo>
                    <a:pt x="270918" y="54245"/>
                  </a:lnTo>
                  <a:lnTo>
                    <a:pt x="268996" y="54245"/>
                  </a:lnTo>
                  <a:lnTo>
                    <a:pt x="267075" y="54245"/>
                  </a:lnTo>
                  <a:lnTo>
                    <a:pt x="265153" y="54245"/>
                  </a:lnTo>
                  <a:lnTo>
                    <a:pt x="263232" y="54245"/>
                  </a:lnTo>
                  <a:lnTo>
                    <a:pt x="261311" y="54245"/>
                  </a:lnTo>
                  <a:lnTo>
                    <a:pt x="259389" y="54245"/>
                  </a:lnTo>
                  <a:lnTo>
                    <a:pt x="257468" y="54245"/>
                  </a:lnTo>
                  <a:lnTo>
                    <a:pt x="255546" y="54245"/>
                  </a:lnTo>
                  <a:lnTo>
                    <a:pt x="253625" y="54245"/>
                  </a:lnTo>
                  <a:lnTo>
                    <a:pt x="251704" y="54245"/>
                  </a:lnTo>
                  <a:lnTo>
                    <a:pt x="249782" y="54245"/>
                  </a:lnTo>
                  <a:lnTo>
                    <a:pt x="247861" y="54245"/>
                  </a:lnTo>
                  <a:lnTo>
                    <a:pt x="245939" y="54245"/>
                  </a:lnTo>
                  <a:lnTo>
                    <a:pt x="244018" y="54245"/>
                  </a:lnTo>
                  <a:lnTo>
                    <a:pt x="242097" y="54245"/>
                  </a:lnTo>
                  <a:lnTo>
                    <a:pt x="240175" y="54245"/>
                  </a:lnTo>
                  <a:lnTo>
                    <a:pt x="238254" y="54245"/>
                  </a:lnTo>
                  <a:lnTo>
                    <a:pt x="236332" y="54245"/>
                  </a:lnTo>
                  <a:lnTo>
                    <a:pt x="234411" y="54245"/>
                  </a:lnTo>
                  <a:lnTo>
                    <a:pt x="232490" y="54245"/>
                  </a:lnTo>
                  <a:lnTo>
                    <a:pt x="230568" y="54245"/>
                  </a:lnTo>
                  <a:lnTo>
                    <a:pt x="228647" y="54245"/>
                  </a:lnTo>
                  <a:lnTo>
                    <a:pt x="226725" y="54245"/>
                  </a:lnTo>
                  <a:lnTo>
                    <a:pt x="224804" y="54245"/>
                  </a:lnTo>
                  <a:lnTo>
                    <a:pt x="222883" y="54245"/>
                  </a:lnTo>
                  <a:lnTo>
                    <a:pt x="220961" y="54245"/>
                  </a:lnTo>
                  <a:lnTo>
                    <a:pt x="219040" y="54245"/>
                  </a:lnTo>
                  <a:lnTo>
                    <a:pt x="217118" y="54245"/>
                  </a:lnTo>
                  <a:lnTo>
                    <a:pt x="215197" y="54245"/>
                  </a:lnTo>
                  <a:lnTo>
                    <a:pt x="213275" y="54245"/>
                  </a:lnTo>
                  <a:lnTo>
                    <a:pt x="211354" y="54245"/>
                  </a:lnTo>
                  <a:lnTo>
                    <a:pt x="209433" y="54245"/>
                  </a:lnTo>
                  <a:lnTo>
                    <a:pt x="207511" y="54245"/>
                  </a:lnTo>
                  <a:lnTo>
                    <a:pt x="205590" y="54245"/>
                  </a:lnTo>
                  <a:lnTo>
                    <a:pt x="203668" y="54245"/>
                  </a:lnTo>
                  <a:lnTo>
                    <a:pt x="201747" y="54245"/>
                  </a:lnTo>
                  <a:lnTo>
                    <a:pt x="199826" y="54245"/>
                  </a:lnTo>
                  <a:lnTo>
                    <a:pt x="197904" y="54245"/>
                  </a:lnTo>
                  <a:lnTo>
                    <a:pt x="195983" y="54245"/>
                  </a:lnTo>
                  <a:lnTo>
                    <a:pt x="194061" y="54245"/>
                  </a:lnTo>
                  <a:lnTo>
                    <a:pt x="192140" y="54245"/>
                  </a:lnTo>
                  <a:lnTo>
                    <a:pt x="190219" y="54245"/>
                  </a:lnTo>
                  <a:lnTo>
                    <a:pt x="188297" y="54245"/>
                  </a:lnTo>
                  <a:lnTo>
                    <a:pt x="186376" y="54245"/>
                  </a:lnTo>
                  <a:lnTo>
                    <a:pt x="184454" y="54245"/>
                  </a:lnTo>
                  <a:lnTo>
                    <a:pt x="182533" y="54245"/>
                  </a:lnTo>
                  <a:lnTo>
                    <a:pt x="180612" y="54245"/>
                  </a:lnTo>
                  <a:lnTo>
                    <a:pt x="178690" y="54245"/>
                  </a:lnTo>
                  <a:lnTo>
                    <a:pt x="176769" y="54245"/>
                  </a:lnTo>
                  <a:lnTo>
                    <a:pt x="174847" y="54245"/>
                  </a:lnTo>
                  <a:lnTo>
                    <a:pt x="172926" y="54245"/>
                  </a:lnTo>
                  <a:lnTo>
                    <a:pt x="171005" y="54245"/>
                  </a:lnTo>
                  <a:lnTo>
                    <a:pt x="169083" y="54245"/>
                  </a:lnTo>
                  <a:lnTo>
                    <a:pt x="167162" y="54245"/>
                  </a:lnTo>
                  <a:lnTo>
                    <a:pt x="165240" y="54245"/>
                  </a:lnTo>
                  <a:lnTo>
                    <a:pt x="163319" y="54245"/>
                  </a:lnTo>
                  <a:lnTo>
                    <a:pt x="161398" y="54245"/>
                  </a:lnTo>
                  <a:lnTo>
                    <a:pt x="159476" y="54245"/>
                  </a:lnTo>
                  <a:lnTo>
                    <a:pt x="157555" y="54245"/>
                  </a:lnTo>
                  <a:lnTo>
                    <a:pt x="155633" y="54245"/>
                  </a:lnTo>
                  <a:lnTo>
                    <a:pt x="153712" y="54245"/>
                  </a:lnTo>
                  <a:lnTo>
                    <a:pt x="151791" y="54245"/>
                  </a:lnTo>
                  <a:lnTo>
                    <a:pt x="149869" y="54245"/>
                  </a:lnTo>
                  <a:lnTo>
                    <a:pt x="147948" y="54245"/>
                  </a:lnTo>
                  <a:lnTo>
                    <a:pt x="146026" y="54245"/>
                  </a:lnTo>
                  <a:lnTo>
                    <a:pt x="144105" y="54245"/>
                  </a:lnTo>
                  <a:lnTo>
                    <a:pt x="142183" y="54245"/>
                  </a:lnTo>
                  <a:lnTo>
                    <a:pt x="140262" y="54245"/>
                  </a:lnTo>
                  <a:lnTo>
                    <a:pt x="138341" y="54245"/>
                  </a:lnTo>
                  <a:lnTo>
                    <a:pt x="136419" y="54245"/>
                  </a:lnTo>
                  <a:lnTo>
                    <a:pt x="134498" y="54245"/>
                  </a:lnTo>
                  <a:lnTo>
                    <a:pt x="132576" y="54245"/>
                  </a:lnTo>
                  <a:lnTo>
                    <a:pt x="130655" y="54245"/>
                  </a:lnTo>
                  <a:lnTo>
                    <a:pt x="128734" y="54245"/>
                  </a:lnTo>
                  <a:lnTo>
                    <a:pt x="126812" y="54245"/>
                  </a:lnTo>
                  <a:lnTo>
                    <a:pt x="124891" y="54245"/>
                  </a:lnTo>
                  <a:lnTo>
                    <a:pt x="122969" y="54245"/>
                  </a:lnTo>
                  <a:lnTo>
                    <a:pt x="121048" y="54245"/>
                  </a:lnTo>
                  <a:lnTo>
                    <a:pt x="119127" y="54245"/>
                  </a:lnTo>
                  <a:lnTo>
                    <a:pt x="117205" y="54245"/>
                  </a:lnTo>
                  <a:lnTo>
                    <a:pt x="115284" y="54245"/>
                  </a:lnTo>
                  <a:lnTo>
                    <a:pt x="113362" y="54245"/>
                  </a:lnTo>
                  <a:lnTo>
                    <a:pt x="111441" y="54245"/>
                  </a:lnTo>
                  <a:lnTo>
                    <a:pt x="109520" y="54245"/>
                  </a:lnTo>
                  <a:lnTo>
                    <a:pt x="107598" y="54245"/>
                  </a:lnTo>
                  <a:lnTo>
                    <a:pt x="105677" y="54245"/>
                  </a:lnTo>
                  <a:lnTo>
                    <a:pt x="103755" y="54245"/>
                  </a:lnTo>
                  <a:lnTo>
                    <a:pt x="101834" y="54245"/>
                  </a:lnTo>
                  <a:lnTo>
                    <a:pt x="99913" y="54245"/>
                  </a:lnTo>
                  <a:lnTo>
                    <a:pt x="97991" y="54245"/>
                  </a:lnTo>
                  <a:lnTo>
                    <a:pt x="96070" y="54245"/>
                  </a:lnTo>
                  <a:lnTo>
                    <a:pt x="94148" y="54245"/>
                  </a:lnTo>
                  <a:lnTo>
                    <a:pt x="92227" y="54245"/>
                  </a:lnTo>
                  <a:lnTo>
                    <a:pt x="90306" y="54245"/>
                  </a:lnTo>
                  <a:lnTo>
                    <a:pt x="88384" y="54245"/>
                  </a:lnTo>
                  <a:lnTo>
                    <a:pt x="86463" y="54245"/>
                  </a:lnTo>
                  <a:lnTo>
                    <a:pt x="84541" y="54245"/>
                  </a:lnTo>
                  <a:lnTo>
                    <a:pt x="82620" y="54245"/>
                  </a:lnTo>
                  <a:lnTo>
                    <a:pt x="80699" y="54245"/>
                  </a:lnTo>
                  <a:lnTo>
                    <a:pt x="78777" y="54245"/>
                  </a:lnTo>
                  <a:lnTo>
                    <a:pt x="76856" y="54245"/>
                  </a:lnTo>
                  <a:lnTo>
                    <a:pt x="74934" y="54245"/>
                  </a:lnTo>
                  <a:lnTo>
                    <a:pt x="73013" y="54245"/>
                  </a:lnTo>
                  <a:lnTo>
                    <a:pt x="71091" y="54245"/>
                  </a:lnTo>
                  <a:lnTo>
                    <a:pt x="69170" y="54245"/>
                  </a:lnTo>
                  <a:lnTo>
                    <a:pt x="67249" y="54245"/>
                  </a:lnTo>
                  <a:lnTo>
                    <a:pt x="65327" y="54245"/>
                  </a:lnTo>
                  <a:lnTo>
                    <a:pt x="63406" y="54245"/>
                  </a:lnTo>
                  <a:lnTo>
                    <a:pt x="61484" y="54245"/>
                  </a:lnTo>
                  <a:lnTo>
                    <a:pt x="59563" y="54245"/>
                  </a:lnTo>
                  <a:lnTo>
                    <a:pt x="57642" y="54245"/>
                  </a:lnTo>
                  <a:lnTo>
                    <a:pt x="55720" y="54245"/>
                  </a:lnTo>
                  <a:lnTo>
                    <a:pt x="53799" y="54245"/>
                  </a:lnTo>
                  <a:lnTo>
                    <a:pt x="51877" y="54245"/>
                  </a:lnTo>
                  <a:lnTo>
                    <a:pt x="49956" y="54245"/>
                  </a:lnTo>
                  <a:lnTo>
                    <a:pt x="48035" y="54245"/>
                  </a:lnTo>
                  <a:lnTo>
                    <a:pt x="46113" y="54245"/>
                  </a:lnTo>
                  <a:lnTo>
                    <a:pt x="44192" y="54245"/>
                  </a:lnTo>
                  <a:lnTo>
                    <a:pt x="42270" y="54245"/>
                  </a:lnTo>
                  <a:lnTo>
                    <a:pt x="40349" y="54245"/>
                  </a:lnTo>
                  <a:lnTo>
                    <a:pt x="38428" y="54245"/>
                  </a:lnTo>
                  <a:lnTo>
                    <a:pt x="36506" y="54245"/>
                  </a:lnTo>
                  <a:lnTo>
                    <a:pt x="34585" y="54245"/>
                  </a:lnTo>
                  <a:lnTo>
                    <a:pt x="32663" y="54245"/>
                  </a:lnTo>
                  <a:lnTo>
                    <a:pt x="30742" y="54245"/>
                  </a:lnTo>
                  <a:lnTo>
                    <a:pt x="28821" y="54245"/>
                  </a:lnTo>
                  <a:lnTo>
                    <a:pt x="26899" y="54245"/>
                  </a:lnTo>
                  <a:lnTo>
                    <a:pt x="24978" y="54245"/>
                  </a:lnTo>
                  <a:lnTo>
                    <a:pt x="23056" y="54245"/>
                  </a:lnTo>
                  <a:lnTo>
                    <a:pt x="21135" y="54245"/>
                  </a:lnTo>
                  <a:lnTo>
                    <a:pt x="19214" y="54245"/>
                  </a:lnTo>
                  <a:lnTo>
                    <a:pt x="17292" y="54245"/>
                  </a:lnTo>
                  <a:lnTo>
                    <a:pt x="15371" y="54245"/>
                  </a:lnTo>
                  <a:lnTo>
                    <a:pt x="13449" y="54245"/>
                  </a:lnTo>
                  <a:lnTo>
                    <a:pt x="11528" y="54245"/>
                  </a:lnTo>
                  <a:lnTo>
                    <a:pt x="9607" y="54245"/>
                  </a:lnTo>
                  <a:lnTo>
                    <a:pt x="7685" y="54245"/>
                  </a:lnTo>
                  <a:lnTo>
                    <a:pt x="5764" y="54245"/>
                  </a:lnTo>
                  <a:lnTo>
                    <a:pt x="3842" y="54245"/>
                  </a:lnTo>
                  <a:lnTo>
                    <a:pt x="1921" y="54245"/>
                  </a:lnTo>
                  <a:lnTo>
                    <a:pt x="0" y="54245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810162" y="2728777"/>
              <a:ext cx="981838" cy="45656"/>
            </a:xfrm>
            <a:custGeom>
              <a:avLst/>
              <a:pathLst>
                <a:path w="981838" h="45656">
                  <a:moveTo>
                    <a:pt x="0" y="40004"/>
                  </a:moveTo>
                  <a:lnTo>
                    <a:pt x="1921" y="39757"/>
                  </a:lnTo>
                  <a:lnTo>
                    <a:pt x="3842" y="39508"/>
                  </a:lnTo>
                  <a:lnTo>
                    <a:pt x="5764" y="39255"/>
                  </a:lnTo>
                  <a:lnTo>
                    <a:pt x="7685" y="39001"/>
                  </a:lnTo>
                  <a:lnTo>
                    <a:pt x="9607" y="38743"/>
                  </a:lnTo>
                  <a:lnTo>
                    <a:pt x="11528" y="38485"/>
                  </a:lnTo>
                  <a:lnTo>
                    <a:pt x="13449" y="38222"/>
                  </a:lnTo>
                  <a:lnTo>
                    <a:pt x="15371" y="37958"/>
                  </a:lnTo>
                  <a:lnTo>
                    <a:pt x="17292" y="37691"/>
                  </a:lnTo>
                  <a:lnTo>
                    <a:pt x="19214" y="37423"/>
                  </a:lnTo>
                  <a:lnTo>
                    <a:pt x="21135" y="37151"/>
                  </a:lnTo>
                  <a:lnTo>
                    <a:pt x="23056" y="36878"/>
                  </a:lnTo>
                  <a:lnTo>
                    <a:pt x="24978" y="36603"/>
                  </a:lnTo>
                  <a:lnTo>
                    <a:pt x="26899" y="36324"/>
                  </a:lnTo>
                  <a:lnTo>
                    <a:pt x="28821" y="36046"/>
                  </a:lnTo>
                  <a:lnTo>
                    <a:pt x="30742" y="35762"/>
                  </a:lnTo>
                  <a:lnTo>
                    <a:pt x="32663" y="35479"/>
                  </a:lnTo>
                  <a:lnTo>
                    <a:pt x="34585" y="35192"/>
                  </a:lnTo>
                  <a:lnTo>
                    <a:pt x="36506" y="34905"/>
                  </a:lnTo>
                  <a:lnTo>
                    <a:pt x="38428" y="34614"/>
                  </a:lnTo>
                  <a:lnTo>
                    <a:pt x="40349" y="34322"/>
                  </a:lnTo>
                  <a:lnTo>
                    <a:pt x="42270" y="34028"/>
                  </a:lnTo>
                  <a:lnTo>
                    <a:pt x="44192" y="33732"/>
                  </a:lnTo>
                  <a:lnTo>
                    <a:pt x="46113" y="33435"/>
                  </a:lnTo>
                  <a:lnTo>
                    <a:pt x="48035" y="33135"/>
                  </a:lnTo>
                  <a:lnTo>
                    <a:pt x="49956" y="32834"/>
                  </a:lnTo>
                  <a:lnTo>
                    <a:pt x="51877" y="32531"/>
                  </a:lnTo>
                  <a:lnTo>
                    <a:pt x="53799" y="32227"/>
                  </a:lnTo>
                  <a:lnTo>
                    <a:pt x="55720" y="31920"/>
                  </a:lnTo>
                  <a:lnTo>
                    <a:pt x="57642" y="31613"/>
                  </a:lnTo>
                  <a:lnTo>
                    <a:pt x="59563" y="31303"/>
                  </a:lnTo>
                  <a:lnTo>
                    <a:pt x="61484" y="30992"/>
                  </a:lnTo>
                  <a:lnTo>
                    <a:pt x="63406" y="30681"/>
                  </a:lnTo>
                  <a:lnTo>
                    <a:pt x="65327" y="30367"/>
                  </a:lnTo>
                  <a:lnTo>
                    <a:pt x="67249" y="30053"/>
                  </a:lnTo>
                  <a:lnTo>
                    <a:pt x="69170" y="29736"/>
                  </a:lnTo>
                  <a:lnTo>
                    <a:pt x="71091" y="29419"/>
                  </a:lnTo>
                  <a:lnTo>
                    <a:pt x="73013" y="29101"/>
                  </a:lnTo>
                  <a:lnTo>
                    <a:pt x="74934" y="28781"/>
                  </a:lnTo>
                  <a:lnTo>
                    <a:pt x="76856" y="28461"/>
                  </a:lnTo>
                  <a:lnTo>
                    <a:pt x="78777" y="28139"/>
                  </a:lnTo>
                  <a:lnTo>
                    <a:pt x="80699" y="27817"/>
                  </a:lnTo>
                  <a:lnTo>
                    <a:pt x="82620" y="27493"/>
                  </a:lnTo>
                  <a:lnTo>
                    <a:pt x="84541" y="27170"/>
                  </a:lnTo>
                  <a:lnTo>
                    <a:pt x="86463" y="26844"/>
                  </a:lnTo>
                  <a:lnTo>
                    <a:pt x="88384" y="26519"/>
                  </a:lnTo>
                  <a:lnTo>
                    <a:pt x="90306" y="26193"/>
                  </a:lnTo>
                  <a:lnTo>
                    <a:pt x="92227" y="25866"/>
                  </a:lnTo>
                  <a:lnTo>
                    <a:pt x="94148" y="25539"/>
                  </a:lnTo>
                  <a:lnTo>
                    <a:pt x="96070" y="25211"/>
                  </a:lnTo>
                  <a:lnTo>
                    <a:pt x="97991" y="24883"/>
                  </a:lnTo>
                  <a:lnTo>
                    <a:pt x="99913" y="24555"/>
                  </a:lnTo>
                  <a:lnTo>
                    <a:pt x="101834" y="24227"/>
                  </a:lnTo>
                  <a:lnTo>
                    <a:pt x="103755" y="23898"/>
                  </a:lnTo>
                  <a:lnTo>
                    <a:pt x="105677" y="23569"/>
                  </a:lnTo>
                  <a:lnTo>
                    <a:pt x="107598" y="23240"/>
                  </a:lnTo>
                  <a:lnTo>
                    <a:pt x="109520" y="22911"/>
                  </a:lnTo>
                  <a:lnTo>
                    <a:pt x="111441" y="22582"/>
                  </a:lnTo>
                  <a:lnTo>
                    <a:pt x="113362" y="22254"/>
                  </a:lnTo>
                  <a:lnTo>
                    <a:pt x="115284" y="21925"/>
                  </a:lnTo>
                  <a:lnTo>
                    <a:pt x="117205" y="21597"/>
                  </a:lnTo>
                  <a:lnTo>
                    <a:pt x="119127" y="21269"/>
                  </a:lnTo>
                  <a:lnTo>
                    <a:pt x="121048" y="20942"/>
                  </a:lnTo>
                  <a:lnTo>
                    <a:pt x="122969" y="20615"/>
                  </a:lnTo>
                  <a:lnTo>
                    <a:pt x="124891" y="20289"/>
                  </a:lnTo>
                  <a:lnTo>
                    <a:pt x="126812" y="19963"/>
                  </a:lnTo>
                  <a:lnTo>
                    <a:pt x="128734" y="19638"/>
                  </a:lnTo>
                  <a:lnTo>
                    <a:pt x="130655" y="19314"/>
                  </a:lnTo>
                  <a:lnTo>
                    <a:pt x="132576" y="18991"/>
                  </a:lnTo>
                  <a:lnTo>
                    <a:pt x="134498" y="18668"/>
                  </a:lnTo>
                  <a:lnTo>
                    <a:pt x="136419" y="18347"/>
                  </a:lnTo>
                  <a:lnTo>
                    <a:pt x="138341" y="18027"/>
                  </a:lnTo>
                  <a:lnTo>
                    <a:pt x="140262" y="17707"/>
                  </a:lnTo>
                  <a:lnTo>
                    <a:pt x="142183" y="17389"/>
                  </a:lnTo>
                  <a:lnTo>
                    <a:pt x="144105" y="17072"/>
                  </a:lnTo>
                  <a:lnTo>
                    <a:pt x="146026" y="16757"/>
                  </a:lnTo>
                  <a:lnTo>
                    <a:pt x="147948" y="16442"/>
                  </a:lnTo>
                  <a:lnTo>
                    <a:pt x="149869" y="16130"/>
                  </a:lnTo>
                  <a:lnTo>
                    <a:pt x="151791" y="15819"/>
                  </a:lnTo>
                  <a:lnTo>
                    <a:pt x="153712" y="15509"/>
                  </a:lnTo>
                  <a:lnTo>
                    <a:pt x="155633" y="15201"/>
                  </a:lnTo>
                  <a:lnTo>
                    <a:pt x="157555" y="14894"/>
                  </a:lnTo>
                  <a:lnTo>
                    <a:pt x="159476" y="14591"/>
                  </a:lnTo>
                  <a:lnTo>
                    <a:pt x="161398" y="14287"/>
                  </a:lnTo>
                  <a:lnTo>
                    <a:pt x="163319" y="13987"/>
                  </a:lnTo>
                  <a:lnTo>
                    <a:pt x="165240" y="13688"/>
                  </a:lnTo>
                  <a:lnTo>
                    <a:pt x="167162" y="13392"/>
                  </a:lnTo>
                  <a:lnTo>
                    <a:pt x="169083" y="13097"/>
                  </a:lnTo>
                  <a:lnTo>
                    <a:pt x="171005" y="12804"/>
                  </a:lnTo>
                  <a:lnTo>
                    <a:pt x="172926" y="12515"/>
                  </a:lnTo>
                  <a:lnTo>
                    <a:pt x="174847" y="12226"/>
                  </a:lnTo>
                  <a:lnTo>
                    <a:pt x="176769" y="11942"/>
                  </a:lnTo>
                  <a:lnTo>
                    <a:pt x="178690" y="11658"/>
                  </a:lnTo>
                  <a:lnTo>
                    <a:pt x="180612" y="11378"/>
                  </a:lnTo>
                  <a:lnTo>
                    <a:pt x="182533" y="11099"/>
                  </a:lnTo>
                  <a:lnTo>
                    <a:pt x="184454" y="10824"/>
                  </a:lnTo>
                  <a:lnTo>
                    <a:pt x="186376" y="10551"/>
                  </a:lnTo>
                  <a:lnTo>
                    <a:pt x="188297" y="10280"/>
                  </a:lnTo>
                  <a:lnTo>
                    <a:pt x="190219" y="10014"/>
                  </a:lnTo>
                  <a:lnTo>
                    <a:pt x="192140" y="9747"/>
                  </a:lnTo>
                  <a:lnTo>
                    <a:pt x="194061" y="9487"/>
                  </a:lnTo>
                  <a:lnTo>
                    <a:pt x="195983" y="9227"/>
                  </a:lnTo>
                  <a:lnTo>
                    <a:pt x="197904" y="8972"/>
                  </a:lnTo>
                  <a:lnTo>
                    <a:pt x="199826" y="8718"/>
                  </a:lnTo>
                  <a:lnTo>
                    <a:pt x="201747" y="8469"/>
                  </a:lnTo>
                  <a:lnTo>
                    <a:pt x="203668" y="8222"/>
                  </a:lnTo>
                  <a:lnTo>
                    <a:pt x="205590" y="7978"/>
                  </a:lnTo>
                  <a:lnTo>
                    <a:pt x="207511" y="7738"/>
                  </a:lnTo>
                  <a:lnTo>
                    <a:pt x="209433" y="7499"/>
                  </a:lnTo>
                  <a:lnTo>
                    <a:pt x="211354" y="7267"/>
                  </a:lnTo>
                  <a:lnTo>
                    <a:pt x="213275" y="7034"/>
                  </a:lnTo>
                  <a:lnTo>
                    <a:pt x="215197" y="6809"/>
                  </a:lnTo>
                  <a:lnTo>
                    <a:pt x="217118" y="6584"/>
                  </a:lnTo>
                  <a:lnTo>
                    <a:pt x="219040" y="6364"/>
                  </a:lnTo>
                  <a:lnTo>
                    <a:pt x="220961" y="6147"/>
                  </a:lnTo>
                  <a:lnTo>
                    <a:pt x="222883" y="5932"/>
                  </a:lnTo>
                  <a:lnTo>
                    <a:pt x="224804" y="5723"/>
                  </a:lnTo>
                  <a:lnTo>
                    <a:pt x="226725" y="5515"/>
                  </a:lnTo>
                  <a:lnTo>
                    <a:pt x="228647" y="5314"/>
                  </a:lnTo>
                  <a:lnTo>
                    <a:pt x="230568" y="5112"/>
                  </a:lnTo>
                  <a:lnTo>
                    <a:pt x="232490" y="4919"/>
                  </a:lnTo>
                  <a:lnTo>
                    <a:pt x="234411" y="4725"/>
                  </a:lnTo>
                  <a:lnTo>
                    <a:pt x="236332" y="4538"/>
                  </a:lnTo>
                  <a:lnTo>
                    <a:pt x="238254" y="4353"/>
                  </a:lnTo>
                  <a:lnTo>
                    <a:pt x="240175" y="4172"/>
                  </a:lnTo>
                  <a:lnTo>
                    <a:pt x="242097" y="3995"/>
                  </a:lnTo>
                  <a:lnTo>
                    <a:pt x="244018" y="3821"/>
                  </a:lnTo>
                  <a:lnTo>
                    <a:pt x="245939" y="3653"/>
                  </a:lnTo>
                  <a:lnTo>
                    <a:pt x="247861" y="3485"/>
                  </a:lnTo>
                  <a:lnTo>
                    <a:pt x="249782" y="3325"/>
                  </a:lnTo>
                  <a:lnTo>
                    <a:pt x="251704" y="3166"/>
                  </a:lnTo>
                  <a:lnTo>
                    <a:pt x="253625" y="3013"/>
                  </a:lnTo>
                  <a:lnTo>
                    <a:pt x="255546" y="2862"/>
                  </a:lnTo>
                  <a:lnTo>
                    <a:pt x="257468" y="2715"/>
                  </a:lnTo>
                  <a:lnTo>
                    <a:pt x="259389" y="2573"/>
                  </a:lnTo>
                  <a:lnTo>
                    <a:pt x="261311" y="2433"/>
                  </a:lnTo>
                  <a:lnTo>
                    <a:pt x="263232" y="2300"/>
                  </a:lnTo>
                  <a:lnTo>
                    <a:pt x="265153" y="2167"/>
                  </a:lnTo>
                  <a:lnTo>
                    <a:pt x="267075" y="2042"/>
                  </a:lnTo>
                  <a:lnTo>
                    <a:pt x="268996" y="1918"/>
                  </a:lnTo>
                  <a:lnTo>
                    <a:pt x="270918" y="1800"/>
                  </a:lnTo>
                  <a:lnTo>
                    <a:pt x="272839" y="1684"/>
                  </a:lnTo>
                  <a:lnTo>
                    <a:pt x="274760" y="1573"/>
                  </a:lnTo>
                  <a:lnTo>
                    <a:pt x="276682" y="1466"/>
                  </a:lnTo>
                  <a:lnTo>
                    <a:pt x="278603" y="1362"/>
                  </a:lnTo>
                  <a:lnTo>
                    <a:pt x="280525" y="1264"/>
                  </a:lnTo>
                  <a:lnTo>
                    <a:pt x="282446" y="1166"/>
                  </a:lnTo>
                  <a:lnTo>
                    <a:pt x="284367" y="1076"/>
                  </a:lnTo>
                  <a:lnTo>
                    <a:pt x="286289" y="987"/>
                  </a:lnTo>
                  <a:lnTo>
                    <a:pt x="288210" y="904"/>
                  </a:lnTo>
                  <a:lnTo>
                    <a:pt x="290132" y="823"/>
                  </a:lnTo>
                  <a:lnTo>
                    <a:pt x="292053" y="747"/>
                  </a:lnTo>
                  <a:lnTo>
                    <a:pt x="293975" y="675"/>
                  </a:lnTo>
                  <a:lnTo>
                    <a:pt x="295896" y="606"/>
                  </a:lnTo>
                  <a:lnTo>
                    <a:pt x="297817" y="542"/>
                  </a:lnTo>
                  <a:lnTo>
                    <a:pt x="299739" y="479"/>
                  </a:lnTo>
                  <a:lnTo>
                    <a:pt x="301660" y="423"/>
                  </a:lnTo>
                  <a:lnTo>
                    <a:pt x="303582" y="368"/>
                  </a:lnTo>
                  <a:lnTo>
                    <a:pt x="305503" y="320"/>
                  </a:lnTo>
                  <a:lnTo>
                    <a:pt x="307424" y="273"/>
                  </a:lnTo>
                  <a:lnTo>
                    <a:pt x="309346" y="231"/>
                  </a:lnTo>
                  <a:lnTo>
                    <a:pt x="311267" y="192"/>
                  </a:lnTo>
                  <a:lnTo>
                    <a:pt x="313189" y="156"/>
                  </a:lnTo>
                  <a:lnTo>
                    <a:pt x="315110" y="126"/>
                  </a:lnTo>
                  <a:lnTo>
                    <a:pt x="317031" y="96"/>
                  </a:lnTo>
                  <a:lnTo>
                    <a:pt x="318953" y="74"/>
                  </a:lnTo>
                  <a:lnTo>
                    <a:pt x="320874" y="51"/>
                  </a:lnTo>
                  <a:lnTo>
                    <a:pt x="322796" y="35"/>
                  </a:lnTo>
                  <a:lnTo>
                    <a:pt x="324717" y="20"/>
                  </a:lnTo>
                  <a:lnTo>
                    <a:pt x="326638" y="11"/>
                  </a:lnTo>
                  <a:lnTo>
                    <a:pt x="328560" y="3"/>
                  </a:lnTo>
                  <a:lnTo>
                    <a:pt x="330481" y="0"/>
                  </a:lnTo>
                  <a:lnTo>
                    <a:pt x="332403" y="0"/>
                  </a:lnTo>
                  <a:lnTo>
                    <a:pt x="334324" y="2"/>
                  </a:lnTo>
                  <a:lnTo>
                    <a:pt x="336245" y="9"/>
                  </a:lnTo>
                  <a:lnTo>
                    <a:pt x="338167" y="17"/>
                  </a:lnTo>
                  <a:lnTo>
                    <a:pt x="340088" y="32"/>
                  </a:lnTo>
                  <a:lnTo>
                    <a:pt x="342010" y="47"/>
                  </a:lnTo>
                  <a:lnTo>
                    <a:pt x="343931" y="67"/>
                  </a:lnTo>
                  <a:lnTo>
                    <a:pt x="345852" y="89"/>
                  </a:lnTo>
                  <a:lnTo>
                    <a:pt x="347774" y="114"/>
                  </a:lnTo>
                  <a:lnTo>
                    <a:pt x="349695" y="143"/>
                  </a:lnTo>
                  <a:lnTo>
                    <a:pt x="351617" y="174"/>
                  </a:lnTo>
                  <a:lnTo>
                    <a:pt x="353538" y="209"/>
                  </a:lnTo>
                  <a:lnTo>
                    <a:pt x="355459" y="245"/>
                  </a:lnTo>
                  <a:lnTo>
                    <a:pt x="357381" y="287"/>
                  </a:lnTo>
                  <a:lnTo>
                    <a:pt x="359302" y="329"/>
                  </a:lnTo>
                  <a:lnTo>
                    <a:pt x="361224" y="376"/>
                  </a:lnTo>
                  <a:lnTo>
                    <a:pt x="363145" y="425"/>
                  </a:lnTo>
                  <a:lnTo>
                    <a:pt x="365067" y="476"/>
                  </a:lnTo>
                  <a:lnTo>
                    <a:pt x="366988" y="531"/>
                  </a:lnTo>
                  <a:lnTo>
                    <a:pt x="368909" y="587"/>
                  </a:lnTo>
                  <a:lnTo>
                    <a:pt x="370831" y="648"/>
                  </a:lnTo>
                  <a:lnTo>
                    <a:pt x="372752" y="708"/>
                  </a:lnTo>
                  <a:lnTo>
                    <a:pt x="374674" y="775"/>
                  </a:lnTo>
                  <a:lnTo>
                    <a:pt x="376595" y="841"/>
                  </a:lnTo>
                  <a:lnTo>
                    <a:pt x="378516" y="912"/>
                  </a:lnTo>
                  <a:lnTo>
                    <a:pt x="380438" y="984"/>
                  </a:lnTo>
                  <a:lnTo>
                    <a:pt x="382359" y="1059"/>
                  </a:lnTo>
                  <a:lnTo>
                    <a:pt x="384281" y="1136"/>
                  </a:lnTo>
                  <a:lnTo>
                    <a:pt x="386202" y="1215"/>
                  </a:lnTo>
                  <a:lnTo>
                    <a:pt x="388123" y="1297"/>
                  </a:lnTo>
                  <a:lnTo>
                    <a:pt x="390045" y="1380"/>
                  </a:lnTo>
                  <a:lnTo>
                    <a:pt x="391966" y="1468"/>
                  </a:lnTo>
                  <a:lnTo>
                    <a:pt x="393888" y="1555"/>
                  </a:lnTo>
                  <a:lnTo>
                    <a:pt x="395809" y="1647"/>
                  </a:lnTo>
                  <a:lnTo>
                    <a:pt x="397730" y="1739"/>
                  </a:lnTo>
                  <a:lnTo>
                    <a:pt x="399652" y="1834"/>
                  </a:lnTo>
                  <a:lnTo>
                    <a:pt x="401573" y="1931"/>
                  </a:lnTo>
                  <a:lnTo>
                    <a:pt x="403495" y="2029"/>
                  </a:lnTo>
                  <a:lnTo>
                    <a:pt x="405416" y="2131"/>
                  </a:lnTo>
                  <a:lnTo>
                    <a:pt x="407337" y="2233"/>
                  </a:lnTo>
                  <a:lnTo>
                    <a:pt x="409259" y="2338"/>
                  </a:lnTo>
                  <a:lnTo>
                    <a:pt x="411180" y="2444"/>
                  </a:lnTo>
                  <a:lnTo>
                    <a:pt x="413102" y="2553"/>
                  </a:lnTo>
                  <a:lnTo>
                    <a:pt x="415023" y="2663"/>
                  </a:lnTo>
                  <a:lnTo>
                    <a:pt x="416944" y="2775"/>
                  </a:lnTo>
                  <a:lnTo>
                    <a:pt x="418866" y="2889"/>
                  </a:lnTo>
                  <a:lnTo>
                    <a:pt x="420787" y="3004"/>
                  </a:lnTo>
                  <a:lnTo>
                    <a:pt x="422709" y="3121"/>
                  </a:lnTo>
                  <a:lnTo>
                    <a:pt x="424630" y="3239"/>
                  </a:lnTo>
                  <a:lnTo>
                    <a:pt x="426551" y="3360"/>
                  </a:lnTo>
                  <a:lnTo>
                    <a:pt x="428473" y="3481"/>
                  </a:lnTo>
                  <a:lnTo>
                    <a:pt x="430394" y="3605"/>
                  </a:lnTo>
                  <a:lnTo>
                    <a:pt x="432316" y="3730"/>
                  </a:lnTo>
                  <a:lnTo>
                    <a:pt x="434237" y="3856"/>
                  </a:lnTo>
                  <a:lnTo>
                    <a:pt x="436159" y="3984"/>
                  </a:lnTo>
                  <a:lnTo>
                    <a:pt x="438080" y="4113"/>
                  </a:lnTo>
                  <a:lnTo>
                    <a:pt x="440001" y="4244"/>
                  </a:lnTo>
                  <a:lnTo>
                    <a:pt x="441923" y="4375"/>
                  </a:lnTo>
                  <a:lnTo>
                    <a:pt x="443844" y="4509"/>
                  </a:lnTo>
                  <a:lnTo>
                    <a:pt x="445766" y="4643"/>
                  </a:lnTo>
                  <a:lnTo>
                    <a:pt x="447687" y="4779"/>
                  </a:lnTo>
                  <a:lnTo>
                    <a:pt x="449608" y="4916"/>
                  </a:lnTo>
                  <a:lnTo>
                    <a:pt x="451530" y="5055"/>
                  </a:lnTo>
                  <a:lnTo>
                    <a:pt x="453451" y="5194"/>
                  </a:lnTo>
                  <a:lnTo>
                    <a:pt x="455373" y="5335"/>
                  </a:lnTo>
                  <a:lnTo>
                    <a:pt x="457294" y="5477"/>
                  </a:lnTo>
                  <a:lnTo>
                    <a:pt x="459215" y="5619"/>
                  </a:lnTo>
                  <a:lnTo>
                    <a:pt x="461137" y="5764"/>
                  </a:lnTo>
                  <a:lnTo>
                    <a:pt x="463058" y="5908"/>
                  </a:lnTo>
                  <a:lnTo>
                    <a:pt x="464980" y="6055"/>
                  </a:lnTo>
                  <a:lnTo>
                    <a:pt x="466901" y="6201"/>
                  </a:lnTo>
                  <a:lnTo>
                    <a:pt x="468822" y="6350"/>
                  </a:lnTo>
                  <a:lnTo>
                    <a:pt x="470744" y="6499"/>
                  </a:lnTo>
                  <a:lnTo>
                    <a:pt x="472665" y="6649"/>
                  </a:lnTo>
                  <a:lnTo>
                    <a:pt x="474587" y="6800"/>
                  </a:lnTo>
                  <a:lnTo>
                    <a:pt x="476508" y="6952"/>
                  </a:lnTo>
                  <a:lnTo>
                    <a:pt x="478429" y="7105"/>
                  </a:lnTo>
                  <a:lnTo>
                    <a:pt x="480351" y="7258"/>
                  </a:lnTo>
                  <a:lnTo>
                    <a:pt x="482272" y="7413"/>
                  </a:lnTo>
                  <a:lnTo>
                    <a:pt x="484194" y="7568"/>
                  </a:lnTo>
                  <a:lnTo>
                    <a:pt x="486115" y="7724"/>
                  </a:lnTo>
                  <a:lnTo>
                    <a:pt x="488036" y="7881"/>
                  </a:lnTo>
                  <a:lnTo>
                    <a:pt x="489958" y="8039"/>
                  </a:lnTo>
                  <a:lnTo>
                    <a:pt x="491879" y="8197"/>
                  </a:lnTo>
                  <a:lnTo>
                    <a:pt x="493801" y="8356"/>
                  </a:lnTo>
                  <a:lnTo>
                    <a:pt x="495722" y="8516"/>
                  </a:lnTo>
                  <a:lnTo>
                    <a:pt x="497643" y="8677"/>
                  </a:lnTo>
                  <a:lnTo>
                    <a:pt x="499565" y="8838"/>
                  </a:lnTo>
                  <a:lnTo>
                    <a:pt x="501486" y="9000"/>
                  </a:lnTo>
                  <a:lnTo>
                    <a:pt x="503408" y="9163"/>
                  </a:lnTo>
                  <a:lnTo>
                    <a:pt x="505329" y="9326"/>
                  </a:lnTo>
                  <a:lnTo>
                    <a:pt x="507250" y="9490"/>
                  </a:lnTo>
                  <a:lnTo>
                    <a:pt x="509172" y="9654"/>
                  </a:lnTo>
                  <a:lnTo>
                    <a:pt x="511093" y="9819"/>
                  </a:lnTo>
                  <a:lnTo>
                    <a:pt x="513015" y="9985"/>
                  </a:lnTo>
                  <a:lnTo>
                    <a:pt x="514936" y="10151"/>
                  </a:lnTo>
                  <a:lnTo>
                    <a:pt x="516858" y="10318"/>
                  </a:lnTo>
                  <a:lnTo>
                    <a:pt x="518779" y="10485"/>
                  </a:lnTo>
                  <a:lnTo>
                    <a:pt x="520700" y="10653"/>
                  </a:lnTo>
                  <a:lnTo>
                    <a:pt x="522622" y="10821"/>
                  </a:lnTo>
                  <a:lnTo>
                    <a:pt x="524543" y="10990"/>
                  </a:lnTo>
                  <a:lnTo>
                    <a:pt x="526465" y="11160"/>
                  </a:lnTo>
                  <a:lnTo>
                    <a:pt x="528386" y="11329"/>
                  </a:lnTo>
                  <a:lnTo>
                    <a:pt x="530307" y="11500"/>
                  </a:lnTo>
                  <a:lnTo>
                    <a:pt x="532229" y="11670"/>
                  </a:lnTo>
                  <a:lnTo>
                    <a:pt x="534150" y="11841"/>
                  </a:lnTo>
                  <a:lnTo>
                    <a:pt x="536072" y="12013"/>
                  </a:lnTo>
                  <a:lnTo>
                    <a:pt x="537993" y="12185"/>
                  </a:lnTo>
                  <a:lnTo>
                    <a:pt x="539914" y="12357"/>
                  </a:lnTo>
                  <a:lnTo>
                    <a:pt x="541836" y="12530"/>
                  </a:lnTo>
                  <a:lnTo>
                    <a:pt x="543757" y="12703"/>
                  </a:lnTo>
                  <a:lnTo>
                    <a:pt x="545679" y="12876"/>
                  </a:lnTo>
                  <a:lnTo>
                    <a:pt x="547600" y="13050"/>
                  </a:lnTo>
                  <a:lnTo>
                    <a:pt x="549521" y="13224"/>
                  </a:lnTo>
                  <a:lnTo>
                    <a:pt x="551443" y="13399"/>
                  </a:lnTo>
                  <a:lnTo>
                    <a:pt x="553364" y="13573"/>
                  </a:lnTo>
                  <a:lnTo>
                    <a:pt x="555286" y="13748"/>
                  </a:lnTo>
                  <a:lnTo>
                    <a:pt x="557207" y="13923"/>
                  </a:lnTo>
                  <a:lnTo>
                    <a:pt x="559128" y="14099"/>
                  </a:lnTo>
                  <a:lnTo>
                    <a:pt x="561050" y="14275"/>
                  </a:lnTo>
                  <a:lnTo>
                    <a:pt x="562971" y="14451"/>
                  </a:lnTo>
                  <a:lnTo>
                    <a:pt x="564893" y="14627"/>
                  </a:lnTo>
                  <a:lnTo>
                    <a:pt x="566814" y="14804"/>
                  </a:lnTo>
                  <a:lnTo>
                    <a:pt x="568735" y="14981"/>
                  </a:lnTo>
                  <a:lnTo>
                    <a:pt x="570657" y="15157"/>
                  </a:lnTo>
                  <a:lnTo>
                    <a:pt x="572578" y="15335"/>
                  </a:lnTo>
                  <a:lnTo>
                    <a:pt x="574500" y="15512"/>
                  </a:lnTo>
                  <a:lnTo>
                    <a:pt x="576421" y="15690"/>
                  </a:lnTo>
                  <a:lnTo>
                    <a:pt x="578342" y="15867"/>
                  </a:lnTo>
                  <a:lnTo>
                    <a:pt x="580264" y="16045"/>
                  </a:lnTo>
                  <a:lnTo>
                    <a:pt x="582185" y="16223"/>
                  </a:lnTo>
                  <a:lnTo>
                    <a:pt x="584107" y="16401"/>
                  </a:lnTo>
                  <a:lnTo>
                    <a:pt x="586028" y="16579"/>
                  </a:lnTo>
                  <a:lnTo>
                    <a:pt x="587950" y="16758"/>
                  </a:lnTo>
                  <a:lnTo>
                    <a:pt x="589871" y="16936"/>
                  </a:lnTo>
                  <a:lnTo>
                    <a:pt x="591792" y="17114"/>
                  </a:lnTo>
                  <a:lnTo>
                    <a:pt x="593714" y="17293"/>
                  </a:lnTo>
                  <a:lnTo>
                    <a:pt x="595635" y="17472"/>
                  </a:lnTo>
                  <a:lnTo>
                    <a:pt x="597557" y="17650"/>
                  </a:lnTo>
                  <a:lnTo>
                    <a:pt x="599478" y="17829"/>
                  </a:lnTo>
                  <a:lnTo>
                    <a:pt x="601399" y="18008"/>
                  </a:lnTo>
                  <a:lnTo>
                    <a:pt x="603321" y="18186"/>
                  </a:lnTo>
                  <a:lnTo>
                    <a:pt x="605242" y="18365"/>
                  </a:lnTo>
                  <a:lnTo>
                    <a:pt x="607164" y="18544"/>
                  </a:lnTo>
                  <a:lnTo>
                    <a:pt x="609085" y="18722"/>
                  </a:lnTo>
                  <a:lnTo>
                    <a:pt x="611006" y="18901"/>
                  </a:lnTo>
                  <a:lnTo>
                    <a:pt x="612928" y="19079"/>
                  </a:lnTo>
                  <a:lnTo>
                    <a:pt x="614849" y="19258"/>
                  </a:lnTo>
                  <a:lnTo>
                    <a:pt x="616771" y="19436"/>
                  </a:lnTo>
                  <a:lnTo>
                    <a:pt x="618692" y="19615"/>
                  </a:lnTo>
                  <a:lnTo>
                    <a:pt x="620613" y="19793"/>
                  </a:lnTo>
                  <a:lnTo>
                    <a:pt x="622535" y="19971"/>
                  </a:lnTo>
                  <a:lnTo>
                    <a:pt x="624456" y="20149"/>
                  </a:lnTo>
                  <a:lnTo>
                    <a:pt x="626378" y="20327"/>
                  </a:lnTo>
                  <a:lnTo>
                    <a:pt x="628299" y="20505"/>
                  </a:lnTo>
                  <a:lnTo>
                    <a:pt x="630220" y="20682"/>
                  </a:lnTo>
                  <a:lnTo>
                    <a:pt x="632142" y="20860"/>
                  </a:lnTo>
                  <a:lnTo>
                    <a:pt x="634063" y="21037"/>
                  </a:lnTo>
                  <a:lnTo>
                    <a:pt x="635985" y="21214"/>
                  </a:lnTo>
                  <a:lnTo>
                    <a:pt x="637906" y="21391"/>
                  </a:lnTo>
                  <a:lnTo>
                    <a:pt x="639827" y="21568"/>
                  </a:lnTo>
                  <a:lnTo>
                    <a:pt x="641749" y="21744"/>
                  </a:lnTo>
                  <a:lnTo>
                    <a:pt x="643670" y="21920"/>
                  </a:lnTo>
                  <a:lnTo>
                    <a:pt x="645592" y="22096"/>
                  </a:lnTo>
                  <a:lnTo>
                    <a:pt x="647513" y="22272"/>
                  </a:lnTo>
                  <a:lnTo>
                    <a:pt x="649434" y="22447"/>
                  </a:lnTo>
                  <a:lnTo>
                    <a:pt x="651356" y="22622"/>
                  </a:lnTo>
                  <a:lnTo>
                    <a:pt x="653277" y="22797"/>
                  </a:lnTo>
                  <a:lnTo>
                    <a:pt x="655199" y="22972"/>
                  </a:lnTo>
                  <a:lnTo>
                    <a:pt x="657120" y="23146"/>
                  </a:lnTo>
                  <a:lnTo>
                    <a:pt x="659042" y="23320"/>
                  </a:lnTo>
                  <a:lnTo>
                    <a:pt x="660963" y="23494"/>
                  </a:lnTo>
                  <a:lnTo>
                    <a:pt x="662884" y="23667"/>
                  </a:lnTo>
                  <a:lnTo>
                    <a:pt x="664806" y="23840"/>
                  </a:lnTo>
                  <a:lnTo>
                    <a:pt x="666727" y="24012"/>
                  </a:lnTo>
                  <a:lnTo>
                    <a:pt x="668649" y="24184"/>
                  </a:lnTo>
                  <a:lnTo>
                    <a:pt x="670570" y="24356"/>
                  </a:lnTo>
                  <a:lnTo>
                    <a:pt x="672491" y="24527"/>
                  </a:lnTo>
                  <a:lnTo>
                    <a:pt x="674413" y="24698"/>
                  </a:lnTo>
                  <a:lnTo>
                    <a:pt x="676334" y="24868"/>
                  </a:lnTo>
                  <a:lnTo>
                    <a:pt x="678256" y="25038"/>
                  </a:lnTo>
                  <a:lnTo>
                    <a:pt x="680177" y="25208"/>
                  </a:lnTo>
                  <a:lnTo>
                    <a:pt x="682098" y="25377"/>
                  </a:lnTo>
                  <a:lnTo>
                    <a:pt x="684020" y="25546"/>
                  </a:lnTo>
                  <a:lnTo>
                    <a:pt x="685941" y="25714"/>
                  </a:lnTo>
                  <a:lnTo>
                    <a:pt x="687863" y="25882"/>
                  </a:lnTo>
                  <a:lnTo>
                    <a:pt x="689784" y="26049"/>
                  </a:lnTo>
                  <a:lnTo>
                    <a:pt x="691705" y="26216"/>
                  </a:lnTo>
                  <a:lnTo>
                    <a:pt x="693627" y="26382"/>
                  </a:lnTo>
                  <a:lnTo>
                    <a:pt x="695548" y="26548"/>
                  </a:lnTo>
                  <a:lnTo>
                    <a:pt x="697470" y="26713"/>
                  </a:lnTo>
                  <a:lnTo>
                    <a:pt x="699391" y="26878"/>
                  </a:lnTo>
                  <a:lnTo>
                    <a:pt x="701312" y="27042"/>
                  </a:lnTo>
                  <a:lnTo>
                    <a:pt x="703234" y="27206"/>
                  </a:lnTo>
                  <a:lnTo>
                    <a:pt x="705155" y="27369"/>
                  </a:lnTo>
                  <a:lnTo>
                    <a:pt x="707077" y="27532"/>
                  </a:lnTo>
                  <a:lnTo>
                    <a:pt x="708998" y="27694"/>
                  </a:lnTo>
                  <a:lnTo>
                    <a:pt x="710919" y="27855"/>
                  </a:lnTo>
                  <a:lnTo>
                    <a:pt x="712841" y="28016"/>
                  </a:lnTo>
                  <a:lnTo>
                    <a:pt x="714762" y="28176"/>
                  </a:lnTo>
                  <a:lnTo>
                    <a:pt x="716684" y="28336"/>
                  </a:lnTo>
                  <a:lnTo>
                    <a:pt x="718605" y="28495"/>
                  </a:lnTo>
                  <a:lnTo>
                    <a:pt x="720526" y="28654"/>
                  </a:lnTo>
                  <a:lnTo>
                    <a:pt x="722448" y="28812"/>
                  </a:lnTo>
                  <a:lnTo>
                    <a:pt x="724369" y="28969"/>
                  </a:lnTo>
                  <a:lnTo>
                    <a:pt x="726291" y="29126"/>
                  </a:lnTo>
                  <a:lnTo>
                    <a:pt x="728212" y="29282"/>
                  </a:lnTo>
                  <a:lnTo>
                    <a:pt x="730134" y="29438"/>
                  </a:lnTo>
                  <a:lnTo>
                    <a:pt x="732055" y="29593"/>
                  </a:lnTo>
                  <a:lnTo>
                    <a:pt x="733976" y="29748"/>
                  </a:lnTo>
                  <a:lnTo>
                    <a:pt x="735898" y="29901"/>
                  </a:lnTo>
                  <a:lnTo>
                    <a:pt x="737819" y="30055"/>
                  </a:lnTo>
                  <a:lnTo>
                    <a:pt x="739741" y="30207"/>
                  </a:lnTo>
                  <a:lnTo>
                    <a:pt x="741662" y="30359"/>
                  </a:lnTo>
                  <a:lnTo>
                    <a:pt x="743583" y="30510"/>
                  </a:lnTo>
                  <a:lnTo>
                    <a:pt x="745505" y="30661"/>
                  </a:lnTo>
                  <a:lnTo>
                    <a:pt x="747426" y="30811"/>
                  </a:lnTo>
                  <a:lnTo>
                    <a:pt x="749348" y="30961"/>
                  </a:lnTo>
                  <a:lnTo>
                    <a:pt x="751269" y="31110"/>
                  </a:lnTo>
                  <a:lnTo>
                    <a:pt x="753190" y="31258"/>
                  </a:lnTo>
                  <a:lnTo>
                    <a:pt x="755112" y="31406"/>
                  </a:lnTo>
                  <a:lnTo>
                    <a:pt x="757033" y="31552"/>
                  </a:lnTo>
                  <a:lnTo>
                    <a:pt x="758955" y="31699"/>
                  </a:lnTo>
                  <a:lnTo>
                    <a:pt x="760876" y="31845"/>
                  </a:lnTo>
                  <a:lnTo>
                    <a:pt x="762797" y="31990"/>
                  </a:lnTo>
                  <a:lnTo>
                    <a:pt x="764719" y="32134"/>
                  </a:lnTo>
                  <a:lnTo>
                    <a:pt x="766640" y="32278"/>
                  </a:lnTo>
                  <a:lnTo>
                    <a:pt x="768562" y="32422"/>
                  </a:lnTo>
                  <a:lnTo>
                    <a:pt x="770483" y="32564"/>
                  </a:lnTo>
                  <a:lnTo>
                    <a:pt x="772404" y="32707"/>
                  </a:lnTo>
                  <a:lnTo>
                    <a:pt x="774326" y="32848"/>
                  </a:lnTo>
                  <a:lnTo>
                    <a:pt x="776247" y="32989"/>
                  </a:lnTo>
                  <a:lnTo>
                    <a:pt x="778169" y="33129"/>
                  </a:lnTo>
                  <a:lnTo>
                    <a:pt x="780090" y="33269"/>
                  </a:lnTo>
                  <a:lnTo>
                    <a:pt x="782011" y="33408"/>
                  </a:lnTo>
                  <a:lnTo>
                    <a:pt x="783933" y="33547"/>
                  </a:lnTo>
                  <a:lnTo>
                    <a:pt x="785854" y="33685"/>
                  </a:lnTo>
                  <a:lnTo>
                    <a:pt x="787776" y="33822"/>
                  </a:lnTo>
                  <a:lnTo>
                    <a:pt x="789697" y="33960"/>
                  </a:lnTo>
                  <a:lnTo>
                    <a:pt x="791618" y="34096"/>
                  </a:lnTo>
                  <a:lnTo>
                    <a:pt x="793540" y="34232"/>
                  </a:lnTo>
                  <a:lnTo>
                    <a:pt x="795461" y="34367"/>
                  </a:lnTo>
                  <a:lnTo>
                    <a:pt x="797383" y="34501"/>
                  </a:lnTo>
                  <a:lnTo>
                    <a:pt x="799304" y="34636"/>
                  </a:lnTo>
                  <a:lnTo>
                    <a:pt x="801226" y="34769"/>
                  </a:lnTo>
                  <a:lnTo>
                    <a:pt x="803147" y="34902"/>
                  </a:lnTo>
                  <a:lnTo>
                    <a:pt x="805068" y="35035"/>
                  </a:lnTo>
                  <a:lnTo>
                    <a:pt x="806990" y="35167"/>
                  </a:lnTo>
                  <a:lnTo>
                    <a:pt x="808911" y="35298"/>
                  </a:lnTo>
                  <a:lnTo>
                    <a:pt x="810833" y="35430"/>
                  </a:lnTo>
                  <a:lnTo>
                    <a:pt x="812754" y="35560"/>
                  </a:lnTo>
                  <a:lnTo>
                    <a:pt x="814675" y="35690"/>
                  </a:lnTo>
                  <a:lnTo>
                    <a:pt x="816597" y="35820"/>
                  </a:lnTo>
                  <a:lnTo>
                    <a:pt x="818518" y="35949"/>
                  </a:lnTo>
                  <a:lnTo>
                    <a:pt x="820440" y="36077"/>
                  </a:lnTo>
                  <a:lnTo>
                    <a:pt x="822361" y="36205"/>
                  </a:lnTo>
                  <a:lnTo>
                    <a:pt x="824282" y="36333"/>
                  </a:lnTo>
                  <a:lnTo>
                    <a:pt x="826204" y="36460"/>
                  </a:lnTo>
                  <a:lnTo>
                    <a:pt x="828125" y="36587"/>
                  </a:lnTo>
                  <a:lnTo>
                    <a:pt x="830047" y="36713"/>
                  </a:lnTo>
                  <a:lnTo>
                    <a:pt x="831968" y="36839"/>
                  </a:lnTo>
                  <a:lnTo>
                    <a:pt x="833889" y="36965"/>
                  </a:lnTo>
                  <a:lnTo>
                    <a:pt x="835811" y="37090"/>
                  </a:lnTo>
                  <a:lnTo>
                    <a:pt x="837732" y="37214"/>
                  </a:lnTo>
                  <a:lnTo>
                    <a:pt x="839654" y="37338"/>
                  </a:lnTo>
                  <a:lnTo>
                    <a:pt x="841575" y="37462"/>
                  </a:lnTo>
                  <a:lnTo>
                    <a:pt x="843496" y="37586"/>
                  </a:lnTo>
                  <a:lnTo>
                    <a:pt x="845418" y="37709"/>
                  </a:lnTo>
                  <a:lnTo>
                    <a:pt x="847339" y="37831"/>
                  </a:lnTo>
                  <a:lnTo>
                    <a:pt x="849261" y="37954"/>
                  </a:lnTo>
                  <a:lnTo>
                    <a:pt x="851182" y="38076"/>
                  </a:lnTo>
                  <a:lnTo>
                    <a:pt x="853103" y="38197"/>
                  </a:lnTo>
                  <a:lnTo>
                    <a:pt x="855025" y="38318"/>
                  </a:lnTo>
                  <a:lnTo>
                    <a:pt x="856946" y="38439"/>
                  </a:lnTo>
                  <a:lnTo>
                    <a:pt x="858868" y="38560"/>
                  </a:lnTo>
                  <a:lnTo>
                    <a:pt x="860789" y="38680"/>
                  </a:lnTo>
                  <a:lnTo>
                    <a:pt x="862710" y="38800"/>
                  </a:lnTo>
                  <a:lnTo>
                    <a:pt x="864632" y="38919"/>
                  </a:lnTo>
                  <a:lnTo>
                    <a:pt x="866553" y="39038"/>
                  </a:lnTo>
                  <a:lnTo>
                    <a:pt x="868475" y="39157"/>
                  </a:lnTo>
                  <a:lnTo>
                    <a:pt x="870396" y="39275"/>
                  </a:lnTo>
                  <a:lnTo>
                    <a:pt x="872318" y="39394"/>
                  </a:lnTo>
                  <a:lnTo>
                    <a:pt x="874239" y="39511"/>
                  </a:lnTo>
                  <a:lnTo>
                    <a:pt x="876160" y="39629"/>
                  </a:lnTo>
                  <a:lnTo>
                    <a:pt x="878082" y="39746"/>
                  </a:lnTo>
                  <a:lnTo>
                    <a:pt x="880003" y="39863"/>
                  </a:lnTo>
                  <a:lnTo>
                    <a:pt x="881925" y="39980"/>
                  </a:lnTo>
                  <a:lnTo>
                    <a:pt x="883846" y="40096"/>
                  </a:lnTo>
                  <a:lnTo>
                    <a:pt x="885767" y="40212"/>
                  </a:lnTo>
                  <a:lnTo>
                    <a:pt x="887689" y="40328"/>
                  </a:lnTo>
                  <a:lnTo>
                    <a:pt x="889610" y="40444"/>
                  </a:lnTo>
                  <a:lnTo>
                    <a:pt x="891532" y="40559"/>
                  </a:lnTo>
                  <a:lnTo>
                    <a:pt x="893453" y="40674"/>
                  </a:lnTo>
                  <a:lnTo>
                    <a:pt x="895374" y="40789"/>
                  </a:lnTo>
                  <a:lnTo>
                    <a:pt x="897296" y="40903"/>
                  </a:lnTo>
                  <a:lnTo>
                    <a:pt x="899217" y="41017"/>
                  </a:lnTo>
                  <a:lnTo>
                    <a:pt x="901139" y="41131"/>
                  </a:lnTo>
                  <a:lnTo>
                    <a:pt x="903060" y="41245"/>
                  </a:lnTo>
                  <a:lnTo>
                    <a:pt x="904981" y="41358"/>
                  </a:lnTo>
                  <a:lnTo>
                    <a:pt x="906903" y="41471"/>
                  </a:lnTo>
                  <a:lnTo>
                    <a:pt x="908824" y="41584"/>
                  </a:lnTo>
                  <a:lnTo>
                    <a:pt x="910746" y="41697"/>
                  </a:lnTo>
                  <a:lnTo>
                    <a:pt x="912667" y="41809"/>
                  </a:lnTo>
                  <a:lnTo>
                    <a:pt x="914588" y="41921"/>
                  </a:lnTo>
                  <a:lnTo>
                    <a:pt x="916510" y="42033"/>
                  </a:lnTo>
                  <a:lnTo>
                    <a:pt x="918431" y="42144"/>
                  </a:lnTo>
                  <a:lnTo>
                    <a:pt x="920353" y="42255"/>
                  </a:lnTo>
                  <a:lnTo>
                    <a:pt x="922274" y="42366"/>
                  </a:lnTo>
                  <a:lnTo>
                    <a:pt x="924195" y="42477"/>
                  </a:lnTo>
                  <a:lnTo>
                    <a:pt x="926117" y="42587"/>
                  </a:lnTo>
                  <a:lnTo>
                    <a:pt x="928038" y="42698"/>
                  </a:lnTo>
                  <a:lnTo>
                    <a:pt x="929960" y="42807"/>
                  </a:lnTo>
                  <a:lnTo>
                    <a:pt x="931881" y="42917"/>
                  </a:lnTo>
                  <a:lnTo>
                    <a:pt x="933802" y="43026"/>
                  </a:lnTo>
                  <a:lnTo>
                    <a:pt x="935724" y="43135"/>
                  </a:lnTo>
                  <a:lnTo>
                    <a:pt x="937645" y="43244"/>
                  </a:lnTo>
                  <a:lnTo>
                    <a:pt x="939567" y="43353"/>
                  </a:lnTo>
                  <a:lnTo>
                    <a:pt x="941488" y="43461"/>
                  </a:lnTo>
                  <a:lnTo>
                    <a:pt x="943410" y="43569"/>
                  </a:lnTo>
                  <a:lnTo>
                    <a:pt x="945331" y="43676"/>
                  </a:lnTo>
                  <a:lnTo>
                    <a:pt x="947252" y="43783"/>
                  </a:lnTo>
                  <a:lnTo>
                    <a:pt x="949174" y="43890"/>
                  </a:lnTo>
                  <a:lnTo>
                    <a:pt x="951095" y="43997"/>
                  </a:lnTo>
                  <a:lnTo>
                    <a:pt x="953017" y="44103"/>
                  </a:lnTo>
                  <a:lnTo>
                    <a:pt x="954938" y="44209"/>
                  </a:lnTo>
                  <a:lnTo>
                    <a:pt x="956859" y="44315"/>
                  </a:lnTo>
                  <a:lnTo>
                    <a:pt x="958781" y="44420"/>
                  </a:lnTo>
                  <a:lnTo>
                    <a:pt x="960702" y="44525"/>
                  </a:lnTo>
                  <a:lnTo>
                    <a:pt x="962624" y="44630"/>
                  </a:lnTo>
                  <a:lnTo>
                    <a:pt x="964545" y="44734"/>
                  </a:lnTo>
                  <a:lnTo>
                    <a:pt x="966466" y="44838"/>
                  </a:lnTo>
                  <a:lnTo>
                    <a:pt x="968388" y="44942"/>
                  </a:lnTo>
                  <a:lnTo>
                    <a:pt x="970309" y="45045"/>
                  </a:lnTo>
                  <a:lnTo>
                    <a:pt x="972231" y="45148"/>
                  </a:lnTo>
                  <a:lnTo>
                    <a:pt x="974152" y="45250"/>
                  </a:lnTo>
                  <a:lnTo>
                    <a:pt x="976073" y="45352"/>
                  </a:lnTo>
                  <a:lnTo>
                    <a:pt x="977995" y="45454"/>
                  </a:lnTo>
                  <a:lnTo>
                    <a:pt x="979916" y="45555"/>
                  </a:lnTo>
                  <a:lnTo>
                    <a:pt x="981838" y="45656"/>
                  </a:lnTo>
                </a:path>
              </a:pathLst>
            </a:cu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1810162" y="2738424"/>
              <a:ext cx="981838" cy="44598"/>
            </a:xfrm>
            <a:custGeom>
              <a:avLst/>
              <a:pathLst>
                <a:path w="981838" h="44598">
                  <a:moveTo>
                    <a:pt x="0" y="28338"/>
                  </a:moveTo>
                  <a:lnTo>
                    <a:pt x="1921" y="28124"/>
                  </a:lnTo>
                  <a:lnTo>
                    <a:pt x="3842" y="27909"/>
                  </a:lnTo>
                  <a:lnTo>
                    <a:pt x="5764" y="27692"/>
                  </a:lnTo>
                  <a:lnTo>
                    <a:pt x="7685" y="27476"/>
                  </a:lnTo>
                  <a:lnTo>
                    <a:pt x="9607" y="27257"/>
                  </a:lnTo>
                  <a:lnTo>
                    <a:pt x="11528" y="27037"/>
                  </a:lnTo>
                  <a:lnTo>
                    <a:pt x="13449" y="26816"/>
                  </a:lnTo>
                  <a:lnTo>
                    <a:pt x="15371" y="26594"/>
                  </a:lnTo>
                  <a:lnTo>
                    <a:pt x="17292" y="26372"/>
                  </a:lnTo>
                  <a:lnTo>
                    <a:pt x="19214" y="26148"/>
                  </a:lnTo>
                  <a:lnTo>
                    <a:pt x="21135" y="25923"/>
                  </a:lnTo>
                  <a:lnTo>
                    <a:pt x="23056" y="25697"/>
                  </a:lnTo>
                  <a:lnTo>
                    <a:pt x="24978" y="25471"/>
                  </a:lnTo>
                  <a:lnTo>
                    <a:pt x="26899" y="25244"/>
                  </a:lnTo>
                  <a:lnTo>
                    <a:pt x="28821" y="25015"/>
                  </a:lnTo>
                  <a:lnTo>
                    <a:pt x="30742" y="24786"/>
                  </a:lnTo>
                  <a:lnTo>
                    <a:pt x="32663" y="24556"/>
                  </a:lnTo>
                  <a:lnTo>
                    <a:pt x="34585" y="24325"/>
                  </a:lnTo>
                  <a:lnTo>
                    <a:pt x="36506" y="24094"/>
                  </a:lnTo>
                  <a:lnTo>
                    <a:pt x="38428" y="23861"/>
                  </a:lnTo>
                  <a:lnTo>
                    <a:pt x="40349" y="23629"/>
                  </a:lnTo>
                  <a:lnTo>
                    <a:pt x="42270" y="23395"/>
                  </a:lnTo>
                  <a:lnTo>
                    <a:pt x="44192" y="23161"/>
                  </a:lnTo>
                  <a:lnTo>
                    <a:pt x="46113" y="22926"/>
                  </a:lnTo>
                  <a:lnTo>
                    <a:pt x="48035" y="22691"/>
                  </a:lnTo>
                  <a:lnTo>
                    <a:pt x="49956" y="22456"/>
                  </a:lnTo>
                  <a:lnTo>
                    <a:pt x="51877" y="22219"/>
                  </a:lnTo>
                  <a:lnTo>
                    <a:pt x="53799" y="21983"/>
                  </a:lnTo>
                  <a:lnTo>
                    <a:pt x="55720" y="21746"/>
                  </a:lnTo>
                  <a:lnTo>
                    <a:pt x="57642" y="21509"/>
                  </a:lnTo>
                  <a:lnTo>
                    <a:pt x="59563" y="21271"/>
                  </a:lnTo>
                  <a:lnTo>
                    <a:pt x="61484" y="21033"/>
                  </a:lnTo>
                  <a:lnTo>
                    <a:pt x="63406" y="20795"/>
                  </a:lnTo>
                  <a:lnTo>
                    <a:pt x="65327" y="20557"/>
                  </a:lnTo>
                  <a:lnTo>
                    <a:pt x="67249" y="20318"/>
                  </a:lnTo>
                  <a:lnTo>
                    <a:pt x="69170" y="20080"/>
                  </a:lnTo>
                  <a:lnTo>
                    <a:pt x="71091" y="19841"/>
                  </a:lnTo>
                  <a:lnTo>
                    <a:pt x="73013" y="19602"/>
                  </a:lnTo>
                  <a:lnTo>
                    <a:pt x="74934" y="19363"/>
                  </a:lnTo>
                  <a:lnTo>
                    <a:pt x="76856" y="19124"/>
                  </a:lnTo>
                  <a:lnTo>
                    <a:pt x="78777" y="18886"/>
                  </a:lnTo>
                  <a:lnTo>
                    <a:pt x="80699" y="18647"/>
                  </a:lnTo>
                  <a:lnTo>
                    <a:pt x="82620" y="18408"/>
                  </a:lnTo>
                  <a:lnTo>
                    <a:pt x="84541" y="18170"/>
                  </a:lnTo>
                  <a:lnTo>
                    <a:pt x="86463" y="17932"/>
                  </a:lnTo>
                  <a:lnTo>
                    <a:pt x="88384" y="17694"/>
                  </a:lnTo>
                  <a:lnTo>
                    <a:pt x="90306" y="17456"/>
                  </a:lnTo>
                  <a:lnTo>
                    <a:pt x="92227" y="17219"/>
                  </a:lnTo>
                  <a:lnTo>
                    <a:pt x="94148" y="16982"/>
                  </a:lnTo>
                  <a:lnTo>
                    <a:pt x="96070" y="16746"/>
                  </a:lnTo>
                  <a:lnTo>
                    <a:pt x="97991" y="16510"/>
                  </a:lnTo>
                  <a:lnTo>
                    <a:pt x="99913" y="16274"/>
                  </a:lnTo>
                  <a:lnTo>
                    <a:pt x="101834" y="16039"/>
                  </a:lnTo>
                  <a:lnTo>
                    <a:pt x="103755" y="15805"/>
                  </a:lnTo>
                  <a:lnTo>
                    <a:pt x="105677" y="15570"/>
                  </a:lnTo>
                  <a:lnTo>
                    <a:pt x="107598" y="15338"/>
                  </a:lnTo>
                  <a:lnTo>
                    <a:pt x="109520" y="15105"/>
                  </a:lnTo>
                  <a:lnTo>
                    <a:pt x="111441" y="14873"/>
                  </a:lnTo>
                  <a:lnTo>
                    <a:pt x="113362" y="14642"/>
                  </a:lnTo>
                  <a:lnTo>
                    <a:pt x="115284" y="14411"/>
                  </a:lnTo>
                  <a:lnTo>
                    <a:pt x="117205" y="14182"/>
                  </a:lnTo>
                  <a:lnTo>
                    <a:pt x="119127" y="13953"/>
                  </a:lnTo>
                  <a:lnTo>
                    <a:pt x="121048" y="13726"/>
                  </a:lnTo>
                  <a:lnTo>
                    <a:pt x="122969" y="13499"/>
                  </a:lnTo>
                  <a:lnTo>
                    <a:pt x="124891" y="13273"/>
                  </a:lnTo>
                  <a:lnTo>
                    <a:pt x="126812" y="13049"/>
                  </a:lnTo>
                  <a:lnTo>
                    <a:pt x="128734" y="12825"/>
                  </a:lnTo>
                  <a:lnTo>
                    <a:pt x="130655" y="12602"/>
                  </a:lnTo>
                  <a:lnTo>
                    <a:pt x="132576" y="12381"/>
                  </a:lnTo>
                  <a:lnTo>
                    <a:pt x="134498" y="12160"/>
                  </a:lnTo>
                  <a:lnTo>
                    <a:pt x="136419" y="11942"/>
                  </a:lnTo>
                  <a:lnTo>
                    <a:pt x="138341" y="11723"/>
                  </a:lnTo>
                  <a:lnTo>
                    <a:pt x="140262" y="11507"/>
                  </a:lnTo>
                  <a:lnTo>
                    <a:pt x="142183" y="11292"/>
                  </a:lnTo>
                  <a:lnTo>
                    <a:pt x="144105" y="11078"/>
                  </a:lnTo>
                  <a:lnTo>
                    <a:pt x="146026" y="10866"/>
                  </a:lnTo>
                  <a:lnTo>
                    <a:pt x="147948" y="10654"/>
                  </a:lnTo>
                  <a:lnTo>
                    <a:pt x="149869" y="10445"/>
                  </a:lnTo>
                  <a:lnTo>
                    <a:pt x="151791" y="10237"/>
                  </a:lnTo>
                  <a:lnTo>
                    <a:pt x="153712" y="10030"/>
                  </a:lnTo>
                  <a:lnTo>
                    <a:pt x="155633" y="9825"/>
                  </a:lnTo>
                  <a:lnTo>
                    <a:pt x="157555" y="9621"/>
                  </a:lnTo>
                  <a:lnTo>
                    <a:pt x="159476" y="9420"/>
                  </a:lnTo>
                  <a:lnTo>
                    <a:pt x="161398" y="9219"/>
                  </a:lnTo>
                  <a:lnTo>
                    <a:pt x="163319" y="9021"/>
                  </a:lnTo>
                  <a:lnTo>
                    <a:pt x="165240" y="8824"/>
                  </a:lnTo>
                  <a:lnTo>
                    <a:pt x="167162" y="8629"/>
                  </a:lnTo>
                  <a:lnTo>
                    <a:pt x="169083" y="8436"/>
                  </a:lnTo>
                  <a:lnTo>
                    <a:pt x="171005" y="8243"/>
                  </a:lnTo>
                  <a:lnTo>
                    <a:pt x="172926" y="8055"/>
                  </a:lnTo>
                  <a:lnTo>
                    <a:pt x="174847" y="7867"/>
                  </a:lnTo>
                  <a:lnTo>
                    <a:pt x="176769" y="7681"/>
                  </a:lnTo>
                  <a:lnTo>
                    <a:pt x="178690" y="7497"/>
                  </a:lnTo>
                  <a:lnTo>
                    <a:pt x="180612" y="7313"/>
                  </a:lnTo>
                  <a:lnTo>
                    <a:pt x="182533" y="7134"/>
                  </a:lnTo>
                  <a:lnTo>
                    <a:pt x="184454" y="6955"/>
                  </a:lnTo>
                  <a:lnTo>
                    <a:pt x="186376" y="6780"/>
                  </a:lnTo>
                  <a:lnTo>
                    <a:pt x="188297" y="6606"/>
                  </a:lnTo>
                  <a:lnTo>
                    <a:pt x="190219" y="6432"/>
                  </a:lnTo>
                  <a:lnTo>
                    <a:pt x="192140" y="6263"/>
                  </a:lnTo>
                  <a:lnTo>
                    <a:pt x="194061" y="6094"/>
                  </a:lnTo>
                  <a:lnTo>
                    <a:pt x="195983" y="5929"/>
                  </a:lnTo>
                  <a:lnTo>
                    <a:pt x="197904" y="5765"/>
                  </a:lnTo>
                  <a:lnTo>
                    <a:pt x="199826" y="5603"/>
                  </a:lnTo>
                  <a:lnTo>
                    <a:pt x="201747" y="5444"/>
                  </a:lnTo>
                  <a:lnTo>
                    <a:pt x="203668" y="5286"/>
                  </a:lnTo>
                  <a:lnTo>
                    <a:pt x="205590" y="5132"/>
                  </a:lnTo>
                  <a:lnTo>
                    <a:pt x="207511" y="4979"/>
                  </a:lnTo>
                  <a:lnTo>
                    <a:pt x="209433" y="4828"/>
                  </a:lnTo>
                  <a:lnTo>
                    <a:pt x="211354" y="4680"/>
                  </a:lnTo>
                  <a:lnTo>
                    <a:pt x="213275" y="4532"/>
                  </a:lnTo>
                  <a:lnTo>
                    <a:pt x="215197" y="4390"/>
                  </a:lnTo>
                  <a:lnTo>
                    <a:pt x="217118" y="4247"/>
                  </a:lnTo>
                  <a:lnTo>
                    <a:pt x="219040" y="4109"/>
                  </a:lnTo>
                  <a:lnTo>
                    <a:pt x="220961" y="3972"/>
                  </a:lnTo>
                  <a:lnTo>
                    <a:pt x="222883" y="3836"/>
                  </a:lnTo>
                  <a:lnTo>
                    <a:pt x="224804" y="3705"/>
                  </a:lnTo>
                  <a:lnTo>
                    <a:pt x="226725" y="3574"/>
                  </a:lnTo>
                  <a:lnTo>
                    <a:pt x="228647" y="3447"/>
                  </a:lnTo>
                  <a:lnTo>
                    <a:pt x="230568" y="3322"/>
                  </a:lnTo>
                  <a:lnTo>
                    <a:pt x="232490" y="3198"/>
                  </a:lnTo>
                  <a:lnTo>
                    <a:pt x="234411" y="3078"/>
                  </a:lnTo>
                  <a:lnTo>
                    <a:pt x="236332" y="2959"/>
                  </a:lnTo>
                  <a:lnTo>
                    <a:pt x="238254" y="2844"/>
                  </a:lnTo>
                  <a:lnTo>
                    <a:pt x="240175" y="2730"/>
                  </a:lnTo>
                  <a:lnTo>
                    <a:pt x="242097" y="2619"/>
                  </a:lnTo>
                  <a:lnTo>
                    <a:pt x="244018" y="2511"/>
                  </a:lnTo>
                  <a:lnTo>
                    <a:pt x="245939" y="2403"/>
                  </a:lnTo>
                  <a:lnTo>
                    <a:pt x="247861" y="2301"/>
                  </a:lnTo>
                  <a:lnTo>
                    <a:pt x="249782" y="2199"/>
                  </a:lnTo>
                  <a:lnTo>
                    <a:pt x="251704" y="2100"/>
                  </a:lnTo>
                  <a:lnTo>
                    <a:pt x="253625" y="2004"/>
                  </a:lnTo>
                  <a:lnTo>
                    <a:pt x="255546" y="1908"/>
                  </a:lnTo>
                  <a:lnTo>
                    <a:pt x="257468" y="1818"/>
                  </a:lnTo>
                  <a:lnTo>
                    <a:pt x="259389" y="1727"/>
                  </a:lnTo>
                  <a:lnTo>
                    <a:pt x="261311" y="1641"/>
                  </a:lnTo>
                  <a:lnTo>
                    <a:pt x="263232" y="1556"/>
                  </a:lnTo>
                  <a:lnTo>
                    <a:pt x="265153" y="1473"/>
                  </a:lnTo>
                  <a:lnTo>
                    <a:pt x="267075" y="1394"/>
                  </a:lnTo>
                  <a:lnTo>
                    <a:pt x="268996" y="1315"/>
                  </a:lnTo>
                  <a:lnTo>
                    <a:pt x="270918" y="1241"/>
                  </a:lnTo>
                  <a:lnTo>
                    <a:pt x="272839" y="1168"/>
                  </a:lnTo>
                  <a:lnTo>
                    <a:pt x="274760" y="1097"/>
                  </a:lnTo>
                  <a:lnTo>
                    <a:pt x="276682" y="1029"/>
                  </a:lnTo>
                  <a:lnTo>
                    <a:pt x="278603" y="962"/>
                  </a:lnTo>
                  <a:lnTo>
                    <a:pt x="280525" y="900"/>
                  </a:lnTo>
                  <a:lnTo>
                    <a:pt x="282446" y="838"/>
                  </a:lnTo>
                  <a:lnTo>
                    <a:pt x="284367" y="779"/>
                  </a:lnTo>
                  <a:lnTo>
                    <a:pt x="286289" y="723"/>
                  </a:lnTo>
                  <a:lnTo>
                    <a:pt x="288210" y="667"/>
                  </a:lnTo>
                  <a:lnTo>
                    <a:pt x="290132" y="616"/>
                  </a:lnTo>
                  <a:lnTo>
                    <a:pt x="292053" y="565"/>
                  </a:lnTo>
                  <a:lnTo>
                    <a:pt x="293975" y="519"/>
                  </a:lnTo>
                  <a:lnTo>
                    <a:pt x="295896" y="473"/>
                  </a:lnTo>
                  <a:lnTo>
                    <a:pt x="297817" y="429"/>
                  </a:lnTo>
                  <a:lnTo>
                    <a:pt x="299739" y="389"/>
                  </a:lnTo>
                  <a:lnTo>
                    <a:pt x="301660" y="349"/>
                  </a:lnTo>
                  <a:lnTo>
                    <a:pt x="303582" y="313"/>
                  </a:lnTo>
                  <a:lnTo>
                    <a:pt x="305503" y="278"/>
                  </a:lnTo>
                  <a:lnTo>
                    <a:pt x="307424" y="246"/>
                  </a:lnTo>
                  <a:lnTo>
                    <a:pt x="309346" y="216"/>
                  </a:lnTo>
                  <a:lnTo>
                    <a:pt x="311267" y="186"/>
                  </a:lnTo>
                  <a:lnTo>
                    <a:pt x="313189" y="161"/>
                  </a:lnTo>
                  <a:lnTo>
                    <a:pt x="315110" y="136"/>
                  </a:lnTo>
                  <a:lnTo>
                    <a:pt x="317031" y="115"/>
                  </a:lnTo>
                  <a:lnTo>
                    <a:pt x="318953" y="95"/>
                  </a:lnTo>
                  <a:lnTo>
                    <a:pt x="320874" y="76"/>
                  </a:lnTo>
                  <a:lnTo>
                    <a:pt x="322796" y="61"/>
                  </a:lnTo>
                  <a:lnTo>
                    <a:pt x="324717" y="45"/>
                  </a:lnTo>
                  <a:lnTo>
                    <a:pt x="326638" y="34"/>
                  </a:lnTo>
                  <a:lnTo>
                    <a:pt x="328560" y="23"/>
                  </a:lnTo>
                  <a:lnTo>
                    <a:pt x="330481" y="15"/>
                  </a:lnTo>
                  <a:lnTo>
                    <a:pt x="332403" y="9"/>
                  </a:lnTo>
                  <a:lnTo>
                    <a:pt x="334324" y="3"/>
                  </a:lnTo>
                  <a:lnTo>
                    <a:pt x="336245" y="1"/>
                  </a:lnTo>
                  <a:lnTo>
                    <a:pt x="338167" y="0"/>
                  </a:lnTo>
                  <a:lnTo>
                    <a:pt x="340088" y="0"/>
                  </a:lnTo>
                  <a:lnTo>
                    <a:pt x="342010" y="3"/>
                  </a:lnTo>
                  <a:lnTo>
                    <a:pt x="343931" y="6"/>
                  </a:lnTo>
                  <a:lnTo>
                    <a:pt x="345852" y="13"/>
                  </a:lnTo>
                  <a:lnTo>
                    <a:pt x="347774" y="20"/>
                  </a:lnTo>
                  <a:lnTo>
                    <a:pt x="349695" y="30"/>
                  </a:lnTo>
                  <a:lnTo>
                    <a:pt x="351617" y="41"/>
                  </a:lnTo>
                  <a:lnTo>
                    <a:pt x="353538" y="52"/>
                  </a:lnTo>
                  <a:lnTo>
                    <a:pt x="355459" y="67"/>
                  </a:lnTo>
                  <a:lnTo>
                    <a:pt x="357381" y="82"/>
                  </a:lnTo>
                  <a:lnTo>
                    <a:pt x="359302" y="100"/>
                  </a:lnTo>
                  <a:lnTo>
                    <a:pt x="361224" y="119"/>
                  </a:lnTo>
                  <a:lnTo>
                    <a:pt x="363145" y="139"/>
                  </a:lnTo>
                  <a:lnTo>
                    <a:pt x="365067" y="161"/>
                  </a:lnTo>
                  <a:lnTo>
                    <a:pt x="366988" y="183"/>
                  </a:lnTo>
                  <a:lnTo>
                    <a:pt x="368909" y="209"/>
                  </a:lnTo>
                  <a:lnTo>
                    <a:pt x="370831" y="234"/>
                  </a:lnTo>
                  <a:lnTo>
                    <a:pt x="372752" y="262"/>
                  </a:lnTo>
                  <a:lnTo>
                    <a:pt x="374674" y="291"/>
                  </a:lnTo>
                  <a:lnTo>
                    <a:pt x="376595" y="320"/>
                  </a:lnTo>
                  <a:lnTo>
                    <a:pt x="378516" y="352"/>
                  </a:lnTo>
                  <a:lnTo>
                    <a:pt x="380438" y="385"/>
                  </a:lnTo>
                  <a:lnTo>
                    <a:pt x="382359" y="419"/>
                  </a:lnTo>
                  <a:lnTo>
                    <a:pt x="384281" y="454"/>
                  </a:lnTo>
                  <a:lnTo>
                    <a:pt x="386202" y="490"/>
                  </a:lnTo>
                  <a:lnTo>
                    <a:pt x="388123" y="528"/>
                  </a:lnTo>
                  <a:lnTo>
                    <a:pt x="390045" y="566"/>
                  </a:lnTo>
                  <a:lnTo>
                    <a:pt x="391966" y="606"/>
                  </a:lnTo>
                  <a:lnTo>
                    <a:pt x="393888" y="647"/>
                  </a:lnTo>
                  <a:lnTo>
                    <a:pt x="395809" y="689"/>
                  </a:lnTo>
                  <a:lnTo>
                    <a:pt x="397730" y="733"/>
                  </a:lnTo>
                  <a:lnTo>
                    <a:pt x="399652" y="776"/>
                  </a:lnTo>
                  <a:lnTo>
                    <a:pt x="401573" y="822"/>
                  </a:lnTo>
                  <a:lnTo>
                    <a:pt x="403495" y="868"/>
                  </a:lnTo>
                  <a:lnTo>
                    <a:pt x="405416" y="915"/>
                  </a:lnTo>
                  <a:lnTo>
                    <a:pt x="407337" y="964"/>
                  </a:lnTo>
                  <a:lnTo>
                    <a:pt x="409259" y="1012"/>
                  </a:lnTo>
                  <a:lnTo>
                    <a:pt x="411180" y="1063"/>
                  </a:lnTo>
                  <a:lnTo>
                    <a:pt x="413102" y="1114"/>
                  </a:lnTo>
                  <a:lnTo>
                    <a:pt x="415023" y="1166"/>
                  </a:lnTo>
                  <a:lnTo>
                    <a:pt x="416944" y="1219"/>
                  </a:lnTo>
                  <a:lnTo>
                    <a:pt x="418866" y="1272"/>
                  </a:lnTo>
                  <a:lnTo>
                    <a:pt x="420787" y="1326"/>
                  </a:lnTo>
                  <a:lnTo>
                    <a:pt x="422709" y="1381"/>
                  </a:lnTo>
                  <a:lnTo>
                    <a:pt x="424630" y="1437"/>
                  </a:lnTo>
                  <a:lnTo>
                    <a:pt x="426551" y="1494"/>
                  </a:lnTo>
                  <a:lnTo>
                    <a:pt x="428473" y="1551"/>
                  </a:lnTo>
                  <a:lnTo>
                    <a:pt x="430394" y="1609"/>
                  </a:lnTo>
                  <a:lnTo>
                    <a:pt x="432316" y="1668"/>
                  </a:lnTo>
                  <a:lnTo>
                    <a:pt x="434237" y="1728"/>
                  </a:lnTo>
                  <a:lnTo>
                    <a:pt x="436159" y="1788"/>
                  </a:lnTo>
                  <a:lnTo>
                    <a:pt x="438080" y="1848"/>
                  </a:lnTo>
                  <a:lnTo>
                    <a:pt x="440001" y="1910"/>
                  </a:lnTo>
                  <a:lnTo>
                    <a:pt x="441923" y="1971"/>
                  </a:lnTo>
                  <a:lnTo>
                    <a:pt x="443844" y="2034"/>
                  </a:lnTo>
                  <a:lnTo>
                    <a:pt x="445766" y="2097"/>
                  </a:lnTo>
                  <a:lnTo>
                    <a:pt x="447687" y="2161"/>
                  </a:lnTo>
                  <a:lnTo>
                    <a:pt x="449608" y="2225"/>
                  </a:lnTo>
                  <a:lnTo>
                    <a:pt x="451530" y="2290"/>
                  </a:lnTo>
                  <a:lnTo>
                    <a:pt x="453451" y="2355"/>
                  </a:lnTo>
                  <a:lnTo>
                    <a:pt x="455373" y="2421"/>
                  </a:lnTo>
                  <a:lnTo>
                    <a:pt x="457294" y="2487"/>
                  </a:lnTo>
                  <a:lnTo>
                    <a:pt x="459215" y="2554"/>
                  </a:lnTo>
                  <a:lnTo>
                    <a:pt x="461137" y="2621"/>
                  </a:lnTo>
                  <a:lnTo>
                    <a:pt x="463058" y="2689"/>
                  </a:lnTo>
                  <a:lnTo>
                    <a:pt x="464980" y="2757"/>
                  </a:lnTo>
                  <a:lnTo>
                    <a:pt x="466901" y="2825"/>
                  </a:lnTo>
                  <a:lnTo>
                    <a:pt x="468822" y="2894"/>
                  </a:lnTo>
                  <a:lnTo>
                    <a:pt x="470744" y="2963"/>
                  </a:lnTo>
                  <a:lnTo>
                    <a:pt x="472665" y="3033"/>
                  </a:lnTo>
                  <a:lnTo>
                    <a:pt x="474587" y="3102"/>
                  </a:lnTo>
                  <a:lnTo>
                    <a:pt x="476508" y="3173"/>
                  </a:lnTo>
                  <a:lnTo>
                    <a:pt x="478429" y="3243"/>
                  </a:lnTo>
                  <a:lnTo>
                    <a:pt x="480351" y="3314"/>
                  </a:lnTo>
                  <a:lnTo>
                    <a:pt x="482272" y="3386"/>
                  </a:lnTo>
                  <a:lnTo>
                    <a:pt x="484194" y="3457"/>
                  </a:lnTo>
                  <a:lnTo>
                    <a:pt x="486115" y="3529"/>
                  </a:lnTo>
                  <a:lnTo>
                    <a:pt x="488036" y="3601"/>
                  </a:lnTo>
                  <a:lnTo>
                    <a:pt x="489958" y="3674"/>
                  </a:lnTo>
                  <a:lnTo>
                    <a:pt x="491879" y="3746"/>
                  </a:lnTo>
                  <a:lnTo>
                    <a:pt x="493801" y="3819"/>
                  </a:lnTo>
                  <a:lnTo>
                    <a:pt x="495722" y="3892"/>
                  </a:lnTo>
                  <a:lnTo>
                    <a:pt x="497643" y="3966"/>
                  </a:lnTo>
                  <a:lnTo>
                    <a:pt x="499565" y="4040"/>
                  </a:lnTo>
                  <a:lnTo>
                    <a:pt x="501486" y="4114"/>
                  </a:lnTo>
                  <a:lnTo>
                    <a:pt x="503408" y="4188"/>
                  </a:lnTo>
                  <a:lnTo>
                    <a:pt x="505329" y="4262"/>
                  </a:lnTo>
                  <a:lnTo>
                    <a:pt x="507250" y="4337"/>
                  </a:lnTo>
                  <a:lnTo>
                    <a:pt x="509172" y="4412"/>
                  </a:lnTo>
                  <a:lnTo>
                    <a:pt x="511093" y="4487"/>
                  </a:lnTo>
                  <a:lnTo>
                    <a:pt x="513015" y="4562"/>
                  </a:lnTo>
                  <a:lnTo>
                    <a:pt x="514936" y="4637"/>
                  </a:lnTo>
                  <a:lnTo>
                    <a:pt x="516858" y="4713"/>
                  </a:lnTo>
                  <a:lnTo>
                    <a:pt x="518779" y="4789"/>
                  </a:lnTo>
                  <a:lnTo>
                    <a:pt x="520700" y="4864"/>
                  </a:lnTo>
                  <a:lnTo>
                    <a:pt x="522622" y="4941"/>
                  </a:lnTo>
                  <a:lnTo>
                    <a:pt x="524543" y="5017"/>
                  </a:lnTo>
                  <a:lnTo>
                    <a:pt x="526465" y="5093"/>
                  </a:lnTo>
                  <a:lnTo>
                    <a:pt x="528386" y="5170"/>
                  </a:lnTo>
                  <a:lnTo>
                    <a:pt x="530307" y="5247"/>
                  </a:lnTo>
                  <a:lnTo>
                    <a:pt x="532229" y="5324"/>
                  </a:lnTo>
                  <a:lnTo>
                    <a:pt x="534150" y="5401"/>
                  </a:lnTo>
                  <a:lnTo>
                    <a:pt x="536072" y="5479"/>
                  </a:lnTo>
                  <a:lnTo>
                    <a:pt x="537993" y="5556"/>
                  </a:lnTo>
                  <a:lnTo>
                    <a:pt x="539914" y="5634"/>
                  </a:lnTo>
                  <a:lnTo>
                    <a:pt x="541836" y="5712"/>
                  </a:lnTo>
                  <a:lnTo>
                    <a:pt x="543757" y="5790"/>
                  </a:lnTo>
                  <a:lnTo>
                    <a:pt x="545679" y="5868"/>
                  </a:lnTo>
                  <a:lnTo>
                    <a:pt x="547600" y="5946"/>
                  </a:lnTo>
                  <a:lnTo>
                    <a:pt x="549521" y="6025"/>
                  </a:lnTo>
                  <a:lnTo>
                    <a:pt x="551443" y="6103"/>
                  </a:lnTo>
                  <a:lnTo>
                    <a:pt x="553364" y="6182"/>
                  </a:lnTo>
                  <a:lnTo>
                    <a:pt x="555286" y="6261"/>
                  </a:lnTo>
                  <a:lnTo>
                    <a:pt x="557207" y="6340"/>
                  </a:lnTo>
                  <a:lnTo>
                    <a:pt x="559128" y="6419"/>
                  </a:lnTo>
                  <a:lnTo>
                    <a:pt x="561050" y="6499"/>
                  </a:lnTo>
                  <a:lnTo>
                    <a:pt x="562971" y="6579"/>
                  </a:lnTo>
                  <a:lnTo>
                    <a:pt x="564893" y="6658"/>
                  </a:lnTo>
                  <a:lnTo>
                    <a:pt x="566814" y="6738"/>
                  </a:lnTo>
                  <a:lnTo>
                    <a:pt x="568735" y="6819"/>
                  </a:lnTo>
                  <a:lnTo>
                    <a:pt x="570657" y="6899"/>
                  </a:lnTo>
                  <a:lnTo>
                    <a:pt x="572578" y="6979"/>
                  </a:lnTo>
                  <a:lnTo>
                    <a:pt x="574500" y="7060"/>
                  </a:lnTo>
                  <a:lnTo>
                    <a:pt x="576421" y="7141"/>
                  </a:lnTo>
                  <a:lnTo>
                    <a:pt x="578342" y="7222"/>
                  </a:lnTo>
                  <a:lnTo>
                    <a:pt x="580264" y="7303"/>
                  </a:lnTo>
                  <a:lnTo>
                    <a:pt x="582185" y="7385"/>
                  </a:lnTo>
                  <a:lnTo>
                    <a:pt x="584107" y="7467"/>
                  </a:lnTo>
                  <a:lnTo>
                    <a:pt x="586028" y="7548"/>
                  </a:lnTo>
                  <a:lnTo>
                    <a:pt x="587950" y="7630"/>
                  </a:lnTo>
                  <a:lnTo>
                    <a:pt x="589871" y="7713"/>
                  </a:lnTo>
                  <a:lnTo>
                    <a:pt x="591792" y="7795"/>
                  </a:lnTo>
                  <a:lnTo>
                    <a:pt x="593714" y="7878"/>
                  </a:lnTo>
                  <a:lnTo>
                    <a:pt x="595635" y="7961"/>
                  </a:lnTo>
                  <a:lnTo>
                    <a:pt x="597557" y="8044"/>
                  </a:lnTo>
                  <a:lnTo>
                    <a:pt x="599478" y="8127"/>
                  </a:lnTo>
                  <a:lnTo>
                    <a:pt x="601399" y="8211"/>
                  </a:lnTo>
                  <a:lnTo>
                    <a:pt x="603321" y="8295"/>
                  </a:lnTo>
                  <a:lnTo>
                    <a:pt x="605242" y="8379"/>
                  </a:lnTo>
                  <a:lnTo>
                    <a:pt x="607164" y="8463"/>
                  </a:lnTo>
                  <a:lnTo>
                    <a:pt x="609085" y="8548"/>
                  </a:lnTo>
                  <a:lnTo>
                    <a:pt x="611006" y="8633"/>
                  </a:lnTo>
                  <a:lnTo>
                    <a:pt x="612928" y="8718"/>
                  </a:lnTo>
                  <a:lnTo>
                    <a:pt x="614849" y="8803"/>
                  </a:lnTo>
                  <a:lnTo>
                    <a:pt x="616771" y="8889"/>
                  </a:lnTo>
                  <a:lnTo>
                    <a:pt x="618692" y="8975"/>
                  </a:lnTo>
                  <a:lnTo>
                    <a:pt x="620613" y="9061"/>
                  </a:lnTo>
                  <a:lnTo>
                    <a:pt x="622535" y="9148"/>
                  </a:lnTo>
                  <a:lnTo>
                    <a:pt x="624456" y="9234"/>
                  </a:lnTo>
                  <a:lnTo>
                    <a:pt x="626378" y="9322"/>
                  </a:lnTo>
                  <a:lnTo>
                    <a:pt x="628299" y="9409"/>
                  </a:lnTo>
                  <a:lnTo>
                    <a:pt x="630220" y="9497"/>
                  </a:lnTo>
                  <a:lnTo>
                    <a:pt x="632142" y="9585"/>
                  </a:lnTo>
                  <a:lnTo>
                    <a:pt x="634063" y="9673"/>
                  </a:lnTo>
                  <a:lnTo>
                    <a:pt x="635985" y="9762"/>
                  </a:lnTo>
                  <a:lnTo>
                    <a:pt x="637906" y="9850"/>
                  </a:lnTo>
                  <a:lnTo>
                    <a:pt x="639827" y="9940"/>
                  </a:lnTo>
                  <a:lnTo>
                    <a:pt x="641749" y="10029"/>
                  </a:lnTo>
                  <a:lnTo>
                    <a:pt x="643670" y="10119"/>
                  </a:lnTo>
                  <a:lnTo>
                    <a:pt x="645592" y="10210"/>
                  </a:lnTo>
                  <a:lnTo>
                    <a:pt x="647513" y="10300"/>
                  </a:lnTo>
                  <a:lnTo>
                    <a:pt x="649434" y="10391"/>
                  </a:lnTo>
                  <a:lnTo>
                    <a:pt x="651356" y="10483"/>
                  </a:lnTo>
                  <a:lnTo>
                    <a:pt x="653277" y="10574"/>
                  </a:lnTo>
                  <a:lnTo>
                    <a:pt x="655199" y="10666"/>
                  </a:lnTo>
                  <a:lnTo>
                    <a:pt x="657120" y="10759"/>
                  </a:lnTo>
                  <a:lnTo>
                    <a:pt x="659042" y="10852"/>
                  </a:lnTo>
                  <a:lnTo>
                    <a:pt x="660963" y="10945"/>
                  </a:lnTo>
                  <a:lnTo>
                    <a:pt x="662884" y="11039"/>
                  </a:lnTo>
                  <a:lnTo>
                    <a:pt x="664806" y="11132"/>
                  </a:lnTo>
                  <a:lnTo>
                    <a:pt x="666727" y="11227"/>
                  </a:lnTo>
                  <a:lnTo>
                    <a:pt x="668649" y="11322"/>
                  </a:lnTo>
                  <a:lnTo>
                    <a:pt x="670570" y="11416"/>
                  </a:lnTo>
                  <a:lnTo>
                    <a:pt x="672491" y="11512"/>
                  </a:lnTo>
                  <a:lnTo>
                    <a:pt x="674413" y="11608"/>
                  </a:lnTo>
                  <a:lnTo>
                    <a:pt x="676334" y="11705"/>
                  </a:lnTo>
                  <a:lnTo>
                    <a:pt x="678256" y="11801"/>
                  </a:lnTo>
                  <a:lnTo>
                    <a:pt x="680177" y="11898"/>
                  </a:lnTo>
                  <a:lnTo>
                    <a:pt x="682098" y="11996"/>
                  </a:lnTo>
                  <a:lnTo>
                    <a:pt x="684020" y="12094"/>
                  </a:lnTo>
                  <a:lnTo>
                    <a:pt x="685941" y="12193"/>
                  </a:lnTo>
                  <a:lnTo>
                    <a:pt x="687863" y="12292"/>
                  </a:lnTo>
                  <a:lnTo>
                    <a:pt x="689784" y="12391"/>
                  </a:lnTo>
                  <a:lnTo>
                    <a:pt x="691705" y="12491"/>
                  </a:lnTo>
                  <a:lnTo>
                    <a:pt x="693627" y="12591"/>
                  </a:lnTo>
                  <a:lnTo>
                    <a:pt x="695548" y="12692"/>
                  </a:lnTo>
                  <a:lnTo>
                    <a:pt x="697470" y="12793"/>
                  </a:lnTo>
                  <a:lnTo>
                    <a:pt x="699391" y="12894"/>
                  </a:lnTo>
                  <a:lnTo>
                    <a:pt x="701312" y="12996"/>
                  </a:lnTo>
                  <a:lnTo>
                    <a:pt x="703234" y="13099"/>
                  </a:lnTo>
                  <a:lnTo>
                    <a:pt x="705155" y="13202"/>
                  </a:lnTo>
                  <a:lnTo>
                    <a:pt x="707077" y="13305"/>
                  </a:lnTo>
                  <a:lnTo>
                    <a:pt x="708998" y="13409"/>
                  </a:lnTo>
                  <a:lnTo>
                    <a:pt x="710919" y="13513"/>
                  </a:lnTo>
                  <a:lnTo>
                    <a:pt x="712841" y="13618"/>
                  </a:lnTo>
                  <a:lnTo>
                    <a:pt x="714762" y="13724"/>
                  </a:lnTo>
                  <a:lnTo>
                    <a:pt x="716684" y="13829"/>
                  </a:lnTo>
                  <a:lnTo>
                    <a:pt x="718605" y="13935"/>
                  </a:lnTo>
                  <a:lnTo>
                    <a:pt x="720526" y="14042"/>
                  </a:lnTo>
                  <a:lnTo>
                    <a:pt x="722448" y="14149"/>
                  </a:lnTo>
                  <a:lnTo>
                    <a:pt x="724369" y="14257"/>
                  </a:lnTo>
                  <a:lnTo>
                    <a:pt x="726291" y="14365"/>
                  </a:lnTo>
                  <a:lnTo>
                    <a:pt x="728212" y="14473"/>
                  </a:lnTo>
                  <a:lnTo>
                    <a:pt x="730134" y="14582"/>
                  </a:lnTo>
                  <a:lnTo>
                    <a:pt x="732055" y="14692"/>
                  </a:lnTo>
                  <a:lnTo>
                    <a:pt x="733976" y="14802"/>
                  </a:lnTo>
                  <a:lnTo>
                    <a:pt x="735898" y="14912"/>
                  </a:lnTo>
                  <a:lnTo>
                    <a:pt x="737819" y="15023"/>
                  </a:lnTo>
                  <a:lnTo>
                    <a:pt x="739741" y="15135"/>
                  </a:lnTo>
                  <a:lnTo>
                    <a:pt x="741662" y="15247"/>
                  </a:lnTo>
                  <a:lnTo>
                    <a:pt x="743583" y="15359"/>
                  </a:lnTo>
                  <a:lnTo>
                    <a:pt x="745505" y="15472"/>
                  </a:lnTo>
                  <a:lnTo>
                    <a:pt x="747426" y="15585"/>
                  </a:lnTo>
                  <a:lnTo>
                    <a:pt x="749348" y="15699"/>
                  </a:lnTo>
                  <a:lnTo>
                    <a:pt x="751269" y="15813"/>
                  </a:lnTo>
                  <a:lnTo>
                    <a:pt x="753190" y="15928"/>
                  </a:lnTo>
                  <a:lnTo>
                    <a:pt x="755112" y="16043"/>
                  </a:lnTo>
                  <a:lnTo>
                    <a:pt x="757033" y="16159"/>
                  </a:lnTo>
                  <a:lnTo>
                    <a:pt x="758955" y="16275"/>
                  </a:lnTo>
                  <a:lnTo>
                    <a:pt x="760876" y="16392"/>
                  </a:lnTo>
                  <a:lnTo>
                    <a:pt x="762797" y="16509"/>
                  </a:lnTo>
                  <a:lnTo>
                    <a:pt x="764719" y="16627"/>
                  </a:lnTo>
                  <a:lnTo>
                    <a:pt x="766640" y="16745"/>
                  </a:lnTo>
                  <a:lnTo>
                    <a:pt x="768562" y="16863"/>
                  </a:lnTo>
                  <a:lnTo>
                    <a:pt x="770483" y="16983"/>
                  </a:lnTo>
                  <a:lnTo>
                    <a:pt x="772404" y="17102"/>
                  </a:lnTo>
                  <a:lnTo>
                    <a:pt x="774326" y="17222"/>
                  </a:lnTo>
                  <a:lnTo>
                    <a:pt x="776247" y="17342"/>
                  </a:lnTo>
                  <a:lnTo>
                    <a:pt x="778169" y="17463"/>
                  </a:lnTo>
                  <a:lnTo>
                    <a:pt x="780090" y="17585"/>
                  </a:lnTo>
                  <a:lnTo>
                    <a:pt x="782011" y="17706"/>
                  </a:lnTo>
                  <a:lnTo>
                    <a:pt x="783933" y="17828"/>
                  </a:lnTo>
                  <a:lnTo>
                    <a:pt x="785854" y="17951"/>
                  </a:lnTo>
                  <a:lnTo>
                    <a:pt x="787776" y="18074"/>
                  </a:lnTo>
                  <a:lnTo>
                    <a:pt x="789697" y="18198"/>
                  </a:lnTo>
                  <a:lnTo>
                    <a:pt x="791618" y="18321"/>
                  </a:lnTo>
                  <a:lnTo>
                    <a:pt x="793540" y="18446"/>
                  </a:lnTo>
                  <a:lnTo>
                    <a:pt x="795461" y="18571"/>
                  </a:lnTo>
                  <a:lnTo>
                    <a:pt x="797383" y="18696"/>
                  </a:lnTo>
                  <a:lnTo>
                    <a:pt x="799304" y="18822"/>
                  </a:lnTo>
                  <a:lnTo>
                    <a:pt x="801226" y="18948"/>
                  </a:lnTo>
                  <a:lnTo>
                    <a:pt x="803147" y="19074"/>
                  </a:lnTo>
                  <a:lnTo>
                    <a:pt x="805068" y="19201"/>
                  </a:lnTo>
                  <a:lnTo>
                    <a:pt x="806990" y="19328"/>
                  </a:lnTo>
                  <a:lnTo>
                    <a:pt x="808911" y="19456"/>
                  </a:lnTo>
                  <a:lnTo>
                    <a:pt x="810833" y="19584"/>
                  </a:lnTo>
                  <a:lnTo>
                    <a:pt x="812754" y="19713"/>
                  </a:lnTo>
                  <a:lnTo>
                    <a:pt x="814675" y="19842"/>
                  </a:lnTo>
                  <a:lnTo>
                    <a:pt x="816597" y="19971"/>
                  </a:lnTo>
                  <a:lnTo>
                    <a:pt x="818518" y="20100"/>
                  </a:lnTo>
                  <a:lnTo>
                    <a:pt x="820440" y="20230"/>
                  </a:lnTo>
                  <a:lnTo>
                    <a:pt x="822361" y="20361"/>
                  </a:lnTo>
                  <a:lnTo>
                    <a:pt x="824282" y="20491"/>
                  </a:lnTo>
                  <a:lnTo>
                    <a:pt x="826204" y="20623"/>
                  </a:lnTo>
                  <a:lnTo>
                    <a:pt x="828125" y="20754"/>
                  </a:lnTo>
                  <a:lnTo>
                    <a:pt x="830047" y="20886"/>
                  </a:lnTo>
                  <a:lnTo>
                    <a:pt x="831968" y="21018"/>
                  </a:lnTo>
                  <a:lnTo>
                    <a:pt x="833889" y="21150"/>
                  </a:lnTo>
                  <a:lnTo>
                    <a:pt x="835811" y="21283"/>
                  </a:lnTo>
                  <a:lnTo>
                    <a:pt x="837732" y="21416"/>
                  </a:lnTo>
                  <a:lnTo>
                    <a:pt x="839654" y="21549"/>
                  </a:lnTo>
                  <a:lnTo>
                    <a:pt x="841575" y="21683"/>
                  </a:lnTo>
                  <a:lnTo>
                    <a:pt x="843496" y="21816"/>
                  </a:lnTo>
                  <a:lnTo>
                    <a:pt x="845418" y="21951"/>
                  </a:lnTo>
                  <a:lnTo>
                    <a:pt x="847339" y="22085"/>
                  </a:lnTo>
                  <a:lnTo>
                    <a:pt x="849261" y="22220"/>
                  </a:lnTo>
                  <a:lnTo>
                    <a:pt x="851182" y="22355"/>
                  </a:lnTo>
                  <a:lnTo>
                    <a:pt x="853103" y="22490"/>
                  </a:lnTo>
                  <a:lnTo>
                    <a:pt x="855025" y="22626"/>
                  </a:lnTo>
                  <a:lnTo>
                    <a:pt x="856946" y="22762"/>
                  </a:lnTo>
                  <a:lnTo>
                    <a:pt x="858868" y="22898"/>
                  </a:lnTo>
                  <a:lnTo>
                    <a:pt x="860789" y="23034"/>
                  </a:lnTo>
                  <a:lnTo>
                    <a:pt x="862710" y="23170"/>
                  </a:lnTo>
                  <a:lnTo>
                    <a:pt x="864632" y="23307"/>
                  </a:lnTo>
                  <a:lnTo>
                    <a:pt x="866553" y="23444"/>
                  </a:lnTo>
                  <a:lnTo>
                    <a:pt x="868475" y="23581"/>
                  </a:lnTo>
                  <a:lnTo>
                    <a:pt x="870396" y="23718"/>
                  </a:lnTo>
                  <a:lnTo>
                    <a:pt x="872318" y="23855"/>
                  </a:lnTo>
                  <a:lnTo>
                    <a:pt x="874239" y="23993"/>
                  </a:lnTo>
                  <a:lnTo>
                    <a:pt x="876160" y="24131"/>
                  </a:lnTo>
                  <a:lnTo>
                    <a:pt x="878082" y="24269"/>
                  </a:lnTo>
                  <a:lnTo>
                    <a:pt x="880003" y="24407"/>
                  </a:lnTo>
                  <a:lnTo>
                    <a:pt x="881925" y="24545"/>
                  </a:lnTo>
                  <a:lnTo>
                    <a:pt x="883846" y="24683"/>
                  </a:lnTo>
                  <a:lnTo>
                    <a:pt x="885767" y="24821"/>
                  </a:lnTo>
                  <a:lnTo>
                    <a:pt x="887689" y="24960"/>
                  </a:lnTo>
                  <a:lnTo>
                    <a:pt x="889610" y="25099"/>
                  </a:lnTo>
                  <a:lnTo>
                    <a:pt x="891532" y="25237"/>
                  </a:lnTo>
                  <a:lnTo>
                    <a:pt x="893453" y="25376"/>
                  </a:lnTo>
                  <a:lnTo>
                    <a:pt x="895374" y="25515"/>
                  </a:lnTo>
                  <a:lnTo>
                    <a:pt x="897296" y="25654"/>
                  </a:lnTo>
                  <a:lnTo>
                    <a:pt x="899217" y="25793"/>
                  </a:lnTo>
                  <a:lnTo>
                    <a:pt x="901139" y="25932"/>
                  </a:lnTo>
                  <a:lnTo>
                    <a:pt x="903060" y="26071"/>
                  </a:lnTo>
                  <a:lnTo>
                    <a:pt x="904981" y="26210"/>
                  </a:lnTo>
                  <a:lnTo>
                    <a:pt x="906903" y="26349"/>
                  </a:lnTo>
                  <a:lnTo>
                    <a:pt x="908824" y="26488"/>
                  </a:lnTo>
                  <a:lnTo>
                    <a:pt x="910746" y="26627"/>
                  </a:lnTo>
                  <a:lnTo>
                    <a:pt x="912667" y="26766"/>
                  </a:lnTo>
                  <a:lnTo>
                    <a:pt x="914588" y="26905"/>
                  </a:lnTo>
                  <a:lnTo>
                    <a:pt x="916510" y="27043"/>
                  </a:lnTo>
                  <a:lnTo>
                    <a:pt x="918431" y="27182"/>
                  </a:lnTo>
                  <a:lnTo>
                    <a:pt x="920353" y="27321"/>
                  </a:lnTo>
                  <a:lnTo>
                    <a:pt x="922274" y="27460"/>
                  </a:lnTo>
                  <a:lnTo>
                    <a:pt x="924195" y="27598"/>
                  </a:lnTo>
                  <a:lnTo>
                    <a:pt x="926117" y="27737"/>
                  </a:lnTo>
                  <a:lnTo>
                    <a:pt x="928038" y="27875"/>
                  </a:lnTo>
                  <a:lnTo>
                    <a:pt x="929960" y="28014"/>
                  </a:lnTo>
                  <a:lnTo>
                    <a:pt x="931881" y="28152"/>
                  </a:lnTo>
                  <a:lnTo>
                    <a:pt x="933802" y="28290"/>
                  </a:lnTo>
                  <a:lnTo>
                    <a:pt x="935724" y="28428"/>
                  </a:lnTo>
                  <a:lnTo>
                    <a:pt x="937645" y="28566"/>
                  </a:lnTo>
                  <a:lnTo>
                    <a:pt x="939567" y="28703"/>
                  </a:lnTo>
                  <a:lnTo>
                    <a:pt x="941488" y="28841"/>
                  </a:lnTo>
                  <a:lnTo>
                    <a:pt x="943410" y="28978"/>
                  </a:lnTo>
                  <a:lnTo>
                    <a:pt x="945331" y="29115"/>
                  </a:lnTo>
                  <a:lnTo>
                    <a:pt x="947252" y="29252"/>
                  </a:lnTo>
                  <a:lnTo>
                    <a:pt x="949174" y="29388"/>
                  </a:lnTo>
                  <a:lnTo>
                    <a:pt x="951095" y="29525"/>
                  </a:lnTo>
                  <a:lnTo>
                    <a:pt x="953017" y="29661"/>
                  </a:lnTo>
                  <a:lnTo>
                    <a:pt x="954938" y="29796"/>
                  </a:lnTo>
                  <a:lnTo>
                    <a:pt x="956859" y="29932"/>
                  </a:lnTo>
                  <a:lnTo>
                    <a:pt x="958781" y="30067"/>
                  </a:lnTo>
                  <a:lnTo>
                    <a:pt x="960702" y="30202"/>
                  </a:lnTo>
                  <a:lnTo>
                    <a:pt x="962624" y="30337"/>
                  </a:lnTo>
                  <a:lnTo>
                    <a:pt x="964545" y="30472"/>
                  </a:lnTo>
                  <a:lnTo>
                    <a:pt x="966466" y="30605"/>
                  </a:lnTo>
                  <a:lnTo>
                    <a:pt x="968388" y="30739"/>
                  </a:lnTo>
                  <a:lnTo>
                    <a:pt x="970309" y="30873"/>
                  </a:lnTo>
                  <a:lnTo>
                    <a:pt x="972231" y="31006"/>
                  </a:lnTo>
                  <a:lnTo>
                    <a:pt x="974152" y="31139"/>
                  </a:lnTo>
                  <a:lnTo>
                    <a:pt x="976073" y="31271"/>
                  </a:lnTo>
                  <a:lnTo>
                    <a:pt x="977995" y="31403"/>
                  </a:lnTo>
                  <a:lnTo>
                    <a:pt x="979916" y="31534"/>
                  </a:lnTo>
                  <a:lnTo>
                    <a:pt x="981838" y="31665"/>
                  </a:lnTo>
                  <a:lnTo>
                    <a:pt x="981838" y="44598"/>
                  </a:lnTo>
                  <a:lnTo>
                    <a:pt x="979916" y="44598"/>
                  </a:lnTo>
                  <a:lnTo>
                    <a:pt x="977995" y="44598"/>
                  </a:lnTo>
                  <a:lnTo>
                    <a:pt x="976073" y="44598"/>
                  </a:lnTo>
                  <a:lnTo>
                    <a:pt x="974152" y="44598"/>
                  </a:lnTo>
                  <a:lnTo>
                    <a:pt x="972231" y="44598"/>
                  </a:lnTo>
                  <a:lnTo>
                    <a:pt x="970309" y="44598"/>
                  </a:lnTo>
                  <a:lnTo>
                    <a:pt x="968388" y="44598"/>
                  </a:lnTo>
                  <a:lnTo>
                    <a:pt x="966466" y="44598"/>
                  </a:lnTo>
                  <a:lnTo>
                    <a:pt x="964545" y="44598"/>
                  </a:lnTo>
                  <a:lnTo>
                    <a:pt x="962624" y="44598"/>
                  </a:lnTo>
                  <a:lnTo>
                    <a:pt x="960702" y="44598"/>
                  </a:lnTo>
                  <a:lnTo>
                    <a:pt x="958781" y="44598"/>
                  </a:lnTo>
                  <a:lnTo>
                    <a:pt x="956859" y="44598"/>
                  </a:lnTo>
                  <a:lnTo>
                    <a:pt x="954938" y="44598"/>
                  </a:lnTo>
                  <a:lnTo>
                    <a:pt x="953017" y="44598"/>
                  </a:lnTo>
                  <a:lnTo>
                    <a:pt x="951095" y="44598"/>
                  </a:lnTo>
                  <a:lnTo>
                    <a:pt x="949174" y="44598"/>
                  </a:lnTo>
                  <a:lnTo>
                    <a:pt x="947252" y="44598"/>
                  </a:lnTo>
                  <a:lnTo>
                    <a:pt x="945331" y="44598"/>
                  </a:lnTo>
                  <a:lnTo>
                    <a:pt x="943410" y="44598"/>
                  </a:lnTo>
                  <a:lnTo>
                    <a:pt x="941488" y="44598"/>
                  </a:lnTo>
                  <a:lnTo>
                    <a:pt x="939567" y="44598"/>
                  </a:lnTo>
                  <a:lnTo>
                    <a:pt x="937645" y="44598"/>
                  </a:lnTo>
                  <a:lnTo>
                    <a:pt x="935724" y="44598"/>
                  </a:lnTo>
                  <a:lnTo>
                    <a:pt x="933802" y="44598"/>
                  </a:lnTo>
                  <a:lnTo>
                    <a:pt x="931881" y="44598"/>
                  </a:lnTo>
                  <a:lnTo>
                    <a:pt x="929960" y="44598"/>
                  </a:lnTo>
                  <a:lnTo>
                    <a:pt x="928038" y="44598"/>
                  </a:lnTo>
                  <a:lnTo>
                    <a:pt x="926117" y="44598"/>
                  </a:lnTo>
                  <a:lnTo>
                    <a:pt x="924195" y="44598"/>
                  </a:lnTo>
                  <a:lnTo>
                    <a:pt x="922274" y="44598"/>
                  </a:lnTo>
                  <a:lnTo>
                    <a:pt x="920353" y="44598"/>
                  </a:lnTo>
                  <a:lnTo>
                    <a:pt x="918431" y="44598"/>
                  </a:lnTo>
                  <a:lnTo>
                    <a:pt x="916510" y="44598"/>
                  </a:lnTo>
                  <a:lnTo>
                    <a:pt x="914588" y="44598"/>
                  </a:lnTo>
                  <a:lnTo>
                    <a:pt x="912667" y="44598"/>
                  </a:lnTo>
                  <a:lnTo>
                    <a:pt x="910746" y="44598"/>
                  </a:lnTo>
                  <a:lnTo>
                    <a:pt x="908824" y="44598"/>
                  </a:lnTo>
                  <a:lnTo>
                    <a:pt x="906903" y="44598"/>
                  </a:lnTo>
                  <a:lnTo>
                    <a:pt x="904981" y="44598"/>
                  </a:lnTo>
                  <a:lnTo>
                    <a:pt x="903060" y="44598"/>
                  </a:lnTo>
                  <a:lnTo>
                    <a:pt x="901139" y="44598"/>
                  </a:lnTo>
                  <a:lnTo>
                    <a:pt x="899217" y="44598"/>
                  </a:lnTo>
                  <a:lnTo>
                    <a:pt x="897296" y="44598"/>
                  </a:lnTo>
                  <a:lnTo>
                    <a:pt x="895374" y="44598"/>
                  </a:lnTo>
                  <a:lnTo>
                    <a:pt x="893453" y="44598"/>
                  </a:lnTo>
                  <a:lnTo>
                    <a:pt x="891532" y="44598"/>
                  </a:lnTo>
                  <a:lnTo>
                    <a:pt x="889610" y="44598"/>
                  </a:lnTo>
                  <a:lnTo>
                    <a:pt x="887689" y="44598"/>
                  </a:lnTo>
                  <a:lnTo>
                    <a:pt x="885767" y="44598"/>
                  </a:lnTo>
                  <a:lnTo>
                    <a:pt x="883846" y="44598"/>
                  </a:lnTo>
                  <a:lnTo>
                    <a:pt x="881925" y="44598"/>
                  </a:lnTo>
                  <a:lnTo>
                    <a:pt x="880003" y="44598"/>
                  </a:lnTo>
                  <a:lnTo>
                    <a:pt x="878082" y="44598"/>
                  </a:lnTo>
                  <a:lnTo>
                    <a:pt x="876160" y="44598"/>
                  </a:lnTo>
                  <a:lnTo>
                    <a:pt x="874239" y="44598"/>
                  </a:lnTo>
                  <a:lnTo>
                    <a:pt x="872318" y="44598"/>
                  </a:lnTo>
                  <a:lnTo>
                    <a:pt x="870396" y="44598"/>
                  </a:lnTo>
                  <a:lnTo>
                    <a:pt x="868475" y="44598"/>
                  </a:lnTo>
                  <a:lnTo>
                    <a:pt x="866553" y="44598"/>
                  </a:lnTo>
                  <a:lnTo>
                    <a:pt x="864632" y="44598"/>
                  </a:lnTo>
                  <a:lnTo>
                    <a:pt x="862710" y="44598"/>
                  </a:lnTo>
                  <a:lnTo>
                    <a:pt x="860789" y="44598"/>
                  </a:lnTo>
                  <a:lnTo>
                    <a:pt x="858868" y="44598"/>
                  </a:lnTo>
                  <a:lnTo>
                    <a:pt x="856946" y="44598"/>
                  </a:lnTo>
                  <a:lnTo>
                    <a:pt x="855025" y="44598"/>
                  </a:lnTo>
                  <a:lnTo>
                    <a:pt x="853103" y="44598"/>
                  </a:lnTo>
                  <a:lnTo>
                    <a:pt x="851182" y="44598"/>
                  </a:lnTo>
                  <a:lnTo>
                    <a:pt x="849261" y="44598"/>
                  </a:lnTo>
                  <a:lnTo>
                    <a:pt x="847339" y="44598"/>
                  </a:lnTo>
                  <a:lnTo>
                    <a:pt x="845418" y="44598"/>
                  </a:lnTo>
                  <a:lnTo>
                    <a:pt x="843496" y="44598"/>
                  </a:lnTo>
                  <a:lnTo>
                    <a:pt x="841575" y="44598"/>
                  </a:lnTo>
                  <a:lnTo>
                    <a:pt x="839654" y="44598"/>
                  </a:lnTo>
                  <a:lnTo>
                    <a:pt x="837732" y="44598"/>
                  </a:lnTo>
                  <a:lnTo>
                    <a:pt x="835811" y="44598"/>
                  </a:lnTo>
                  <a:lnTo>
                    <a:pt x="833889" y="44598"/>
                  </a:lnTo>
                  <a:lnTo>
                    <a:pt x="831968" y="44598"/>
                  </a:lnTo>
                  <a:lnTo>
                    <a:pt x="830047" y="44598"/>
                  </a:lnTo>
                  <a:lnTo>
                    <a:pt x="828125" y="44598"/>
                  </a:lnTo>
                  <a:lnTo>
                    <a:pt x="826204" y="44598"/>
                  </a:lnTo>
                  <a:lnTo>
                    <a:pt x="824282" y="44598"/>
                  </a:lnTo>
                  <a:lnTo>
                    <a:pt x="822361" y="44598"/>
                  </a:lnTo>
                  <a:lnTo>
                    <a:pt x="820440" y="44598"/>
                  </a:lnTo>
                  <a:lnTo>
                    <a:pt x="818518" y="44598"/>
                  </a:lnTo>
                  <a:lnTo>
                    <a:pt x="816597" y="44598"/>
                  </a:lnTo>
                  <a:lnTo>
                    <a:pt x="814675" y="44598"/>
                  </a:lnTo>
                  <a:lnTo>
                    <a:pt x="812754" y="44598"/>
                  </a:lnTo>
                  <a:lnTo>
                    <a:pt x="810833" y="44598"/>
                  </a:lnTo>
                  <a:lnTo>
                    <a:pt x="808911" y="44598"/>
                  </a:lnTo>
                  <a:lnTo>
                    <a:pt x="806990" y="44598"/>
                  </a:lnTo>
                  <a:lnTo>
                    <a:pt x="805068" y="44598"/>
                  </a:lnTo>
                  <a:lnTo>
                    <a:pt x="803147" y="44598"/>
                  </a:lnTo>
                  <a:lnTo>
                    <a:pt x="801226" y="44598"/>
                  </a:lnTo>
                  <a:lnTo>
                    <a:pt x="799304" y="44598"/>
                  </a:lnTo>
                  <a:lnTo>
                    <a:pt x="797383" y="44598"/>
                  </a:lnTo>
                  <a:lnTo>
                    <a:pt x="795461" y="44598"/>
                  </a:lnTo>
                  <a:lnTo>
                    <a:pt x="793540" y="44598"/>
                  </a:lnTo>
                  <a:lnTo>
                    <a:pt x="791618" y="44598"/>
                  </a:lnTo>
                  <a:lnTo>
                    <a:pt x="789697" y="44598"/>
                  </a:lnTo>
                  <a:lnTo>
                    <a:pt x="787776" y="44598"/>
                  </a:lnTo>
                  <a:lnTo>
                    <a:pt x="785854" y="44598"/>
                  </a:lnTo>
                  <a:lnTo>
                    <a:pt x="783933" y="44598"/>
                  </a:lnTo>
                  <a:lnTo>
                    <a:pt x="782011" y="44598"/>
                  </a:lnTo>
                  <a:lnTo>
                    <a:pt x="780090" y="44598"/>
                  </a:lnTo>
                  <a:lnTo>
                    <a:pt x="778169" y="44598"/>
                  </a:lnTo>
                  <a:lnTo>
                    <a:pt x="776247" y="44598"/>
                  </a:lnTo>
                  <a:lnTo>
                    <a:pt x="774326" y="44598"/>
                  </a:lnTo>
                  <a:lnTo>
                    <a:pt x="772404" y="44598"/>
                  </a:lnTo>
                  <a:lnTo>
                    <a:pt x="770483" y="44598"/>
                  </a:lnTo>
                  <a:lnTo>
                    <a:pt x="768562" y="44598"/>
                  </a:lnTo>
                  <a:lnTo>
                    <a:pt x="766640" y="44598"/>
                  </a:lnTo>
                  <a:lnTo>
                    <a:pt x="764719" y="44598"/>
                  </a:lnTo>
                  <a:lnTo>
                    <a:pt x="762797" y="44598"/>
                  </a:lnTo>
                  <a:lnTo>
                    <a:pt x="760876" y="44598"/>
                  </a:lnTo>
                  <a:lnTo>
                    <a:pt x="758955" y="44598"/>
                  </a:lnTo>
                  <a:lnTo>
                    <a:pt x="757033" y="44598"/>
                  </a:lnTo>
                  <a:lnTo>
                    <a:pt x="755112" y="44598"/>
                  </a:lnTo>
                  <a:lnTo>
                    <a:pt x="753190" y="44598"/>
                  </a:lnTo>
                  <a:lnTo>
                    <a:pt x="751269" y="44598"/>
                  </a:lnTo>
                  <a:lnTo>
                    <a:pt x="749348" y="44598"/>
                  </a:lnTo>
                  <a:lnTo>
                    <a:pt x="747426" y="44598"/>
                  </a:lnTo>
                  <a:lnTo>
                    <a:pt x="745505" y="44598"/>
                  </a:lnTo>
                  <a:lnTo>
                    <a:pt x="743583" y="44598"/>
                  </a:lnTo>
                  <a:lnTo>
                    <a:pt x="741662" y="44598"/>
                  </a:lnTo>
                  <a:lnTo>
                    <a:pt x="739741" y="44598"/>
                  </a:lnTo>
                  <a:lnTo>
                    <a:pt x="737819" y="44598"/>
                  </a:lnTo>
                  <a:lnTo>
                    <a:pt x="735898" y="44598"/>
                  </a:lnTo>
                  <a:lnTo>
                    <a:pt x="733976" y="44598"/>
                  </a:lnTo>
                  <a:lnTo>
                    <a:pt x="732055" y="44598"/>
                  </a:lnTo>
                  <a:lnTo>
                    <a:pt x="730134" y="44598"/>
                  </a:lnTo>
                  <a:lnTo>
                    <a:pt x="728212" y="44598"/>
                  </a:lnTo>
                  <a:lnTo>
                    <a:pt x="726291" y="44598"/>
                  </a:lnTo>
                  <a:lnTo>
                    <a:pt x="724369" y="44598"/>
                  </a:lnTo>
                  <a:lnTo>
                    <a:pt x="722448" y="44598"/>
                  </a:lnTo>
                  <a:lnTo>
                    <a:pt x="720526" y="44598"/>
                  </a:lnTo>
                  <a:lnTo>
                    <a:pt x="718605" y="44598"/>
                  </a:lnTo>
                  <a:lnTo>
                    <a:pt x="716684" y="44598"/>
                  </a:lnTo>
                  <a:lnTo>
                    <a:pt x="714762" y="44598"/>
                  </a:lnTo>
                  <a:lnTo>
                    <a:pt x="712841" y="44598"/>
                  </a:lnTo>
                  <a:lnTo>
                    <a:pt x="710919" y="44598"/>
                  </a:lnTo>
                  <a:lnTo>
                    <a:pt x="708998" y="44598"/>
                  </a:lnTo>
                  <a:lnTo>
                    <a:pt x="707077" y="44598"/>
                  </a:lnTo>
                  <a:lnTo>
                    <a:pt x="705155" y="44598"/>
                  </a:lnTo>
                  <a:lnTo>
                    <a:pt x="703234" y="44598"/>
                  </a:lnTo>
                  <a:lnTo>
                    <a:pt x="701312" y="44598"/>
                  </a:lnTo>
                  <a:lnTo>
                    <a:pt x="699391" y="44598"/>
                  </a:lnTo>
                  <a:lnTo>
                    <a:pt x="697470" y="44598"/>
                  </a:lnTo>
                  <a:lnTo>
                    <a:pt x="695548" y="44598"/>
                  </a:lnTo>
                  <a:lnTo>
                    <a:pt x="693627" y="44598"/>
                  </a:lnTo>
                  <a:lnTo>
                    <a:pt x="691705" y="44598"/>
                  </a:lnTo>
                  <a:lnTo>
                    <a:pt x="689784" y="44598"/>
                  </a:lnTo>
                  <a:lnTo>
                    <a:pt x="687863" y="44598"/>
                  </a:lnTo>
                  <a:lnTo>
                    <a:pt x="685941" y="44598"/>
                  </a:lnTo>
                  <a:lnTo>
                    <a:pt x="684020" y="44598"/>
                  </a:lnTo>
                  <a:lnTo>
                    <a:pt x="682098" y="44598"/>
                  </a:lnTo>
                  <a:lnTo>
                    <a:pt x="680177" y="44598"/>
                  </a:lnTo>
                  <a:lnTo>
                    <a:pt x="678256" y="44598"/>
                  </a:lnTo>
                  <a:lnTo>
                    <a:pt x="676334" y="44598"/>
                  </a:lnTo>
                  <a:lnTo>
                    <a:pt x="674413" y="44598"/>
                  </a:lnTo>
                  <a:lnTo>
                    <a:pt x="672491" y="44598"/>
                  </a:lnTo>
                  <a:lnTo>
                    <a:pt x="670570" y="44598"/>
                  </a:lnTo>
                  <a:lnTo>
                    <a:pt x="668649" y="44598"/>
                  </a:lnTo>
                  <a:lnTo>
                    <a:pt x="666727" y="44598"/>
                  </a:lnTo>
                  <a:lnTo>
                    <a:pt x="664806" y="44598"/>
                  </a:lnTo>
                  <a:lnTo>
                    <a:pt x="662884" y="44598"/>
                  </a:lnTo>
                  <a:lnTo>
                    <a:pt x="660963" y="44598"/>
                  </a:lnTo>
                  <a:lnTo>
                    <a:pt x="659042" y="44598"/>
                  </a:lnTo>
                  <a:lnTo>
                    <a:pt x="657120" y="44598"/>
                  </a:lnTo>
                  <a:lnTo>
                    <a:pt x="655199" y="44598"/>
                  </a:lnTo>
                  <a:lnTo>
                    <a:pt x="653277" y="44598"/>
                  </a:lnTo>
                  <a:lnTo>
                    <a:pt x="651356" y="44598"/>
                  </a:lnTo>
                  <a:lnTo>
                    <a:pt x="649434" y="44598"/>
                  </a:lnTo>
                  <a:lnTo>
                    <a:pt x="647513" y="44598"/>
                  </a:lnTo>
                  <a:lnTo>
                    <a:pt x="645592" y="44598"/>
                  </a:lnTo>
                  <a:lnTo>
                    <a:pt x="643670" y="44598"/>
                  </a:lnTo>
                  <a:lnTo>
                    <a:pt x="641749" y="44598"/>
                  </a:lnTo>
                  <a:lnTo>
                    <a:pt x="639827" y="44598"/>
                  </a:lnTo>
                  <a:lnTo>
                    <a:pt x="637906" y="44598"/>
                  </a:lnTo>
                  <a:lnTo>
                    <a:pt x="635985" y="44598"/>
                  </a:lnTo>
                  <a:lnTo>
                    <a:pt x="634063" y="44598"/>
                  </a:lnTo>
                  <a:lnTo>
                    <a:pt x="632142" y="44598"/>
                  </a:lnTo>
                  <a:lnTo>
                    <a:pt x="630220" y="44598"/>
                  </a:lnTo>
                  <a:lnTo>
                    <a:pt x="628299" y="44598"/>
                  </a:lnTo>
                  <a:lnTo>
                    <a:pt x="626378" y="44598"/>
                  </a:lnTo>
                  <a:lnTo>
                    <a:pt x="624456" y="44598"/>
                  </a:lnTo>
                  <a:lnTo>
                    <a:pt x="622535" y="44598"/>
                  </a:lnTo>
                  <a:lnTo>
                    <a:pt x="620613" y="44598"/>
                  </a:lnTo>
                  <a:lnTo>
                    <a:pt x="618692" y="44598"/>
                  </a:lnTo>
                  <a:lnTo>
                    <a:pt x="616771" y="44598"/>
                  </a:lnTo>
                  <a:lnTo>
                    <a:pt x="614849" y="44598"/>
                  </a:lnTo>
                  <a:lnTo>
                    <a:pt x="612928" y="44598"/>
                  </a:lnTo>
                  <a:lnTo>
                    <a:pt x="611006" y="44598"/>
                  </a:lnTo>
                  <a:lnTo>
                    <a:pt x="609085" y="44598"/>
                  </a:lnTo>
                  <a:lnTo>
                    <a:pt x="607164" y="44598"/>
                  </a:lnTo>
                  <a:lnTo>
                    <a:pt x="605242" y="44598"/>
                  </a:lnTo>
                  <a:lnTo>
                    <a:pt x="603321" y="44598"/>
                  </a:lnTo>
                  <a:lnTo>
                    <a:pt x="601399" y="44598"/>
                  </a:lnTo>
                  <a:lnTo>
                    <a:pt x="599478" y="44598"/>
                  </a:lnTo>
                  <a:lnTo>
                    <a:pt x="597557" y="44598"/>
                  </a:lnTo>
                  <a:lnTo>
                    <a:pt x="595635" y="44598"/>
                  </a:lnTo>
                  <a:lnTo>
                    <a:pt x="593714" y="44598"/>
                  </a:lnTo>
                  <a:lnTo>
                    <a:pt x="591792" y="44598"/>
                  </a:lnTo>
                  <a:lnTo>
                    <a:pt x="589871" y="44598"/>
                  </a:lnTo>
                  <a:lnTo>
                    <a:pt x="587950" y="44598"/>
                  </a:lnTo>
                  <a:lnTo>
                    <a:pt x="586028" y="44598"/>
                  </a:lnTo>
                  <a:lnTo>
                    <a:pt x="584107" y="44598"/>
                  </a:lnTo>
                  <a:lnTo>
                    <a:pt x="582185" y="44598"/>
                  </a:lnTo>
                  <a:lnTo>
                    <a:pt x="580264" y="44598"/>
                  </a:lnTo>
                  <a:lnTo>
                    <a:pt x="578342" y="44598"/>
                  </a:lnTo>
                  <a:lnTo>
                    <a:pt x="576421" y="44598"/>
                  </a:lnTo>
                  <a:lnTo>
                    <a:pt x="574500" y="44598"/>
                  </a:lnTo>
                  <a:lnTo>
                    <a:pt x="572578" y="44598"/>
                  </a:lnTo>
                  <a:lnTo>
                    <a:pt x="570657" y="44598"/>
                  </a:lnTo>
                  <a:lnTo>
                    <a:pt x="568735" y="44598"/>
                  </a:lnTo>
                  <a:lnTo>
                    <a:pt x="566814" y="44598"/>
                  </a:lnTo>
                  <a:lnTo>
                    <a:pt x="564893" y="44598"/>
                  </a:lnTo>
                  <a:lnTo>
                    <a:pt x="562971" y="44598"/>
                  </a:lnTo>
                  <a:lnTo>
                    <a:pt x="561050" y="44598"/>
                  </a:lnTo>
                  <a:lnTo>
                    <a:pt x="559128" y="44598"/>
                  </a:lnTo>
                  <a:lnTo>
                    <a:pt x="557207" y="44598"/>
                  </a:lnTo>
                  <a:lnTo>
                    <a:pt x="555286" y="44598"/>
                  </a:lnTo>
                  <a:lnTo>
                    <a:pt x="553364" y="44598"/>
                  </a:lnTo>
                  <a:lnTo>
                    <a:pt x="551443" y="44598"/>
                  </a:lnTo>
                  <a:lnTo>
                    <a:pt x="549521" y="44598"/>
                  </a:lnTo>
                  <a:lnTo>
                    <a:pt x="547600" y="44598"/>
                  </a:lnTo>
                  <a:lnTo>
                    <a:pt x="545679" y="44598"/>
                  </a:lnTo>
                  <a:lnTo>
                    <a:pt x="543757" y="44598"/>
                  </a:lnTo>
                  <a:lnTo>
                    <a:pt x="541836" y="44598"/>
                  </a:lnTo>
                  <a:lnTo>
                    <a:pt x="539914" y="44598"/>
                  </a:lnTo>
                  <a:lnTo>
                    <a:pt x="537993" y="44598"/>
                  </a:lnTo>
                  <a:lnTo>
                    <a:pt x="536072" y="44598"/>
                  </a:lnTo>
                  <a:lnTo>
                    <a:pt x="534150" y="44598"/>
                  </a:lnTo>
                  <a:lnTo>
                    <a:pt x="532229" y="44598"/>
                  </a:lnTo>
                  <a:lnTo>
                    <a:pt x="530307" y="44598"/>
                  </a:lnTo>
                  <a:lnTo>
                    <a:pt x="528386" y="44598"/>
                  </a:lnTo>
                  <a:lnTo>
                    <a:pt x="526465" y="44598"/>
                  </a:lnTo>
                  <a:lnTo>
                    <a:pt x="524543" y="44598"/>
                  </a:lnTo>
                  <a:lnTo>
                    <a:pt x="522622" y="44598"/>
                  </a:lnTo>
                  <a:lnTo>
                    <a:pt x="520700" y="44598"/>
                  </a:lnTo>
                  <a:lnTo>
                    <a:pt x="518779" y="44598"/>
                  </a:lnTo>
                  <a:lnTo>
                    <a:pt x="516858" y="44598"/>
                  </a:lnTo>
                  <a:lnTo>
                    <a:pt x="514936" y="44598"/>
                  </a:lnTo>
                  <a:lnTo>
                    <a:pt x="513015" y="44598"/>
                  </a:lnTo>
                  <a:lnTo>
                    <a:pt x="511093" y="44598"/>
                  </a:lnTo>
                  <a:lnTo>
                    <a:pt x="509172" y="44598"/>
                  </a:lnTo>
                  <a:lnTo>
                    <a:pt x="507250" y="44598"/>
                  </a:lnTo>
                  <a:lnTo>
                    <a:pt x="505329" y="44598"/>
                  </a:lnTo>
                  <a:lnTo>
                    <a:pt x="503408" y="44598"/>
                  </a:lnTo>
                  <a:lnTo>
                    <a:pt x="501486" y="44598"/>
                  </a:lnTo>
                  <a:lnTo>
                    <a:pt x="499565" y="44598"/>
                  </a:lnTo>
                  <a:lnTo>
                    <a:pt x="497643" y="44598"/>
                  </a:lnTo>
                  <a:lnTo>
                    <a:pt x="495722" y="44598"/>
                  </a:lnTo>
                  <a:lnTo>
                    <a:pt x="493801" y="44598"/>
                  </a:lnTo>
                  <a:lnTo>
                    <a:pt x="491879" y="44598"/>
                  </a:lnTo>
                  <a:lnTo>
                    <a:pt x="489958" y="44598"/>
                  </a:lnTo>
                  <a:lnTo>
                    <a:pt x="488036" y="44598"/>
                  </a:lnTo>
                  <a:lnTo>
                    <a:pt x="486115" y="44598"/>
                  </a:lnTo>
                  <a:lnTo>
                    <a:pt x="484194" y="44598"/>
                  </a:lnTo>
                  <a:lnTo>
                    <a:pt x="482272" y="44598"/>
                  </a:lnTo>
                  <a:lnTo>
                    <a:pt x="480351" y="44598"/>
                  </a:lnTo>
                  <a:lnTo>
                    <a:pt x="478429" y="44598"/>
                  </a:lnTo>
                  <a:lnTo>
                    <a:pt x="476508" y="44598"/>
                  </a:lnTo>
                  <a:lnTo>
                    <a:pt x="474587" y="44598"/>
                  </a:lnTo>
                  <a:lnTo>
                    <a:pt x="472665" y="44598"/>
                  </a:lnTo>
                  <a:lnTo>
                    <a:pt x="470744" y="44598"/>
                  </a:lnTo>
                  <a:lnTo>
                    <a:pt x="468822" y="44598"/>
                  </a:lnTo>
                  <a:lnTo>
                    <a:pt x="466901" y="44598"/>
                  </a:lnTo>
                  <a:lnTo>
                    <a:pt x="464980" y="44598"/>
                  </a:lnTo>
                  <a:lnTo>
                    <a:pt x="463058" y="44598"/>
                  </a:lnTo>
                  <a:lnTo>
                    <a:pt x="461137" y="44598"/>
                  </a:lnTo>
                  <a:lnTo>
                    <a:pt x="459215" y="44598"/>
                  </a:lnTo>
                  <a:lnTo>
                    <a:pt x="457294" y="44598"/>
                  </a:lnTo>
                  <a:lnTo>
                    <a:pt x="455373" y="44598"/>
                  </a:lnTo>
                  <a:lnTo>
                    <a:pt x="453451" y="44598"/>
                  </a:lnTo>
                  <a:lnTo>
                    <a:pt x="451530" y="44598"/>
                  </a:lnTo>
                  <a:lnTo>
                    <a:pt x="449608" y="44598"/>
                  </a:lnTo>
                  <a:lnTo>
                    <a:pt x="447687" y="44598"/>
                  </a:lnTo>
                  <a:lnTo>
                    <a:pt x="445766" y="44598"/>
                  </a:lnTo>
                  <a:lnTo>
                    <a:pt x="443844" y="44598"/>
                  </a:lnTo>
                  <a:lnTo>
                    <a:pt x="441923" y="44598"/>
                  </a:lnTo>
                  <a:lnTo>
                    <a:pt x="440001" y="44598"/>
                  </a:lnTo>
                  <a:lnTo>
                    <a:pt x="438080" y="44598"/>
                  </a:lnTo>
                  <a:lnTo>
                    <a:pt x="436159" y="44598"/>
                  </a:lnTo>
                  <a:lnTo>
                    <a:pt x="434237" y="44598"/>
                  </a:lnTo>
                  <a:lnTo>
                    <a:pt x="432316" y="44598"/>
                  </a:lnTo>
                  <a:lnTo>
                    <a:pt x="430394" y="44598"/>
                  </a:lnTo>
                  <a:lnTo>
                    <a:pt x="428473" y="44598"/>
                  </a:lnTo>
                  <a:lnTo>
                    <a:pt x="426551" y="44598"/>
                  </a:lnTo>
                  <a:lnTo>
                    <a:pt x="424630" y="44598"/>
                  </a:lnTo>
                  <a:lnTo>
                    <a:pt x="422709" y="44598"/>
                  </a:lnTo>
                  <a:lnTo>
                    <a:pt x="420787" y="44598"/>
                  </a:lnTo>
                  <a:lnTo>
                    <a:pt x="418866" y="44598"/>
                  </a:lnTo>
                  <a:lnTo>
                    <a:pt x="416944" y="44598"/>
                  </a:lnTo>
                  <a:lnTo>
                    <a:pt x="415023" y="44598"/>
                  </a:lnTo>
                  <a:lnTo>
                    <a:pt x="413102" y="44598"/>
                  </a:lnTo>
                  <a:lnTo>
                    <a:pt x="411180" y="44598"/>
                  </a:lnTo>
                  <a:lnTo>
                    <a:pt x="409259" y="44598"/>
                  </a:lnTo>
                  <a:lnTo>
                    <a:pt x="407337" y="44598"/>
                  </a:lnTo>
                  <a:lnTo>
                    <a:pt x="405416" y="44598"/>
                  </a:lnTo>
                  <a:lnTo>
                    <a:pt x="403495" y="44598"/>
                  </a:lnTo>
                  <a:lnTo>
                    <a:pt x="401573" y="44598"/>
                  </a:lnTo>
                  <a:lnTo>
                    <a:pt x="399652" y="44598"/>
                  </a:lnTo>
                  <a:lnTo>
                    <a:pt x="397730" y="44598"/>
                  </a:lnTo>
                  <a:lnTo>
                    <a:pt x="395809" y="44598"/>
                  </a:lnTo>
                  <a:lnTo>
                    <a:pt x="393888" y="44598"/>
                  </a:lnTo>
                  <a:lnTo>
                    <a:pt x="391966" y="44598"/>
                  </a:lnTo>
                  <a:lnTo>
                    <a:pt x="390045" y="44598"/>
                  </a:lnTo>
                  <a:lnTo>
                    <a:pt x="388123" y="44598"/>
                  </a:lnTo>
                  <a:lnTo>
                    <a:pt x="386202" y="44598"/>
                  </a:lnTo>
                  <a:lnTo>
                    <a:pt x="384281" y="44598"/>
                  </a:lnTo>
                  <a:lnTo>
                    <a:pt x="382359" y="44598"/>
                  </a:lnTo>
                  <a:lnTo>
                    <a:pt x="380438" y="44598"/>
                  </a:lnTo>
                  <a:lnTo>
                    <a:pt x="378516" y="44598"/>
                  </a:lnTo>
                  <a:lnTo>
                    <a:pt x="376595" y="44598"/>
                  </a:lnTo>
                  <a:lnTo>
                    <a:pt x="374674" y="44598"/>
                  </a:lnTo>
                  <a:lnTo>
                    <a:pt x="372752" y="44598"/>
                  </a:lnTo>
                  <a:lnTo>
                    <a:pt x="370831" y="44598"/>
                  </a:lnTo>
                  <a:lnTo>
                    <a:pt x="368909" y="44598"/>
                  </a:lnTo>
                  <a:lnTo>
                    <a:pt x="366988" y="44598"/>
                  </a:lnTo>
                  <a:lnTo>
                    <a:pt x="365067" y="44598"/>
                  </a:lnTo>
                  <a:lnTo>
                    <a:pt x="363145" y="44598"/>
                  </a:lnTo>
                  <a:lnTo>
                    <a:pt x="361224" y="44598"/>
                  </a:lnTo>
                  <a:lnTo>
                    <a:pt x="359302" y="44598"/>
                  </a:lnTo>
                  <a:lnTo>
                    <a:pt x="357381" y="44598"/>
                  </a:lnTo>
                  <a:lnTo>
                    <a:pt x="355459" y="44598"/>
                  </a:lnTo>
                  <a:lnTo>
                    <a:pt x="353538" y="44598"/>
                  </a:lnTo>
                  <a:lnTo>
                    <a:pt x="351617" y="44598"/>
                  </a:lnTo>
                  <a:lnTo>
                    <a:pt x="349695" y="44598"/>
                  </a:lnTo>
                  <a:lnTo>
                    <a:pt x="347774" y="44598"/>
                  </a:lnTo>
                  <a:lnTo>
                    <a:pt x="345852" y="44598"/>
                  </a:lnTo>
                  <a:lnTo>
                    <a:pt x="343931" y="44598"/>
                  </a:lnTo>
                  <a:lnTo>
                    <a:pt x="342010" y="44598"/>
                  </a:lnTo>
                  <a:lnTo>
                    <a:pt x="340088" y="44598"/>
                  </a:lnTo>
                  <a:lnTo>
                    <a:pt x="338167" y="44598"/>
                  </a:lnTo>
                  <a:lnTo>
                    <a:pt x="336245" y="44598"/>
                  </a:lnTo>
                  <a:lnTo>
                    <a:pt x="334324" y="44598"/>
                  </a:lnTo>
                  <a:lnTo>
                    <a:pt x="332403" y="44598"/>
                  </a:lnTo>
                  <a:lnTo>
                    <a:pt x="330481" y="44598"/>
                  </a:lnTo>
                  <a:lnTo>
                    <a:pt x="328560" y="44598"/>
                  </a:lnTo>
                  <a:lnTo>
                    <a:pt x="326638" y="44598"/>
                  </a:lnTo>
                  <a:lnTo>
                    <a:pt x="324717" y="44598"/>
                  </a:lnTo>
                  <a:lnTo>
                    <a:pt x="322796" y="44598"/>
                  </a:lnTo>
                  <a:lnTo>
                    <a:pt x="320874" y="44598"/>
                  </a:lnTo>
                  <a:lnTo>
                    <a:pt x="318953" y="44598"/>
                  </a:lnTo>
                  <a:lnTo>
                    <a:pt x="317031" y="44598"/>
                  </a:lnTo>
                  <a:lnTo>
                    <a:pt x="315110" y="44598"/>
                  </a:lnTo>
                  <a:lnTo>
                    <a:pt x="313189" y="44598"/>
                  </a:lnTo>
                  <a:lnTo>
                    <a:pt x="311267" y="44598"/>
                  </a:lnTo>
                  <a:lnTo>
                    <a:pt x="309346" y="44598"/>
                  </a:lnTo>
                  <a:lnTo>
                    <a:pt x="307424" y="44598"/>
                  </a:lnTo>
                  <a:lnTo>
                    <a:pt x="305503" y="44598"/>
                  </a:lnTo>
                  <a:lnTo>
                    <a:pt x="303582" y="44598"/>
                  </a:lnTo>
                  <a:lnTo>
                    <a:pt x="301660" y="44598"/>
                  </a:lnTo>
                  <a:lnTo>
                    <a:pt x="299739" y="44598"/>
                  </a:lnTo>
                  <a:lnTo>
                    <a:pt x="297817" y="44598"/>
                  </a:lnTo>
                  <a:lnTo>
                    <a:pt x="295896" y="44598"/>
                  </a:lnTo>
                  <a:lnTo>
                    <a:pt x="293975" y="44598"/>
                  </a:lnTo>
                  <a:lnTo>
                    <a:pt x="292053" y="44598"/>
                  </a:lnTo>
                  <a:lnTo>
                    <a:pt x="290132" y="44598"/>
                  </a:lnTo>
                  <a:lnTo>
                    <a:pt x="288210" y="44598"/>
                  </a:lnTo>
                  <a:lnTo>
                    <a:pt x="286289" y="44598"/>
                  </a:lnTo>
                  <a:lnTo>
                    <a:pt x="284367" y="44598"/>
                  </a:lnTo>
                  <a:lnTo>
                    <a:pt x="282446" y="44598"/>
                  </a:lnTo>
                  <a:lnTo>
                    <a:pt x="280525" y="44598"/>
                  </a:lnTo>
                  <a:lnTo>
                    <a:pt x="278603" y="44598"/>
                  </a:lnTo>
                  <a:lnTo>
                    <a:pt x="276682" y="44598"/>
                  </a:lnTo>
                  <a:lnTo>
                    <a:pt x="274760" y="44598"/>
                  </a:lnTo>
                  <a:lnTo>
                    <a:pt x="272839" y="44598"/>
                  </a:lnTo>
                  <a:lnTo>
                    <a:pt x="270918" y="44598"/>
                  </a:lnTo>
                  <a:lnTo>
                    <a:pt x="268996" y="44598"/>
                  </a:lnTo>
                  <a:lnTo>
                    <a:pt x="267075" y="44598"/>
                  </a:lnTo>
                  <a:lnTo>
                    <a:pt x="265153" y="44598"/>
                  </a:lnTo>
                  <a:lnTo>
                    <a:pt x="263232" y="44598"/>
                  </a:lnTo>
                  <a:lnTo>
                    <a:pt x="261311" y="44598"/>
                  </a:lnTo>
                  <a:lnTo>
                    <a:pt x="259389" y="44598"/>
                  </a:lnTo>
                  <a:lnTo>
                    <a:pt x="257468" y="44598"/>
                  </a:lnTo>
                  <a:lnTo>
                    <a:pt x="255546" y="44598"/>
                  </a:lnTo>
                  <a:lnTo>
                    <a:pt x="253625" y="44598"/>
                  </a:lnTo>
                  <a:lnTo>
                    <a:pt x="251704" y="44598"/>
                  </a:lnTo>
                  <a:lnTo>
                    <a:pt x="249782" y="44598"/>
                  </a:lnTo>
                  <a:lnTo>
                    <a:pt x="247861" y="44598"/>
                  </a:lnTo>
                  <a:lnTo>
                    <a:pt x="245939" y="44598"/>
                  </a:lnTo>
                  <a:lnTo>
                    <a:pt x="244018" y="44598"/>
                  </a:lnTo>
                  <a:lnTo>
                    <a:pt x="242097" y="44598"/>
                  </a:lnTo>
                  <a:lnTo>
                    <a:pt x="240175" y="44598"/>
                  </a:lnTo>
                  <a:lnTo>
                    <a:pt x="238254" y="44598"/>
                  </a:lnTo>
                  <a:lnTo>
                    <a:pt x="236332" y="44598"/>
                  </a:lnTo>
                  <a:lnTo>
                    <a:pt x="234411" y="44598"/>
                  </a:lnTo>
                  <a:lnTo>
                    <a:pt x="232490" y="44598"/>
                  </a:lnTo>
                  <a:lnTo>
                    <a:pt x="230568" y="44598"/>
                  </a:lnTo>
                  <a:lnTo>
                    <a:pt x="228647" y="44598"/>
                  </a:lnTo>
                  <a:lnTo>
                    <a:pt x="226725" y="44598"/>
                  </a:lnTo>
                  <a:lnTo>
                    <a:pt x="224804" y="44598"/>
                  </a:lnTo>
                  <a:lnTo>
                    <a:pt x="222883" y="44598"/>
                  </a:lnTo>
                  <a:lnTo>
                    <a:pt x="220961" y="44598"/>
                  </a:lnTo>
                  <a:lnTo>
                    <a:pt x="219040" y="44598"/>
                  </a:lnTo>
                  <a:lnTo>
                    <a:pt x="217118" y="44598"/>
                  </a:lnTo>
                  <a:lnTo>
                    <a:pt x="215197" y="44598"/>
                  </a:lnTo>
                  <a:lnTo>
                    <a:pt x="213275" y="44598"/>
                  </a:lnTo>
                  <a:lnTo>
                    <a:pt x="211354" y="44598"/>
                  </a:lnTo>
                  <a:lnTo>
                    <a:pt x="209433" y="44598"/>
                  </a:lnTo>
                  <a:lnTo>
                    <a:pt x="207511" y="44598"/>
                  </a:lnTo>
                  <a:lnTo>
                    <a:pt x="205590" y="44598"/>
                  </a:lnTo>
                  <a:lnTo>
                    <a:pt x="203668" y="44598"/>
                  </a:lnTo>
                  <a:lnTo>
                    <a:pt x="201747" y="44598"/>
                  </a:lnTo>
                  <a:lnTo>
                    <a:pt x="199826" y="44598"/>
                  </a:lnTo>
                  <a:lnTo>
                    <a:pt x="197904" y="44598"/>
                  </a:lnTo>
                  <a:lnTo>
                    <a:pt x="195983" y="44598"/>
                  </a:lnTo>
                  <a:lnTo>
                    <a:pt x="194061" y="44598"/>
                  </a:lnTo>
                  <a:lnTo>
                    <a:pt x="192140" y="44598"/>
                  </a:lnTo>
                  <a:lnTo>
                    <a:pt x="190219" y="44598"/>
                  </a:lnTo>
                  <a:lnTo>
                    <a:pt x="188297" y="44598"/>
                  </a:lnTo>
                  <a:lnTo>
                    <a:pt x="186376" y="44598"/>
                  </a:lnTo>
                  <a:lnTo>
                    <a:pt x="184454" y="44598"/>
                  </a:lnTo>
                  <a:lnTo>
                    <a:pt x="182533" y="44598"/>
                  </a:lnTo>
                  <a:lnTo>
                    <a:pt x="180612" y="44598"/>
                  </a:lnTo>
                  <a:lnTo>
                    <a:pt x="178690" y="44598"/>
                  </a:lnTo>
                  <a:lnTo>
                    <a:pt x="176769" y="44598"/>
                  </a:lnTo>
                  <a:lnTo>
                    <a:pt x="174847" y="44598"/>
                  </a:lnTo>
                  <a:lnTo>
                    <a:pt x="172926" y="44598"/>
                  </a:lnTo>
                  <a:lnTo>
                    <a:pt x="171005" y="44598"/>
                  </a:lnTo>
                  <a:lnTo>
                    <a:pt x="169083" y="44598"/>
                  </a:lnTo>
                  <a:lnTo>
                    <a:pt x="167162" y="44598"/>
                  </a:lnTo>
                  <a:lnTo>
                    <a:pt x="165240" y="44598"/>
                  </a:lnTo>
                  <a:lnTo>
                    <a:pt x="163319" y="44598"/>
                  </a:lnTo>
                  <a:lnTo>
                    <a:pt x="161398" y="44598"/>
                  </a:lnTo>
                  <a:lnTo>
                    <a:pt x="159476" y="44598"/>
                  </a:lnTo>
                  <a:lnTo>
                    <a:pt x="157555" y="44598"/>
                  </a:lnTo>
                  <a:lnTo>
                    <a:pt x="155633" y="44598"/>
                  </a:lnTo>
                  <a:lnTo>
                    <a:pt x="153712" y="44598"/>
                  </a:lnTo>
                  <a:lnTo>
                    <a:pt x="151791" y="44598"/>
                  </a:lnTo>
                  <a:lnTo>
                    <a:pt x="149869" y="44598"/>
                  </a:lnTo>
                  <a:lnTo>
                    <a:pt x="147948" y="44598"/>
                  </a:lnTo>
                  <a:lnTo>
                    <a:pt x="146026" y="44598"/>
                  </a:lnTo>
                  <a:lnTo>
                    <a:pt x="144105" y="44598"/>
                  </a:lnTo>
                  <a:lnTo>
                    <a:pt x="142183" y="44598"/>
                  </a:lnTo>
                  <a:lnTo>
                    <a:pt x="140262" y="44598"/>
                  </a:lnTo>
                  <a:lnTo>
                    <a:pt x="138341" y="44598"/>
                  </a:lnTo>
                  <a:lnTo>
                    <a:pt x="136419" y="44598"/>
                  </a:lnTo>
                  <a:lnTo>
                    <a:pt x="134498" y="44598"/>
                  </a:lnTo>
                  <a:lnTo>
                    <a:pt x="132576" y="44598"/>
                  </a:lnTo>
                  <a:lnTo>
                    <a:pt x="130655" y="44598"/>
                  </a:lnTo>
                  <a:lnTo>
                    <a:pt x="128734" y="44598"/>
                  </a:lnTo>
                  <a:lnTo>
                    <a:pt x="126812" y="44598"/>
                  </a:lnTo>
                  <a:lnTo>
                    <a:pt x="124891" y="44598"/>
                  </a:lnTo>
                  <a:lnTo>
                    <a:pt x="122969" y="44598"/>
                  </a:lnTo>
                  <a:lnTo>
                    <a:pt x="121048" y="44598"/>
                  </a:lnTo>
                  <a:lnTo>
                    <a:pt x="119127" y="44598"/>
                  </a:lnTo>
                  <a:lnTo>
                    <a:pt x="117205" y="44598"/>
                  </a:lnTo>
                  <a:lnTo>
                    <a:pt x="115284" y="44598"/>
                  </a:lnTo>
                  <a:lnTo>
                    <a:pt x="113362" y="44598"/>
                  </a:lnTo>
                  <a:lnTo>
                    <a:pt x="111441" y="44598"/>
                  </a:lnTo>
                  <a:lnTo>
                    <a:pt x="109520" y="44598"/>
                  </a:lnTo>
                  <a:lnTo>
                    <a:pt x="107598" y="44598"/>
                  </a:lnTo>
                  <a:lnTo>
                    <a:pt x="105677" y="44598"/>
                  </a:lnTo>
                  <a:lnTo>
                    <a:pt x="103755" y="44598"/>
                  </a:lnTo>
                  <a:lnTo>
                    <a:pt x="101834" y="44598"/>
                  </a:lnTo>
                  <a:lnTo>
                    <a:pt x="99913" y="44598"/>
                  </a:lnTo>
                  <a:lnTo>
                    <a:pt x="97991" y="44598"/>
                  </a:lnTo>
                  <a:lnTo>
                    <a:pt x="96070" y="44598"/>
                  </a:lnTo>
                  <a:lnTo>
                    <a:pt x="94148" y="44598"/>
                  </a:lnTo>
                  <a:lnTo>
                    <a:pt x="92227" y="44598"/>
                  </a:lnTo>
                  <a:lnTo>
                    <a:pt x="90306" y="44598"/>
                  </a:lnTo>
                  <a:lnTo>
                    <a:pt x="88384" y="44598"/>
                  </a:lnTo>
                  <a:lnTo>
                    <a:pt x="86463" y="44598"/>
                  </a:lnTo>
                  <a:lnTo>
                    <a:pt x="84541" y="44598"/>
                  </a:lnTo>
                  <a:lnTo>
                    <a:pt x="82620" y="44598"/>
                  </a:lnTo>
                  <a:lnTo>
                    <a:pt x="80699" y="44598"/>
                  </a:lnTo>
                  <a:lnTo>
                    <a:pt x="78777" y="44598"/>
                  </a:lnTo>
                  <a:lnTo>
                    <a:pt x="76856" y="44598"/>
                  </a:lnTo>
                  <a:lnTo>
                    <a:pt x="74934" y="44598"/>
                  </a:lnTo>
                  <a:lnTo>
                    <a:pt x="73013" y="44598"/>
                  </a:lnTo>
                  <a:lnTo>
                    <a:pt x="71091" y="44598"/>
                  </a:lnTo>
                  <a:lnTo>
                    <a:pt x="69170" y="44598"/>
                  </a:lnTo>
                  <a:lnTo>
                    <a:pt x="67249" y="44598"/>
                  </a:lnTo>
                  <a:lnTo>
                    <a:pt x="65327" y="44598"/>
                  </a:lnTo>
                  <a:lnTo>
                    <a:pt x="63406" y="44598"/>
                  </a:lnTo>
                  <a:lnTo>
                    <a:pt x="61484" y="44598"/>
                  </a:lnTo>
                  <a:lnTo>
                    <a:pt x="59563" y="44598"/>
                  </a:lnTo>
                  <a:lnTo>
                    <a:pt x="57642" y="44598"/>
                  </a:lnTo>
                  <a:lnTo>
                    <a:pt x="55720" y="44598"/>
                  </a:lnTo>
                  <a:lnTo>
                    <a:pt x="53799" y="44598"/>
                  </a:lnTo>
                  <a:lnTo>
                    <a:pt x="51877" y="44598"/>
                  </a:lnTo>
                  <a:lnTo>
                    <a:pt x="49956" y="44598"/>
                  </a:lnTo>
                  <a:lnTo>
                    <a:pt x="48035" y="44598"/>
                  </a:lnTo>
                  <a:lnTo>
                    <a:pt x="46113" y="44598"/>
                  </a:lnTo>
                  <a:lnTo>
                    <a:pt x="44192" y="44598"/>
                  </a:lnTo>
                  <a:lnTo>
                    <a:pt x="42270" y="44598"/>
                  </a:lnTo>
                  <a:lnTo>
                    <a:pt x="40349" y="44598"/>
                  </a:lnTo>
                  <a:lnTo>
                    <a:pt x="38428" y="44598"/>
                  </a:lnTo>
                  <a:lnTo>
                    <a:pt x="36506" y="44598"/>
                  </a:lnTo>
                  <a:lnTo>
                    <a:pt x="34585" y="44598"/>
                  </a:lnTo>
                  <a:lnTo>
                    <a:pt x="32663" y="44598"/>
                  </a:lnTo>
                  <a:lnTo>
                    <a:pt x="30742" y="44598"/>
                  </a:lnTo>
                  <a:lnTo>
                    <a:pt x="28821" y="44598"/>
                  </a:lnTo>
                  <a:lnTo>
                    <a:pt x="26899" y="44598"/>
                  </a:lnTo>
                  <a:lnTo>
                    <a:pt x="24978" y="44598"/>
                  </a:lnTo>
                  <a:lnTo>
                    <a:pt x="23056" y="44598"/>
                  </a:lnTo>
                  <a:lnTo>
                    <a:pt x="21135" y="44598"/>
                  </a:lnTo>
                  <a:lnTo>
                    <a:pt x="19214" y="44598"/>
                  </a:lnTo>
                  <a:lnTo>
                    <a:pt x="17292" y="44598"/>
                  </a:lnTo>
                  <a:lnTo>
                    <a:pt x="15371" y="44598"/>
                  </a:lnTo>
                  <a:lnTo>
                    <a:pt x="13449" y="44598"/>
                  </a:lnTo>
                  <a:lnTo>
                    <a:pt x="11528" y="44598"/>
                  </a:lnTo>
                  <a:lnTo>
                    <a:pt x="9607" y="44598"/>
                  </a:lnTo>
                  <a:lnTo>
                    <a:pt x="7685" y="44598"/>
                  </a:lnTo>
                  <a:lnTo>
                    <a:pt x="5764" y="44598"/>
                  </a:lnTo>
                  <a:lnTo>
                    <a:pt x="3842" y="44598"/>
                  </a:lnTo>
                  <a:lnTo>
                    <a:pt x="1921" y="44598"/>
                  </a:lnTo>
                  <a:lnTo>
                    <a:pt x="0" y="4459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810162" y="2738424"/>
              <a:ext cx="981838" cy="31665"/>
            </a:xfrm>
            <a:custGeom>
              <a:avLst/>
              <a:pathLst>
                <a:path w="981838" h="31665">
                  <a:moveTo>
                    <a:pt x="0" y="28338"/>
                  </a:moveTo>
                  <a:lnTo>
                    <a:pt x="1921" y="28124"/>
                  </a:lnTo>
                  <a:lnTo>
                    <a:pt x="3842" y="27909"/>
                  </a:lnTo>
                  <a:lnTo>
                    <a:pt x="5764" y="27692"/>
                  </a:lnTo>
                  <a:lnTo>
                    <a:pt x="7685" y="27476"/>
                  </a:lnTo>
                  <a:lnTo>
                    <a:pt x="9607" y="27257"/>
                  </a:lnTo>
                  <a:lnTo>
                    <a:pt x="11528" y="27037"/>
                  </a:lnTo>
                  <a:lnTo>
                    <a:pt x="13449" y="26816"/>
                  </a:lnTo>
                  <a:lnTo>
                    <a:pt x="15371" y="26594"/>
                  </a:lnTo>
                  <a:lnTo>
                    <a:pt x="17292" y="26372"/>
                  </a:lnTo>
                  <a:lnTo>
                    <a:pt x="19214" y="26148"/>
                  </a:lnTo>
                  <a:lnTo>
                    <a:pt x="21135" y="25923"/>
                  </a:lnTo>
                  <a:lnTo>
                    <a:pt x="23056" y="25697"/>
                  </a:lnTo>
                  <a:lnTo>
                    <a:pt x="24978" y="25471"/>
                  </a:lnTo>
                  <a:lnTo>
                    <a:pt x="26899" y="25244"/>
                  </a:lnTo>
                  <a:lnTo>
                    <a:pt x="28821" y="25015"/>
                  </a:lnTo>
                  <a:lnTo>
                    <a:pt x="30742" y="24786"/>
                  </a:lnTo>
                  <a:lnTo>
                    <a:pt x="32663" y="24556"/>
                  </a:lnTo>
                  <a:lnTo>
                    <a:pt x="34585" y="24325"/>
                  </a:lnTo>
                  <a:lnTo>
                    <a:pt x="36506" y="24094"/>
                  </a:lnTo>
                  <a:lnTo>
                    <a:pt x="38428" y="23861"/>
                  </a:lnTo>
                  <a:lnTo>
                    <a:pt x="40349" y="23629"/>
                  </a:lnTo>
                  <a:lnTo>
                    <a:pt x="42270" y="23395"/>
                  </a:lnTo>
                  <a:lnTo>
                    <a:pt x="44192" y="23161"/>
                  </a:lnTo>
                  <a:lnTo>
                    <a:pt x="46113" y="22926"/>
                  </a:lnTo>
                  <a:lnTo>
                    <a:pt x="48035" y="22691"/>
                  </a:lnTo>
                  <a:lnTo>
                    <a:pt x="49956" y="22456"/>
                  </a:lnTo>
                  <a:lnTo>
                    <a:pt x="51877" y="22219"/>
                  </a:lnTo>
                  <a:lnTo>
                    <a:pt x="53799" y="21983"/>
                  </a:lnTo>
                  <a:lnTo>
                    <a:pt x="55720" y="21746"/>
                  </a:lnTo>
                  <a:lnTo>
                    <a:pt x="57642" y="21509"/>
                  </a:lnTo>
                  <a:lnTo>
                    <a:pt x="59563" y="21271"/>
                  </a:lnTo>
                  <a:lnTo>
                    <a:pt x="61484" y="21033"/>
                  </a:lnTo>
                  <a:lnTo>
                    <a:pt x="63406" y="20795"/>
                  </a:lnTo>
                  <a:lnTo>
                    <a:pt x="65327" y="20557"/>
                  </a:lnTo>
                  <a:lnTo>
                    <a:pt x="67249" y="20318"/>
                  </a:lnTo>
                  <a:lnTo>
                    <a:pt x="69170" y="20080"/>
                  </a:lnTo>
                  <a:lnTo>
                    <a:pt x="71091" y="19841"/>
                  </a:lnTo>
                  <a:lnTo>
                    <a:pt x="73013" y="19602"/>
                  </a:lnTo>
                  <a:lnTo>
                    <a:pt x="74934" y="19363"/>
                  </a:lnTo>
                  <a:lnTo>
                    <a:pt x="76856" y="19124"/>
                  </a:lnTo>
                  <a:lnTo>
                    <a:pt x="78777" y="18886"/>
                  </a:lnTo>
                  <a:lnTo>
                    <a:pt x="80699" y="18647"/>
                  </a:lnTo>
                  <a:lnTo>
                    <a:pt x="82620" y="18408"/>
                  </a:lnTo>
                  <a:lnTo>
                    <a:pt x="84541" y="18170"/>
                  </a:lnTo>
                  <a:lnTo>
                    <a:pt x="86463" y="17932"/>
                  </a:lnTo>
                  <a:lnTo>
                    <a:pt x="88384" y="17694"/>
                  </a:lnTo>
                  <a:lnTo>
                    <a:pt x="90306" y="17456"/>
                  </a:lnTo>
                  <a:lnTo>
                    <a:pt x="92227" y="17219"/>
                  </a:lnTo>
                  <a:lnTo>
                    <a:pt x="94148" y="16982"/>
                  </a:lnTo>
                  <a:lnTo>
                    <a:pt x="96070" y="16746"/>
                  </a:lnTo>
                  <a:lnTo>
                    <a:pt x="97991" y="16510"/>
                  </a:lnTo>
                  <a:lnTo>
                    <a:pt x="99913" y="16274"/>
                  </a:lnTo>
                  <a:lnTo>
                    <a:pt x="101834" y="16039"/>
                  </a:lnTo>
                  <a:lnTo>
                    <a:pt x="103755" y="15805"/>
                  </a:lnTo>
                  <a:lnTo>
                    <a:pt x="105677" y="15570"/>
                  </a:lnTo>
                  <a:lnTo>
                    <a:pt x="107598" y="15338"/>
                  </a:lnTo>
                  <a:lnTo>
                    <a:pt x="109520" y="15105"/>
                  </a:lnTo>
                  <a:lnTo>
                    <a:pt x="111441" y="14873"/>
                  </a:lnTo>
                  <a:lnTo>
                    <a:pt x="113362" y="14642"/>
                  </a:lnTo>
                  <a:lnTo>
                    <a:pt x="115284" y="14411"/>
                  </a:lnTo>
                  <a:lnTo>
                    <a:pt x="117205" y="14182"/>
                  </a:lnTo>
                  <a:lnTo>
                    <a:pt x="119127" y="13953"/>
                  </a:lnTo>
                  <a:lnTo>
                    <a:pt x="121048" y="13726"/>
                  </a:lnTo>
                  <a:lnTo>
                    <a:pt x="122969" y="13499"/>
                  </a:lnTo>
                  <a:lnTo>
                    <a:pt x="124891" y="13273"/>
                  </a:lnTo>
                  <a:lnTo>
                    <a:pt x="126812" y="13049"/>
                  </a:lnTo>
                  <a:lnTo>
                    <a:pt x="128734" y="12825"/>
                  </a:lnTo>
                  <a:lnTo>
                    <a:pt x="130655" y="12602"/>
                  </a:lnTo>
                  <a:lnTo>
                    <a:pt x="132576" y="12381"/>
                  </a:lnTo>
                  <a:lnTo>
                    <a:pt x="134498" y="12160"/>
                  </a:lnTo>
                  <a:lnTo>
                    <a:pt x="136419" y="11942"/>
                  </a:lnTo>
                  <a:lnTo>
                    <a:pt x="138341" y="11723"/>
                  </a:lnTo>
                  <a:lnTo>
                    <a:pt x="140262" y="11507"/>
                  </a:lnTo>
                  <a:lnTo>
                    <a:pt x="142183" y="11292"/>
                  </a:lnTo>
                  <a:lnTo>
                    <a:pt x="144105" y="11078"/>
                  </a:lnTo>
                  <a:lnTo>
                    <a:pt x="146026" y="10866"/>
                  </a:lnTo>
                  <a:lnTo>
                    <a:pt x="147948" y="10654"/>
                  </a:lnTo>
                  <a:lnTo>
                    <a:pt x="149869" y="10445"/>
                  </a:lnTo>
                  <a:lnTo>
                    <a:pt x="151791" y="10237"/>
                  </a:lnTo>
                  <a:lnTo>
                    <a:pt x="153712" y="10030"/>
                  </a:lnTo>
                  <a:lnTo>
                    <a:pt x="155633" y="9825"/>
                  </a:lnTo>
                  <a:lnTo>
                    <a:pt x="157555" y="9621"/>
                  </a:lnTo>
                  <a:lnTo>
                    <a:pt x="159476" y="9420"/>
                  </a:lnTo>
                  <a:lnTo>
                    <a:pt x="161398" y="9219"/>
                  </a:lnTo>
                  <a:lnTo>
                    <a:pt x="163319" y="9021"/>
                  </a:lnTo>
                  <a:lnTo>
                    <a:pt x="165240" y="8824"/>
                  </a:lnTo>
                  <a:lnTo>
                    <a:pt x="167162" y="8629"/>
                  </a:lnTo>
                  <a:lnTo>
                    <a:pt x="169083" y="8436"/>
                  </a:lnTo>
                  <a:lnTo>
                    <a:pt x="171005" y="8243"/>
                  </a:lnTo>
                  <a:lnTo>
                    <a:pt x="172926" y="8055"/>
                  </a:lnTo>
                  <a:lnTo>
                    <a:pt x="174847" y="7867"/>
                  </a:lnTo>
                  <a:lnTo>
                    <a:pt x="176769" y="7681"/>
                  </a:lnTo>
                  <a:lnTo>
                    <a:pt x="178690" y="7497"/>
                  </a:lnTo>
                  <a:lnTo>
                    <a:pt x="180612" y="7313"/>
                  </a:lnTo>
                  <a:lnTo>
                    <a:pt x="182533" y="7134"/>
                  </a:lnTo>
                  <a:lnTo>
                    <a:pt x="184454" y="6955"/>
                  </a:lnTo>
                  <a:lnTo>
                    <a:pt x="186376" y="6780"/>
                  </a:lnTo>
                  <a:lnTo>
                    <a:pt x="188297" y="6606"/>
                  </a:lnTo>
                  <a:lnTo>
                    <a:pt x="190219" y="6432"/>
                  </a:lnTo>
                  <a:lnTo>
                    <a:pt x="192140" y="6263"/>
                  </a:lnTo>
                  <a:lnTo>
                    <a:pt x="194061" y="6094"/>
                  </a:lnTo>
                  <a:lnTo>
                    <a:pt x="195983" y="5929"/>
                  </a:lnTo>
                  <a:lnTo>
                    <a:pt x="197904" y="5765"/>
                  </a:lnTo>
                  <a:lnTo>
                    <a:pt x="199826" y="5603"/>
                  </a:lnTo>
                  <a:lnTo>
                    <a:pt x="201747" y="5444"/>
                  </a:lnTo>
                  <a:lnTo>
                    <a:pt x="203668" y="5286"/>
                  </a:lnTo>
                  <a:lnTo>
                    <a:pt x="205590" y="5132"/>
                  </a:lnTo>
                  <a:lnTo>
                    <a:pt x="207511" y="4979"/>
                  </a:lnTo>
                  <a:lnTo>
                    <a:pt x="209433" y="4828"/>
                  </a:lnTo>
                  <a:lnTo>
                    <a:pt x="211354" y="4680"/>
                  </a:lnTo>
                  <a:lnTo>
                    <a:pt x="213275" y="4532"/>
                  </a:lnTo>
                  <a:lnTo>
                    <a:pt x="215197" y="4390"/>
                  </a:lnTo>
                  <a:lnTo>
                    <a:pt x="217118" y="4247"/>
                  </a:lnTo>
                  <a:lnTo>
                    <a:pt x="219040" y="4109"/>
                  </a:lnTo>
                  <a:lnTo>
                    <a:pt x="220961" y="3972"/>
                  </a:lnTo>
                  <a:lnTo>
                    <a:pt x="222883" y="3836"/>
                  </a:lnTo>
                  <a:lnTo>
                    <a:pt x="224804" y="3705"/>
                  </a:lnTo>
                  <a:lnTo>
                    <a:pt x="226725" y="3574"/>
                  </a:lnTo>
                  <a:lnTo>
                    <a:pt x="228647" y="3447"/>
                  </a:lnTo>
                  <a:lnTo>
                    <a:pt x="230568" y="3322"/>
                  </a:lnTo>
                  <a:lnTo>
                    <a:pt x="232490" y="3198"/>
                  </a:lnTo>
                  <a:lnTo>
                    <a:pt x="234411" y="3078"/>
                  </a:lnTo>
                  <a:lnTo>
                    <a:pt x="236332" y="2959"/>
                  </a:lnTo>
                  <a:lnTo>
                    <a:pt x="238254" y="2844"/>
                  </a:lnTo>
                  <a:lnTo>
                    <a:pt x="240175" y="2730"/>
                  </a:lnTo>
                  <a:lnTo>
                    <a:pt x="242097" y="2619"/>
                  </a:lnTo>
                  <a:lnTo>
                    <a:pt x="244018" y="2511"/>
                  </a:lnTo>
                  <a:lnTo>
                    <a:pt x="245939" y="2403"/>
                  </a:lnTo>
                  <a:lnTo>
                    <a:pt x="247861" y="2301"/>
                  </a:lnTo>
                  <a:lnTo>
                    <a:pt x="249782" y="2199"/>
                  </a:lnTo>
                  <a:lnTo>
                    <a:pt x="251704" y="2100"/>
                  </a:lnTo>
                  <a:lnTo>
                    <a:pt x="253625" y="2004"/>
                  </a:lnTo>
                  <a:lnTo>
                    <a:pt x="255546" y="1908"/>
                  </a:lnTo>
                  <a:lnTo>
                    <a:pt x="257468" y="1818"/>
                  </a:lnTo>
                  <a:lnTo>
                    <a:pt x="259389" y="1727"/>
                  </a:lnTo>
                  <a:lnTo>
                    <a:pt x="261311" y="1641"/>
                  </a:lnTo>
                  <a:lnTo>
                    <a:pt x="263232" y="1556"/>
                  </a:lnTo>
                  <a:lnTo>
                    <a:pt x="265153" y="1473"/>
                  </a:lnTo>
                  <a:lnTo>
                    <a:pt x="267075" y="1394"/>
                  </a:lnTo>
                  <a:lnTo>
                    <a:pt x="268996" y="1315"/>
                  </a:lnTo>
                  <a:lnTo>
                    <a:pt x="270918" y="1241"/>
                  </a:lnTo>
                  <a:lnTo>
                    <a:pt x="272839" y="1168"/>
                  </a:lnTo>
                  <a:lnTo>
                    <a:pt x="274760" y="1097"/>
                  </a:lnTo>
                  <a:lnTo>
                    <a:pt x="276682" y="1029"/>
                  </a:lnTo>
                  <a:lnTo>
                    <a:pt x="278603" y="962"/>
                  </a:lnTo>
                  <a:lnTo>
                    <a:pt x="280525" y="900"/>
                  </a:lnTo>
                  <a:lnTo>
                    <a:pt x="282446" y="838"/>
                  </a:lnTo>
                  <a:lnTo>
                    <a:pt x="284367" y="779"/>
                  </a:lnTo>
                  <a:lnTo>
                    <a:pt x="286289" y="723"/>
                  </a:lnTo>
                  <a:lnTo>
                    <a:pt x="288210" y="667"/>
                  </a:lnTo>
                  <a:lnTo>
                    <a:pt x="290132" y="616"/>
                  </a:lnTo>
                  <a:lnTo>
                    <a:pt x="292053" y="565"/>
                  </a:lnTo>
                  <a:lnTo>
                    <a:pt x="293975" y="519"/>
                  </a:lnTo>
                  <a:lnTo>
                    <a:pt x="295896" y="473"/>
                  </a:lnTo>
                  <a:lnTo>
                    <a:pt x="297817" y="429"/>
                  </a:lnTo>
                  <a:lnTo>
                    <a:pt x="299739" y="389"/>
                  </a:lnTo>
                  <a:lnTo>
                    <a:pt x="301660" y="349"/>
                  </a:lnTo>
                  <a:lnTo>
                    <a:pt x="303582" y="313"/>
                  </a:lnTo>
                  <a:lnTo>
                    <a:pt x="305503" y="278"/>
                  </a:lnTo>
                  <a:lnTo>
                    <a:pt x="307424" y="246"/>
                  </a:lnTo>
                  <a:lnTo>
                    <a:pt x="309346" y="216"/>
                  </a:lnTo>
                  <a:lnTo>
                    <a:pt x="311267" y="186"/>
                  </a:lnTo>
                  <a:lnTo>
                    <a:pt x="313189" y="161"/>
                  </a:lnTo>
                  <a:lnTo>
                    <a:pt x="315110" y="136"/>
                  </a:lnTo>
                  <a:lnTo>
                    <a:pt x="317031" y="115"/>
                  </a:lnTo>
                  <a:lnTo>
                    <a:pt x="318953" y="95"/>
                  </a:lnTo>
                  <a:lnTo>
                    <a:pt x="320874" y="76"/>
                  </a:lnTo>
                  <a:lnTo>
                    <a:pt x="322796" y="61"/>
                  </a:lnTo>
                  <a:lnTo>
                    <a:pt x="324717" y="45"/>
                  </a:lnTo>
                  <a:lnTo>
                    <a:pt x="326638" y="34"/>
                  </a:lnTo>
                  <a:lnTo>
                    <a:pt x="328560" y="23"/>
                  </a:lnTo>
                  <a:lnTo>
                    <a:pt x="330481" y="15"/>
                  </a:lnTo>
                  <a:lnTo>
                    <a:pt x="332403" y="9"/>
                  </a:lnTo>
                  <a:lnTo>
                    <a:pt x="334324" y="3"/>
                  </a:lnTo>
                  <a:lnTo>
                    <a:pt x="336245" y="1"/>
                  </a:lnTo>
                  <a:lnTo>
                    <a:pt x="338167" y="0"/>
                  </a:lnTo>
                  <a:lnTo>
                    <a:pt x="340088" y="0"/>
                  </a:lnTo>
                  <a:lnTo>
                    <a:pt x="342010" y="3"/>
                  </a:lnTo>
                  <a:lnTo>
                    <a:pt x="343931" y="6"/>
                  </a:lnTo>
                  <a:lnTo>
                    <a:pt x="345852" y="13"/>
                  </a:lnTo>
                  <a:lnTo>
                    <a:pt x="347774" y="20"/>
                  </a:lnTo>
                  <a:lnTo>
                    <a:pt x="349695" y="30"/>
                  </a:lnTo>
                  <a:lnTo>
                    <a:pt x="351617" y="41"/>
                  </a:lnTo>
                  <a:lnTo>
                    <a:pt x="353538" y="52"/>
                  </a:lnTo>
                  <a:lnTo>
                    <a:pt x="355459" y="67"/>
                  </a:lnTo>
                  <a:lnTo>
                    <a:pt x="357381" y="82"/>
                  </a:lnTo>
                  <a:lnTo>
                    <a:pt x="359302" y="100"/>
                  </a:lnTo>
                  <a:lnTo>
                    <a:pt x="361224" y="119"/>
                  </a:lnTo>
                  <a:lnTo>
                    <a:pt x="363145" y="139"/>
                  </a:lnTo>
                  <a:lnTo>
                    <a:pt x="365067" y="161"/>
                  </a:lnTo>
                  <a:lnTo>
                    <a:pt x="366988" y="183"/>
                  </a:lnTo>
                  <a:lnTo>
                    <a:pt x="368909" y="209"/>
                  </a:lnTo>
                  <a:lnTo>
                    <a:pt x="370831" y="234"/>
                  </a:lnTo>
                  <a:lnTo>
                    <a:pt x="372752" y="262"/>
                  </a:lnTo>
                  <a:lnTo>
                    <a:pt x="374674" y="291"/>
                  </a:lnTo>
                  <a:lnTo>
                    <a:pt x="376595" y="320"/>
                  </a:lnTo>
                  <a:lnTo>
                    <a:pt x="378516" y="352"/>
                  </a:lnTo>
                  <a:lnTo>
                    <a:pt x="380438" y="385"/>
                  </a:lnTo>
                  <a:lnTo>
                    <a:pt x="382359" y="419"/>
                  </a:lnTo>
                  <a:lnTo>
                    <a:pt x="384281" y="454"/>
                  </a:lnTo>
                  <a:lnTo>
                    <a:pt x="386202" y="490"/>
                  </a:lnTo>
                  <a:lnTo>
                    <a:pt x="388123" y="528"/>
                  </a:lnTo>
                  <a:lnTo>
                    <a:pt x="390045" y="566"/>
                  </a:lnTo>
                  <a:lnTo>
                    <a:pt x="391966" y="606"/>
                  </a:lnTo>
                  <a:lnTo>
                    <a:pt x="393888" y="647"/>
                  </a:lnTo>
                  <a:lnTo>
                    <a:pt x="395809" y="689"/>
                  </a:lnTo>
                  <a:lnTo>
                    <a:pt x="397730" y="733"/>
                  </a:lnTo>
                  <a:lnTo>
                    <a:pt x="399652" y="776"/>
                  </a:lnTo>
                  <a:lnTo>
                    <a:pt x="401573" y="822"/>
                  </a:lnTo>
                  <a:lnTo>
                    <a:pt x="403495" y="868"/>
                  </a:lnTo>
                  <a:lnTo>
                    <a:pt x="405416" y="915"/>
                  </a:lnTo>
                  <a:lnTo>
                    <a:pt x="407337" y="964"/>
                  </a:lnTo>
                  <a:lnTo>
                    <a:pt x="409259" y="1012"/>
                  </a:lnTo>
                  <a:lnTo>
                    <a:pt x="411180" y="1063"/>
                  </a:lnTo>
                  <a:lnTo>
                    <a:pt x="413102" y="1114"/>
                  </a:lnTo>
                  <a:lnTo>
                    <a:pt x="415023" y="1166"/>
                  </a:lnTo>
                  <a:lnTo>
                    <a:pt x="416944" y="1219"/>
                  </a:lnTo>
                  <a:lnTo>
                    <a:pt x="418866" y="1272"/>
                  </a:lnTo>
                  <a:lnTo>
                    <a:pt x="420787" y="1326"/>
                  </a:lnTo>
                  <a:lnTo>
                    <a:pt x="422709" y="1381"/>
                  </a:lnTo>
                  <a:lnTo>
                    <a:pt x="424630" y="1437"/>
                  </a:lnTo>
                  <a:lnTo>
                    <a:pt x="426551" y="1494"/>
                  </a:lnTo>
                  <a:lnTo>
                    <a:pt x="428473" y="1551"/>
                  </a:lnTo>
                  <a:lnTo>
                    <a:pt x="430394" y="1609"/>
                  </a:lnTo>
                  <a:lnTo>
                    <a:pt x="432316" y="1668"/>
                  </a:lnTo>
                  <a:lnTo>
                    <a:pt x="434237" y="1728"/>
                  </a:lnTo>
                  <a:lnTo>
                    <a:pt x="436159" y="1788"/>
                  </a:lnTo>
                  <a:lnTo>
                    <a:pt x="438080" y="1848"/>
                  </a:lnTo>
                  <a:lnTo>
                    <a:pt x="440001" y="1910"/>
                  </a:lnTo>
                  <a:lnTo>
                    <a:pt x="441923" y="1971"/>
                  </a:lnTo>
                  <a:lnTo>
                    <a:pt x="443844" y="2034"/>
                  </a:lnTo>
                  <a:lnTo>
                    <a:pt x="445766" y="2097"/>
                  </a:lnTo>
                  <a:lnTo>
                    <a:pt x="447687" y="2161"/>
                  </a:lnTo>
                  <a:lnTo>
                    <a:pt x="449608" y="2225"/>
                  </a:lnTo>
                  <a:lnTo>
                    <a:pt x="451530" y="2290"/>
                  </a:lnTo>
                  <a:lnTo>
                    <a:pt x="453451" y="2355"/>
                  </a:lnTo>
                  <a:lnTo>
                    <a:pt x="455373" y="2421"/>
                  </a:lnTo>
                  <a:lnTo>
                    <a:pt x="457294" y="2487"/>
                  </a:lnTo>
                  <a:lnTo>
                    <a:pt x="459215" y="2554"/>
                  </a:lnTo>
                  <a:lnTo>
                    <a:pt x="461137" y="2621"/>
                  </a:lnTo>
                  <a:lnTo>
                    <a:pt x="463058" y="2689"/>
                  </a:lnTo>
                  <a:lnTo>
                    <a:pt x="464980" y="2757"/>
                  </a:lnTo>
                  <a:lnTo>
                    <a:pt x="466901" y="2825"/>
                  </a:lnTo>
                  <a:lnTo>
                    <a:pt x="468822" y="2894"/>
                  </a:lnTo>
                  <a:lnTo>
                    <a:pt x="470744" y="2963"/>
                  </a:lnTo>
                  <a:lnTo>
                    <a:pt x="472665" y="3033"/>
                  </a:lnTo>
                  <a:lnTo>
                    <a:pt x="474587" y="3102"/>
                  </a:lnTo>
                  <a:lnTo>
                    <a:pt x="476508" y="3173"/>
                  </a:lnTo>
                  <a:lnTo>
                    <a:pt x="478429" y="3243"/>
                  </a:lnTo>
                  <a:lnTo>
                    <a:pt x="480351" y="3314"/>
                  </a:lnTo>
                  <a:lnTo>
                    <a:pt x="482272" y="3386"/>
                  </a:lnTo>
                  <a:lnTo>
                    <a:pt x="484194" y="3457"/>
                  </a:lnTo>
                  <a:lnTo>
                    <a:pt x="486115" y="3529"/>
                  </a:lnTo>
                  <a:lnTo>
                    <a:pt x="488036" y="3601"/>
                  </a:lnTo>
                  <a:lnTo>
                    <a:pt x="489958" y="3674"/>
                  </a:lnTo>
                  <a:lnTo>
                    <a:pt x="491879" y="3746"/>
                  </a:lnTo>
                  <a:lnTo>
                    <a:pt x="493801" y="3819"/>
                  </a:lnTo>
                  <a:lnTo>
                    <a:pt x="495722" y="3892"/>
                  </a:lnTo>
                  <a:lnTo>
                    <a:pt x="497643" y="3966"/>
                  </a:lnTo>
                  <a:lnTo>
                    <a:pt x="499565" y="4040"/>
                  </a:lnTo>
                  <a:lnTo>
                    <a:pt x="501486" y="4114"/>
                  </a:lnTo>
                  <a:lnTo>
                    <a:pt x="503408" y="4188"/>
                  </a:lnTo>
                  <a:lnTo>
                    <a:pt x="505329" y="4262"/>
                  </a:lnTo>
                  <a:lnTo>
                    <a:pt x="507250" y="4337"/>
                  </a:lnTo>
                  <a:lnTo>
                    <a:pt x="509172" y="4412"/>
                  </a:lnTo>
                  <a:lnTo>
                    <a:pt x="511093" y="4487"/>
                  </a:lnTo>
                  <a:lnTo>
                    <a:pt x="513015" y="4562"/>
                  </a:lnTo>
                  <a:lnTo>
                    <a:pt x="514936" y="4637"/>
                  </a:lnTo>
                  <a:lnTo>
                    <a:pt x="516858" y="4713"/>
                  </a:lnTo>
                  <a:lnTo>
                    <a:pt x="518779" y="4789"/>
                  </a:lnTo>
                  <a:lnTo>
                    <a:pt x="520700" y="4864"/>
                  </a:lnTo>
                  <a:lnTo>
                    <a:pt x="522622" y="4941"/>
                  </a:lnTo>
                  <a:lnTo>
                    <a:pt x="524543" y="5017"/>
                  </a:lnTo>
                  <a:lnTo>
                    <a:pt x="526465" y="5093"/>
                  </a:lnTo>
                  <a:lnTo>
                    <a:pt x="528386" y="5170"/>
                  </a:lnTo>
                  <a:lnTo>
                    <a:pt x="530307" y="5247"/>
                  </a:lnTo>
                  <a:lnTo>
                    <a:pt x="532229" y="5324"/>
                  </a:lnTo>
                  <a:lnTo>
                    <a:pt x="534150" y="5401"/>
                  </a:lnTo>
                  <a:lnTo>
                    <a:pt x="536072" y="5479"/>
                  </a:lnTo>
                  <a:lnTo>
                    <a:pt x="537993" y="5556"/>
                  </a:lnTo>
                  <a:lnTo>
                    <a:pt x="539914" y="5634"/>
                  </a:lnTo>
                  <a:lnTo>
                    <a:pt x="541836" y="5712"/>
                  </a:lnTo>
                  <a:lnTo>
                    <a:pt x="543757" y="5790"/>
                  </a:lnTo>
                  <a:lnTo>
                    <a:pt x="545679" y="5868"/>
                  </a:lnTo>
                  <a:lnTo>
                    <a:pt x="547600" y="5946"/>
                  </a:lnTo>
                  <a:lnTo>
                    <a:pt x="549521" y="6025"/>
                  </a:lnTo>
                  <a:lnTo>
                    <a:pt x="551443" y="6103"/>
                  </a:lnTo>
                  <a:lnTo>
                    <a:pt x="553364" y="6182"/>
                  </a:lnTo>
                  <a:lnTo>
                    <a:pt x="555286" y="6261"/>
                  </a:lnTo>
                  <a:lnTo>
                    <a:pt x="557207" y="6340"/>
                  </a:lnTo>
                  <a:lnTo>
                    <a:pt x="559128" y="6419"/>
                  </a:lnTo>
                  <a:lnTo>
                    <a:pt x="561050" y="6499"/>
                  </a:lnTo>
                  <a:lnTo>
                    <a:pt x="562971" y="6579"/>
                  </a:lnTo>
                  <a:lnTo>
                    <a:pt x="564893" y="6658"/>
                  </a:lnTo>
                  <a:lnTo>
                    <a:pt x="566814" y="6738"/>
                  </a:lnTo>
                  <a:lnTo>
                    <a:pt x="568735" y="6819"/>
                  </a:lnTo>
                  <a:lnTo>
                    <a:pt x="570657" y="6899"/>
                  </a:lnTo>
                  <a:lnTo>
                    <a:pt x="572578" y="6979"/>
                  </a:lnTo>
                  <a:lnTo>
                    <a:pt x="574500" y="7060"/>
                  </a:lnTo>
                  <a:lnTo>
                    <a:pt x="576421" y="7141"/>
                  </a:lnTo>
                  <a:lnTo>
                    <a:pt x="578342" y="7222"/>
                  </a:lnTo>
                  <a:lnTo>
                    <a:pt x="580264" y="7303"/>
                  </a:lnTo>
                  <a:lnTo>
                    <a:pt x="582185" y="7385"/>
                  </a:lnTo>
                  <a:lnTo>
                    <a:pt x="584107" y="7467"/>
                  </a:lnTo>
                  <a:lnTo>
                    <a:pt x="586028" y="7548"/>
                  </a:lnTo>
                  <a:lnTo>
                    <a:pt x="587950" y="7630"/>
                  </a:lnTo>
                  <a:lnTo>
                    <a:pt x="589871" y="7713"/>
                  </a:lnTo>
                  <a:lnTo>
                    <a:pt x="591792" y="7795"/>
                  </a:lnTo>
                  <a:lnTo>
                    <a:pt x="593714" y="7878"/>
                  </a:lnTo>
                  <a:lnTo>
                    <a:pt x="595635" y="7961"/>
                  </a:lnTo>
                  <a:lnTo>
                    <a:pt x="597557" y="8044"/>
                  </a:lnTo>
                  <a:lnTo>
                    <a:pt x="599478" y="8127"/>
                  </a:lnTo>
                  <a:lnTo>
                    <a:pt x="601399" y="8211"/>
                  </a:lnTo>
                  <a:lnTo>
                    <a:pt x="603321" y="8295"/>
                  </a:lnTo>
                  <a:lnTo>
                    <a:pt x="605242" y="8379"/>
                  </a:lnTo>
                  <a:lnTo>
                    <a:pt x="607164" y="8463"/>
                  </a:lnTo>
                  <a:lnTo>
                    <a:pt x="609085" y="8548"/>
                  </a:lnTo>
                  <a:lnTo>
                    <a:pt x="611006" y="8633"/>
                  </a:lnTo>
                  <a:lnTo>
                    <a:pt x="612928" y="8718"/>
                  </a:lnTo>
                  <a:lnTo>
                    <a:pt x="614849" y="8803"/>
                  </a:lnTo>
                  <a:lnTo>
                    <a:pt x="616771" y="8889"/>
                  </a:lnTo>
                  <a:lnTo>
                    <a:pt x="618692" y="8975"/>
                  </a:lnTo>
                  <a:lnTo>
                    <a:pt x="620613" y="9061"/>
                  </a:lnTo>
                  <a:lnTo>
                    <a:pt x="622535" y="9148"/>
                  </a:lnTo>
                  <a:lnTo>
                    <a:pt x="624456" y="9234"/>
                  </a:lnTo>
                  <a:lnTo>
                    <a:pt x="626378" y="9322"/>
                  </a:lnTo>
                  <a:lnTo>
                    <a:pt x="628299" y="9409"/>
                  </a:lnTo>
                  <a:lnTo>
                    <a:pt x="630220" y="9497"/>
                  </a:lnTo>
                  <a:lnTo>
                    <a:pt x="632142" y="9585"/>
                  </a:lnTo>
                  <a:lnTo>
                    <a:pt x="634063" y="9673"/>
                  </a:lnTo>
                  <a:lnTo>
                    <a:pt x="635985" y="9762"/>
                  </a:lnTo>
                  <a:lnTo>
                    <a:pt x="637906" y="9850"/>
                  </a:lnTo>
                  <a:lnTo>
                    <a:pt x="639827" y="9940"/>
                  </a:lnTo>
                  <a:lnTo>
                    <a:pt x="641749" y="10029"/>
                  </a:lnTo>
                  <a:lnTo>
                    <a:pt x="643670" y="10119"/>
                  </a:lnTo>
                  <a:lnTo>
                    <a:pt x="645592" y="10210"/>
                  </a:lnTo>
                  <a:lnTo>
                    <a:pt x="647513" y="10300"/>
                  </a:lnTo>
                  <a:lnTo>
                    <a:pt x="649434" y="10391"/>
                  </a:lnTo>
                  <a:lnTo>
                    <a:pt x="651356" y="10483"/>
                  </a:lnTo>
                  <a:lnTo>
                    <a:pt x="653277" y="10574"/>
                  </a:lnTo>
                  <a:lnTo>
                    <a:pt x="655199" y="10666"/>
                  </a:lnTo>
                  <a:lnTo>
                    <a:pt x="657120" y="10759"/>
                  </a:lnTo>
                  <a:lnTo>
                    <a:pt x="659042" y="10852"/>
                  </a:lnTo>
                  <a:lnTo>
                    <a:pt x="660963" y="10945"/>
                  </a:lnTo>
                  <a:lnTo>
                    <a:pt x="662884" y="11039"/>
                  </a:lnTo>
                  <a:lnTo>
                    <a:pt x="664806" y="11132"/>
                  </a:lnTo>
                  <a:lnTo>
                    <a:pt x="666727" y="11227"/>
                  </a:lnTo>
                  <a:lnTo>
                    <a:pt x="668649" y="11322"/>
                  </a:lnTo>
                  <a:lnTo>
                    <a:pt x="670570" y="11416"/>
                  </a:lnTo>
                  <a:lnTo>
                    <a:pt x="672491" y="11512"/>
                  </a:lnTo>
                  <a:lnTo>
                    <a:pt x="674413" y="11608"/>
                  </a:lnTo>
                  <a:lnTo>
                    <a:pt x="676334" y="11705"/>
                  </a:lnTo>
                  <a:lnTo>
                    <a:pt x="678256" y="11801"/>
                  </a:lnTo>
                  <a:lnTo>
                    <a:pt x="680177" y="11898"/>
                  </a:lnTo>
                  <a:lnTo>
                    <a:pt x="682098" y="11996"/>
                  </a:lnTo>
                  <a:lnTo>
                    <a:pt x="684020" y="12094"/>
                  </a:lnTo>
                  <a:lnTo>
                    <a:pt x="685941" y="12193"/>
                  </a:lnTo>
                  <a:lnTo>
                    <a:pt x="687863" y="12292"/>
                  </a:lnTo>
                  <a:lnTo>
                    <a:pt x="689784" y="12391"/>
                  </a:lnTo>
                  <a:lnTo>
                    <a:pt x="691705" y="12491"/>
                  </a:lnTo>
                  <a:lnTo>
                    <a:pt x="693627" y="12591"/>
                  </a:lnTo>
                  <a:lnTo>
                    <a:pt x="695548" y="12692"/>
                  </a:lnTo>
                  <a:lnTo>
                    <a:pt x="697470" y="12793"/>
                  </a:lnTo>
                  <a:lnTo>
                    <a:pt x="699391" y="12894"/>
                  </a:lnTo>
                  <a:lnTo>
                    <a:pt x="701312" y="12996"/>
                  </a:lnTo>
                  <a:lnTo>
                    <a:pt x="703234" y="13099"/>
                  </a:lnTo>
                  <a:lnTo>
                    <a:pt x="705155" y="13202"/>
                  </a:lnTo>
                  <a:lnTo>
                    <a:pt x="707077" y="13305"/>
                  </a:lnTo>
                  <a:lnTo>
                    <a:pt x="708998" y="13409"/>
                  </a:lnTo>
                  <a:lnTo>
                    <a:pt x="710919" y="13513"/>
                  </a:lnTo>
                  <a:lnTo>
                    <a:pt x="712841" y="13618"/>
                  </a:lnTo>
                  <a:lnTo>
                    <a:pt x="714762" y="13724"/>
                  </a:lnTo>
                  <a:lnTo>
                    <a:pt x="716684" y="13829"/>
                  </a:lnTo>
                  <a:lnTo>
                    <a:pt x="718605" y="13935"/>
                  </a:lnTo>
                  <a:lnTo>
                    <a:pt x="720526" y="14042"/>
                  </a:lnTo>
                  <a:lnTo>
                    <a:pt x="722448" y="14149"/>
                  </a:lnTo>
                  <a:lnTo>
                    <a:pt x="724369" y="14257"/>
                  </a:lnTo>
                  <a:lnTo>
                    <a:pt x="726291" y="14365"/>
                  </a:lnTo>
                  <a:lnTo>
                    <a:pt x="728212" y="14473"/>
                  </a:lnTo>
                  <a:lnTo>
                    <a:pt x="730134" y="14582"/>
                  </a:lnTo>
                  <a:lnTo>
                    <a:pt x="732055" y="14692"/>
                  </a:lnTo>
                  <a:lnTo>
                    <a:pt x="733976" y="14802"/>
                  </a:lnTo>
                  <a:lnTo>
                    <a:pt x="735898" y="14912"/>
                  </a:lnTo>
                  <a:lnTo>
                    <a:pt x="737819" y="15023"/>
                  </a:lnTo>
                  <a:lnTo>
                    <a:pt x="739741" y="15135"/>
                  </a:lnTo>
                  <a:lnTo>
                    <a:pt x="741662" y="15247"/>
                  </a:lnTo>
                  <a:lnTo>
                    <a:pt x="743583" y="15359"/>
                  </a:lnTo>
                  <a:lnTo>
                    <a:pt x="745505" y="15472"/>
                  </a:lnTo>
                  <a:lnTo>
                    <a:pt x="747426" y="15585"/>
                  </a:lnTo>
                  <a:lnTo>
                    <a:pt x="749348" y="15699"/>
                  </a:lnTo>
                  <a:lnTo>
                    <a:pt x="751269" y="15813"/>
                  </a:lnTo>
                  <a:lnTo>
                    <a:pt x="753190" y="15928"/>
                  </a:lnTo>
                  <a:lnTo>
                    <a:pt x="755112" y="16043"/>
                  </a:lnTo>
                  <a:lnTo>
                    <a:pt x="757033" y="16159"/>
                  </a:lnTo>
                  <a:lnTo>
                    <a:pt x="758955" y="16275"/>
                  </a:lnTo>
                  <a:lnTo>
                    <a:pt x="760876" y="16392"/>
                  </a:lnTo>
                  <a:lnTo>
                    <a:pt x="762797" y="16509"/>
                  </a:lnTo>
                  <a:lnTo>
                    <a:pt x="764719" y="16627"/>
                  </a:lnTo>
                  <a:lnTo>
                    <a:pt x="766640" y="16745"/>
                  </a:lnTo>
                  <a:lnTo>
                    <a:pt x="768562" y="16863"/>
                  </a:lnTo>
                  <a:lnTo>
                    <a:pt x="770483" y="16983"/>
                  </a:lnTo>
                  <a:lnTo>
                    <a:pt x="772404" y="17102"/>
                  </a:lnTo>
                  <a:lnTo>
                    <a:pt x="774326" y="17222"/>
                  </a:lnTo>
                  <a:lnTo>
                    <a:pt x="776247" y="17342"/>
                  </a:lnTo>
                  <a:lnTo>
                    <a:pt x="778169" y="17463"/>
                  </a:lnTo>
                  <a:lnTo>
                    <a:pt x="780090" y="17585"/>
                  </a:lnTo>
                  <a:lnTo>
                    <a:pt x="782011" y="17706"/>
                  </a:lnTo>
                  <a:lnTo>
                    <a:pt x="783933" y="17828"/>
                  </a:lnTo>
                  <a:lnTo>
                    <a:pt x="785854" y="17951"/>
                  </a:lnTo>
                  <a:lnTo>
                    <a:pt x="787776" y="18074"/>
                  </a:lnTo>
                  <a:lnTo>
                    <a:pt x="789697" y="18198"/>
                  </a:lnTo>
                  <a:lnTo>
                    <a:pt x="791618" y="18321"/>
                  </a:lnTo>
                  <a:lnTo>
                    <a:pt x="793540" y="18446"/>
                  </a:lnTo>
                  <a:lnTo>
                    <a:pt x="795461" y="18571"/>
                  </a:lnTo>
                  <a:lnTo>
                    <a:pt x="797383" y="18696"/>
                  </a:lnTo>
                  <a:lnTo>
                    <a:pt x="799304" y="18822"/>
                  </a:lnTo>
                  <a:lnTo>
                    <a:pt x="801226" y="18948"/>
                  </a:lnTo>
                  <a:lnTo>
                    <a:pt x="803147" y="19074"/>
                  </a:lnTo>
                  <a:lnTo>
                    <a:pt x="805068" y="19201"/>
                  </a:lnTo>
                  <a:lnTo>
                    <a:pt x="806990" y="19328"/>
                  </a:lnTo>
                  <a:lnTo>
                    <a:pt x="808911" y="19456"/>
                  </a:lnTo>
                  <a:lnTo>
                    <a:pt x="810833" y="19584"/>
                  </a:lnTo>
                  <a:lnTo>
                    <a:pt x="812754" y="19713"/>
                  </a:lnTo>
                  <a:lnTo>
                    <a:pt x="814675" y="19842"/>
                  </a:lnTo>
                  <a:lnTo>
                    <a:pt x="816597" y="19971"/>
                  </a:lnTo>
                  <a:lnTo>
                    <a:pt x="818518" y="20100"/>
                  </a:lnTo>
                  <a:lnTo>
                    <a:pt x="820440" y="20230"/>
                  </a:lnTo>
                  <a:lnTo>
                    <a:pt x="822361" y="20361"/>
                  </a:lnTo>
                  <a:lnTo>
                    <a:pt x="824282" y="20491"/>
                  </a:lnTo>
                  <a:lnTo>
                    <a:pt x="826204" y="20623"/>
                  </a:lnTo>
                  <a:lnTo>
                    <a:pt x="828125" y="20754"/>
                  </a:lnTo>
                  <a:lnTo>
                    <a:pt x="830047" y="20886"/>
                  </a:lnTo>
                  <a:lnTo>
                    <a:pt x="831968" y="21018"/>
                  </a:lnTo>
                  <a:lnTo>
                    <a:pt x="833889" y="21150"/>
                  </a:lnTo>
                  <a:lnTo>
                    <a:pt x="835811" y="21283"/>
                  </a:lnTo>
                  <a:lnTo>
                    <a:pt x="837732" y="21416"/>
                  </a:lnTo>
                  <a:lnTo>
                    <a:pt x="839654" y="21549"/>
                  </a:lnTo>
                  <a:lnTo>
                    <a:pt x="841575" y="21683"/>
                  </a:lnTo>
                  <a:lnTo>
                    <a:pt x="843496" y="21816"/>
                  </a:lnTo>
                  <a:lnTo>
                    <a:pt x="845418" y="21951"/>
                  </a:lnTo>
                  <a:lnTo>
                    <a:pt x="847339" y="22085"/>
                  </a:lnTo>
                  <a:lnTo>
                    <a:pt x="849261" y="22220"/>
                  </a:lnTo>
                  <a:lnTo>
                    <a:pt x="851182" y="22355"/>
                  </a:lnTo>
                  <a:lnTo>
                    <a:pt x="853103" y="22490"/>
                  </a:lnTo>
                  <a:lnTo>
                    <a:pt x="855025" y="22626"/>
                  </a:lnTo>
                  <a:lnTo>
                    <a:pt x="856946" y="22762"/>
                  </a:lnTo>
                  <a:lnTo>
                    <a:pt x="858868" y="22898"/>
                  </a:lnTo>
                  <a:lnTo>
                    <a:pt x="860789" y="23034"/>
                  </a:lnTo>
                  <a:lnTo>
                    <a:pt x="862710" y="23170"/>
                  </a:lnTo>
                  <a:lnTo>
                    <a:pt x="864632" y="23307"/>
                  </a:lnTo>
                  <a:lnTo>
                    <a:pt x="866553" y="23444"/>
                  </a:lnTo>
                  <a:lnTo>
                    <a:pt x="868475" y="23581"/>
                  </a:lnTo>
                  <a:lnTo>
                    <a:pt x="870396" y="23718"/>
                  </a:lnTo>
                  <a:lnTo>
                    <a:pt x="872318" y="23855"/>
                  </a:lnTo>
                  <a:lnTo>
                    <a:pt x="874239" y="23993"/>
                  </a:lnTo>
                  <a:lnTo>
                    <a:pt x="876160" y="24131"/>
                  </a:lnTo>
                  <a:lnTo>
                    <a:pt x="878082" y="24269"/>
                  </a:lnTo>
                  <a:lnTo>
                    <a:pt x="880003" y="24407"/>
                  </a:lnTo>
                  <a:lnTo>
                    <a:pt x="881925" y="24545"/>
                  </a:lnTo>
                  <a:lnTo>
                    <a:pt x="883846" y="24683"/>
                  </a:lnTo>
                  <a:lnTo>
                    <a:pt x="885767" y="24821"/>
                  </a:lnTo>
                  <a:lnTo>
                    <a:pt x="887689" y="24960"/>
                  </a:lnTo>
                  <a:lnTo>
                    <a:pt x="889610" y="25099"/>
                  </a:lnTo>
                  <a:lnTo>
                    <a:pt x="891532" y="25237"/>
                  </a:lnTo>
                  <a:lnTo>
                    <a:pt x="893453" y="25376"/>
                  </a:lnTo>
                  <a:lnTo>
                    <a:pt x="895374" y="25515"/>
                  </a:lnTo>
                  <a:lnTo>
                    <a:pt x="897296" y="25654"/>
                  </a:lnTo>
                  <a:lnTo>
                    <a:pt x="899217" y="25793"/>
                  </a:lnTo>
                  <a:lnTo>
                    <a:pt x="901139" y="25932"/>
                  </a:lnTo>
                  <a:lnTo>
                    <a:pt x="903060" y="26071"/>
                  </a:lnTo>
                  <a:lnTo>
                    <a:pt x="904981" y="26210"/>
                  </a:lnTo>
                  <a:lnTo>
                    <a:pt x="906903" y="26349"/>
                  </a:lnTo>
                  <a:lnTo>
                    <a:pt x="908824" y="26488"/>
                  </a:lnTo>
                  <a:lnTo>
                    <a:pt x="910746" y="26627"/>
                  </a:lnTo>
                  <a:lnTo>
                    <a:pt x="912667" y="26766"/>
                  </a:lnTo>
                  <a:lnTo>
                    <a:pt x="914588" y="26905"/>
                  </a:lnTo>
                  <a:lnTo>
                    <a:pt x="916510" y="27043"/>
                  </a:lnTo>
                  <a:lnTo>
                    <a:pt x="918431" y="27182"/>
                  </a:lnTo>
                  <a:lnTo>
                    <a:pt x="920353" y="27321"/>
                  </a:lnTo>
                  <a:lnTo>
                    <a:pt x="922274" y="27460"/>
                  </a:lnTo>
                  <a:lnTo>
                    <a:pt x="924195" y="27598"/>
                  </a:lnTo>
                  <a:lnTo>
                    <a:pt x="926117" y="27737"/>
                  </a:lnTo>
                  <a:lnTo>
                    <a:pt x="928038" y="27875"/>
                  </a:lnTo>
                  <a:lnTo>
                    <a:pt x="929960" y="28014"/>
                  </a:lnTo>
                  <a:lnTo>
                    <a:pt x="931881" y="28152"/>
                  </a:lnTo>
                  <a:lnTo>
                    <a:pt x="933802" y="28290"/>
                  </a:lnTo>
                  <a:lnTo>
                    <a:pt x="935724" y="28428"/>
                  </a:lnTo>
                  <a:lnTo>
                    <a:pt x="937645" y="28566"/>
                  </a:lnTo>
                  <a:lnTo>
                    <a:pt x="939567" y="28703"/>
                  </a:lnTo>
                  <a:lnTo>
                    <a:pt x="941488" y="28841"/>
                  </a:lnTo>
                  <a:lnTo>
                    <a:pt x="943410" y="28978"/>
                  </a:lnTo>
                  <a:lnTo>
                    <a:pt x="945331" y="29115"/>
                  </a:lnTo>
                  <a:lnTo>
                    <a:pt x="947252" y="29252"/>
                  </a:lnTo>
                  <a:lnTo>
                    <a:pt x="949174" y="29388"/>
                  </a:lnTo>
                  <a:lnTo>
                    <a:pt x="951095" y="29525"/>
                  </a:lnTo>
                  <a:lnTo>
                    <a:pt x="953017" y="29661"/>
                  </a:lnTo>
                  <a:lnTo>
                    <a:pt x="954938" y="29796"/>
                  </a:lnTo>
                  <a:lnTo>
                    <a:pt x="956859" y="29932"/>
                  </a:lnTo>
                  <a:lnTo>
                    <a:pt x="958781" y="30067"/>
                  </a:lnTo>
                  <a:lnTo>
                    <a:pt x="960702" y="30202"/>
                  </a:lnTo>
                  <a:lnTo>
                    <a:pt x="962624" y="30337"/>
                  </a:lnTo>
                  <a:lnTo>
                    <a:pt x="964545" y="30472"/>
                  </a:lnTo>
                  <a:lnTo>
                    <a:pt x="966466" y="30605"/>
                  </a:lnTo>
                  <a:lnTo>
                    <a:pt x="968388" y="30739"/>
                  </a:lnTo>
                  <a:lnTo>
                    <a:pt x="970309" y="30873"/>
                  </a:lnTo>
                  <a:lnTo>
                    <a:pt x="972231" y="31006"/>
                  </a:lnTo>
                  <a:lnTo>
                    <a:pt x="974152" y="31139"/>
                  </a:lnTo>
                  <a:lnTo>
                    <a:pt x="976073" y="31271"/>
                  </a:lnTo>
                  <a:lnTo>
                    <a:pt x="977995" y="31403"/>
                  </a:lnTo>
                  <a:lnTo>
                    <a:pt x="979916" y="31534"/>
                  </a:lnTo>
                  <a:lnTo>
                    <a:pt x="981838" y="31665"/>
                  </a:lnTo>
                </a:path>
              </a:pathLst>
            </a:cu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761070" y="2873724"/>
              <a:ext cx="1080021" cy="0"/>
            </a:xfrm>
            <a:custGeom>
              <a:avLst/>
              <a:pathLst>
                <a:path w="1080021" h="0">
                  <a:moveTo>
                    <a:pt x="0" y="0"/>
                  </a:moveTo>
                  <a:lnTo>
                    <a:pt x="10800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1810162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055621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01081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6541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92000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1732481" y="2934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1977941" y="2934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223400" y="2934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2468860" y="2936026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683241" y="2934662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258414" y="3085448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26" name="rc26"/>
            <p:cNvSpPr/>
            <p:nvPr/>
          </p:nvSpPr>
          <p:spPr>
            <a:xfrm>
              <a:off x="1691481" y="3353201"/>
              <a:ext cx="1958432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1021838" y="3480881"/>
              <a:ext cx="8461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Window</a:t>
              </a:r>
            </a:p>
          </p:txBody>
        </p:sp>
        <p:sp>
          <p:nvSpPr>
            <p:cNvPr id="28" name="rc28"/>
            <p:cNvSpPr/>
            <p:nvPr/>
          </p:nvSpPr>
          <p:spPr>
            <a:xfrm>
              <a:off x="1948677" y="34227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1966677" y="3440790"/>
              <a:ext cx="183455" cy="183455"/>
            </a:xfrm>
            <a:prstGeom prst="rect">
              <a:avLst/>
            </a:pr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2373986" y="3422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2391986" y="3440790"/>
              <a:ext cx="183455" cy="183455"/>
            </a:xfrm>
            <a:prstGeom prst="rect">
              <a:avLst/>
            </a:pr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2799295" y="34227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2817295" y="3440790"/>
              <a:ext cx="183455" cy="183455"/>
            </a:xfrm>
            <a:prstGeom prst="rect">
              <a:avLst/>
            </a:pr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3224604" y="34227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3242604" y="3440790"/>
              <a:ext cx="183455" cy="183455"/>
            </a:xfrm>
            <a:prstGeom prst="rect">
              <a:avLst/>
            </a:pr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2237722" y="34908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2663031" y="349219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3088340" y="3492518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513649" y="34908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40" name="rc40"/>
            <p:cNvSpPr/>
            <p:nvPr/>
          </p:nvSpPr>
          <p:spPr>
            <a:xfrm>
              <a:off x="2910681" y="581025"/>
              <a:ext cx="1219199" cy="32003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980270" y="878303"/>
              <a:ext cx="1080021" cy="19954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3029362" y="2402270"/>
              <a:ext cx="981838" cy="380752"/>
            </a:xfrm>
            <a:custGeom>
              <a:avLst/>
              <a:pathLst>
                <a:path w="981838" h="380752">
                  <a:moveTo>
                    <a:pt x="0" y="380752"/>
                  </a:moveTo>
                  <a:lnTo>
                    <a:pt x="1921" y="380752"/>
                  </a:lnTo>
                  <a:lnTo>
                    <a:pt x="3842" y="380752"/>
                  </a:lnTo>
                  <a:lnTo>
                    <a:pt x="5764" y="380752"/>
                  </a:lnTo>
                  <a:lnTo>
                    <a:pt x="7685" y="380752"/>
                  </a:lnTo>
                  <a:lnTo>
                    <a:pt x="9607" y="380751"/>
                  </a:lnTo>
                  <a:lnTo>
                    <a:pt x="11528" y="380751"/>
                  </a:lnTo>
                  <a:lnTo>
                    <a:pt x="13449" y="380750"/>
                  </a:lnTo>
                  <a:lnTo>
                    <a:pt x="15371" y="380748"/>
                  </a:lnTo>
                  <a:lnTo>
                    <a:pt x="17292" y="380746"/>
                  </a:lnTo>
                  <a:lnTo>
                    <a:pt x="19214" y="380742"/>
                  </a:lnTo>
                  <a:lnTo>
                    <a:pt x="21135" y="380736"/>
                  </a:lnTo>
                  <a:lnTo>
                    <a:pt x="23056" y="380728"/>
                  </a:lnTo>
                  <a:lnTo>
                    <a:pt x="24978" y="380714"/>
                  </a:lnTo>
                  <a:lnTo>
                    <a:pt x="26899" y="380693"/>
                  </a:lnTo>
                  <a:lnTo>
                    <a:pt x="28821" y="380662"/>
                  </a:lnTo>
                  <a:lnTo>
                    <a:pt x="30742" y="380617"/>
                  </a:lnTo>
                  <a:lnTo>
                    <a:pt x="32663" y="380553"/>
                  </a:lnTo>
                  <a:lnTo>
                    <a:pt x="34585" y="380463"/>
                  </a:lnTo>
                  <a:lnTo>
                    <a:pt x="36506" y="380338"/>
                  </a:lnTo>
                  <a:lnTo>
                    <a:pt x="38428" y="380166"/>
                  </a:lnTo>
                  <a:lnTo>
                    <a:pt x="40349" y="379925"/>
                  </a:lnTo>
                  <a:lnTo>
                    <a:pt x="42270" y="379595"/>
                  </a:lnTo>
                  <a:lnTo>
                    <a:pt x="44192" y="379157"/>
                  </a:lnTo>
                  <a:lnTo>
                    <a:pt x="46113" y="378583"/>
                  </a:lnTo>
                  <a:lnTo>
                    <a:pt x="48035" y="377842"/>
                  </a:lnTo>
                  <a:lnTo>
                    <a:pt x="49956" y="376899"/>
                  </a:lnTo>
                  <a:lnTo>
                    <a:pt x="51877" y="375715"/>
                  </a:lnTo>
                  <a:lnTo>
                    <a:pt x="53799" y="374248"/>
                  </a:lnTo>
                  <a:lnTo>
                    <a:pt x="55720" y="372415"/>
                  </a:lnTo>
                  <a:lnTo>
                    <a:pt x="57642" y="370170"/>
                  </a:lnTo>
                  <a:lnTo>
                    <a:pt x="59563" y="367492"/>
                  </a:lnTo>
                  <a:lnTo>
                    <a:pt x="61484" y="364340"/>
                  </a:lnTo>
                  <a:lnTo>
                    <a:pt x="63406" y="360684"/>
                  </a:lnTo>
                  <a:lnTo>
                    <a:pt x="65327" y="356498"/>
                  </a:lnTo>
                  <a:lnTo>
                    <a:pt x="67249" y="351771"/>
                  </a:lnTo>
                  <a:lnTo>
                    <a:pt x="69170" y="346503"/>
                  </a:lnTo>
                  <a:lnTo>
                    <a:pt x="71091" y="340668"/>
                  </a:lnTo>
                  <a:lnTo>
                    <a:pt x="73013" y="334315"/>
                  </a:lnTo>
                  <a:lnTo>
                    <a:pt x="74934" y="327547"/>
                  </a:lnTo>
                  <a:lnTo>
                    <a:pt x="76856" y="320438"/>
                  </a:lnTo>
                  <a:lnTo>
                    <a:pt x="78777" y="313074"/>
                  </a:lnTo>
                  <a:lnTo>
                    <a:pt x="80699" y="305555"/>
                  </a:lnTo>
                  <a:lnTo>
                    <a:pt x="82620" y="297983"/>
                  </a:lnTo>
                  <a:lnTo>
                    <a:pt x="84541" y="290468"/>
                  </a:lnTo>
                  <a:lnTo>
                    <a:pt x="86463" y="283131"/>
                  </a:lnTo>
                  <a:lnTo>
                    <a:pt x="88384" y="276105"/>
                  </a:lnTo>
                  <a:lnTo>
                    <a:pt x="90306" y="269447"/>
                  </a:lnTo>
                  <a:lnTo>
                    <a:pt x="92227" y="263216"/>
                  </a:lnTo>
                  <a:lnTo>
                    <a:pt x="94148" y="257447"/>
                  </a:lnTo>
                  <a:lnTo>
                    <a:pt x="96070" y="252154"/>
                  </a:lnTo>
                  <a:lnTo>
                    <a:pt x="97991" y="247329"/>
                  </a:lnTo>
                  <a:lnTo>
                    <a:pt x="99913" y="242941"/>
                  </a:lnTo>
                  <a:lnTo>
                    <a:pt x="101834" y="238954"/>
                  </a:lnTo>
                  <a:lnTo>
                    <a:pt x="103755" y="235300"/>
                  </a:lnTo>
                  <a:lnTo>
                    <a:pt x="105677" y="231847"/>
                  </a:lnTo>
                  <a:lnTo>
                    <a:pt x="107598" y="228504"/>
                  </a:lnTo>
                  <a:lnTo>
                    <a:pt x="109520" y="225179"/>
                  </a:lnTo>
                  <a:lnTo>
                    <a:pt x="111441" y="221783"/>
                  </a:lnTo>
                  <a:lnTo>
                    <a:pt x="113362" y="218231"/>
                  </a:lnTo>
                  <a:lnTo>
                    <a:pt x="115284" y="214450"/>
                  </a:lnTo>
                  <a:lnTo>
                    <a:pt x="117205" y="210362"/>
                  </a:lnTo>
                  <a:lnTo>
                    <a:pt x="119127" y="205865"/>
                  </a:lnTo>
                  <a:lnTo>
                    <a:pt x="121048" y="200963"/>
                  </a:lnTo>
                  <a:lnTo>
                    <a:pt x="122969" y="195627"/>
                  </a:lnTo>
                  <a:lnTo>
                    <a:pt x="124891" y="189837"/>
                  </a:lnTo>
                  <a:lnTo>
                    <a:pt x="126812" y="183579"/>
                  </a:lnTo>
                  <a:lnTo>
                    <a:pt x="128734" y="176846"/>
                  </a:lnTo>
                  <a:lnTo>
                    <a:pt x="130655" y="169635"/>
                  </a:lnTo>
                  <a:lnTo>
                    <a:pt x="132576" y="161942"/>
                  </a:lnTo>
                  <a:lnTo>
                    <a:pt x="134498" y="153712"/>
                  </a:lnTo>
                  <a:lnTo>
                    <a:pt x="136419" y="145035"/>
                  </a:lnTo>
                  <a:lnTo>
                    <a:pt x="138341" y="135937"/>
                  </a:lnTo>
                  <a:lnTo>
                    <a:pt x="140262" y="126453"/>
                  </a:lnTo>
                  <a:lnTo>
                    <a:pt x="142183" y="116629"/>
                  </a:lnTo>
                  <a:lnTo>
                    <a:pt x="144105" y="106525"/>
                  </a:lnTo>
                  <a:lnTo>
                    <a:pt x="146026" y="96213"/>
                  </a:lnTo>
                  <a:lnTo>
                    <a:pt x="147948" y="85776"/>
                  </a:lnTo>
                  <a:lnTo>
                    <a:pt x="149869" y="75336"/>
                  </a:lnTo>
                  <a:lnTo>
                    <a:pt x="151791" y="65033"/>
                  </a:lnTo>
                  <a:lnTo>
                    <a:pt x="153712" y="54996"/>
                  </a:lnTo>
                  <a:lnTo>
                    <a:pt x="155633" y="45361"/>
                  </a:lnTo>
                  <a:lnTo>
                    <a:pt x="157555" y="36266"/>
                  </a:lnTo>
                  <a:lnTo>
                    <a:pt x="159476" y="27855"/>
                  </a:lnTo>
                  <a:lnTo>
                    <a:pt x="161398" y="20265"/>
                  </a:lnTo>
                  <a:lnTo>
                    <a:pt x="163319" y="13633"/>
                  </a:lnTo>
                  <a:lnTo>
                    <a:pt x="165240" y="8256"/>
                  </a:lnTo>
                  <a:lnTo>
                    <a:pt x="167162" y="4147"/>
                  </a:lnTo>
                  <a:lnTo>
                    <a:pt x="169083" y="1370"/>
                  </a:lnTo>
                  <a:lnTo>
                    <a:pt x="171005" y="0"/>
                  </a:lnTo>
                  <a:lnTo>
                    <a:pt x="172926" y="92"/>
                  </a:lnTo>
                  <a:lnTo>
                    <a:pt x="174847" y="1683"/>
                  </a:lnTo>
                  <a:lnTo>
                    <a:pt x="176769" y="4788"/>
                  </a:lnTo>
                  <a:lnTo>
                    <a:pt x="178690" y="9401"/>
                  </a:lnTo>
                  <a:lnTo>
                    <a:pt x="180612" y="15660"/>
                  </a:lnTo>
                  <a:lnTo>
                    <a:pt x="182533" y="23384"/>
                  </a:lnTo>
                  <a:lnTo>
                    <a:pt x="184454" y="32423"/>
                  </a:lnTo>
                  <a:lnTo>
                    <a:pt x="186376" y="42675"/>
                  </a:lnTo>
                  <a:lnTo>
                    <a:pt x="188297" y="54021"/>
                  </a:lnTo>
                  <a:lnTo>
                    <a:pt x="190219" y="66331"/>
                  </a:lnTo>
                  <a:lnTo>
                    <a:pt x="192140" y="79461"/>
                  </a:lnTo>
                  <a:lnTo>
                    <a:pt x="194061" y="93263"/>
                  </a:lnTo>
                  <a:lnTo>
                    <a:pt x="195983" y="107612"/>
                  </a:lnTo>
                  <a:lnTo>
                    <a:pt x="197904" y="122292"/>
                  </a:lnTo>
                  <a:lnTo>
                    <a:pt x="199826" y="137124"/>
                  </a:lnTo>
                  <a:lnTo>
                    <a:pt x="201747" y="151966"/>
                  </a:lnTo>
                  <a:lnTo>
                    <a:pt x="203668" y="166689"/>
                  </a:lnTo>
                  <a:lnTo>
                    <a:pt x="205590" y="181174"/>
                  </a:lnTo>
                  <a:lnTo>
                    <a:pt x="207511" y="195318"/>
                  </a:lnTo>
                  <a:lnTo>
                    <a:pt x="209433" y="209033"/>
                  </a:lnTo>
                  <a:lnTo>
                    <a:pt x="211354" y="222199"/>
                  </a:lnTo>
                  <a:lnTo>
                    <a:pt x="213275" y="234750"/>
                  </a:lnTo>
                  <a:lnTo>
                    <a:pt x="215197" y="246693"/>
                  </a:lnTo>
                  <a:lnTo>
                    <a:pt x="217118" y="258010"/>
                  </a:lnTo>
                  <a:lnTo>
                    <a:pt x="219040" y="268691"/>
                  </a:lnTo>
                  <a:lnTo>
                    <a:pt x="220961" y="278735"/>
                  </a:lnTo>
                  <a:lnTo>
                    <a:pt x="222883" y="288150"/>
                  </a:lnTo>
                  <a:lnTo>
                    <a:pt x="224804" y="296948"/>
                  </a:lnTo>
                  <a:lnTo>
                    <a:pt x="226725" y="305110"/>
                  </a:lnTo>
                  <a:lnTo>
                    <a:pt x="228647" y="312643"/>
                  </a:lnTo>
                  <a:lnTo>
                    <a:pt x="230568" y="319626"/>
                  </a:lnTo>
                  <a:lnTo>
                    <a:pt x="232490" y="326084"/>
                  </a:lnTo>
                  <a:lnTo>
                    <a:pt x="234411" y="332036"/>
                  </a:lnTo>
                  <a:lnTo>
                    <a:pt x="236332" y="337506"/>
                  </a:lnTo>
                  <a:lnTo>
                    <a:pt x="238254" y="342513"/>
                  </a:lnTo>
                  <a:lnTo>
                    <a:pt x="240175" y="347078"/>
                  </a:lnTo>
                  <a:lnTo>
                    <a:pt x="242097" y="351203"/>
                  </a:lnTo>
                  <a:lnTo>
                    <a:pt x="244018" y="354884"/>
                  </a:lnTo>
                  <a:lnTo>
                    <a:pt x="245939" y="358192"/>
                  </a:lnTo>
                  <a:lnTo>
                    <a:pt x="247861" y="361146"/>
                  </a:lnTo>
                  <a:lnTo>
                    <a:pt x="249782" y="363769"/>
                  </a:lnTo>
                  <a:lnTo>
                    <a:pt x="251704" y="366081"/>
                  </a:lnTo>
                  <a:lnTo>
                    <a:pt x="253625" y="368105"/>
                  </a:lnTo>
                  <a:lnTo>
                    <a:pt x="255546" y="369864"/>
                  </a:lnTo>
                  <a:lnTo>
                    <a:pt x="257468" y="371374"/>
                  </a:lnTo>
                  <a:lnTo>
                    <a:pt x="259389" y="372641"/>
                  </a:lnTo>
                  <a:lnTo>
                    <a:pt x="261311" y="373719"/>
                  </a:lnTo>
                  <a:lnTo>
                    <a:pt x="263232" y="374631"/>
                  </a:lnTo>
                  <a:lnTo>
                    <a:pt x="265153" y="375398"/>
                  </a:lnTo>
                  <a:lnTo>
                    <a:pt x="267075" y="376040"/>
                  </a:lnTo>
                  <a:lnTo>
                    <a:pt x="268996" y="376575"/>
                  </a:lnTo>
                  <a:lnTo>
                    <a:pt x="270918" y="377020"/>
                  </a:lnTo>
                  <a:lnTo>
                    <a:pt x="272839" y="377392"/>
                  </a:lnTo>
                  <a:lnTo>
                    <a:pt x="274760" y="377697"/>
                  </a:lnTo>
                  <a:lnTo>
                    <a:pt x="276682" y="377959"/>
                  </a:lnTo>
                  <a:lnTo>
                    <a:pt x="278603" y="378187"/>
                  </a:lnTo>
                  <a:lnTo>
                    <a:pt x="280525" y="378389"/>
                  </a:lnTo>
                  <a:lnTo>
                    <a:pt x="282446" y="378572"/>
                  </a:lnTo>
                  <a:lnTo>
                    <a:pt x="284367" y="378740"/>
                  </a:lnTo>
                  <a:lnTo>
                    <a:pt x="286289" y="378897"/>
                  </a:lnTo>
                  <a:lnTo>
                    <a:pt x="288210" y="379046"/>
                  </a:lnTo>
                  <a:lnTo>
                    <a:pt x="290132" y="379187"/>
                  </a:lnTo>
                  <a:lnTo>
                    <a:pt x="292053" y="379321"/>
                  </a:lnTo>
                  <a:lnTo>
                    <a:pt x="293975" y="379448"/>
                  </a:lnTo>
                  <a:lnTo>
                    <a:pt x="295896" y="379568"/>
                  </a:lnTo>
                  <a:lnTo>
                    <a:pt x="297817" y="379678"/>
                  </a:lnTo>
                  <a:lnTo>
                    <a:pt x="299739" y="379779"/>
                  </a:lnTo>
                  <a:lnTo>
                    <a:pt x="301660" y="379869"/>
                  </a:lnTo>
                  <a:lnTo>
                    <a:pt x="303582" y="379946"/>
                  </a:lnTo>
                  <a:lnTo>
                    <a:pt x="305503" y="380009"/>
                  </a:lnTo>
                  <a:lnTo>
                    <a:pt x="307424" y="380058"/>
                  </a:lnTo>
                  <a:lnTo>
                    <a:pt x="309346" y="380093"/>
                  </a:lnTo>
                  <a:lnTo>
                    <a:pt x="311267" y="380115"/>
                  </a:lnTo>
                  <a:lnTo>
                    <a:pt x="313189" y="380124"/>
                  </a:lnTo>
                  <a:lnTo>
                    <a:pt x="315110" y="380122"/>
                  </a:lnTo>
                  <a:lnTo>
                    <a:pt x="317031" y="380110"/>
                  </a:lnTo>
                  <a:lnTo>
                    <a:pt x="318953" y="380090"/>
                  </a:lnTo>
                  <a:lnTo>
                    <a:pt x="320874" y="380062"/>
                  </a:lnTo>
                  <a:lnTo>
                    <a:pt x="322796" y="380032"/>
                  </a:lnTo>
                  <a:lnTo>
                    <a:pt x="324717" y="379999"/>
                  </a:lnTo>
                  <a:lnTo>
                    <a:pt x="326638" y="379968"/>
                  </a:lnTo>
                  <a:lnTo>
                    <a:pt x="328560" y="379940"/>
                  </a:lnTo>
                  <a:lnTo>
                    <a:pt x="330481" y="379916"/>
                  </a:lnTo>
                  <a:lnTo>
                    <a:pt x="332403" y="379899"/>
                  </a:lnTo>
                  <a:lnTo>
                    <a:pt x="334324" y="379890"/>
                  </a:lnTo>
                  <a:lnTo>
                    <a:pt x="336245" y="379890"/>
                  </a:lnTo>
                  <a:lnTo>
                    <a:pt x="338167" y="379900"/>
                  </a:lnTo>
                  <a:lnTo>
                    <a:pt x="340088" y="379920"/>
                  </a:lnTo>
                  <a:lnTo>
                    <a:pt x="342010" y="379947"/>
                  </a:lnTo>
                  <a:lnTo>
                    <a:pt x="343931" y="379983"/>
                  </a:lnTo>
                  <a:lnTo>
                    <a:pt x="345852" y="380026"/>
                  </a:lnTo>
                  <a:lnTo>
                    <a:pt x="347774" y="380074"/>
                  </a:lnTo>
                  <a:lnTo>
                    <a:pt x="349695" y="380126"/>
                  </a:lnTo>
                  <a:lnTo>
                    <a:pt x="351617" y="380181"/>
                  </a:lnTo>
                  <a:lnTo>
                    <a:pt x="353538" y="380236"/>
                  </a:lnTo>
                  <a:lnTo>
                    <a:pt x="355459" y="380291"/>
                  </a:lnTo>
                  <a:lnTo>
                    <a:pt x="357381" y="380342"/>
                  </a:lnTo>
                  <a:lnTo>
                    <a:pt x="359302" y="380391"/>
                  </a:lnTo>
                  <a:lnTo>
                    <a:pt x="361224" y="380434"/>
                  </a:lnTo>
                  <a:lnTo>
                    <a:pt x="363145" y="380472"/>
                  </a:lnTo>
                  <a:lnTo>
                    <a:pt x="365067" y="380503"/>
                  </a:lnTo>
                  <a:lnTo>
                    <a:pt x="366988" y="380526"/>
                  </a:lnTo>
                  <a:lnTo>
                    <a:pt x="368909" y="380541"/>
                  </a:lnTo>
                  <a:lnTo>
                    <a:pt x="370831" y="380549"/>
                  </a:lnTo>
                  <a:lnTo>
                    <a:pt x="372752" y="380548"/>
                  </a:lnTo>
                  <a:lnTo>
                    <a:pt x="374674" y="380540"/>
                  </a:lnTo>
                  <a:lnTo>
                    <a:pt x="376595" y="380523"/>
                  </a:lnTo>
                  <a:lnTo>
                    <a:pt x="378516" y="380500"/>
                  </a:lnTo>
                  <a:lnTo>
                    <a:pt x="380438" y="380469"/>
                  </a:lnTo>
                  <a:lnTo>
                    <a:pt x="382359" y="380431"/>
                  </a:lnTo>
                  <a:lnTo>
                    <a:pt x="384281" y="380386"/>
                  </a:lnTo>
                  <a:lnTo>
                    <a:pt x="386202" y="380337"/>
                  </a:lnTo>
                  <a:lnTo>
                    <a:pt x="388123" y="380284"/>
                  </a:lnTo>
                  <a:lnTo>
                    <a:pt x="390045" y="380229"/>
                  </a:lnTo>
                  <a:lnTo>
                    <a:pt x="391966" y="380173"/>
                  </a:lnTo>
                  <a:lnTo>
                    <a:pt x="393888" y="380117"/>
                  </a:lnTo>
                  <a:lnTo>
                    <a:pt x="395809" y="380062"/>
                  </a:lnTo>
                  <a:lnTo>
                    <a:pt x="397730" y="380011"/>
                  </a:lnTo>
                  <a:lnTo>
                    <a:pt x="399652" y="379965"/>
                  </a:lnTo>
                  <a:lnTo>
                    <a:pt x="401573" y="379925"/>
                  </a:lnTo>
                  <a:lnTo>
                    <a:pt x="403495" y="379892"/>
                  </a:lnTo>
                  <a:lnTo>
                    <a:pt x="405416" y="379867"/>
                  </a:lnTo>
                  <a:lnTo>
                    <a:pt x="407337" y="379848"/>
                  </a:lnTo>
                  <a:lnTo>
                    <a:pt x="409259" y="379837"/>
                  </a:lnTo>
                  <a:lnTo>
                    <a:pt x="411180" y="379833"/>
                  </a:lnTo>
                  <a:lnTo>
                    <a:pt x="413102" y="379834"/>
                  </a:lnTo>
                  <a:lnTo>
                    <a:pt x="415023" y="379841"/>
                  </a:lnTo>
                  <a:lnTo>
                    <a:pt x="416944" y="379851"/>
                  </a:lnTo>
                  <a:lnTo>
                    <a:pt x="418866" y="379862"/>
                  </a:lnTo>
                  <a:lnTo>
                    <a:pt x="420787" y="379874"/>
                  </a:lnTo>
                  <a:lnTo>
                    <a:pt x="422709" y="379884"/>
                  </a:lnTo>
                  <a:lnTo>
                    <a:pt x="424630" y="379891"/>
                  </a:lnTo>
                  <a:lnTo>
                    <a:pt x="426551" y="379895"/>
                  </a:lnTo>
                  <a:lnTo>
                    <a:pt x="428473" y="379896"/>
                  </a:lnTo>
                  <a:lnTo>
                    <a:pt x="430394" y="379892"/>
                  </a:lnTo>
                  <a:lnTo>
                    <a:pt x="432316" y="379885"/>
                  </a:lnTo>
                  <a:lnTo>
                    <a:pt x="434237" y="379875"/>
                  </a:lnTo>
                  <a:lnTo>
                    <a:pt x="436159" y="379864"/>
                  </a:lnTo>
                  <a:lnTo>
                    <a:pt x="438080" y="379852"/>
                  </a:lnTo>
                  <a:lnTo>
                    <a:pt x="440001" y="379842"/>
                  </a:lnTo>
                  <a:lnTo>
                    <a:pt x="441923" y="379835"/>
                  </a:lnTo>
                  <a:lnTo>
                    <a:pt x="443844" y="379831"/>
                  </a:lnTo>
                  <a:lnTo>
                    <a:pt x="445766" y="379834"/>
                  </a:lnTo>
                  <a:lnTo>
                    <a:pt x="447687" y="379844"/>
                  </a:lnTo>
                  <a:lnTo>
                    <a:pt x="449608" y="379861"/>
                  </a:lnTo>
                  <a:lnTo>
                    <a:pt x="451530" y="379886"/>
                  </a:lnTo>
                  <a:lnTo>
                    <a:pt x="453451" y="379918"/>
                  </a:lnTo>
                  <a:lnTo>
                    <a:pt x="455373" y="379957"/>
                  </a:lnTo>
                  <a:lnTo>
                    <a:pt x="457294" y="380002"/>
                  </a:lnTo>
                  <a:lnTo>
                    <a:pt x="459215" y="380052"/>
                  </a:lnTo>
                  <a:lnTo>
                    <a:pt x="461137" y="380107"/>
                  </a:lnTo>
                  <a:lnTo>
                    <a:pt x="463058" y="380165"/>
                  </a:lnTo>
                  <a:lnTo>
                    <a:pt x="464980" y="380223"/>
                  </a:lnTo>
                  <a:lnTo>
                    <a:pt x="466901" y="380281"/>
                  </a:lnTo>
                  <a:lnTo>
                    <a:pt x="468822" y="380338"/>
                  </a:lnTo>
                  <a:lnTo>
                    <a:pt x="470744" y="380393"/>
                  </a:lnTo>
                  <a:lnTo>
                    <a:pt x="472665" y="380444"/>
                  </a:lnTo>
                  <a:lnTo>
                    <a:pt x="474587" y="380491"/>
                  </a:lnTo>
                  <a:lnTo>
                    <a:pt x="476508" y="380534"/>
                  </a:lnTo>
                  <a:lnTo>
                    <a:pt x="478429" y="380571"/>
                  </a:lnTo>
                  <a:lnTo>
                    <a:pt x="480351" y="380604"/>
                  </a:lnTo>
                  <a:lnTo>
                    <a:pt x="482272" y="380633"/>
                  </a:lnTo>
                  <a:lnTo>
                    <a:pt x="484194" y="380657"/>
                  </a:lnTo>
                  <a:lnTo>
                    <a:pt x="486115" y="380677"/>
                  </a:lnTo>
                  <a:lnTo>
                    <a:pt x="488036" y="380694"/>
                  </a:lnTo>
                  <a:lnTo>
                    <a:pt x="489958" y="380708"/>
                  </a:lnTo>
                  <a:lnTo>
                    <a:pt x="491879" y="380718"/>
                  </a:lnTo>
                  <a:lnTo>
                    <a:pt x="493801" y="380727"/>
                  </a:lnTo>
                  <a:lnTo>
                    <a:pt x="495722" y="380733"/>
                  </a:lnTo>
                  <a:lnTo>
                    <a:pt x="497643" y="380738"/>
                  </a:lnTo>
                  <a:lnTo>
                    <a:pt x="499565" y="380742"/>
                  </a:lnTo>
                  <a:lnTo>
                    <a:pt x="501486" y="380745"/>
                  </a:lnTo>
                  <a:lnTo>
                    <a:pt x="503408" y="380747"/>
                  </a:lnTo>
                  <a:lnTo>
                    <a:pt x="505329" y="380749"/>
                  </a:lnTo>
                  <a:lnTo>
                    <a:pt x="507250" y="380750"/>
                  </a:lnTo>
                  <a:lnTo>
                    <a:pt x="509172" y="380751"/>
                  </a:lnTo>
                  <a:lnTo>
                    <a:pt x="511093" y="380751"/>
                  </a:lnTo>
                  <a:lnTo>
                    <a:pt x="513015" y="380752"/>
                  </a:lnTo>
                  <a:lnTo>
                    <a:pt x="514936" y="380752"/>
                  </a:lnTo>
                  <a:lnTo>
                    <a:pt x="516858" y="380752"/>
                  </a:lnTo>
                  <a:lnTo>
                    <a:pt x="518779" y="380752"/>
                  </a:lnTo>
                  <a:lnTo>
                    <a:pt x="520700" y="380752"/>
                  </a:lnTo>
                  <a:lnTo>
                    <a:pt x="522622" y="380752"/>
                  </a:lnTo>
                  <a:lnTo>
                    <a:pt x="524543" y="380752"/>
                  </a:lnTo>
                  <a:lnTo>
                    <a:pt x="526465" y="380752"/>
                  </a:lnTo>
                  <a:lnTo>
                    <a:pt x="528386" y="380752"/>
                  </a:lnTo>
                  <a:lnTo>
                    <a:pt x="530307" y="380752"/>
                  </a:lnTo>
                  <a:lnTo>
                    <a:pt x="532229" y="380752"/>
                  </a:lnTo>
                  <a:lnTo>
                    <a:pt x="534150" y="380752"/>
                  </a:lnTo>
                  <a:lnTo>
                    <a:pt x="536072" y="380752"/>
                  </a:lnTo>
                  <a:lnTo>
                    <a:pt x="537993" y="380752"/>
                  </a:lnTo>
                  <a:lnTo>
                    <a:pt x="539914" y="380752"/>
                  </a:lnTo>
                  <a:lnTo>
                    <a:pt x="541836" y="380752"/>
                  </a:lnTo>
                  <a:lnTo>
                    <a:pt x="543757" y="380752"/>
                  </a:lnTo>
                  <a:lnTo>
                    <a:pt x="545679" y="380752"/>
                  </a:lnTo>
                  <a:lnTo>
                    <a:pt x="547600" y="380752"/>
                  </a:lnTo>
                  <a:lnTo>
                    <a:pt x="549521" y="380752"/>
                  </a:lnTo>
                  <a:lnTo>
                    <a:pt x="551443" y="380752"/>
                  </a:lnTo>
                  <a:lnTo>
                    <a:pt x="553364" y="380752"/>
                  </a:lnTo>
                  <a:lnTo>
                    <a:pt x="555286" y="380752"/>
                  </a:lnTo>
                  <a:lnTo>
                    <a:pt x="557207" y="380752"/>
                  </a:lnTo>
                  <a:lnTo>
                    <a:pt x="559128" y="380752"/>
                  </a:lnTo>
                  <a:lnTo>
                    <a:pt x="561050" y="380752"/>
                  </a:lnTo>
                  <a:lnTo>
                    <a:pt x="562971" y="380752"/>
                  </a:lnTo>
                  <a:lnTo>
                    <a:pt x="564893" y="380752"/>
                  </a:lnTo>
                  <a:lnTo>
                    <a:pt x="566814" y="380752"/>
                  </a:lnTo>
                  <a:lnTo>
                    <a:pt x="568735" y="380752"/>
                  </a:lnTo>
                  <a:lnTo>
                    <a:pt x="570657" y="380752"/>
                  </a:lnTo>
                  <a:lnTo>
                    <a:pt x="572578" y="380752"/>
                  </a:lnTo>
                  <a:lnTo>
                    <a:pt x="574500" y="380752"/>
                  </a:lnTo>
                  <a:lnTo>
                    <a:pt x="576421" y="380752"/>
                  </a:lnTo>
                  <a:lnTo>
                    <a:pt x="578342" y="380752"/>
                  </a:lnTo>
                  <a:lnTo>
                    <a:pt x="580264" y="380752"/>
                  </a:lnTo>
                  <a:lnTo>
                    <a:pt x="582185" y="380752"/>
                  </a:lnTo>
                  <a:lnTo>
                    <a:pt x="584107" y="380752"/>
                  </a:lnTo>
                  <a:lnTo>
                    <a:pt x="586028" y="380752"/>
                  </a:lnTo>
                  <a:lnTo>
                    <a:pt x="587950" y="380752"/>
                  </a:lnTo>
                  <a:lnTo>
                    <a:pt x="589871" y="380752"/>
                  </a:lnTo>
                  <a:lnTo>
                    <a:pt x="591792" y="380752"/>
                  </a:lnTo>
                  <a:lnTo>
                    <a:pt x="593714" y="380752"/>
                  </a:lnTo>
                  <a:lnTo>
                    <a:pt x="595635" y="380752"/>
                  </a:lnTo>
                  <a:lnTo>
                    <a:pt x="597557" y="380752"/>
                  </a:lnTo>
                  <a:lnTo>
                    <a:pt x="599478" y="380752"/>
                  </a:lnTo>
                  <a:lnTo>
                    <a:pt x="601399" y="380752"/>
                  </a:lnTo>
                  <a:lnTo>
                    <a:pt x="603321" y="380752"/>
                  </a:lnTo>
                  <a:lnTo>
                    <a:pt x="605242" y="380752"/>
                  </a:lnTo>
                  <a:lnTo>
                    <a:pt x="607164" y="380752"/>
                  </a:lnTo>
                  <a:lnTo>
                    <a:pt x="609085" y="380752"/>
                  </a:lnTo>
                  <a:lnTo>
                    <a:pt x="611006" y="380752"/>
                  </a:lnTo>
                  <a:lnTo>
                    <a:pt x="612928" y="380752"/>
                  </a:lnTo>
                  <a:lnTo>
                    <a:pt x="614849" y="380752"/>
                  </a:lnTo>
                  <a:lnTo>
                    <a:pt x="616771" y="380752"/>
                  </a:lnTo>
                  <a:lnTo>
                    <a:pt x="618692" y="380752"/>
                  </a:lnTo>
                  <a:lnTo>
                    <a:pt x="620613" y="380752"/>
                  </a:lnTo>
                  <a:lnTo>
                    <a:pt x="622535" y="380752"/>
                  </a:lnTo>
                  <a:lnTo>
                    <a:pt x="624456" y="380752"/>
                  </a:lnTo>
                  <a:lnTo>
                    <a:pt x="626378" y="380752"/>
                  </a:lnTo>
                  <a:lnTo>
                    <a:pt x="628299" y="380752"/>
                  </a:lnTo>
                  <a:lnTo>
                    <a:pt x="630220" y="380752"/>
                  </a:lnTo>
                  <a:lnTo>
                    <a:pt x="632142" y="380752"/>
                  </a:lnTo>
                  <a:lnTo>
                    <a:pt x="634063" y="380752"/>
                  </a:lnTo>
                  <a:lnTo>
                    <a:pt x="635985" y="380752"/>
                  </a:lnTo>
                  <a:lnTo>
                    <a:pt x="637906" y="380752"/>
                  </a:lnTo>
                  <a:lnTo>
                    <a:pt x="639827" y="380752"/>
                  </a:lnTo>
                  <a:lnTo>
                    <a:pt x="641749" y="380752"/>
                  </a:lnTo>
                  <a:lnTo>
                    <a:pt x="643670" y="380752"/>
                  </a:lnTo>
                  <a:lnTo>
                    <a:pt x="645592" y="380752"/>
                  </a:lnTo>
                  <a:lnTo>
                    <a:pt x="647513" y="380752"/>
                  </a:lnTo>
                  <a:lnTo>
                    <a:pt x="649434" y="380752"/>
                  </a:lnTo>
                  <a:lnTo>
                    <a:pt x="651356" y="380752"/>
                  </a:lnTo>
                  <a:lnTo>
                    <a:pt x="653277" y="380752"/>
                  </a:lnTo>
                  <a:lnTo>
                    <a:pt x="655199" y="380752"/>
                  </a:lnTo>
                  <a:lnTo>
                    <a:pt x="657120" y="380752"/>
                  </a:lnTo>
                  <a:lnTo>
                    <a:pt x="659042" y="380752"/>
                  </a:lnTo>
                  <a:lnTo>
                    <a:pt x="660963" y="380752"/>
                  </a:lnTo>
                  <a:lnTo>
                    <a:pt x="662884" y="380752"/>
                  </a:lnTo>
                  <a:lnTo>
                    <a:pt x="664806" y="380752"/>
                  </a:lnTo>
                  <a:lnTo>
                    <a:pt x="666727" y="380752"/>
                  </a:lnTo>
                  <a:lnTo>
                    <a:pt x="668649" y="380752"/>
                  </a:lnTo>
                  <a:lnTo>
                    <a:pt x="670570" y="380752"/>
                  </a:lnTo>
                  <a:lnTo>
                    <a:pt x="672491" y="380752"/>
                  </a:lnTo>
                  <a:lnTo>
                    <a:pt x="674413" y="380752"/>
                  </a:lnTo>
                  <a:lnTo>
                    <a:pt x="676334" y="380752"/>
                  </a:lnTo>
                  <a:lnTo>
                    <a:pt x="678256" y="380752"/>
                  </a:lnTo>
                  <a:lnTo>
                    <a:pt x="680177" y="380752"/>
                  </a:lnTo>
                  <a:lnTo>
                    <a:pt x="682098" y="380752"/>
                  </a:lnTo>
                  <a:lnTo>
                    <a:pt x="684020" y="380752"/>
                  </a:lnTo>
                  <a:lnTo>
                    <a:pt x="685941" y="380752"/>
                  </a:lnTo>
                  <a:lnTo>
                    <a:pt x="687863" y="380752"/>
                  </a:lnTo>
                  <a:lnTo>
                    <a:pt x="689784" y="380752"/>
                  </a:lnTo>
                  <a:lnTo>
                    <a:pt x="691705" y="380752"/>
                  </a:lnTo>
                  <a:lnTo>
                    <a:pt x="693627" y="380752"/>
                  </a:lnTo>
                  <a:lnTo>
                    <a:pt x="695548" y="380752"/>
                  </a:lnTo>
                  <a:lnTo>
                    <a:pt x="697470" y="380752"/>
                  </a:lnTo>
                  <a:lnTo>
                    <a:pt x="699391" y="380752"/>
                  </a:lnTo>
                  <a:lnTo>
                    <a:pt x="701312" y="380752"/>
                  </a:lnTo>
                  <a:lnTo>
                    <a:pt x="703234" y="380752"/>
                  </a:lnTo>
                  <a:lnTo>
                    <a:pt x="705155" y="380752"/>
                  </a:lnTo>
                  <a:lnTo>
                    <a:pt x="707077" y="380752"/>
                  </a:lnTo>
                  <a:lnTo>
                    <a:pt x="708998" y="380752"/>
                  </a:lnTo>
                  <a:lnTo>
                    <a:pt x="710919" y="380752"/>
                  </a:lnTo>
                  <a:lnTo>
                    <a:pt x="712841" y="380752"/>
                  </a:lnTo>
                  <a:lnTo>
                    <a:pt x="714762" y="380752"/>
                  </a:lnTo>
                  <a:lnTo>
                    <a:pt x="716684" y="380752"/>
                  </a:lnTo>
                  <a:lnTo>
                    <a:pt x="718605" y="380752"/>
                  </a:lnTo>
                  <a:lnTo>
                    <a:pt x="720526" y="380752"/>
                  </a:lnTo>
                  <a:lnTo>
                    <a:pt x="722448" y="380752"/>
                  </a:lnTo>
                  <a:lnTo>
                    <a:pt x="724369" y="380752"/>
                  </a:lnTo>
                  <a:lnTo>
                    <a:pt x="726291" y="380752"/>
                  </a:lnTo>
                  <a:lnTo>
                    <a:pt x="728212" y="380752"/>
                  </a:lnTo>
                  <a:lnTo>
                    <a:pt x="730134" y="380752"/>
                  </a:lnTo>
                  <a:lnTo>
                    <a:pt x="732055" y="380752"/>
                  </a:lnTo>
                  <a:lnTo>
                    <a:pt x="733976" y="380752"/>
                  </a:lnTo>
                  <a:lnTo>
                    <a:pt x="735898" y="380752"/>
                  </a:lnTo>
                  <a:lnTo>
                    <a:pt x="737819" y="380752"/>
                  </a:lnTo>
                  <a:lnTo>
                    <a:pt x="739741" y="380752"/>
                  </a:lnTo>
                  <a:lnTo>
                    <a:pt x="741662" y="380752"/>
                  </a:lnTo>
                  <a:lnTo>
                    <a:pt x="743583" y="380752"/>
                  </a:lnTo>
                  <a:lnTo>
                    <a:pt x="745505" y="380752"/>
                  </a:lnTo>
                  <a:lnTo>
                    <a:pt x="747426" y="380752"/>
                  </a:lnTo>
                  <a:lnTo>
                    <a:pt x="749348" y="380752"/>
                  </a:lnTo>
                  <a:lnTo>
                    <a:pt x="751269" y="380752"/>
                  </a:lnTo>
                  <a:lnTo>
                    <a:pt x="753190" y="380752"/>
                  </a:lnTo>
                  <a:lnTo>
                    <a:pt x="755112" y="380752"/>
                  </a:lnTo>
                  <a:lnTo>
                    <a:pt x="757033" y="380752"/>
                  </a:lnTo>
                  <a:lnTo>
                    <a:pt x="758955" y="380752"/>
                  </a:lnTo>
                  <a:lnTo>
                    <a:pt x="760876" y="380752"/>
                  </a:lnTo>
                  <a:lnTo>
                    <a:pt x="762797" y="380752"/>
                  </a:lnTo>
                  <a:lnTo>
                    <a:pt x="764719" y="380752"/>
                  </a:lnTo>
                  <a:lnTo>
                    <a:pt x="766640" y="380752"/>
                  </a:lnTo>
                  <a:lnTo>
                    <a:pt x="768562" y="380752"/>
                  </a:lnTo>
                  <a:lnTo>
                    <a:pt x="770483" y="380752"/>
                  </a:lnTo>
                  <a:lnTo>
                    <a:pt x="772404" y="380752"/>
                  </a:lnTo>
                  <a:lnTo>
                    <a:pt x="774326" y="380752"/>
                  </a:lnTo>
                  <a:lnTo>
                    <a:pt x="776247" y="380752"/>
                  </a:lnTo>
                  <a:lnTo>
                    <a:pt x="778169" y="380752"/>
                  </a:lnTo>
                  <a:lnTo>
                    <a:pt x="780090" y="380752"/>
                  </a:lnTo>
                  <a:lnTo>
                    <a:pt x="782011" y="380752"/>
                  </a:lnTo>
                  <a:lnTo>
                    <a:pt x="783933" y="380752"/>
                  </a:lnTo>
                  <a:lnTo>
                    <a:pt x="785854" y="380752"/>
                  </a:lnTo>
                  <a:lnTo>
                    <a:pt x="787776" y="380752"/>
                  </a:lnTo>
                  <a:lnTo>
                    <a:pt x="789697" y="380752"/>
                  </a:lnTo>
                  <a:lnTo>
                    <a:pt x="791618" y="380752"/>
                  </a:lnTo>
                  <a:lnTo>
                    <a:pt x="793540" y="380752"/>
                  </a:lnTo>
                  <a:lnTo>
                    <a:pt x="795461" y="380752"/>
                  </a:lnTo>
                  <a:lnTo>
                    <a:pt x="797383" y="380752"/>
                  </a:lnTo>
                  <a:lnTo>
                    <a:pt x="799304" y="380752"/>
                  </a:lnTo>
                  <a:lnTo>
                    <a:pt x="801226" y="380752"/>
                  </a:lnTo>
                  <a:lnTo>
                    <a:pt x="803147" y="380752"/>
                  </a:lnTo>
                  <a:lnTo>
                    <a:pt x="805068" y="380752"/>
                  </a:lnTo>
                  <a:lnTo>
                    <a:pt x="806990" y="380752"/>
                  </a:lnTo>
                  <a:lnTo>
                    <a:pt x="808911" y="380752"/>
                  </a:lnTo>
                  <a:lnTo>
                    <a:pt x="810833" y="380752"/>
                  </a:lnTo>
                  <a:lnTo>
                    <a:pt x="812754" y="380752"/>
                  </a:lnTo>
                  <a:lnTo>
                    <a:pt x="814675" y="380752"/>
                  </a:lnTo>
                  <a:lnTo>
                    <a:pt x="816597" y="380752"/>
                  </a:lnTo>
                  <a:lnTo>
                    <a:pt x="818518" y="380752"/>
                  </a:lnTo>
                  <a:lnTo>
                    <a:pt x="820440" y="380752"/>
                  </a:lnTo>
                  <a:lnTo>
                    <a:pt x="822361" y="380752"/>
                  </a:lnTo>
                  <a:lnTo>
                    <a:pt x="824282" y="380752"/>
                  </a:lnTo>
                  <a:lnTo>
                    <a:pt x="826204" y="380752"/>
                  </a:lnTo>
                  <a:lnTo>
                    <a:pt x="828125" y="380752"/>
                  </a:lnTo>
                  <a:lnTo>
                    <a:pt x="830047" y="380752"/>
                  </a:lnTo>
                  <a:lnTo>
                    <a:pt x="831968" y="380752"/>
                  </a:lnTo>
                  <a:lnTo>
                    <a:pt x="833889" y="380752"/>
                  </a:lnTo>
                  <a:lnTo>
                    <a:pt x="835811" y="380752"/>
                  </a:lnTo>
                  <a:lnTo>
                    <a:pt x="837732" y="380752"/>
                  </a:lnTo>
                  <a:lnTo>
                    <a:pt x="839654" y="380752"/>
                  </a:lnTo>
                  <a:lnTo>
                    <a:pt x="841575" y="380752"/>
                  </a:lnTo>
                  <a:lnTo>
                    <a:pt x="843496" y="380752"/>
                  </a:lnTo>
                  <a:lnTo>
                    <a:pt x="845418" y="380752"/>
                  </a:lnTo>
                  <a:lnTo>
                    <a:pt x="847339" y="380752"/>
                  </a:lnTo>
                  <a:lnTo>
                    <a:pt x="849261" y="380752"/>
                  </a:lnTo>
                  <a:lnTo>
                    <a:pt x="851182" y="380752"/>
                  </a:lnTo>
                  <a:lnTo>
                    <a:pt x="853103" y="380752"/>
                  </a:lnTo>
                  <a:lnTo>
                    <a:pt x="855025" y="380752"/>
                  </a:lnTo>
                  <a:lnTo>
                    <a:pt x="856946" y="380752"/>
                  </a:lnTo>
                  <a:lnTo>
                    <a:pt x="858868" y="380752"/>
                  </a:lnTo>
                  <a:lnTo>
                    <a:pt x="860789" y="380752"/>
                  </a:lnTo>
                  <a:lnTo>
                    <a:pt x="862710" y="380752"/>
                  </a:lnTo>
                  <a:lnTo>
                    <a:pt x="864632" y="380752"/>
                  </a:lnTo>
                  <a:lnTo>
                    <a:pt x="866553" y="380752"/>
                  </a:lnTo>
                  <a:lnTo>
                    <a:pt x="868475" y="380752"/>
                  </a:lnTo>
                  <a:lnTo>
                    <a:pt x="870396" y="380752"/>
                  </a:lnTo>
                  <a:lnTo>
                    <a:pt x="872318" y="380752"/>
                  </a:lnTo>
                  <a:lnTo>
                    <a:pt x="874239" y="380752"/>
                  </a:lnTo>
                  <a:lnTo>
                    <a:pt x="876160" y="380752"/>
                  </a:lnTo>
                  <a:lnTo>
                    <a:pt x="878082" y="380752"/>
                  </a:lnTo>
                  <a:lnTo>
                    <a:pt x="880003" y="380752"/>
                  </a:lnTo>
                  <a:lnTo>
                    <a:pt x="881925" y="380751"/>
                  </a:lnTo>
                  <a:lnTo>
                    <a:pt x="883846" y="380751"/>
                  </a:lnTo>
                  <a:lnTo>
                    <a:pt x="885767" y="380750"/>
                  </a:lnTo>
                  <a:lnTo>
                    <a:pt x="887689" y="380750"/>
                  </a:lnTo>
                  <a:lnTo>
                    <a:pt x="889610" y="380748"/>
                  </a:lnTo>
                  <a:lnTo>
                    <a:pt x="891532" y="380747"/>
                  </a:lnTo>
                  <a:lnTo>
                    <a:pt x="893453" y="380744"/>
                  </a:lnTo>
                  <a:lnTo>
                    <a:pt x="895374" y="380741"/>
                  </a:lnTo>
                  <a:lnTo>
                    <a:pt x="897296" y="380737"/>
                  </a:lnTo>
                  <a:lnTo>
                    <a:pt x="899217" y="380731"/>
                  </a:lnTo>
                  <a:lnTo>
                    <a:pt x="901139" y="380724"/>
                  </a:lnTo>
                  <a:lnTo>
                    <a:pt x="903060" y="380715"/>
                  </a:lnTo>
                  <a:lnTo>
                    <a:pt x="904981" y="380703"/>
                  </a:lnTo>
                  <a:lnTo>
                    <a:pt x="906903" y="380688"/>
                  </a:lnTo>
                  <a:lnTo>
                    <a:pt x="908824" y="380670"/>
                  </a:lnTo>
                  <a:lnTo>
                    <a:pt x="910746" y="380648"/>
                  </a:lnTo>
                  <a:lnTo>
                    <a:pt x="912667" y="380621"/>
                  </a:lnTo>
                  <a:lnTo>
                    <a:pt x="914588" y="380590"/>
                  </a:lnTo>
                  <a:lnTo>
                    <a:pt x="916510" y="380553"/>
                  </a:lnTo>
                  <a:lnTo>
                    <a:pt x="918431" y="380511"/>
                  </a:lnTo>
                  <a:lnTo>
                    <a:pt x="920353" y="380463"/>
                  </a:lnTo>
                  <a:lnTo>
                    <a:pt x="922274" y="380410"/>
                  </a:lnTo>
                  <a:lnTo>
                    <a:pt x="924195" y="380352"/>
                  </a:lnTo>
                  <a:lnTo>
                    <a:pt x="926117" y="380290"/>
                  </a:lnTo>
                  <a:lnTo>
                    <a:pt x="928038" y="380222"/>
                  </a:lnTo>
                  <a:lnTo>
                    <a:pt x="929960" y="380151"/>
                  </a:lnTo>
                  <a:lnTo>
                    <a:pt x="931881" y="380078"/>
                  </a:lnTo>
                  <a:lnTo>
                    <a:pt x="933802" y="380004"/>
                  </a:lnTo>
                  <a:lnTo>
                    <a:pt x="935724" y="379929"/>
                  </a:lnTo>
                  <a:lnTo>
                    <a:pt x="937645" y="379856"/>
                  </a:lnTo>
                  <a:lnTo>
                    <a:pt x="939567" y="379784"/>
                  </a:lnTo>
                  <a:lnTo>
                    <a:pt x="941488" y="379716"/>
                  </a:lnTo>
                  <a:lnTo>
                    <a:pt x="943410" y="379653"/>
                  </a:lnTo>
                  <a:lnTo>
                    <a:pt x="945331" y="379596"/>
                  </a:lnTo>
                  <a:lnTo>
                    <a:pt x="947252" y="379545"/>
                  </a:lnTo>
                  <a:lnTo>
                    <a:pt x="949174" y="379502"/>
                  </a:lnTo>
                  <a:lnTo>
                    <a:pt x="951095" y="379466"/>
                  </a:lnTo>
                  <a:lnTo>
                    <a:pt x="953017" y="379438"/>
                  </a:lnTo>
                  <a:lnTo>
                    <a:pt x="954938" y="379418"/>
                  </a:lnTo>
                  <a:lnTo>
                    <a:pt x="956859" y="379407"/>
                  </a:lnTo>
                  <a:lnTo>
                    <a:pt x="958781" y="379405"/>
                  </a:lnTo>
                  <a:lnTo>
                    <a:pt x="960702" y="379412"/>
                  </a:lnTo>
                  <a:lnTo>
                    <a:pt x="962624" y="379428"/>
                  </a:lnTo>
                  <a:lnTo>
                    <a:pt x="964545" y="379453"/>
                  </a:lnTo>
                  <a:lnTo>
                    <a:pt x="966466" y="379486"/>
                  </a:lnTo>
                  <a:lnTo>
                    <a:pt x="968388" y="379526"/>
                  </a:lnTo>
                  <a:lnTo>
                    <a:pt x="970309" y="379574"/>
                  </a:lnTo>
                  <a:lnTo>
                    <a:pt x="972231" y="379629"/>
                  </a:lnTo>
                  <a:lnTo>
                    <a:pt x="974152" y="379690"/>
                  </a:lnTo>
                  <a:lnTo>
                    <a:pt x="976073" y="379756"/>
                  </a:lnTo>
                  <a:lnTo>
                    <a:pt x="977995" y="379826"/>
                  </a:lnTo>
                  <a:lnTo>
                    <a:pt x="979916" y="379899"/>
                  </a:lnTo>
                  <a:lnTo>
                    <a:pt x="981838" y="379973"/>
                  </a:lnTo>
                  <a:lnTo>
                    <a:pt x="981838" y="380752"/>
                  </a:lnTo>
                  <a:lnTo>
                    <a:pt x="979916" y="380752"/>
                  </a:lnTo>
                  <a:lnTo>
                    <a:pt x="977995" y="380752"/>
                  </a:lnTo>
                  <a:lnTo>
                    <a:pt x="976073" y="380752"/>
                  </a:lnTo>
                  <a:lnTo>
                    <a:pt x="974152" y="380752"/>
                  </a:lnTo>
                  <a:lnTo>
                    <a:pt x="972231" y="380752"/>
                  </a:lnTo>
                  <a:lnTo>
                    <a:pt x="970309" y="380752"/>
                  </a:lnTo>
                  <a:lnTo>
                    <a:pt x="968388" y="380752"/>
                  </a:lnTo>
                  <a:lnTo>
                    <a:pt x="966466" y="380752"/>
                  </a:lnTo>
                  <a:lnTo>
                    <a:pt x="964545" y="380752"/>
                  </a:lnTo>
                  <a:lnTo>
                    <a:pt x="962624" y="380752"/>
                  </a:lnTo>
                  <a:lnTo>
                    <a:pt x="960702" y="380752"/>
                  </a:lnTo>
                  <a:lnTo>
                    <a:pt x="958781" y="380752"/>
                  </a:lnTo>
                  <a:lnTo>
                    <a:pt x="956859" y="380752"/>
                  </a:lnTo>
                  <a:lnTo>
                    <a:pt x="954938" y="380752"/>
                  </a:lnTo>
                  <a:lnTo>
                    <a:pt x="953017" y="380752"/>
                  </a:lnTo>
                  <a:lnTo>
                    <a:pt x="951095" y="380752"/>
                  </a:lnTo>
                  <a:lnTo>
                    <a:pt x="949174" y="380752"/>
                  </a:lnTo>
                  <a:lnTo>
                    <a:pt x="947252" y="380752"/>
                  </a:lnTo>
                  <a:lnTo>
                    <a:pt x="945331" y="380752"/>
                  </a:lnTo>
                  <a:lnTo>
                    <a:pt x="943410" y="380752"/>
                  </a:lnTo>
                  <a:lnTo>
                    <a:pt x="941488" y="380752"/>
                  </a:lnTo>
                  <a:lnTo>
                    <a:pt x="939567" y="380752"/>
                  </a:lnTo>
                  <a:lnTo>
                    <a:pt x="937645" y="380752"/>
                  </a:lnTo>
                  <a:lnTo>
                    <a:pt x="935724" y="380752"/>
                  </a:lnTo>
                  <a:lnTo>
                    <a:pt x="933802" y="380752"/>
                  </a:lnTo>
                  <a:lnTo>
                    <a:pt x="931881" y="380752"/>
                  </a:lnTo>
                  <a:lnTo>
                    <a:pt x="929960" y="380752"/>
                  </a:lnTo>
                  <a:lnTo>
                    <a:pt x="928038" y="380752"/>
                  </a:lnTo>
                  <a:lnTo>
                    <a:pt x="926117" y="380752"/>
                  </a:lnTo>
                  <a:lnTo>
                    <a:pt x="924195" y="380752"/>
                  </a:lnTo>
                  <a:lnTo>
                    <a:pt x="922274" y="380752"/>
                  </a:lnTo>
                  <a:lnTo>
                    <a:pt x="920353" y="380752"/>
                  </a:lnTo>
                  <a:lnTo>
                    <a:pt x="918431" y="380752"/>
                  </a:lnTo>
                  <a:lnTo>
                    <a:pt x="916510" y="380752"/>
                  </a:lnTo>
                  <a:lnTo>
                    <a:pt x="914588" y="380752"/>
                  </a:lnTo>
                  <a:lnTo>
                    <a:pt x="912667" y="380752"/>
                  </a:lnTo>
                  <a:lnTo>
                    <a:pt x="910746" y="380752"/>
                  </a:lnTo>
                  <a:lnTo>
                    <a:pt x="908824" y="380752"/>
                  </a:lnTo>
                  <a:lnTo>
                    <a:pt x="906903" y="380752"/>
                  </a:lnTo>
                  <a:lnTo>
                    <a:pt x="904981" y="380752"/>
                  </a:lnTo>
                  <a:lnTo>
                    <a:pt x="903060" y="380752"/>
                  </a:lnTo>
                  <a:lnTo>
                    <a:pt x="901139" y="380752"/>
                  </a:lnTo>
                  <a:lnTo>
                    <a:pt x="899217" y="380752"/>
                  </a:lnTo>
                  <a:lnTo>
                    <a:pt x="897296" y="380752"/>
                  </a:lnTo>
                  <a:lnTo>
                    <a:pt x="895374" y="380752"/>
                  </a:lnTo>
                  <a:lnTo>
                    <a:pt x="893453" y="380752"/>
                  </a:lnTo>
                  <a:lnTo>
                    <a:pt x="891532" y="380752"/>
                  </a:lnTo>
                  <a:lnTo>
                    <a:pt x="889610" y="380752"/>
                  </a:lnTo>
                  <a:lnTo>
                    <a:pt x="887689" y="380752"/>
                  </a:lnTo>
                  <a:lnTo>
                    <a:pt x="885767" y="380752"/>
                  </a:lnTo>
                  <a:lnTo>
                    <a:pt x="883846" y="380752"/>
                  </a:lnTo>
                  <a:lnTo>
                    <a:pt x="881925" y="380752"/>
                  </a:lnTo>
                  <a:lnTo>
                    <a:pt x="880003" y="380752"/>
                  </a:lnTo>
                  <a:lnTo>
                    <a:pt x="878082" y="380752"/>
                  </a:lnTo>
                  <a:lnTo>
                    <a:pt x="876160" y="380752"/>
                  </a:lnTo>
                  <a:lnTo>
                    <a:pt x="874239" y="380752"/>
                  </a:lnTo>
                  <a:lnTo>
                    <a:pt x="872318" y="380752"/>
                  </a:lnTo>
                  <a:lnTo>
                    <a:pt x="870396" y="380752"/>
                  </a:lnTo>
                  <a:lnTo>
                    <a:pt x="868475" y="380752"/>
                  </a:lnTo>
                  <a:lnTo>
                    <a:pt x="866553" y="380752"/>
                  </a:lnTo>
                  <a:lnTo>
                    <a:pt x="864632" y="380752"/>
                  </a:lnTo>
                  <a:lnTo>
                    <a:pt x="862710" y="380752"/>
                  </a:lnTo>
                  <a:lnTo>
                    <a:pt x="860789" y="380752"/>
                  </a:lnTo>
                  <a:lnTo>
                    <a:pt x="858868" y="380752"/>
                  </a:lnTo>
                  <a:lnTo>
                    <a:pt x="856946" y="380752"/>
                  </a:lnTo>
                  <a:lnTo>
                    <a:pt x="855025" y="380752"/>
                  </a:lnTo>
                  <a:lnTo>
                    <a:pt x="853103" y="380752"/>
                  </a:lnTo>
                  <a:lnTo>
                    <a:pt x="851182" y="380752"/>
                  </a:lnTo>
                  <a:lnTo>
                    <a:pt x="849261" y="380752"/>
                  </a:lnTo>
                  <a:lnTo>
                    <a:pt x="847339" y="380752"/>
                  </a:lnTo>
                  <a:lnTo>
                    <a:pt x="845418" y="380752"/>
                  </a:lnTo>
                  <a:lnTo>
                    <a:pt x="843496" y="380752"/>
                  </a:lnTo>
                  <a:lnTo>
                    <a:pt x="841575" y="380752"/>
                  </a:lnTo>
                  <a:lnTo>
                    <a:pt x="839654" y="380752"/>
                  </a:lnTo>
                  <a:lnTo>
                    <a:pt x="837732" y="380752"/>
                  </a:lnTo>
                  <a:lnTo>
                    <a:pt x="835811" y="380752"/>
                  </a:lnTo>
                  <a:lnTo>
                    <a:pt x="833889" y="380752"/>
                  </a:lnTo>
                  <a:lnTo>
                    <a:pt x="831968" y="380752"/>
                  </a:lnTo>
                  <a:lnTo>
                    <a:pt x="830047" y="380752"/>
                  </a:lnTo>
                  <a:lnTo>
                    <a:pt x="828125" y="380752"/>
                  </a:lnTo>
                  <a:lnTo>
                    <a:pt x="826204" y="380752"/>
                  </a:lnTo>
                  <a:lnTo>
                    <a:pt x="824282" y="380752"/>
                  </a:lnTo>
                  <a:lnTo>
                    <a:pt x="822361" y="380752"/>
                  </a:lnTo>
                  <a:lnTo>
                    <a:pt x="820440" y="380752"/>
                  </a:lnTo>
                  <a:lnTo>
                    <a:pt x="818518" y="380752"/>
                  </a:lnTo>
                  <a:lnTo>
                    <a:pt x="816597" y="380752"/>
                  </a:lnTo>
                  <a:lnTo>
                    <a:pt x="814675" y="380752"/>
                  </a:lnTo>
                  <a:lnTo>
                    <a:pt x="812754" y="380752"/>
                  </a:lnTo>
                  <a:lnTo>
                    <a:pt x="810833" y="380752"/>
                  </a:lnTo>
                  <a:lnTo>
                    <a:pt x="808911" y="380752"/>
                  </a:lnTo>
                  <a:lnTo>
                    <a:pt x="806990" y="380752"/>
                  </a:lnTo>
                  <a:lnTo>
                    <a:pt x="805068" y="380752"/>
                  </a:lnTo>
                  <a:lnTo>
                    <a:pt x="803147" y="380752"/>
                  </a:lnTo>
                  <a:lnTo>
                    <a:pt x="801226" y="380752"/>
                  </a:lnTo>
                  <a:lnTo>
                    <a:pt x="799304" y="380752"/>
                  </a:lnTo>
                  <a:lnTo>
                    <a:pt x="797383" y="380752"/>
                  </a:lnTo>
                  <a:lnTo>
                    <a:pt x="795461" y="380752"/>
                  </a:lnTo>
                  <a:lnTo>
                    <a:pt x="793540" y="380752"/>
                  </a:lnTo>
                  <a:lnTo>
                    <a:pt x="791618" y="380752"/>
                  </a:lnTo>
                  <a:lnTo>
                    <a:pt x="789697" y="380752"/>
                  </a:lnTo>
                  <a:lnTo>
                    <a:pt x="787776" y="380752"/>
                  </a:lnTo>
                  <a:lnTo>
                    <a:pt x="785854" y="380752"/>
                  </a:lnTo>
                  <a:lnTo>
                    <a:pt x="783933" y="380752"/>
                  </a:lnTo>
                  <a:lnTo>
                    <a:pt x="782011" y="380752"/>
                  </a:lnTo>
                  <a:lnTo>
                    <a:pt x="780090" y="380752"/>
                  </a:lnTo>
                  <a:lnTo>
                    <a:pt x="778169" y="380752"/>
                  </a:lnTo>
                  <a:lnTo>
                    <a:pt x="776247" y="380752"/>
                  </a:lnTo>
                  <a:lnTo>
                    <a:pt x="774326" y="380752"/>
                  </a:lnTo>
                  <a:lnTo>
                    <a:pt x="772404" y="380752"/>
                  </a:lnTo>
                  <a:lnTo>
                    <a:pt x="770483" y="380752"/>
                  </a:lnTo>
                  <a:lnTo>
                    <a:pt x="768562" y="380752"/>
                  </a:lnTo>
                  <a:lnTo>
                    <a:pt x="766640" y="380752"/>
                  </a:lnTo>
                  <a:lnTo>
                    <a:pt x="764719" y="380752"/>
                  </a:lnTo>
                  <a:lnTo>
                    <a:pt x="762797" y="380752"/>
                  </a:lnTo>
                  <a:lnTo>
                    <a:pt x="760876" y="380752"/>
                  </a:lnTo>
                  <a:lnTo>
                    <a:pt x="758955" y="380752"/>
                  </a:lnTo>
                  <a:lnTo>
                    <a:pt x="757033" y="380752"/>
                  </a:lnTo>
                  <a:lnTo>
                    <a:pt x="755112" y="380752"/>
                  </a:lnTo>
                  <a:lnTo>
                    <a:pt x="753190" y="380752"/>
                  </a:lnTo>
                  <a:lnTo>
                    <a:pt x="751269" y="380752"/>
                  </a:lnTo>
                  <a:lnTo>
                    <a:pt x="749348" y="380752"/>
                  </a:lnTo>
                  <a:lnTo>
                    <a:pt x="747426" y="380752"/>
                  </a:lnTo>
                  <a:lnTo>
                    <a:pt x="745505" y="380752"/>
                  </a:lnTo>
                  <a:lnTo>
                    <a:pt x="743583" y="380752"/>
                  </a:lnTo>
                  <a:lnTo>
                    <a:pt x="741662" y="380752"/>
                  </a:lnTo>
                  <a:lnTo>
                    <a:pt x="739741" y="380752"/>
                  </a:lnTo>
                  <a:lnTo>
                    <a:pt x="737819" y="380752"/>
                  </a:lnTo>
                  <a:lnTo>
                    <a:pt x="735898" y="380752"/>
                  </a:lnTo>
                  <a:lnTo>
                    <a:pt x="733976" y="380752"/>
                  </a:lnTo>
                  <a:lnTo>
                    <a:pt x="732055" y="380752"/>
                  </a:lnTo>
                  <a:lnTo>
                    <a:pt x="730134" y="380752"/>
                  </a:lnTo>
                  <a:lnTo>
                    <a:pt x="728212" y="380752"/>
                  </a:lnTo>
                  <a:lnTo>
                    <a:pt x="726291" y="380752"/>
                  </a:lnTo>
                  <a:lnTo>
                    <a:pt x="724369" y="380752"/>
                  </a:lnTo>
                  <a:lnTo>
                    <a:pt x="722448" y="380752"/>
                  </a:lnTo>
                  <a:lnTo>
                    <a:pt x="720526" y="380752"/>
                  </a:lnTo>
                  <a:lnTo>
                    <a:pt x="718605" y="380752"/>
                  </a:lnTo>
                  <a:lnTo>
                    <a:pt x="716684" y="380752"/>
                  </a:lnTo>
                  <a:lnTo>
                    <a:pt x="714762" y="380752"/>
                  </a:lnTo>
                  <a:lnTo>
                    <a:pt x="712841" y="380752"/>
                  </a:lnTo>
                  <a:lnTo>
                    <a:pt x="710919" y="380752"/>
                  </a:lnTo>
                  <a:lnTo>
                    <a:pt x="708998" y="380752"/>
                  </a:lnTo>
                  <a:lnTo>
                    <a:pt x="707077" y="380752"/>
                  </a:lnTo>
                  <a:lnTo>
                    <a:pt x="705155" y="380752"/>
                  </a:lnTo>
                  <a:lnTo>
                    <a:pt x="703234" y="380752"/>
                  </a:lnTo>
                  <a:lnTo>
                    <a:pt x="701312" y="380752"/>
                  </a:lnTo>
                  <a:lnTo>
                    <a:pt x="699391" y="380752"/>
                  </a:lnTo>
                  <a:lnTo>
                    <a:pt x="697470" y="380752"/>
                  </a:lnTo>
                  <a:lnTo>
                    <a:pt x="695548" y="380752"/>
                  </a:lnTo>
                  <a:lnTo>
                    <a:pt x="693627" y="380752"/>
                  </a:lnTo>
                  <a:lnTo>
                    <a:pt x="691705" y="380752"/>
                  </a:lnTo>
                  <a:lnTo>
                    <a:pt x="689784" y="380752"/>
                  </a:lnTo>
                  <a:lnTo>
                    <a:pt x="687863" y="380752"/>
                  </a:lnTo>
                  <a:lnTo>
                    <a:pt x="685941" y="380752"/>
                  </a:lnTo>
                  <a:lnTo>
                    <a:pt x="684020" y="380752"/>
                  </a:lnTo>
                  <a:lnTo>
                    <a:pt x="682098" y="380752"/>
                  </a:lnTo>
                  <a:lnTo>
                    <a:pt x="680177" y="380752"/>
                  </a:lnTo>
                  <a:lnTo>
                    <a:pt x="678256" y="380752"/>
                  </a:lnTo>
                  <a:lnTo>
                    <a:pt x="676334" y="380752"/>
                  </a:lnTo>
                  <a:lnTo>
                    <a:pt x="674413" y="380752"/>
                  </a:lnTo>
                  <a:lnTo>
                    <a:pt x="672491" y="380752"/>
                  </a:lnTo>
                  <a:lnTo>
                    <a:pt x="670570" y="380752"/>
                  </a:lnTo>
                  <a:lnTo>
                    <a:pt x="668649" y="380752"/>
                  </a:lnTo>
                  <a:lnTo>
                    <a:pt x="666727" y="380752"/>
                  </a:lnTo>
                  <a:lnTo>
                    <a:pt x="664806" y="380752"/>
                  </a:lnTo>
                  <a:lnTo>
                    <a:pt x="662884" y="380752"/>
                  </a:lnTo>
                  <a:lnTo>
                    <a:pt x="660963" y="380752"/>
                  </a:lnTo>
                  <a:lnTo>
                    <a:pt x="659042" y="380752"/>
                  </a:lnTo>
                  <a:lnTo>
                    <a:pt x="657120" y="380752"/>
                  </a:lnTo>
                  <a:lnTo>
                    <a:pt x="655199" y="380752"/>
                  </a:lnTo>
                  <a:lnTo>
                    <a:pt x="653277" y="380752"/>
                  </a:lnTo>
                  <a:lnTo>
                    <a:pt x="651356" y="380752"/>
                  </a:lnTo>
                  <a:lnTo>
                    <a:pt x="649434" y="380752"/>
                  </a:lnTo>
                  <a:lnTo>
                    <a:pt x="647513" y="380752"/>
                  </a:lnTo>
                  <a:lnTo>
                    <a:pt x="645592" y="380752"/>
                  </a:lnTo>
                  <a:lnTo>
                    <a:pt x="643670" y="380752"/>
                  </a:lnTo>
                  <a:lnTo>
                    <a:pt x="641749" y="380752"/>
                  </a:lnTo>
                  <a:lnTo>
                    <a:pt x="639827" y="380752"/>
                  </a:lnTo>
                  <a:lnTo>
                    <a:pt x="637906" y="380752"/>
                  </a:lnTo>
                  <a:lnTo>
                    <a:pt x="635985" y="380752"/>
                  </a:lnTo>
                  <a:lnTo>
                    <a:pt x="634063" y="380752"/>
                  </a:lnTo>
                  <a:lnTo>
                    <a:pt x="632142" y="380752"/>
                  </a:lnTo>
                  <a:lnTo>
                    <a:pt x="630220" y="380752"/>
                  </a:lnTo>
                  <a:lnTo>
                    <a:pt x="628299" y="380752"/>
                  </a:lnTo>
                  <a:lnTo>
                    <a:pt x="626378" y="380752"/>
                  </a:lnTo>
                  <a:lnTo>
                    <a:pt x="624456" y="380752"/>
                  </a:lnTo>
                  <a:lnTo>
                    <a:pt x="622535" y="380752"/>
                  </a:lnTo>
                  <a:lnTo>
                    <a:pt x="620613" y="380752"/>
                  </a:lnTo>
                  <a:lnTo>
                    <a:pt x="618692" y="380752"/>
                  </a:lnTo>
                  <a:lnTo>
                    <a:pt x="616771" y="380752"/>
                  </a:lnTo>
                  <a:lnTo>
                    <a:pt x="614849" y="380752"/>
                  </a:lnTo>
                  <a:lnTo>
                    <a:pt x="612928" y="380752"/>
                  </a:lnTo>
                  <a:lnTo>
                    <a:pt x="611006" y="380752"/>
                  </a:lnTo>
                  <a:lnTo>
                    <a:pt x="609085" y="380752"/>
                  </a:lnTo>
                  <a:lnTo>
                    <a:pt x="607164" y="380752"/>
                  </a:lnTo>
                  <a:lnTo>
                    <a:pt x="605242" y="380752"/>
                  </a:lnTo>
                  <a:lnTo>
                    <a:pt x="603321" y="380752"/>
                  </a:lnTo>
                  <a:lnTo>
                    <a:pt x="601399" y="380752"/>
                  </a:lnTo>
                  <a:lnTo>
                    <a:pt x="599478" y="380752"/>
                  </a:lnTo>
                  <a:lnTo>
                    <a:pt x="597557" y="380752"/>
                  </a:lnTo>
                  <a:lnTo>
                    <a:pt x="595635" y="380752"/>
                  </a:lnTo>
                  <a:lnTo>
                    <a:pt x="593714" y="380752"/>
                  </a:lnTo>
                  <a:lnTo>
                    <a:pt x="591792" y="380752"/>
                  </a:lnTo>
                  <a:lnTo>
                    <a:pt x="589871" y="380752"/>
                  </a:lnTo>
                  <a:lnTo>
                    <a:pt x="587950" y="380752"/>
                  </a:lnTo>
                  <a:lnTo>
                    <a:pt x="586028" y="380752"/>
                  </a:lnTo>
                  <a:lnTo>
                    <a:pt x="584107" y="380752"/>
                  </a:lnTo>
                  <a:lnTo>
                    <a:pt x="582185" y="380752"/>
                  </a:lnTo>
                  <a:lnTo>
                    <a:pt x="580264" y="380752"/>
                  </a:lnTo>
                  <a:lnTo>
                    <a:pt x="578342" y="380752"/>
                  </a:lnTo>
                  <a:lnTo>
                    <a:pt x="576421" y="380752"/>
                  </a:lnTo>
                  <a:lnTo>
                    <a:pt x="574500" y="380752"/>
                  </a:lnTo>
                  <a:lnTo>
                    <a:pt x="572578" y="380752"/>
                  </a:lnTo>
                  <a:lnTo>
                    <a:pt x="570657" y="380752"/>
                  </a:lnTo>
                  <a:lnTo>
                    <a:pt x="568735" y="380752"/>
                  </a:lnTo>
                  <a:lnTo>
                    <a:pt x="566814" y="380752"/>
                  </a:lnTo>
                  <a:lnTo>
                    <a:pt x="564893" y="380752"/>
                  </a:lnTo>
                  <a:lnTo>
                    <a:pt x="562971" y="380752"/>
                  </a:lnTo>
                  <a:lnTo>
                    <a:pt x="561050" y="380752"/>
                  </a:lnTo>
                  <a:lnTo>
                    <a:pt x="559128" y="380752"/>
                  </a:lnTo>
                  <a:lnTo>
                    <a:pt x="557207" y="380752"/>
                  </a:lnTo>
                  <a:lnTo>
                    <a:pt x="555286" y="380752"/>
                  </a:lnTo>
                  <a:lnTo>
                    <a:pt x="553364" y="380752"/>
                  </a:lnTo>
                  <a:lnTo>
                    <a:pt x="551443" y="380752"/>
                  </a:lnTo>
                  <a:lnTo>
                    <a:pt x="549521" y="380752"/>
                  </a:lnTo>
                  <a:lnTo>
                    <a:pt x="547600" y="380752"/>
                  </a:lnTo>
                  <a:lnTo>
                    <a:pt x="545679" y="380752"/>
                  </a:lnTo>
                  <a:lnTo>
                    <a:pt x="543757" y="380752"/>
                  </a:lnTo>
                  <a:lnTo>
                    <a:pt x="541836" y="380752"/>
                  </a:lnTo>
                  <a:lnTo>
                    <a:pt x="539914" y="380752"/>
                  </a:lnTo>
                  <a:lnTo>
                    <a:pt x="537993" y="380752"/>
                  </a:lnTo>
                  <a:lnTo>
                    <a:pt x="536072" y="380752"/>
                  </a:lnTo>
                  <a:lnTo>
                    <a:pt x="534150" y="380752"/>
                  </a:lnTo>
                  <a:lnTo>
                    <a:pt x="532229" y="380752"/>
                  </a:lnTo>
                  <a:lnTo>
                    <a:pt x="530307" y="380752"/>
                  </a:lnTo>
                  <a:lnTo>
                    <a:pt x="528386" y="380752"/>
                  </a:lnTo>
                  <a:lnTo>
                    <a:pt x="526465" y="380752"/>
                  </a:lnTo>
                  <a:lnTo>
                    <a:pt x="524543" y="380752"/>
                  </a:lnTo>
                  <a:lnTo>
                    <a:pt x="522622" y="380752"/>
                  </a:lnTo>
                  <a:lnTo>
                    <a:pt x="520700" y="380752"/>
                  </a:lnTo>
                  <a:lnTo>
                    <a:pt x="518779" y="380752"/>
                  </a:lnTo>
                  <a:lnTo>
                    <a:pt x="516858" y="380752"/>
                  </a:lnTo>
                  <a:lnTo>
                    <a:pt x="514936" y="380752"/>
                  </a:lnTo>
                  <a:lnTo>
                    <a:pt x="513015" y="380752"/>
                  </a:lnTo>
                  <a:lnTo>
                    <a:pt x="511093" y="380752"/>
                  </a:lnTo>
                  <a:lnTo>
                    <a:pt x="509172" y="380752"/>
                  </a:lnTo>
                  <a:lnTo>
                    <a:pt x="507250" y="380752"/>
                  </a:lnTo>
                  <a:lnTo>
                    <a:pt x="505329" y="380752"/>
                  </a:lnTo>
                  <a:lnTo>
                    <a:pt x="503408" y="380752"/>
                  </a:lnTo>
                  <a:lnTo>
                    <a:pt x="501486" y="380752"/>
                  </a:lnTo>
                  <a:lnTo>
                    <a:pt x="499565" y="380752"/>
                  </a:lnTo>
                  <a:lnTo>
                    <a:pt x="497643" y="380752"/>
                  </a:lnTo>
                  <a:lnTo>
                    <a:pt x="495722" y="380752"/>
                  </a:lnTo>
                  <a:lnTo>
                    <a:pt x="493801" y="380752"/>
                  </a:lnTo>
                  <a:lnTo>
                    <a:pt x="491879" y="380752"/>
                  </a:lnTo>
                  <a:lnTo>
                    <a:pt x="489958" y="380752"/>
                  </a:lnTo>
                  <a:lnTo>
                    <a:pt x="488036" y="380752"/>
                  </a:lnTo>
                  <a:lnTo>
                    <a:pt x="486115" y="380752"/>
                  </a:lnTo>
                  <a:lnTo>
                    <a:pt x="484194" y="380752"/>
                  </a:lnTo>
                  <a:lnTo>
                    <a:pt x="482272" y="380752"/>
                  </a:lnTo>
                  <a:lnTo>
                    <a:pt x="480351" y="380752"/>
                  </a:lnTo>
                  <a:lnTo>
                    <a:pt x="478429" y="380752"/>
                  </a:lnTo>
                  <a:lnTo>
                    <a:pt x="476508" y="380752"/>
                  </a:lnTo>
                  <a:lnTo>
                    <a:pt x="474587" y="380752"/>
                  </a:lnTo>
                  <a:lnTo>
                    <a:pt x="472665" y="380752"/>
                  </a:lnTo>
                  <a:lnTo>
                    <a:pt x="470744" y="380752"/>
                  </a:lnTo>
                  <a:lnTo>
                    <a:pt x="468822" y="380752"/>
                  </a:lnTo>
                  <a:lnTo>
                    <a:pt x="466901" y="380752"/>
                  </a:lnTo>
                  <a:lnTo>
                    <a:pt x="464980" y="380752"/>
                  </a:lnTo>
                  <a:lnTo>
                    <a:pt x="463058" y="380752"/>
                  </a:lnTo>
                  <a:lnTo>
                    <a:pt x="461137" y="380752"/>
                  </a:lnTo>
                  <a:lnTo>
                    <a:pt x="459215" y="380752"/>
                  </a:lnTo>
                  <a:lnTo>
                    <a:pt x="457294" y="380752"/>
                  </a:lnTo>
                  <a:lnTo>
                    <a:pt x="455373" y="380752"/>
                  </a:lnTo>
                  <a:lnTo>
                    <a:pt x="453451" y="380752"/>
                  </a:lnTo>
                  <a:lnTo>
                    <a:pt x="451530" y="380752"/>
                  </a:lnTo>
                  <a:lnTo>
                    <a:pt x="449608" y="380752"/>
                  </a:lnTo>
                  <a:lnTo>
                    <a:pt x="447687" y="380752"/>
                  </a:lnTo>
                  <a:lnTo>
                    <a:pt x="445766" y="380752"/>
                  </a:lnTo>
                  <a:lnTo>
                    <a:pt x="443844" y="380752"/>
                  </a:lnTo>
                  <a:lnTo>
                    <a:pt x="441923" y="380752"/>
                  </a:lnTo>
                  <a:lnTo>
                    <a:pt x="440001" y="380752"/>
                  </a:lnTo>
                  <a:lnTo>
                    <a:pt x="438080" y="380752"/>
                  </a:lnTo>
                  <a:lnTo>
                    <a:pt x="436159" y="380752"/>
                  </a:lnTo>
                  <a:lnTo>
                    <a:pt x="434237" y="380752"/>
                  </a:lnTo>
                  <a:lnTo>
                    <a:pt x="432316" y="380752"/>
                  </a:lnTo>
                  <a:lnTo>
                    <a:pt x="430394" y="380752"/>
                  </a:lnTo>
                  <a:lnTo>
                    <a:pt x="428473" y="380752"/>
                  </a:lnTo>
                  <a:lnTo>
                    <a:pt x="426551" y="380752"/>
                  </a:lnTo>
                  <a:lnTo>
                    <a:pt x="424630" y="380752"/>
                  </a:lnTo>
                  <a:lnTo>
                    <a:pt x="422709" y="380752"/>
                  </a:lnTo>
                  <a:lnTo>
                    <a:pt x="420787" y="380752"/>
                  </a:lnTo>
                  <a:lnTo>
                    <a:pt x="418866" y="380752"/>
                  </a:lnTo>
                  <a:lnTo>
                    <a:pt x="416944" y="380752"/>
                  </a:lnTo>
                  <a:lnTo>
                    <a:pt x="415023" y="380752"/>
                  </a:lnTo>
                  <a:lnTo>
                    <a:pt x="413102" y="380752"/>
                  </a:lnTo>
                  <a:lnTo>
                    <a:pt x="411180" y="380752"/>
                  </a:lnTo>
                  <a:lnTo>
                    <a:pt x="409259" y="380752"/>
                  </a:lnTo>
                  <a:lnTo>
                    <a:pt x="407337" y="380752"/>
                  </a:lnTo>
                  <a:lnTo>
                    <a:pt x="405416" y="380752"/>
                  </a:lnTo>
                  <a:lnTo>
                    <a:pt x="403495" y="380752"/>
                  </a:lnTo>
                  <a:lnTo>
                    <a:pt x="401573" y="380752"/>
                  </a:lnTo>
                  <a:lnTo>
                    <a:pt x="399652" y="380752"/>
                  </a:lnTo>
                  <a:lnTo>
                    <a:pt x="397730" y="380752"/>
                  </a:lnTo>
                  <a:lnTo>
                    <a:pt x="395809" y="380752"/>
                  </a:lnTo>
                  <a:lnTo>
                    <a:pt x="393888" y="380752"/>
                  </a:lnTo>
                  <a:lnTo>
                    <a:pt x="391966" y="380752"/>
                  </a:lnTo>
                  <a:lnTo>
                    <a:pt x="390045" y="380752"/>
                  </a:lnTo>
                  <a:lnTo>
                    <a:pt x="388123" y="380752"/>
                  </a:lnTo>
                  <a:lnTo>
                    <a:pt x="386202" y="380752"/>
                  </a:lnTo>
                  <a:lnTo>
                    <a:pt x="384281" y="380752"/>
                  </a:lnTo>
                  <a:lnTo>
                    <a:pt x="382359" y="380752"/>
                  </a:lnTo>
                  <a:lnTo>
                    <a:pt x="380438" y="380752"/>
                  </a:lnTo>
                  <a:lnTo>
                    <a:pt x="378516" y="380752"/>
                  </a:lnTo>
                  <a:lnTo>
                    <a:pt x="376595" y="380752"/>
                  </a:lnTo>
                  <a:lnTo>
                    <a:pt x="374674" y="380752"/>
                  </a:lnTo>
                  <a:lnTo>
                    <a:pt x="372752" y="380752"/>
                  </a:lnTo>
                  <a:lnTo>
                    <a:pt x="370831" y="380752"/>
                  </a:lnTo>
                  <a:lnTo>
                    <a:pt x="368909" y="380752"/>
                  </a:lnTo>
                  <a:lnTo>
                    <a:pt x="366988" y="380752"/>
                  </a:lnTo>
                  <a:lnTo>
                    <a:pt x="365067" y="380752"/>
                  </a:lnTo>
                  <a:lnTo>
                    <a:pt x="363145" y="380752"/>
                  </a:lnTo>
                  <a:lnTo>
                    <a:pt x="361224" y="380752"/>
                  </a:lnTo>
                  <a:lnTo>
                    <a:pt x="359302" y="380752"/>
                  </a:lnTo>
                  <a:lnTo>
                    <a:pt x="357381" y="380752"/>
                  </a:lnTo>
                  <a:lnTo>
                    <a:pt x="355459" y="380752"/>
                  </a:lnTo>
                  <a:lnTo>
                    <a:pt x="353538" y="380752"/>
                  </a:lnTo>
                  <a:lnTo>
                    <a:pt x="351617" y="380752"/>
                  </a:lnTo>
                  <a:lnTo>
                    <a:pt x="349695" y="380752"/>
                  </a:lnTo>
                  <a:lnTo>
                    <a:pt x="347774" y="380752"/>
                  </a:lnTo>
                  <a:lnTo>
                    <a:pt x="345852" y="380752"/>
                  </a:lnTo>
                  <a:lnTo>
                    <a:pt x="343931" y="380752"/>
                  </a:lnTo>
                  <a:lnTo>
                    <a:pt x="342010" y="380752"/>
                  </a:lnTo>
                  <a:lnTo>
                    <a:pt x="340088" y="380752"/>
                  </a:lnTo>
                  <a:lnTo>
                    <a:pt x="338167" y="380752"/>
                  </a:lnTo>
                  <a:lnTo>
                    <a:pt x="336245" y="380752"/>
                  </a:lnTo>
                  <a:lnTo>
                    <a:pt x="334324" y="380752"/>
                  </a:lnTo>
                  <a:lnTo>
                    <a:pt x="332403" y="380752"/>
                  </a:lnTo>
                  <a:lnTo>
                    <a:pt x="330481" y="380752"/>
                  </a:lnTo>
                  <a:lnTo>
                    <a:pt x="328560" y="380752"/>
                  </a:lnTo>
                  <a:lnTo>
                    <a:pt x="326638" y="380752"/>
                  </a:lnTo>
                  <a:lnTo>
                    <a:pt x="324717" y="380752"/>
                  </a:lnTo>
                  <a:lnTo>
                    <a:pt x="322796" y="380752"/>
                  </a:lnTo>
                  <a:lnTo>
                    <a:pt x="320874" y="380752"/>
                  </a:lnTo>
                  <a:lnTo>
                    <a:pt x="318953" y="380752"/>
                  </a:lnTo>
                  <a:lnTo>
                    <a:pt x="317031" y="380752"/>
                  </a:lnTo>
                  <a:lnTo>
                    <a:pt x="315110" y="380752"/>
                  </a:lnTo>
                  <a:lnTo>
                    <a:pt x="313189" y="380752"/>
                  </a:lnTo>
                  <a:lnTo>
                    <a:pt x="311267" y="380752"/>
                  </a:lnTo>
                  <a:lnTo>
                    <a:pt x="309346" y="380752"/>
                  </a:lnTo>
                  <a:lnTo>
                    <a:pt x="307424" y="380752"/>
                  </a:lnTo>
                  <a:lnTo>
                    <a:pt x="305503" y="380752"/>
                  </a:lnTo>
                  <a:lnTo>
                    <a:pt x="303582" y="380752"/>
                  </a:lnTo>
                  <a:lnTo>
                    <a:pt x="301660" y="380752"/>
                  </a:lnTo>
                  <a:lnTo>
                    <a:pt x="299739" y="380752"/>
                  </a:lnTo>
                  <a:lnTo>
                    <a:pt x="297817" y="380752"/>
                  </a:lnTo>
                  <a:lnTo>
                    <a:pt x="295896" y="380752"/>
                  </a:lnTo>
                  <a:lnTo>
                    <a:pt x="293975" y="380752"/>
                  </a:lnTo>
                  <a:lnTo>
                    <a:pt x="292053" y="380752"/>
                  </a:lnTo>
                  <a:lnTo>
                    <a:pt x="290132" y="380752"/>
                  </a:lnTo>
                  <a:lnTo>
                    <a:pt x="288210" y="380752"/>
                  </a:lnTo>
                  <a:lnTo>
                    <a:pt x="286289" y="380752"/>
                  </a:lnTo>
                  <a:lnTo>
                    <a:pt x="284367" y="380752"/>
                  </a:lnTo>
                  <a:lnTo>
                    <a:pt x="282446" y="380752"/>
                  </a:lnTo>
                  <a:lnTo>
                    <a:pt x="280525" y="380752"/>
                  </a:lnTo>
                  <a:lnTo>
                    <a:pt x="278603" y="380752"/>
                  </a:lnTo>
                  <a:lnTo>
                    <a:pt x="276682" y="380752"/>
                  </a:lnTo>
                  <a:lnTo>
                    <a:pt x="274760" y="380752"/>
                  </a:lnTo>
                  <a:lnTo>
                    <a:pt x="272839" y="380752"/>
                  </a:lnTo>
                  <a:lnTo>
                    <a:pt x="270918" y="380752"/>
                  </a:lnTo>
                  <a:lnTo>
                    <a:pt x="268996" y="380752"/>
                  </a:lnTo>
                  <a:lnTo>
                    <a:pt x="267075" y="380752"/>
                  </a:lnTo>
                  <a:lnTo>
                    <a:pt x="265153" y="380752"/>
                  </a:lnTo>
                  <a:lnTo>
                    <a:pt x="263232" y="380752"/>
                  </a:lnTo>
                  <a:lnTo>
                    <a:pt x="261311" y="380752"/>
                  </a:lnTo>
                  <a:lnTo>
                    <a:pt x="259389" y="380752"/>
                  </a:lnTo>
                  <a:lnTo>
                    <a:pt x="257468" y="380752"/>
                  </a:lnTo>
                  <a:lnTo>
                    <a:pt x="255546" y="380752"/>
                  </a:lnTo>
                  <a:lnTo>
                    <a:pt x="253625" y="380752"/>
                  </a:lnTo>
                  <a:lnTo>
                    <a:pt x="251704" y="380752"/>
                  </a:lnTo>
                  <a:lnTo>
                    <a:pt x="249782" y="380752"/>
                  </a:lnTo>
                  <a:lnTo>
                    <a:pt x="247861" y="380752"/>
                  </a:lnTo>
                  <a:lnTo>
                    <a:pt x="245939" y="380752"/>
                  </a:lnTo>
                  <a:lnTo>
                    <a:pt x="244018" y="380752"/>
                  </a:lnTo>
                  <a:lnTo>
                    <a:pt x="242097" y="380752"/>
                  </a:lnTo>
                  <a:lnTo>
                    <a:pt x="240175" y="380752"/>
                  </a:lnTo>
                  <a:lnTo>
                    <a:pt x="238254" y="380752"/>
                  </a:lnTo>
                  <a:lnTo>
                    <a:pt x="236332" y="380752"/>
                  </a:lnTo>
                  <a:lnTo>
                    <a:pt x="234411" y="380752"/>
                  </a:lnTo>
                  <a:lnTo>
                    <a:pt x="232490" y="380752"/>
                  </a:lnTo>
                  <a:lnTo>
                    <a:pt x="230568" y="380752"/>
                  </a:lnTo>
                  <a:lnTo>
                    <a:pt x="228647" y="380752"/>
                  </a:lnTo>
                  <a:lnTo>
                    <a:pt x="226725" y="380752"/>
                  </a:lnTo>
                  <a:lnTo>
                    <a:pt x="224804" y="380752"/>
                  </a:lnTo>
                  <a:lnTo>
                    <a:pt x="222883" y="380752"/>
                  </a:lnTo>
                  <a:lnTo>
                    <a:pt x="220961" y="380752"/>
                  </a:lnTo>
                  <a:lnTo>
                    <a:pt x="219040" y="380752"/>
                  </a:lnTo>
                  <a:lnTo>
                    <a:pt x="217118" y="380752"/>
                  </a:lnTo>
                  <a:lnTo>
                    <a:pt x="215197" y="380752"/>
                  </a:lnTo>
                  <a:lnTo>
                    <a:pt x="213275" y="380752"/>
                  </a:lnTo>
                  <a:lnTo>
                    <a:pt x="211354" y="380752"/>
                  </a:lnTo>
                  <a:lnTo>
                    <a:pt x="209433" y="380752"/>
                  </a:lnTo>
                  <a:lnTo>
                    <a:pt x="207511" y="380752"/>
                  </a:lnTo>
                  <a:lnTo>
                    <a:pt x="205590" y="380752"/>
                  </a:lnTo>
                  <a:lnTo>
                    <a:pt x="203668" y="380752"/>
                  </a:lnTo>
                  <a:lnTo>
                    <a:pt x="201747" y="380752"/>
                  </a:lnTo>
                  <a:lnTo>
                    <a:pt x="199826" y="380752"/>
                  </a:lnTo>
                  <a:lnTo>
                    <a:pt x="197904" y="380752"/>
                  </a:lnTo>
                  <a:lnTo>
                    <a:pt x="195983" y="380752"/>
                  </a:lnTo>
                  <a:lnTo>
                    <a:pt x="194061" y="380752"/>
                  </a:lnTo>
                  <a:lnTo>
                    <a:pt x="192140" y="380752"/>
                  </a:lnTo>
                  <a:lnTo>
                    <a:pt x="190219" y="380752"/>
                  </a:lnTo>
                  <a:lnTo>
                    <a:pt x="188297" y="380752"/>
                  </a:lnTo>
                  <a:lnTo>
                    <a:pt x="186376" y="380752"/>
                  </a:lnTo>
                  <a:lnTo>
                    <a:pt x="184454" y="380752"/>
                  </a:lnTo>
                  <a:lnTo>
                    <a:pt x="182533" y="380752"/>
                  </a:lnTo>
                  <a:lnTo>
                    <a:pt x="180612" y="380752"/>
                  </a:lnTo>
                  <a:lnTo>
                    <a:pt x="178690" y="380752"/>
                  </a:lnTo>
                  <a:lnTo>
                    <a:pt x="176769" y="380752"/>
                  </a:lnTo>
                  <a:lnTo>
                    <a:pt x="174847" y="380752"/>
                  </a:lnTo>
                  <a:lnTo>
                    <a:pt x="172926" y="380752"/>
                  </a:lnTo>
                  <a:lnTo>
                    <a:pt x="171005" y="380752"/>
                  </a:lnTo>
                  <a:lnTo>
                    <a:pt x="169083" y="380752"/>
                  </a:lnTo>
                  <a:lnTo>
                    <a:pt x="167162" y="380752"/>
                  </a:lnTo>
                  <a:lnTo>
                    <a:pt x="165240" y="380752"/>
                  </a:lnTo>
                  <a:lnTo>
                    <a:pt x="163319" y="380752"/>
                  </a:lnTo>
                  <a:lnTo>
                    <a:pt x="161398" y="380752"/>
                  </a:lnTo>
                  <a:lnTo>
                    <a:pt x="159476" y="380752"/>
                  </a:lnTo>
                  <a:lnTo>
                    <a:pt x="157555" y="380752"/>
                  </a:lnTo>
                  <a:lnTo>
                    <a:pt x="155633" y="380752"/>
                  </a:lnTo>
                  <a:lnTo>
                    <a:pt x="153712" y="380752"/>
                  </a:lnTo>
                  <a:lnTo>
                    <a:pt x="151791" y="380752"/>
                  </a:lnTo>
                  <a:lnTo>
                    <a:pt x="149869" y="380752"/>
                  </a:lnTo>
                  <a:lnTo>
                    <a:pt x="147948" y="380752"/>
                  </a:lnTo>
                  <a:lnTo>
                    <a:pt x="146026" y="380752"/>
                  </a:lnTo>
                  <a:lnTo>
                    <a:pt x="144105" y="380752"/>
                  </a:lnTo>
                  <a:lnTo>
                    <a:pt x="142183" y="380752"/>
                  </a:lnTo>
                  <a:lnTo>
                    <a:pt x="140262" y="380752"/>
                  </a:lnTo>
                  <a:lnTo>
                    <a:pt x="138341" y="380752"/>
                  </a:lnTo>
                  <a:lnTo>
                    <a:pt x="136419" y="380752"/>
                  </a:lnTo>
                  <a:lnTo>
                    <a:pt x="134498" y="380752"/>
                  </a:lnTo>
                  <a:lnTo>
                    <a:pt x="132576" y="380752"/>
                  </a:lnTo>
                  <a:lnTo>
                    <a:pt x="130655" y="380752"/>
                  </a:lnTo>
                  <a:lnTo>
                    <a:pt x="128734" y="380752"/>
                  </a:lnTo>
                  <a:lnTo>
                    <a:pt x="126812" y="380752"/>
                  </a:lnTo>
                  <a:lnTo>
                    <a:pt x="124891" y="380752"/>
                  </a:lnTo>
                  <a:lnTo>
                    <a:pt x="122969" y="380752"/>
                  </a:lnTo>
                  <a:lnTo>
                    <a:pt x="121048" y="380752"/>
                  </a:lnTo>
                  <a:lnTo>
                    <a:pt x="119127" y="380752"/>
                  </a:lnTo>
                  <a:lnTo>
                    <a:pt x="117205" y="380752"/>
                  </a:lnTo>
                  <a:lnTo>
                    <a:pt x="115284" y="380752"/>
                  </a:lnTo>
                  <a:lnTo>
                    <a:pt x="113362" y="380752"/>
                  </a:lnTo>
                  <a:lnTo>
                    <a:pt x="111441" y="380752"/>
                  </a:lnTo>
                  <a:lnTo>
                    <a:pt x="109520" y="380752"/>
                  </a:lnTo>
                  <a:lnTo>
                    <a:pt x="107598" y="380752"/>
                  </a:lnTo>
                  <a:lnTo>
                    <a:pt x="105677" y="380752"/>
                  </a:lnTo>
                  <a:lnTo>
                    <a:pt x="103755" y="380752"/>
                  </a:lnTo>
                  <a:lnTo>
                    <a:pt x="101834" y="380752"/>
                  </a:lnTo>
                  <a:lnTo>
                    <a:pt x="99913" y="380752"/>
                  </a:lnTo>
                  <a:lnTo>
                    <a:pt x="97991" y="380752"/>
                  </a:lnTo>
                  <a:lnTo>
                    <a:pt x="96070" y="380752"/>
                  </a:lnTo>
                  <a:lnTo>
                    <a:pt x="94148" y="380752"/>
                  </a:lnTo>
                  <a:lnTo>
                    <a:pt x="92227" y="380752"/>
                  </a:lnTo>
                  <a:lnTo>
                    <a:pt x="90306" y="380752"/>
                  </a:lnTo>
                  <a:lnTo>
                    <a:pt x="88384" y="380752"/>
                  </a:lnTo>
                  <a:lnTo>
                    <a:pt x="86463" y="380752"/>
                  </a:lnTo>
                  <a:lnTo>
                    <a:pt x="84541" y="380752"/>
                  </a:lnTo>
                  <a:lnTo>
                    <a:pt x="82620" y="380752"/>
                  </a:lnTo>
                  <a:lnTo>
                    <a:pt x="80699" y="380752"/>
                  </a:lnTo>
                  <a:lnTo>
                    <a:pt x="78777" y="380752"/>
                  </a:lnTo>
                  <a:lnTo>
                    <a:pt x="76856" y="380752"/>
                  </a:lnTo>
                  <a:lnTo>
                    <a:pt x="74934" y="380752"/>
                  </a:lnTo>
                  <a:lnTo>
                    <a:pt x="73013" y="380752"/>
                  </a:lnTo>
                  <a:lnTo>
                    <a:pt x="71091" y="380752"/>
                  </a:lnTo>
                  <a:lnTo>
                    <a:pt x="69170" y="380752"/>
                  </a:lnTo>
                  <a:lnTo>
                    <a:pt x="67249" y="380752"/>
                  </a:lnTo>
                  <a:lnTo>
                    <a:pt x="65327" y="380752"/>
                  </a:lnTo>
                  <a:lnTo>
                    <a:pt x="63406" y="380752"/>
                  </a:lnTo>
                  <a:lnTo>
                    <a:pt x="61484" y="380752"/>
                  </a:lnTo>
                  <a:lnTo>
                    <a:pt x="59563" y="380752"/>
                  </a:lnTo>
                  <a:lnTo>
                    <a:pt x="57642" y="380752"/>
                  </a:lnTo>
                  <a:lnTo>
                    <a:pt x="55720" y="380752"/>
                  </a:lnTo>
                  <a:lnTo>
                    <a:pt x="53799" y="380752"/>
                  </a:lnTo>
                  <a:lnTo>
                    <a:pt x="51877" y="380752"/>
                  </a:lnTo>
                  <a:lnTo>
                    <a:pt x="49956" y="380752"/>
                  </a:lnTo>
                  <a:lnTo>
                    <a:pt x="48035" y="380752"/>
                  </a:lnTo>
                  <a:lnTo>
                    <a:pt x="46113" y="380752"/>
                  </a:lnTo>
                  <a:lnTo>
                    <a:pt x="44192" y="380752"/>
                  </a:lnTo>
                  <a:lnTo>
                    <a:pt x="42270" y="380752"/>
                  </a:lnTo>
                  <a:lnTo>
                    <a:pt x="40349" y="380752"/>
                  </a:lnTo>
                  <a:lnTo>
                    <a:pt x="38428" y="380752"/>
                  </a:lnTo>
                  <a:lnTo>
                    <a:pt x="36506" y="380752"/>
                  </a:lnTo>
                  <a:lnTo>
                    <a:pt x="34585" y="380752"/>
                  </a:lnTo>
                  <a:lnTo>
                    <a:pt x="32663" y="380752"/>
                  </a:lnTo>
                  <a:lnTo>
                    <a:pt x="30742" y="380752"/>
                  </a:lnTo>
                  <a:lnTo>
                    <a:pt x="28821" y="380752"/>
                  </a:lnTo>
                  <a:lnTo>
                    <a:pt x="26899" y="380752"/>
                  </a:lnTo>
                  <a:lnTo>
                    <a:pt x="24978" y="380752"/>
                  </a:lnTo>
                  <a:lnTo>
                    <a:pt x="23056" y="380752"/>
                  </a:lnTo>
                  <a:lnTo>
                    <a:pt x="21135" y="380752"/>
                  </a:lnTo>
                  <a:lnTo>
                    <a:pt x="19214" y="380752"/>
                  </a:lnTo>
                  <a:lnTo>
                    <a:pt x="17292" y="380752"/>
                  </a:lnTo>
                  <a:lnTo>
                    <a:pt x="15371" y="380752"/>
                  </a:lnTo>
                  <a:lnTo>
                    <a:pt x="13449" y="380752"/>
                  </a:lnTo>
                  <a:lnTo>
                    <a:pt x="11528" y="380752"/>
                  </a:lnTo>
                  <a:lnTo>
                    <a:pt x="9607" y="380752"/>
                  </a:lnTo>
                  <a:lnTo>
                    <a:pt x="7685" y="380752"/>
                  </a:lnTo>
                  <a:lnTo>
                    <a:pt x="5764" y="380752"/>
                  </a:lnTo>
                  <a:lnTo>
                    <a:pt x="3842" y="380752"/>
                  </a:lnTo>
                  <a:lnTo>
                    <a:pt x="1921" y="380752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3029362" y="2402270"/>
              <a:ext cx="981838" cy="380752"/>
            </a:xfrm>
            <a:custGeom>
              <a:avLst/>
              <a:pathLst>
                <a:path w="981838" h="380752">
                  <a:moveTo>
                    <a:pt x="0" y="380752"/>
                  </a:moveTo>
                  <a:lnTo>
                    <a:pt x="1921" y="380752"/>
                  </a:lnTo>
                  <a:lnTo>
                    <a:pt x="3842" y="380752"/>
                  </a:lnTo>
                  <a:lnTo>
                    <a:pt x="5764" y="380752"/>
                  </a:lnTo>
                  <a:lnTo>
                    <a:pt x="7685" y="380752"/>
                  </a:lnTo>
                  <a:lnTo>
                    <a:pt x="9607" y="380751"/>
                  </a:lnTo>
                  <a:lnTo>
                    <a:pt x="11528" y="380751"/>
                  </a:lnTo>
                  <a:lnTo>
                    <a:pt x="13449" y="380750"/>
                  </a:lnTo>
                  <a:lnTo>
                    <a:pt x="15371" y="380748"/>
                  </a:lnTo>
                  <a:lnTo>
                    <a:pt x="17292" y="380746"/>
                  </a:lnTo>
                  <a:lnTo>
                    <a:pt x="19214" y="380742"/>
                  </a:lnTo>
                  <a:lnTo>
                    <a:pt x="21135" y="380736"/>
                  </a:lnTo>
                  <a:lnTo>
                    <a:pt x="23056" y="380728"/>
                  </a:lnTo>
                  <a:lnTo>
                    <a:pt x="24978" y="380714"/>
                  </a:lnTo>
                  <a:lnTo>
                    <a:pt x="26899" y="380693"/>
                  </a:lnTo>
                  <a:lnTo>
                    <a:pt x="28821" y="380662"/>
                  </a:lnTo>
                  <a:lnTo>
                    <a:pt x="30742" y="380617"/>
                  </a:lnTo>
                  <a:lnTo>
                    <a:pt x="32663" y="380553"/>
                  </a:lnTo>
                  <a:lnTo>
                    <a:pt x="34585" y="380463"/>
                  </a:lnTo>
                  <a:lnTo>
                    <a:pt x="36506" y="380338"/>
                  </a:lnTo>
                  <a:lnTo>
                    <a:pt x="38428" y="380166"/>
                  </a:lnTo>
                  <a:lnTo>
                    <a:pt x="40349" y="379925"/>
                  </a:lnTo>
                  <a:lnTo>
                    <a:pt x="42270" y="379595"/>
                  </a:lnTo>
                  <a:lnTo>
                    <a:pt x="44192" y="379157"/>
                  </a:lnTo>
                  <a:lnTo>
                    <a:pt x="46113" y="378583"/>
                  </a:lnTo>
                  <a:lnTo>
                    <a:pt x="48035" y="377842"/>
                  </a:lnTo>
                  <a:lnTo>
                    <a:pt x="49956" y="376899"/>
                  </a:lnTo>
                  <a:lnTo>
                    <a:pt x="51877" y="375715"/>
                  </a:lnTo>
                  <a:lnTo>
                    <a:pt x="53799" y="374248"/>
                  </a:lnTo>
                  <a:lnTo>
                    <a:pt x="55720" y="372415"/>
                  </a:lnTo>
                  <a:lnTo>
                    <a:pt x="57642" y="370170"/>
                  </a:lnTo>
                  <a:lnTo>
                    <a:pt x="59563" y="367492"/>
                  </a:lnTo>
                  <a:lnTo>
                    <a:pt x="61484" y="364340"/>
                  </a:lnTo>
                  <a:lnTo>
                    <a:pt x="63406" y="360684"/>
                  </a:lnTo>
                  <a:lnTo>
                    <a:pt x="65327" y="356498"/>
                  </a:lnTo>
                  <a:lnTo>
                    <a:pt x="67249" y="351771"/>
                  </a:lnTo>
                  <a:lnTo>
                    <a:pt x="69170" y="346503"/>
                  </a:lnTo>
                  <a:lnTo>
                    <a:pt x="71091" y="340668"/>
                  </a:lnTo>
                  <a:lnTo>
                    <a:pt x="73013" y="334315"/>
                  </a:lnTo>
                  <a:lnTo>
                    <a:pt x="74934" y="327547"/>
                  </a:lnTo>
                  <a:lnTo>
                    <a:pt x="76856" y="320438"/>
                  </a:lnTo>
                  <a:lnTo>
                    <a:pt x="78777" y="313074"/>
                  </a:lnTo>
                  <a:lnTo>
                    <a:pt x="80699" y="305555"/>
                  </a:lnTo>
                  <a:lnTo>
                    <a:pt x="82620" y="297983"/>
                  </a:lnTo>
                  <a:lnTo>
                    <a:pt x="84541" y="290468"/>
                  </a:lnTo>
                  <a:lnTo>
                    <a:pt x="86463" y="283131"/>
                  </a:lnTo>
                  <a:lnTo>
                    <a:pt x="88384" y="276105"/>
                  </a:lnTo>
                  <a:lnTo>
                    <a:pt x="90306" y="269447"/>
                  </a:lnTo>
                  <a:lnTo>
                    <a:pt x="92227" y="263216"/>
                  </a:lnTo>
                  <a:lnTo>
                    <a:pt x="94148" y="257447"/>
                  </a:lnTo>
                  <a:lnTo>
                    <a:pt x="96070" y="252154"/>
                  </a:lnTo>
                  <a:lnTo>
                    <a:pt x="97991" y="247329"/>
                  </a:lnTo>
                  <a:lnTo>
                    <a:pt x="99913" y="242941"/>
                  </a:lnTo>
                  <a:lnTo>
                    <a:pt x="101834" y="238954"/>
                  </a:lnTo>
                  <a:lnTo>
                    <a:pt x="103755" y="235300"/>
                  </a:lnTo>
                  <a:lnTo>
                    <a:pt x="105677" y="231847"/>
                  </a:lnTo>
                  <a:lnTo>
                    <a:pt x="107598" y="228504"/>
                  </a:lnTo>
                  <a:lnTo>
                    <a:pt x="109520" y="225179"/>
                  </a:lnTo>
                  <a:lnTo>
                    <a:pt x="111441" y="221783"/>
                  </a:lnTo>
                  <a:lnTo>
                    <a:pt x="113362" y="218231"/>
                  </a:lnTo>
                  <a:lnTo>
                    <a:pt x="115284" y="214450"/>
                  </a:lnTo>
                  <a:lnTo>
                    <a:pt x="117205" y="210362"/>
                  </a:lnTo>
                  <a:lnTo>
                    <a:pt x="119127" y="205865"/>
                  </a:lnTo>
                  <a:lnTo>
                    <a:pt x="121048" y="200963"/>
                  </a:lnTo>
                  <a:lnTo>
                    <a:pt x="122969" y="195627"/>
                  </a:lnTo>
                  <a:lnTo>
                    <a:pt x="124891" y="189837"/>
                  </a:lnTo>
                  <a:lnTo>
                    <a:pt x="126812" y="183579"/>
                  </a:lnTo>
                  <a:lnTo>
                    <a:pt x="128734" y="176846"/>
                  </a:lnTo>
                  <a:lnTo>
                    <a:pt x="130655" y="169635"/>
                  </a:lnTo>
                  <a:lnTo>
                    <a:pt x="132576" y="161942"/>
                  </a:lnTo>
                  <a:lnTo>
                    <a:pt x="134498" y="153712"/>
                  </a:lnTo>
                  <a:lnTo>
                    <a:pt x="136419" y="145035"/>
                  </a:lnTo>
                  <a:lnTo>
                    <a:pt x="138341" y="135937"/>
                  </a:lnTo>
                  <a:lnTo>
                    <a:pt x="140262" y="126453"/>
                  </a:lnTo>
                  <a:lnTo>
                    <a:pt x="142183" y="116629"/>
                  </a:lnTo>
                  <a:lnTo>
                    <a:pt x="144105" y="106525"/>
                  </a:lnTo>
                  <a:lnTo>
                    <a:pt x="146026" y="96213"/>
                  </a:lnTo>
                  <a:lnTo>
                    <a:pt x="147948" y="85776"/>
                  </a:lnTo>
                  <a:lnTo>
                    <a:pt x="149869" y="75336"/>
                  </a:lnTo>
                  <a:lnTo>
                    <a:pt x="151791" y="65033"/>
                  </a:lnTo>
                  <a:lnTo>
                    <a:pt x="153712" y="54996"/>
                  </a:lnTo>
                  <a:lnTo>
                    <a:pt x="155633" y="45361"/>
                  </a:lnTo>
                  <a:lnTo>
                    <a:pt x="157555" y="36266"/>
                  </a:lnTo>
                  <a:lnTo>
                    <a:pt x="159476" y="27855"/>
                  </a:lnTo>
                  <a:lnTo>
                    <a:pt x="161398" y="20265"/>
                  </a:lnTo>
                  <a:lnTo>
                    <a:pt x="163319" y="13633"/>
                  </a:lnTo>
                  <a:lnTo>
                    <a:pt x="165240" y="8256"/>
                  </a:lnTo>
                  <a:lnTo>
                    <a:pt x="167162" y="4147"/>
                  </a:lnTo>
                  <a:lnTo>
                    <a:pt x="169083" y="1370"/>
                  </a:lnTo>
                  <a:lnTo>
                    <a:pt x="171005" y="0"/>
                  </a:lnTo>
                  <a:lnTo>
                    <a:pt x="172926" y="92"/>
                  </a:lnTo>
                  <a:lnTo>
                    <a:pt x="174847" y="1683"/>
                  </a:lnTo>
                  <a:lnTo>
                    <a:pt x="176769" y="4788"/>
                  </a:lnTo>
                  <a:lnTo>
                    <a:pt x="178690" y="9401"/>
                  </a:lnTo>
                  <a:lnTo>
                    <a:pt x="180612" y="15660"/>
                  </a:lnTo>
                  <a:lnTo>
                    <a:pt x="182533" y="23384"/>
                  </a:lnTo>
                  <a:lnTo>
                    <a:pt x="184454" y="32423"/>
                  </a:lnTo>
                  <a:lnTo>
                    <a:pt x="186376" y="42675"/>
                  </a:lnTo>
                  <a:lnTo>
                    <a:pt x="188297" y="54021"/>
                  </a:lnTo>
                  <a:lnTo>
                    <a:pt x="190219" y="66331"/>
                  </a:lnTo>
                  <a:lnTo>
                    <a:pt x="192140" y="79461"/>
                  </a:lnTo>
                  <a:lnTo>
                    <a:pt x="194061" y="93263"/>
                  </a:lnTo>
                  <a:lnTo>
                    <a:pt x="195983" y="107612"/>
                  </a:lnTo>
                  <a:lnTo>
                    <a:pt x="197904" y="122292"/>
                  </a:lnTo>
                  <a:lnTo>
                    <a:pt x="199826" y="137124"/>
                  </a:lnTo>
                  <a:lnTo>
                    <a:pt x="201747" y="151966"/>
                  </a:lnTo>
                  <a:lnTo>
                    <a:pt x="203668" y="166689"/>
                  </a:lnTo>
                  <a:lnTo>
                    <a:pt x="205590" y="181174"/>
                  </a:lnTo>
                  <a:lnTo>
                    <a:pt x="207511" y="195318"/>
                  </a:lnTo>
                  <a:lnTo>
                    <a:pt x="209433" y="209033"/>
                  </a:lnTo>
                  <a:lnTo>
                    <a:pt x="211354" y="222199"/>
                  </a:lnTo>
                  <a:lnTo>
                    <a:pt x="213275" y="234750"/>
                  </a:lnTo>
                  <a:lnTo>
                    <a:pt x="215197" y="246693"/>
                  </a:lnTo>
                  <a:lnTo>
                    <a:pt x="217118" y="258010"/>
                  </a:lnTo>
                  <a:lnTo>
                    <a:pt x="219040" y="268691"/>
                  </a:lnTo>
                  <a:lnTo>
                    <a:pt x="220961" y="278735"/>
                  </a:lnTo>
                  <a:lnTo>
                    <a:pt x="222883" y="288150"/>
                  </a:lnTo>
                  <a:lnTo>
                    <a:pt x="224804" y="296948"/>
                  </a:lnTo>
                  <a:lnTo>
                    <a:pt x="226725" y="305110"/>
                  </a:lnTo>
                  <a:lnTo>
                    <a:pt x="228647" y="312643"/>
                  </a:lnTo>
                  <a:lnTo>
                    <a:pt x="230568" y="319626"/>
                  </a:lnTo>
                  <a:lnTo>
                    <a:pt x="232490" y="326084"/>
                  </a:lnTo>
                  <a:lnTo>
                    <a:pt x="234411" y="332036"/>
                  </a:lnTo>
                  <a:lnTo>
                    <a:pt x="236332" y="337506"/>
                  </a:lnTo>
                  <a:lnTo>
                    <a:pt x="238254" y="342513"/>
                  </a:lnTo>
                  <a:lnTo>
                    <a:pt x="240175" y="347078"/>
                  </a:lnTo>
                  <a:lnTo>
                    <a:pt x="242097" y="351203"/>
                  </a:lnTo>
                  <a:lnTo>
                    <a:pt x="244018" y="354884"/>
                  </a:lnTo>
                  <a:lnTo>
                    <a:pt x="245939" y="358192"/>
                  </a:lnTo>
                  <a:lnTo>
                    <a:pt x="247861" y="361146"/>
                  </a:lnTo>
                  <a:lnTo>
                    <a:pt x="249782" y="363769"/>
                  </a:lnTo>
                  <a:lnTo>
                    <a:pt x="251704" y="366081"/>
                  </a:lnTo>
                  <a:lnTo>
                    <a:pt x="253625" y="368105"/>
                  </a:lnTo>
                  <a:lnTo>
                    <a:pt x="255546" y="369864"/>
                  </a:lnTo>
                  <a:lnTo>
                    <a:pt x="257468" y="371374"/>
                  </a:lnTo>
                  <a:lnTo>
                    <a:pt x="259389" y="372641"/>
                  </a:lnTo>
                  <a:lnTo>
                    <a:pt x="261311" y="373719"/>
                  </a:lnTo>
                  <a:lnTo>
                    <a:pt x="263232" y="374631"/>
                  </a:lnTo>
                  <a:lnTo>
                    <a:pt x="265153" y="375398"/>
                  </a:lnTo>
                  <a:lnTo>
                    <a:pt x="267075" y="376040"/>
                  </a:lnTo>
                  <a:lnTo>
                    <a:pt x="268996" y="376575"/>
                  </a:lnTo>
                  <a:lnTo>
                    <a:pt x="270918" y="377020"/>
                  </a:lnTo>
                  <a:lnTo>
                    <a:pt x="272839" y="377392"/>
                  </a:lnTo>
                  <a:lnTo>
                    <a:pt x="274760" y="377697"/>
                  </a:lnTo>
                  <a:lnTo>
                    <a:pt x="276682" y="377959"/>
                  </a:lnTo>
                  <a:lnTo>
                    <a:pt x="278603" y="378187"/>
                  </a:lnTo>
                  <a:lnTo>
                    <a:pt x="280525" y="378389"/>
                  </a:lnTo>
                  <a:lnTo>
                    <a:pt x="282446" y="378572"/>
                  </a:lnTo>
                  <a:lnTo>
                    <a:pt x="284367" y="378740"/>
                  </a:lnTo>
                  <a:lnTo>
                    <a:pt x="286289" y="378897"/>
                  </a:lnTo>
                  <a:lnTo>
                    <a:pt x="288210" y="379046"/>
                  </a:lnTo>
                  <a:lnTo>
                    <a:pt x="290132" y="379187"/>
                  </a:lnTo>
                  <a:lnTo>
                    <a:pt x="292053" y="379321"/>
                  </a:lnTo>
                  <a:lnTo>
                    <a:pt x="293975" y="379448"/>
                  </a:lnTo>
                  <a:lnTo>
                    <a:pt x="295896" y="379568"/>
                  </a:lnTo>
                  <a:lnTo>
                    <a:pt x="297817" y="379678"/>
                  </a:lnTo>
                  <a:lnTo>
                    <a:pt x="299739" y="379779"/>
                  </a:lnTo>
                  <a:lnTo>
                    <a:pt x="301660" y="379869"/>
                  </a:lnTo>
                  <a:lnTo>
                    <a:pt x="303582" y="379946"/>
                  </a:lnTo>
                  <a:lnTo>
                    <a:pt x="305503" y="380009"/>
                  </a:lnTo>
                  <a:lnTo>
                    <a:pt x="307424" y="380058"/>
                  </a:lnTo>
                  <a:lnTo>
                    <a:pt x="309346" y="380093"/>
                  </a:lnTo>
                  <a:lnTo>
                    <a:pt x="311267" y="380115"/>
                  </a:lnTo>
                  <a:lnTo>
                    <a:pt x="313189" y="380124"/>
                  </a:lnTo>
                  <a:lnTo>
                    <a:pt x="315110" y="380122"/>
                  </a:lnTo>
                  <a:lnTo>
                    <a:pt x="317031" y="380110"/>
                  </a:lnTo>
                  <a:lnTo>
                    <a:pt x="318953" y="380090"/>
                  </a:lnTo>
                  <a:lnTo>
                    <a:pt x="320874" y="380062"/>
                  </a:lnTo>
                  <a:lnTo>
                    <a:pt x="322796" y="380032"/>
                  </a:lnTo>
                  <a:lnTo>
                    <a:pt x="324717" y="379999"/>
                  </a:lnTo>
                  <a:lnTo>
                    <a:pt x="326638" y="379968"/>
                  </a:lnTo>
                  <a:lnTo>
                    <a:pt x="328560" y="379940"/>
                  </a:lnTo>
                  <a:lnTo>
                    <a:pt x="330481" y="379916"/>
                  </a:lnTo>
                  <a:lnTo>
                    <a:pt x="332403" y="379899"/>
                  </a:lnTo>
                  <a:lnTo>
                    <a:pt x="334324" y="379890"/>
                  </a:lnTo>
                  <a:lnTo>
                    <a:pt x="336245" y="379890"/>
                  </a:lnTo>
                  <a:lnTo>
                    <a:pt x="338167" y="379900"/>
                  </a:lnTo>
                  <a:lnTo>
                    <a:pt x="340088" y="379920"/>
                  </a:lnTo>
                  <a:lnTo>
                    <a:pt x="342010" y="379947"/>
                  </a:lnTo>
                  <a:lnTo>
                    <a:pt x="343931" y="379983"/>
                  </a:lnTo>
                  <a:lnTo>
                    <a:pt x="345852" y="380026"/>
                  </a:lnTo>
                  <a:lnTo>
                    <a:pt x="347774" y="380074"/>
                  </a:lnTo>
                  <a:lnTo>
                    <a:pt x="349695" y="380126"/>
                  </a:lnTo>
                  <a:lnTo>
                    <a:pt x="351617" y="380181"/>
                  </a:lnTo>
                  <a:lnTo>
                    <a:pt x="353538" y="380236"/>
                  </a:lnTo>
                  <a:lnTo>
                    <a:pt x="355459" y="380291"/>
                  </a:lnTo>
                  <a:lnTo>
                    <a:pt x="357381" y="380342"/>
                  </a:lnTo>
                  <a:lnTo>
                    <a:pt x="359302" y="380391"/>
                  </a:lnTo>
                  <a:lnTo>
                    <a:pt x="361224" y="380434"/>
                  </a:lnTo>
                  <a:lnTo>
                    <a:pt x="363145" y="380472"/>
                  </a:lnTo>
                  <a:lnTo>
                    <a:pt x="365067" y="380503"/>
                  </a:lnTo>
                  <a:lnTo>
                    <a:pt x="366988" y="380526"/>
                  </a:lnTo>
                  <a:lnTo>
                    <a:pt x="368909" y="380541"/>
                  </a:lnTo>
                  <a:lnTo>
                    <a:pt x="370831" y="380549"/>
                  </a:lnTo>
                  <a:lnTo>
                    <a:pt x="372752" y="380548"/>
                  </a:lnTo>
                  <a:lnTo>
                    <a:pt x="374674" y="380540"/>
                  </a:lnTo>
                  <a:lnTo>
                    <a:pt x="376595" y="380523"/>
                  </a:lnTo>
                  <a:lnTo>
                    <a:pt x="378516" y="380500"/>
                  </a:lnTo>
                  <a:lnTo>
                    <a:pt x="380438" y="380469"/>
                  </a:lnTo>
                  <a:lnTo>
                    <a:pt x="382359" y="380431"/>
                  </a:lnTo>
                  <a:lnTo>
                    <a:pt x="384281" y="380386"/>
                  </a:lnTo>
                  <a:lnTo>
                    <a:pt x="386202" y="380337"/>
                  </a:lnTo>
                  <a:lnTo>
                    <a:pt x="388123" y="380284"/>
                  </a:lnTo>
                  <a:lnTo>
                    <a:pt x="390045" y="380229"/>
                  </a:lnTo>
                  <a:lnTo>
                    <a:pt x="391966" y="380173"/>
                  </a:lnTo>
                  <a:lnTo>
                    <a:pt x="393888" y="380117"/>
                  </a:lnTo>
                  <a:lnTo>
                    <a:pt x="395809" y="380062"/>
                  </a:lnTo>
                  <a:lnTo>
                    <a:pt x="397730" y="380011"/>
                  </a:lnTo>
                  <a:lnTo>
                    <a:pt x="399652" y="379965"/>
                  </a:lnTo>
                  <a:lnTo>
                    <a:pt x="401573" y="379925"/>
                  </a:lnTo>
                  <a:lnTo>
                    <a:pt x="403495" y="379892"/>
                  </a:lnTo>
                  <a:lnTo>
                    <a:pt x="405416" y="379867"/>
                  </a:lnTo>
                  <a:lnTo>
                    <a:pt x="407337" y="379848"/>
                  </a:lnTo>
                  <a:lnTo>
                    <a:pt x="409259" y="379837"/>
                  </a:lnTo>
                  <a:lnTo>
                    <a:pt x="411180" y="379833"/>
                  </a:lnTo>
                  <a:lnTo>
                    <a:pt x="413102" y="379834"/>
                  </a:lnTo>
                  <a:lnTo>
                    <a:pt x="415023" y="379841"/>
                  </a:lnTo>
                  <a:lnTo>
                    <a:pt x="416944" y="379851"/>
                  </a:lnTo>
                  <a:lnTo>
                    <a:pt x="418866" y="379862"/>
                  </a:lnTo>
                  <a:lnTo>
                    <a:pt x="420787" y="379874"/>
                  </a:lnTo>
                  <a:lnTo>
                    <a:pt x="422709" y="379884"/>
                  </a:lnTo>
                  <a:lnTo>
                    <a:pt x="424630" y="379891"/>
                  </a:lnTo>
                  <a:lnTo>
                    <a:pt x="426551" y="379895"/>
                  </a:lnTo>
                  <a:lnTo>
                    <a:pt x="428473" y="379896"/>
                  </a:lnTo>
                  <a:lnTo>
                    <a:pt x="430394" y="379892"/>
                  </a:lnTo>
                  <a:lnTo>
                    <a:pt x="432316" y="379885"/>
                  </a:lnTo>
                  <a:lnTo>
                    <a:pt x="434237" y="379875"/>
                  </a:lnTo>
                  <a:lnTo>
                    <a:pt x="436159" y="379864"/>
                  </a:lnTo>
                  <a:lnTo>
                    <a:pt x="438080" y="379852"/>
                  </a:lnTo>
                  <a:lnTo>
                    <a:pt x="440001" y="379842"/>
                  </a:lnTo>
                  <a:lnTo>
                    <a:pt x="441923" y="379835"/>
                  </a:lnTo>
                  <a:lnTo>
                    <a:pt x="443844" y="379831"/>
                  </a:lnTo>
                  <a:lnTo>
                    <a:pt x="445766" y="379834"/>
                  </a:lnTo>
                  <a:lnTo>
                    <a:pt x="447687" y="379844"/>
                  </a:lnTo>
                  <a:lnTo>
                    <a:pt x="449608" y="379861"/>
                  </a:lnTo>
                  <a:lnTo>
                    <a:pt x="451530" y="379886"/>
                  </a:lnTo>
                  <a:lnTo>
                    <a:pt x="453451" y="379918"/>
                  </a:lnTo>
                  <a:lnTo>
                    <a:pt x="455373" y="379957"/>
                  </a:lnTo>
                  <a:lnTo>
                    <a:pt x="457294" y="380002"/>
                  </a:lnTo>
                  <a:lnTo>
                    <a:pt x="459215" y="380052"/>
                  </a:lnTo>
                  <a:lnTo>
                    <a:pt x="461137" y="380107"/>
                  </a:lnTo>
                  <a:lnTo>
                    <a:pt x="463058" y="380165"/>
                  </a:lnTo>
                  <a:lnTo>
                    <a:pt x="464980" y="380223"/>
                  </a:lnTo>
                  <a:lnTo>
                    <a:pt x="466901" y="380281"/>
                  </a:lnTo>
                  <a:lnTo>
                    <a:pt x="468822" y="380338"/>
                  </a:lnTo>
                  <a:lnTo>
                    <a:pt x="470744" y="380393"/>
                  </a:lnTo>
                  <a:lnTo>
                    <a:pt x="472665" y="380444"/>
                  </a:lnTo>
                  <a:lnTo>
                    <a:pt x="474587" y="380491"/>
                  </a:lnTo>
                  <a:lnTo>
                    <a:pt x="476508" y="380534"/>
                  </a:lnTo>
                  <a:lnTo>
                    <a:pt x="478429" y="380571"/>
                  </a:lnTo>
                  <a:lnTo>
                    <a:pt x="480351" y="380604"/>
                  </a:lnTo>
                  <a:lnTo>
                    <a:pt x="482272" y="380633"/>
                  </a:lnTo>
                  <a:lnTo>
                    <a:pt x="484194" y="380657"/>
                  </a:lnTo>
                  <a:lnTo>
                    <a:pt x="486115" y="380677"/>
                  </a:lnTo>
                  <a:lnTo>
                    <a:pt x="488036" y="380694"/>
                  </a:lnTo>
                  <a:lnTo>
                    <a:pt x="489958" y="380708"/>
                  </a:lnTo>
                  <a:lnTo>
                    <a:pt x="491879" y="380718"/>
                  </a:lnTo>
                  <a:lnTo>
                    <a:pt x="493801" y="380727"/>
                  </a:lnTo>
                  <a:lnTo>
                    <a:pt x="495722" y="380733"/>
                  </a:lnTo>
                  <a:lnTo>
                    <a:pt x="497643" y="380738"/>
                  </a:lnTo>
                  <a:lnTo>
                    <a:pt x="499565" y="380742"/>
                  </a:lnTo>
                  <a:lnTo>
                    <a:pt x="501486" y="380745"/>
                  </a:lnTo>
                  <a:lnTo>
                    <a:pt x="503408" y="380747"/>
                  </a:lnTo>
                  <a:lnTo>
                    <a:pt x="505329" y="380749"/>
                  </a:lnTo>
                  <a:lnTo>
                    <a:pt x="507250" y="380750"/>
                  </a:lnTo>
                  <a:lnTo>
                    <a:pt x="509172" y="380751"/>
                  </a:lnTo>
                  <a:lnTo>
                    <a:pt x="511093" y="380751"/>
                  </a:lnTo>
                  <a:lnTo>
                    <a:pt x="513015" y="380752"/>
                  </a:lnTo>
                  <a:lnTo>
                    <a:pt x="514936" y="380752"/>
                  </a:lnTo>
                  <a:lnTo>
                    <a:pt x="516858" y="380752"/>
                  </a:lnTo>
                  <a:lnTo>
                    <a:pt x="518779" y="380752"/>
                  </a:lnTo>
                  <a:lnTo>
                    <a:pt x="520700" y="380752"/>
                  </a:lnTo>
                  <a:lnTo>
                    <a:pt x="522622" y="380752"/>
                  </a:lnTo>
                  <a:lnTo>
                    <a:pt x="524543" y="380752"/>
                  </a:lnTo>
                  <a:lnTo>
                    <a:pt x="526465" y="380752"/>
                  </a:lnTo>
                  <a:lnTo>
                    <a:pt x="528386" y="380752"/>
                  </a:lnTo>
                  <a:lnTo>
                    <a:pt x="530307" y="380752"/>
                  </a:lnTo>
                  <a:lnTo>
                    <a:pt x="532229" y="380752"/>
                  </a:lnTo>
                  <a:lnTo>
                    <a:pt x="534150" y="380752"/>
                  </a:lnTo>
                  <a:lnTo>
                    <a:pt x="536072" y="380752"/>
                  </a:lnTo>
                  <a:lnTo>
                    <a:pt x="537993" y="380752"/>
                  </a:lnTo>
                  <a:lnTo>
                    <a:pt x="539914" y="380752"/>
                  </a:lnTo>
                  <a:lnTo>
                    <a:pt x="541836" y="380752"/>
                  </a:lnTo>
                  <a:lnTo>
                    <a:pt x="543757" y="380752"/>
                  </a:lnTo>
                  <a:lnTo>
                    <a:pt x="545679" y="380752"/>
                  </a:lnTo>
                  <a:lnTo>
                    <a:pt x="547600" y="380752"/>
                  </a:lnTo>
                  <a:lnTo>
                    <a:pt x="549521" y="380752"/>
                  </a:lnTo>
                  <a:lnTo>
                    <a:pt x="551443" y="380752"/>
                  </a:lnTo>
                  <a:lnTo>
                    <a:pt x="553364" y="380752"/>
                  </a:lnTo>
                  <a:lnTo>
                    <a:pt x="555286" y="380752"/>
                  </a:lnTo>
                  <a:lnTo>
                    <a:pt x="557207" y="380752"/>
                  </a:lnTo>
                  <a:lnTo>
                    <a:pt x="559128" y="380752"/>
                  </a:lnTo>
                  <a:lnTo>
                    <a:pt x="561050" y="380752"/>
                  </a:lnTo>
                  <a:lnTo>
                    <a:pt x="562971" y="380752"/>
                  </a:lnTo>
                  <a:lnTo>
                    <a:pt x="564893" y="380752"/>
                  </a:lnTo>
                  <a:lnTo>
                    <a:pt x="566814" y="380752"/>
                  </a:lnTo>
                  <a:lnTo>
                    <a:pt x="568735" y="380752"/>
                  </a:lnTo>
                  <a:lnTo>
                    <a:pt x="570657" y="380752"/>
                  </a:lnTo>
                  <a:lnTo>
                    <a:pt x="572578" y="380752"/>
                  </a:lnTo>
                  <a:lnTo>
                    <a:pt x="574500" y="380752"/>
                  </a:lnTo>
                  <a:lnTo>
                    <a:pt x="576421" y="380752"/>
                  </a:lnTo>
                  <a:lnTo>
                    <a:pt x="578342" y="380752"/>
                  </a:lnTo>
                  <a:lnTo>
                    <a:pt x="580264" y="380752"/>
                  </a:lnTo>
                  <a:lnTo>
                    <a:pt x="582185" y="380752"/>
                  </a:lnTo>
                  <a:lnTo>
                    <a:pt x="584107" y="380752"/>
                  </a:lnTo>
                  <a:lnTo>
                    <a:pt x="586028" y="380752"/>
                  </a:lnTo>
                  <a:lnTo>
                    <a:pt x="587950" y="380752"/>
                  </a:lnTo>
                  <a:lnTo>
                    <a:pt x="589871" y="380752"/>
                  </a:lnTo>
                  <a:lnTo>
                    <a:pt x="591792" y="380752"/>
                  </a:lnTo>
                  <a:lnTo>
                    <a:pt x="593714" y="380752"/>
                  </a:lnTo>
                  <a:lnTo>
                    <a:pt x="595635" y="380752"/>
                  </a:lnTo>
                  <a:lnTo>
                    <a:pt x="597557" y="380752"/>
                  </a:lnTo>
                  <a:lnTo>
                    <a:pt x="599478" y="380752"/>
                  </a:lnTo>
                  <a:lnTo>
                    <a:pt x="601399" y="380752"/>
                  </a:lnTo>
                  <a:lnTo>
                    <a:pt x="603321" y="380752"/>
                  </a:lnTo>
                  <a:lnTo>
                    <a:pt x="605242" y="380752"/>
                  </a:lnTo>
                  <a:lnTo>
                    <a:pt x="607164" y="380752"/>
                  </a:lnTo>
                  <a:lnTo>
                    <a:pt x="609085" y="380752"/>
                  </a:lnTo>
                  <a:lnTo>
                    <a:pt x="611006" y="380752"/>
                  </a:lnTo>
                  <a:lnTo>
                    <a:pt x="612928" y="380752"/>
                  </a:lnTo>
                  <a:lnTo>
                    <a:pt x="614849" y="380752"/>
                  </a:lnTo>
                  <a:lnTo>
                    <a:pt x="616771" y="380752"/>
                  </a:lnTo>
                  <a:lnTo>
                    <a:pt x="618692" y="380752"/>
                  </a:lnTo>
                  <a:lnTo>
                    <a:pt x="620613" y="380752"/>
                  </a:lnTo>
                  <a:lnTo>
                    <a:pt x="622535" y="380752"/>
                  </a:lnTo>
                  <a:lnTo>
                    <a:pt x="624456" y="380752"/>
                  </a:lnTo>
                  <a:lnTo>
                    <a:pt x="626378" y="380752"/>
                  </a:lnTo>
                  <a:lnTo>
                    <a:pt x="628299" y="380752"/>
                  </a:lnTo>
                  <a:lnTo>
                    <a:pt x="630220" y="380752"/>
                  </a:lnTo>
                  <a:lnTo>
                    <a:pt x="632142" y="380752"/>
                  </a:lnTo>
                  <a:lnTo>
                    <a:pt x="634063" y="380752"/>
                  </a:lnTo>
                  <a:lnTo>
                    <a:pt x="635985" y="380752"/>
                  </a:lnTo>
                  <a:lnTo>
                    <a:pt x="637906" y="380752"/>
                  </a:lnTo>
                  <a:lnTo>
                    <a:pt x="639827" y="380752"/>
                  </a:lnTo>
                  <a:lnTo>
                    <a:pt x="641749" y="380752"/>
                  </a:lnTo>
                  <a:lnTo>
                    <a:pt x="643670" y="380752"/>
                  </a:lnTo>
                  <a:lnTo>
                    <a:pt x="645592" y="380752"/>
                  </a:lnTo>
                  <a:lnTo>
                    <a:pt x="647513" y="380752"/>
                  </a:lnTo>
                  <a:lnTo>
                    <a:pt x="649434" y="380752"/>
                  </a:lnTo>
                  <a:lnTo>
                    <a:pt x="651356" y="380752"/>
                  </a:lnTo>
                  <a:lnTo>
                    <a:pt x="653277" y="380752"/>
                  </a:lnTo>
                  <a:lnTo>
                    <a:pt x="655199" y="380752"/>
                  </a:lnTo>
                  <a:lnTo>
                    <a:pt x="657120" y="380752"/>
                  </a:lnTo>
                  <a:lnTo>
                    <a:pt x="659042" y="380752"/>
                  </a:lnTo>
                  <a:lnTo>
                    <a:pt x="660963" y="380752"/>
                  </a:lnTo>
                  <a:lnTo>
                    <a:pt x="662884" y="380752"/>
                  </a:lnTo>
                  <a:lnTo>
                    <a:pt x="664806" y="380752"/>
                  </a:lnTo>
                  <a:lnTo>
                    <a:pt x="666727" y="380752"/>
                  </a:lnTo>
                  <a:lnTo>
                    <a:pt x="668649" y="380752"/>
                  </a:lnTo>
                  <a:lnTo>
                    <a:pt x="670570" y="380752"/>
                  </a:lnTo>
                  <a:lnTo>
                    <a:pt x="672491" y="380752"/>
                  </a:lnTo>
                  <a:lnTo>
                    <a:pt x="674413" y="380752"/>
                  </a:lnTo>
                  <a:lnTo>
                    <a:pt x="676334" y="380752"/>
                  </a:lnTo>
                  <a:lnTo>
                    <a:pt x="678256" y="380752"/>
                  </a:lnTo>
                  <a:lnTo>
                    <a:pt x="680177" y="380752"/>
                  </a:lnTo>
                  <a:lnTo>
                    <a:pt x="682098" y="380752"/>
                  </a:lnTo>
                  <a:lnTo>
                    <a:pt x="684020" y="380752"/>
                  </a:lnTo>
                  <a:lnTo>
                    <a:pt x="685941" y="380752"/>
                  </a:lnTo>
                  <a:lnTo>
                    <a:pt x="687863" y="380752"/>
                  </a:lnTo>
                  <a:lnTo>
                    <a:pt x="689784" y="380752"/>
                  </a:lnTo>
                  <a:lnTo>
                    <a:pt x="691705" y="380752"/>
                  </a:lnTo>
                  <a:lnTo>
                    <a:pt x="693627" y="380752"/>
                  </a:lnTo>
                  <a:lnTo>
                    <a:pt x="695548" y="380752"/>
                  </a:lnTo>
                  <a:lnTo>
                    <a:pt x="697470" y="380752"/>
                  </a:lnTo>
                  <a:lnTo>
                    <a:pt x="699391" y="380752"/>
                  </a:lnTo>
                  <a:lnTo>
                    <a:pt x="701312" y="380752"/>
                  </a:lnTo>
                  <a:lnTo>
                    <a:pt x="703234" y="380752"/>
                  </a:lnTo>
                  <a:lnTo>
                    <a:pt x="705155" y="380752"/>
                  </a:lnTo>
                  <a:lnTo>
                    <a:pt x="707077" y="380752"/>
                  </a:lnTo>
                  <a:lnTo>
                    <a:pt x="708998" y="380752"/>
                  </a:lnTo>
                  <a:lnTo>
                    <a:pt x="710919" y="380752"/>
                  </a:lnTo>
                  <a:lnTo>
                    <a:pt x="712841" y="380752"/>
                  </a:lnTo>
                  <a:lnTo>
                    <a:pt x="714762" y="380752"/>
                  </a:lnTo>
                  <a:lnTo>
                    <a:pt x="716684" y="380752"/>
                  </a:lnTo>
                  <a:lnTo>
                    <a:pt x="718605" y="380752"/>
                  </a:lnTo>
                  <a:lnTo>
                    <a:pt x="720526" y="380752"/>
                  </a:lnTo>
                  <a:lnTo>
                    <a:pt x="722448" y="380752"/>
                  </a:lnTo>
                  <a:lnTo>
                    <a:pt x="724369" y="380752"/>
                  </a:lnTo>
                  <a:lnTo>
                    <a:pt x="726291" y="380752"/>
                  </a:lnTo>
                  <a:lnTo>
                    <a:pt x="728212" y="380752"/>
                  </a:lnTo>
                  <a:lnTo>
                    <a:pt x="730134" y="380752"/>
                  </a:lnTo>
                  <a:lnTo>
                    <a:pt x="732055" y="380752"/>
                  </a:lnTo>
                  <a:lnTo>
                    <a:pt x="733976" y="380752"/>
                  </a:lnTo>
                  <a:lnTo>
                    <a:pt x="735898" y="380752"/>
                  </a:lnTo>
                  <a:lnTo>
                    <a:pt x="737819" y="380752"/>
                  </a:lnTo>
                  <a:lnTo>
                    <a:pt x="739741" y="380752"/>
                  </a:lnTo>
                  <a:lnTo>
                    <a:pt x="741662" y="380752"/>
                  </a:lnTo>
                  <a:lnTo>
                    <a:pt x="743583" y="380752"/>
                  </a:lnTo>
                  <a:lnTo>
                    <a:pt x="745505" y="380752"/>
                  </a:lnTo>
                  <a:lnTo>
                    <a:pt x="747426" y="380752"/>
                  </a:lnTo>
                  <a:lnTo>
                    <a:pt x="749348" y="380752"/>
                  </a:lnTo>
                  <a:lnTo>
                    <a:pt x="751269" y="380752"/>
                  </a:lnTo>
                  <a:lnTo>
                    <a:pt x="753190" y="380752"/>
                  </a:lnTo>
                  <a:lnTo>
                    <a:pt x="755112" y="380752"/>
                  </a:lnTo>
                  <a:lnTo>
                    <a:pt x="757033" y="380752"/>
                  </a:lnTo>
                  <a:lnTo>
                    <a:pt x="758955" y="380752"/>
                  </a:lnTo>
                  <a:lnTo>
                    <a:pt x="760876" y="380752"/>
                  </a:lnTo>
                  <a:lnTo>
                    <a:pt x="762797" y="380752"/>
                  </a:lnTo>
                  <a:lnTo>
                    <a:pt x="764719" y="380752"/>
                  </a:lnTo>
                  <a:lnTo>
                    <a:pt x="766640" y="380752"/>
                  </a:lnTo>
                  <a:lnTo>
                    <a:pt x="768562" y="380752"/>
                  </a:lnTo>
                  <a:lnTo>
                    <a:pt x="770483" y="380752"/>
                  </a:lnTo>
                  <a:lnTo>
                    <a:pt x="772404" y="380752"/>
                  </a:lnTo>
                  <a:lnTo>
                    <a:pt x="774326" y="380752"/>
                  </a:lnTo>
                  <a:lnTo>
                    <a:pt x="776247" y="380752"/>
                  </a:lnTo>
                  <a:lnTo>
                    <a:pt x="778169" y="380752"/>
                  </a:lnTo>
                  <a:lnTo>
                    <a:pt x="780090" y="380752"/>
                  </a:lnTo>
                  <a:lnTo>
                    <a:pt x="782011" y="380752"/>
                  </a:lnTo>
                  <a:lnTo>
                    <a:pt x="783933" y="380752"/>
                  </a:lnTo>
                  <a:lnTo>
                    <a:pt x="785854" y="380752"/>
                  </a:lnTo>
                  <a:lnTo>
                    <a:pt x="787776" y="380752"/>
                  </a:lnTo>
                  <a:lnTo>
                    <a:pt x="789697" y="380752"/>
                  </a:lnTo>
                  <a:lnTo>
                    <a:pt x="791618" y="380752"/>
                  </a:lnTo>
                  <a:lnTo>
                    <a:pt x="793540" y="380752"/>
                  </a:lnTo>
                  <a:lnTo>
                    <a:pt x="795461" y="380752"/>
                  </a:lnTo>
                  <a:lnTo>
                    <a:pt x="797383" y="380752"/>
                  </a:lnTo>
                  <a:lnTo>
                    <a:pt x="799304" y="380752"/>
                  </a:lnTo>
                  <a:lnTo>
                    <a:pt x="801226" y="380752"/>
                  </a:lnTo>
                  <a:lnTo>
                    <a:pt x="803147" y="380752"/>
                  </a:lnTo>
                  <a:lnTo>
                    <a:pt x="805068" y="380752"/>
                  </a:lnTo>
                  <a:lnTo>
                    <a:pt x="806990" y="380752"/>
                  </a:lnTo>
                  <a:lnTo>
                    <a:pt x="808911" y="380752"/>
                  </a:lnTo>
                  <a:lnTo>
                    <a:pt x="810833" y="380752"/>
                  </a:lnTo>
                  <a:lnTo>
                    <a:pt x="812754" y="380752"/>
                  </a:lnTo>
                  <a:lnTo>
                    <a:pt x="814675" y="380752"/>
                  </a:lnTo>
                  <a:lnTo>
                    <a:pt x="816597" y="380752"/>
                  </a:lnTo>
                  <a:lnTo>
                    <a:pt x="818518" y="380752"/>
                  </a:lnTo>
                  <a:lnTo>
                    <a:pt x="820440" y="380752"/>
                  </a:lnTo>
                  <a:lnTo>
                    <a:pt x="822361" y="380752"/>
                  </a:lnTo>
                  <a:lnTo>
                    <a:pt x="824282" y="380752"/>
                  </a:lnTo>
                  <a:lnTo>
                    <a:pt x="826204" y="380752"/>
                  </a:lnTo>
                  <a:lnTo>
                    <a:pt x="828125" y="380752"/>
                  </a:lnTo>
                  <a:lnTo>
                    <a:pt x="830047" y="380752"/>
                  </a:lnTo>
                  <a:lnTo>
                    <a:pt x="831968" y="380752"/>
                  </a:lnTo>
                  <a:lnTo>
                    <a:pt x="833889" y="380752"/>
                  </a:lnTo>
                  <a:lnTo>
                    <a:pt x="835811" y="380752"/>
                  </a:lnTo>
                  <a:lnTo>
                    <a:pt x="837732" y="380752"/>
                  </a:lnTo>
                  <a:lnTo>
                    <a:pt x="839654" y="380752"/>
                  </a:lnTo>
                  <a:lnTo>
                    <a:pt x="841575" y="380752"/>
                  </a:lnTo>
                  <a:lnTo>
                    <a:pt x="843496" y="380752"/>
                  </a:lnTo>
                  <a:lnTo>
                    <a:pt x="845418" y="380752"/>
                  </a:lnTo>
                  <a:lnTo>
                    <a:pt x="847339" y="380752"/>
                  </a:lnTo>
                  <a:lnTo>
                    <a:pt x="849261" y="380752"/>
                  </a:lnTo>
                  <a:lnTo>
                    <a:pt x="851182" y="380752"/>
                  </a:lnTo>
                  <a:lnTo>
                    <a:pt x="853103" y="380752"/>
                  </a:lnTo>
                  <a:lnTo>
                    <a:pt x="855025" y="380752"/>
                  </a:lnTo>
                  <a:lnTo>
                    <a:pt x="856946" y="380752"/>
                  </a:lnTo>
                  <a:lnTo>
                    <a:pt x="858868" y="380752"/>
                  </a:lnTo>
                  <a:lnTo>
                    <a:pt x="860789" y="380752"/>
                  </a:lnTo>
                  <a:lnTo>
                    <a:pt x="862710" y="380752"/>
                  </a:lnTo>
                  <a:lnTo>
                    <a:pt x="864632" y="380752"/>
                  </a:lnTo>
                  <a:lnTo>
                    <a:pt x="866553" y="380752"/>
                  </a:lnTo>
                  <a:lnTo>
                    <a:pt x="868475" y="380752"/>
                  </a:lnTo>
                  <a:lnTo>
                    <a:pt x="870396" y="380752"/>
                  </a:lnTo>
                  <a:lnTo>
                    <a:pt x="872318" y="380752"/>
                  </a:lnTo>
                  <a:lnTo>
                    <a:pt x="874239" y="380752"/>
                  </a:lnTo>
                  <a:lnTo>
                    <a:pt x="876160" y="380752"/>
                  </a:lnTo>
                  <a:lnTo>
                    <a:pt x="878082" y="380752"/>
                  </a:lnTo>
                  <a:lnTo>
                    <a:pt x="880003" y="380752"/>
                  </a:lnTo>
                  <a:lnTo>
                    <a:pt x="881925" y="380751"/>
                  </a:lnTo>
                  <a:lnTo>
                    <a:pt x="883846" y="380751"/>
                  </a:lnTo>
                  <a:lnTo>
                    <a:pt x="885767" y="380750"/>
                  </a:lnTo>
                  <a:lnTo>
                    <a:pt x="887689" y="380750"/>
                  </a:lnTo>
                  <a:lnTo>
                    <a:pt x="889610" y="380748"/>
                  </a:lnTo>
                  <a:lnTo>
                    <a:pt x="891532" y="380747"/>
                  </a:lnTo>
                  <a:lnTo>
                    <a:pt x="893453" y="380744"/>
                  </a:lnTo>
                  <a:lnTo>
                    <a:pt x="895374" y="380741"/>
                  </a:lnTo>
                  <a:lnTo>
                    <a:pt x="897296" y="380737"/>
                  </a:lnTo>
                  <a:lnTo>
                    <a:pt x="899217" y="380731"/>
                  </a:lnTo>
                  <a:lnTo>
                    <a:pt x="901139" y="380724"/>
                  </a:lnTo>
                  <a:lnTo>
                    <a:pt x="903060" y="380715"/>
                  </a:lnTo>
                  <a:lnTo>
                    <a:pt x="904981" y="380703"/>
                  </a:lnTo>
                  <a:lnTo>
                    <a:pt x="906903" y="380688"/>
                  </a:lnTo>
                  <a:lnTo>
                    <a:pt x="908824" y="380670"/>
                  </a:lnTo>
                  <a:lnTo>
                    <a:pt x="910746" y="380648"/>
                  </a:lnTo>
                  <a:lnTo>
                    <a:pt x="912667" y="380621"/>
                  </a:lnTo>
                  <a:lnTo>
                    <a:pt x="914588" y="380590"/>
                  </a:lnTo>
                  <a:lnTo>
                    <a:pt x="916510" y="380553"/>
                  </a:lnTo>
                  <a:lnTo>
                    <a:pt x="918431" y="380511"/>
                  </a:lnTo>
                  <a:lnTo>
                    <a:pt x="920353" y="380463"/>
                  </a:lnTo>
                  <a:lnTo>
                    <a:pt x="922274" y="380410"/>
                  </a:lnTo>
                  <a:lnTo>
                    <a:pt x="924195" y="380352"/>
                  </a:lnTo>
                  <a:lnTo>
                    <a:pt x="926117" y="380290"/>
                  </a:lnTo>
                  <a:lnTo>
                    <a:pt x="928038" y="380222"/>
                  </a:lnTo>
                  <a:lnTo>
                    <a:pt x="929960" y="380151"/>
                  </a:lnTo>
                  <a:lnTo>
                    <a:pt x="931881" y="380078"/>
                  </a:lnTo>
                  <a:lnTo>
                    <a:pt x="933802" y="380004"/>
                  </a:lnTo>
                  <a:lnTo>
                    <a:pt x="935724" y="379929"/>
                  </a:lnTo>
                  <a:lnTo>
                    <a:pt x="937645" y="379856"/>
                  </a:lnTo>
                  <a:lnTo>
                    <a:pt x="939567" y="379784"/>
                  </a:lnTo>
                  <a:lnTo>
                    <a:pt x="941488" y="379716"/>
                  </a:lnTo>
                  <a:lnTo>
                    <a:pt x="943410" y="379653"/>
                  </a:lnTo>
                  <a:lnTo>
                    <a:pt x="945331" y="379596"/>
                  </a:lnTo>
                  <a:lnTo>
                    <a:pt x="947252" y="379545"/>
                  </a:lnTo>
                  <a:lnTo>
                    <a:pt x="949174" y="379502"/>
                  </a:lnTo>
                  <a:lnTo>
                    <a:pt x="951095" y="379466"/>
                  </a:lnTo>
                  <a:lnTo>
                    <a:pt x="953017" y="379438"/>
                  </a:lnTo>
                  <a:lnTo>
                    <a:pt x="954938" y="379418"/>
                  </a:lnTo>
                  <a:lnTo>
                    <a:pt x="956859" y="379407"/>
                  </a:lnTo>
                  <a:lnTo>
                    <a:pt x="958781" y="379405"/>
                  </a:lnTo>
                  <a:lnTo>
                    <a:pt x="960702" y="379412"/>
                  </a:lnTo>
                  <a:lnTo>
                    <a:pt x="962624" y="379428"/>
                  </a:lnTo>
                  <a:lnTo>
                    <a:pt x="964545" y="379453"/>
                  </a:lnTo>
                  <a:lnTo>
                    <a:pt x="966466" y="379486"/>
                  </a:lnTo>
                  <a:lnTo>
                    <a:pt x="968388" y="379526"/>
                  </a:lnTo>
                  <a:lnTo>
                    <a:pt x="970309" y="379574"/>
                  </a:lnTo>
                  <a:lnTo>
                    <a:pt x="972231" y="379629"/>
                  </a:lnTo>
                  <a:lnTo>
                    <a:pt x="974152" y="379690"/>
                  </a:lnTo>
                  <a:lnTo>
                    <a:pt x="976073" y="379756"/>
                  </a:lnTo>
                  <a:lnTo>
                    <a:pt x="977995" y="379826"/>
                  </a:lnTo>
                  <a:lnTo>
                    <a:pt x="979916" y="379899"/>
                  </a:lnTo>
                  <a:lnTo>
                    <a:pt x="981838" y="379973"/>
                  </a:lnTo>
                </a:path>
              </a:pathLst>
            </a:custGeom>
            <a:ln w="27101" cap="flat">
              <a:solidFill>
                <a:srgbClr val="8E4C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3029362" y="1973284"/>
              <a:ext cx="981838" cy="809738"/>
            </a:xfrm>
            <a:custGeom>
              <a:avLst/>
              <a:pathLst>
                <a:path w="981838" h="809738">
                  <a:moveTo>
                    <a:pt x="0" y="809738"/>
                  </a:moveTo>
                  <a:lnTo>
                    <a:pt x="1921" y="809738"/>
                  </a:lnTo>
                  <a:lnTo>
                    <a:pt x="3842" y="809738"/>
                  </a:lnTo>
                  <a:lnTo>
                    <a:pt x="5764" y="809738"/>
                  </a:lnTo>
                  <a:lnTo>
                    <a:pt x="7685" y="809738"/>
                  </a:lnTo>
                  <a:lnTo>
                    <a:pt x="9607" y="809738"/>
                  </a:lnTo>
                  <a:lnTo>
                    <a:pt x="11528" y="809738"/>
                  </a:lnTo>
                  <a:lnTo>
                    <a:pt x="13449" y="809738"/>
                  </a:lnTo>
                  <a:lnTo>
                    <a:pt x="15371" y="809738"/>
                  </a:lnTo>
                  <a:lnTo>
                    <a:pt x="17292" y="809738"/>
                  </a:lnTo>
                  <a:lnTo>
                    <a:pt x="19214" y="809738"/>
                  </a:lnTo>
                  <a:lnTo>
                    <a:pt x="21135" y="809738"/>
                  </a:lnTo>
                  <a:lnTo>
                    <a:pt x="23056" y="809738"/>
                  </a:lnTo>
                  <a:lnTo>
                    <a:pt x="24978" y="809738"/>
                  </a:lnTo>
                  <a:lnTo>
                    <a:pt x="26899" y="809738"/>
                  </a:lnTo>
                  <a:lnTo>
                    <a:pt x="28821" y="809738"/>
                  </a:lnTo>
                  <a:lnTo>
                    <a:pt x="30742" y="809738"/>
                  </a:lnTo>
                  <a:lnTo>
                    <a:pt x="32663" y="809738"/>
                  </a:lnTo>
                  <a:lnTo>
                    <a:pt x="34585" y="809738"/>
                  </a:lnTo>
                  <a:lnTo>
                    <a:pt x="36506" y="809738"/>
                  </a:lnTo>
                  <a:lnTo>
                    <a:pt x="38428" y="809738"/>
                  </a:lnTo>
                  <a:lnTo>
                    <a:pt x="40349" y="809738"/>
                  </a:lnTo>
                  <a:lnTo>
                    <a:pt x="42270" y="809738"/>
                  </a:lnTo>
                  <a:lnTo>
                    <a:pt x="44192" y="809737"/>
                  </a:lnTo>
                  <a:lnTo>
                    <a:pt x="46113" y="809736"/>
                  </a:lnTo>
                  <a:lnTo>
                    <a:pt x="48035" y="809734"/>
                  </a:lnTo>
                  <a:lnTo>
                    <a:pt x="49956" y="809729"/>
                  </a:lnTo>
                  <a:lnTo>
                    <a:pt x="51877" y="809720"/>
                  </a:lnTo>
                  <a:lnTo>
                    <a:pt x="53799" y="809703"/>
                  </a:lnTo>
                  <a:lnTo>
                    <a:pt x="55720" y="809674"/>
                  </a:lnTo>
                  <a:lnTo>
                    <a:pt x="57642" y="809623"/>
                  </a:lnTo>
                  <a:lnTo>
                    <a:pt x="59563" y="809539"/>
                  </a:lnTo>
                  <a:lnTo>
                    <a:pt x="61484" y="809396"/>
                  </a:lnTo>
                  <a:lnTo>
                    <a:pt x="63406" y="809171"/>
                  </a:lnTo>
                  <a:lnTo>
                    <a:pt x="65327" y="808828"/>
                  </a:lnTo>
                  <a:lnTo>
                    <a:pt x="67249" y="808326"/>
                  </a:lnTo>
                  <a:lnTo>
                    <a:pt x="69170" y="807616"/>
                  </a:lnTo>
                  <a:lnTo>
                    <a:pt x="71091" y="806649"/>
                  </a:lnTo>
                  <a:lnTo>
                    <a:pt x="73013" y="805377"/>
                  </a:lnTo>
                  <a:lnTo>
                    <a:pt x="74934" y="803766"/>
                  </a:lnTo>
                  <a:lnTo>
                    <a:pt x="76856" y="801799"/>
                  </a:lnTo>
                  <a:lnTo>
                    <a:pt x="78777" y="799483"/>
                  </a:lnTo>
                  <a:lnTo>
                    <a:pt x="80699" y="796862"/>
                  </a:lnTo>
                  <a:lnTo>
                    <a:pt x="82620" y="794013"/>
                  </a:lnTo>
                  <a:lnTo>
                    <a:pt x="84541" y="791047"/>
                  </a:lnTo>
                  <a:lnTo>
                    <a:pt x="86463" y="788126"/>
                  </a:lnTo>
                  <a:lnTo>
                    <a:pt x="88384" y="785403"/>
                  </a:lnTo>
                  <a:lnTo>
                    <a:pt x="90306" y="783012"/>
                  </a:lnTo>
                  <a:lnTo>
                    <a:pt x="92227" y="781058"/>
                  </a:lnTo>
                  <a:lnTo>
                    <a:pt x="94148" y="779601"/>
                  </a:lnTo>
                  <a:lnTo>
                    <a:pt x="96070" y="778645"/>
                  </a:lnTo>
                  <a:lnTo>
                    <a:pt x="97991" y="778144"/>
                  </a:lnTo>
                  <a:lnTo>
                    <a:pt x="99913" y="778001"/>
                  </a:lnTo>
                  <a:lnTo>
                    <a:pt x="101834" y="778085"/>
                  </a:lnTo>
                  <a:lnTo>
                    <a:pt x="103755" y="778245"/>
                  </a:lnTo>
                  <a:lnTo>
                    <a:pt x="105677" y="778331"/>
                  </a:lnTo>
                  <a:lnTo>
                    <a:pt x="107598" y="778211"/>
                  </a:lnTo>
                  <a:lnTo>
                    <a:pt x="109520" y="777755"/>
                  </a:lnTo>
                  <a:lnTo>
                    <a:pt x="111441" y="776948"/>
                  </a:lnTo>
                  <a:lnTo>
                    <a:pt x="113362" y="775804"/>
                  </a:lnTo>
                  <a:lnTo>
                    <a:pt x="115284" y="774384"/>
                  </a:lnTo>
                  <a:lnTo>
                    <a:pt x="117205" y="772783"/>
                  </a:lnTo>
                  <a:lnTo>
                    <a:pt x="119127" y="771121"/>
                  </a:lnTo>
                  <a:lnTo>
                    <a:pt x="121048" y="769527"/>
                  </a:lnTo>
                  <a:lnTo>
                    <a:pt x="122969" y="768126"/>
                  </a:lnTo>
                  <a:lnTo>
                    <a:pt x="124891" y="767022"/>
                  </a:lnTo>
                  <a:lnTo>
                    <a:pt x="126812" y="766291"/>
                  </a:lnTo>
                  <a:lnTo>
                    <a:pt x="128734" y="765969"/>
                  </a:lnTo>
                  <a:lnTo>
                    <a:pt x="130655" y="766046"/>
                  </a:lnTo>
                  <a:lnTo>
                    <a:pt x="132576" y="766484"/>
                  </a:lnTo>
                  <a:lnTo>
                    <a:pt x="134498" y="767169"/>
                  </a:lnTo>
                  <a:lnTo>
                    <a:pt x="136419" y="767964"/>
                  </a:lnTo>
                  <a:lnTo>
                    <a:pt x="138341" y="768734"/>
                  </a:lnTo>
                  <a:lnTo>
                    <a:pt x="140262" y="769352"/>
                  </a:lnTo>
                  <a:lnTo>
                    <a:pt x="142183" y="769706"/>
                  </a:lnTo>
                  <a:lnTo>
                    <a:pt x="144105" y="769715"/>
                  </a:lnTo>
                  <a:lnTo>
                    <a:pt x="146026" y="769329"/>
                  </a:lnTo>
                  <a:lnTo>
                    <a:pt x="147948" y="768536"/>
                  </a:lnTo>
                  <a:lnTo>
                    <a:pt x="149869" y="767359"/>
                  </a:lnTo>
                  <a:lnTo>
                    <a:pt x="151791" y="765851"/>
                  </a:lnTo>
                  <a:lnTo>
                    <a:pt x="153712" y="764085"/>
                  </a:lnTo>
                  <a:lnTo>
                    <a:pt x="155633" y="762147"/>
                  </a:lnTo>
                  <a:lnTo>
                    <a:pt x="157555" y="760125"/>
                  </a:lnTo>
                  <a:lnTo>
                    <a:pt x="159476" y="758106"/>
                  </a:lnTo>
                  <a:lnTo>
                    <a:pt x="161398" y="756149"/>
                  </a:lnTo>
                  <a:lnTo>
                    <a:pt x="163319" y="754289"/>
                  </a:lnTo>
                  <a:lnTo>
                    <a:pt x="165240" y="752546"/>
                  </a:lnTo>
                  <a:lnTo>
                    <a:pt x="167162" y="750920"/>
                  </a:lnTo>
                  <a:lnTo>
                    <a:pt x="169083" y="749400"/>
                  </a:lnTo>
                  <a:lnTo>
                    <a:pt x="171005" y="747958"/>
                  </a:lnTo>
                  <a:lnTo>
                    <a:pt x="172926" y="746562"/>
                  </a:lnTo>
                  <a:lnTo>
                    <a:pt x="174847" y="745169"/>
                  </a:lnTo>
                  <a:lnTo>
                    <a:pt x="176769" y="743735"/>
                  </a:lnTo>
                  <a:lnTo>
                    <a:pt x="178690" y="742211"/>
                  </a:lnTo>
                  <a:lnTo>
                    <a:pt x="180612" y="740541"/>
                  </a:lnTo>
                  <a:lnTo>
                    <a:pt x="182533" y="738671"/>
                  </a:lnTo>
                  <a:lnTo>
                    <a:pt x="184454" y="736562"/>
                  </a:lnTo>
                  <a:lnTo>
                    <a:pt x="186376" y="734167"/>
                  </a:lnTo>
                  <a:lnTo>
                    <a:pt x="188297" y="731438"/>
                  </a:lnTo>
                  <a:lnTo>
                    <a:pt x="190219" y="728327"/>
                  </a:lnTo>
                  <a:lnTo>
                    <a:pt x="192140" y="724790"/>
                  </a:lnTo>
                  <a:lnTo>
                    <a:pt x="194061" y="720788"/>
                  </a:lnTo>
                  <a:lnTo>
                    <a:pt x="195983" y="716294"/>
                  </a:lnTo>
                  <a:lnTo>
                    <a:pt x="197904" y="711299"/>
                  </a:lnTo>
                  <a:lnTo>
                    <a:pt x="199826" y="705812"/>
                  </a:lnTo>
                  <a:lnTo>
                    <a:pt x="201747" y="699863"/>
                  </a:lnTo>
                  <a:lnTo>
                    <a:pt x="203668" y="693492"/>
                  </a:lnTo>
                  <a:lnTo>
                    <a:pt x="205590" y="686720"/>
                  </a:lnTo>
                  <a:lnTo>
                    <a:pt x="207511" y="679601"/>
                  </a:lnTo>
                  <a:lnTo>
                    <a:pt x="209433" y="672107"/>
                  </a:lnTo>
                  <a:lnTo>
                    <a:pt x="211354" y="664144"/>
                  </a:lnTo>
                  <a:lnTo>
                    <a:pt x="213275" y="655528"/>
                  </a:lnTo>
                  <a:lnTo>
                    <a:pt x="215197" y="645980"/>
                  </a:lnTo>
                  <a:lnTo>
                    <a:pt x="217118" y="635113"/>
                  </a:lnTo>
                  <a:lnTo>
                    <a:pt x="219040" y="622431"/>
                  </a:lnTo>
                  <a:lnTo>
                    <a:pt x="220961" y="607341"/>
                  </a:lnTo>
                  <a:lnTo>
                    <a:pt x="222883" y="589166"/>
                  </a:lnTo>
                  <a:lnTo>
                    <a:pt x="224804" y="567174"/>
                  </a:lnTo>
                  <a:lnTo>
                    <a:pt x="226725" y="540622"/>
                  </a:lnTo>
                  <a:lnTo>
                    <a:pt x="228647" y="508448"/>
                  </a:lnTo>
                  <a:lnTo>
                    <a:pt x="230568" y="470236"/>
                  </a:lnTo>
                  <a:lnTo>
                    <a:pt x="232490" y="425987"/>
                  </a:lnTo>
                  <a:lnTo>
                    <a:pt x="234411" y="375967"/>
                  </a:lnTo>
                  <a:lnTo>
                    <a:pt x="236332" y="321013"/>
                  </a:lnTo>
                  <a:lnTo>
                    <a:pt x="238254" y="262626"/>
                  </a:lnTo>
                  <a:lnTo>
                    <a:pt x="240175" y="203016"/>
                  </a:lnTo>
                  <a:lnTo>
                    <a:pt x="242097" y="145061"/>
                  </a:lnTo>
                  <a:lnTo>
                    <a:pt x="244018" y="92163"/>
                  </a:lnTo>
                  <a:lnTo>
                    <a:pt x="245939" y="48009"/>
                  </a:lnTo>
                  <a:lnTo>
                    <a:pt x="247861" y="16230"/>
                  </a:lnTo>
                  <a:lnTo>
                    <a:pt x="249782" y="0"/>
                  </a:lnTo>
                  <a:lnTo>
                    <a:pt x="251704" y="1972"/>
                  </a:lnTo>
                  <a:lnTo>
                    <a:pt x="253625" y="24251"/>
                  </a:lnTo>
                  <a:lnTo>
                    <a:pt x="255546" y="64572"/>
                  </a:lnTo>
                  <a:lnTo>
                    <a:pt x="257468" y="120636"/>
                  </a:lnTo>
                  <a:lnTo>
                    <a:pt x="259389" y="188988"/>
                  </a:lnTo>
                  <a:lnTo>
                    <a:pt x="261311" y="265421"/>
                  </a:lnTo>
                  <a:lnTo>
                    <a:pt x="263232" y="345447"/>
                  </a:lnTo>
                  <a:lnTo>
                    <a:pt x="265153" y="424767"/>
                  </a:lnTo>
                  <a:lnTo>
                    <a:pt x="267075" y="499673"/>
                  </a:lnTo>
                  <a:lnTo>
                    <a:pt x="268996" y="567329"/>
                  </a:lnTo>
                  <a:lnTo>
                    <a:pt x="270918" y="625919"/>
                  </a:lnTo>
                  <a:lnTo>
                    <a:pt x="272839" y="674636"/>
                  </a:lnTo>
                  <a:lnTo>
                    <a:pt x="274760" y="713567"/>
                  </a:lnTo>
                  <a:lnTo>
                    <a:pt x="276682" y="742960"/>
                  </a:lnTo>
                  <a:lnTo>
                    <a:pt x="278603" y="764599"/>
                  </a:lnTo>
                  <a:lnTo>
                    <a:pt x="280525" y="780126"/>
                  </a:lnTo>
                  <a:lnTo>
                    <a:pt x="282446" y="790899"/>
                  </a:lnTo>
                  <a:lnTo>
                    <a:pt x="284367" y="798124"/>
                  </a:lnTo>
                  <a:lnTo>
                    <a:pt x="286289" y="802804"/>
                  </a:lnTo>
                  <a:lnTo>
                    <a:pt x="288210" y="805733"/>
                  </a:lnTo>
                  <a:lnTo>
                    <a:pt x="290132" y="807501"/>
                  </a:lnTo>
                  <a:lnTo>
                    <a:pt x="292053" y="808531"/>
                  </a:lnTo>
                  <a:lnTo>
                    <a:pt x="293975" y="809109"/>
                  </a:lnTo>
                  <a:lnTo>
                    <a:pt x="295896" y="809422"/>
                  </a:lnTo>
                  <a:lnTo>
                    <a:pt x="297817" y="809585"/>
                  </a:lnTo>
                  <a:lnTo>
                    <a:pt x="299739" y="809665"/>
                  </a:lnTo>
                  <a:lnTo>
                    <a:pt x="301660" y="809704"/>
                  </a:lnTo>
                  <a:lnTo>
                    <a:pt x="303582" y="809722"/>
                  </a:lnTo>
                  <a:lnTo>
                    <a:pt x="305503" y="809731"/>
                  </a:lnTo>
                  <a:lnTo>
                    <a:pt x="307424" y="809735"/>
                  </a:lnTo>
                  <a:lnTo>
                    <a:pt x="309346" y="809737"/>
                  </a:lnTo>
                  <a:lnTo>
                    <a:pt x="311267" y="809738"/>
                  </a:lnTo>
                  <a:lnTo>
                    <a:pt x="313189" y="809738"/>
                  </a:lnTo>
                  <a:lnTo>
                    <a:pt x="315110" y="809738"/>
                  </a:lnTo>
                  <a:lnTo>
                    <a:pt x="317031" y="809738"/>
                  </a:lnTo>
                  <a:lnTo>
                    <a:pt x="318953" y="809738"/>
                  </a:lnTo>
                  <a:lnTo>
                    <a:pt x="320874" y="809738"/>
                  </a:lnTo>
                  <a:lnTo>
                    <a:pt x="322796" y="809738"/>
                  </a:lnTo>
                  <a:lnTo>
                    <a:pt x="324717" y="809738"/>
                  </a:lnTo>
                  <a:lnTo>
                    <a:pt x="326638" y="809738"/>
                  </a:lnTo>
                  <a:lnTo>
                    <a:pt x="328560" y="809738"/>
                  </a:lnTo>
                  <a:lnTo>
                    <a:pt x="330481" y="809738"/>
                  </a:lnTo>
                  <a:lnTo>
                    <a:pt x="332403" y="809738"/>
                  </a:lnTo>
                  <a:lnTo>
                    <a:pt x="334324" y="809738"/>
                  </a:lnTo>
                  <a:lnTo>
                    <a:pt x="336245" y="809738"/>
                  </a:lnTo>
                  <a:lnTo>
                    <a:pt x="338167" y="809738"/>
                  </a:lnTo>
                  <a:lnTo>
                    <a:pt x="340088" y="809738"/>
                  </a:lnTo>
                  <a:lnTo>
                    <a:pt x="342010" y="809738"/>
                  </a:lnTo>
                  <a:lnTo>
                    <a:pt x="343931" y="809738"/>
                  </a:lnTo>
                  <a:lnTo>
                    <a:pt x="345852" y="809738"/>
                  </a:lnTo>
                  <a:lnTo>
                    <a:pt x="347774" y="809738"/>
                  </a:lnTo>
                  <a:lnTo>
                    <a:pt x="349695" y="809738"/>
                  </a:lnTo>
                  <a:lnTo>
                    <a:pt x="351617" y="809738"/>
                  </a:lnTo>
                  <a:lnTo>
                    <a:pt x="353538" y="809738"/>
                  </a:lnTo>
                  <a:lnTo>
                    <a:pt x="355459" y="809738"/>
                  </a:lnTo>
                  <a:lnTo>
                    <a:pt x="357381" y="809738"/>
                  </a:lnTo>
                  <a:lnTo>
                    <a:pt x="359302" y="809738"/>
                  </a:lnTo>
                  <a:lnTo>
                    <a:pt x="361224" y="809738"/>
                  </a:lnTo>
                  <a:lnTo>
                    <a:pt x="363145" y="809738"/>
                  </a:lnTo>
                  <a:lnTo>
                    <a:pt x="365067" y="809738"/>
                  </a:lnTo>
                  <a:lnTo>
                    <a:pt x="366988" y="809738"/>
                  </a:lnTo>
                  <a:lnTo>
                    <a:pt x="368909" y="809738"/>
                  </a:lnTo>
                  <a:lnTo>
                    <a:pt x="370831" y="809738"/>
                  </a:lnTo>
                  <a:lnTo>
                    <a:pt x="372752" y="809738"/>
                  </a:lnTo>
                  <a:lnTo>
                    <a:pt x="374674" y="809738"/>
                  </a:lnTo>
                  <a:lnTo>
                    <a:pt x="376595" y="809738"/>
                  </a:lnTo>
                  <a:lnTo>
                    <a:pt x="378516" y="809738"/>
                  </a:lnTo>
                  <a:lnTo>
                    <a:pt x="380438" y="809738"/>
                  </a:lnTo>
                  <a:lnTo>
                    <a:pt x="382359" y="809738"/>
                  </a:lnTo>
                  <a:lnTo>
                    <a:pt x="384281" y="809738"/>
                  </a:lnTo>
                  <a:lnTo>
                    <a:pt x="386202" y="809738"/>
                  </a:lnTo>
                  <a:lnTo>
                    <a:pt x="388123" y="809738"/>
                  </a:lnTo>
                  <a:lnTo>
                    <a:pt x="390045" y="809738"/>
                  </a:lnTo>
                  <a:lnTo>
                    <a:pt x="391966" y="809738"/>
                  </a:lnTo>
                  <a:lnTo>
                    <a:pt x="393888" y="809738"/>
                  </a:lnTo>
                  <a:lnTo>
                    <a:pt x="395809" y="809738"/>
                  </a:lnTo>
                  <a:lnTo>
                    <a:pt x="397730" y="809738"/>
                  </a:lnTo>
                  <a:lnTo>
                    <a:pt x="399652" y="809738"/>
                  </a:lnTo>
                  <a:lnTo>
                    <a:pt x="401573" y="809738"/>
                  </a:lnTo>
                  <a:lnTo>
                    <a:pt x="403495" y="809738"/>
                  </a:lnTo>
                  <a:lnTo>
                    <a:pt x="405416" y="809738"/>
                  </a:lnTo>
                  <a:lnTo>
                    <a:pt x="407337" y="809738"/>
                  </a:lnTo>
                  <a:lnTo>
                    <a:pt x="409259" y="809738"/>
                  </a:lnTo>
                  <a:lnTo>
                    <a:pt x="411180" y="809738"/>
                  </a:lnTo>
                  <a:lnTo>
                    <a:pt x="413102" y="809738"/>
                  </a:lnTo>
                  <a:lnTo>
                    <a:pt x="415023" y="809738"/>
                  </a:lnTo>
                  <a:lnTo>
                    <a:pt x="416944" y="809738"/>
                  </a:lnTo>
                  <a:lnTo>
                    <a:pt x="418866" y="809738"/>
                  </a:lnTo>
                  <a:lnTo>
                    <a:pt x="420787" y="809738"/>
                  </a:lnTo>
                  <a:lnTo>
                    <a:pt x="422709" y="809738"/>
                  </a:lnTo>
                  <a:lnTo>
                    <a:pt x="424630" y="809738"/>
                  </a:lnTo>
                  <a:lnTo>
                    <a:pt x="426551" y="809738"/>
                  </a:lnTo>
                  <a:lnTo>
                    <a:pt x="428473" y="809738"/>
                  </a:lnTo>
                  <a:lnTo>
                    <a:pt x="430394" y="809738"/>
                  </a:lnTo>
                  <a:lnTo>
                    <a:pt x="432316" y="809738"/>
                  </a:lnTo>
                  <a:lnTo>
                    <a:pt x="434237" y="809738"/>
                  </a:lnTo>
                  <a:lnTo>
                    <a:pt x="436159" y="809738"/>
                  </a:lnTo>
                  <a:lnTo>
                    <a:pt x="438080" y="809738"/>
                  </a:lnTo>
                  <a:lnTo>
                    <a:pt x="440001" y="809738"/>
                  </a:lnTo>
                  <a:lnTo>
                    <a:pt x="441923" y="809738"/>
                  </a:lnTo>
                  <a:lnTo>
                    <a:pt x="443844" y="809738"/>
                  </a:lnTo>
                  <a:lnTo>
                    <a:pt x="445766" y="809738"/>
                  </a:lnTo>
                  <a:lnTo>
                    <a:pt x="447687" y="809738"/>
                  </a:lnTo>
                  <a:lnTo>
                    <a:pt x="449608" y="809738"/>
                  </a:lnTo>
                  <a:lnTo>
                    <a:pt x="451530" y="809738"/>
                  </a:lnTo>
                  <a:lnTo>
                    <a:pt x="453451" y="809738"/>
                  </a:lnTo>
                  <a:lnTo>
                    <a:pt x="455373" y="809738"/>
                  </a:lnTo>
                  <a:lnTo>
                    <a:pt x="457294" y="809738"/>
                  </a:lnTo>
                  <a:lnTo>
                    <a:pt x="459215" y="809738"/>
                  </a:lnTo>
                  <a:lnTo>
                    <a:pt x="461137" y="809738"/>
                  </a:lnTo>
                  <a:lnTo>
                    <a:pt x="463058" y="809738"/>
                  </a:lnTo>
                  <a:lnTo>
                    <a:pt x="464980" y="809738"/>
                  </a:lnTo>
                  <a:lnTo>
                    <a:pt x="466901" y="809738"/>
                  </a:lnTo>
                  <a:lnTo>
                    <a:pt x="468822" y="809738"/>
                  </a:lnTo>
                  <a:lnTo>
                    <a:pt x="470744" y="809738"/>
                  </a:lnTo>
                  <a:lnTo>
                    <a:pt x="472665" y="809738"/>
                  </a:lnTo>
                  <a:lnTo>
                    <a:pt x="474587" y="809738"/>
                  </a:lnTo>
                  <a:lnTo>
                    <a:pt x="476508" y="809738"/>
                  </a:lnTo>
                  <a:lnTo>
                    <a:pt x="478429" y="809738"/>
                  </a:lnTo>
                  <a:lnTo>
                    <a:pt x="480351" y="809738"/>
                  </a:lnTo>
                  <a:lnTo>
                    <a:pt x="482272" y="809738"/>
                  </a:lnTo>
                  <a:lnTo>
                    <a:pt x="484194" y="809738"/>
                  </a:lnTo>
                  <a:lnTo>
                    <a:pt x="486115" y="809738"/>
                  </a:lnTo>
                  <a:lnTo>
                    <a:pt x="488036" y="809738"/>
                  </a:lnTo>
                  <a:lnTo>
                    <a:pt x="489958" y="809738"/>
                  </a:lnTo>
                  <a:lnTo>
                    <a:pt x="491879" y="809738"/>
                  </a:lnTo>
                  <a:lnTo>
                    <a:pt x="493801" y="809738"/>
                  </a:lnTo>
                  <a:lnTo>
                    <a:pt x="495722" y="809738"/>
                  </a:lnTo>
                  <a:lnTo>
                    <a:pt x="497643" y="809738"/>
                  </a:lnTo>
                  <a:lnTo>
                    <a:pt x="499565" y="809738"/>
                  </a:lnTo>
                  <a:lnTo>
                    <a:pt x="501486" y="809738"/>
                  </a:lnTo>
                  <a:lnTo>
                    <a:pt x="503408" y="809738"/>
                  </a:lnTo>
                  <a:lnTo>
                    <a:pt x="505329" y="809738"/>
                  </a:lnTo>
                  <a:lnTo>
                    <a:pt x="507250" y="809738"/>
                  </a:lnTo>
                  <a:lnTo>
                    <a:pt x="509172" y="809738"/>
                  </a:lnTo>
                  <a:lnTo>
                    <a:pt x="511093" y="809738"/>
                  </a:lnTo>
                  <a:lnTo>
                    <a:pt x="513015" y="809738"/>
                  </a:lnTo>
                  <a:lnTo>
                    <a:pt x="514936" y="809738"/>
                  </a:lnTo>
                  <a:lnTo>
                    <a:pt x="516858" y="809738"/>
                  </a:lnTo>
                  <a:lnTo>
                    <a:pt x="518779" y="809738"/>
                  </a:lnTo>
                  <a:lnTo>
                    <a:pt x="520700" y="809738"/>
                  </a:lnTo>
                  <a:lnTo>
                    <a:pt x="522622" y="809738"/>
                  </a:lnTo>
                  <a:lnTo>
                    <a:pt x="524543" y="809738"/>
                  </a:lnTo>
                  <a:lnTo>
                    <a:pt x="526465" y="809738"/>
                  </a:lnTo>
                  <a:lnTo>
                    <a:pt x="528386" y="809738"/>
                  </a:lnTo>
                  <a:lnTo>
                    <a:pt x="530307" y="809738"/>
                  </a:lnTo>
                  <a:lnTo>
                    <a:pt x="532229" y="809738"/>
                  </a:lnTo>
                  <a:lnTo>
                    <a:pt x="534150" y="809738"/>
                  </a:lnTo>
                  <a:lnTo>
                    <a:pt x="536072" y="809738"/>
                  </a:lnTo>
                  <a:lnTo>
                    <a:pt x="537993" y="809738"/>
                  </a:lnTo>
                  <a:lnTo>
                    <a:pt x="539914" y="809738"/>
                  </a:lnTo>
                  <a:lnTo>
                    <a:pt x="541836" y="809738"/>
                  </a:lnTo>
                  <a:lnTo>
                    <a:pt x="543757" y="809738"/>
                  </a:lnTo>
                  <a:lnTo>
                    <a:pt x="545679" y="809738"/>
                  </a:lnTo>
                  <a:lnTo>
                    <a:pt x="547600" y="809738"/>
                  </a:lnTo>
                  <a:lnTo>
                    <a:pt x="549521" y="809738"/>
                  </a:lnTo>
                  <a:lnTo>
                    <a:pt x="551443" y="809738"/>
                  </a:lnTo>
                  <a:lnTo>
                    <a:pt x="553364" y="809738"/>
                  </a:lnTo>
                  <a:lnTo>
                    <a:pt x="555286" y="809738"/>
                  </a:lnTo>
                  <a:lnTo>
                    <a:pt x="557207" y="809738"/>
                  </a:lnTo>
                  <a:lnTo>
                    <a:pt x="559128" y="809738"/>
                  </a:lnTo>
                  <a:lnTo>
                    <a:pt x="561050" y="809738"/>
                  </a:lnTo>
                  <a:lnTo>
                    <a:pt x="562971" y="809738"/>
                  </a:lnTo>
                  <a:lnTo>
                    <a:pt x="564893" y="809738"/>
                  </a:lnTo>
                  <a:lnTo>
                    <a:pt x="566814" y="809738"/>
                  </a:lnTo>
                  <a:lnTo>
                    <a:pt x="568735" y="809738"/>
                  </a:lnTo>
                  <a:lnTo>
                    <a:pt x="570657" y="809738"/>
                  </a:lnTo>
                  <a:lnTo>
                    <a:pt x="572578" y="809738"/>
                  </a:lnTo>
                  <a:lnTo>
                    <a:pt x="574500" y="809738"/>
                  </a:lnTo>
                  <a:lnTo>
                    <a:pt x="576421" y="809738"/>
                  </a:lnTo>
                  <a:lnTo>
                    <a:pt x="578342" y="809738"/>
                  </a:lnTo>
                  <a:lnTo>
                    <a:pt x="580264" y="809738"/>
                  </a:lnTo>
                  <a:lnTo>
                    <a:pt x="582185" y="809738"/>
                  </a:lnTo>
                  <a:lnTo>
                    <a:pt x="584107" y="809738"/>
                  </a:lnTo>
                  <a:lnTo>
                    <a:pt x="586028" y="809738"/>
                  </a:lnTo>
                  <a:lnTo>
                    <a:pt x="587950" y="809738"/>
                  </a:lnTo>
                  <a:lnTo>
                    <a:pt x="589871" y="809737"/>
                  </a:lnTo>
                  <a:lnTo>
                    <a:pt x="591792" y="809736"/>
                  </a:lnTo>
                  <a:lnTo>
                    <a:pt x="593714" y="809733"/>
                  </a:lnTo>
                  <a:lnTo>
                    <a:pt x="595635" y="809730"/>
                  </a:lnTo>
                  <a:lnTo>
                    <a:pt x="597557" y="809723"/>
                  </a:lnTo>
                  <a:lnTo>
                    <a:pt x="599478" y="809713"/>
                  </a:lnTo>
                  <a:lnTo>
                    <a:pt x="601399" y="809697"/>
                  </a:lnTo>
                  <a:lnTo>
                    <a:pt x="603321" y="809673"/>
                  </a:lnTo>
                  <a:lnTo>
                    <a:pt x="605242" y="809639"/>
                  </a:lnTo>
                  <a:lnTo>
                    <a:pt x="607164" y="809592"/>
                  </a:lnTo>
                  <a:lnTo>
                    <a:pt x="609085" y="809528"/>
                  </a:lnTo>
                  <a:lnTo>
                    <a:pt x="611006" y="809446"/>
                  </a:lnTo>
                  <a:lnTo>
                    <a:pt x="612928" y="809343"/>
                  </a:lnTo>
                  <a:lnTo>
                    <a:pt x="614849" y="809222"/>
                  </a:lnTo>
                  <a:lnTo>
                    <a:pt x="616771" y="809086"/>
                  </a:lnTo>
                  <a:lnTo>
                    <a:pt x="618692" y="808940"/>
                  </a:lnTo>
                  <a:lnTo>
                    <a:pt x="620613" y="808793"/>
                  </a:lnTo>
                  <a:lnTo>
                    <a:pt x="622535" y="808654"/>
                  </a:lnTo>
                  <a:lnTo>
                    <a:pt x="624456" y="808533"/>
                  </a:lnTo>
                  <a:lnTo>
                    <a:pt x="626378" y="808441"/>
                  </a:lnTo>
                  <a:lnTo>
                    <a:pt x="628299" y="808385"/>
                  </a:lnTo>
                  <a:lnTo>
                    <a:pt x="630220" y="808371"/>
                  </a:lnTo>
                  <a:lnTo>
                    <a:pt x="632142" y="808400"/>
                  </a:lnTo>
                  <a:lnTo>
                    <a:pt x="634063" y="808470"/>
                  </a:lnTo>
                  <a:lnTo>
                    <a:pt x="635985" y="808576"/>
                  </a:lnTo>
                  <a:lnTo>
                    <a:pt x="637906" y="808707"/>
                  </a:lnTo>
                  <a:lnTo>
                    <a:pt x="639827" y="808852"/>
                  </a:lnTo>
                  <a:lnTo>
                    <a:pt x="641749" y="808999"/>
                  </a:lnTo>
                  <a:lnTo>
                    <a:pt x="643670" y="809142"/>
                  </a:lnTo>
                  <a:lnTo>
                    <a:pt x="645592" y="809272"/>
                  </a:lnTo>
                  <a:lnTo>
                    <a:pt x="647513" y="809385"/>
                  </a:lnTo>
                  <a:lnTo>
                    <a:pt x="649434" y="809479"/>
                  </a:lnTo>
                  <a:lnTo>
                    <a:pt x="651356" y="809554"/>
                  </a:lnTo>
                  <a:lnTo>
                    <a:pt x="653277" y="809612"/>
                  </a:lnTo>
                  <a:lnTo>
                    <a:pt x="655199" y="809655"/>
                  </a:lnTo>
                  <a:lnTo>
                    <a:pt x="657120" y="809685"/>
                  </a:lnTo>
                  <a:lnTo>
                    <a:pt x="659042" y="809705"/>
                  </a:lnTo>
                  <a:lnTo>
                    <a:pt x="660963" y="809718"/>
                  </a:lnTo>
                  <a:lnTo>
                    <a:pt x="662884" y="809726"/>
                  </a:lnTo>
                  <a:lnTo>
                    <a:pt x="664806" y="809731"/>
                  </a:lnTo>
                  <a:lnTo>
                    <a:pt x="666727" y="809734"/>
                  </a:lnTo>
                  <a:lnTo>
                    <a:pt x="668649" y="809736"/>
                  </a:lnTo>
                  <a:lnTo>
                    <a:pt x="670570" y="809737"/>
                  </a:lnTo>
                  <a:lnTo>
                    <a:pt x="672491" y="809738"/>
                  </a:lnTo>
                  <a:lnTo>
                    <a:pt x="674413" y="809738"/>
                  </a:lnTo>
                  <a:lnTo>
                    <a:pt x="676334" y="809738"/>
                  </a:lnTo>
                  <a:lnTo>
                    <a:pt x="678256" y="809738"/>
                  </a:lnTo>
                  <a:lnTo>
                    <a:pt x="680177" y="809738"/>
                  </a:lnTo>
                  <a:lnTo>
                    <a:pt x="682098" y="809738"/>
                  </a:lnTo>
                  <a:lnTo>
                    <a:pt x="684020" y="809738"/>
                  </a:lnTo>
                  <a:lnTo>
                    <a:pt x="685941" y="809738"/>
                  </a:lnTo>
                  <a:lnTo>
                    <a:pt x="687863" y="809738"/>
                  </a:lnTo>
                  <a:lnTo>
                    <a:pt x="689784" y="809738"/>
                  </a:lnTo>
                  <a:lnTo>
                    <a:pt x="691705" y="809738"/>
                  </a:lnTo>
                  <a:lnTo>
                    <a:pt x="693627" y="809738"/>
                  </a:lnTo>
                  <a:lnTo>
                    <a:pt x="695548" y="809738"/>
                  </a:lnTo>
                  <a:lnTo>
                    <a:pt x="697470" y="809738"/>
                  </a:lnTo>
                  <a:lnTo>
                    <a:pt x="699391" y="809738"/>
                  </a:lnTo>
                  <a:lnTo>
                    <a:pt x="701312" y="809738"/>
                  </a:lnTo>
                  <a:lnTo>
                    <a:pt x="703234" y="809738"/>
                  </a:lnTo>
                  <a:lnTo>
                    <a:pt x="705155" y="809738"/>
                  </a:lnTo>
                  <a:lnTo>
                    <a:pt x="707077" y="809738"/>
                  </a:lnTo>
                  <a:lnTo>
                    <a:pt x="708998" y="809738"/>
                  </a:lnTo>
                  <a:lnTo>
                    <a:pt x="710919" y="809738"/>
                  </a:lnTo>
                  <a:lnTo>
                    <a:pt x="712841" y="809738"/>
                  </a:lnTo>
                  <a:lnTo>
                    <a:pt x="714762" y="809738"/>
                  </a:lnTo>
                  <a:lnTo>
                    <a:pt x="716684" y="809738"/>
                  </a:lnTo>
                  <a:lnTo>
                    <a:pt x="718605" y="809738"/>
                  </a:lnTo>
                  <a:lnTo>
                    <a:pt x="720526" y="809738"/>
                  </a:lnTo>
                  <a:lnTo>
                    <a:pt x="722448" y="809738"/>
                  </a:lnTo>
                  <a:lnTo>
                    <a:pt x="724369" y="809738"/>
                  </a:lnTo>
                  <a:lnTo>
                    <a:pt x="726291" y="809738"/>
                  </a:lnTo>
                  <a:lnTo>
                    <a:pt x="728212" y="809738"/>
                  </a:lnTo>
                  <a:lnTo>
                    <a:pt x="730134" y="809738"/>
                  </a:lnTo>
                  <a:lnTo>
                    <a:pt x="732055" y="809738"/>
                  </a:lnTo>
                  <a:lnTo>
                    <a:pt x="733976" y="809738"/>
                  </a:lnTo>
                  <a:lnTo>
                    <a:pt x="735898" y="809738"/>
                  </a:lnTo>
                  <a:lnTo>
                    <a:pt x="737819" y="809738"/>
                  </a:lnTo>
                  <a:lnTo>
                    <a:pt x="739741" y="809738"/>
                  </a:lnTo>
                  <a:lnTo>
                    <a:pt x="741662" y="809738"/>
                  </a:lnTo>
                  <a:lnTo>
                    <a:pt x="743583" y="809738"/>
                  </a:lnTo>
                  <a:lnTo>
                    <a:pt x="745505" y="809738"/>
                  </a:lnTo>
                  <a:lnTo>
                    <a:pt x="747426" y="809738"/>
                  </a:lnTo>
                  <a:lnTo>
                    <a:pt x="749348" y="809738"/>
                  </a:lnTo>
                  <a:lnTo>
                    <a:pt x="751269" y="809738"/>
                  </a:lnTo>
                  <a:lnTo>
                    <a:pt x="753190" y="809738"/>
                  </a:lnTo>
                  <a:lnTo>
                    <a:pt x="755112" y="809738"/>
                  </a:lnTo>
                  <a:lnTo>
                    <a:pt x="757033" y="809738"/>
                  </a:lnTo>
                  <a:lnTo>
                    <a:pt x="758955" y="809738"/>
                  </a:lnTo>
                  <a:lnTo>
                    <a:pt x="760876" y="809738"/>
                  </a:lnTo>
                  <a:lnTo>
                    <a:pt x="762797" y="809738"/>
                  </a:lnTo>
                  <a:lnTo>
                    <a:pt x="764719" y="809738"/>
                  </a:lnTo>
                  <a:lnTo>
                    <a:pt x="766640" y="809738"/>
                  </a:lnTo>
                  <a:lnTo>
                    <a:pt x="768562" y="809738"/>
                  </a:lnTo>
                  <a:lnTo>
                    <a:pt x="770483" y="809738"/>
                  </a:lnTo>
                  <a:lnTo>
                    <a:pt x="772404" y="809738"/>
                  </a:lnTo>
                  <a:lnTo>
                    <a:pt x="774326" y="809738"/>
                  </a:lnTo>
                  <a:lnTo>
                    <a:pt x="776247" y="809738"/>
                  </a:lnTo>
                  <a:lnTo>
                    <a:pt x="778169" y="809738"/>
                  </a:lnTo>
                  <a:lnTo>
                    <a:pt x="780090" y="809738"/>
                  </a:lnTo>
                  <a:lnTo>
                    <a:pt x="782011" y="809738"/>
                  </a:lnTo>
                  <a:lnTo>
                    <a:pt x="783933" y="809738"/>
                  </a:lnTo>
                  <a:lnTo>
                    <a:pt x="785854" y="809738"/>
                  </a:lnTo>
                  <a:lnTo>
                    <a:pt x="787776" y="809738"/>
                  </a:lnTo>
                  <a:lnTo>
                    <a:pt x="789697" y="809738"/>
                  </a:lnTo>
                  <a:lnTo>
                    <a:pt x="791618" y="809738"/>
                  </a:lnTo>
                  <a:lnTo>
                    <a:pt x="793540" y="809738"/>
                  </a:lnTo>
                  <a:lnTo>
                    <a:pt x="795461" y="809738"/>
                  </a:lnTo>
                  <a:lnTo>
                    <a:pt x="797383" y="809738"/>
                  </a:lnTo>
                  <a:lnTo>
                    <a:pt x="799304" y="809738"/>
                  </a:lnTo>
                  <a:lnTo>
                    <a:pt x="801226" y="809738"/>
                  </a:lnTo>
                  <a:lnTo>
                    <a:pt x="803147" y="809738"/>
                  </a:lnTo>
                  <a:lnTo>
                    <a:pt x="805068" y="809738"/>
                  </a:lnTo>
                  <a:lnTo>
                    <a:pt x="806990" y="809738"/>
                  </a:lnTo>
                  <a:lnTo>
                    <a:pt x="808911" y="809738"/>
                  </a:lnTo>
                  <a:lnTo>
                    <a:pt x="810833" y="809738"/>
                  </a:lnTo>
                  <a:lnTo>
                    <a:pt x="812754" y="809738"/>
                  </a:lnTo>
                  <a:lnTo>
                    <a:pt x="814675" y="809738"/>
                  </a:lnTo>
                  <a:lnTo>
                    <a:pt x="816597" y="809738"/>
                  </a:lnTo>
                  <a:lnTo>
                    <a:pt x="818518" y="809738"/>
                  </a:lnTo>
                  <a:lnTo>
                    <a:pt x="820440" y="809738"/>
                  </a:lnTo>
                  <a:lnTo>
                    <a:pt x="822361" y="809738"/>
                  </a:lnTo>
                  <a:lnTo>
                    <a:pt x="824282" y="809738"/>
                  </a:lnTo>
                  <a:lnTo>
                    <a:pt x="826204" y="809738"/>
                  </a:lnTo>
                  <a:lnTo>
                    <a:pt x="828125" y="809738"/>
                  </a:lnTo>
                  <a:lnTo>
                    <a:pt x="830047" y="809738"/>
                  </a:lnTo>
                  <a:lnTo>
                    <a:pt x="831968" y="809738"/>
                  </a:lnTo>
                  <a:lnTo>
                    <a:pt x="833889" y="809738"/>
                  </a:lnTo>
                  <a:lnTo>
                    <a:pt x="835811" y="809738"/>
                  </a:lnTo>
                  <a:lnTo>
                    <a:pt x="837732" y="809738"/>
                  </a:lnTo>
                  <a:lnTo>
                    <a:pt x="839654" y="809738"/>
                  </a:lnTo>
                  <a:lnTo>
                    <a:pt x="841575" y="809738"/>
                  </a:lnTo>
                  <a:lnTo>
                    <a:pt x="843496" y="809738"/>
                  </a:lnTo>
                  <a:lnTo>
                    <a:pt x="845418" y="809738"/>
                  </a:lnTo>
                  <a:lnTo>
                    <a:pt x="847339" y="809738"/>
                  </a:lnTo>
                  <a:lnTo>
                    <a:pt x="849261" y="809738"/>
                  </a:lnTo>
                  <a:lnTo>
                    <a:pt x="851182" y="809738"/>
                  </a:lnTo>
                  <a:lnTo>
                    <a:pt x="853103" y="809738"/>
                  </a:lnTo>
                  <a:lnTo>
                    <a:pt x="855025" y="809738"/>
                  </a:lnTo>
                  <a:lnTo>
                    <a:pt x="856946" y="809737"/>
                  </a:lnTo>
                  <a:lnTo>
                    <a:pt x="858868" y="809737"/>
                  </a:lnTo>
                  <a:lnTo>
                    <a:pt x="860789" y="809735"/>
                  </a:lnTo>
                  <a:lnTo>
                    <a:pt x="862710" y="809732"/>
                  </a:lnTo>
                  <a:lnTo>
                    <a:pt x="864632" y="809728"/>
                  </a:lnTo>
                  <a:lnTo>
                    <a:pt x="866553" y="809720"/>
                  </a:lnTo>
                  <a:lnTo>
                    <a:pt x="868475" y="809709"/>
                  </a:lnTo>
                  <a:lnTo>
                    <a:pt x="870396" y="809691"/>
                  </a:lnTo>
                  <a:lnTo>
                    <a:pt x="872318" y="809665"/>
                  </a:lnTo>
                  <a:lnTo>
                    <a:pt x="874239" y="809628"/>
                  </a:lnTo>
                  <a:lnTo>
                    <a:pt x="876160" y="809576"/>
                  </a:lnTo>
                  <a:lnTo>
                    <a:pt x="878082" y="809506"/>
                  </a:lnTo>
                  <a:lnTo>
                    <a:pt x="880003" y="809418"/>
                  </a:lnTo>
                  <a:lnTo>
                    <a:pt x="881925" y="809312"/>
                  </a:lnTo>
                  <a:lnTo>
                    <a:pt x="883846" y="809187"/>
                  </a:lnTo>
                  <a:lnTo>
                    <a:pt x="885767" y="809050"/>
                  </a:lnTo>
                  <a:lnTo>
                    <a:pt x="887689" y="808904"/>
                  </a:lnTo>
                  <a:lnTo>
                    <a:pt x="889610" y="808760"/>
                  </a:lnTo>
                  <a:lnTo>
                    <a:pt x="891532" y="808625"/>
                  </a:lnTo>
                  <a:lnTo>
                    <a:pt x="893453" y="808511"/>
                  </a:lnTo>
                  <a:lnTo>
                    <a:pt x="895374" y="808427"/>
                  </a:lnTo>
                  <a:lnTo>
                    <a:pt x="897296" y="808380"/>
                  </a:lnTo>
                  <a:lnTo>
                    <a:pt x="899217" y="808378"/>
                  </a:lnTo>
                  <a:lnTo>
                    <a:pt x="901139" y="808420"/>
                  </a:lnTo>
                  <a:lnTo>
                    <a:pt x="903060" y="808500"/>
                  </a:lnTo>
                  <a:lnTo>
                    <a:pt x="904981" y="808611"/>
                  </a:lnTo>
                  <a:lnTo>
                    <a:pt x="906903" y="808744"/>
                  </a:lnTo>
                  <a:lnTo>
                    <a:pt x="908824" y="808888"/>
                  </a:lnTo>
                  <a:lnTo>
                    <a:pt x="910746" y="809034"/>
                  </a:lnTo>
                  <a:lnTo>
                    <a:pt x="912667" y="809173"/>
                  </a:lnTo>
                  <a:lnTo>
                    <a:pt x="914588" y="809299"/>
                  </a:lnTo>
                  <a:lnTo>
                    <a:pt x="916510" y="809407"/>
                  </a:lnTo>
                  <a:lnTo>
                    <a:pt x="918431" y="809498"/>
                  </a:lnTo>
                  <a:lnTo>
                    <a:pt x="920353" y="809569"/>
                  </a:lnTo>
                  <a:lnTo>
                    <a:pt x="922274" y="809623"/>
                  </a:lnTo>
                  <a:lnTo>
                    <a:pt x="924195" y="809661"/>
                  </a:lnTo>
                  <a:lnTo>
                    <a:pt x="926117" y="809689"/>
                  </a:lnTo>
                  <a:lnTo>
                    <a:pt x="928038" y="809707"/>
                  </a:lnTo>
                  <a:lnTo>
                    <a:pt x="929960" y="809719"/>
                  </a:lnTo>
                  <a:lnTo>
                    <a:pt x="931881" y="809727"/>
                  </a:lnTo>
                  <a:lnTo>
                    <a:pt x="933802" y="809732"/>
                  </a:lnTo>
                  <a:lnTo>
                    <a:pt x="935724" y="809735"/>
                  </a:lnTo>
                  <a:lnTo>
                    <a:pt x="937645" y="809736"/>
                  </a:lnTo>
                  <a:lnTo>
                    <a:pt x="939567" y="809737"/>
                  </a:lnTo>
                  <a:lnTo>
                    <a:pt x="941488" y="809738"/>
                  </a:lnTo>
                  <a:lnTo>
                    <a:pt x="943410" y="809738"/>
                  </a:lnTo>
                  <a:lnTo>
                    <a:pt x="945331" y="809738"/>
                  </a:lnTo>
                  <a:lnTo>
                    <a:pt x="947252" y="809738"/>
                  </a:lnTo>
                  <a:lnTo>
                    <a:pt x="949174" y="809738"/>
                  </a:lnTo>
                  <a:lnTo>
                    <a:pt x="951095" y="809738"/>
                  </a:lnTo>
                  <a:lnTo>
                    <a:pt x="953017" y="809738"/>
                  </a:lnTo>
                  <a:lnTo>
                    <a:pt x="954938" y="809738"/>
                  </a:lnTo>
                  <a:lnTo>
                    <a:pt x="956859" y="809738"/>
                  </a:lnTo>
                  <a:lnTo>
                    <a:pt x="958781" y="809738"/>
                  </a:lnTo>
                  <a:lnTo>
                    <a:pt x="960702" y="809738"/>
                  </a:lnTo>
                  <a:lnTo>
                    <a:pt x="962624" y="809738"/>
                  </a:lnTo>
                  <a:lnTo>
                    <a:pt x="964545" y="809738"/>
                  </a:lnTo>
                  <a:lnTo>
                    <a:pt x="966466" y="809738"/>
                  </a:lnTo>
                  <a:lnTo>
                    <a:pt x="968388" y="809738"/>
                  </a:lnTo>
                  <a:lnTo>
                    <a:pt x="970309" y="809738"/>
                  </a:lnTo>
                  <a:lnTo>
                    <a:pt x="972231" y="809738"/>
                  </a:lnTo>
                  <a:lnTo>
                    <a:pt x="974152" y="809738"/>
                  </a:lnTo>
                  <a:lnTo>
                    <a:pt x="976073" y="809738"/>
                  </a:lnTo>
                  <a:lnTo>
                    <a:pt x="977995" y="809738"/>
                  </a:lnTo>
                  <a:lnTo>
                    <a:pt x="979916" y="809738"/>
                  </a:lnTo>
                  <a:lnTo>
                    <a:pt x="981838" y="809738"/>
                  </a:lnTo>
                  <a:lnTo>
                    <a:pt x="979916" y="809738"/>
                  </a:lnTo>
                  <a:lnTo>
                    <a:pt x="977995" y="809738"/>
                  </a:lnTo>
                  <a:lnTo>
                    <a:pt x="976073" y="809738"/>
                  </a:lnTo>
                  <a:lnTo>
                    <a:pt x="974152" y="809738"/>
                  </a:lnTo>
                  <a:lnTo>
                    <a:pt x="972231" y="809738"/>
                  </a:lnTo>
                  <a:lnTo>
                    <a:pt x="970309" y="809738"/>
                  </a:lnTo>
                  <a:lnTo>
                    <a:pt x="968388" y="809738"/>
                  </a:lnTo>
                  <a:lnTo>
                    <a:pt x="966466" y="809738"/>
                  </a:lnTo>
                  <a:lnTo>
                    <a:pt x="964545" y="809738"/>
                  </a:lnTo>
                  <a:lnTo>
                    <a:pt x="962624" y="809738"/>
                  </a:lnTo>
                  <a:lnTo>
                    <a:pt x="960702" y="809738"/>
                  </a:lnTo>
                  <a:lnTo>
                    <a:pt x="958781" y="809738"/>
                  </a:lnTo>
                  <a:lnTo>
                    <a:pt x="956859" y="809738"/>
                  </a:lnTo>
                  <a:lnTo>
                    <a:pt x="954938" y="809738"/>
                  </a:lnTo>
                  <a:lnTo>
                    <a:pt x="953017" y="809738"/>
                  </a:lnTo>
                  <a:lnTo>
                    <a:pt x="951095" y="809738"/>
                  </a:lnTo>
                  <a:lnTo>
                    <a:pt x="949174" y="809738"/>
                  </a:lnTo>
                  <a:lnTo>
                    <a:pt x="947252" y="809738"/>
                  </a:lnTo>
                  <a:lnTo>
                    <a:pt x="945331" y="809738"/>
                  </a:lnTo>
                  <a:lnTo>
                    <a:pt x="943410" y="809738"/>
                  </a:lnTo>
                  <a:lnTo>
                    <a:pt x="941488" y="809738"/>
                  </a:lnTo>
                  <a:lnTo>
                    <a:pt x="939567" y="809738"/>
                  </a:lnTo>
                  <a:lnTo>
                    <a:pt x="937645" y="809738"/>
                  </a:lnTo>
                  <a:lnTo>
                    <a:pt x="935724" y="809738"/>
                  </a:lnTo>
                  <a:lnTo>
                    <a:pt x="933802" y="809738"/>
                  </a:lnTo>
                  <a:lnTo>
                    <a:pt x="931881" y="809738"/>
                  </a:lnTo>
                  <a:lnTo>
                    <a:pt x="929960" y="809738"/>
                  </a:lnTo>
                  <a:lnTo>
                    <a:pt x="928038" y="809738"/>
                  </a:lnTo>
                  <a:lnTo>
                    <a:pt x="926117" y="809738"/>
                  </a:lnTo>
                  <a:lnTo>
                    <a:pt x="924195" y="809738"/>
                  </a:lnTo>
                  <a:lnTo>
                    <a:pt x="922274" y="809738"/>
                  </a:lnTo>
                  <a:lnTo>
                    <a:pt x="920353" y="809738"/>
                  </a:lnTo>
                  <a:lnTo>
                    <a:pt x="918431" y="809738"/>
                  </a:lnTo>
                  <a:lnTo>
                    <a:pt x="916510" y="809738"/>
                  </a:lnTo>
                  <a:lnTo>
                    <a:pt x="914588" y="809738"/>
                  </a:lnTo>
                  <a:lnTo>
                    <a:pt x="912667" y="809738"/>
                  </a:lnTo>
                  <a:lnTo>
                    <a:pt x="910746" y="809738"/>
                  </a:lnTo>
                  <a:lnTo>
                    <a:pt x="908824" y="809738"/>
                  </a:lnTo>
                  <a:lnTo>
                    <a:pt x="906903" y="809738"/>
                  </a:lnTo>
                  <a:lnTo>
                    <a:pt x="904981" y="809738"/>
                  </a:lnTo>
                  <a:lnTo>
                    <a:pt x="903060" y="809738"/>
                  </a:lnTo>
                  <a:lnTo>
                    <a:pt x="901139" y="809738"/>
                  </a:lnTo>
                  <a:lnTo>
                    <a:pt x="899217" y="809738"/>
                  </a:lnTo>
                  <a:lnTo>
                    <a:pt x="897296" y="809738"/>
                  </a:lnTo>
                  <a:lnTo>
                    <a:pt x="895374" y="809738"/>
                  </a:lnTo>
                  <a:lnTo>
                    <a:pt x="893453" y="809738"/>
                  </a:lnTo>
                  <a:lnTo>
                    <a:pt x="891532" y="809738"/>
                  </a:lnTo>
                  <a:lnTo>
                    <a:pt x="889610" y="809738"/>
                  </a:lnTo>
                  <a:lnTo>
                    <a:pt x="887689" y="809738"/>
                  </a:lnTo>
                  <a:lnTo>
                    <a:pt x="885767" y="809738"/>
                  </a:lnTo>
                  <a:lnTo>
                    <a:pt x="883846" y="809738"/>
                  </a:lnTo>
                  <a:lnTo>
                    <a:pt x="881925" y="809738"/>
                  </a:lnTo>
                  <a:lnTo>
                    <a:pt x="880003" y="809738"/>
                  </a:lnTo>
                  <a:lnTo>
                    <a:pt x="878082" y="809738"/>
                  </a:lnTo>
                  <a:lnTo>
                    <a:pt x="876160" y="809738"/>
                  </a:lnTo>
                  <a:lnTo>
                    <a:pt x="874239" y="809738"/>
                  </a:lnTo>
                  <a:lnTo>
                    <a:pt x="872318" y="809738"/>
                  </a:lnTo>
                  <a:lnTo>
                    <a:pt x="870396" y="809738"/>
                  </a:lnTo>
                  <a:lnTo>
                    <a:pt x="868475" y="809738"/>
                  </a:lnTo>
                  <a:lnTo>
                    <a:pt x="866553" y="809738"/>
                  </a:lnTo>
                  <a:lnTo>
                    <a:pt x="864632" y="809738"/>
                  </a:lnTo>
                  <a:lnTo>
                    <a:pt x="862710" y="809738"/>
                  </a:lnTo>
                  <a:lnTo>
                    <a:pt x="860789" y="809738"/>
                  </a:lnTo>
                  <a:lnTo>
                    <a:pt x="858868" y="809738"/>
                  </a:lnTo>
                  <a:lnTo>
                    <a:pt x="856946" y="809738"/>
                  </a:lnTo>
                  <a:lnTo>
                    <a:pt x="855025" y="809738"/>
                  </a:lnTo>
                  <a:lnTo>
                    <a:pt x="853103" y="809738"/>
                  </a:lnTo>
                  <a:lnTo>
                    <a:pt x="851182" y="809738"/>
                  </a:lnTo>
                  <a:lnTo>
                    <a:pt x="849261" y="809738"/>
                  </a:lnTo>
                  <a:lnTo>
                    <a:pt x="847339" y="809738"/>
                  </a:lnTo>
                  <a:lnTo>
                    <a:pt x="845418" y="809738"/>
                  </a:lnTo>
                  <a:lnTo>
                    <a:pt x="843496" y="809738"/>
                  </a:lnTo>
                  <a:lnTo>
                    <a:pt x="841575" y="809738"/>
                  </a:lnTo>
                  <a:lnTo>
                    <a:pt x="839654" y="809738"/>
                  </a:lnTo>
                  <a:lnTo>
                    <a:pt x="837732" y="809738"/>
                  </a:lnTo>
                  <a:lnTo>
                    <a:pt x="835811" y="809738"/>
                  </a:lnTo>
                  <a:lnTo>
                    <a:pt x="833889" y="809738"/>
                  </a:lnTo>
                  <a:lnTo>
                    <a:pt x="831968" y="809738"/>
                  </a:lnTo>
                  <a:lnTo>
                    <a:pt x="830047" y="809738"/>
                  </a:lnTo>
                  <a:lnTo>
                    <a:pt x="828125" y="809738"/>
                  </a:lnTo>
                  <a:lnTo>
                    <a:pt x="826204" y="809738"/>
                  </a:lnTo>
                  <a:lnTo>
                    <a:pt x="824282" y="809738"/>
                  </a:lnTo>
                  <a:lnTo>
                    <a:pt x="822361" y="809738"/>
                  </a:lnTo>
                  <a:lnTo>
                    <a:pt x="820440" y="809738"/>
                  </a:lnTo>
                  <a:lnTo>
                    <a:pt x="818518" y="809738"/>
                  </a:lnTo>
                  <a:lnTo>
                    <a:pt x="816597" y="809738"/>
                  </a:lnTo>
                  <a:lnTo>
                    <a:pt x="814675" y="809738"/>
                  </a:lnTo>
                  <a:lnTo>
                    <a:pt x="812754" y="809738"/>
                  </a:lnTo>
                  <a:lnTo>
                    <a:pt x="810833" y="809738"/>
                  </a:lnTo>
                  <a:lnTo>
                    <a:pt x="808911" y="809738"/>
                  </a:lnTo>
                  <a:lnTo>
                    <a:pt x="806990" y="809738"/>
                  </a:lnTo>
                  <a:lnTo>
                    <a:pt x="805068" y="809738"/>
                  </a:lnTo>
                  <a:lnTo>
                    <a:pt x="803147" y="809738"/>
                  </a:lnTo>
                  <a:lnTo>
                    <a:pt x="801226" y="809738"/>
                  </a:lnTo>
                  <a:lnTo>
                    <a:pt x="799304" y="809738"/>
                  </a:lnTo>
                  <a:lnTo>
                    <a:pt x="797383" y="809738"/>
                  </a:lnTo>
                  <a:lnTo>
                    <a:pt x="795461" y="809738"/>
                  </a:lnTo>
                  <a:lnTo>
                    <a:pt x="793540" y="809738"/>
                  </a:lnTo>
                  <a:lnTo>
                    <a:pt x="791618" y="809738"/>
                  </a:lnTo>
                  <a:lnTo>
                    <a:pt x="789697" y="809738"/>
                  </a:lnTo>
                  <a:lnTo>
                    <a:pt x="787776" y="809738"/>
                  </a:lnTo>
                  <a:lnTo>
                    <a:pt x="785854" y="809738"/>
                  </a:lnTo>
                  <a:lnTo>
                    <a:pt x="783933" y="809738"/>
                  </a:lnTo>
                  <a:lnTo>
                    <a:pt x="782011" y="809738"/>
                  </a:lnTo>
                  <a:lnTo>
                    <a:pt x="780090" y="809738"/>
                  </a:lnTo>
                  <a:lnTo>
                    <a:pt x="778169" y="809738"/>
                  </a:lnTo>
                  <a:lnTo>
                    <a:pt x="776247" y="809738"/>
                  </a:lnTo>
                  <a:lnTo>
                    <a:pt x="774326" y="809738"/>
                  </a:lnTo>
                  <a:lnTo>
                    <a:pt x="772404" y="809738"/>
                  </a:lnTo>
                  <a:lnTo>
                    <a:pt x="770483" y="809738"/>
                  </a:lnTo>
                  <a:lnTo>
                    <a:pt x="768562" y="809738"/>
                  </a:lnTo>
                  <a:lnTo>
                    <a:pt x="766640" y="809738"/>
                  </a:lnTo>
                  <a:lnTo>
                    <a:pt x="764719" y="809738"/>
                  </a:lnTo>
                  <a:lnTo>
                    <a:pt x="762797" y="809738"/>
                  </a:lnTo>
                  <a:lnTo>
                    <a:pt x="760876" y="809738"/>
                  </a:lnTo>
                  <a:lnTo>
                    <a:pt x="758955" y="809738"/>
                  </a:lnTo>
                  <a:lnTo>
                    <a:pt x="757033" y="809738"/>
                  </a:lnTo>
                  <a:lnTo>
                    <a:pt x="755112" y="809738"/>
                  </a:lnTo>
                  <a:lnTo>
                    <a:pt x="753190" y="809738"/>
                  </a:lnTo>
                  <a:lnTo>
                    <a:pt x="751269" y="809738"/>
                  </a:lnTo>
                  <a:lnTo>
                    <a:pt x="749348" y="809738"/>
                  </a:lnTo>
                  <a:lnTo>
                    <a:pt x="747426" y="809738"/>
                  </a:lnTo>
                  <a:lnTo>
                    <a:pt x="745505" y="809738"/>
                  </a:lnTo>
                  <a:lnTo>
                    <a:pt x="743583" y="809738"/>
                  </a:lnTo>
                  <a:lnTo>
                    <a:pt x="741662" y="809738"/>
                  </a:lnTo>
                  <a:lnTo>
                    <a:pt x="739741" y="809738"/>
                  </a:lnTo>
                  <a:lnTo>
                    <a:pt x="737819" y="809738"/>
                  </a:lnTo>
                  <a:lnTo>
                    <a:pt x="735898" y="809738"/>
                  </a:lnTo>
                  <a:lnTo>
                    <a:pt x="733976" y="809738"/>
                  </a:lnTo>
                  <a:lnTo>
                    <a:pt x="732055" y="809738"/>
                  </a:lnTo>
                  <a:lnTo>
                    <a:pt x="730134" y="809738"/>
                  </a:lnTo>
                  <a:lnTo>
                    <a:pt x="728212" y="809738"/>
                  </a:lnTo>
                  <a:lnTo>
                    <a:pt x="726291" y="809738"/>
                  </a:lnTo>
                  <a:lnTo>
                    <a:pt x="724369" y="809738"/>
                  </a:lnTo>
                  <a:lnTo>
                    <a:pt x="722448" y="809738"/>
                  </a:lnTo>
                  <a:lnTo>
                    <a:pt x="720526" y="809738"/>
                  </a:lnTo>
                  <a:lnTo>
                    <a:pt x="718605" y="809738"/>
                  </a:lnTo>
                  <a:lnTo>
                    <a:pt x="716684" y="809738"/>
                  </a:lnTo>
                  <a:lnTo>
                    <a:pt x="714762" y="809738"/>
                  </a:lnTo>
                  <a:lnTo>
                    <a:pt x="712841" y="809738"/>
                  </a:lnTo>
                  <a:lnTo>
                    <a:pt x="710919" y="809738"/>
                  </a:lnTo>
                  <a:lnTo>
                    <a:pt x="708998" y="809738"/>
                  </a:lnTo>
                  <a:lnTo>
                    <a:pt x="707077" y="809738"/>
                  </a:lnTo>
                  <a:lnTo>
                    <a:pt x="705155" y="809738"/>
                  </a:lnTo>
                  <a:lnTo>
                    <a:pt x="703234" y="809738"/>
                  </a:lnTo>
                  <a:lnTo>
                    <a:pt x="701312" y="809738"/>
                  </a:lnTo>
                  <a:lnTo>
                    <a:pt x="699391" y="809738"/>
                  </a:lnTo>
                  <a:lnTo>
                    <a:pt x="697470" y="809738"/>
                  </a:lnTo>
                  <a:lnTo>
                    <a:pt x="695548" y="809738"/>
                  </a:lnTo>
                  <a:lnTo>
                    <a:pt x="693627" y="809738"/>
                  </a:lnTo>
                  <a:lnTo>
                    <a:pt x="691705" y="809738"/>
                  </a:lnTo>
                  <a:lnTo>
                    <a:pt x="689784" y="809738"/>
                  </a:lnTo>
                  <a:lnTo>
                    <a:pt x="687863" y="809738"/>
                  </a:lnTo>
                  <a:lnTo>
                    <a:pt x="685941" y="809738"/>
                  </a:lnTo>
                  <a:lnTo>
                    <a:pt x="684020" y="809738"/>
                  </a:lnTo>
                  <a:lnTo>
                    <a:pt x="682098" y="809738"/>
                  </a:lnTo>
                  <a:lnTo>
                    <a:pt x="680177" y="809738"/>
                  </a:lnTo>
                  <a:lnTo>
                    <a:pt x="678256" y="809738"/>
                  </a:lnTo>
                  <a:lnTo>
                    <a:pt x="676334" y="809738"/>
                  </a:lnTo>
                  <a:lnTo>
                    <a:pt x="674413" y="809738"/>
                  </a:lnTo>
                  <a:lnTo>
                    <a:pt x="672491" y="809738"/>
                  </a:lnTo>
                  <a:lnTo>
                    <a:pt x="670570" y="809738"/>
                  </a:lnTo>
                  <a:lnTo>
                    <a:pt x="668649" y="809738"/>
                  </a:lnTo>
                  <a:lnTo>
                    <a:pt x="666727" y="809738"/>
                  </a:lnTo>
                  <a:lnTo>
                    <a:pt x="664806" y="809738"/>
                  </a:lnTo>
                  <a:lnTo>
                    <a:pt x="662884" y="809738"/>
                  </a:lnTo>
                  <a:lnTo>
                    <a:pt x="660963" y="809738"/>
                  </a:lnTo>
                  <a:lnTo>
                    <a:pt x="659042" y="809738"/>
                  </a:lnTo>
                  <a:lnTo>
                    <a:pt x="657120" y="809738"/>
                  </a:lnTo>
                  <a:lnTo>
                    <a:pt x="655199" y="809738"/>
                  </a:lnTo>
                  <a:lnTo>
                    <a:pt x="653277" y="809738"/>
                  </a:lnTo>
                  <a:lnTo>
                    <a:pt x="651356" y="809738"/>
                  </a:lnTo>
                  <a:lnTo>
                    <a:pt x="649434" y="809738"/>
                  </a:lnTo>
                  <a:lnTo>
                    <a:pt x="647513" y="809738"/>
                  </a:lnTo>
                  <a:lnTo>
                    <a:pt x="645592" y="809738"/>
                  </a:lnTo>
                  <a:lnTo>
                    <a:pt x="643670" y="809738"/>
                  </a:lnTo>
                  <a:lnTo>
                    <a:pt x="641749" y="809738"/>
                  </a:lnTo>
                  <a:lnTo>
                    <a:pt x="639827" y="809738"/>
                  </a:lnTo>
                  <a:lnTo>
                    <a:pt x="637906" y="809738"/>
                  </a:lnTo>
                  <a:lnTo>
                    <a:pt x="635985" y="809738"/>
                  </a:lnTo>
                  <a:lnTo>
                    <a:pt x="634063" y="809738"/>
                  </a:lnTo>
                  <a:lnTo>
                    <a:pt x="632142" y="809738"/>
                  </a:lnTo>
                  <a:lnTo>
                    <a:pt x="630220" y="809738"/>
                  </a:lnTo>
                  <a:lnTo>
                    <a:pt x="628299" y="809738"/>
                  </a:lnTo>
                  <a:lnTo>
                    <a:pt x="626378" y="809738"/>
                  </a:lnTo>
                  <a:lnTo>
                    <a:pt x="624456" y="809738"/>
                  </a:lnTo>
                  <a:lnTo>
                    <a:pt x="622535" y="809738"/>
                  </a:lnTo>
                  <a:lnTo>
                    <a:pt x="620613" y="809738"/>
                  </a:lnTo>
                  <a:lnTo>
                    <a:pt x="618692" y="809738"/>
                  </a:lnTo>
                  <a:lnTo>
                    <a:pt x="616771" y="809738"/>
                  </a:lnTo>
                  <a:lnTo>
                    <a:pt x="614849" y="809738"/>
                  </a:lnTo>
                  <a:lnTo>
                    <a:pt x="612928" y="809738"/>
                  </a:lnTo>
                  <a:lnTo>
                    <a:pt x="611006" y="809738"/>
                  </a:lnTo>
                  <a:lnTo>
                    <a:pt x="609085" y="809738"/>
                  </a:lnTo>
                  <a:lnTo>
                    <a:pt x="607164" y="809738"/>
                  </a:lnTo>
                  <a:lnTo>
                    <a:pt x="605242" y="809738"/>
                  </a:lnTo>
                  <a:lnTo>
                    <a:pt x="603321" y="809738"/>
                  </a:lnTo>
                  <a:lnTo>
                    <a:pt x="601399" y="809738"/>
                  </a:lnTo>
                  <a:lnTo>
                    <a:pt x="599478" y="809738"/>
                  </a:lnTo>
                  <a:lnTo>
                    <a:pt x="597557" y="809738"/>
                  </a:lnTo>
                  <a:lnTo>
                    <a:pt x="595635" y="809738"/>
                  </a:lnTo>
                  <a:lnTo>
                    <a:pt x="593714" y="809738"/>
                  </a:lnTo>
                  <a:lnTo>
                    <a:pt x="591792" y="809738"/>
                  </a:lnTo>
                  <a:lnTo>
                    <a:pt x="589871" y="809738"/>
                  </a:lnTo>
                  <a:lnTo>
                    <a:pt x="587950" y="809738"/>
                  </a:lnTo>
                  <a:lnTo>
                    <a:pt x="586028" y="809738"/>
                  </a:lnTo>
                  <a:lnTo>
                    <a:pt x="584107" y="809738"/>
                  </a:lnTo>
                  <a:lnTo>
                    <a:pt x="582185" y="809738"/>
                  </a:lnTo>
                  <a:lnTo>
                    <a:pt x="580264" y="809738"/>
                  </a:lnTo>
                  <a:lnTo>
                    <a:pt x="578342" y="809738"/>
                  </a:lnTo>
                  <a:lnTo>
                    <a:pt x="576421" y="809738"/>
                  </a:lnTo>
                  <a:lnTo>
                    <a:pt x="574500" y="809738"/>
                  </a:lnTo>
                  <a:lnTo>
                    <a:pt x="572578" y="809738"/>
                  </a:lnTo>
                  <a:lnTo>
                    <a:pt x="570657" y="809738"/>
                  </a:lnTo>
                  <a:lnTo>
                    <a:pt x="568735" y="809738"/>
                  </a:lnTo>
                  <a:lnTo>
                    <a:pt x="566814" y="809738"/>
                  </a:lnTo>
                  <a:lnTo>
                    <a:pt x="564893" y="809738"/>
                  </a:lnTo>
                  <a:lnTo>
                    <a:pt x="562971" y="809738"/>
                  </a:lnTo>
                  <a:lnTo>
                    <a:pt x="561050" y="809738"/>
                  </a:lnTo>
                  <a:lnTo>
                    <a:pt x="559128" y="809738"/>
                  </a:lnTo>
                  <a:lnTo>
                    <a:pt x="557207" y="809738"/>
                  </a:lnTo>
                  <a:lnTo>
                    <a:pt x="555286" y="809738"/>
                  </a:lnTo>
                  <a:lnTo>
                    <a:pt x="553364" y="809738"/>
                  </a:lnTo>
                  <a:lnTo>
                    <a:pt x="551443" y="809738"/>
                  </a:lnTo>
                  <a:lnTo>
                    <a:pt x="549521" y="809738"/>
                  </a:lnTo>
                  <a:lnTo>
                    <a:pt x="547600" y="809738"/>
                  </a:lnTo>
                  <a:lnTo>
                    <a:pt x="545679" y="809738"/>
                  </a:lnTo>
                  <a:lnTo>
                    <a:pt x="543757" y="809738"/>
                  </a:lnTo>
                  <a:lnTo>
                    <a:pt x="541836" y="809738"/>
                  </a:lnTo>
                  <a:lnTo>
                    <a:pt x="539914" y="809738"/>
                  </a:lnTo>
                  <a:lnTo>
                    <a:pt x="537993" y="809738"/>
                  </a:lnTo>
                  <a:lnTo>
                    <a:pt x="536072" y="809738"/>
                  </a:lnTo>
                  <a:lnTo>
                    <a:pt x="534150" y="809738"/>
                  </a:lnTo>
                  <a:lnTo>
                    <a:pt x="532229" y="809738"/>
                  </a:lnTo>
                  <a:lnTo>
                    <a:pt x="530307" y="809738"/>
                  </a:lnTo>
                  <a:lnTo>
                    <a:pt x="528386" y="809738"/>
                  </a:lnTo>
                  <a:lnTo>
                    <a:pt x="526465" y="809738"/>
                  </a:lnTo>
                  <a:lnTo>
                    <a:pt x="524543" y="809738"/>
                  </a:lnTo>
                  <a:lnTo>
                    <a:pt x="522622" y="809738"/>
                  </a:lnTo>
                  <a:lnTo>
                    <a:pt x="520700" y="809738"/>
                  </a:lnTo>
                  <a:lnTo>
                    <a:pt x="518779" y="809738"/>
                  </a:lnTo>
                  <a:lnTo>
                    <a:pt x="516858" y="809738"/>
                  </a:lnTo>
                  <a:lnTo>
                    <a:pt x="514936" y="809738"/>
                  </a:lnTo>
                  <a:lnTo>
                    <a:pt x="513015" y="809738"/>
                  </a:lnTo>
                  <a:lnTo>
                    <a:pt x="511093" y="809738"/>
                  </a:lnTo>
                  <a:lnTo>
                    <a:pt x="509172" y="809738"/>
                  </a:lnTo>
                  <a:lnTo>
                    <a:pt x="507250" y="809738"/>
                  </a:lnTo>
                  <a:lnTo>
                    <a:pt x="505329" y="809738"/>
                  </a:lnTo>
                  <a:lnTo>
                    <a:pt x="503408" y="809738"/>
                  </a:lnTo>
                  <a:lnTo>
                    <a:pt x="501486" y="809738"/>
                  </a:lnTo>
                  <a:lnTo>
                    <a:pt x="499565" y="809738"/>
                  </a:lnTo>
                  <a:lnTo>
                    <a:pt x="497643" y="809738"/>
                  </a:lnTo>
                  <a:lnTo>
                    <a:pt x="495722" y="809738"/>
                  </a:lnTo>
                  <a:lnTo>
                    <a:pt x="493801" y="809738"/>
                  </a:lnTo>
                  <a:lnTo>
                    <a:pt x="491879" y="809738"/>
                  </a:lnTo>
                  <a:lnTo>
                    <a:pt x="489958" y="809738"/>
                  </a:lnTo>
                  <a:lnTo>
                    <a:pt x="488036" y="809738"/>
                  </a:lnTo>
                  <a:lnTo>
                    <a:pt x="486115" y="809738"/>
                  </a:lnTo>
                  <a:lnTo>
                    <a:pt x="484194" y="809738"/>
                  </a:lnTo>
                  <a:lnTo>
                    <a:pt x="482272" y="809738"/>
                  </a:lnTo>
                  <a:lnTo>
                    <a:pt x="480351" y="809738"/>
                  </a:lnTo>
                  <a:lnTo>
                    <a:pt x="478429" y="809738"/>
                  </a:lnTo>
                  <a:lnTo>
                    <a:pt x="476508" y="809738"/>
                  </a:lnTo>
                  <a:lnTo>
                    <a:pt x="474587" y="809738"/>
                  </a:lnTo>
                  <a:lnTo>
                    <a:pt x="472665" y="809738"/>
                  </a:lnTo>
                  <a:lnTo>
                    <a:pt x="470744" y="809738"/>
                  </a:lnTo>
                  <a:lnTo>
                    <a:pt x="468822" y="809738"/>
                  </a:lnTo>
                  <a:lnTo>
                    <a:pt x="466901" y="809738"/>
                  </a:lnTo>
                  <a:lnTo>
                    <a:pt x="464980" y="809738"/>
                  </a:lnTo>
                  <a:lnTo>
                    <a:pt x="463058" y="809738"/>
                  </a:lnTo>
                  <a:lnTo>
                    <a:pt x="461137" y="809738"/>
                  </a:lnTo>
                  <a:lnTo>
                    <a:pt x="459215" y="809738"/>
                  </a:lnTo>
                  <a:lnTo>
                    <a:pt x="457294" y="809738"/>
                  </a:lnTo>
                  <a:lnTo>
                    <a:pt x="455373" y="809738"/>
                  </a:lnTo>
                  <a:lnTo>
                    <a:pt x="453451" y="809738"/>
                  </a:lnTo>
                  <a:lnTo>
                    <a:pt x="451530" y="809738"/>
                  </a:lnTo>
                  <a:lnTo>
                    <a:pt x="449608" y="809738"/>
                  </a:lnTo>
                  <a:lnTo>
                    <a:pt x="447687" y="809738"/>
                  </a:lnTo>
                  <a:lnTo>
                    <a:pt x="445766" y="809738"/>
                  </a:lnTo>
                  <a:lnTo>
                    <a:pt x="443844" y="809738"/>
                  </a:lnTo>
                  <a:lnTo>
                    <a:pt x="441923" y="809738"/>
                  </a:lnTo>
                  <a:lnTo>
                    <a:pt x="440001" y="809738"/>
                  </a:lnTo>
                  <a:lnTo>
                    <a:pt x="438080" y="809738"/>
                  </a:lnTo>
                  <a:lnTo>
                    <a:pt x="436159" y="809738"/>
                  </a:lnTo>
                  <a:lnTo>
                    <a:pt x="434237" y="809738"/>
                  </a:lnTo>
                  <a:lnTo>
                    <a:pt x="432316" y="809738"/>
                  </a:lnTo>
                  <a:lnTo>
                    <a:pt x="430394" y="809738"/>
                  </a:lnTo>
                  <a:lnTo>
                    <a:pt x="428473" y="809738"/>
                  </a:lnTo>
                  <a:lnTo>
                    <a:pt x="426551" y="809738"/>
                  </a:lnTo>
                  <a:lnTo>
                    <a:pt x="424630" y="809738"/>
                  </a:lnTo>
                  <a:lnTo>
                    <a:pt x="422709" y="809738"/>
                  </a:lnTo>
                  <a:lnTo>
                    <a:pt x="420787" y="809738"/>
                  </a:lnTo>
                  <a:lnTo>
                    <a:pt x="418866" y="809738"/>
                  </a:lnTo>
                  <a:lnTo>
                    <a:pt x="416944" y="809738"/>
                  </a:lnTo>
                  <a:lnTo>
                    <a:pt x="415023" y="809738"/>
                  </a:lnTo>
                  <a:lnTo>
                    <a:pt x="413102" y="809738"/>
                  </a:lnTo>
                  <a:lnTo>
                    <a:pt x="411180" y="809738"/>
                  </a:lnTo>
                  <a:lnTo>
                    <a:pt x="409259" y="809738"/>
                  </a:lnTo>
                  <a:lnTo>
                    <a:pt x="407337" y="809738"/>
                  </a:lnTo>
                  <a:lnTo>
                    <a:pt x="405416" y="809738"/>
                  </a:lnTo>
                  <a:lnTo>
                    <a:pt x="403495" y="809738"/>
                  </a:lnTo>
                  <a:lnTo>
                    <a:pt x="401573" y="809738"/>
                  </a:lnTo>
                  <a:lnTo>
                    <a:pt x="399652" y="809738"/>
                  </a:lnTo>
                  <a:lnTo>
                    <a:pt x="397730" y="809738"/>
                  </a:lnTo>
                  <a:lnTo>
                    <a:pt x="395809" y="809738"/>
                  </a:lnTo>
                  <a:lnTo>
                    <a:pt x="393888" y="809738"/>
                  </a:lnTo>
                  <a:lnTo>
                    <a:pt x="391966" y="809738"/>
                  </a:lnTo>
                  <a:lnTo>
                    <a:pt x="390045" y="809738"/>
                  </a:lnTo>
                  <a:lnTo>
                    <a:pt x="388123" y="809738"/>
                  </a:lnTo>
                  <a:lnTo>
                    <a:pt x="386202" y="809738"/>
                  </a:lnTo>
                  <a:lnTo>
                    <a:pt x="384281" y="809738"/>
                  </a:lnTo>
                  <a:lnTo>
                    <a:pt x="382359" y="809738"/>
                  </a:lnTo>
                  <a:lnTo>
                    <a:pt x="380438" y="809738"/>
                  </a:lnTo>
                  <a:lnTo>
                    <a:pt x="378516" y="809738"/>
                  </a:lnTo>
                  <a:lnTo>
                    <a:pt x="376595" y="809738"/>
                  </a:lnTo>
                  <a:lnTo>
                    <a:pt x="374674" y="809738"/>
                  </a:lnTo>
                  <a:lnTo>
                    <a:pt x="372752" y="809738"/>
                  </a:lnTo>
                  <a:lnTo>
                    <a:pt x="370831" y="809738"/>
                  </a:lnTo>
                  <a:lnTo>
                    <a:pt x="368909" y="809738"/>
                  </a:lnTo>
                  <a:lnTo>
                    <a:pt x="366988" y="809738"/>
                  </a:lnTo>
                  <a:lnTo>
                    <a:pt x="365067" y="809738"/>
                  </a:lnTo>
                  <a:lnTo>
                    <a:pt x="363145" y="809738"/>
                  </a:lnTo>
                  <a:lnTo>
                    <a:pt x="361224" y="809738"/>
                  </a:lnTo>
                  <a:lnTo>
                    <a:pt x="359302" y="809738"/>
                  </a:lnTo>
                  <a:lnTo>
                    <a:pt x="357381" y="809738"/>
                  </a:lnTo>
                  <a:lnTo>
                    <a:pt x="355459" y="809738"/>
                  </a:lnTo>
                  <a:lnTo>
                    <a:pt x="353538" y="809738"/>
                  </a:lnTo>
                  <a:lnTo>
                    <a:pt x="351617" y="809738"/>
                  </a:lnTo>
                  <a:lnTo>
                    <a:pt x="349695" y="809738"/>
                  </a:lnTo>
                  <a:lnTo>
                    <a:pt x="347774" y="809738"/>
                  </a:lnTo>
                  <a:lnTo>
                    <a:pt x="345852" y="809738"/>
                  </a:lnTo>
                  <a:lnTo>
                    <a:pt x="343931" y="809738"/>
                  </a:lnTo>
                  <a:lnTo>
                    <a:pt x="342010" y="809738"/>
                  </a:lnTo>
                  <a:lnTo>
                    <a:pt x="340088" y="809738"/>
                  </a:lnTo>
                  <a:lnTo>
                    <a:pt x="338167" y="809738"/>
                  </a:lnTo>
                  <a:lnTo>
                    <a:pt x="336245" y="809738"/>
                  </a:lnTo>
                  <a:lnTo>
                    <a:pt x="334324" y="809738"/>
                  </a:lnTo>
                  <a:lnTo>
                    <a:pt x="332403" y="809738"/>
                  </a:lnTo>
                  <a:lnTo>
                    <a:pt x="330481" y="809738"/>
                  </a:lnTo>
                  <a:lnTo>
                    <a:pt x="328560" y="809738"/>
                  </a:lnTo>
                  <a:lnTo>
                    <a:pt x="326638" y="809738"/>
                  </a:lnTo>
                  <a:lnTo>
                    <a:pt x="324717" y="809738"/>
                  </a:lnTo>
                  <a:lnTo>
                    <a:pt x="322796" y="809738"/>
                  </a:lnTo>
                  <a:lnTo>
                    <a:pt x="320874" y="809738"/>
                  </a:lnTo>
                  <a:lnTo>
                    <a:pt x="318953" y="809738"/>
                  </a:lnTo>
                  <a:lnTo>
                    <a:pt x="317031" y="809738"/>
                  </a:lnTo>
                  <a:lnTo>
                    <a:pt x="315110" y="809738"/>
                  </a:lnTo>
                  <a:lnTo>
                    <a:pt x="313189" y="809738"/>
                  </a:lnTo>
                  <a:lnTo>
                    <a:pt x="311267" y="809738"/>
                  </a:lnTo>
                  <a:lnTo>
                    <a:pt x="309346" y="809738"/>
                  </a:lnTo>
                  <a:lnTo>
                    <a:pt x="307424" y="809738"/>
                  </a:lnTo>
                  <a:lnTo>
                    <a:pt x="305503" y="809738"/>
                  </a:lnTo>
                  <a:lnTo>
                    <a:pt x="303582" y="809738"/>
                  </a:lnTo>
                  <a:lnTo>
                    <a:pt x="301660" y="809738"/>
                  </a:lnTo>
                  <a:lnTo>
                    <a:pt x="299739" y="809738"/>
                  </a:lnTo>
                  <a:lnTo>
                    <a:pt x="297817" y="809738"/>
                  </a:lnTo>
                  <a:lnTo>
                    <a:pt x="295896" y="809738"/>
                  </a:lnTo>
                  <a:lnTo>
                    <a:pt x="293975" y="809738"/>
                  </a:lnTo>
                  <a:lnTo>
                    <a:pt x="292053" y="809738"/>
                  </a:lnTo>
                  <a:lnTo>
                    <a:pt x="290132" y="809738"/>
                  </a:lnTo>
                  <a:lnTo>
                    <a:pt x="288210" y="809738"/>
                  </a:lnTo>
                  <a:lnTo>
                    <a:pt x="286289" y="809738"/>
                  </a:lnTo>
                  <a:lnTo>
                    <a:pt x="284367" y="809738"/>
                  </a:lnTo>
                  <a:lnTo>
                    <a:pt x="282446" y="809738"/>
                  </a:lnTo>
                  <a:lnTo>
                    <a:pt x="280525" y="809738"/>
                  </a:lnTo>
                  <a:lnTo>
                    <a:pt x="278603" y="809738"/>
                  </a:lnTo>
                  <a:lnTo>
                    <a:pt x="276682" y="809738"/>
                  </a:lnTo>
                  <a:lnTo>
                    <a:pt x="274760" y="809738"/>
                  </a:lnTo>
                  <a:lnTo>
                    <a:pt x="272839" y="809738"/>
                  </a:lnTo>
                  <a:lnTo>
                    <a:pt x="270918" y="809738"/>
                  </a:lnTo>
                  <a:lnTo>
                    <a:pt x="268996" y="809738"/>
                  </a:lnTo>
                  <a:lnTo>
                    <a:pt x="267075" y="809738"/>
                  </a:lnTo>
                  <a:lnTo>
                    <a:pt x="265153" y="809738"/>
                  </a:lnTo>
                  <a:lnTo>
                    <a:pt x="263232" y="809738"/>
                  </a:lnTo>
                  <a:lnTo>
                    <a:pt x="261311" y="809738"/>
                  </a:lnTo>
                  <a:lnTo>
                    <a:pt x="259389" y="809738"/>
                  </a:lnTo>
                  <a:lnTo>
                    <a:pt x="257468" y="809738"/>
                  </a:lnTo>
                  <a:lnTo>
                    <a:pt x="255546" y="809738"/>
                  </a:lnTo>
                  <a:lnTo>
                    <a:pt x="253625" y="809738"/>
                  </a:lnTo>
                  <a:lnTo>
                    <a:pt x="251704" y="809738"/>
                  </a:lnTo>
                  <a:lnTo>
                    <a:pt x="249782" y="809738"/>
                  </a:lnTo>
                  <a:lnTo>
                    <a:pt x="247861" y="809738"/>
                  </a:lnTo>
                  <a:lnTo>
                    <a:pt x="245939" y="809738"/>
                  </a:lnTo>
                  <a:lnTo>
                    <a:pt x="244018" y="809738"/>
                  </a:lnTo>
                  <a:lnTo>
                    <a:pt x="242097" y="809738"/>
                  </a:lnTo>
                  <a:lnTo>
                    <a:pt x="240175" y="809738"/>
                  </a:lnTo>
                  <a:lnTo>
                    <a:pt x="238254" y="809738"/>
                  </a:lnTo>
                  <a:lnTo>
                    <a:pt x="236332" y="809738"/>
                  </a:lnTo>
                  <a:lnTo>
                    <a:pt x="234411" y="809738"/>
                  </a:lnTo>
                  <a:lnTo>
                    <a:pt x="232490" y="809738"/>
                  </a:lnTo>
                  <a:lnTo>
                    <a:pt x="230568" y="809738"/>
                  </a:lnTo>
                  <a:lnTo>
                    <a:pt x="228647" y="809738"/>
                  </a:lnTo>
                  <a:lnTo>
                    <a:pt x="226725" y="809738"/>
                  </a:lnTo>
                  <a:lnTo>
                    <a:pt x="224804" y="809738"/>
                  </a:lnTo>
                  <a:lnTo>
                    <a:pt x="222883" y="809738"/>
                  </a:lnTo>
                  <a:lnTo>
                    <a:pt x="220961" y="809738"/>
                  </a:lnTo>
                  <a:lnTo>
                    <a:pt x="219040" y="809738"/>
                  </a:lnTo>
                  <a:lnTo>
                    <a:pt x="217118" y="809738"/>
                  </a:lnTo>
                  <a:lnTo>
                    <a:pt x="215197" y="809738"/>
                  </a:lnTo>
                  <a:lnTo>
                    <a:pt x="213275" y="809738"/>
                  </a:lnTo>
                  <a:lnTo>
                    <a:pt x="211354" y="809738"/>
                  </a:lnTo>
                  <a:lnTo>
                    <a:pt x="209433" y="809738"/>
                  </a:lnTo>
                  <a:lnTo>
                    <a:pt x="207511" y="809738"/>
                  </a:lnTo>
                  <a:lnTo>
                    <a:pt x="205590" y="809738"/>
                  </a:lnTo>
                  <a:lnTo>
                    <a:pt x="203668" y="809738"/>
                  </a:lnTo>
                  <a:lnTo>
                    <a:pt x="201747" y="809738"/>
                  </a:lnTo>
                  <a:lnTo>
                    <a:pt x="199826" y="809738"/>
                  </a:lnTo>
                  <a:lnTo>
                    <a:pt x="197904" y="809738"/>
                  </a:lnTo>
                  <a:lnTo>
                    <a:pt x="195983" y="809738"/>
                  </a:lnTo>
                  <a:lnTo>
                    <a:pt x="194061" y="809738"/>
                  </a:lnTo>
                  <a:lnTo>
                    <a:pt x="192140" y="809738"/>
                  </a:lnTo>
                  <a:lnTo>
                    <a:pt x="190219" y="809738"/>
                  </a:lnTo>
                  <a:lnTo>
                    <a:pt x="188297" y="809738"/>
                  </a:lnTo>
                  <a:lnTo>
                    <a:pt x="186376" y="809738"/>
                  </a:lnTo>
                  <a:lnTo>
                    <a:pt x="184454" y="809738"/>
                  </a:lnTo>
                  <a:lnTo>
                    <a:pt x="182533" y="809738"/>
                  </a:lnTo>
                  <a:lnTo>
                    <a:pt x="180612" y="809738"/>
                  </a:lnTo>
                  <a:lnTo>
                    <a:pt x="178690" y="809738"/>
                  </a:lnTo>
                  <a:lnTo>
                    <a:pt x="176769" y="809738"/>
                  </a:lnTo>
                  <a:lnTo>
                    <a:pt x="174847" y="809738"/>
                  </a:lnTo>
                  <a:lnTo>
                    <a:pt x="172926" y="809738"/>
                  </a:lnTo>
                  <a:lnTo>
                    <a:pt x="171005" y="809738"/>
                  </a:lnTo>
                  <a:lnTo>
                    <a:pt x="169083" y="809738"/>
                  </a:lnTo>
                  <a:lnTo>
                    <a:pt x="167162" y="809738"/>
                  </a:lnTo>
                  <a:lnTo>
                    <a:pt x="165240" y="809738"/>
                  </a:lnTo>
                  <a:lnTo>
                    <a:pt x="163319" y="809738"/>
                  </a:lnTo>
                  <a:lnTo>
                    <a:pt x="161398" y="809738"/>
                  </a:lnTo>
                  <a:lnTo>
                    <a:pt x="159476" y="809738"/>
                  </a:lnTo>
                  <a:lnTo>
                    <a:pt x="157555" y="809738"/>
                  </a:lnTo>
                  <a:lnTo>
                    <a:pt x="155633" y="809738"/>
                  </a:lnTo>
                  <a:lnTo>
                    <a:pt x="153712" y="809738"/>
                  </a:lnTo>
                  <a:lnTo>
                    <a:pt x="151791" y="809738"/>
                  </a:lnTo>
                  <a:lnTo>
                    <a:pt x="149869" y="809738"/>
                  </a:lnTo>
                  <a:lnTo>
                    <a:pt x="147948" y="809738"/>
                  </a:lnTo>
                  <a:lnTo>
                    <a:pt x="146026" y="809738"/>
                  </a:lnTo>
                  <a:lnTo>
                    <a:pt x="144105" y="809738"/>
                  </a:lnTo>
                  <a:lnTo>
                    <a:pt x="142183" y="809738"/>
                  </a:lnTo>
                  <a:lnTo>
                    <a:pt x="140262" y="809738"/>
                  </a:lnTo>
                  <a:lnTo>
                    <a:pt x="138341" y="809738"/>
                  </a:lnTo>
                  <a:lnTo>
                    <a:pt x="136419" y="809738"/>
                  </a:lnTo>
                  <a:lnTo>
                    <a:pt x="134498" y="809738"/>
                  </a:lnTo>
                  <a:lnTo>
                    <a:pt x="132576" y="809738"/>
                  </a:lnTo>
                  <a:lnTo>
                    <a:pt x="130655" y="809738"/>
                  </a:lnTo>
                  <a:lnTo>
                    <a:pt x="128734" y="809738"/>
                  </a:lnTo>
                  <a:lnTo>
                    <a:pt x="126812" y="809738"/>
                  </a:lnTo>
                  <a:lnTo>
                    <a:pt x="124891" y="809738"/>
                  </a:lnTo>
                  <a:lnTo>
                    <a:pt x="122969" y="809738"/>
                  </a:lnTo>
                  <a:lnTo>
                    <a:pt x="121048" y="809738"/>
                  </a:lnTo>
                  <a:lnTo>
                    <a:pt x="119127" y="809738"/>
                  </a:lnTo>
                  <a:lnTo>
                    <a:pt x="117205" y="809738"/>
                  </a:lnTo>
                  <a:lnTo>
                    <a:pt x="115284" y="809738"/>
                  </a:lnTo>
                  <a:lnTo>
                    <a:pt x="113362" y="809738"/>
                  </a:lnTo>
                  <a:lnTo>
                    <a:pt x="111441" y="809738"/>
                  </a:lnTo>
                  <a:lnTo>
                    <a:pt x="109520" y="809738"/>
                  </a:lnTo>
                  <a:lnTo>
                    <a:pt x="107598" y="809738"/>
                  </a:lnTo>
                  <a:lnTo>
                    <a:pt x="105677" y="809738"/>
                  </a:lnTo>
                  <a:lnTo>
                    <a:pt x="103755" y="809738"/>
                  </a:lnTo>
                  <a:lnTo>
                    <a:pt x="101834" y="809738"/>
                  </a:lnTo>
                  <a:lnTo>
                    <a:pt x="99913" y="809738"/>
                  </a:lnTo>
                  <a:lnTo>
                    <a:pt x="97991" y="809738"/>
                  </a:lnTo>
                  <a:lnTo>
                    <a:pt x="96070" y="809738"/>
                  </a:lnTo>
                  <a:lnTo>
                    <a:pt x="94148" y="809738"/>
                  </a:lnTo>
                  <a:lnTo>
                    <a:pt x="92227" y="809738"/>
                  </a:lnTo>
                  <a:lnTo>
                    <a:pt x="90306" y="809738"/>
                  </a:lnTo>
                  <a:lnTo>
                    <a:pt x="88384" y="809738"/>
                  </a:lnTo>
                  <a:lnTo>
                    <a:pt x="86463" y="809738"/>
                  </a:lnTo>
                  <a:lnTo>
                    <a:pt x="84541" y="809738"/>
                  </a:lnTo>
                  <a:lnTo>
                    <a:pt x="82620" y="809738"/>
                  </a:lnTo>
                  <a:lnTo>
                    <a:pt x="80699" y="809738"/>
                  </a:lnTo>
                  <a:lnTo>
                    <a:pt x="78777" y="809738"/>
                  </a:lnTo>
                  <a:lnTo>
                    <a:pt x="76856" y="809738"/>
                  </a:lnTo>
                  <a:lnTo>
                    <a:pt x="74934" y="809738"/>
                  </a:lnTo>
                  <a:lnTo>
                    <a:pt x="73013" y="809738"/>
                  </a:lnTo>
                  <a:lnTo>
                    <a:pt x="71091" y="809738"/>
                  </a:lnTo>
                  <a:lnTo>
                    <a:pt x="69170" y="809738"/>
                  </a:lnTo>
                  <a:lnTo>
                    <a:pt x="67249" y="809738"/>
                  </a:lnTo>
                  <a:lnTo>
                    <a:pt x="65327" y="809738"/>
                  </a:lnTo>
                  <a:lnTo>
                    <a:pt x="63406" y="809738"/>
                  </a:lnTo>
                  <a:lnTo>
                    <a:pt x="61484" y="809738"/>
                  </a:lnTo>
                  <a:lnTo>
                    <a:pt x="59563" y="809738"/>
                  </a:lnTo>
                  <a:lnTo>
                    <a:pt x="57642" y="809738"/>
                  </a:lnTo>
                  <a:lnTo>
                    <a:pt x="55720" y="809738"/>
                  </a:lnTo>
                  <a:lnTo>
                    <a:pt x="53799" y="809738"/>
                  </a:lnTo>
                  <a:lnTo>
                    <a:pt x="51877" y="809738"/>
                  </a:lnTo>
                  <a:lnTo>
                    <a:pt x="49956" y="809738"/>
                  </a:lnTo>
                  <a:lnTo>
                    <a:pt x="48035" y="809738"/>
                  </a:lnTo>
                  <a:lnTo>
                    <a:pt x="46113" y="809738"/>
                  </a:lnTo>
                  <a:lnTo>
                    <a:pt x="44192" y="809738"/>
                  </a:lnTo>
                  <a:lnTo>
                    <a:pt x="42270" y="809738"/>
                  </a:lnTo>
                  <a:lnTo>
                    <a:pt x="40349" y="809738"/>
                  </a:lnTo>
                  <a:lnTo>
                    <a:pt x="38428" y="809738"/>
                  </a:lnTo>
                  <a:lnTo>
                    <a:pt x="36506" y="809738"/>
                  </a:lnTo>
                  <a:lnTo>
                    <a:pt x="34585" y="809738"/>
                  </a:lnTo>
                  <a:lnTo>
                    <a:pt x="32663" y="809738"/>
                  </a:lnTo>
                  <a:lnTo>
                    <a:pt x="30742" y="809738"/>
                  </a:lnTo>
                  <a:lnTo>
                    <a:pt x="28821" y="809738"/>
                  </a:lnTo>
                  <a:lnTo>
                    <a:pt x="26899" y="809738"/>
                  </a:lnTo>
                  <a:lnTo>
                    <a:pt x="24978" y="809738"/>
                  </a:lnTo>
                  <a:lnTo>
                    <a:pt x="23056" y="809738"/>
                  </a:lnTo>
                  <a:lnTo>
                    <a:pt x="21135" y="809738"/>
                  </a:lnTo>
                  <a:lnTo>
                    <a:pt x="19214" y="809738"/>
                  </a:lnTo>
                  <a:lnTo>
                    <a:pt x="17292" y="809738"/>
                  </a:lnTo>
                  <a:lnTo>
                    <a:pt x="15371" y="809738"/>
                  </a:lnTo>
                  <a:lnTo>
                    <a:pt x="13449" y="809738"/>
                  </a:lnTo>
                  <a:lnTo>
                    <a:pt x="11528" y="809738"/>
                  </a:lnTo>
                  <a:lnTo>
                    <a:pt x="9607" y="809738"/>
                  </a:lnTo>
                  <a:lnTo>
                    <a:pt x="7685" y="809738"/>
                  </a:lnTo>
                  <a:lnTo>
                    <a:pt x="5764" y="809738"/>
                  </a:lnTo>
                  <a:lnTo>
                    <a:pt x="3842" y="809738"/>
                  </a:lnTo>
                  <a:lnTo>
                    <a:pt x="1921" y="80973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3029362" y="1973284"/>
              <a:ext cx="981838" cy="809738"/>
            </a:xfrm>
            <a:custGeom>
              <a:avLst/>
              <a:pathLst>
                <a:path w="981838" h="809738">
                  <a:moveTo>
                    <a:pt x="0" y="809738"/>
                  </a:moveTo>
                  <a:lnTo>
                    <a:pt x="1921" y="809738"/>
                  </a:lnTo>
                  <a:lnTo>
                    <a:pt x="3842" y="809738"/>
                  </a:lnTo>
                  <a:lnTo>
                    <a:pt x="5764" y="809738"/>
                  </a:lnTo>
                  <a:lnTo>
                    <a:pt x="7685" y="809738"/>
                  </a:lnTo>
                  <a:lnTo>
                    <a:pt x="9607" y="809738"/>
                  </a:lnTo>
                  <a:lnTo>
                    <a:pt x="11528" y="809738"/>
                  </a:lnTo>
                  <a:lnTo>
                    <a:pt x="13449" y="809738"/>
                  </a:lnTo>
                  <a:lnTo>
                    <a:pt x="15371" y="809738"/>
                  </a:lnTo>
                  <a:lnTo>
                    <a:pt x="17292" y="809738"/>
                  </a:lnTo>
                  <a:lnTo>
                    <a:pt x="19214" y="809738"/>
                  </a:lnTo>
                  <a:lnTo>
                    <a:pt x="21135" y="809738"/>
                  </a:lnTo>
                  <a:lnTo>
                    <a:pt x="23056" y="809738"/>
                  </a:lnTo>
                  <a:lnTo>
                    <a:pt x="24978" y="809738"/>
                  </a:lnTo>
                  <a:lnTo>
                    <a:pt x="26899" y="809738"/>
                  </a:lnTo>
                  <a:lnTo>
                    <a:pt x="28821" y="809738"/>
                  </a:lnTo>
                  <a:lnTo>
                    <a:pt x="30742" y="809738"/>
                  </a:lnTo>
                  <a:lnTo>
                    <a:pt x="32663" y="809738"/>
                  </a:lnTo>
                  <a:lnTo>
                    <a:pt x="34585" y="809738"/>
                  </a:lnTo>
                  <a:lnTo>
                    <a:pt x="36506" y="809738"/>
                  </a:lnTo>
                  <a:lnTo>
                    <a:pt x="38428" y="809738"/>
                  </a:lnTo>
                  <a:lnTo>
                    <a:pt x="40349" y="809738"/>
                  </a:lnTo>
                  <a:lnTo>
                    <a:pt x="42270" y="809738"/>
                  </a:lnTo>
                  <a:lnTo>
                    <a:pt x="44192" y="809737"/>
                  </a:lnTo>
                  <a:lnTo>
                    <a:pt x="46113" y="809736"/>
                  </a:lnTo>
                  <a:lnTo>
                    <a:pt x="48035" y="809734"/>
                  </a:lnTo>
                  <a:lnTo>
                    <a:pt x="49956" y="809729"/>
                  </a:lnTo>
                  <a:lnTo>
                    <a:pt x="51877" y="809720"/>
                  </a:lnTo>
                  <a:lnTo>
                    <a:pt x="53799" y="809703"/>
                  </a:lnTo>
                  <a:lnTo>
                    <a:pt x="55720" y="809674"/>
                  </a:lnTo>
                  <a:lnTo>
                    <a:pt x="57642" y="809623"/>
                  </a:lnTo>
                  <a:lnTo>
                    <a:pt x="59563" y="809539"/>
                  </a:lnTo>
                  <a:lnTo>
                    <a:pt x="61484" y="809396"/>
                  </a:lnTo>
                  <a:lnTo>
                    <a:pt x="63406" y="809171"/>
                  </a:lnTo>
                  <a:lnTo>
                    <a:pt x="65327" y="808828"/>
                  </a:lnTo>
                  <a:lnTo>
                    <a:pt x="67249" y="808326"/>
                  </a:lnTo>
                  <a:lnTo>
                    <a:pt x="69170" y="807616"/>
                  </a:lnTo>
                  <a:lnTo>
                    <a:pt x="71091" y="806649"/>
                  </a:lnTo>
                  <a:lnTo>
                    <a:pt x="73013" y="805377"/>
                  </a:lnTo>
                  <a:lnTo>
                    <a:pt x="74934" y="803766"/>
                  </a:lnTo>
                  <a:lnTo>
                    <a:pt x="76856" y="801799"/>
                  </a:lnTo>
                  <a:lnTo>
                    <a:pt x="78777" y="799483"/>
                  </a:lnTo>
                  <a:lnTo>
                    <a:pt x="80699" y="796862"/>
                  </a:lnTo>
                  <a:lnTo>
                    <a:pt x="82620" y="794013"/>
                  </a:lnTo>
                  <a:lnTo>
                    <a:pt x="84541" y="791047"/>
                  </a:lnTo>
                  <a:lnTo>
                    <a:pt x="86463" y="788126"/>
                  </a:lnTo>
                  <a:lnTo>
                    <a:pt x="88384" y="785403"/>
                  </a:lnTo>
                  <a:lnTo>
                    <a:pt x="90306" y="783012"/>
                  </a:lnTo>
                  <a:lnTo>
                    <a:pt x="92227" y="781058"/>
                  </a:lnTo>
                  <a:lnTo>
                    <a:pt x="94148" y="779601"/>
                  </a:lnTo>
                  <a:lnTo>
                    <a:pt x="96070" y="778645"/>
                  </a:lnTo>
                  <a:lnTo>
                    <a:pt x="97991" y="778144"/>
                  </a:lnTo>
                  <a:lnTo>
                    <a:pt x="99913" y="778001"/>
                  </a:lnTo>
                  <a:lnTo>
                    <a:pt x="101834" y="778085"/>
                  </a:lnTo>
                  <a:lnTo>
                    <a:pt x="103755" y="778245"/>
                  </a:lnTo>
                  <a:lnTo>
                    <a:pt x="105677" y="778331"/>
                  </a:lnTo>
                  <a:lnTo>
                    <a:pt x="107598" y="778211"/>
                  </a:lnTo>
                  <a:lnTo>
                    <a:pt x="109520" y="777755"/>
                  </a:lnTo>
                  <a:lnTo>
                    <a:pt x="111441" y="776948"/>
                  </a:lnTo>
                  <a:lnTo>
                    <a:pt x="113362" y="775804"/>
                  </a:lnTo>
                  <a:lnTo>
                    <a:pt x="115284" y="774384"/>
                  </a:lnTo>
                  <a:lnTo>
                    <a:pt x="117205" y="772783"/>
                  </a:lnTo>
                  <a:lnTo>
                    <a:pt x="119127" y="771121"/>
                  </a:lnTo>
                  <a:lnTo>
                    <a:pt x="121048" y="769527"/>
                  </a:lnTo>
                  <a:lnTo>
                    <a:pt x="122969" y="768126"/>
                  </a:lnTo>
                  <a:lnTo>
                    <a:pt x="124891" y="767022"/>
                  </a:lnTo>
                  <a:lnTo>
                    <a:pt x="126812" y="766291"/>
                  </a:lnTo>
                  <a:lnTo>
                    <a:pt x="128734" y="765969"/>
                  </a:lnTo>
                  <a:lnTo>
                    <a:pt x="130655" y="766046"/>
                  </a:lnTo>
                  <a:lnTo>
                    <a:pt x="132576" y="766484"/>
                  </a:lnTo>
                  <a:lnTo>
                    <a:pt x="134498" y="767169"/>
                  </a:lnTo>
                  <a:lnTo>
                    <a:pt x="136419" y="767964"/>
                  </a:lnTo>
                  <a:lnTo>
                    <a:pt x="138341" y="768734"/>
                  </a:lnTo>
                  <a:lnTo>
                    <a:pt x="140262" y="769352"/>
                  </a:lnTo>
                  <a:lnTo>
                    <a:pt x="142183" y="769706"/>
                  </a:lnTo>
                  <a:lnTo>
                    <a:pt x="144105" y="769715"/>
                  </a:lnTo>
                  <a:lnTo>
                    <a:pt x="146026" y="769329"/>
                  </a:lnTo>
                  <a:lnTo>
                    <a:pt x="147948" y="768536"/>
                  </a:lnTo>
                  <a:lnTo>
                    <a:pt x="149869" y="767359"/>
                  </a:lnTo>
                  <a:lnTo>
                    <a:pt x="151791" y="765851"/>
                  </a:lnTo>
                  <a:lnTo>
                    <a:pt x="153712" y="764085"/>
                  </a:lnTo>
                  <a:lnTo>
                    <a:pt x="155633" y="762147"/>
                  </a:lnTo>
                  <a:lnTo>
                    <a:pt x="157555" y="760125"/>
                  </a:lnTo>
                  <a:lnTo>
                    <a:pt x="159476" y="758106"/>
                  </a:lnTo>
                  <a:lnTo>
                    <a:pt x="161398" y="756149"/>
                  </a:lnTo>
                  <a:lnTo>
                    <a:pt x="163319" y="754289"/>
                  </a:lnTo>
                  <a:lnTo>
                    <a:pt x="165240" y="752546"/>
                  </a:lnTo>
                  <a:lnTo>
                    <a:pt x="167162" y="750920"/>
                  </a:lnTo>
                  <a:lnTo>
                    <a:pt x="169083" y="749400"/>
                  </a:lnTo>
                  <a:lnTo>
                    <a:pt x="171005" y="747958"/>
                  </a:lnTo>
                  <a:lnTo>
                    <a:pt x="172926" y="746562"/>
                  </a:lnTo>
                  <a:lnTo>
                    <a:pt x="174847" y="745169"/>
                  </a:lnTo>
                  <a:lnTo>
                    <a:pt x="176769" y="743735"/>
                  </a:lnTo>
                  <a:lnTo>
                    <a:pt x="178690" y="742211"/>
                  </a:lnTo>
                  <a:lnTo>
                    <a:pt x="180612" y="740541"/>
                  </a:lnTo>
                  <a:lnTo>
                    <a:pt x="182533" y="738671"/>
                  </a:lnTo>
                  <a:lnTo>
                    <a:pt x="184454" y="736562"/>
                  </a:lnTo>
                  <a:lnTo>
                    <a:pt x="186376" y="734167"/>
                  </a:lnTo>
                  <a:lnTo>
                    <a:pt x="188297" y="731438"/>
                  </a:lnTo>
                  <a:lnTo>
                    <a:pt x="190219" y="728327"/>
                  </a:lnTo>
                  <a:lnTo>
                    <a:pt x="192140" y="724790"/>
                  </a:lnTo>
                  <a:lnTo>
                    <a:pt x="194061" y="720788"/>
                  </a:lnTo>
                  <a:lnTo>
                    <a:pt x="195983" y="716294"/>
                  </a:lnTo>
                  <a:lnTo>
                    <a:pt x="197904" y="711299"/>
                  </a:lnTo>
                  <a:lnTo>
                    <a:pt x="199826" y="705812"/>
                  </a:lnTo>
                  <a:lnTo>
                    <a:pt x="201747" y="699863"/>
                  </a:lnTo>
                  <a:lnTo>
                    <a:pt x="203668" y="693492"/>
                  </a:lnTo>
                  <a:lnTo>
                    <a:pt x="205590" y="686720"/>
                  </a:lnTo>
                  <a:lnTo>
                    <a:pt x="207511" y="679601"/>
                  </a:lnTo>
                  <a:lnTo>
                    <a:pt x="209433" y="672107"/>
                  </a:lnTo>
                  <a:lnTo>
                    <a:pt x="211354" y="664144"/>
                  </a:lnTo>
                  <a:lnTo>
                    <a:pt x="213275" y="655528"/>
                  </a:lnTo>
                  <a:lnTo>
                    <a:pt x="215197" y="645980"/>
                  </a:lnTo>
                  <a:lnTo>
                    <a:pt x="217118" y="635113"/>
                  </a:lnTo>
                  <a:lnTo>
                    <a:pt x="219040" y="622431"/>
                  </a:lnTo>
                  <a:lnTo>
                    <a:pt x="220961" y="607341"/>
                  </a:lnTo>
                  <a:lnTo>
                    <a:pt x="222883" y="589166"/>
                  </a:lnTo>
                  <a:lnTo>
                    <a:pt x="224804" y="567174"/>
                  </a:lnTo>
                  <a:lnTo>
                    <a:pt x="226725" y="540622"/>
                  </a:lnTo>
                  <a:lnTo>
                    <a:pt x="228647" y="508448"/>
                  </a:lnTo>
                  <a:lnTo>
                    <a:pt x="230568" y="470236"/>
                  </a:lnTo>
                  <a:lnTo>
                    <a:pt x="232490" y="425987"/>
                  </a:lnTo>
                  <a:lnTo>
                    <a:pt x="234411" y="375967"/>
                  </a:lnTo>
                  <a:lnTo>
                    <a:pt x="236332" y="321013"/>
                  </a:lnTo>
                  <a:lnTo>
                    <a:pt x="238254" y="262626"/>
                  </a:lnTo>
                  <a:lnTo>
                    <a:pt x="240175" y="203016"/>
                  </a:lnTo>
                  <a:lnTo>
                    <a:pt x="242097" y="145061"/>
                  </a:lnTo>
                  <a:lnTo>
                    <a:pt x="244018" y="92163"/>
                  </a:lnTo>
                  <a:lnTo>
                    <a:pt x="245939" y="48009"/>
                  </a:lnTo>
                  <a:lnTo>
                    <a:pt x="247861" y="16230"/>
                  </a:lnTo>
                  <a:lnTo>
                    <a:pt x="249782" y="0"/>
                  </a:lnTo>
                  <a:lnTo>
                    <a:pt x="251704" y="1972"/>
                  </a:lnTo>
                  <a:lnTo>
                    <a:pt x="253625" y="24251"/>
                  </a:lnTo>
                  <a:lnTo>
                    <a:pt x="255546" y="64572"/>
                  </a:lnTo>
                  <a:lnTo>
                    <a:pt x="257468" y="120636"/>
                  </a:lnTo>
                  <a:lnTo>
                    <a:pt x="259389" y="188988"/>
                  </a:lnTo>
                  <a:lnTo>
                    <a:pt x="261311" y="265421"/>
                  </a:lnTo>
                  <a:lnTo>
                    <a:pt x="263232" y="345447"/>
                  </a:lnTo>
                  <a:lnTo>
                    <a:pt x="265153" y="424767"/>
                  </a:lnTo>
                  <a:lnTo>
                    <a:pt x="267075" y="499673"/>
                  </a:lnTo>
                  <a:lnTo>
                    <a:pt x="268996" y="567329"/>
                  </a:lnTo>
                  <a:lnTo>
                    <a:pt x="270918" y="625919"/>
                  </a:lnTo>
                  <a:lnTo>
                    <a:pt x="272839" y="674636"/>
                  </a:lnTo>
                  <a:lnTo>
                    <a:pt x="274760" y="713567"/>
                  </a:lnTo>
                  <a:lnTo>
                    <a:pt x="276682" y="742960"/>
                  </a:lnTo>
                  <a:lnTo>
                    <a:pt x="278603" y="764599"/>
                  </a:lnTo>
                  <a:lnTo>
                    <a:pt x="280525" y="780126"/>
                  </a:lnTo>
                  <a:lnTo>
                    <a:pt x="282446" y="790899"/>
                  </a:lnTo>
                  <a:lnTo>
                    <a:pt x="284367" y="798124"/>
                  </a:lnTo>
                  <a:lnTo>
                    <a:pt x="286289" y="802804"/>
                  </a:lnTo>
                  <a:lnTo>
                    <a:pt x="288210" y="805733"/>
                  </a:lnTo>
                  <a:lnTo>
                    <a:pt x="290132" y="807501"/>
                  </a:lnTo>
                  <a:lnTo>
                    <a:pt x="292053" y="808531"/>
                  </a:lnTo>
                  <a:lnTo>
                    <a:pt x="293975" y="809109"/>
                  </a:lnTo>
                  <a:lnTo>
                    <a:pt x="295896" y="809422"/>
                  </a:lnTo>
                  <a:lnTo>
                    <a:pt x="297817" y="809585"/>
                  </a:lnTo>
                  <a:lnTo>
                    <a:pt x="299739" y="809665"/>
                  </a:lnTo>
                  <a:lnTo>
                    <a:pt x="301660" y="809704"/>
                  </a:lnTo>
                  <a:lnTo>
                    <a:pt x="303582" y="809722"/>
                  </a:lnTo>
                  <a:lnTo>
                    <a:pt x="305503" y="809731"/>
                  </a:lnTo>
                  <a:lnTo>
                    <a:pt x="307424" y="809735"/>
                  </a:lnTo>
                  <a:lnTo>
                    <a:pt x="309346" y="809737"/>
                  </a:lnTo>
                  <a:lnTo>
                    <a:pt x="311267" y="809738"/>
                  </a:lnTo>
                  <a:lnTo>
                    <a:pt x="313189" y="809738"/>
                  </a:lnTo>
                  <a:lnTo>
                    <a:pt x="315110" y="809738"/>
                  </a:lnTo>
                  <a:lnTo>
                    <a:pt x="317031" y="809738"/>
                  </a:lnTo>
                  <a:lnTo>
                    <a:pt x="318953" y="809738"/>
                  </a:lnTo>
                  <a:lnTo>
                    <a:pt x="320874" y="809738"/>
                  </a:lnTo>
                  <a:lnTo>
                    <a:pt x="322796" y="809738"/>
                  </a:lnTo>
                  <a:lnTo>
                    <a:pt x="324717" y="809738"/>
                  </a:lnTo>
                  <a:lnTo>
                    <a:pt x="326638" y="809738"/>
                  </a:lnTo>
                  <a:lnTo>
                    <a:pt x="328560" y="809738"/>
                  </a:lnTo>
                  <a:lnTo>
                    <a:pt x="330481" y="809738"/>
                  </a:lnTo>
                  <a:lnTo>
                    <a:pt x="332403" y="809738"/>
                  </a:lnTo>
                  <a:lnTo>
                    <a:pt x="334324" y="809738"/>
                  </a:lnTo>
                  <a:lnTo>
                    <a:pt x="336245" y="809738"/>
                  </a:lnTo>
                  <a:lnTo>
                    <a:pt x="338167" y="809738"/>
                  </a:lnTo>
                  <a:lnTo>
                    <a:pt x="340088" y="809738"/>
                  </a:lnTo>
                  <a:lnTo>
                    <a:pt x="342010" y="809738"/>
                  </a:lnTo>
                  <a:lnTo>
                    <a:pt x="343931" y="809738"/>
                  </a:lnTo>
                  <a:lnTo>
                    <a:pt x="345852" y="809738"/>
                  </a:lnTo>
                  <a:lnTo>
                    <a:pt x="347774" y="809738"/>
                  </a:lnTo>
                  <a:lnTo>
                    <a:pt x="349695" y="809738"/>
                  </a:lnTo>
                  <a:lnTo>
                    <a:pt x="351617" y="809738"/>
                  </a:lnTo>
                  <a:lnTo>
                    <a:pt x="353538" y="809738"/>
                  </a:lnTo>
                  <a:lnTo>
                    <a:pt x="355459" y="809738"/>
                  </a:lnTo>
                  <a:lnTo>
                    <a:pt x="357381" y="809738"/>
                  </a:lnTo>
                  <a:lnTo>
                    <a:pt x="359302" y="809738"/>
                  </a:lnTo>
                  <a:lnTo>
                    <a:pt x="361224" y="809738"/>
                  </a:lnTo>
                  <a:lnTo>
                    <a:pt x="363145" y="809738"/>
                  </a:lnTo>
                  <a:lnTo>
                    <a:pt x="365067" y="809738"/>
                  </a:lnTo>
                  <a:lnTo>
                    <a:pt x="366988" y="809738"/>
                  </a:lnTo>
                  <a:lnTo>
                    <a:pt x="368909" y="809738"/>
                  </a:lnTo>
                  <a:lnTo>
                    <a:pt x="370831" y="809738"/>
                  </a:lnTo>
                  <a:lnTo>
                    <a:pt x="372752" y="809738"/>
                  </a:lnTo>
                  <a:lnTo>
                    <a:pt x="374674" y="809738"/>
                  </a:lnTo>
                  <a:lnTo>
                    <a:pt x="376595" y="809738"/>
                  </a:lnTo>
                  <a:lnTo>
                    <a:pt x="378516" y="809738"/>
                  </a:lnTo>
                  <a:lnTo>
                    <a:pt x="380438" y="809738"/>
                  </a:lnTo>
                  <a:lnTo>
                    <a:pt x="382359" y="809738"/>
                  </a:lnTo>
                  <a:lnTo>
                    <a:pt x="384281" y="809738"/>
                  </a:lnTo>
                  <a:lnTo>
                    <a:pt x="386202" y="809738"/>
                  </a:lnTo>
                  <a:lnTo>
                    <a:pt x="388123" y="809738"/>
                  </a:lnTo>
                  <a:lnTo>
                    <a:pt x="390045" y="809738"/>
                  </a:lnTo>
                  <a:lnTo>
                    <a:pt x="391966" y="809738"/>
                  </a:lnTo>
                  <a:lnTo>
                    <a:pt x="393888" y="809738"/>
                  </a:lnTo>
                  <a:lnTo>
                    <a:pt x="395809" y="809738"/>
                  </a:lnTo>
                  <a:lnTo>
                    <a:pt x="397730" y="809738"/>
                  </a:lnTo>
                  <a:lnTo>
                    <a:pt x="399652" y="809738"/>
                  </a:lnTo>
                  <a:lnTo>
                    <a:pt x="401573" y="809738"/>
                  </a:lnTo>
                  <a:lnTo>
                    <a:pt x="403495" y="809738"/>
                  </a:lnTo>
                  <a:lnTo>
                    <a:pt x="405416" y="809738"/>
                  </a:lnTo>
                  <a:lnTo>
                    <a:pt x="407337" y="809738"/>
                  </a:lnTo>
                  <a:lnTo>
                    <a:pt x="409259" y="809738"/>
                  </a:lnTo>
                  <a:lnTo>
                    <a:pt x="411180" y="809738"/>
                  </a:lnTo>
                  <a:lnTo>
                    <a:pt x="413102" y="809738"/>
                  </a:lnTo>
                  <a:lnTo>
                    <a:pt x="415023" y="809738"/>
                  </a:lnTo>
                  <a:lnTo>
                    <a:pt x="416944" y="809738"/>
                  </a:lnTo>
                  <a:lnTo>
                    <a:pt x="418866" y="809738"/>
                  </a:lnTo>
                  <a:lnTo>
                    <a:pt x="420787" y="809738"/>
                  </a:lnTo>
                  <a:lnTo>
                    <a:pt x="422709" y="809738"/>
                  </a:lnTo>
                  <a:lnTo>
                    <a:pt x="424630" y="809738"/>
                  </a:lnTo>
                  <a:lnTo>
                    <a:pt x="426551" y="809738"/>
                  </a:lnTo>
                  <a:lnTo>
                    <a:pt x="428473" y="809738"/>
                  </a:lnTo>
                  <a:lnTo>
                    <a:pt x="430394" y="809738"/>
                  </a:lnTo>
                  <a:lnTo>
                    <a:pt x="432316" y="809738"/>
                  </a:lnTo>
                  <a:lnTo>
                    <a:pt x="434237" y="809738"/>
                  </a:lnTo>
                  <a:lnTo>
                    <a:pt x="436159" y="809738"/>
                  </a:lnTo>
                  <a:lnTo>
                    <a:pt x="438080" y="809738"/>
                  </a:lnTo>
                  <a:lnTo>
                    <a:pt x="440001" y="809738"/>
                  </a:lnTo>
                  <a:lnTo>
                    <a:pt x="441923" y="809738"/>
                  </a:lnTo>
                  <a:lnTo>
                    <a:pt x="443844" y="809738"/>
                  </a:lnTo>
                  <a:lnTo>
                    <a:pt x="445766" y="809738"/>
                  </a:lnTo>
                  <a:lnTo>
                    <a:pt x="447687" y="809738"/>
                  </a:lnTo>
                  <a:lnTo>
                    <a:pt x="449608" y="809738"/>
                  </a:lnTo>
                  <a:lnTo>
                    <a:pt x="451530" y="809738"/>
                  </a:lnTo>
                  <a:lnTo>
                    <a:pt x="453451" y="809738"/>
                  </a:lnTo>
                  <a:lnTo>
                    <a:pt x="455373" y="809738"/>
                  </a:lnTo>
                  <a:lnTo>
                    <a:pt x="457294" y="809738"/>
                  </a:lnTo>
                  <a:lnTo>
                    <a:pt x="459215" y="809738"/>
                  </a:lnTo>
                  <a:lnTo>
                    <a:pt x="461137" y="809738"/>
                  </a:lnTo>
                  <a:lnTo>
                    <a:pt x="463058" y="809738"/>
                  </a:lnTo>
                  <a:lnTo>
                    <a:pt x="464980" y="809738"/>
                  </a:lnTo>
                  <a:lnTo>
                    <a:pt x="466901" y="809738"/>
                  </a:lnTo>
                  <a:lnTo>
                    <a:pt x="468822" y="809738"/>
                  </a:lnTo>
                  <a:lnTo>
                    <a:pt x="470744" y="809738"/>
                  </a:lnTo>
                  <a:lnTo>
                    <a:pt x="472665" y="809738"/>
                  </a:lnTo>
                  <a:lnTo>
                    <a:pt x="474587" y="809738"/>
                  </a:lnTo>
                  <a:lnTo>
                    <a:pt x="476508" y="809738"/>
                  </a:lnTo>
                  <a:lnTo>
                    <a:pt x="478429" y="809738"/>
                  </a:lnTo>
                  <a:lnTo>
                    <a:pt x="480351" y="809738"/>
                  </a:lnTo>
                  <a:lnTo>
                    <a:pt x="482272" y="809738"/>
                  </a:lnTo>
                  <a:lnTo>
                    <a:pt x="484194" y="809738"/>
                  </a:lnTo>
                  <a:lnTo>
                    <a:pt x="486115" y="809738"/>
                  </a:lnTo>
                  <a:lnTo>
                    <a:pt x="488036" y="809738"/>
                  </a:lnTo>
                  <a:lnTo>
                    <a:pt x="489958" y="809738"/>
                  </a:lnTo>
                  <a:lnTo>
                    <a:pt x="491879" y="809738"/>
                  </a:lnTo>
                  <a:lnTo>
                    <a:pt x="493801" y="809738"/>
                  </a:lnTo>
                  <a:lnTo>
                    <a:pt x="495722" y="809738"/>
                  </a:lnTo>
                  <a:lnTo>
                    <a:pt x="497643" y="809738"/>
                  </a:lnTo>
                  <a:lnTo>
                    <a:pt x="499565" y="809738"/>
                  </a:lnTo>
                  <a:lnTo>
                    <a:pt x="501486" y="809738"/>
                  </a:lnTo>
                  <a:lnTo>
                    <a:pt x="503408" y="809738"/>
                  </a:lnTo>
                  <a:lnTo>
                    <a:pt x="505329" y="809738"/>
                  </a:lnTo>
                  <a:lnTo>
                    <a:pt x="507250" y="809738"/>
                  </a:lnTo>
                  <a:lnTo>
                    <a:pt x="509172" y="809738"/>
                  </a:lnTo>
                  <a:lnTo>
                    <a:pt x="511093" y="809738"/>
                  </a:lnTo>
                  <a:lnTo>
                    <a:pt x="513015" y="809738"/>
                  </a:lnTo>
                  <a:lnTo>
                    <a:pt x="514936" y="809738"/>
                  </a:lnTo>
                  <a:lnTo>
                    <a:pt x="516858" y="809738"/>
                  </a:lnTo>
                  <a:lnTo>
                    <a:pt x="518779" y="809738"/>
                  </a:lnTo>
                  <a:lnTo>
                    <a:pt x="520700" y="809738"/>
                  </a:lnTo>
                  <a:lnTo>
                    <a:pt x="522622" y="809738"/>
                  </a:lnTo>
                  <a:lnTo>
                    <a:pt x="524543" y="809738"/>
                  </a:lnTo>
                  <a:lnTo>
                    <a:pt x="526465" y="809738"/>
                  </a:lnTo>
                  <a:lnTo>
                    <a:pt x="528386" y="809738"/>
                  </a:lnTo>
                  <a:lnTo>
                    <a:pt x="530307" y="809738"/>
                  </a:lnTo>
                  <a:lnTo>
                    <a:pt x="532229" y="809738"/>
                  </a:lnTo>
                  <a:lnTo>
                    <a:pt x="534150" y="809738"/>
                  </a:lnTo>
                  <a:lnTo>
                    <a:pt x="536072" y="809738"/>
                  </a:lnTo>
                  <a:lnTo>
                    <a:pt x="537993" y="809738"/>
                  </a:lnTo>
                  <a:lnTo>
                    <a:pt x="539914" y="809738"/>
                  </a:lnTo>
                  <a:lnTo>
                    <a:pt x="541836" y="809738"/>
                  </a:lnTo>
                  <a:lnTo>
                    <a:pt x="543757" y="809738"/>
                  </a:lnTo>
                  <a:lnTo>
                    <a:pt x="545679" y="809738"/>
                  </a:lnTo>
                  <a:lnTo>
                    <a:pt x="547600" y="809738"/>
                  </a:lnTo>
                  <a:lnTo>
                    <a:pt x="549521" y="809738"/>
                  </a:lnTo>
                  <a:lnTo>
                    <a:pt x="551443" y="809738"/>
                  </a:lnTo>
                  <a:lnTo>
                    <a:pt x="553364" y="809738"/>
                  </a:lnTo>
                  <a:lnTo>
                    <a:pt x="555286" y="809738"/>
                  </a:lnTo>
                  <a:lnTo>
                    <a:pt x="557207" y="809738"/>
                  </a:lnTo>
                  <a:lnTo>
                    <a:pt x="559128" y="809738"/>
                  </a:lnTo>
                  <a:lnTo>
                    <a:pt x="561050" y="809738"/>
                  </a:lnTo>
                  <a:lnTo>
                    <a:pt x="562971" y="809738"/>
                  </a:lnTo>
                  <a:lnTo>
                    <a:pt x="564893" y="809738"/>
                  </a:lnTo>
                  <a:lnTo>
                    <a:pt x="566814" y="809738"/>
                  </a:lnTo>
                  <a:lnTo>
                    <a:pt x="568735" y="809738"/>
                  </a:lnTo>
                  <a:lnTo>
                    <a:pt x="570657" y="809738"/>
                  </a:lnTo>
                  <a:lnTo>
                    <a:pt x="572578" y="809738"/>
                  </a:lnTo>
                  <a:lnTo>
                    <a:pt x="574500" y="809738"/>
                  </a:lnTo>
                  <a:lnTo>
                    <a:pt x="576421" y="809738"/>
                  </a:lnTo>
                  <a:lnTo>
                    <a:pt x="578342" y="809738"/>
                  </a:lnTo>
                  <a:lnTo>
                    <a:pt x="580264" y="809738"/>
                  </a:lnTo>
                  <a:lnTo>
                    <a:pt x="582185" y="809738"/>
                  </a:lnTo>
                  <a:lnTo>
                    <a:pt x="584107" y="809738"/>
                  </a:lnTo>
                  <a:lnTo>
                    <a:pt x="586028" y="809738"/>
                  </a:lnTo>
                  <a:lnTo>
                    <a:pt x="587950" y="809738"/>
                  </a:lnTo>
                  <a:lnTo>
                    <a:pt x="589871" y="809737"/>
                  </a:lnTo>
                  <a:lnTo>
                    <a:pt x="591792" y="809736"/>
                  </a:lnTo>
                  <a:lnTo>
                    <a:pt x="593714" y="809733"/>
                  </a:lnTo>
                  <a:lnTo>
                    <a:pt x="595635" y="809730"/>
                  </a:lnTo>
                  <a:lnTo>
                    <a:pt x="597557" y="809723"/>
                  </a:lnTo>
                  <a:lnTo>
                    <a:pt x="599478" y="809713"/>
                  </a:lnTo>
                  <a:lnTo>
                    <a:pt x="601399" y="809697"/>
                  </a:lnTo>
                  <a:lnTo>
                    <a:pt x="603321" y="809673"/>
                  </a:lnTo>
                  <a:lnTo>
                    <a:pt x="605242" y="809639"/>
                  </a:lnTo>
                  <a:lnTo>
                    <a:pt x="607164" y="809592"/>
                  </a:lnTo>
                  <a:lnTo>
                    <a:pt x="609085" y="809528"/>
                  </a:lnTo>
                  <a:lnTo>
                    <a:pt x="611006" y="809446"/>
                  </a:lnTo>
                  <a:lnTo>
                    <a:pt x="612928" y="809343"/>
                  </a:lnTo>
                  <a:lnTo>
                    <a:pt x="614849" y="809222"/>
                  </a:lnTo>
                  <a:lnTo>
                    <a:pt x="616771" y="809086"/>
                  </a:lnTo>
                  <a:lnTo>
                    <a:pt x="618692" y="808940"/>
                  </a:lnTo>
                  <a:lnTo>
                    <a:pt x="620613" y="808793"/>
                  </a:lnTo>
                  <a:lnTo>
                    <a:pt x="622535" y="808654"/>
                  </a:lnTo>
                  <a:lnTo>
                    <a:pt x="624456" y="808533"/>
                  </a:lnTo>
                  <a:lnTo>
                    <a:pt x="626378" y="808441"/>
                  </a:lnTo>
                  <a:lnTo>
                    <a:pt x="628299" y="808385"/>
                  </a:lnTo>
                  <a:lnTo>
                    <a:pt x="630220" y="808371"/>
                  </a:lnTo>
                  <a:lnTo>
                    <a:pt x="632142" y="808400"/>
                  </a:lnTo>
                  <a:lnTo>
                    <a:pt x="634063" y="808470"/>
                  </a:lnTo>
                  <a:lnTo>
                    <a:pt x="635985" y="808576"/>
                  </a:lnTo>
                  <a:lnTo>
                    <a:pt x="637906" y="808707"/>
                  </a:lnTo>
                  <a:lnTo>
                    <a:pt x="639827" y="808852"/>
                  </a:lnTo>
                  <a:lnTo>
                    <a:pt x="641749" y="808999"/>
                  </a:lnTo>
                  <a:lnTo>
                    <a:pt x="643670" y="809142"/>
                  </a:lnTo>
                  <a:lnTo>
                    <a:pt x="645592" y="809272"/>
                  </a:lnTo>
                  <a:lnTo>
                    <a:pt x="647513" y="809385"/>
                  </a:lnTo>
                  <a:lnTo>
                    <a:pt x="649434" y="809479"/>
                  </a:lnTo>
                  <a:lnTo>
                    <a:pt x="651356" y="809554"/>
                  </a:lnTo>
                  <a:lnTo>
                    <a:pt x="653277" y="809612"/>
                  </a:lnTo>
                  <a:lnTo>
                    <a:pt x="655199" y="809655"/>
                  </a:lnTo>
                  <a:lnTo>
                    <a:pt x="657120" y="809685"/>
                  </a:lnTo>
                  <a:lnTo>
                    <a:pt x="659042" y="809705"/>
                  </a:lnTo>
                  <a:lnTo>
                    <a:pt x="660963" y="809718"/>
                  </a:lnTo>
                  <a:lnTo>
                    <a:pt x="662884" y="809726"/>
                  </a:lnTo>
                  <a:lnTo>
                    <a:pt x="664806" y="809731"/>
                  </a:lnTo>
                  <a:lnTo>
                    <a:pt x="666727" y="809734"/>
                  </a:lnTo>
                  <a:lnTo>
                    <a:pt x="668649" y="809736"/>
                  </a:lnTo>
                  <a:lnTo>
                    <a:pt x="670570" y="809737"/>
                  </a:lnTo>
                  <a:lnTo>
                    <a:pt x="672491" y="809738"/>
                  </a:lnTo>
                  <a:lnTo>
                    <a:pt x="674413" y="809738"/>
                  </a:lnTo>
                  <a:lnTo>
                    <a:pt x="676334" y="809738"/>
                  </a:lnTo>
                  <a:lnTo>
                    <a:pt x="678256" y="809738"/>
                  </a:lnTo>
                  <a:lnTo>
                    <a:pt x="680177" y="809738"/>
                  </a:lnTo>
                  <a:lnTo>
                    <a:pt x="682098" y="809738"/>
                  </a:lnTo>
                  <a:lnTo>
                    <a:pt x="684020" y="809738"/>
                  </a:lnTo>
                  <a:lnTo>
                    <a:pt x="685941" y="809738"/>
                  </a:lnTo>
                  <a:lnTo>
                    <a:pt x="687863" y="809738"/>
                  </a:lnTo>
                  <a:lnTo>
                    <a:pt x="689784" y="809738"/>
                  </a:lnTo>
                  <a:lnTo>
                    <a:pt x="691705" y="809738"/>
                  </a:lnTo>
                  <a:lnTo>
                    <a:pt x="693627" y="809738"/>
                  </a:lnTo>
                  <a:lnTo>
                    <a:pt x="695548" y="809738"/>
                  </a:lnTo>
                  <a:lnTo>
                    <a:pt x="697470" y="809738"/>
                  </a:lnTo>
                  <a:lnTo>
                    <a:pt x="699391" y="809738"/>
                  </a:lnTo>
                  <a:lnTo>
                    <a:pt x="701312" y="809738"/>
                  </a:lnTo>
                  <a:lnTo>
                    <a:pt x="703234" y="809738"/>
                  </a:lnTo>
                  <a:lnTo>
                    <a:pt x="705155" y="809738"/>
                  </a:lnTo>
                  <a:lnTo>
                    <a:pt x="707077" y="809738"/>
                  </a:lnTo>
                  <a:lnTo>
                    <a:pt x="708998" y="809738"/>
                  </a:lnTo>
                  <a:lnTo>
                    <a:pt x="710919" y="809738"/>
                  </a:lnTo>
                  <a:lnTo>
                    <a:pt x="712841" y="809738"/>
                  </a:lnTo>
                  <a:lnTo>
                    <a:pt x="714762" y="809738"/>
                  </a:lnTo>
                  <a:lnTo>
                    <a:pt x="716684" y="809738"/>
                  </a:lnTo>
                  <a:lnTo>
                    <a:pt x="718605" y="809738"/>
                  </a:lnTo>
                  <a:lnTo>
                    <a:pt x="720526" y="809738"/>
                  </a:lnTo>
                  <a:lnTo>
                    <a:pt x="722448" y="809738"/>
                  </a:lnTo>
                  <a:lnTo>
                    <a:pt x="724369" y="809738"/>
                  </a:lnTo>
                  <a:lnTo>
                    <a:pt x="726291" y="809738"/>
                  </a:lnTo>
                  <a:lnTo>
                    <a:pt x="728212" y="809738"/>
                  </a:lnTo>
                  <a:lnTo>
                    <a:pt x="730134" y="809738"/>
                  </a:lnTo>
                  <a:lnTo>
                    <a:pt x="732055" y="809738"/>
                  </a:lnTo>
                  <a:lnTo>
                    <a:pt x="733976" y="809738"/>
                  </a:lnTo>
                  <a:lnTo>
                    <a:pt x="735898" y="809738"/>
                  </a:lnTo>
                  <a:lnTo>
                    <a:pt x="737819" y="809738"/>
                  </a:lnTo>
                  <a:lnTo>
                    <a:pt x="739741" y="809738"/>
                  </a:lnTo>
                  <a:lnTo>
                    <a:pt x="741662" y="809738"/>
                  </a:lnTo>
                  <a:lnTo>
                    <a:pt x="743583" y="809738"/>
                  </a:lnTo>
                  <a:lnTo>
                    <a:pt x="745505" y="809738"/>
                  </a:lnTo>
                  <a:lnTo>
                    <a:pt x="747426" y="809738"/>
                  </a:lnTo>
                  <a:lnTo>
                    <a:pt x="749348" y="809738"/>
                  </a:lnTo>
                  <a:lnTo>
                    <a:pt x="751269" y="809738"/>
                  </a:lnTo>
                  <a:lnTo>
                    <a:pt x="753190" y="809738"/>
                  </a:lnTo>
                  <a:lnTo>
                    <a:pt x="755112" y="809738"/>
                  </a:lnTo>
                  <a:lnTo>
                    <a:pt x="757033" y="809738"/>
                  </a:lnTo>
                  <a:lnTo>
                    <a:pt x="758955" y="809738"/>
                  </a:lnTo>
                  <a:lnTo>
                    <a:pt x="760876" y="809738"/>
                  </a:lnTo>
                  <a:lnTo>
                    <a:pt x="762797" y="809738"/>
                  </a:lnTo>
                  <a:lnTo>
                    <a:pt x="764719" y="809738"/>
                  </a:lnTo>
                  <a:lnTo>
                    <a:pt x="766640" y="809738"/>
                  </a:lnTo>
                  <a:lnTo>
                    <a:pt x="768562" y="809738"/>
                  </a:lnTo>
                  <a:lnTo>
                    <a:pt x="770483" y="809738"/>
                  </a:lnTo>
                  <a:lnTo>
                    <a:pt x="772404" y="809738"/>
                  </a:lnTo>
                  <a:lnTo>
                    <a:pt x="774326" y="809738"/>
                  </a:lnTo>
                  <a:lnTo>
                    <a:pt x="776247" y="809738"/>
                  </a:lnTo>
                  <a:lnTo>
                    <a:pt x="778169" y="809738"/>
                  </a:lnTo>
                  <a:lnTo>
                    <a:pt x="780090" y="809738"/>
                  </a:lnTo>
                  <a:lnTo>
                    <a:pt x="782011" y="809738"/>
                  </a:lnTo>
                  <a:lnTo>
                    <a:pt x="783933" y="809738"/>
                  </a:lnTo>
                  <a:lnTo>
                    <a:pt x="785854" y="809738"/>
                  </a:lnTo>
                  <a:lnTo>
                    <a:pt x="787776" y="809738"/>
                  </a:lnTo>
                  <a:lnTo>
                    <a:pt x="789697" y="809738"/>
                  </a:lnTo>
                  <a:lnTo>
                    <a:pt x="791618" y="809738"/>
                  </a:lnTo>
                  <a:lnTo>
                    <a:pt x="793540" y="809738"/>
                  </a:lnTo>
                  <a:lnTo>
                    <a:pt x="795461" y="809738"/>
                  </a:lnTo>
                  <a:lnTo>
                    <a:pt x="797383" y="809738"/>
                  </a:lnTo>
                  <a:lnTo>
                    <a:pt x="799304" y="809738"/>
                  </a:lnTo>
                  <a:lnTo>
                    <a:pt x="801226" y="809738"/>
                  </a:lnTo>
                  <a:lnTo>
                    <a:pt x="803147" y="809738"/>
                  </a:lnTo>
                  <a:lnTo>
                    <a:pt x="805068" y="809738"/>
                  </a:lnTo>
                  <a:lnTo>
                    <a:pt x="806990" y="809738"/>
                  </a:lnTo>
                  <a:lnTo>
                    <a:pt x="808911" y="809738"/>
                  </a:lnTo>
                  <a:lnTo>
                    <a:pt x="810833" y="809738"/>
                  </a:lnTo>
                  <a:lnTo>
                    <a:pt x="812754" y="809738"/>
                  </a:lnTo>
                  <a:lnTo>
                    <a:pt x="814675" y="809738"/>
                  </a:lnTo>
                  <a:lnTo>
                    <a:pt x="816597" y="809738"/>
                  </a:lnTo>
                  <a:lnTo>
                    <a:pt x="818518" y="809738"/>
                  </a:lnTo>
                  <a:lnTo>
                    <a:pt x="820440" y="809738"/>
                  </a:lnTo>
                  <a:lnTo>
                    <a:pt x="822361" y="809738"/>
                  </a:lnTo>
                  <a:lnTo>
                    <a:pt x="824282" y="809738"/>
                  </a:lnTo>
                  <a:lnTo>
                    <a:pt x="826204" y="809738"/>
                  </a:lnTo>
                  <a:lnTo>
                    <a:pt x="828125" y="809738"/>
                  </a:lnTo>
                  <a:lnTo>
                    <a:pt x="830047" y="809738"/>
                  </a:lnTo>
                  <a:lnTo>
                    <a:pt x="831968" y="809738"/>
                  </a:lnTo>
                  <a:lnTo>
                    <a:pt x="833889" y="809738"/>
                  </a:lnTo>
                  <a:lnTo>
                    <a:pt x="835811" y="809738"/>
                  </a:lnTo>
                  <a:lnTo>
                    <a:pt x="837732" y="809738"/>
                  </a:lnTo>
                  <a:lnTo>
                    <a:pt x="839654" y="809738"/>
                  </a:lnTo>
                  <a:lnTo>
                    <a:pt x="841575" y="809738"/>
                  </a:lnTo>
                  <a:lnTo>
                    <a:pt x="843496" y="809738"/>
                  </a:lnTo>
                  <a:lnTo>
                    <a:pt x="845418" y="809738"/>
                  </a:lnTo>
                  <a:lnTo>
                    <a:pt x="847339" y="809738"/>
                  </a:lnTo>
                  <a:lnTo>
                    <a:pt x="849261" y="809738"/>
                  </a:lnTo>
                  <a:lnTo>
                    <a:pt x="851182" y="809738"/>
                  </a:lnTo>
                  <a:lnTo>
                    <a:pt x="853103" y="809738"/>
                  </a:lnTo>
                  <a:lnTo>
                    <a:pt x="855025" y="809738"/>
                  </a:lnTo>
                  <a:lnTo>
                    <a:pt x="856946" y="809737"/>
                  </a:lnTo>
                  <a:lnTo>
                    <a:pt x="858868" y="809737"/>
                  </a:lnTo>
                  <a:lnTo>
                    <a:pt x="860789" y="809735"/>
                  </a:lnTo>
                  <a:lnTo>
                    <a:pt x="862710" y="809732"/>
                  </a:lnTo>
                  <a:lnTo>
                    <a:pt x="864632" y="809728"/>
                  </a:lnTo>
                  <a:lnTo>
                    <a:pt x="866553" y="809720"/>
                  </a:lnTo>
                  <a:lnTo>
                    <a:pt x="868475" y="809709"/>
                  </a:lnTo>
                  <a:lnTo>
                    <a:pt x="870396" y="809691"/>
                  </a:lnTo>
                  <a:lnTo>
                    <a:pt x="872318" y="809665"/>
                  </a:lnTo>
                  <a:lnTo>
                    <a:pt x="874239" y="809628"/>
                  </a:lnTo>
                  <a:lnTo>
                    <a:pt x="876160" y="809576"/>
                  </a:lnTo>
                  <a:lnTo>
                    <a:pt x="878082" y="809506"/>
                  </a:lnTo>
                  <a:lnTo>
                    <a:pt x="880003" y="809418"/>
                  </a:lnTo>
                  <a:lnTo>
                    <a:pt x="881925" y="809312"/>
                  </a:lnTo>
                  <a:lnTo>
                    <a:pt x="883846" y="809187"/>
                  </a:lnTo>
                  <a:lnTo>
                    <a:pt x="885767" y="809050"/>
                  </a:lnTo>
                  <a:lnTo>
                    <a:pt x="887689" y="808904"/>
                  </a:lnTo>
                  <a:lnTo>
                    <a:pt x="889610" y="808760"/>
                  </a:lnTo>
                  <a:lnTo>
                    <a:pt x="891532" y="808625"/>
                  </a:lnTo>
                  <a:lnTo>
                    <a:pt x="893453" y="808511"/>
                  </a:lnTo>
                  <a:lnTo>
                    <a:pt x="895374" y="808427"/>
                  </a:lnTo>
                  <a:lnTo>
                    <a:pt x="897296" y="808380"/>
                  </a:lnTo>
                  <a:lnTo>
                    <a:pt x="899217" y="808378"/>
                  </a:lnTo>
                  <a:lnTo>
                    <a:pt x="901139" y="808420"/>
                  </a:lnTo>
                  <a:lnTo>
                    <a:pt x="903060" y="808500"/>
                  </a:lnTo>
                  <a:lnTo>
                    <a:pt x="904981" y="808611"/>
                  </a:lnTo>
                  <a:lnTo>
                    <a:pt x="906903" y="808744"/>
                  </a:lnTo>
                  <a:lnTo>
                    <a:pt x="908824" y="808888"/>
                  </a:lnTo>
                  <a:lnTo>
                    <a:pt x="910746" y="809034"/>
                  </a:lnTo>
                  <a:lnTo>
                    <a:pt x="912667" y="809173"/>
                  </a:lnTo>
                  <a:lnTo>
                    <a:pt x="914588" y="809299"/>
                  </a:lnTo>
                  <a:lnTo>
                    <a:pt x="916510" y="809407"/>
                  </a:lnTo>
                  <a:lnTo>
                    <a:pt x="918431" y="809498"/>
                  </a:lnTo>
                  <a:lnTo>
                    <a:pt x="920353" y="809569"/>
                  </a:lnTo>
                  <a:lnTo>
                    <a:pt x="922274" y="809623"/>
                  </a:lnTo>
                  <a:lnTo>
                    <a:pt x="924195" y="809661"/>
                  </a:lnTo>
                  <a:lnTo>
                    <a:pt x="926117" y="809689"/>
                  </a:lnTo>
                  <a:lnTo>
                    <a:pt x="928038" y="809707"/>
                  </a:lnTo>
                  <a:lnTo>
                    <a:pt x="929960" y="809719"/>
                  </a:lnTo>
                  <a:lnTo>
                    <a:pt x="931881" y="809727"/>
                  </a:lnTo>
                  <a:lnTo>
                    <a:pt x="933802" y="809732"/>
                  </a:lnTo>
                  <a:lnTo>
                    <a:pt x="935724" y="809735"/>
                  </a:lnTo>
                  <a:lnTo>
                    <a:pt x="937645" y="809736"/>
                  </a:lnTo>
                  <a:lnTo>
                    <a:pt x="939567" y="809737"/>
                  </a:lnTo>
                  <a:lnTo>
                    <a:pt x="941488" y="809738"/>
                  </a:lnTo>
                  <a:lnTo>
                    <a:pt x="943410" y="809738"/>
                  </a:lnTo>
                  <a:lnTo>
                    <a:pt x="945331" y="809738"/>
                  </a:lnTo>
                  <a:lnTo>
                    <a:pt x="947252" y="809738"/>
                  </a:lnTo>
                  <a:lnTo>
                    <a:pt x="949174" y="809738"/>
                  </a:lnTo>
                  <a:lnTo>
                    <a:pt x="951095" y="809738"/>
                  </a:lnTo>
                  <a:lnTo>
                    <a:pt x="953017" y="809738"/>
                  </a:lnTo>
                  <a:lnTo>
                    <a:pt x="954938" y="809738"/>
                  </a:lnTo>
                  <a:lnTo>
                    <a:pt x="956859" y="809738"/>
                  </a:lnTo>
                  <a:lnTo>
                    <a:pt x="958781" y="809738"/>
                  </a:lnTo>
                  <a:lnTo>
                    <a:pt x="960702" y="809738"/>
                  </a:lnTo>
                  <a:lnTo>
                    <a:pt x="962624" y="809738"/>
                  </a:lnTo>
                  <a:lnTo>
                    <a:pt x="964545" y="809738"/>
                  </a:lnTo>
                  <a:lnTo>
                    <a:pt x="966466" y="809738"/>
                  </a:lnTo>
                  <a:lnTo>
                    <a:pt x="968388" y="809738"/>
                  </a:lnTo>
                  <a:lnTo>
                    <a:pt x="970309" y="809738"/>
                  </a:lnTo>
                  <a:lnTo>
                    <a:pt x="972231" y="809738"/>
                  </a:lnTo>
                  <a:lnTo>
                    <a:pt x="974152" y="809738"/>
                  </a:lnTo>
                  <a:lnTo>
                    <a:pt x="976073" y="809738"/>
                  </a:lnTo>
                  <a:lnTo>
                    <a:pt x="977995" y="809738"/>
                  </a:lnTo>
                  <a:lnTo>
                    <a:pt x="979916" y="809738"/>
                  </a:lnTo>
                  <a:lnTo>
                    <a:pt x="981838" y="809738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3029362" y="2485459"/>
              <a:ext cx="981838" cy="297564"/>
            </a:xfrm>
            <a:custGeom>
              <a:avLst/>
              <a:pathLst>
                <a:path w="981838" h="297564">
                  <a:moveTo>
                    <a:pt x="0" y="297563"/>
                  </a:moveTo>
                  <a:lnTo>
                    <a:pt x="1921" y="297563"/>
                  </a:lnTo>
                  <a:lnTo>
                    <a:pt x="3842" y="297563"/>
                  </a:lnTo>
                  <a:lnTo>
                    <a:pt x="5764" y="297563"/>
                  </a:lnTo>
                  <a:lnTo>
                    <a:pt x="7685" y="297563"/>
                  </a:lnTo>
                  <a:lnTo>
                    <a:pt x="9607" y="297563"/>
                  </a:lnTo>
                  <a:lnTo>
                    <a:pt x="11528" y="297563"/>
                  </a:lnTo>
                  <a:lnTo>
                    <a:pt x="13449" y="297562"/>
                  </a:lnTo>
                  <a:lnTo>
                    <a:pt x="15371" y="297562"/>
                  </a:lnTo>
                  <a:lnTo>
                    <a:pt x="17292" y="297561"/>
                  </a:lnTo>
                  <a:lnTo>
                    <a:pt x="19214" y="297560"/>
                  </a:lnTo>
                  <a:lnTo>
                    <a:pt x="21135" y="297558"/>
                  </a:lnTo>
                  <a:lnTo>
                    <a:pt x="23056" y="297556"/>
                  </a:lnTo>
                  <a:lnTo>
                    <a:pt x="24978" y="297553"/>
                  </a:lnTo>
                  <a:lnTo>
                    <a:pt x="26899" y="297549"/>
                  </a:lnTo>
                  <a:lnTo>
                    <a:pt x="28821" y="297544"/>
                  </a:lnTo>
                  <a:lnTo>
                    <a:pt x="30742" y="297537"/>
                  </a:lnTo>
                  <a:lnTo>
                    <a:pt x="32663" y="297528"/>
                  </a:lnTo>
                  <a:lnTo>
                    <a:pt x="34585" y="297516"/>
                  </a:lnTo>
                  <a:lnTo>
                    <a:pt x="36506" y="297501"/>
                  </a:lnTo>
                  <a:lnTo>
                    <a:pt x="38428" y="297482"/>
                  </a:lnTo>
                  <a:lnTo>
                    <a:pt x="40349" y="297457"/>
                  </a:lnTo>
                  <a:lnTo>
                    <a:pt x="42270" y="297427"/>
                  </a:lnTo>
                  <a:lnTo>
                    <a:pt x="44192" y="297389"/>
                  </a:lnTo>
                  <a:lnTo>
                    <a:pt x="46113" y="297341"/>
                  </a:lnTo>
                  <a:lnTo>
                    <a:pt x="48035" y="297282"/>
                  </a:lnTo>
                  <a:lnTo>
                    <a:pt x="49956" y="297212"/>
                  </a:lnTo>
                  <a:lnTo>
                    <a:pt x="51877" y="297129"/>
                  </a:lnTo>
                  <a:lnTo>
                    <a:pt x="53799" y="297030"/>
                  </a:lnTo>
                  <a:lnTo>
                    <a:pt x="55720" y="296914"/>
                  </a:lnTo>
                  <a:lnTo>
                    <a:pt x="57642" y="296777"/>
                  </a:lnTo>
                  <a:lnTo>
                    <a:pt x="59563" y="296618"/>
                  </a:lnTo>
                  <a:lnTo>
                    <a:pt x="61484" y="296435"/>
                  </a:lnTo>
                  <a:lnTo>
                    <a:pt x="63406" y="296229"/>
                  </a:lnTo>
                  <a:lnTo>
                    <a:pt x="65327" y="295997"/>
                  </a:lnTo>
                  <a:lnTo>
                    <a:pt x="67249" y="295739"/>
                  </a:lnTo>
                  <a:lnTo>
                    <a:pt x="69170" y="295455"/>
                  </a:lnTo>
                  <a:lnTo>
                    <a:pt x="71091" y="295141"/>
                  </a:lnTo>
                  <a:lnTo>
                    <a:pt x="73013" y="294796"/>
                  </a:lnTo>
                  <a:lnTo>
                    <a:pt x="74934" y="294426"/>
                  </a:lnTo>
                  <a:lnTo>
                    <a:pt x="76856" y="294029"/>
                  </a:lnTo>
                  <a:lnTo>
                    <a:pt x="78777" y="293609"/>
                  </a:lnTo>
                  <a:lnTo>
                    <a:pt x="80699" y="293166"/>
                  </a:lnTo>
                  <a:lnTo>
                    <a:pt x="82620" y="292703"/>
                  </a:lnTo>
                  <a:lnTo>
                    <a:pt x="84541" y="292220"/>
                  </a:lnTo>
                  <a:lnTo>
                    <a:pt x="86463" y="291719"/>
                  </a:lnTo>
                  <a:lnTo>
                    <a:pt x="88384" y="291206"/>
                  </a:lnTo>
                  <a:lnTo>
                    <a:pt x="90306" y="290682"/>
                  </a:lnTo>
                  <a:lnTo>
                    <a:pt x="92227" y="290150"/>
                  </a:lnTo>
                  <a:lnTo>
                    <a:pt x="94148" y="289613"/>
                  </a:lnTo>
                  <a:lnTo>
                    <a:pt x="96070" y="289073"/>
                  </a:lnTo>
                  <a:lnTo>
                    <a:pt x="97991" y="288532"/>
                  </a:lnTo>
                  <a:lnTo>
                    <a:pt x="99913" y="287993"/>
                  </a:lnTo>
                  <a:lnTo>
                    <a:pt x="101834" y="287459"/>
                  </a:lnTo>
                  <a:lnTo>
                    <a:pt x="103755" y="286931"/>
                  </a:lnTo>
                  <a:lnTo>
                    <a:pt x="105677" y="286411"/>
                  </a:lnTo>
                  <a:lnTo>
                    <a:pt x="107598" y="285901"/>
                  </a:lnTo>
                  <a:lnTo>
                    <a:pt x="109520" y="285403"/>
                  </a:lnTo>
                  <a:lnTo>
                    <a:pt x="111441" y="284921"/>
                  </a:lnTo>
                  <a:lnTo>
                    <a:pt x="113362" y="284460"/>
                  </a:lnTo>
                  <a:lnTo>
                    <a:pt x="115284" y="284019"/>
                  </a:lnTo>
                  <a:lnTo>
                    <a:pt x="117205" y="283601"/>
                  </a:lnTo>
                  <a:lnTo>
                    <a:pt x="119127" y="283209"/>
                  </a:lnTo>
                  <a:lnTo>
                    <a:pt x="121048" y="282845"/>
                  </a:lnTo>
                  <a:lnTo>
                    <a:pt x="122969" y="282513"/>
                  </a:lnTo>
                  <a:lnTo>
                    <a:pt x="124891" y="282214"/>
                  </a:lnTo>
                  <a:lnTo>
                    <a:pt x="126812" y="281956"/>
                  </a:lnTo>
                  <a:lnTo>
                    <a:pt x="128734" y="281735"/>
                  </a:lnTo>
                  <a:lnTo>
                    <a:pt x="130655" y="281551"/>
                  </a:lnTo>
                  <a:lnTo>
                    <a:pt x="132576" y="281404"/>
                  </a:lnTo>
                  <a:lnTo>
                    <a:pt x="134498" y="281293"/>
                  </a:lnTo>
                  <a:lnTo>
                    <a:pt x="136419" y="281215"/>
                  </a:lnTo>
                  <a:lnTo>
                    <a:pt x="138341" y="281169"/>
                  </a:lnTo>
                  <a:lnTo>
                    <a:pt x="140262" y="281154"/>
                  </a:lnTo>
                  <a:lnTo>
                    <a:pt x="142183" y="281160"/>
                  </a:lnTo>
                  <a:lnTo>
                    <a:pt x="144105" y="281181"/>
                  </a:lnTo>
                  <a:lnTo>
                    <a:pt x="146026" y="281210"/>
                  </a:lnTo>
                  <a:lnTo>
                    <a:pt x="147948" y="281242"/>
                  </a:lnTo>
                  <a:lnTo>
                    <a:pt x="149869" y="281269"/>
                  </a:lnTo>
                  <a:lnTo>
                    <a:pt x="151791" y="281286"/>
                  </a:lnTo>
                  <a:lnTo>
                    <a:pt x="153712" y="281279"/>
                  </a:lnTo>
                  <a:lnTo>
                    <a:pt x="155633" y="281246"/>
                  </a:lnTo>
                  <a:lnTo>
                    <a:pt x="157555" y="281180"/>
                  </a:lnTo>
                  <a:lnTo>
                    <a:pt x="159476" y="281079"/>
                  </a:lnTo>
                  <a:lnTo>
                    <a:pt x="161398" y="280937"/>
                  </a:lnTo>
                  <a:lnTo>
                    <a:pt x="163319" y="280753"/>
                  </a:lnTo>
                  <a:lnTo>
                    <a:pt x="165240" y="280526"/>
                  </a:lnTo>
                  <a:lnTo>
                    <a:pt x="167162" y="280247"/>
                  </a:lnTo>
                  <a:lnTo>
                    <a:pt x="169083" y="279926"/>
                  </a:lnTo>
                  <a:lnTo>
                    <a:pt x="171005" y="279567"/>
                  </a:lnTo>
                  <a:lnTo>
                    <a:pt x="172926" y="279173"/>
                  </a:lnTo>
                  <a:lnTo>
                    <a:pt x="174847" y="278750"/>
                  </a:lnTo>
                  <a:lnTo>
                    <a:pt x="176769" y="278302"/>
                  </a:lnTo>
                  <a:lnTo>
                    <a:pt x="178690" y="277835"/>
                  </a:lnTo>
                  <a:lnTo>
                    <a:pt x="180612" y="277354"/>
                  </a:lnTo>
                  <a:lnTo>
                    <a:pt x="182533" y="276868"/>
                  </a:lnTo>
                  <a:lnTo>
                    <a:pt x="184454" y="276383"/>
                  </a:lnTo>
                  <a:lnTo>
                    <a:pt x="186376" y="275902"/>
                  </a:lnTo>
                  <a:lnTo>
                    <a:pt x="188297" y="275430"/>
                  </a:lnTo>
                  <a:lnTo>
                    <a:pt x="190219" y="274970"/>
                  </a:lnTo>
                  <a:lnTo>
                    <a:pt x="192140" y="274521"/>
                  </a:lnTo>
                  <a:lnTo>
                    <a:pt x="194061" y="274088"/>
                  </a:lnTo>
                  <a:lnTo>
                    <a:pt x="195983" y="273665"/>
                  </a:lnTo>
                  <a:lnTo>
                    <a:pt x="197904" y="273250"/>
                  </a:lnTo>
                  <a:lnTo>
                    <a:pt x="199826" y="272838"/>
                  </a:lnTo>
                  <a:lnTo>
                    <a:pt x="201747" y="272424"/>
                  </a:lnTo>
                  <a:lnTo>
                    <a:pt x="203668" y="272003"/>
                  </a:lnTo>
                  <a:lnTo>
                    <a:pt x="205590" y="271567"/>
                  </a:lnTo>
                  <a:lnTo>
                    <a:pt x="207511" y="271105"/>
                  </a:lnTo>
                  <a:lnTo>
                    <a:pt x="209433" y="270611"/>
                  </a:lnTo>
                  <a:lnTo>
                    <a:pt x="211354" y="270078"/>
                  </a:lnTo>
                  <a:lnTo>
                    <a:pt x="213275" y="269500"/>
                  </a:lnTo>
                  <a:lnTo>
                    <a:pt x="215197" y="268871"/>
                  </a:lnTo>
                  <a:lnTo>
                    <a:pt x="217118" y="268187"/>
                  </a:lnTo>
                  <a:lnTo>
                    <a:pt x="219040" y="267442"/>
                  </a:lnTo>
                  <a:lnTo>
                    <a:pt x="220961" y="266625"/>
                  </a:lnTo>
                  <a:lnTo>
                    <a:pt x="222883" y="265739"/>
                  </a:lnTo>
                  <a:lnTo>
                    <a:pt x="224804" y="264786"/>
                  </a:lnTo>
                  <a:lnTo>
                    <a:pt x="226725" y="263768"/>
                  </a:lnTo>
                  <a:lnTo>
                    <a:pt x="228647" y="262687"/>
                  </a:lnTo>
                  <a:lnTo>
                    <a:pt x="230568" y="261547"/>
                  </a:lnTo>
                  <a:lnTo>
                    <a:pt x="232490" y="260350"/>
                  </a:lnTo>
                  <a:lnTo>
                    <a:pt x="234411" y="259096"/>
                  </a:lnTo>
                  <a:lnTo>
                    <a:pt x="236332" y="257796"/>
                  </a:lnTo>
                  <a:lnTo>
                    <a:pt x="238254" y="256458"/>
                  </a:lnTo>
                  <a:lnTo>
                    <a:pt x="240175" y="255089"/>
                  </a:lnTo>
                  <a:lnTo>
                    <a:pt x="242097" y="253694"/>
                  </a:lnTo>
                  <a:lnTo>
                    <a:pt x="244018" y="252280"/>
                  </a:lnTo>
                  <a:lnTo>
                    <a:pt x="245939" y="250850"/>
                  </a:lnTo>
                  <a:lnTo>
                    <a:pt x="247861" y="249408"/>
                  </a:lnTo>
                  <a:lnTo>
                    <a:pt x="249782" y="247958"/>
                  </a:lnTo>
                  <a:lnTo>
                    <a:pt x="251704" y="246501"/>
                  </a:lnTo>
                  <a:lnTo>
                    <a:pt x="253625" y="245037"/>
                  </a:lnTo>
                  <a:lnTo>
                    <a:pt x="255546" y="243563"/>
                  </a:lnTo>
                  <a:lnTo>
                    <a:pt x="257468" y="242076"/>
                  </a:lnTo>
                  <a:lnTo>
                    <a:pt x="259389" y="240570"/>
                  </a:lnTo>
                  <a:lnTo>
                    <a:pt x="261311" y="239035"/>
                  </a:lnTo>
                  <a:lnTo>
                    <a:pt x="263232" y="237459"/>
                  </a:lnTo>
                  <a:lnTo>
                    <a:pt x="265153" y="235832"/>
                  </a:lnTo>
                  <a:lnTo>
                    <a:pt x="267075" y="234144"/>
                  </a:lnTo>
                  <a:lnTo>
                    <a:pt x="268996" y="232379"/>
                  </a:lnTo>
                  <a:lnTo>
                    <a:pt x="270918" y="230525"/>
                  </a:lnTo>
                  <a:lnTo>
                    <a:pt x="272839" y="228565"/>
                  </a:lnTo>
                  <a:lnTo>
                    <a:pt x="274760" y="226472"/>
                  </a:lnTo>
                  <a:lnTo>
                    <a:pt x="276682" y="224219"/>
                  </a:lnTo>
                  <a:lnTo>
                    <a:pt x="278603" y="221802"/>
                  </a:lnTo>
                  <a:lnTo>
                    <a:pt x="280525" y="219204"/>
                  </a:lnTo>
                  <a:lnTo>
                    <a:pt x="282446" y="216407"/>
                  </a:lnTo>
                  <a:lnTo>
                    <a:pt x="284367" y="213393"/>
                  </a:lnTo>
                  <a:lnTo>
                    <a:pt x="286289" y="210145"/>
                  </a:lnTo>
                  <a:lnTo>
                    <a:pt x="288210" y="206624"/>
                  </a:lnTo>
                  <a:lnTo>
                    <a:pt x="290132" y="202794"/>
                  </a:lnTo>
                  <a:lnTo>
                    <a:pt x="292053" y="198671"/>
                  </a:lnTo>
                  <a:lnTo>
                    <a:pt x="293975" y="194240"/>
                  </a:lnTo>
                  <a:lnTo>
                    <a:pt x="295896" y="189485"/>
                  </a:lnTo>
                  <a:lnTo>
                    <a:pt x="297817" y="184395"/>
                  </a:lnTo>
                  <a:lnTo>
                    <a:pt x="299739" y="178958"/>
                  </a:lnTo>
                  <a:lnTo>
                    <a:pt x="301660" y="173143"/>
                  </a:lnTo>
                  <a:lnTo>
                    <a:pt x="303582" y="166918"/>
                  </a:lnTo>
                  <a:lnTo>
                    <a:pt x="305503" y="160330"/>
                  </a:lnTo>
                  <a:lnTo>
                    <a:pt x="307424" y="153384"/>
                  </a:lnTo>
                  <a:lnTo>
                    <a:pt x="309346" y="146088"/>
                  </a:lnTo>
                  <a:lnTo>
                    <a:pt x="311267" y="138456"/>
                  </a:lnTo>
                  <a:lnTo>
                    <a:pt x="313189" y="130507"/>
                  </a:lnTo>
                  <a:lnTo>
                    <a:pt x="315110" y="122253"/>
                  </a:lnTo>
                  <a:lnTo>
                    <a:pt x="317031" y="113715"/>
                  </a:lnTo>
                  <a:lnTo>
                    <a:pt x="318953" y="104980"/>
                  </a:lnTo>
                  <a:lnTo>
                    <a:pt x="320874" y="96098"/>
                  </a:lnTo>
                  <a:lnTo>
                    <a:pt x="322796" y="87127"/>
                  </a:lnTo>
                  <a:lnTo>
                    <a:pt x="324717" y="78133"/>
                  </a:lnTo>
                  <a:lnTo>
                    <a:pt x="326638" y="69185"/>
                  </a:lnTo>
                  <a:lnTo>
                    <a:pt x="328560" y="60369"/>
                  </a:lnTo>
                  <a:lnTo>
                    <a:pt x="330481" y="51819"/>
                  </a:lnTo>
                  <a:lnTo>
                    <a:pt x="332403" y="43605"/>
                  </a:lnTo>
                  <a:lnTo>
                    <a:pt x="334324" y="35816"/>
                  </a:lnTo>
                  <a:lnTo>
                    <a:pt x="336245" y="28543"/>
                  </a:lnTo>
                  <a:lnTo>
                    <a:pt x="338167" y="21875"/>
                  </a:lnTo>
                  <a:lnTo>
                    <a:pt x="340088" y="15899"/>
                  </a:lnTo>
                  <a:lnTo>
                    <a:pt x="342010" y="10727"/>
                  </a:lnTo>
                  <a:lnTo>
                    <a:pt x="343931" y="6576"/>
                  </a:lnTo>
                  <a:lnTo>
                    <a:pt x="345852" y="3379"/>
                  </a:lnTo>
                  <a:lnTo>
                    <a:pt x="347774" y="1190"/>
                  </a:lnTo>
                  <a:lnTo>
                    <a:pt x="349695" y="53"/>
                  </a:lnTo>
                  <a:lnTo>
                    <a:pt x="351617" y="0"/>
                  </a:lnTo>
                  <a:lnTo>
                    <a:pt x="353538" y="1049"/>
                  </a:lnTo>
                  <a:lnTo>
                    <a:pt x="355459" y="3230"/>
                  </a:lnTo>
                  <a:lnTo>
                    <a:pt x="357381" y="6703"/>
                  </a:lnTo>
                  <a:lnTo>
                    <a:pt x="359302" y="11239"/>
                  </a:lnTo>
                  <a:lnTo>
                    <a:pt x="361224" y="16793"/>
                  </a:lnTo>
                  <a:lnTo>
                    <a:pt x="363145" y="23310"/>
                  </a:lnTo>
                  <a:lnTo>
                    <a:pt x="365067" y="30725"/>
                  </a:lnTo>
                  <a:lnTo>
                    <a:pt x="366988" y="38962"/>
                  </a:lnTo>
                  <a:lnTo>
                    <a:pt x="368909" y="47943"/>
                  </a:lnTo>
                  <a:lnTo>
                    <a:pt x="370831" y="57666"/>
                  </a:lnTo>
                  <a:lnTo>
                    <a:pt x="372752" y="67892"/>
                  </a:lnTo>
                  <a:lnTo>
                    <a:pt x="374674" y="78522"/>
                  </a:lnTo>
                  <a:lnTo>
                    <a:pt x="376595" y="89454"/>
                  </a:lnTo>
                  <a:lnTo>
                    <a:pt x="378516" y="100591"/>
                  </a:lnTo>
                  <a:lnTo>
                    <a:pt x="380438" y="111834"/>
                  </a:lnTo>
                  <a:lnTo>
                    <a:pt x="382359" y="123092"/>
                  </a:lnTo>
                  <a:lnTo>
                    <a:pt x="384281" y="134239"/>
                  </a:lnTo>
                  <a:lnTo>
                    <a:pt x="386202" y="145196"/>
                  </a:lnTo>
                  <a:lnTo>
                    <a:pt x="388123" y="155893"/>
                  </a:lnTo>
                  <a:lnTo>
                    <a:pt x="390045" y="166270"/>
                  </a:lnTo>
                  <a:lnTo>
                    <a:pt x="391966" y="176274"/>
                  </a:lnTo>
                  <a:lnTo>
                    <a:pt x="393888" y="185860"/>
                  </a:lnTo>
                  <a:lnTo>
                    <a:pt x="395809" y="194991"/>
                  </a:lnTo>
                  <a:lnTo>
                    <a:pt x="397730" y="203544"/>
                  </a:lnTo>
                  <a:lnTo>
                    <a:pt x="399652" y="211578"/>
                  </a:lnTo>
                  <a:lnTo>
                    <a:pt x="401573" y="219092"/>
                  </a:lnTo>
                  <a:lnTo>
                    <a:pt x="403495" y="226084"/>
                  </a:lnTo>
                  <a:lnTo>
                    <a:pt x="405416" y="232557"/>
                  </a:lnTo>
                  <a:lnTo>
                    <a:pt x="407337" y="238518"/>
                  </a:lnTo>
                  <a:lnTo>
                    <a:pt x="409259" y="243979"/>
                  </a:lnTo>
                  <a:lnTo>
                    <a:pt x="411180" y="248880"/>
                  </a:lnTo>
                  <a:lnTo>
                    <a:pt x="413102" y="253315"/>
                  </a:lnTo>
                  <a:lnTo>
                    <a:pt x="415023" y="257318"/>
                  </a:lnTo>
                  <a:lnTo>
                    <a:pt x="416944" y="260915"/>
                  </a:lnTo>
                  <a:lnTo>
                    <a:pt x="418866" y="264130"/>
                  </a:lnTo>
                  <a:lnTo>
                    <a:pt x="420787" y="266988"/>
                  </a:lnTo>
                  <a:lnTo>
                    <a:pt x="422709" y="269512"/>
                  </a:lnTo>
                  <a:lnTo>
                    <a:pt x="424630" y="271684"/>
                  </a:lnTo>
                  <a:lnTo>
                    <a:pt x="426551" y="273567"/>
                  </a:lnTo>
                  <a:lnTo>
                    <a:pt x="428473" y="275194"/>
                  </a:lnTo>
                  <a:lnTo>
                    <a:pt x="430394" y="276583"/>
                  </a:lnTo>
                  <a:lnTo>
                    <a:pt x="432316" y="277749"/>
                  </a:lnTo>
                  <a:lnTo>
                    <a:pt x="434237" y="278707"/>
                  </a:lnTo>
                  <a:lnTo>
                    <a:pt x="436159" y="279470"/>
                  </a:lnTo>
                  <a:lnTo>
                    <a:pt x="438080" y="280021"/>
                  </a:lnTo>
                  <a:lnTo>
                    <a:pt x="440001" y="280388"/>
                  </a:lnTo>
                  <a:lnTo>
                    <a:pt x="441923" y="280586"/>
                  </a:lnTo>
                  <a:lnTo>
                    <a:pt x="443844" y="280617"/>
                  </a:lnTo>
                  <a:lnTo>
                    <a:pt x="445766" y="280482"/>
                  </a:lnTo>
                  <a:lnTo>
                    <a:pt x="447687" y="280184"/>
                  </a:lnTo>
                  <a:lnTo>
                    <a:pt x="449608" y="279721"/>
                  </a:lnTo>
                  <a:lnTo>
                    <a:pt x="451530" y="279069"/>
                  </a:lnTo>
                  <a:lnTo>
                    <a:pt x="453451" y="278238"/>
                  </a:lnTo>
                  <a:lnTo>
                    <a:pt x="455373" y="277236"/>
                  </a:lnTo>
                  <a:lnTo>
                    <a:pt x="457294" y="276062"/>
                  </a:lnTo>
                  <a:lnTo>
                    <a:pt x="459215" y="274716"/>
                  </a:lnTo>
                  <a:lnTo>
                    <a:pt x="461137" y="273197"/>
                  </a:lnTo>
                  <a:lnTo>
                    <a:pt x="463058" y="271508"/>
                  </a:lnTo>
                  <a:lnTo>
                    <a:pt x="464980" y="269631"/>
                  </a:lnTo>
                  <a:lnTo>
                    <a:pt x="466901" y="267584"/>
                  </a:lnTo>
                  <a:lnTo>
                    <a:pt x="468822" y="265388"/>
                  </a:lnTo>
                  <a:lnTo>
                    <a:pt x="470744" y="263055"/>
                  </a:lnTo>
                  <a:lnTo>
                    <a:pt x="472665" y="260600"/>
                  </a:lnTo>
                  <a:lnTo>
                    <a:pt x="474587" y="258040"/>
                  </a:lnTo>
                  <a:lnTo>
                    <a:pt x="476508" y="255394"/>
                  </a:lnTo>
                  <a:lnTo>
                    <a:pt x="478429" y="252681"/>
                  </a:lnTo>
                  <a:lnTo>
                    <a:pt x="480351" y="249939"/>
                  </a:lnTo>
                  <a:lnTo>
                    <a:pt x="482272" y="247200"/>
                  </a:lnTo>
                  <a:lnTo>
                    <a:pt x="484194" y="244495"/>
                  </a:lnTo>
                  <a:lnTo>
                    <a:pt x="486115" y="241854"/>
                  </a:lnTo>
                  <a:lnTo>
                    <a:pt x="488036" y="239308"/>
                  </a:lnTo>
                  <a:lnTo>
                    <a:pt x="489958" y="236889"/>
                  </a:lnTo>
                  <a:lnTo>
                    <a:pt x="491879" y="234647"/>
                  </a:lnTo>
                  <a:lnTo>
                    <a:pt x="493801" y="232622"/>
                  </a:lnTo>
                  <a:lnTo>
                    <a:pt x="495722" y="230824"/>
                  </a:lnTo>
                  <a:lnTo>
                    <a:pt x="497643" y="229277"/>
                  </a:lnTo>
                  <a:lnTo>
                    <a:pt x="499565" y="228001"/>
                  </a:lnTo>
                  <a:lnTo>
                    <a:pt x="501486" y="227013"/>
                  </a:lnTo>
                  <a:lnTo>
                    <a:pt x="503408" y="226326"/>
                  </a:lnTo>
                  <a:lnTo>
                    <a:pt x="505329" y="225978"/>
                  </a:lnTo>
                  <a:lnTo>
                    <a:pt x="507250" y="225980"/>
                  </a:lnTo>
                  <a:lnTo>
                    <a:pt x="509172" y="226296"/>
                  </a:lnTo>
                  <a:lnTo>
                    <a:pt x="511093" y="226920"/>
                  </a:lnTo>
                  <a:lnTo>
                    <a:pt x="513015" y="227840"/>
                  </a:lnTo>
                  <a:lnTo>
                    <a:pt x="514936" y="229044"/>
                  </a:lnTo>
                  <a:lnTo>
                    <a:pt x="516858" y="230514"/>
                  </a:lnTo>
                  <a:lnTo>
                    <a:pt x="518779" y="232247"/>
                  </a:lnTo>
                  <a:lnTo>
                    <a:pt x="520700" y="234224"/>
                  </a:lnTo>
                  <a:lnTo>
                    <a:pt x="522622" y="236388"/>
                  </a:lnTo>
                  <a:lnTo>
                    <a:pt x="524543" y="238714"/>
                  </a:lnTo>
                  <a:lnTo>
                    <a:pt x="526465" y="241175"/>
                  </a:lnTo>
                  <a:lnTo>
                    <a:pt x="528386" y="243745"/>
                  </a:lnTo>
                  <a:lnTo>
                    <a:pt x="530307" y="246398"/>
                  </a:lnTo>
                  <a:lnTo>
                    <a:pt x="532229" y="249109"/>
                  </a:lnTo>
                  <a:lnTo>
                    <a:pt x="534150" y="251848"/>
                  </a:lnTo>
                  <a:lnTo>
                    <a:pt x="536072" y="254588"/>
                  </a:lnTo>
                  <a:lnTo>
                    <a:pt x="537993" y="257307"/>
                  </a:lnTo>
                  <a:lnTo>
                    <a:pt x="539914" y="259988"/>
                  </a:lnTo>
                  <a:lnTo>
                    <a:pt x="541836" y="262614"/>
                  </a:lnTo>
                  <a:lnTo>
                    <a:pt x="543757" y="265172"/>
                  </a:lnTo>
                  <a:lnTo>
                    <a:pt x="545679" y="267645"/>
                  </a:lnTo>
                  <a:lnTo>
                    <a:pt x="547600" y="270011"/>
                  </a:lnTo>
                  <a:lnTo>
                    <a:pt x="549521" y="272276"/>
                  </a:lnTo>
                  <a:lnTo>
                    <a:pt x="551443" y="274434"/>
                  </a:lnTo>
                  <a:lnTo>
                    <a:pt x="553364" y="276481"/>
                  </a:lnTo>
                  <a:lnTo>
                    <a:pt x="555286" y="278415"/>
                  </a:lnTo>
                  <a:lnTo>
                    <a:pt x="557207" y="280234"/>
                  </a:lnTo>
                  <a:lnTo>
                    <a:pt x="559128" y="281935"/>
                  </a:lnTo>
                  <a:lnTo>
                    <a:pt x="561050" y="283505"/>
                  </a:lnTo>
                  <a:lnTo>
                    <a:pt x="562971" y="284963"/>
                  </a:lnTo>
                  <a:lnTo>
                    <a:pt x="564893" y="286314"/>
                  </a:lnTo>
                  <a:lnTo>
                    <a:pt x="566814" y="287560"/>
                  </a:lnTo>
                  <a:lnTo>
                    <a:pt x="568735" y="288705"/>
                  </a:lnTo>
                  <a:lnTo>
                    <a:pt x="570657" y="289753"/>
                  </a:lnTo>
                  <a:lnTo>
                    <a:pt x="572578" y="290705"/>
                  </a:lnTo>
                  <a:lnTo>
                    <a:pt x="574500" y="291556"/>
                  </a:lnTo>
                  <a:lnTo>
                    <a:pt x="576421" y="292325"/>
                  </a:lnTo>
                  <a:lnTo>
                    <a:pt x="578342" y="293018"/>
                  </a:lnTo>
                  <a:lnTo>
                    <a:pt x="580264" y="293638"/>
                  </a:lnTo>
                  <a:lnTo>
                    <a:pt x="582185" y="294192"/>
                  </a:lnTo>
                  <a:lnTo>
                    <a:pt x="584107" y="294684"/>
                  </a:lnTo>
                  <a:lnTo>
                    <a:pt x="586028" y="295117"/>
                  </a:lnTo>
                  <a:lnTo>
                    <a:pt x="587950" y="295489"/>
                  </a:lnTo>
                  <a:lnTo>
                    <a:pt x="589871" y="295814"/>
                  </a:lnTo>
                  <a:lnTo>
                    <a:pt x="591792" y="296098"/>
                  </a:lnTo>
                  <a:lnTo>
                    <a:pt x="593714" y="296343"/>
                  </a:lnTo>
                  <a:lnTo>
                    <a:pt x="595635" y="296554"/>
                  </a:lnTo>
                  <a:lnTo>
                    <a:pt x="597557" y="296734"/>
                  </a:lnTo>
                  <a:lnTo>
                    <a:pt x="599478" y="296886"/>
                  </a:lnTo>
                  <a:lnTo>
                    <a:pt x="601399" y="297011"/>
                  </a:lnTo>
                  <a:lnTo>
                    <a:pt x="603321" y="297116"/>
                  </a:lnTo>
                  <a:lnTo>
                    <a:pt x="605242" y="297204"/>
                  </a:lnTo>
                  <a:lnTo>
                    <a:pt x="607164" y="297277"/>
                  </a:lnTo>
                  <a:lnTo>
                    <a:pt x="609085" y="297337"/>
                  </a:lnTo>
                  <a:lnTo>
                    <a:pt x="611006" y="297385"/>
                  </a:lnTo>
                  <a:lnTo>
                    <a:pt x="612928" y="297425"/>
                  </a:lnTo>
                  <a:lnTo>
                    <a:pt x="614849" y="297455"/>
                  </a:lnTo>
                  <a:lnTo>
                    <a:pt x="616771" y="297480"/>
                  </a:lnTo>
                  <a:lnTo>
                    <a:pt x="618692" y="297499"/>
                  </a:lnTo>
                  <a:lnTo>
                    <a:pt x="620613" y="297515"/>
                  </a:lnTo>
                  <a:lnTo>
                    <a:pt x="622535" y="297527"/>
                  </a:lnTo>
                  <a:lnTo>
                    <a:pt x="624456" y="297536"/>
                  </a:lnTo>
                  <a:lnTo>
                    <a:pt x="626378" y="297543"/>
                  </a:lnTo>
                  <a:lnTo>
                    <a:pt x="628299" y="297549"/>
                  </a:lnTo>
                  <a:lnTo>
                    <a:pt x="630220" y="297553"/>
                  </a:lnTo>
                  <a:lnTo>
                    <a:pt x="632142" y="297556"/>
                  </a:lnTo>
                  <a:lnTo>
                    <a:pt x="634063" y="297558"/>
                  </a:lnTo>
                  <a:lnTo>
                    <a:pt x="635985" y="297559"/>
                  </a:lnTo>
                  <a:lnTo>
                    <a:pt x="637906" y="297561"/>
                  </a:lnTo>
                  <a:lnTo>
                    <a:pt x="639827" y="297562"/>
                  </a:lnTo>
                  <a:lnTo>
                    <a:pt x="641749" y="297562"/>
                  </a:lnTo>
                  <a:lnTo>
                    <a:pt x="643670" y="297563"/>
                  </a:lnTo>
                  <a:lnTo>
                    <a:pt x="645592" y="297563"/>
                  </a:lnTo>
                  <a:lnTo>
                    <a:pt x="647513" y="297563"/>
                  </a:lnTo>
                  <a:lnTo>
                    <a:pt x="649434" y="297563"/>
                  </a:lnTo>
                  <a:lnTo>
                    <a:pt x="651356" y="297563"/>
                  </a:lnTo>
                  <a:lnTo>
                    <a:pt x="653277" y="297563"/>
                  </a:lnTo>
                  <a:lnTo>
                    <a:pt x="655199" y="297563"/>
                  </a:lnTo>
                  <a:lnTo>
                    <a:pt x="657120" y="297563"/>
                  </a:lnTo>
                  <a:lnTo>
                    <a:pt x="659042" y="297563"/>
                  </a:lnTo>
                  <a:lnTo>
                    <a:pt x="660963" y="297563"/>
                  </a:lnTo>
                  <a:lnTo>
                    <a:pt x="662884" y="297564"/>
                  </a:lnTo>
                  <a:lnTo>
                    <a:pt x="664806" y="297564"/>
                  </a:lnTo>
                  <a:lnTo>
                    <a:pt x="666727" y="297564"/>
                  </a:lnTo>
                  <a:lnTo>
                    <a:pt x="668649" y="297564"/>
                  </a:lnTo>
                  <a:lnTo>
                    <a:pt x="670570" y="297564"/>
                  </a:lnTo>
                  <a:lnTo>
                    <a:pt x="672491" y="297564"/>
                  </a:lnTo>
                  <a:lnTo>
                    <a:pt x="674413" y="297564"/>
                  </a:lnTo>
                  <a:lnTo>
                    <a:pt x="676334" y="297564"/>
                  </a:lnTo>
                  <a:lnTo>
                    <a:pt x="678256" y="297564"/>
                  </a:lnTo>
                  <a:lnTo>
                    <a:pt x="680177" y="297564"/>
                  </a:lnTo>
                  <a:lnTo>
                    <a:pt x="682098" y="297564"/>
                  </a:lnTo>
                  <a:lnTo>
                    <a:pt x="684020" y="297564"/>
                  </a:lnTo>
                  <a:lnTo>
                    <a:pt x="685941" y="297564"/>
                  </a:lnTo>
                  <a:lnTo>
                    <a:pt x="687863" y="297564"/>
                  </a:lnTo>
                  <a:lnTo>
                    <a:pt x="689784" y="297564"/>
                  </a:lnTo>
                  <a:lnTo>
                    <a:pt x="691705" y="297564"/>
                  </a:lnTo>
                  <a:lnTo>
                    <a:pt x="693627" y="297564"/>
                  </a:lnTo>
                  <a:lnTo>
                    <a:pt x="695548" y="297564"/>
                  </a:lnTo>
                  <a:lnTo>
                    <a:pt x="697470" y="297564"/>
                  </a:lnTo>
                  <a:lnTo>
                    <a:pt x="699391" y="297564"/>
                  </a:lnTo>
                  <a:lnTo>
                    <a:pt x="701312" y="297564"/>
                  </a:lnTo>
                  <a:lnTo>
                    <a:pt x="703234" y="297564"/>
                  </a:lnTo>
                  <a:lnTo>
                    <a:pt x="705155" y="297564"/>
                  </a:lnTo>
                  <a:lnTo>
                    <a:pt x="707077" y="297564"/>
                  </a:lnTo>
                  <a:lnTo>
                    <a:pt x="708998" y="297564"/>
                  </a:lnTo>
                  <a:lnTo>
                    <a:pt x="710919" y="297564"/>
                  </a:lnTo>
                  <a:lnTo>
                    <a:pt x="712841" y="297564"/>
                  </a:lnTo>
                  <a:lnTo>
                    <a:pt x="714762" y="297564"/>
                  </a:lnTo>
                  <a:lnTo>
                    <a:pt x="716684" y="297564"/>
                  </a:lnTo>
                  <a:lnTo>
                    <a:pt x="718605" y="297564"/>
                  </a:lnTo>
                  <a:lnTo>
                    <a:pt x="720526" y="297564"/>
                  </a:lnTo>
                  <a:lnTo>
                    <a:pt x="722448" y="297564"/>
                  </a:lnTo>
                  <a:lnTo>
                    <a:pt x="724369" y="297564"/>
                  </a:lnTo>
                  <a:lnTo>
                    <a:pt x="726291" y="297564"/>
                  </a:lnTo>
                  <a:lnTo>
                    <a:pt x="728212" y="297564"/>
                  </a:lnTo>
                  <a:lnTo>
                    <a:pt x="730134" y="297564"/>
                  </a:lnTo>
                  <a:lnTo>
                    <a:pt x="732055" y="297564"/>
                  </a:lnTo>
                  <a:lnTo>
                    <a:pt x="733976" y="297564"/>
                  </a:lnTo>
                  <a:lnTo>
                    <a:pt x="735898" y="297564"/>
                  </a:lnTo>
                  <a:lnTo>
                    <a:pt x="737819" y="297564"/>
                  </a:lnTo>
                  <a:lnTo>
                    <a:pt x="739741" y="297564"/>
                  </a:lnTo>
                  <a:lnTo>
                    <a:pt x="741662" y="297564"/>
                  </a:lnTo>
                  <a:lnTo>
                    <a:pt x="743583" y="297564"/>
                  </a:lnTo>
                  <a:lnTo>
                    <a:pt x="745505" y="297564"/>
                  </a:lnTo>
                  <a:lnTo>
                    <a:pt x="747426" y="297564"/>
                  </a:lnTo>
                  <a:lnTo>
                    <a:pt x="749348" y="297564"/>
                  </a:lnTo>
                  <a:lnTo>
                    <a:pt x="751269" y="297564"/>
                  </a:lnTo>
                  <a:lnTo>
                    <a:pt x="753190" y="297564"/>
                  </a:lnTo>
                  <a:lnTo>
                    <a:pt x="755112" y="297564"/>
                  </a:lnTo>
                  <a:lnTo>
                    <a:pt x="757033" y="297564"/>
                  </a:lnTo>
                  <a:lnTo>
                    <a:pt x="758955" y="297564"/>
                  </a:lnTo>
                  <a:lnTo>
                    <a:pt x="760876" y="297564"/>
                  </a:lnTo>
                  <a:lnTo>
                    <a:pt x="762797" y="297564"/>
                  </a:lnTo>
                  <a:lnTo>
                    <a:pt x="764719" y="297564"/>
                  </a:lnTo>
                  <a:lnTo>
                    <a:pt x="766640" y="297564"/>
                  </a:lnTo>
                  <a:lnTo>
                    <a:pt x="768562" y="297564"/>
                  </a:lnTo>
                  <a:lnTo>
                    <a:pt x="770483" y="297564"/>
                  </a:lnTo>
                  <a:lnTo>
                    <a:pt x="772404" y="297564"/>
                  </a:lnTo>
                  <a:lnTo>
                    <a:pt x="774326" y="297564"/>
                  </a:lnTo>
                  <a:lnTo>
                    <a:pt x="776247" y="297564"/>
                  </a:lnTo>
                  <a:lnTo>
                    <a:pt x="778169" y="297564"/>
                  </a:lnTo>
                  <a:lnTo>
                    <a:pt x="780090" y="297564"/>
                  </a:lnTo>
                  <a:lnTo>
                    <a:pt x="782011" y="297564"/>
                  </a:lnTo>
                  <a:lnTo>
                    <a:pt x="783933" y="297564"/>
                  </a:lnTo>
                  <a:lnTo>
                    <a:pt x="785854" y="297564"/>
                  </a:lnTo>
                  <a:lnTo>
                    <a:pt x="787776" y="297564"/>
                  </a:lnTo>
                  <a:lnTo>
                    <a:pt x="789697" y="297564"/>
                  </a:lnTo>
                  <a:lnTo>
                    <a:pt x="791618" y="297564"/>
                  </a:lnTo>
                  <a:lnTo>
                    <a:pt x="793540" y="297564"/>
                  </a:lnTo>
                  <a:lnTo>
                    <a:pt x="795461" y="297564"/>
                  </a:lnTo>
                  <a:lnTo>
                    <a:pt x="797383" y="297564"/>
                  </a:lnTo>
                  <a:lnTo>
                    <a:pt x="799304" y="297564"/>
                  </a:lnTo>
                  <a:lnTo>
                    <a:pt x="801226" y="297564"/>
                  </a:lnTo>
                  <a:lnTo>
                    <a:pt x="803147" y="297564"/>
                  </a:lnTo>
                  <a:lnTo>
                    <a:pt x="805068" y="297564"/>
                  </a:lnTo>
                  <a:lnTo>
                    <a:pt x="806990" y="297564"/>
                  </a:lnTo>
                  <a:lnTo>
                    <a:pt x="808911" y="297564"/>
                  </a:lnTo>
                  <a:lnTo>
                    <a:pt x="810833" y="297564"/>
                  </a:lnTo>
                  <a:lnTo>
                    <a:pt x="812754" y="297564"/>
                  </a:lnTo>
                  <a:lnTo>
                    <a:pt x="814675" y="297564"/>
                  </a:lnTo>
                  <a:lnTo>
                    <a:pt x="816597" y="297564"/>
                  </a:lnTo>
                  <a:lnTo>
                    <a:pt x="818518" y="297564"/>
                  </a:lnTo>
                  <a:lnTo>
                    <a:pt x="820440" y="297564"/>
                  </a:lnTo>
                  <a:lnTo>
                    <a:pt x="822361" y="297564"/>
                  </a:lnTo>
                  <a:lnTo>
                    <a:pt x="824282" y="297564"/>
                  </a:lnTo>
                  <a:lnTo>
                    <a:pt x="826204" y="297564"/>
                  </a:lnTo>
                  <a:lnTo>
                    <a:pt x="828125" y="297564"/>
                  </a:lnTo>
                  <a:lnTo>
                    <a:pt x="830047" y="297564"/>
                  </a:lnTo>
                  <a:lnTo>
                    <a:pt x="831968" y="297564"/>
                  </a:lnTo>
                  <a:lnTo>
                    <a:pt x="833889" y="297564"/>
                  </a:lnTo>
                  <a:lnTo>
                    <a:pt x="835811" y="297564"/>
                  </a:lnTo>
                  <a:lnTo>
                    <a:pt x="837732" y="297564"/>
                  </a:lnTo>
                  <a:lnTo>
                    <a:pt x="839654" y="297564"/>
                  </a:lnTo>
                  <a:lnTo>
                    <a:pt x="841575" y="297564"/>
                  </a:lnTo>
                  <a:lnTo>
                    <a:pt x="843496" y="297564"/>
                  </a:lnTo>
                  <a:lnTo>
                    <a:pt x="845418" y="297564"/>
                  </a:lnTo>
                  <a:lnTo>
                    <a:pt x="847339" y="297564"/>
                  </a:lnTo>
                  <a:lnTo>
                    <a:pt x="849261" y="297564"/>
                  </a:lnTo>
                  <a:lnTo>
                    <a:pt x="851182" y="297564"/>
                  </a:lnTo>
                  <a:lnTo>
                    <a:pt x="853103" y="297564"/>
                  </a:lnTo>
                  <a:lnTo>
                    <a:pt x="855025" y="297564"/>
                  </a:lnTo>
                  <a:lnTo>
                    <a:pt x="856946" y="297564"/>
                  </a:lnTo>
                  <a:lnTo>
                    <a:pt x="858868" y="297564"/>
                  </a:lnTo>
                  <a:lnTo>
                    <a:pt x="860789" y="297564"/>
                  </a:lnTo>
                  <a:lnTo>
                    <a:pt x="862710" y="297564"/>
                  </a:lnTo>
                  <a:lnTo>
                    <a:pt x="864632" y="297564"/>
                  </a:lnTo>
                  <a:lnTo>
                    <a:pt x="866553" y="297564"/>
                  </a:lnTo>
                  <a:lnTo>
                    <a:pt x="868475" y="297564"/>
                  </a:lnTo>
                  <a:lnTo>
                    <a:pt x="870396" y="297564"/>
                  </a:lnTo>
                  <a:lnTo>
                    <a:pt x="872318" y="297564"/>
                  </a:lnTo>
                  <a:lnTo>
                    <a:pt x="874239" y="297564"/>
                  </a:lnTo>
                  <a:lnTo>
                    <a:pt x="876160" y="297564"/>
                  </a:lnTo>
                  <a:lnTo>
                    <a:pt x="878082" y="297564"/>
                  </a:lnTo>
                  <a:lnTo>
                    <a:pt x="880003" y="297564"/>
                  </a:lnTo>
                  <a:lnTo>
                    <a:pt x="881925" y="297564"/>
                  </a:lnTo>
                  <a:lnTo>
                    <a:pt x="883846" y="297564"/>
                  </a:lnTo>
                  <a:lnTo>
                    <a:pt x="885767" y="297564"/>
                  </a:lnTo>
                  <a:lnTo>
                    <a:pt x="887689" y="297564"/>
                  </a:lnTo>
                  <a:lnTo>
                    <a:pt x="889610" y="297564"/>
                  </a:lnTo>
                  <a:lnTo>
                    <a:pt x="891532" y="297564"/>
                  </a:lnTo>
                  <a:lnTo>
                    <a:pt x="893453" y="297564"/>
                  </a:lnTo>
                  <a:lnTo>
                    <a:pt x="895374" y="297564"/>
                  </a:lnTo>
                  <a:lnTo>
                    <a:pt x="897296" y="297564"/>
                  </a:lnTo>
                  <a:lnTo>
                    <a:pt x="899217" y="297564"/>
                  </a:lnTo>
                  <a:lnTo>
                    <a:pt x="901139" y="297564"/>
                  </a:lnTo>
                  <a:lnTo>
                    <a:pt x="903060" y="297564"/>
                  </a:lnTo>
                  <a:lnTo>
                    <a:pt x="904981" y="297564"/>
                  </a:lnTo>
                  <a:lnTo>
                    <a:pt x="906903" y="297564"/>
                  </a:lnTo>
                  <a:lnTo>
                    <a:pt x="908824" y="297564"/>
                  </a:lnTo>
                  <a:lnTo>
                    <a:pt x="910746" y="297564"/>
                  </a:lnTo>
                  <a:lnTo>
                    <a:pt x="912667" y="297564"/>
                  </a:lnTo>
                  <a:lnTo>
                    <a:pt x="914588" y="297564"/>
                  </a:lnTo>
                  <a:lnTo>
                    <a:pt x="916510" y="297564"/>
                  </a:lnTo>
                  <a:lnTo>
                    <a:pt x="918431" y="297564"/>
                  </a:lnTo>
                  <a:lnTo>
                    <a:pt x="920353" y="297564"/>
                  </a:lnTo>
                  <a:lnTo>
                    <a:pt x="922274" y="297564"/>
                  </a:lnTo>
                  <a:lnTo>
                    <a:pt x="924195" y="297564"/>
                  </a:lnTo>
                  <a:lnTo>
                    <a:pt x="926117" y="297564"/>
                  </a:lnTo>
                  <a:lnTo>
                    <a:pt x="928038" y="297564"/>
                  </a:lnTo>
                  <a:lnTo>
                    <a:pt x="929960" y="297564"/>
                  </a:lnTo>
                  <a:lnTo>
                    <a:pt x="931881" y="297564"/>
                  </a:lnTo>
                  <a:lnTo>
                    <a:pt x="933802" y="297564"/>
                  </a:lnTo>
                  <a:lnTo>
                    <a:pt x="935724" y="297564"/>
                  </a:lnTo>
                  <a:lnTo>
                    <a:pt x="937645" y="297564"/>
                  </a:lnTo>
                  <a:lnTo>
                    <a:pt x="939567" y="297564"/>
                  </a:lnTo>
                  <a:lnTo>
                    <a:pt x="941488" y="297564"/>
                  </a:lnTo>
                  <a:lnTo>
                    <a:pt x="943410" y="297564"/>
                  </a:lnTo>
                  <a:lnTo>
                    <a:pt x="945331" y="297564"/>
                  </a:lnTo>
                  <a:lnTo>
                    <a:pt x="947252" y="297564"/>
                  </a:lnTo>
                  <a:lnTo>
                    <a:pt x="949174" y="297564"/>
                  </a:lnTo>
                  <a:lnTo>
                    <a:pt x="951095" y="297564"/>
                  </a:lnTo>
                  <a:lnTo>
                    <a:pt x="953017" y="297564"/>
                  </a:lnTo>
                  <a:lnTo>
                    <a:pt x="954938" y="297564"/>
                  </a:lnTo>
                  <a:lnTo>
                    <a:pt x="956859" y="297564"/>
                  </a:lnTo>
                  <a:lnTo>
                    <a:pt x="958781" y="297564"/>
                  </a:lnTo>
                  <a:lnTo>
                    <a:pt x="960702" y="297564"/>
                  </a:lnTo>
                  <a:lnTo>
                    <a:pt x="962624" y="297564"/>
                  </a:lnTo>
                  <a:lnTo>
                    <a:pt x="964545" y="297564"/>
                  </a:lnTo>
                  <a:lnTo>
                    <a:pt x="966466" y="297564"/>
                  </a:lnTo>
                  <a:lnTo>
                    <a:pt x="968388" y="297564"/>
                  </a:lnTo>
                  <a:lnTo>
                    <a:pt x="970309" y="297564"/>
                  </a:lnTo>
                  <a:lnTo>
                    <a:pt x="972231" y="297564"/>
                  </a:lnTo>
                  <a:lnTo>
                    <a:pt x="974152" y="297564"/>
                  </a:lnTo>
                  <a:lnTo>
                    <a:pt x="976073" y="297564"/>
                  </a:lnTo>
                  <a:lnTo>
                    <a:pt x="977995" y="297564"/>
                  </a:lnTo>
                  <a:lnTo>
                    <a:pt x="979916" y="297564"/>
                  </a:lnTo>
                  <a:lnTo>
                    <a:pt x="981838" y="297564"/>
                  </a:lnTo>
                  <a:lnTo>
                    <a:pt x="979916" y="297564"/>
                  </a:lnTo>
                  <a:lnTo>
                    <a:pt x="977995" y="297564"/>
                  </a:lnTo>
                  <a:lnTo>
                    <a:pt x="976073" y="297564"/>
                  </a:lnTo>
                  <a:lnTo>
                    <a:pt x="974152" y="297564"/>
                  </a:lnTo>
                  <a:lnTo>
                    <a:pt x="972231" y="297564"/>
                  </a:lnTo>
                  <a:lnTo>
                    <a:pt x="970309" y="297564"/>
                  </a:lnTo>
                  <a:lnTo>
                    <a:pt x="968388" y="297564"/>
                  </a:lnTo>
                  <a:lnTo>
                    <a:pt x="966466" y="297564"/>
                  </a:lnTo>
                  <a:lnTo>
                    <a:pt x="964545" y="297564"/>
                  </a:lnTo>
                  <a:lnTo>
                    <a:pt x="962624" y="297564"/>
                  </a:lnTo>
                  <a:lnTo>
                    <a:pt x="960702" y="297564"/>
                  </a:lnTo>
                  <a:lnTo>
                    <a:pt x="958781" y="297564"/>
                  </a:lnTo>
                  <a:lnTo>
                    <a:pt x="956859" y="297564"/>
                  </a:lnTo>
                  <a:lnTo>
                    <a:pt x="954938" y="297564"/>
                  </a:lnTo>
                  <a:lnTo>
                    <a:pt x="953017" y="297564"/>
                  </a:lnTo>
                  <a:lnTo>
                    <a:pt x="951095" y="297564"/>
                  </a:lnTo>
                  <a:lnTo>
                    <a:pt x="949174" y="297564"/>
                  </a:lnTo>
                  <a:lnTo>
                    <a:pt x="947252" y="297564"/>
                  </a:lnTo>
                  <a:lnTo>
                    <a:pt x="945331" y="297564"/>
                  </a:lnTo>
                  <a:lnTo>
                    <a:pt x="943410" y="297564"/>
                  </a:lnTo>
                  <a:lnTo>
                    <a:pt x="941488" y="297564"/>
                  </a:lnTo>
                  <a:lnTo>
                    <a:pt x="939567" y="297564"/>
                  </a:lnTo>
                  <a:lnTo>
                    <a:pt x="937645" y="297564"/>
                  </a:lnTo>
                  <a:lnTo>
                    <a:pt x="935724" y="297564"/>
                  </a:lnTo>
                  <a:lnTo>
                    <a:pt x="933802" y="297564"/>
                  </a:lnTo>
                  <a:lnTo>
                    <a:pt x="931881" y="297564"/>
                  </a:lnTo>
                  <a:lnTo>
                    <a:pt x="929960" y="297564"/>
                  </a:lnTo>
                  <a:lnTo>
                    <a:pt x="928038" y="297564"/>
                  </a:lnTo>
                  <a:lnTo>
                    <a:pt x="926117" y="297564"/>
                  </a:lnTo>
                  <a:lnTo>
                    <a:pt x="924195" y="297564"/>
                  </a:lnTo>
                  <a:lnTo>
                    <a:pt x="922274" y="297564"/>
                  </a:lnTo>
                  <a:lnTo>
                    <a:pt x="920353" y="297564"/>
                  </a:lnTo>
                  <a:lnTo>
                    <a:pt x="918431" y="297564"/>
                  </a:lnTo>
                  <a:lnTo>
                    <a:pt x="916510" y="297564"/>
                  </a:lnTo>
                  <a:lnTo>
                    <a:pt x="914588" y="297564"/>
                  </a:lnTo>
                  <a:lnTo>
                    <a:pt x="912667" y="297564"/>
                  </a:lnTo>
                  <a:lnTo>
                    <a:pt x="910746" y="297564"/>
                  </a:lnTo>
                  <a:lnTo>
                    <a:pt x="908824" y="297564"/>
                  </a:lnTo>
                  <a:lnTo>
                    <a:pt x="906903" y="297564"/>
                  </a:lnTo>
                  <a:lnTo>
                    <a:pt x="904981" y="297564"/>
                  </a:lnTo>
                  <a:lnTo>
                    <a:pt x="903060" y="297564"/>
                  </a:lnTo>
                  <a:lnTo>
                    <a:pt x="901139" y="297564"/>
                  </a:lnTo>
                  <a:lnTo>
                    <a:pt x="899217" y="297564"/>
                  </a:lnTo>
                  <a:lnTo>
                    <a:pt x="897296" y="297564"/>
                  </a:lnTo>
                  <a:lnTo>
                    <a:pt x="895374" y="297564"/>
                  </a:lnTo>
                  <a:lnTo>
                    <a:pt x="893453" y="297564"/>
                  </a:lnTo>
                  <a:lnTo>
                    <a:pt x="891532" y="297564"/>
                  </a:lnTo>
                  <a:lnTo>
                    <a:pt x="889610" y="297564"/>
                  </a:lnTo>
                  <a:lnTo>
                    <a:pt x="887689" y="297564"/>
                  </a:lnTo>
                  <a:lnTo>
                    <a:pt x="885767" y="297564"/>
                  </a:lnTo>
                  <a:lnTo>
                    <a:pt x="883846" y="297564"/>
                  </a:lnTo>
                  <a:lnTo>
                    <a:pt x="881925" y="297564"/>
                  </a:lnTo>
                  <a:lnTo>
                    <a:pt x="880003" y="297564"/>
                  </a:lnTo>
                  <a:lnTo>
                    <a:pt x="878082" y="297564"/>
                  </a:lnTo>
                  <a:lnTo>
                    <a:pt x="876160" y="297564"/>
                  </a:lnTo>
                  <a:lnTo>
                    <a:pt x="874239" y="297564"/>
                  </a:lnTo>
                  <a:lnTo>
                    <a:pt x="872318" y="297564"/>
                  </a:lnTo>
                  <a:lnTo>
                    <a:pt x="870396" y="297564"/>
                  </a:lnTo>
                  <a:lnTo>
                    <a:pt x="868475" y="297564"/>
                  </a:lnTo>
                  <a:lnTo>
                    <a:pt x="866553" y="297564"/>
                  </a:lnTo>
                  <a:lnTo>
                    <a:pt x="864632" y="297564"/>
                  </a:lnTo>
                  <a:lnTo>
                    <a:pt x="862710" y="297564"/>
                  </a:lnTo>
                  <a:lnTo>
                    <a:pt x="860789" y="297564"/>
                  </a:lnTo>
                  <a:lnTo>
                    <a:pt x="858868" y="297564"/>
                  </a:lnTo>
                  <a:lnTo>
                    <a:pt x="856946" y="297564"/>
                  </a:lnTo>
                  <a:lnTo>
                    <a:pt x="855025" y="297564"/>
                  </a:lnTo>
                  <a:lnTo>
                    <a:pt x="853103" y="297564"/>
                  </a:lnTo>
                  <a:lnTo>
                    <a:pt x="851182" y="297564"/>
                  </a:lnTo>
                  <a:lnTo>
                    <a:pt x="849261" y="297564"/>
                  </a:lnTo>
                  <a:lnTo>
                    <a:pt x="847339" y="297564"/>
                  </a:lnTo>
                  <a:lnTo>
                    <a:pt x="845418" y="297564"/>
                  </a:lnTo>
                  <a:lnTo>
                    <a:pt x="843496" y="297564"/>
                  </a:lnTo>
                  <a:lnTo>
                    <a:pt x="841575" y="297564"/>
                  </a:lnTo>
                  <a:lnTo>
                    <a:pt x="839654" y="297564"/>
                  </a:lnTo>
                  <a:lnTo>
                    <a:pt x="837732" y="297564"/>
                  </a:lnTo>
                  <a:lnTo>
                    <a:pt x="835811" y="297564"/>
                  </a:lnTo>
                  <a:lnTo>
                    <a:pt x="833889" y="297564"/>
                  </a:lnTo>
                  <a:lnTo>
                    <a:pt x="831968" y="297564"/>
                  </a:lnTo>
                  <a:lnTo>
                    <a:pt x="830047" y="297564"/>
                  </a:lnTo>
                  <a:lnTo>
                    <a:pt x="828125" y="297564"/>
                  </a:lnTo>
                  <a:lnTo>
                    <a:pt x="826204" y="297564"/>
                  </a:lnTo>
                  <a:lnTo>
                    <a:pt x="824282" y="297564"/>
                  </a:lnTo>
                  <a:lnTo>
                    <a:pt x="822361" y="297564"/>
                  </a:lnTo>
                  <a:lnTo>
                    <a:pt x="820440" y="297564"/>
                  </a:lnTo>
                  <a:lnTo>
                    <a:pt x="818518" y="297564"/>
                  </a:lnTo>
                  <a:lnTo>
                    <a:pt x="816597" y="297564"/>
                  </a:lnTo>
                  <a:lnTo>
                    <a:pt x="814675" y="297564"/>
                  </a:lnTo>
                  <a:lnTo>
                    <a:pt x="812754" y="297564"/>
                  </a:lnTo>
                  <a:lnTo>
                    <a:pt x="810833" y="297564"/>
                  </a:lnTo>
                  <a:lnTo>
                    <a:pt x="808911" y="297564"/>
                  </a:lnTo>
                  <a:lnTo>
                    <a:pt x="806990" y="297564"/>
                  </a:lnTo>
                  <a:lnTo>
                    <a:pt x="805068" y="297564"/>
                  </a:lnTo>
                  <a:lnTo>
                    <a:pt x="803147" y="297564"/>
                  </a:lnTo>
                  <a:lnTo>
                    <a:pt x="801226" y="297564"/>
                  </a:lnTo>
                  <a:lnTo>
                    <a:pt x="799304" y="297564"/>
                  </a:lnTo>
                  <a:lnTo>
                    <a:pt x="797383" y="297564"/>
                  </a:lnTo>
                  <a:lnTo>
                    <a:pt x="795461" y="297564"/>
                  </a:lnTo>
                  <a:lnTo>
                    <a:pt x="793540" y="297564"/>
                  </a:lnTo>
                  <a:lnTo>
                    <a:pt x="791618" y="297564"/>
                  </a:lnTo>
                  <a:lnTo>
                    <a:pt x="789697" y="297564"/>
                  </a:lnTo>
                  <a:lnTo>
                    <a:pt x="787776" y="297564"/>
                  </a:lnTo>
                  <a:lnTo>
                    <a:pt x="785854" y="297564"/>
                  </a:lnTo>
                  <a:lnTo>
                    <a:pt x="783933" y="297564"/>
                  </a:lnTo>
                  <a:lnTo>
                    <a:pt x="782011" y="297564"/>
                  </a:lnTo>
                  <a:lnTo>
                    <a:pt x="780090" y="297564"/>
                  </a:lnTo>
                  <a:lnTo>
                    <a:pt x="778169" y="297564"/>
                  </a:lnTo>
                  <a:lnTo>
                    <a:pt x="776247" y="297564"/>
                  </a:lnTo>
                  <a:lnTo>
                    <a:pt x="774326" y="297564"/>
                  </a:lnTo>
                  <a:lnTo>
                    <a:pt x="772404" y="297564"/>
                  </a:lnTo>
                  <a:lnTo>
                    <a:pt x="770483" y="297564"/>
                  </a:lnTo>
                  <a:lnTo>
                    <a:pt x="768562" y="297564"/>
                  </a:lnTo>
                  <a:lnTo>
                    <a:pt x="766640" y="297564"/>
                  </a:lnTo>
                  <a:lnTo>
                    <a:pt x="764719" y="297564"/>
                  </a:lnTo>
                  <a:lnTo>
                    <a:pt x="762797" y="297564"/>
                  </a:lnTo>
                  <a:lnTo>
                    <a:pt x="760876" y="297564"/>
                  </a:lnTo>
                  <a:lnTo>
                    <a:pt x="758955" y="297564"/>
                  </a:lnTo>
                  <a:lnTo>
                    <a:pt x="757033" y="297564"/>
                  </a:lnTo>
                  <a:lnTo>
                    <a:pt x="755112" y="297564"/>
                  </a:lnTo>
                  <a:lnTo>
                    <a:pt x="753190" y="297564"/>
                  </a:lnTo>
                  <a:lnTo>
                    <a:pt x="751269" y="297564"/>
                  </a:lnTo>
                  <a:lnTo>
                    <a:pt x="749348" y="297564"/>
                  </a:lnTo>
                  <a:lnTo>
                    <a:pt x="747426" y="297564"/>
                  </a:lnTo>
                  <a:lnTo>
                    <a:pt x="745505" y="297564"/>
                  </a:lnTo>
                  <a:lnTo>
                    <a:pt x="743583" y="297564"/>
                  </a:lnTo>
                  <a:lnTo>
                    <a:pt x="741662" y="297564"/>
                  </a:lnTo>
                  <a:lnTo>
                    <a:pt x="739741" y="297564"/>
                  </a:lnTo>
                  <a:lnTo>
                    <a:pt x="737819" y="297564"/>
                  </a:lnTo>
                  <a:lnTo>
                    <a:pt x="735898" y="297564"/>
                  </a:lnTo>
                  <a:lnTo>
                    <a:pt x="733976" y="297564"/>
                  </a:lnTo>
                  <a:lnTo>
                    <a:pt x="732055" y="297564"/>
                  </a:lnTo>
                  <a:lnTo>
                    <a:pt x="730134" y="297564"/>
                  </a:lnTo>
                  <a:lnTo>
                    <a:pt x="728212" y="297564"/>
                  </a:lnTo>
                  <a:lnTo>
                    <a:pt x="726291" y="297564"/>
                  </a:lnTo>
                  <a:lnTo>
                    <a:pt x="724369" y="297564"/>
                  </a:lnTo>
                  <a:lnTo>
                    <a:pt x="722448" y="297564"/>
                  </a:lnTo>
                  <a:lnTo>
                    <a:pt x="720526" y="297564"/>
                  </a:lnTo>
                  <a:lnTo>
                    <a:pt x="718605" y="297564"/>
                  </a:lnTo>
                  <a:lnTo>
                    <a:pt x="716684" y="297564"/>
                  </a:lnTo>
                  <a:lnTo>
                    <a:pt x="714762" y="297564"/>
                  </a:lnTo>
                  <a:lnTo>
                    <a:pt x="712841" y="297564"/>
                  </a:lnTo>
                  <a:lnTo>
                    <a:pt x="710919" y="297564"/>
                  </a:lnTo>
                  <a:lnTo>
                    <a:pt x="708998" y="297564"/>
                  </a:lnTo>
                  <a:lnTo>
                    <a:pt x="707077" y="297564"/>
                  </a:lnTo>
                  <a:lnTo>
                    <a:pt x="705155" y="297564"/>
                  </a:lnTo>
                  <a:lnTo>
                    <a:pt x="703234" y="297564"/>
                  </a:lnTo>
                  <a:lnTo>
                    <a:pt x="701312" y="297564"/>
                  </a:lnTo>
                  <a:lnTo>
                    <a:pt x="699391" y="297564"/>
                  </a:lnTo>
                  <a:lnTo>
                    <a:pt x="697470" y="297564"/>
                  </a:lnTo>
                  <a:lnTo>
                    <a:pt x="695548" y="297564"/>
                  </a:lnTo>
                  <a:lnTo>
                    <a:pt x="693627" y="297564"/>
                  </a:lnTo>
                  <a:lnTo>
                    <a:pt x="691705" y="297564"/>
                  </a:lnTo>
                  <a:lnTo>
                    <a:pt x="689784" y="297564"/>
                  </a:lnTo>
                  <a:lnTo>
                    <a:pt x="687863" y="297564"/>
                  </a:lnTo>
                  <a:lnTo>
                    <a:pt x="685941" y="297564"/>
                  </a:lnTo>
                  <a:lnTo>
                    <a:pt x="684020" y="297564"/>
                  </a:lnTo>
                  <a:lnTo>
                    <a:pt x="682098" y="297564"/>
                  </a:lnTo>
                  <a:lnTo>
                    <a:pt x="680177" y="297564"/>
                  </a:lnTo>
                  <a:lnTo>
                    <a:pt x="678256" y="297564"/>
                  </a:lnTo>
                  <a:lnTo>
                    <a:pt x="676334" y="297564"/>
                  </a:lnTo>
                  <a:lnTo>
                    <a:pt x="674413" y="297564"/>
                  </a:lnTo>
                  <a:lnTo>
                    <a:pt x="672491" y="297564"/>
                  </a:lnTo>
                  <a:lnTo>
                    <a:pt x="670570" y="297564"/>
                  </a:lnTo>
                  <a:lnTo>
                    <a:pt x="668649" y="297564"/>
                  </a:lnTo>
                  <a:lnTo>
                    <a:pt x="666727" y="297564"/>
                  </a:lnTo>
                  <a:lnTo>
                    <a:pt x="664806" y="297564"/>
                  </a:lnTo>
                  <a:lnTo>
                    <a:pt x="662884" y="297564"/>
                  </a:lnTo>
                  <a:lnTo>
                    <a:pt x="660963" y="297564"/>
                  </a:lnTo>
                  <a:lnTo>
                    <a:pt x="659042" y="297564"/>
                  </a:lnTo>
                  <a:lnTo>
                    <a:pt x="657120" y="297564"/>
                  </a:lnTo>
                  <a:lnTo>
                    <a:pt x="655199" y="297564"/>
                  </a:lnTo>
                  <a:lnTo>
                    <a:pt x="653277" y="297564"/>
                  </a:lnTo>
                  <a:lnTo>
                    <a:pt x="651356" y="297564"/>
                  </a:lnTo>
                  <a:lnTo>
                    <a:pt x="649434" y="297564"/>
                  </a:lnTo>
                  <a:lnTo>
                    <a:pt x="647513" y="297564"/>
                  </a:lnTo>
                  <a:lnTo>
                    <a:pt x="645592" y="297564"/>
                  </a:lnTo>
                  <a:lnTo>
                    <a:pt x="643670" y="297564"/>
                  </a:lnTo>
                  <a:lnTo>
                    <a:pt x="641749" y="297564"/>
                  </a:lnTo>
                  <a:lnTo>
                    <a:pt x="639827" y="297564"/>
                  </a:lnTo>
                  <a:lnTo>
                    <a:pt x="637906" y="297564"/>
                  </a:lnTo>
                  <a:lnTo>
                    <a:pt x="635985" y="297564"/>
                  </a:lnTo>
                  <a:lnTo>
                    <a:pt x="634063" y="297564"/>
                  </a:lnTo>
                  <a:lnTo>
                    <a:pt x="632142" y="297564"/>
                  </a:lnTo>
                  <a:lnTo>
                    <a:pt x="630220" y="297564"/>
                  </a:lnTo>
                  <a:lnTo>
                    <a:pt x="628299" y="297564"/>
                  </a:lnTo>
                  <a:lnTo>
                    <a:pt x="626378" y="297564"/>
                  </a:lnTo>
                  <a:lnTo>
                    <a:pt x="624456" y="297564"/>
                  </a:lnTo>
                  <a:lnTo>
                    <a:pt x="622535" y="297564"/>
                  </a:lnTo>
                  <a:lnTo>
                    <a:pt x="620613" y="297564"/>
                  </a:lnTo>
                  <a:lnTo>
                    <a:pt x="618692" y="297564"/>
                  </a:lnTo>
                  <a:lnTo>
                    <a:pt x="616771" y="297564"/>
                  </a:lnTo>
                  <a:lnTo>
                    <a:pt x="614849" y="297564"/>
                  </a:lnTo>
                  <a:lnTo>
                    <a:pt x="612928" y="297564"/>
                  </a:lnTo>
                  <a:lnTo>
                    <a:pt x="611006" y="297564"/>
                  </a:lnTo>
                  <a:lnTo>
                    <a:pt x="609085" y="297564"/>
                  </a:lnTo>
                  <a:lnTo>
                    <a:pt x="607164" y="297564"/>
                  </a:lnTo>
                  <a:lnTo>
                    <a:pt x="605242" y="297564"/>
                  </a:lnTo>
                  <a:lnTo>
                    <a:pt x="603321" y="297564"/>
                  </a:lnTo>
                  <a:lnTo>
                    <a:pt x="601399" y="297564"/>
                  </a:lnTo>
                  <a:lnTo>
                    <a:pt x="599478" y="297564"/>
                  </a:lnTo>
                  <a:lnTo>
                    <a:pt x="597557" y="297564"/>
                  </a:lnTo>
                  <a:lnTo>
                    <a:pt x="595635" y="297564"/>
                  </a:lnTo>
                  <a:lnTo>
                    <a:pt x="593714" y="297564"/>
                  </a:lnTo>
                  <a:lnTo>
                    <a:pt x="591792" y="297564"/>
                  </a:lnTo>
                  <a:lnTo>
                    <a:pt x="589871" y="297564"/>
                  </a:lnTo>
                  <a:lnTo>
                    <a:pt x="587950" y="297564"/>
                  </a:lnTo>
                  <a:lnTo>
                    <a:pt x="586028" y="297564"/>
                  </a:lnTo>
                  <a:lnTo>
                    <a:pt x="584107" y="297564"/>
                  </a:lnTo>
                  <a:lnTo>
                    <a:pt x="582185" y="297564"/>
                  </a:lnTo>
                  <a:lnTo>
                    <a:pt x="580264" y="297564"/>
                  </a:lnTo>
                  <a:lnTo>
                    <a:pt x="578342" y="297564"/>
                  </a:lnTo>
                  <a:lnTo>
                    <a:pt x="576421" y="297564"/>
                  </a:lnTo>
                  <a:lnTo>
                    <a:pt x="574500" y="297564"/>
                  </a:lnTo>
                  <a:lnTo>
                    <a:pt x="572578" y="297564"/>
                  </a:lnTo>
                  <a:lnTo>
                    <a:pt x="570657" y="297564"/>
                  </a:lnTo>
                  <a:lnTo>
                    <a:pt x="568735" y="297564"/>
                  </a:lnTo>
                  <a:lnTo>
                    <a:pt x="566814" y="297564"/>
                  </a:lnTo>
                  <a:lnTo>
                    <a:pt x="564893" y="297564"/>
                  </a:lnTo>
                  <a:lnTo>
                    <a:pt x="562971" y="297564"/>
                  </a:lnTo>
                  <a:lnTo>
                    <a:pt x="561050" y="297564"/>
                  </a:lnTo>
                  <a:lnTo>
                    <a:pt x="559128" y="297564"/>
                  </a:lnTo>
                  <a:lnTo>
                    <a:pt x="557207" y="297564"/>
                  </a:lnTo>
                  <a:lnTo>
                    <a:pt x="555286" y="297564"/>
                  </a:lnTo>
                  <a:lnTo>
                    <a:pt x="553364" y="297564"/>
                  </a:lnTo>
                  <a:lnTo>
                    <a:pt x="551443" y="297564"/>
                  </a:lnTo>
                  <a:lnTo>
                    <a:pt x="549521" y="297564"/>
                  </a:lnTo>
                  <a:lnTo>
                    <a:pt x="547600" y="297564"/>
                  </a:lnTo>
                  <a:lnTo>
                    <a:pt x="545679" y="297564"/>
                  </a:lnTo>
                  <a:lnTo>
                    <a:pt x="543757" y="297564"/>
                  </a:lnTo>
                  <a:lnTo>
                    <a:pt x="541836" y="297564"/>
                  </a:lnTo>
                  <a:lnTo>
                    <a:pt x="539914" y="297564"/>
                  </a:lnTo>
                  <a:lnTo>
                    <a:pt x="537993" y="297564"/>
                  </a:lnTo>
                  <a:lnTo>
                    <a:pt x="536072" y="297564"/>
                  </a:lnTo>
                  <a:lnTo>
                    <a:pt x="534150" y="297564"/>
                  </a:lnTo>
                  <a:lnTo>
                    <a:pt x="532229" y="297564"/>
                  </a:lnTo>
                  <a:lnTo>
                    <a:pt x="530307" y="297564"/>
                  </a:lnTo>
                  <a:lnTo>
                    <a:pt x="528386" y="297564"/>
                  </a:lnTo>
                  <a:lnTo>
                    <a:pt x="526465" y="297564"/>
                  </a:lnTo>
                  <a:lnTo>
                    <a:pt x="524543" y="297564"/>
                  </a:lnTo>
                  <a:lnTo>
                    <a:pt x="522622" y="297564"/>
                  </a:lnTo>
                  <a:lnTo>
                    <a:pt x="520700" y="297564"/>
                  </a:lnTo>
                  <a:lnTo>
                    <a:pt x="518779" y="297564"/>
                  </a:lnTo>
                  <a:lnTo>
                    <a:pt x="516858" y="297564"/>
                  </a:lnTo>
                  <a:lnTo>
                    <a:pt x="514936" y="297564"/>
                  </a:lnTo>
                  <a:lnTo>
                    <a:pt x="513015" y="297564"/>
                  </a:lnTo>
                  <a:lnTo>
                    <a:pt x="511093" y="297564"/>
                  </a:lnTo>
                  <a:lnTo>
                    <a:pt x="509172" y="297564"/>
                  </a:lnTo>
                  <a:lnTo>
                    <a:pt x="507250" y="297564"/>
                  </a:lnTo>
                  <a:lnTo>
                    <a:pt x="505329" y="297564"/>
                  </a:lnTo>
                  <a:lnTo>
                    <a:pt x="503408" y="297564"/>
                  </a:lnTo>
                  <a:lnTo>
                    <a:pt x="501486" y="297564"/>
                  </a:lnTo>
                  <a:lnTo>
                    <a:pt x="499565" y="297564"/>
                  </a:lnTo>
                  <a:lnTo>
                    <a:pt x="497643" y="297564"/>
                  </a:lnTo>
                  <a:lnTo>
                    <a:pt x="495722" y="297564"/>
                  </a:lnTo>
                  <a:lnTo>
                    <a:pt x="493801" y="297564"/>
                  </a:lnTo>
                  <a:lnTo>
                    <a:pt x="491879" y="297564"/>
                  </a:lnTo>
                  <a:lnTo>
                    <a:pt x="489958" y="297564"/>
                  </a:lnTo>
                  <a:lnTo>
                    <a:pt x="488036" y="297564"/>
                  </a:lnTo>
                  <a:lnTo>
                    <a:pt x="486115" y="297564"/>
                  </a:lnTo>
                  <a:lnTo>
                    <a:pt x="484194" y="297564"/>
                  </a:lnTo>
                  <a:lnTo>
                    <a:pt x="482272" y="297564"/>
                  </a:lnTo>
                  <a:lnTo>
                    <a:pt x="480351" y="297564"/>
                  </a:lnTo>
                  <a:lnTo>
                    <a:pt x="478429" y="297564"/>
                  </a:lnTo>
                  <a:lnTo>
                    <a:pt x="476508" y="297564"/>
                  </a:lnTo>
                  <a:lnTo>
                    <a:pt x="474587" y="297564"/>
                  </a:lnTo>
                  <a:lnTo>
                    <a:pt x="472665" y="297564"/>
                  </a:lnTo>
                  <a:lnTo>
                    <a:pt x="470744" y="297564"/>
                  </a:lnTo>
                  <a:lnTo>
                    <a:pt x="468822" y="297564"/>
                  </a:lnTo>
                  <a:lnTo>
                    <a:pt x="466901" y="297564"/>
                  </a:lnTo>
                  <a:lnTo>
                    <a:pt x="464980" y="297564"/>
                  </a:lnTo>
                  <a:lnTo>
                    <a:pt x="463058" y="297564"/>
                  </a:lnTo>
                  <a:lnTo>
                    <a:pt x="461137" y="297564"/>
                  </a:lnTo>
                  <a:lnTo>
                    <a:pt x="459215" y="297564"/>
                  </a:lnTo>
                  <a:lnTo>
                    <a:pt x="457294" y="297564"/>
                  </a:lnTo>
                  <a:lnTo>
                    <a:pt x="455373" y="297564"/>
                  </a:lnTo>
                  <a:lnTo>
                    <a:pt x="453451" y="297564"/>
                  </a:lnTo>
                  <a:lnTo>
                    <a:pt x="451530" y="297564"/>
                  </a:lnTo>
                  <a:lnTo>
                    <a:pt x="449608" y="297564"/>
                  </a:lnTo>
                  <a:lnTo>
                    <a:pt x="447687" y="297564"/>
                  </a:lnTo>
                  <a:lnTo>
                    <a:pt x="445766" y="297564"/>
                  </a:lnTo>
                  <a:lnTo>
                    <a:pt x="443844" y="297564"/>
                  </a:lnTo>
                  <a:lnTo>
                    <a:pt x="441923" y="297564"/>
                  </a:lnTo>
                  <a:lnTo>
                    <a:pt x="440001" y="297564"/>
                  </a:lnTo>
                  <a:lnTo>
                    <a:pt x="438080" y="297564"/>
                  </a:lnTo>
                  <a:lnTo>
                    <a:pt x="436159" y="297564"/>
                  </a:lnTo>
                  <a:lnTo>
                    <a:pt x="434237" y="297564"/>
                  </a:lnTo>
                  <a:lnTo>
                    <a:pt x="432316" y="297564"/>
                  </a:lnTo>
                  <a:lnTo>
                    <a:pt x="430394" y="297564"/>
                  </a:lnTo>
                  <a:lnTo>
                    <a:pt x="428473" y="297564"/>
                  </a:lnTo>
                  <a:lnTo>
                    <a:pt x="426551" y="297564"/>
                  </a:lnTo>
                  <a:lnTo>
                    <a:pt x="424630" y="297564"/>
                  </a:lnTo>
                  <a:lnTo>
                    <a:pt x="422709" y="297564"/>
                  </a:lnTo>
                  <a:lnTo>
                    <a:pt x="420787" y="297564"/>
                  </a:lnTo>
                  <a:lnTo>
                    <a:pt x="418866" y="297564"/>
                  </a:lnTo>
                  <a:lnTo>
                    <a:pt x="416944" y="297564"/>
                  </a:lnTo>
                  <a:lnTo>
                    <a:pt x="415023" y="297564"/>
                  </a:lnTo>
                  <a:lnTo>
                    <a:pt x="413102" y="297564"/>
                  </a:lnTo>
                  <a:lnTo>
                    <a:pt x="411180" y="297564"/>
                  </a:lnTo>
                  <a:lnTo>
                    <a:pt x="409259" y="297564"/>
                  </a:lnTo>
                  <a:lnTo>
                    <a:pt x="407337" y="297564"/>
                  </a:lnTo>
                  <a:lnTo>
                    <a:pt x="405416" y="297564"/>
                  </a:lnTo>
                  <a:lnTo>
                    <a:pt x="403495" y="297564"/>
                  </a:lnTo>
                  <a:lnTo>
                    <a:pt x="401573" y="297564"/>
                  </a:lnTo>
                  <a:lnTo>
                    <a:pt x="399652" y="297564"/>
                  </a:lnTo>
                  <a:lnTo>
                    <a:pt x="397730" y="297564"/>
                  </a:lnTo>
                  <a:lnTo>
                    <a:pt x="395809" y="297564"/>
                  </a:lnTo>
                  <a:lnTo>
                    <a:pt x="393888" y="297564"/>
                  </a:lnTo>
                  <a:lnTo>
                    <a:pt x="391966" y="297564"/>
                  </a:lnTo>
                  <a:lnTo>
                    <a:pt x="390045" y="297564"/>
                  </a:lnTo>
                  <a:lnTo>
                    <a:pt x="388123" y="297564"/>
                  </a:lnTo>
                  <a:lnTo>
                    <a:pt x="386202" y="297564"/>
                  </a:lnTo>
                  <a:lnTo>
                    <a:pt x="384281" y="297564"/>
                  </a:lnTo>
                  <a:lnTo>
                    <a:pt x="382359" y="297564"/>
                  </a:lnTo>
                  <a:lnTo>
                    <a:pt x="380438" y="297564"/>
                  </a:lnTo>
                  <a:lnTo>
                    <a:pt x="378516" y="297564"/>
                  </a:lnTo>
                  <a:lnTo>
                    <a:pt x="376595" y="297564"/>
                  </a:lnTo>
                  <a:lnTo>
                    <a:pt x="374674" y="297564"/>
                  </a:lnTo>
                  <a:lnTo>
                    <a:pt x="372752" y="297564"/>
                  </a:lnTo>
                  <a:lnTo>
                    <a:pt x="370831" y="297564"/>
                  </a:lnTo>
                  <a:lnTo>
                    <a:pt x="368909" y="297564"/>
                  </a:lnTo>
                  <a:lnTo>
                    <a:pt x="366988" y="297564"/>
                  </a:lnTo>
                  <a:lnTo>
                    <a:pt x="365067" y="297564"/>
                  </a:lnTo>
                  <a:lnTo>
                    <a:pt x="363145" y="297564"/>
                  </a:lnTo>
                  <a:lnTo>
                    <a:pt x="361224" y="297564"/>
                  </a:lnTo>
                  <a:lnTo>
                    <a:pt x="359302" y="297564"/>
                  </a:lnTo>
                  <a:lnTo>
                    <a:pt x="357381" y="297564"/>
                  </a:lnTo>
                  <a:lnTo>
                    <a:pt x="355459" y="297564"/>
                  </a:lnTo>
                  <a:lnTo>
                    <a:pt x="353538" y="297564"/>
                  </a:lnTo>
                  <a:lnTo>
                    <a:pt x="351617" y="297564"/>
                  </a:lnTo>
                  <a:lnTo>
                    <a:pt x="349695" y="297564"/>
                  </a:lnTo>
                  <a:lnTo>
                    <a:pt x="347774" y="297564"/>
                  </a:lnTo>
                  <a:lnTo>
                    <a:pt x="345852" y="297564"/>
                  </a:lnTo>
                  <a:lnTo>
                    <a:pt x="343931" y="297564"/>
                  </a:lnTo>
                  <a:lnTo>
                    <a:pt x="342010" y="297564"/>
                  </a:lnTo>
                  <a:lnTo>
                    <a:pt x="340088" y="297564"/>
                  </a:lnTo>
                  <a:lnTo>
                    <a:pt x="338167" y="297564"/>
                  </a:lnTo>
                  <a:lnTo>
                    <a:pt x="336245" y="297564"/>
                  </a:lnTo>
                  <a:lnTo>
                    <a:pt x="334324" y="297564"/>
                  </a:lnTo>
                  <a:lnTo>
                    <a:pt x="332403" y="297564"/>
                  </a:lnTo>
                  <a:lnTo>
                    <a:pt x="330481" y="297564"/>
                  </a:lnTo>
                  <a:lnTo>
                    <a:pt x="328560" y="297564"/>
                  </a:lnTo>
                  <a:lnTo>
                    <a:pt x="326638" y="297564"/>
                  </a:lnTo>
                  <a:lnTo>
                    <a:pt x="324717" y="297564"/>
                  </a:lnTo>
                  <a:lnTo>
                    <a:pt x="322796" y="297564"/>
                  </a:lnTo>
                  <a:lnTo>
                    <a:pt x="320874" y="297564"/>
                  </a:lnTo>
                  <a:lnTo>
                    <a:pt x="318953" y="297564"/>
                  </a:lnTo>
                  <a:lnTo>
                    <a:pt x="317031" y="297564"/>
                  </a:lnTo>
                  <a:lnTo>
                    <a:pt x="315110" y="297564"/>
                  </a:lnTo>
                  <a:lnTo>
                    <a:pt x="313189" y="297564"/>
                  </a:lnTo>
                  <a:lnTo>
                    <a:pt x="311267" y="297564"/>
                  </a:lnTo>
                  <a:lnTo>
                    <a:pt x="309346" y="297564"/>
                  </a:lnTo>
                  <a:lnTo>
                    <a:pt x="307424" y="297564"/>
                  </a:lnTo>
                  <a:lnTo>
                    <a:pt x="305503" y="297564"/>
                  </a:lnTo>
                  <a:lnTo>
                    <a:pt x="303582" y="297564"/>
                  </a:lnTo>
                  <a:lnTo>
                    <a:pt x="301660" y="297564"/>
                  </a:lnTo>
                  <a:lnTo>
                    <a:pt x="299739" y="297564"/>
                  </a:lnTo>
                  <a:lnTo>
                    <a:pt x="297817" y="297564"/>
                  </a:lnTo>
                  <a:lnTo>
                    <a:pt x="295896" y="297564"/>
                  </a:lnTo>
                  <a:lnTo>
                    <a:pt x="293975" y="297564"/>
                  </a:lnTo>
                  <a:lnTo>
                    <a:pt x="292053" y="297564"/>
                  </a:lnTo>
                  <a:lnTo>
                    <a:pt x="290132" y="297564"/>
                  </a:lnTo>
                  <a:lnTo>
                    <a:pt x="288210" y="297564"/>
                  </a:lnTo>
                  <a:lnTo>
                    <a:pt x="286289" y="297564"/>
                  </a:lnTo>
                  <a:lnTo>
                    <a:pt x="284367" y="297564"/>
                  </a:lnTo>
                  <a:lnTo>
                    <a:pt x="282446" y="297564"/>
                  </a:lnTo>
                  <a:lnTo>
                    <a:pt x="280525" y="297564"/>
                  </a:lnTo>
                  <a:lnTo>
                    <a:pt x="278603" y="297564"/>
                  </a:lnTo>
                  <a:lnTo>
                    <a:pt x="276682" y="297564"/>
                  </a:lnTo>
                  <a:lnTo>
                    <a:pt x="274760" y="297564"/>
                  </a:lnTo>
                  <a:lnTo>
                    <a:pt x="272839" y="297564"/>
                  </a:lnTo>
                  <a:lnTo>
                    <a:pt x="270918" y="297564"/>
                  </a:lnTo>
                  <a:lnTo>
                    <a:pt x="268996" y="297564"/>
                  </a:lnTo>
                  <a:lnTo>
                    <a:pt x="267075" y="297564"/>
                  </a:lnTo>
                  <a:lnTo>
                    <a:pt x="265153" y="297564"/>
                  </a:lnTo>
                  <a:lnTo>
                    <a:pt x="263232" y="297564"/>
                  </a:lnTo>
                  <a:lnTo>
                    <a:pt x="261311" y="297564"/>
                  </a:lnTo>
                  <a:lnTo>
                    <a:pt x="259389" y="297564"/>
                  </a:lnTo>
                  <a:lnTo>
                    <a:pt x="257468" y="297564"/>
                  </a:lnTo>
                  <a:lnTo>
                    <a:pt x="255546" y="297564"/>
                  </a:lnTo>
                  <a:lnTo>
                    <a:pt x="253625" y="297564"/>
                  </a:lnTo>
                  <a:lnTo>
                    <a:pt x="251704" y="297564"/>
                  </a:lnTo>
                  <a:lnTo>
                    <a:pt x="249782" y="297564"/>
                  </a:lnTo>
                  <a:lnTo>
                    <a:pt x="247861" y="297564"/>
                  </a:lnTo>
                  <a:lnTo>
                    <a:pt x="245939" y="297564"/>
                  </a:lnTo>
                  <a:lnTo>
                    <a:pt x="244018" y="297564"/>
                  </a:lnTo>
                  <a:lnTo>
                    <a:pt x="242097" y="297564"/>
                  </a:lnTo>
                  <a:lnTo>
                    <a:pt x="240175" y="297564"/>
                  </a:lnTo>
                  <a:lnTo>
                    <a:pt x="238254" y="297564"/>
                  </a:lnTo>
                  <a:lnTo>
                    <a:pt x="236332" y="297564"/>
                  </a:lnTo>
                  <a:lnTo>
                    <a:pt x="234411" y="297564"/>
                  </a:lnTo>
                  <a:lnTo>
                    <a:pt x="232490" y="297564"/>
                  </a:lnTo>
                  <a:lnTo>
                    <a:pt x="230568" y="297564"/>
                  </a:lnTo>
                  <a:lnTo>
                    <a:pt x="228647" y="297564"/>
                  </a:lnTo>
                  <a:lnTo>
                    <a:pt x="226725" y="297564"/>
                  </a:lnTo>
                  <a:lnTo>
                    <a:pt x="224804" y="297564"/>
                  </a:lnTo>
                  <a:lnTo>
                    <a:pt x="222883" y="297564"/>
                  </a:lnTo>
                  <a:lnTo>
                    <a:pt x="220961" y="297564"/>
                  </a:lnTo>
                  <a:lnTo>
                    <a:pt x="219040" y="297564"/>
                  </a:lnTo>
                  <a:lnTo>
                    <a:pt x="217118" y="297564"/>
                  </a:lnTo>
                  <a:lnTo>
                    <a:pt x="215197" y="297564"/>
                  </a:lnTo>
                  <a:lnTo>
                    <a:pt x="213275" y="297564"/>
                  </a:lnTo>
                  <a:lnTo>
                    <a:pt x="211354" y="297564"/>
                  </a:lnTo>
                  <a:lnTo>
                    <a:pt x="209433" y="297564"/>
                  </a:lnTo>
                  <a:lnTo>
                    <a:pt x="207511" y="297564"/>
                  </a:lnTo>
                  <a:lnTo>
                    <a:pt x="205590" y="297564"/>
                  </a:lnTo>
                  <a:lnTo>
                    <a:pt x="203668" y="297564"/>
                  </a:lnTo>
                  <a:lnTo>
                    <a:pt x="201747" y="297564"/>
                  </a:lnTo>
                  <a:lnTo>
                    <a:pt x="199826" y="297564"/>
                  </a:lnTo>
                  <a:lnTo>
                    <a:pt x="197904" y="297564"/>
                  </a:lnTo>
                  <a:lnTo>
                    <a:pt x="195983" y="297564"/>
                  </a:lnTo>
                  <a:lnTo>
                    <a:pt x="194061" y="297564"/>
                  </a:lnTo>
                  <a:lnTo>
                    <a:pt x="192140" y="297564"/>
                  </a:lnTo>
                  <a:lnTo>
                    <a:pt x="190219" y="297564"/>
                  </a:lnTo>
                  <a:lnTo>
                    <a:pt x="188297" y="297564"/>
                  </a:lnTo>
                  <a:lnTo>
                    <a:pt x="186376" y="297564"/>
                  </a:lnTo>
                  <a:lnTo>
                    <a:pt x="184454" y="297564"/>
                  </a:lnTo>
                  <a:lnTo>
                    <a:pt x="182533" y="297564"/>
                  </a:lnTo>
                  <a:lnTo>
                    <a:pt x="180612" y="297564"/>
                  </a:lnTo>
                  <a:lnTo>
                    <a:pt x="178690" y="297564"/>
                  </a:lnTo>
                  <a:lnTo>
                    <a:pt x="176769" y="297564"/>
                  </a:lnTo>
                  <a:lnTo>
                    <a:pt x="174847" y="297564"/>
                  </a:lnTo>
                  <a:lnTo>
                    <a:pt x="172926" y="297564"/>
                  </a:lnTo>
                  <a:lnTo>
                    <a:pt x="171005" y="297564"/>
                  </a:lnTo>
                  <a:lnTo>
                    <a:pt x="169083" y="297564"/>
                  </a:lnTo>
                  <a:lnTo>
                    <a:pt x="167162" y="297564"/>
                  </a:lnTo>
                  <a:lnTo>
                    <a:pt x="165240" y="297564"/>
                  </a:lnTo>
                  <a:lnTo>
                    <a:pt x="163319" y="297564"/>
                  </a:lnTo>
                  <a:lnTo>
                    <a:pt x="161398" y="297564"/>
                  </a:lnTo>
                  <a:lnTo>
                    <a:pt x="159476" y="297564"/>
                  </a:lnTo>
                  <a:lnTo>
                    <a:pt x="157555" y="297564"/>
                  </a:lnTo>
                  <a:lnTo>
                    <a:pt x="155633" y="297564"/>
                  </a:lnTo>
                  <a:lnTo>
                    <a:pt x="153712" y="297564"/>
                  </a:lnTo>
                  <a:lnTo>
                    <a:pt x="151791" y="297564"/>
                  </a:lnTo>
                  <a:lnTo>
                    <a:pt x="149869" y="297564"/>
                  </a:lnTo>
                  <a:lnTo>
                    <a:pt x="147948" y="297564"/>
                  </a:lnTo>
                  <a:lnTo>
                    <a:pt x="146026" y="297564"/>
                  </a:lnTo>
                  <a:lnTo>
                    <a:pt x="144105" y="297564"/>
                  </a:lnTo>
                  <a:lnTo>
                    <a:pt x="142183" y="297564"/>
                  </a:lnTo>
                  <a:lnTo>
                    <a:pt x="140262" y="297564"/>
                  </a:lnTo>
                  <a:lnTo>
                    <a:pt x="138341" y="297564"/>
                  </a:lnTo>
                  <a:lnTo>
                    <a:pt x="136419" y="297564"/>
                  </a:lnTo>
                  <a:lnTo>
                    <a:pt x="134498" y="297564"/>
                  </a:lnTo>
                  <a:lnTo>
                    <a:pt x="132576" y="297564"/>
                  </a:lnTo>
                  <a:lnTo>
                    <a:pt x="130655" y="297564"/>
                  </a:lnTo>
                  <a:lnTo>
                    <a:pt x="128734" y="297564"/>
                  </a:lnTo>
                  <a:lnTo>
                    <a:pt x="126812" y="297564"/>
                  </a:lnTo>
                  <a:lnTo>
                    <a:pt x="124891" y="297564"/>
                  </a:lnTo>
                  <a:lnTo>
                    <a:pt x="122969" y="297564"/>
                  </a:lnTo>
                  <a:lnTo>
                    <a:pt x="121048" y="297564"/>
                  </a:lnTo>
                  <a:lnTo>
                    <a:pt x="119127" y="297564"/>
                  </a:lnTo>
                  <a:lnTo>
                    <a:pt x="117205" y="297564"/>
                  </a:lnTo>
                  <a:lnTo>
                    <a:pt x="115284" y="297564"/>
                  </a:lnTo>
                  <a:lnTo>
                    <a:pt x="113362" y="297564"/>
                  </a:lnTo>
                  <a:lnTo>
                    <a:pt x="111441" y="297564"/>
                  </a:lnTo>
                  <a:lnTo>
                    <a:pt x="109520" y="297564"/>
                  </a:lnTo>
                  <a:lnTo>
                    <a:pt x="107598" y="297564"/>
                  </a:lnTo>
                  <a:lnTo>
                    <a:pt x="105677" y="297564"/>
                  </a:lnTo>
                  <a:lnTo>
                    <a:pt x="103755" y="297564"/>
                  </a:lnTo>
                  <a:lnTo>
                    <a:pt x="101834" y="297564"/>
                  </a:lnTo>
                  <a:lnTo>
                    <a:pt x="99913" y="297564"/>
                  </a:lnTo>
                  <a:lnTo>
                    <a:pt x="97991" y="297564"/>
                  </a:lnTo>
                  <a:lnTo>
                    <a:pt x="96070" y="297564"/>
                  </a:lnTo>
                  <a:lnTo>
                    <a:pt x="94148" y="297564"/>
                  </a:lnTo>
                  <a:lnTo>
                    <a:pt x="92227" y="297564"/>
                  </a:lnTo>
                  <a:lnTo>
                    <a:pt x="90306" y="297564"/>
                  </a:lnTo>
                  <a:lnTo>
                    <a:pt x="88384" y="297564"/>
                  </a:lnTo>
                  <a:lnTo>
                    <a:pt x="86463" y="297564"/>
                  </a:lnTo>
                  <a:lnTo>
                    <a:pt x="84541" y="297564"/>
                  </a:lnTo>
                  <a:lnTo>
                    <a:pt x="82620" y="297564"/>
                  </a:lnTo>
                  <a:lnTo>
                    <a:pt x="80699" y="297564"/>
                  </a:lnTo>
                  <a:lnTo>
                    <a:pt x="78777" y="297564"/>
                  </a:lnTo>
                  <a:lnTo>
                    <a:pt x="76856" y="297564"/>
                  </a:lnTo>
                  <a:lnTo>
                    <a:pt x="74934" y="297564"/>
                  </a:lnTo>
                  <a:lnTo>
                    <a:pt x="73013" y="297564"/>
                  </a:lnTo>
                  <a:lnTo>
                    <a:pt x="71091" y="297564"/>
                  </a:lnTo>
                  <a:lnTo>
                    <a:pt x="69170" y="297564"/>
                  </a:lnTo>
                  <a:lnTo>
                    <a:pt x="67249" y="297564"/>
                  </a:lnTo>
                  <a:lnTo>
                    <a:pt x="65327" y="297564"/>
                  </a:lnTo>
                  <a:lnTo>
                    <a:pt x="63406" y="297564"/>
                  </a:lnTo>
                  <a:lnTo>
                    <a:pt x="61484" y="297564"/>
                  </a:lnTo>
                  <a:lnTo>
                    <a:pt x="59563" y="297564"/>
                  </a:lnTo>
                  <a:lnTo>
                    <a:pt x="57642" y="297564"/>
                  </a:lnTo>
                  <a:lnTo>
                    <a:pt x="55720" y="297564"/>
                  </a:lnTo>
                  <a:lnTo>
                    <a:pt x="53799" y="297564"/>
                  </a:lnTo>
                  <a:lnTo>
                    <a:pt x="51877" y="297564"/>
                  </a:lnTo>
                  <a:lnTo>
                    <a:pt x="49956" y="297564"/>
                  </a:lnTo>
                  <a:lnTo>
                    <a:pt x="48035" y="297564"/>
                  </a:lnTo>
                  <a:lnTo>
                    <a:pt x="46113" y="297564"/>
                  </a:lnTo>
                  <a:lnTo>
                    <a:pt x="44192" y="297564"/>
                  </a:lnTo>
                  <a:lnTo>
                    <a:pt x="42270" y="297564"/>
                  </a:lnTo>
                  <a:lnTo>
                    <a:pt x="40349" y="297564"/>
                  </a:lnTo>
                  <a:lnTo>
                    <a:pt x="38428" y="297564"/>
                  </a:lnTo>
                  <a:lnTo>
                    <a:pt x="36506" y="297564"/>
                  </a:lnTo>
                  <a:lnTo>
                    <a:pt x="34585" y="297564"/>
                  </a:lnTo>
                  <a:lnTo>
                    <a:pt x="32663" y="297564"/>
                  </a:lnTo>
                  <a:lnTo>
                    <a:pt x="30742" y="297564"/>
                  </a:lnTo>
                  <a:lnTo>
                    <a:pt x="28821" y="297564"/>
                  </a:lnTo>
                  <a:lnTo>
                    <a:pt x="26899" y="297564"/>
                  </a:lnTo>
                  <a:lnTo>
                    <a:pt x="24978" y="297564"/>
                  </a:lnTo>
                  <a:lnTo>
                    <a:pt x="23056" y="297564"/>
                  </a:lnTo>
                  <a:lnTo>
                    <a:pt x="21135" y="297564"/>
                  </a:lnTo>
                  <a:lnTo>
                    <a:pt x="19214" y="297564"/>
                  </a:lnTo>
                  <a:lnTo>
                    <a:pt x="17292" y="297564"/>
                  </a:lnTo>
                  <a:lnTo>
                    <a:pt x="15371" y="297564"/>
                  </a:lnTo>
                  <a:lnTo>
                    <a:pt x="13449" y="297564"/>
                  </a:lnTo>
                  <a:lnTo>
                    <a:pt x="11528" y="297564"/>
                  </a:lnTo>
                  <a:lnTo>
                    <a:pt x="9607" y="297564"/>
                  </a:lnTo>
                  <a:lnTo>
                    <a:pt x="7685" y="297564"/>
                  </a:lnTo>
                  <a:lnTo>
                    <a:pt x="5764" y="297564"/>
                  </a:lnTo>
                  <a:lnTo>
                    <a:pt x="3842" y="297564"/>
                  </a:lnTo>
                  <a:lnTo>
                    <a:pt x="1921" y="297564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3029362" y="2485459"/>
              <a:ext cx="981838" cy="297564"/>
            </a:xfrm>
            <a:custGeom>
              <a:avLst/>
              <a:pathLst>
                <a:path w="981838" h="297564">
                  <a:moveTo>
                    <a:pt x="0" y="297563"/>
                  </a:moveTo>
                  <a:lnTo>
                    <a:pt x="1921" y="297563"/>
                  </a:lnTo>
                  <a:lnTo>
                    <a:pt x="3842" y="297563"/>
                  </a:lnTo>
                  <a:lnTo>
                    <a:pt x="5764" y="297563"/>
                  </a:lnTo>
                  <a:lnTo>
                    <a:pt x="7685" y="297563"/>
                  </a:lnTo>
                  <a:lnTo>
                    <a:pt x="9607" y="297563"/>
                  </a:lnTo>
                  <a:lnTo>
                    <a:pt x="11528" y="297563"/>
                  </a:lnTo>
                  <a:lnTo>
                    <a:pt x="13449" y="297562"/>
                  </a:lnTo>
                  <a:lnTo>
                    <a:pt x="15371" y="297562"/>
                  </a:lnTo>
                  <a:lnTo>
                    <a:pt x="17292" y="297561"/>
                  </a:lnTo>
                  <a:lnTo>
                    <a:pt x="19214" y="297560"/>
                  </a:lnTo>
                  <a:lnTo>
                    <a:pt x="21135" y="297558"/>
                  </a:lnTo>
                  <a:lnTo>
                    <a:pt x="23056" y="297556"/>
                  </a:lnTo>
                  <a:lnTo>
                    <a:pt x="24978" y="297553"/>
                  </a:lnTo>
                  <a:lnTo>
                    <a:pt x="26899" y="297549"/>
                  </a:lnTo>
                  <a:lnTo>
                    <a:pt x="28821" y="297544"/>
                  </a:lnTo>
                  <a:lnTo>
                    <a:pt x="30742" y="297537"/>
                  </a:lnTo>
                  <a:lnTo>
                    <a:pt x="32663" y="297528"/>
                  </a:lnTo>
                  <a:lnTo>
                    <a:pt x="34585" y="297516"/>
                  </a:lnTo>
                  <a:lnTo>
                    <a:pt x="36506" y="297501"/>
                  </a:lnTo>
                  <a:lnTo>
                    <a:pt x="38428" y="297482"/>
                  </a:lnTo>
                  <a:lnTo>
                    <a:pt x="40349" y="297457"/>
                  </a:lnTo>
                  <a:lnTo>
                    <a:pt x="42270" y="297427"/>
                  </a:lnTo>
                  <a:lnTo>
                    <a:pt x="44192" y="297389"/>
                  </a:lnTo>
                  <a:lnTo>
                    <a:pt x="46113" y="297341"/>
                  </a:lnTo>
                  <a:lnTo>
                    <a:pt x="48035" y="297282"/>
                  </a:lnTo>
                  <a:lnTo>
                    <a:pt x="49956" y="297212"/>
                  </a:lnTo>
                  <a:lnTo>
                    <a:pt x="51877" y="297129"/>
                  </a:lnTo>
                  <a:lnTo>
                    <a:pt x="53799" y="297030"/>
                  </a:lnTo>
                  <a:lnTo>
                    <a:pt x="55720" y="296914"/>
                  </a:lnTo>
                  <a:lnTo>
                    <a:pt x="57642" y="296777"/>
                  </a:lnTo>
                  <a:lnTo>
                    <a:pt x="59563" y="296618"/>
                  </a:lnTo>
                  <a:lnTo>
                    <a:pt x="61484" y="296435"/>
                  </a:lnTo>
                  <a:lnTo>
                    <a:pt x="63406" y="296229"/>
                  </a:lnTo>
                  <a:lnTo>
                    <a:pt x="65327" y="295997"/>
                  </a:lnTo>
                  <a:lnTo>
                    <a:pt x="67249" y="295739"/>
                  </a:lnTo>
                  <a:lnTo>
                    <a:pt x="69170" y="295455"/>
                  </a:lnTo>
                  <a:lnTo>
                    <a:pt x="71091" y="295141"/>
                  </a:lnTo>
                  <a:lnTo>
                    <a:pt x="73013" y="294796"/>
                  </a:lnTo>
                  <a:lnTo>
                    <a:pt x="74934" y="294426"/>
                  </a:lnTo>
                  <a:lnTo>
                    <a:pt x="76856" y="294029"/>
                  </a:lnTo>
                  <a:lnTo>
                    <a:pt x="78777" y="293609"/>
                  </a:lnTo>
                  <a:lnTo>
                    <a:pt x="80699" y="293166"/>
                  </a:lnTo>
                  <a:lnTo>
                    <a:pt x="82620" y="292703"/>
                  </a:lnTo>
                  <a:lnTo>
                    <a:pt x="84541" y="292220"/>
                  </a:lnTo>
                  <a:lnTo>
                    <a:pt x="86463" y="291719"/>
                  </a:lnTo>
                  <a:lnTo>
                    <a:pt x="88384" y="291206"/>
                  </a:lnTo>
                  <a:lnTo>
                    <a:pt x="90306" y="290682"/>
                  </a:lnTo>
                  <a:lnTo>
                    <a:pt x="92227" y="290150"/>
                  </a:lnTo>
                  <a:lnTo>
                    <a:pt x="94148" y="289613"/>
                  </a:lnTo>
                  <a:lnTo>
                    <a:pt x="96070" y="289073"/>
                  </a:lnTo>
                  <a:lnTo>
                    <a:pt x="97991" y="288532"/>
                  </a:lnTo>
                  <a:lnTo>
                    <a:pt x="99913" y="287993"/>
                  </a:lnTo>
                  <a:lnTo>
                    <a:pt x="101834" y="287459"/>
                  </a:lnTo>
                  <a:lnTo>
                    <a:pt x="103755" y="286931"/>
                  </a:lnTo>
                  <a:lnTo>
                    <a:pt x="105677" y="286411"/>
                  </a:lnTo>
                  <a:lnTo>
                    <a:pt x="107598" y="285901"/>
                  </a:lnTo>
                  <a:lnTo>
                    <a:pt x="109520" y="285403"/>
                  </a:lnTo>
                  <a:lnTo>
                    <a:pt x="111441" y="284921"/>
                  </a:lnTo>
                  <a:lnTo>
                    <a:pt x="113362" y="284460"/>
                  </a:lnTo>
                  <a:lnTo>
                    <a:pt x="115284" y="284019"/>
                  </a:lnTo>
                  <a:lnTo>
                    <a:pt x="117205" y="283601"/>
                  </a:lnTo>
                  <a:lnTo>
                    <a:pt x="119127" y="283209"/>
                  </a:lnTo>
                  <a:lnTo>
                    <a:pt x="121048" y="282845"/>
                  </a:lnTo>
                  <a:lnTo>
                    <a:pt x="122969" y="282513"/>
                  </a:lnTo>
                  <a:lnTo>
                    <a:pt x="124891" y="282214"/>
                  </a:lnTo>
                  <a:lnTo>
                    <a:pt x="126812" y="281956"/>
                  </a:lnTo>
                  <a:lnTo>
                    <a:pt x="128734" y="281735"/>
                  </a:lnTo>
                  <a:lnTo>
                    <a:pt x="130655" y="281551"/>
                  </a:lnTo>
                  <a:lnTo>
                    <a:pt x="132576" y="281404"/>
                  </a:lnTo>
                  <a:lnTo>
                    <a:pt x="134498" y="281293"/>
                  </a:lnTo>
                  <a:lnTo>
                    <a:pt x="136419" y="281215"/>
                  </a:lnTo>
                  <a:lnTo>
                    <a:pt x="138341" y="281169"/>
                  </a:lnTo>
                  <a:lnTo>
                    <a:pt x="140262" y="281154"/>
                  </a:lnTo>
                  <a:lnTo>
                    <a:pt x="142183" y="281160"/>
                  </a:lnTo>
                  <a:lnTo>
                    <a:pt x="144105" y="281181"/>
                  </a:lnTo>
                  <a:lnTo>
                    <a:pt x="146026" y="281210"/>
                  </a:lnTo>
                  <a:lnTo>
                    <a:pt x="147948" y="281242"/>
                  </a:lnTo>
                  <a:lnTo>
                    <a:pt x="149869" y="281269"/>
                  </a:lnTo>
                  <a:lnTo>
                    <a:pt x="151791" y="281286"/>
                  </a:lnTo>
                  <a:lnTo>
                    <a:pt x="153712" y="281279"/>
                  </a:lnTo>
                  <a:lnTo>
                    <a:pt x="155633" y="281246"/>
                  </a:lnTo>
                  <a:lnTo>
                    <a:pt x="157555" y="281180"/>
                  </a:lnTo>
                  <a:lnTo>
                    <a:pt x="159476" y="281079"/>
                  </a:lnTo>
                  <a:lnTo>
                    <a:pt x="161398" y="280937"/>
                  </a:lnTo>
                  <a:lnTo>
                    <a:pt x="163319" y="280753"/>
                  </a:lnTo>
                  <a:lnTo>
                    <a:pt x="165240" y="280526"/>
                  </a:lnTo>
                  <a:lnTo>
                    <a:pt x="167162" y="280247"/>
                  </a:lnTo>
                  <a:lnTo>
                    <a:pt x="169083" y="279926"/>
                  </a:lnTo>
                  <a:lnTo>
                    <a:pt x="171005" y="279567"/>
                  </a:lnTo>
                  <a:lnTo>
                    <a:pt x="172926" y="279173"/>
                  </a:lnTo>
                  <a:lnTo>
                    <a:pt x="174847" y="278750"/>
                  </a:lnTo>
                  <a:lnTo>
                    <a:pt x="176769" y="278302"/>
                  </a:lnTo>
                  <a:lnTo>
                    <a:pt x="178690" y="277835"/>
                  </a:lnTo>
                  <a:lnTo>
                    <a:pt x="180612" y="277354"/>
                  </a:lnTo>
                  <a:lnTo>
                    <a:pt x="182533" y="276868"/>
                  </a:lnTo>
                  <a:lnTo>
                    <a:pt x="184454" y="276383"/>
                  </a:lnTo>
                  <a:lnTo>
                    <a:pt x="186376" y="275902"/>
                  </a:lnTo>
                  <a:lnTo>
                    <a:pt x="188297" y="275430"/>
                  </a:lnTo>
                  <a:lnTo>
                    <a:pt x="190219" y="274970"/>
                  </a:lnTo>
                  <a:lnTo>
                    <a:pt x="192140" y="274521"/>
                  </a:lnTo>
                  <a:lnTo>
                    <a:pt x="194061" y="274088"/>
                  </a:lnTo>
                  <a:lnTo>
                    <a:pt x="195983" y="273665"/>
                  </a:lnTo>
                  <a:lnTo>
                    <a:pt x="197904" y="273250"/>
                  </a:lnTo>
                  <a:lnTo>
                    <a:pt x="199826" y="272838"/>
                  </a:lnTo>
                  <a:lnTo>
                    <a:pt x="201747" y="272424"/>
                  </a:lnTo>
                  <a:lnTo>
                    <a:pt x="203668" y="272003"/>
                  </a:lnTo>
                  <a:lnTo>
                    <a:pt x="205590" y="271567"/>
                  </a:lnTo>
                  <a:lnTo>
                    <a:pt x="207511" y="271105"/>
                  </a:lnTo>
                  <a:lnTo>
                    <a:pt x="209433" y="270611"/>
                  </a:lnTo>
                  <a:lnTo>
                    <a:pt x="211354" y="270078"/>
                  </a:lnTo>
                  <a:lnTo>
                    <a:pt x="213275" y="269500"/>
                  </a:lnTo>
                  <a:lnTo>
                    <a:pt x="215197" y="268871"/>
                  </a:lnTo>
                  <a:lnTo>
                    <a:pt x="217118" y="268187"/>
                  </a:lnTo>
                  <a:lnTo>
                    <a:pt x="219040" y="267442"/>
                  </a:lnTo>
                  <a:lnTo>
                    <a:pt x="220961" y="266625"/>
                  </a:lnTo>
                  <a:lnTo>
                    <a:pt x="222883" y="265739"/>
                  </a:lnTo>
                  <a:lnTo>
                    <a:pt x="224804" y="264786"/>
                  </a:lnTo>
                  <a:lnTo>
                    <a:pt x="226725" y="263768"/>
                  </a:lnTo>
                  <a:lnTo>
                    <a:pt x="228647" y="262687"/>
                  </a:lnTo>
                  <a:lnTo>
                    <a:pt x="230568" y="261547"/>
                  </a:lnTo>
                  <a:lnTo>
                    <a:pt x="232490" y="260350"/>
                  </a:lnTo>
                  <a:lnTo>
                    <a:pt x="234411" y="259096"/>
                  </a:lnTo>
                  <a:lnTo>
                    <a:pt x="236332" y="257796"/>
                  </a:lnTo>
                  <a:lnTo>
                    <a:pt x="238254" y="256458"/>
                  </a:lnTo>
                  <a:lnTo>
                    <a:pt x="240175" y="255089"/>
                  </a:lnTo>
                  <a:lnTo>
                    <a:pt x="242097" y="253694"/>
                  </a:lnTo>
                  <a:lnTo>
                    <a:pt x="244018" y="252280"/>
                  </a:lnTo>
                  <a:lnTo>
                    <a:pt x="245939" y="250850"/>
                  </a:lnTo>
                  <a:lnTo>
                    <a:pt x="247861" y="249408"/>
                  </a:lnTo>
                  <a:lnTo>
                    <a:pt x="249782" y="247958"/>
                  </a:lnTo>
                  <a:lnTo>
                    <a:pt x="251704" y="246501"/>
                  </a:lnTo>
                  <a:lnTo>
                    <a:pt x="253625" y="245037"/>
                  </a:lnTo>
                  <a:lnTo>
                    <a:pt x="255546" y="243563"/>
                  </a:lnTo>
                  <a:lnTo>
                    <a:pt x="257468" y="242076"/>
                  </a:lnTo>
                  <a:lnTo>
                    <a:pt x="259389" y="240570"/>
                  </a:lnTo>
                  <a:lnTo>
                    <a:pt x="261311" y="239035"/>
                  </a:lnTo>
                  <a:lnTo>
                    <a:pt x="263232" y="237459"/>
                  </a:lnTo>
                  <a:lnTo>
                    <a:pt x="265153" y="235832"/>
                  </a:lnTo>
                  <a:lnTo>
                    <a:pt x="267075" y="234144"/>
                  </a:lnTo>
                  <a:lnTo>
                    <a:pt x="268996" y="232379"/>
                  </a:lnTo>
                  <a:lnTo>
                    <a:pt x="270918" y="230525"/>
                  </a:lnTo>
                  <a:lnTo>
                    <a:pt x="272839" y="228565"/>
                  </a:lnTo>
                  <a:lnTo>
                    <a:pt x="274760" y="226472"/>
                  </a:lnTo>
                  <a:lnTo>
                    <a:pt x="276682" y="224219"/>
                  </a:lnTo>
                  <a:lnTo>
                    <a:pt x="278603" y="221802"/>
                  </a:lnTo>
                  <a:lnTo>
                    <a:pt x="280525" y="219204"/>
                  </a:lnTo>
                  <a:lnTo>
                    <a:pt x="282446" y="216407"/>
                  </a:lnTo>
                  <a:lnTo>
                    <a:pt x="284367" y="213393"/>
                  </a:lnTo>
                  <a:lnTo>
                    <a:pt x="286289" y="210145"/>
                  </a:lnTo>
                  <a:lnTo>
                    <a:pt x="288210" y="206624"/>
                  </a:lnTo>
                  <a:lnTo>
                    <a:pt x="290132" y="202794"/>
                  </a:lnTo>
                  <a:lnTo>
                    <a:pt x="292053" y="198671"/>
                  </a:lnTo>
                  <a:lnTo>
                    <a:pt x="293975" y="194240"/>
                  </a:lnTo>
                  <a:lnTo>
                    <a:pt x="295896" y="189485"/>
                  </a:lnTo>
                  <a:lnTo>
                    <a:pt x="297817" y="184395"/>
                  </a:lnTo>
                  <a:lnTo>
                    <a:pt x="299739" y="178958"/>
                  </a:lnTo>
                  <a:lnTo>
                    <a:pt x="301660" y="173143"/>
                  </a:lnTo>
                  <a:lnTo>
                    <a:pt x="303582" y="166918"/>
                  </a:lnTo>
                  <a:lnTo>
                    <a:pt x="305503" y="160330"/>
                  </a:lnTo>
                  <a:lnTo>
                    <a:pt x="307424" y="153384"/>
                  </a:lnTo>
                  <a:lnTo>
                    <a:pt x="309346" y="146088"/>
                  </a:lnTo>
                  <a:lnTo>
                    <a:pt x="311267" y="138456"/>
                  </a:lnTo>
                  <a:lnTo>
                    <a:pt x="313189" y="130507"/>
                  </a:lnTo>
                  <a:lnTo>
                    <a:pt x="315110" y="122253"/>
                  </a:lnTo>
                  <a:lnTo>
                    <a:pt x="317031" y="113715"/>
                  </a:lnTo>
                  <a:lnTo>
                    <a:pt x="318953" y="104980"/>
                  </a:lnTo>
                  <a:lnTo>
                    <a:pt x="320874" y="96098"/>
                  </a:lnTo>
                  <a:lnTo>
                    <a:pt x="322796" y="87127"/>
                  </a:lnTo>
                  <a:lnTo>
                    <a:pt x="324717" y="78133"/>
                  </a:lnTo>
                  <a:lnTo>
                    <a:pt x="326638" y="69185"/>
                  </a:lnTo>
                  <a:lnTo>
                    <a:pt x="328560" y="60369"/>
                  </a:lnTo>
                  <a:lnTo>
                    <a:pt x="330481" y="51819"/>
                  </a:lnTo>
                  <a:lnTo>
                    <a:pt x="332403" y="43605"/>
                  </a:lnTo>
                  <a:lnTo>
                    <a:pt x="334324" y="35816"/>
                  </a:lnTo>
                  <a:lnTo>
                    <a:pt x="336245" y="28543"/>
                  </a:lnTo>
                  <a:lnTo>
                    <a:pt x="338167" y="21875"/>
                  </a:lnTo>
                  <a:lnTo>
                    <a:pt x="340088" y="15899"/>
                  </a:lnTo>
                  <a:lnTo>
                    <a:pt x="342010" y="10727"/>
                  </a:lnTo>
                  <a:lnTo>
                    <a:pt x="343931" y="6576"/>
                  </a:lnTo>
                  <a:lnTo>
                    <a:pt x="345852" y="3379"/>
                  </a:lnTo>
                  <a:lnTo>
                    <a:pt x="347774" y="1190"/>
                  </a:lnTo>
                  <a:lnTo>
                    <a:pt x="349695" y="53"/>
                  </a:lnTo>
                  <a:lnTo>
                    <a:pt x="351617" y="0"/>
                  </a:lnTo>
                  <a:lnTo>
                    <a:pt x="353538" y="1049"/>
                  </a:lnTo>
                  <a:lnTo>
                    <a:pt x="355459" y="3230"/>
                  </a:lnTo>
                  <a:lnTo>
                    <a:pt x="357381" y="6703"/>
                  </a:lnTo>
                  <a:lnTo>
                    <a:pt x="359302" y="11239"/>
                  </a:lnTo>
                  <a:lnTo>
                    <a:pt x="361224" y="16793"/>
                  </a:lnTo>
                  <a:lnTo>
                    <a:pt x="363145" y="23310"/>
                  </a:lnTo>
                  <a:lnTo>
                    <a:pt x="365067" y="30725"/>
                  </a:lnTo>
                  <a:lnTo>
                    <a:pt x="366988" y="38962"/>
                  </a:lnTo>
                  <a:lnTo>
                    <a:pt x="368909" y="47943"/>
                  </a:lnTo>
                  <a:lnTo>
                    <a:pt x="370831" y="57666"/>
                  </a:lnTo>
                  <a:lnTo>
                    <a:pt x="372752" y="67892"/>
                  </a:lnTo>
                  <a:lnTo>
                    <a:pt x="374674" y="78522"/>
                  </a:lnTo>
                  <a:lnTo>
                    <a:pt x="376595" y="89454"/>
                  </a:lnTo>
                  <a:lnTo>
                    <a:pt x="378516" y="100591"/>
                  </a:lnTo>
                  <a:lnTo>
                    <a:pt x="380438" y="111834"/>
                  </a:lnTo>
                  <a:lnTo>
                    <a:pt x="382359" y="123092"/>
                  </a:lnTo>
                  <a:lnTo>
                    <a:pt x="384281" y="134239"/>
                  </a:lnTo>
                  <a:lnTo>
                    <a:pt x="386202" y="145196"/>
                  </a:lnTo>
                  <a:lnTo>
                    <a:pt x="388123" y="155893"/>
                  </a:lnTo>
                  <a:lnTo>
                    <a:pt x="390045" y="166270"/>
                  </a:lnTo>
                  <a:lnTo>
                    <a:pt x="391966" y="176274"/>
                  </a:lnTo>
                  <a:lnTo>
                    <a:pt x="393888" y="185860"/>
                  </a:lnTo>
                  <a:lnTo>
                    <a:pt x="395809" y="194991"/>
                  </a:lnTo>
                  <a:lnTo>
                    <a:pt x="397730" y="203544"/>
                  </a:lnTo>
                  <a:lnTo>
                    <a:pt x="399652" y="211578"/>
                  </a:lnTo>
                  <a:lnTo>
                    <a:pt x="401573" y="219092"/>
                  </a:lnTo>
                  <a:lnTo>
                    <a:pt x="403495" y="226084"/>
                  </a:lnTo>
                  <a:lnTo>
                    <a:pt x="405416" y="232557"/>
                  </a:lnTo>
                  <a:lnTo>
                    <a:pt x="407337" y="238518"/>
                  </a:lnTo>
                  <a:lnTo>
                    <a:pt x="409259" y="243979"/>
                  </a:lnTo>
                  <a:lnTo>
                    <a:pt x="411180" y="248880"/>
                  </a:lnTo>
                  <a:lnTo>
                    <a:pt x="413102" y="253315"/>
                  </a:lnTo>
                  <a:lnTo>
                    <a:pt x="415023" y="257318"/>
                  </a:lnTo>
                  <a:lnTo>
                    <a:pt x="416944" y="260915"/>
                  </a:lnTo>
                  <a:lnTo>
                    <a:pt x="418866" y="264130"/>
                  </a:lnTo>
                  <a:lnTo>
                    <a:pt x="420787" y="266988"/>
                  </a:lnTo>
                  <a:lnTo>
                    <a:pt x="422709" y="269512"/>
                  </a:lnTo>
                  <a:lnTo>
                    <a:pt x="424630" y="271684"/>
                  </a:lnTo>
                  <a:lnTo>
                    <a:pt x="426551" y="273567"/>
                  </a:lnTo>
                  <a:lnTo>
                    <a:pt x="428473" y="275194"/>
                  </a:lnTo>
                  <a:lnTo>
                    <a:pt x="430394" y="276583"/>
                  </a:lnTo>
                  <a:lnTo>
                    <a:pt x="432316" y="277749"/>
                  </a:lnTo>
                  <a:lnTo>
                    <a:pt x="434237" y="278707"/>
                  </a:lnTo>
                  <a:lnTo>
                    <a:pt x="436159" y="279470"/>
                  </a:lnTo>
                  <a:lnTo>
                    <a:pt x="438080" y="280021"/>
                  </a:lnTo>
                  <a:lnTo>
                    <a:pt x="440001" y="280388"/>
                  </a:lnTo>
                  <a:lnTo>
                    <a:pt x="441923" y="280586"/>
                  </a:lnTo>
                  <a:lnTo>
                    <a:pt x="443844" y="280617"/>
                  </a:lnTo>
                  <a:lnTo>
                    <a:pt x="445766" y="280482"/>
                  </a:lnTo>
                  <a:lnTo>
                    <a:pt x="447687" y="280184"/>
                  </a:lnTo>
                  <a:lnTo>
                    <a:pt x="449608" y="279721"/>
                  </a:lnTo>
                  <a:lnTo>
                    <a:pt x="451530" y="279069"/>
                  </a:lnTo>
                  <a:lnTo>
                    <a:pt x="453451" y="278238"/>
                  </a:lnTo>
                  <a:lnTo>
                    <a:pt x="455373" y="277236"/>
                  </a:lnTo>
                  <a:lnTo>
                    <a:pt x="457294" y="276062"/>
                  </a:lnTo>
                  <a:lnTo>
                    <a:pt x="459215" y="274716"/>
                  </a:lnTo>
                  <a:lnTo>
                    <a:pt x="461137" y="273197"/>
                  </a:lnTo>
                  <a:lnTo>
                    <a:pt x="463058" y="271508"/>
                  </a:lnTo>
                  <a:lnTo>
                    <a:pt x="464980" y="269631"/>
                  </a:lnTo>
                  <a:lnTo>
                    <a:pt x="466901" y="267584"/>
                  </a:lnTo>
                  <a:lnTo>
                    <a:pt x="468822" y="265388"/>
                  </a:lnTo>
                  <a:lnTo>
                    <a:pt x="470744" y="263055"/>
                  </a:lnTo>
                  <a:lnTo>
                    <a:pt x="472665" y="260600"/>
                  </a:lnTo>
                  <a:lnTo>
                    <a:pt x="474587" y="258040"/>
                  </a:lnTo>
                  <a:lnTo>
                    <a:pt x="476508" y="255394"/>
                  </a:lnTo>
                  <a:lnTo>
                    <a:pt x="478429" y="252681"/>
                  </a:lnTo>
                  <a:lnTo>
                    <a:pt x="480351" y="249939"/>
                  </a:lnTo>
                  <a:lnTo>
                    <a:pt x="482272" y="247200"/>
                  </a:lnTo>
                  <a:lnTo>
                    <a:pt x="484194" y="244495"/>
                  </a:lnTo>
                  <a:lnTo>
                    <a:pt x="486115" y="241854"/>
                  </a:lnTo>
                  <a:lnTo>
                    <a:pt x="488036" y="239308"/>
                  </a:lnTo>
                  <a:lnTo>
                    <a:pt x="489958" y="236889"/>
                  </a:lnTo>
                  <a:lnTo>
                    <a:pt x="491879" y="234647"/>
                  </a:lnTo>
                  <a:lnTo>
                    <a:pt x="493801" y="232622"/>
                  </a:lnTo>
                  <a:lnTo>
                    <a:pt x="495722" y="230824"/>
                  </a:lnTo>
                  <a:lnTo>
                    <a:pt x="497643" y="229277"/>
                  </a:lnTo>
                  <a:lnTo>
                    <a:pt x="499565" y="228001"/>
                  </a:lnTo>
                  <a:lnTo>
                    <a:pt x="501486" y="227013"/>
                  </a:lnTo>
                  <a:lnTo>
                    <a:pt x="503408" y="226326"/>
                  </a:lnTo>
                  <a:lnTo>
                    <a:pt x="505329" y="225978"/>
                  </a:lnTo>
                  <a:lnTo>
                    <a:pt x="507250" y="225980"/>
                  </a:lnTo>
                  <a:lnTo>
                    <a:pt x="509172" y="226296"/>
                  </a:lnTo>
                  <a:lnTo>
                    <a:pt x="511093" y="226920"/>
                  </a:lnTo>
                  <a:lnTo>
                    <a:pt x="513015" y="227840"/>
                  </a:lnTo>
                  <a:lnTo>
                    <a:pt x="514936" y="229044"/>
                  </a:lnTo>
                  <a:lnTo>
                    <a:pt x="516858" y="230514"/>
                  </a:lnTo>
                  <a:lnTo>
                    <a:pt x="518779" y="232247"/>
                  </a:lnTo>
                  <a:lnTo>
                    <a:pt x="520700" y="234224"/>
                  </a:lnTo>
                  <a:lnTo>
                    <a:pt x="522622" y="236388"/>
                  </a:lnTo>
                  <a:lnTo>
                    <a:pt x="524543" y="238714"/>
                  </a:lnTo>
                  <a:lnTo>
                    <a:pt x="526465" y="241175"/>
                  </a:lnTo>
                  <a:lnTo>
                    <a:pt x="528386" y="243745"/>
                  </a:lnTo>
                  <a:lnTo>
                    <a:pt x="530307" y="246398"/>
                  </a:lnTo>
                  <a:lnTo>
                    <a:pt x="532229" y="249109"/>
                  </a:lnTo>
                  <a:lnTo>
                    <a:pt x="534150" y="251848"/>
                  </a:lnTo>
                  <a:lnTo>
                    <a:pt x="536072" y="254588"/>
                  </a:lnTo>
                  <a:lnTo>
                    <a:pt x="537993" y="257307"/>
                  </a:lnTo>
                  <a:lnTo>
                    <a:pt x="539914" y="259988"/>
                  </a:lnTo>
                  <a:lnTo>
                    <a:pt x="541836" y="262614"/>
                  </a:lnTo>
                  <a:lnTo>
                    <a:pt x="543757" y="265172"/>
                  </a:lnTo>
                  <a:lnTo>
                    <a:pt x="545679" y="267645"/>
                  </a:lnTo>
                  <a:lnTo>
                    <a:pt x="547600" y="270011"/>
                  </a:lnTo>
                  <a:lnTo>
                    <a:pt x="549521" y="272276"/>
                  </a:lnTo>
                  <a:lnTo>
                    <a:pt x="551443" y="274434"/>
                  </a:lnTo>
                  <a:lnTo>
                    <a:pt x="553364" y="276481"/>
                  </a:lnTo>
                  <a:lnTo>
                    <a:pt x="555286" y="278415"/>
                  </a:lnTo>
                  <a:lnTo>
                    <a:pt x="557207" y="280234"/>
                  </a:lnTo>
                  <a:lnTo>
                    <a:pt x="559128" y="281935"/>
                  </a:lnTo>
                  <a:lnTo>
                    <a:pt x="561050" y="283505"/>
                  </a:lnTo>
                  <a:lnTo>
                    <a:pt x="562971" y="284963"/>
                  </a:lnTo>
                  <a:lnTo>
                    <a:pt x="564893" y="286314"/>
                  </a:lnTo>
                  <a:lnTo>
                    <a:pt x="566814" y="287560"/>
                  </a:lnTo>
                  <a:lnTo>
                    <a:pt x="568735" y="288705"/>
                  </a:lnTo>
                  <a:lnTo>
                    <a:pt x="570657" y="289753"/>
                  </a:lnTo>
                  <a:lnTo>
                    <a:pt x="572578" y="290705"/>
                  </a:lnTo>
                  <a:lnTo>
                    <a:pt x="574500" y="291556"/>
                  </a:lnTo>
                  <a:lnTo>
                    <a:pt x="576421" y="292325"/>
                  </a:lnTo>
                  <a:lnTo>
                    <a:pt x="578342" y="293018"/>
                  </a:lnTo>
                  <a:lnTo>
                    <a:pt x="580264" y="293638"/>
                  </a:lnTo>
                  <a:lnTo>
                    <a:pt x="582185" y="294192"/>
                  </a:lnTo>
                  <a:lnTo>
                    <a:pt x="584107" y="294684"/>
                  </a:lnTo>
                  <a:lnTo>
                    <a:pt x="586028" y="295117"/>
                  </a:lnTo>
                  <a:lnTo>
                    <a:pt x="587950" y="295489"/>
                  </a:lnTo>
                  <a:lnTo>
                    <a:pt x="589871" y="295814"/>
                  </a:lnTo>
                  <a:lnTo>
                    <a:pt x="591792" y="296098"/>
                  </a:lnTo>
                  <a:lnTo>
                    <a:pt x="593714" y="296343"/>
                  </a:lnTo>
                  <a:lnTo>
                    <a:pt x="595635" y="296554"/>
                  </a:lnTo>
                  <a:lnTo>
                    <a:pt x="597557" y="296734"/>
                  </a:lnTo>
                  <a:lnTo>
                    <a:pt x="599478" y="296886"/>
                  </a:lnTo>
                  <a:lnTo>
                    <a:pt x="601399" y="297011"/>
                  </a:lnTo>
                  <a:lnTo>
                    <a:pt x="603321" y="297116"/>
                  </a:lnTo>
                  <a:lnTo>
                    <a:pt x="605242" y="297204"/>
                  </a:lnTo>
                  <a:lnTo>
                    <a:pt x="607164" y="297277"/>
                  </a:lnTo>
                  <a:lnTo>
                    <a:pt x="609085" y="297337"/>
                  </a:lnTo>
                  <a:lnTo>
                    <a:pt x="611006" y="297385"/>
                  </a:lnTo>
                  <a:lnTo>
                    <a:pt x="612928" y="297425"/>
                  </a:lnTo>
                  <a:lnTo>
                    <a:pt x="614849" y="297455"/>
                  </a:lnTo>
                  <a:lnTo>
                    <a:pt x="616771" y="297480"/>
                  </a:lnTo>
                  <a:lnTo>
                    <a:pt x="618692" y="297499"/>
                  </a:lnTo>
                  <a:lnTo>
                    <a:pt x="620613" y="297515"/>
                  </a:lnTo>
                  <a:lnTo>
                    <a:pt x="622535" y="297527"/>
                  </a:lnTo>
                  <a:lnTo>
                    <a:pt x="624456" y="297536"/>
                  </a:lnTo>
                  <a:lnTo>
                    <a:pt x="626378" y="297543"/>
                  </a:lnTo>
                  <a:lnTo>
                    <a:pt x="628299" y="297549"/>
                  </a:lnTo>
                  <a:lnTo>
                    <a:pt x="630220" y="297553"/>
                  </a:lnTo>
                  <a:lnTo>
                    <a:pt x="632142" y="297556"/>
                  </a:lnTo>
                  <a:lnTo>
                    <a:pt x="634063" y="297558"/>
                  </a:lnTo>
                  <a:lnTo>
                    <a:pt x="635985" y="297559"/>
                  </a:lnTo>
                  <a:lnTo>
                    <a:pt x="637906" y="297561"/>
                  </a:lnTo>
                  <a:lnTo>
                    <a:pt x="639827" y="297562"/>
                  </a:lnTo>
                  <a:lnTo>
                    <a:pt x="641749" y="297562"/>
                  </a:lnTo>
                  <a:lnTo>
                    <a:pt x="643670" y="297563"/>
                  </a:lnTo>
                  <a:lnTo>
                    <a:pt x="645592" y="297563"/>
                  </a:lnTo>
                  <a:lnTo>
                    <a:pt x="647513" y="297563"/>
                  </a:lnTo>
                  <a:lnTo>
                    <a:pt x="649434" y="297563"/>
                  </a:lnTo>
                  <a:lnTo>
                    <a:pt x="651356" y="297563"/>
                  </a:lnTo>
                  <a:lnTo>
                    <a:pt x="653277" y="297563"/>
                  </a:lnTo>
                  <a:lnTo>
                    <a:pt x="655199" y="297563"/>
                  </a:lnTo>
                  <a:lnTo>
                    <a:pt x="657120" y="297563"/>
                  </a:lnTo>
                  <a:lnTo>
                    <a:pt x="659042" y="297563"/>
                  </a:lnTo>
                  <a:lnTo>
                    <a:pt x="660963" y="297563"/>
                  </a:lnTo>
                  <a:lnTo>
                    <a:pt x="662884" y="297564"/>
                  </a:lnTo>
                  <a:lnTo>
                    <a:pt x="664806" y="297564"/>
                  </a:lnTo>
                  <a:lnTo>
                    <a:pt x="666727" y="297564"/>
                  </a:lnTo>
                  <a:lnTo>
                    <a:pt x="668649" y="297564"/>
                  </a:lnTo>
                  <a:lnTo>
                    <a:pt x="670570" y="297564"/>
                  </a:lnTo>
                  <a:lnTo>
                    <a:pt x="672491" y="297564"/>
                  </a:lnTo>
                  <a:lnTo>
                    <a:pt x="674413" y="297564"/>
                  </a:lnTo>
                  <a:lnTo>
                    <a:pt x="676334" y="297564"/>
                  </a:lnTo>
                  <a:lnTo>
                    <a:pt x="678256" y="297564"/>
                  </a:lnTo>
                  <a:lnTo>
                    <a:pt x="680177" y="297564"/>
                  </a:lnTo>
                  <a:lnTo>
                    <a:pt x="682098" y="297564"/>
                  </a:lnTo>
                  <a:lnTo>
                    <a:pt x="684020" y="297564"/>
                  </a:lnTo>
                  <a:lnTo>
                    <a:pt x="685941" y="297564"/>
                  </a:lnTo>
                  <a:lnTo>
                    <a:pt x="687863" y="297564"/>
                  </a:lnTo>
                  <a:lnTo>
                    <a:pt x="689784" y="297564"/>
                  </a:lnTo>
                  <a:lnTo>
                    <a:pt x="691705" y="297564"/>
                  </a:lnTo>
                  <a:lnTo>
                    <a:pt x="693627" y="297564"/>
                  </a:lnTo>
                  <a:lnTo>
                    <a:pt x="695548" y="297564"/>
                  </a:lnTo>
                  <a:lnTo>
                    <a:pt x="697470" y="297564"/>
                  </a:lnTo>
                  <a:lnTo>
                    <a:pt x="699391" y="297564"/>
                  </a:lnTo>
                  <a:lnTo>
                    <a:pt x="701312" y="297564"/>
                  </a:lnTo>
                  <a:lnTo>
                    <a:pt x="703234" y="297564"/>
                  </a:lnTo>
                  <a:lnTo>
                    <a:pt x="705155" y="297564"/>
                  </a:lnTo>
                  <a:lnTo>
                    <a:pt x="707077" y="297564"/>
                  </a:lnTo>
                  <a:lnTo>
                    <a:pt x="708998" y="297564"/>
                  </a:lnTo>
                  <a:lnTo>
                    <a:pt x="710919" y="297564"/>
                  </a:lnTo>
                  <a:lnTo>
                    <a:pt x="712841" y="297564"/>
                  </a:lnTo>
                  <a:lnTo>
                    <a:pt x="714762" y="297564"/>
                  </a:lnTo>
                  <a:lnTo>
                    <a:pt x="716684" y="297564"/>
                  </a:lnTo>
                  <a:lnTo>
                    <a:pt x="718605" y="297564"/>
                  </a:lnTo>
                  <a:lnTo>
                    <a:pt x="720526" y="297564"/>
                  </a:lnTo>
                  <a:lnTo>
                    <a:pt x="722448" y="297564"/>
                  </a:lnTo>
                  <a:lnTo>
                    <a:pt x="724369" y="297564"/>
                  </a:lnTo>
                  <a:lnTo>
                    <a:pt x="726291" y="297564"/>
                  </a:lnTo>
                  <a:lnTo>
                    <a:pt x="728212" y="297564"/>
                  </a:lnTo>
                  <a:lnTo>
                    <a:pt x="730134" y="297564"/>
                  </a:lnTo>
                  <a:lnTo>
                    <a:pt x="732055" y="297564"/>
                  </a:lnTo>
                  <a:lnTo>
                    <a:pt x="733976" y="297564"/>
                  </a:lnTo>
                  <a:lnTo>
                    <a:pt x="735898" y="297564"/>
                  </a:lnTo>
                  <a:lnTo>
                    <a:pt x="737819" y="297564"/>
                  </a:lnTo>
                  <a:lnTo>
                    <a:pt x="739741" y="297564"/>
                  </a:lnTo>
                  <a:lnTo>
                    <a:pt x="741662" y="297564"/>
                  </a:lnTo>
                  <a:lnTo>
                    <a:pt x="743583" y="297564"/>
                  </a:lnTo>
                  <a:lnTo>
                    <a:pt x="745505" y="297564"/>
                  </a:lnTo>
                  <a:lnTo>
                    <a:pt x="747426" y="297564"/>
                  </a:lnTo>
                  <a:lnTo>
                    <a:pt x="749348" y="297564"/>
                  </a:lnTo>
                  <a:lnTo>
                    <a:pt x="751269" y="297564"/>
                  </a:lnTo>
                  <a:lnTo>
                    <a:pt x="753190" y="297564"/>
                  </a:lnTo>
                  <a:lnTo>
                    <a:pt x="755112" y="297564"/>
                  </a:lnTo>
                  <a:lnTo>
                    <a:pt x="757033" y="297564"/>
                  </a:lnTo>
                  <a:lnTo>
                    <a:pt x="758955" y="297564"/>
                  </a:lnTo>
                  <a:lnTo>
                    <a:pt x="760876" y="297564"/>
                  </a:lnTo>
                  <a:lnTo>
                    <a:pt x="762797" y="297564"/>
                  </a:lnTo>
                  <a:lnTo>
                    <a:pt x="764719" y="297564"/>
                  </a:lnTo>
                  <a:lnTo>
                    <a:pt x="766640" y="297564"/>
                  </a:lnTo>
                  <a:lnTo>
                    <a:pt x="768562" y="297564"/>
                  </a:lnTo>
                  <a:lnTo>
                    <a:pt x="770483" y="297564"/>
                  </a:lnTo>
                  <a:lnTo>
                    <a:pt x="772404" y="297564"/>
                  </a:lnTo>
                  <a:lnTo>
                    <a:pt x="774326" y="297564"/>
                  </a:lnTo>
                  <a:lnTo>
                    <a:pt x="776247" y="297564"/>
                  </a:lnTo>
                  <a:lnTo>
                    <a:pt x="778169" y="297564"/>
                  </a:lnTo>
                  <a:lnTo>
                    <a:pt x="780090" y="297564"/>
                  </a:lnTo>
                  <a:lnTo>
                    <a:pt x="782011" y="297564"/>
                  </a:lnTo>
                  <a:lnTo>
                    <a:pt x="783933" y="297564"/>
                  </a:lnTo>
                  <a:lnTo>
                    <a:pt x="785854" y="297564"/>
                  </a:lnTo>
                  <a:lnTo>
                    <a:pt x="787776" y="297564"/>
                  </a:lnTo>
                  <a:lnTo>
                    <a:pt x="789697" y="297564"/>
                  </a:lnTo>
                  <a:lnTo>
                    <a:pt x="791618" y="297564"/>
                  </a:lnTo>
                  <a:lnTo>
                    <a:pt x="793540" y="297564"/>
                  </a:lnTo>
                  <a:lnTo>
                    <a:pt x="795461" y="297564"/>
                  </a:lnTo>
                  <a:lnTo>
                    <a:pt x="797383" y="297564"/>
                  </a:lnTo>
                  <a:lnTo>
                    <a:pt x="799304" y="297564"/>
                  </a:lnTo>
                  <a:lnTo>
                    <a:pt x="801226" y="297564"/>
                  </a:lnTo>
                  <a:lnTo>
                    <a:pt x="803147" y="297564"/>
                  </a:lnTo>
                  <a:lnTo>
                    <a:pt x="805068" y="297564"/>
                  </a:lnTo>
                  <a:lnTo>
                    <a:pt x="806990" y="297564"/>
                  </a:lnTo>
                  <a:lnTo>
                    <a:pt x="808911" y="297564"/>
                  </a:lnTo>
                  <a:lnTo>
                    <a:pt x="810833" y="297564"/>
                  </a:lnTo>
                  <a:lnTo>
                    <a:pt x="812754" y="297564"/>
                  </a:lnTo>
                  <a:lnTo>
                    <a:pt x="814675" y="297564"/>
                  </a:lnTo>
                  <a:lnTo>
                    <a:pt x="816597" y="297564"/>
                  </a:lnTo>
                  <a:lnTo>
                    <a:pt x="818518" y="297564"/>
                  </a:lnTo>
                  <a:lnTo>
                    <a:pt x="820440" y="297564"/>
                  </a:lnTo>
                  <a:lnTo>
                    <a:pt x="822361" y="297564"/>
                  </a:lnTo>
                  <a:lnTo>
                    <a:pt x="824282" y="297564"/>
                  </a:lnTo>
                  <a:lnTo>
                    <a:pt x="826204" y="297564"/>
                  </a:lnTo>
                  <a:lnTo>
                    <a:pt x="828125" y="297564"/>
                  </a:lnTo>
                  <a:lnTo>
                    <a:pt x="830047" y="297564"/>
                  </a:lnTo>
                  <a:lnTo>
                    <a:pt x="831968" y="297564"/>
                  </a:lnTo>
                  <a:lnTo>
                    <a:pt x="833889" y="297564"/>
                  </a:lnTo>
                  <a:lnTo>
                    <a:pt x="835811" y="297564"/>
                  </a:lnTo>
                  <a:lnTo>
                    <a:pt x="837732" y="297564"/>
                  </a:lnTo>
                  <a:lnTo>
                    <a:pt x="839654" y="297564"/>
                  </a:lnTo>
                  <a:lnTo>
                    <a:pt x="841575" y="297564"/>
                  </a:lnTo>
                  <a:lnTo>
                    <a:pt x="843496" y="297564"/>
                  </a:lnTo>
                  <a:lnTo>
                    <a:pt x="845418" y="297564"/>
                  </a:lnTo>
                  <a:lnTo>
                    <a:pt x="847339" y="297564"/>
                  </a:lnTo>
                  <a:lnTo>
                    <a:pt x="849261" y="297564"/>
                  </a:lnTo>
                  <a:lnTo>
                    <a:pt x="851182" y="297564"/>
                  </a:lnTo>
                  <a:lnTo>
                    <a:pt x="853103" y="297564"/>
                  </a:lnTo>
                  <a:lnTo>
                    <a:pt x="855025" y="297564"/>
                  </a:lnTo>
                  <a:lnTo>
                    <a:pt x="856946" y="297564"/>
                  </a:lnTo>
                  <a:lnTo>
                    <a:pt x="858868" y="297564"/>
                  </a:lnTo>
                  <a:lnTo>
                    <a:pt x="860789" y="297564"/>
                  </a:lnTo>
                  <a:lnTo>
                    <a:pt x="862710" y="297564"/>
                  </a:lnTo>
                  <a:lnTo>
                    <a:pt x="864632" y="297564"/>
                  </a:lnTo>
                  <a:lnTo>
                    <a:pt x="866553" y="297564"/>
                  </a:lnTo>
                  <a:lnTo>
                    <a:pt x="868475" y="297564"/>
                  </a:lnTo>
                  <a:lnTo>
                    <a:pt x="870396" y="297564"/>
                  </a:lnTo>
                  <a:lnTo>
                    <a:pt x="872318" y="297564"/>
                  </a:lnTo>
                  <a:lnTo>
                    <a:pt x="874239" y="297564"/>
                  </a:lnTo>
                  <a:lnTo>
                    <a:pt x="876160" y="297564"/>
                  </a:lnTo>
                  <a:lnTo>
                    <a:pt x="878082" y="297564"/>
                  </a:lnTo>
                  <a:lnTo>
                    <a:pt x="880003" y="297564"/>
                  </a:lnTo>
                  <a:lnTo>
                    <a:pt x="881925" y="297564"/>
                  </a:lnTo>
                  <a:lnTo>
                    <a:pt x="883846" y="297564"/>
                  </a:lnTo>
                  <a:lnTo>
                    <a:pt x="885767" y="297564"/>
                  </a:lnTo>
                  <a:lnTo>
                    <a:pt x="887689" y="297564"/>
                  </a:lnTo>
                  <a:lnTo>
                    <a:pt x="889610" y="297564"/>
                  </a:lnTo>
                  <a:lnTo>
                    <a:pt x="891532" y="297564"/>
                  </a:lnTo>
                  <a:lnTo>
                    <a:pt x="893453" y="297564"/>
                  </a:lnTo>
                  <a:lnTo>
                    <a:pt x="895374" y="297564"/>
                  </a:lnTo>
                  <a:lnTo>
                    <a:pt x="897296" y="297564"/>
                  </a:lnTo>
                  <a:lnTo>
                    <a:pt x="899217" y="297564"/>
                  </a:lnTo>
                  <a:lnTo>
                    <a:pt x="901139" y="297564"/>
                  </a:lnTo>
                  <a:lnTo>
                    <a:pt x="903060" y="297564"/>
                  </a:lnTo>
                  <a:lnTo>
                    <a:pt x="904981" y="297564"/>
                  </a:lnTo>
                  <a:lnTo>
                    <a:pt x="906903" y="297564"/>
                  </a:lnTo>
                  <a:lnTo>
                    <a:pt x="908824" y="297564"/>
                  </a:lnTo>
                  <a:lnTo>
                    <a:pt x="910746" y="297564"/>
                  </a:lnTo>
                  <a:lnTo>
                    <a:pt x="912667" y="297564"/>
                  </a:lnTo>
                  <a:lnTo>
                    <a:pt x="914588" y="297564"/>
                  </a:lnTo>
                  <a:lnTo>
                    <a:pt x="916510" y="297564"/>
                  </a:lnTo>
                  <a:lnTo>
                    <a:pt x="918431" y="297564"/>
                  </a:lnTo>
                  <a:lnTo>
                    <a:pt x="920353" y="297564"/>
                  </a:lnTo>
                  <a:lnTo>
                    <a:pt x="922274" y="297564"/>
                  </a:lnTo>
                  <a:lnTo>
                    <a:pt x="924195" y="297564"/>
                  </a:lnTo>
                  <a:lnTo>
                    <a:pt x="926117" y="297564"/>
                  </a:lnTo>
                  <a:lnTo>
                    <a:pt x="928038" y="297564"/>
                  </a:lnTo>
                  <a:lnTo>
                    <a:pt x="929960" y="297564"/>
                  </a:lnTo>
                  <a:lnTo>
                    <a:pt x="931881" y="297564"/>
                  </a:lnTo>
                  <a:lnTo>
                    <a:pt x="933802" y="297564"/>
                  </a:lnTo>
                  <a:lnTo>
                    <a:pt x="935724" y="297564"/>
                  </a:lnTo>
                  <a:lnTo>
                    <a:pt x="937645" y="297564"/>
                  </a:lnTo>
                  <a:lnTo>
                    <a:pt x="939567" y="297564"/>
                  </a:lnTo>
                  <a:lnTo>
                    <a:pt x="941488" y="297564"/>
                  </a:lnTo>
                  <a:lnTo>
                    <a:pt x="943410" y="297564"/>
                  </a:lnTo>
                  <a:lnTo>
                    <a:pt x="945331" y="297564"/>
                  </a:lnTo>
                  <a:lnTo>
                    <a:pt x="947252" y="297564"/>
                  </a:lnTo>
                  <a:lnTo>
                    <a:pt x="949174" y="297564"/>
                  </a:lnTo>
                  <a:lnTo>
                    <a:pt x="951095" y="297564"/>
                  </a:lnTo>
                  <a:lnTo>
                    <a:pt x="953017" y="297564"/>
                  </a:lnTo>
                  <a:lnTo>
                    <a:pt x="954938" y="297564"/>
                  </a:lnTo>
                  <a:lnTo>
                    <a:pt x="956859" y="297564"/>
                  </a:lnTo>
                  <a:lnTo>
                    <a:pt x="958781" y="297564"/>
                  </a:lnTo>
                  <a:lnTo>
                    <a:pt x="960702" y="297564"/>
                  </a:lnTo>
                  <a:lnTo>
                    <a:pt x="962624" y="297564"/>
                  </a:lnTo>
                  <a:lnTo>
                    <a:pt x="964545" y="297564"/>
                  </a:lnTo>
                  <a:lnTo>
                    <a:pt x="966466" y="297564"/>
                  </a:lnTo>
                  <a:lnTo>
                    <a:pt x="968388" y="297564"/>
                  </a:lnTo>
                  <a:lnTo>
                    <a:pt x="970309" y="297564"/>
                  </a:lnTo>
                  <a:lnTo>
                    <a:pt x="972231" y="297564"/>
                  </a:lnTo>
                  <a:lnTo>
                    <a:pt x="974152" y="297564"/>
                  </a:lnTo>
                  <a:lnTo>
                    <a:pt x="976073" y="297564"/>
                  </a:lnTo>
                  <a:lnTo>
                    <a:pt x="977995" y="297564"/>
                  </a:lnTo>
                  <a:lnTo>
                    <a:pt x="979916" y="297564"/>
                  </a:lnTo>
                  <a:lnTo>
                    <a:pt x="981838" y="297564"/>
                  </a:lnTo>
                </a:path>
              </a:pathLst>
            </a:custGeom>
            <a:ln w="27101" cap="flat">
              <a:solidFill>
                <a:srgbClr val="D79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3029362" y="2623593"/>
              <a:ext cx="981838" cy="159429"/>
            </a:xfrm>
            <a:custGeom>
              <a:avLst/>
              <a:pathLst>
                <a:path w="981838" h="159429">
                  <a:moveTo>
                    <a:pt x="0" y="159409"/>
                  </a:moveTo>
                  <a:lnTo>
                    <a:pt x="1921" y="159406"/>
                  </a:lnTo>
                  <a:lnTo>
                    <a:pt x="3842" y="159402"/>
                  </a:lnTo>
                  <a:lnTo>
                    <a:pt x="5764" y="159398"/>
                  </a:lnTo>
                  <a:lnTo>
                    <a:pt x="7685" y="159393"/>
                  </a:lnTo>
                  <a:lnTo>
                    <a:pt x="9607" y="159387"/>
                  </a:lnTo>
                  <a:lnTo>
                    <a:pt x="11528" y="159381"/>
                  </a:lnTo>
                  <a:lnTo>
                    <a:pt x="13449" y="159373"/>
                  </a:lnTo>
                  <a:lnTo>
                    <a:pt x="15371" y="159365"/>
                  </a:lnTo>
                  <a:lnTo>
                    <a:pt x="17292" y="159356"/>
                  </a:lnTo>
                  <a:lnTo>
                    <a:pt x="19214" y="159345"/>
                  </a:lnTo>
                  <a:lnTo>
                    <a:pt x="21135" y="159334"/>
                  </a:lnTo>
                  <a:lnTo>
                    <a:pt x="23056" y="159320"/>
                  </a:lnTo>
                  <a:lnTo>
                    <a:pt x="24978" y="159306"/>
                  </a:lnTo>
                  <a:lnTo>
                    <a:pt x="26899" y="159290"/>
                  </a:lnTo>
                  <a:lnTo>
                    <a:pt x="28821" y="159272"/>
                  </a:lnTo>
                  <a:lnTo>
                    <a:pt x="30742" y="159251"/>
                  </a:lnTo>
                  <a:lnTo>
                    <a:pt x="32663" y="159229"/>
                  </a:lnTo>
                  <a:lnTo>
                    <a:pt x="34585" y="159205"/>
                  </a:lnTo>
                  <a:lnTo>
                    <a:pt x="36506" y="159178"/>
                  </a:lnTo>
                  <a:lnTo>
                    <a:pt x="38428" y="159148"/>
                  </a:lnTo>
                  <a:lnTo>
                    <a:pt x="40349" y="159116"/>
                  </a:lnTo>
                  <a:lnTo>
                    <a:pt x="42270" y="159081"/>
                  </a:lnTo>
                  <a:lnTo>
                    <a:pt x="44192" y="159043"/>
                  </a:lnTo>
                  <a:lnTo>
                    <a:pt x="46113" y="159001"/>
                  </a:lnTo>
                  <a:lnTo>
                    <a:pt x="48035" y="158956"/>
                  </a:lnTo>
                  <a:lnTo>
                    <a:pt x="49956" y="158907"/>
                  </a:lnTo>
                  <a:lnTo>
                    <a:pt x="51877" y="158855"/>
                  </a:lnTo>
                  <a:lnTo>
                    <a:pt x="53799" y="158799"/>
                  </a:lnTo>
                  <a:lnTo>
                    <a:pt x="55720" y="158738"/>
                  </a:lnTo>
                  <a:lnTo>
                    <a:pt x="57642" y="158673"/>
                  </a:lnTo>
                  <a:lnTo>
                    <a:pt x="59563" y="158604"/>
                  </a:lnTo>
                  <a:lnTo>
                    <a:pt x="61484" y="158531"/>
                  </a:lnTo>
                  <a:lnTo>
                    <a:pt x="63406" y="158452"/>
                  </a:lnTo>
                  <a:lnTo>
                    <a:pt x="65327" y="158369"/>
                  </a:lnTo>
                  <a:lnTo>
                    <a:pt x="67249" y="158282"/>
                  </a:lnTo>
                  <a:lnTo>
                    <a:pt x="69170" y="158189"/>
                  </a:lnTo>
                  <a:lnTo>
                    <a:pt x="71091" y="158092"/>
                  </a:lnTo>
                  <a:lnTo>
                    <a:pt x="73013" y="157989"/>
                  </a:lnTo>
                  <a:lnTo>
                    <a:pt x="74934" y="157881"/>
                  </a:lnTo>
                  <a:lnTo>
                    <a:pt x="76856" y="157770"/>
                  </a:lnTo>
                  <a:lnTo>
                    <a:pt x="78777" y="157653"/>
                  </a:lnTo>
                  <a:lnTo>
                    <a:pt x="80699" y="157530"/>
                  </a:lnTo>
                  <a:lnTo>
                    <a:pt x="82620" y="157403"/>
                  </a:lnTo>
                  <a:lnTo>
                    <a:pt x="84541" y="157272"/>
                  </a:lnTo>
                  <a:lnTo>
                    <a:pt x="86463" y="157137"/>
                  </a:lnTo>
                  <a:lnTo>
                    <a:pt x="88384" y="156996"/>
                  </a:lnTo>
                  <a:lnTo>
                    <a:pt x="90306" y="156851"/>
                  </a:lnTo>
                  <a:lnTo>
                    <a:pt x="92227" y="156703"/>
                  </a:lnTo>
                  <a:lnTo>
                    <a:pt x="94148" y="156552"/>
                  </a:lnTo>
                  <a:lnTo>
                    <a:pt x="96070" y="156396"/>
                  </a:lnTo>
                  <a:lnTo>
                    <a:pt x="97991" y="156236"/>
                  </a:lnTo>
                  <a:lnTo>
                    <a:pt x="99913" y="156075"/>
                  </a:lnTo>
                  <a:lnTo>
                    <a:pt x="101834" y="155910"/>
                  </a:lnTo>
                  <a:lnTo>
                    <a:pt x="103755" y="155743"/>
                  </a:lnTo>
                  <a:lnTo>
                    <a:pt x="105677" y="155573"/>
                  </a:lnTo>
                  <a:lnTo>
                    <a:pt x="107598" y="155402"/>
                  </a:lnTo>
                  <a:lnTo>
                    <a:pt x="109520" y="155230"/>
                  </a:lnTo>
                  <a:lnTo>
                    <a:pt x="111441" y="155056"/>
                  </a:lnTo>
                  <a:lnTo>
                    <a:pt x="113362" y="154881"/>
                  </a:lnTo>
                  <a:lnTo>
                    <a:pt x="115284" y="154706"/>
                  </a:lnTo>
                  <a:lnTo>
                    <a:pt x="117205" y="154530"/>
                  </a:lnTo>
                  <a:lnTo>
                    <a:pt x="119127" y="154355"/>
                  </a:lnTo>
                  <a:lnTo>
                    <a:pt x="121048" y="154180"/>
                  </a:lnTo>
                  <a:lnTo>
                    <a:pt x="122969" y="154006"/>
                  </a:lnTo>
                  <a:lnTo>
                    <a:pt x="124891" y="153833"/>
                  </a:lnTo>
                  <a:lnTo>
                    <a:pt x="126812" y="153661"/>
                  </a:lnTo>
                  <a:lnTo>
                    <a:pt x="128734" y="153490"/>
                  </a:lnTo>
                  <a:lnTo>
                    <a:pt x="130655" y="153322"/>
                  </a:lnTo>
                  <a:lnTo>
                    <a:pt x="132576" y="153156"/>
                  </a:lnTo>
                  <a:lnTo>
                    <a:pt x="134498" y="152992"/>
                  </a:lnTo>
                  <a:lnTo>
                    <a:pt x="136419" y="152830"/>
                  </a:lnTo>
                  <a:lnTo>
                    <a:pt x="138341" y="152672"/>
                  </a:lnTo>
                  <a:lnTo>
                    <a:pt x="140262" y="152516"/>
                  </a:lnTo>
                  <a:lnTo>
                    <a:pt x="142183" y="152362"/>
                  </a:lnTo>
                  <a:lnTo>
                    <a:pt x="144105" y="152212"/>
                  </a:lnTo>
                  <a:lnTo>
                    <a:pt x="146026" y="152065"/>
                  </a:lnTo>
                  <a:lnTo>
                    <a:pt x="147948" y="151921"/>
                  </a:lnTo>
                  <a:lnTo>
                    <a:pt x="149869" y="151780"/>
                  </a:lnTo>
                  <a:lnTo>
                    <a:pt x="151791" y="151642"/>
                  </a:lnTo>
                  <a:lnTo>
                    <a:pt x="153712" y="151507"/>
                  </a:lnTo>
                  <a:lnTo>
                    <a:pt x="155633" y="151375"/>
                  </a:lnTo>
                  <a:lnTo>
                    <a:pt x="157555" y="151245"/>
                  </a:lnTo>
                  <a:lnTo>
                    <a:pt x="159476" y="151118"/>
                  </a:lnTo>
                  <a:lnTo>
                    <a:pt x="161398" y="150994"/>
                  </a:lnTo>
                  <a:lnTo>
                    <a:pt x="163319" y="150872"/>
                  </a:lnTo>
                  <a:lnTo>
                    <a:pt x="165240" y="150751"/>
                  </a:lnTo>
                  <a:lnTo>
                    <a:pt x="167162" y="150632"/>
                  </a:lnTo>
                  <a:lnTo>
                    <a:pt x="169083" y="150515"/>
                  </a:lnTo>
                  <a:lnTo>
                    <a:pt x="171005" y="150398"/>
                  </a:lnTo>
                  <a:lnTo>
                    <a:pt x="172926" y="150282"/>
                  </a:lnTo>
                  <a:lnTo>
                    <a:pt x="174847" y="150167"/>
                  </a:lnTo>
                  <a:lnTo>
                    <a:pt x="176769" y="150051"/>
                  </a:lnTo>
                  <a:lnTo>
                    <a:pt x="178690" y="149935"/>
                  </a:lnTo>
                  <a:lnTo>
                    <a:pt x="180612" y="149818"/>
                  </a:lnTo>
                  <a:lnTo>
                    <a:pt x="182533" y="149699"/>
                  </a:lnTo>
                  <a:lnTo>
                    <a:pt x="184454" y="149579"/>
                  </a:lnTo>
                  <a:lnTo>
                    <a:pt x="186376" y="149457"/>
                  </a:lnTo>
                  <a:lnTo>
                    <a:pt x="188297" y="149332"/>
                  </a:lnTo>
                  <a:lnTo>
                    <a:pt x="190219" y="149204"/>
                  </a:lnTo>
                  <a:lnTo>
                    <a:pt x="192140" y="149073"/>
                  </a:lnTo>
                  <a:lnTo>
                    <a:pt x="194061" y="148939"/>
                  </a:lnTo>
                  <a:lnTo>
                    <a:pt x="195983" y="148799"/>
                  </a:lnTo>
                  <a:lnTo>
                    <a:pt x="197904" y="148655"/>
                  </a:lnTo>
                  <a:lnTo>
                    <a:pt x="199826" y="148507"/>
                  </a:lnTo>
                  <a:lnTo>
                    <a:pt x="201747" y="148355"/>
                  </a:lnTo>
                  <a:lnTo>
                    <a:pt x="203668" y="148196"/>
                  </a:lnTo>
                  <a:lnTo>
                    <a:pt x="205590" y="148032"/>
                  </a:lnTo>
                  <a:lnTo>
                    <a:pt x="207511" y="147862"/>
                  </a:lnTo>
                  <a:lnTo>
                    <a:pt x="209433" y="147687"/>
                  </a:lnTo>
                  <a:lnTo>
                    <a:pt x="211354" y="147506"/>
                  </a:lnTo>
                  <a:lnTo>
                    <a:pt x="213275" y="147318"/>
                  </a:lnTo>
                  <a:lnTo>
                    <a:pt x="215197" y="147125"/>
                  </a:lnTo>
                  <a:lnTo>
                    <a:pt x="217118" y="146926"/>
                  </a:lnTo>
                  <a:lnTo>
                    <a:pt x="219040" y="146722"/>
                  </a:lnTo>
                  <a:lnTo>
                    <a:pt x="220961" y="146511"/>
                  </a:lnTo>
                  <a:lnTo>
                    <a:pt x="222883" y="146294"/>
                  </a:lnTo>
                  <a:lnTo>
                    <a:pt x="224804" y="146073"/>
                  </a:lnTo>
                  <a:lnTo>
                    <a:pt x="226725" y="145848"/>
                  </a:lnTo>
                  <a:lnTo>
                    <a:pt x="228647" y="145616"/>
                  </a:lnTo>
                  <a:lnTo>
                    <a:pt x="230568" y="145380"/>
                  </a:lnTo>
                  <a:lnTo>
                    <a:pt x="232490" y="145140"/>
                  </a:lnTo>
                  <a:lnTo>
                    <a:pt x="234411" y="144897"/>
                  </a:lnTo>
                  <a:lnTo>
                    <a:pt x="236332" y="144651"/>
                  </a:lnTo>
                  <a:lnTo>
                    <a:pt x="238254" y="144401"/>
                  </a:lnTo>
                  <a:lnTo>
                    <a:pt x="240175" y="144150"/>
                  </a:lnTo>
                  <a:lnTo>
                    <a:pt x="242097" y="143897"/>
                  </a:lnTo>
                  <a:lnTo>
                    <a:pt x="244018" y="143642"/>
                  </a:lnTo>
                  <a:lnTo>
                    <a:pt x="245939" y="143386"/>
                  </a:lnTo>
                  <a:lnTo>
                    <a:pt x="247861" y="143130"/>
                  </a:lnTo>
                  <a:lnTo>
                    <a:pt x="249782" y="142874"/>
                  </a:lnTo>
                  <a:lnTo>
                    <a:pt x="251704" y="142619"/>
                  </a:lnTo>
                  <a:lnTo>
                    <a:pt x="253625" y="142365"/>
                  </a:lnTo>
                  <a:lnTo>
                    <a:pt x="255546" y="142112"/>
                  </a:lnTo>
                  <a:lnTo>
                    <a:pt x="257468" y="141861"/>
                  </a:lnTo>
                  <a:lnTo>
                    <a:pt x="259389" y="141612"/>
                  </a:lnTo>
                  <a:lnTo>
                    <a:pt x="261311" y="141366"/>
                  </a:lnTo>
                  <a:lnTo>
                    <a:pt x="263232" y="141123"/>
                  </a:lnTo>
                  <a:lnTo>
                    <a:pt x="265153" y="140882"/>
                  </a:lnTo>
                  <a:lnTo>
                    <a:pt x="267075" y="140644"/>
                  </a:lnTo>
                  <a:lnTo>
                    <a:pt x="268996" y="140409"/>
                  </a:lnTo>
                  <a:lnTo>
                    <a:pt x="270918" y="140178"/>
                  </a:lnTo>
                  <a:lnTo>
                    <a:pt x="272839" y="139949"/>
                  </a:lnTo>
                  <a:lnTo>
                    <a:pt x="274760" y="139724"/>
                  </a:lnTo>
                  <a:lnTo>
                    <a:pt x="276682" y="139501"/>
                  </a:lnTo>
                  <a:lnTo>
                    <a:pt x="278603" y="139281"/>
                  </a:lnTo>
                  <a:lnTo>
                    <a:pt x="280525" y="139063"/>
                  </a:lnTo>
                  <a:lnTo>
                    <a:pt x="282446" y="138846"/>
                  </a:lnTo>
                  <a:lnTo>
                    <a:pt x="284367" y="138631"/>
                  </a:lnTo>
                  <a:lnTo>
                    <a:pt x="286289" y="138417"/>
                  </a:lnTo>
                  <a:lnTo>
                    <a:pt x="288210" y="138203"/>
                  </a:lnTo>
                  <a:lnTo>
                    <a:pt x="290132" y="137988"/>
                  </a:lnTo>
                  <a:lnTo>
                    <a:pt x="292053" y="137773"/>
                  </a:lnTo>
                  <a:lnTo>
                    <a:pt x="293975" y="137555"/>
                  </a:lnTo>
                  <a:lnTo>
                    <a:pt x="295896" y="137334"/>
                  </a:lnTo>
                  <a:lnTo>
                    <a:pt x="297817" y="137110"/>
                  </a:lnTo>
                  <a:lnTo>
                    <a:pt x="299739" y="136881"/>
                  </a:lnTo>
                  <a:lnTo>
                    <a:pt x="301660" y="136647"/>
                  </a:lnTo>
                  <a:lnTo>
                    <a:pt x="303582" y="136405"/>
                  </a:lnTo>
                  <a:lnTo>
                    <a:pt x="305503" y="136156"/>
                  </a:lnTo>
                  <a:lnTo>
                    <a:pt x="307424" y="135899"/>
                  </a:lnTo>
                  <a:lnTo>
                    <a:pt x="309346" y="135634"/>
                  </a:lnTo>
                  <a:lnTo>
                    <a:pt x="311267" y="135355"/>
                  </a:lnTo>
                  <a:lnTo>
                    <a:pt x="313189" y="135064"/>
                  </a:lnTo>
                  <a:lnTo>
                    <a:pt x="315110" y="134763"/>
                  </a:lnTo>
                  <a:lnTo>
                    <a:pt x="317031" y="134449"/>
                  </a:lnTo>
                  <a:lnTo>
                    <a:pt x="318953" y="134117"/>
                  </a:lnTo>
                  <a:lnTo>
                    <a:pt x="320874" y="133769"/>
                  </a:lnTo>
                  <a:lnTo>
                    <a:pt x="322796" y="133405"/>
                  </a:lnTo>
                  <a:lnTo>
                    <a:pt x="324717" y="133026"/>
                  </a:lnTo>
                  <a:lnTo>
                    <a:pt x="326638" y="132626"/>
                  </a:lnTo>
                  <a:lnTo>
                    <a:pt x="328560" y="132204"/>
                  </a:lnTo>
                  <a:lnTo>
                    <a:pt x="330481" y="131764"/>
                  </a:lnTo>
                  <a:lnTo>
                    <a:pt x="332403" y="131304"/>
                  </a:lnTo>
                  <a:lnTo>
                    <a:pt x="334324" y="130822"/>
                  </a:lnTo>
                  <a:lnTo>
                    <a:pt x="336245" y="130312"/>
                  </a:lnTo>
                  <a:lnTo>
                    <a:pt x="338167" y="129780"/>
                  </a:lnTo>
                  <a:lnTo>
                    <a:pt x="340088" y="129226"/>
                  </a:lnTo>
                  <a:lnTo>
                    <a:pt x="342010" y="128649"/>
                  </a:lnTo>
                  <a:lnTo>
                    <a:pt x="343931" y="128039"/>
                  </a:lnTo>
                  <a:lnTo>
                    <a:pt x="345852" y="127404"/>
                  </a:lnTo>
                  <a:lnTo>
                    <a:pt x="347774" y="126744"/>
                  </a:lnTo>
                  <a:lnTo>
                    <a:pt x="349695" y="126058"/>
                  </a:lnTo>
                  <a:lnTo>
                    <a:pt x="351617" y="125339"/>
                  </a:lnTo>
                  <a:lnTo>
                    <a:pt x="353538" y="124589"/>
                  </a:lnTo>
                  <a:lnTo>
                    <a:pt x="355459" y="123811"/>
                  </a:lnTo>
                  <a:lnTo>
                    <a:pt x="357381" y="123006"/>
                  </a:lnTo>
                  <a:lnTo>
                    <a:pt x="359302" y="122168"/>
                  </a:lnTo>
                  <a:lnTo>
                    <a:pt x="361224" y="121291"/>
                  </a:lnTo>
                  <a:lnTo>
                    <a:pt x="363145" y="120384"/>
                  </a:lnTo>
                  <a:lnTo>
                    <a:pt x="365067" y="119446"/>
                  </a:lnTo>
                  <a:lnTo>
                    <a:pt x="366988" y="118476"/>
                  </a:lnTo>
                  <a:lnTo>
                    <a:pt x="368909" y="117460"/>
                  </a:lnTo>
                  <a:lnTo>
                    <a:pt x="370831" y="116410"/>
                  </a:lnTo>
                  <a:lnTo>
                    <a:pt x="372752" y="115325"/>
                  </a:lnTo>
                  <a:lnTo>
                    <a:pt x="374674" y="114205"/>
                  </a:lnTo>
                  <a:lnTo>
                    <a:pt x="376595" y="113038"/>
                  </a:lnTo>
                  <a:lnTo>
                    <a:pt x="378516" y="111828"/>
                  </a:lnTo>
                  <a:lnTo>
                    <a:pt x="380438" y="110579"/>
                  </a:lnTo>
                  <a:lnTo>
                    <a:pt x="382359" y="109290"/>
                  </a:lnTo>
                  <a:lnTo>
                    <a:pt x="384281" y="107954"/>
                  </a:lnTo>
                  <a:lnTo>
                    <a:pt x="386202" y="106565"/>
                  </a:lnTo>
                  <a:lnTo>
                    <a:pt x="388123" y="105131"/>
                  </a:lnTo>
                  <a:lnTo>
                    <a:pt x="390045" y="103654"/>
                  </a:lnTo>
                  <a:lnTo>
                    <a:pt x="391966" y="102130"/>
                  </a:lnTo>
                  <a:lnTo>
                    <a:pt x="393888" y="100540"/>
                  </a:lnTo>
                  <a:lnTo>
                    <a:pt x="395809" y="98903"/>
                  </a:lnTo>
                  <a:lnTo>
                    <a:pt x="397730" y="97217"/>
                  </a:lnTo>
                  <a:lnTo>
                    <a:pt x="399652" y="95481"/>
                  </a:lnTo>
                  <a:lnTo>
                    <a:pt x="401573" y="93679"/>
                  </a:lnTo>
                  <a:lnTo>
                    <a:pt x="403495" y="91821"/>
                  </a:lnTo>
                  <a:lnTo>
                    <a:pt x="405416" y="89912"/>
                  </a:lnTo>
                  <a:lnTo>
                    <a:pt x="407337" y="87952"/>
                  </a:lnTo>
                  <a:lnTo>
                    <a:pt x="409259" y="85929"/>
                  </a:lnTo>
                  <a:lnTo>
                    <a:pt x="411180" y="83844"/>
                  </a:lnTo>
                  <a:lnTo>
                    <a:pt x="413102" y="81709"/>
                  </a:lnTo>
                  <a:lnTo>
                    <a:pt x="415023" y="79523"/>
                  </a:lnTo>
                  <a:lnTo>
                    <a:pt x="416944" y="77285"/>
                  </a:lnTo>
                  <a:lnTo>
                    <a:pt x="418866" y="74982"/>
                  </a:lnTo>
                  <a:lnTo>
                    <a:pt x="420787" y="72635"/>
                  </a:lnTo>
                  <a:lnTo>
                    <a:pt x="422709" y="70243"/>
                  </a:lnTo>
                  <a:lnTo>
                    <a:pt x="424630" y="67810"/>
                  </a:lnTo>
                  <a:lnTo>
                    <a:pt x="426551" y="65324"/>
                  </a:lnTo>
                  <a:lnTo>
                    <a:pt x="428473" y="62802"/>
                  </a:lnTo>
                  <a:lnTo>
                    <a:pt x="430394" y="60249"/>
                  </a:lnTo>
                  <a:lnTo>
                    <a:pt x="432316" y="57667"/>
                  </a:lnTo>
                  <a:lnTo>
                    <a:pt x="434237" y="55056"/>
                  </a:lnTo>
                  <a:lnTo>
                    <a:pt x="436159" y="52425"/>
                  </a:lnTo>
                  <a:lnTo>
                    <a:pt x="438080" y="49781"/>
                  </a:lnTo>
                  <a:lnTo>
                    <a:pt x="440001" y="47130"/>
                  </a:lnTo>
                  <a:lnTo>
                    <a:pt x="441923" y="44475"/>
                  </a:lnTo>
                  <a:lnTo>
                    <a:pt x="443844" y="41827"/>
                  </a:lnTo>
                  <a:lnTo>
                    <a:pt x="445766" y="39192"/>
                  </a:lnTo>
                  <a:lnTo>
                    <a:pt x="447687" y="36574"/>
                  </a:lnTo>
                  <a:lnTo>
                    <a:pt x="449608" y="33980"/>
                  </a:lnTo>
                  <a:lnTo>
                    <a:pt x="451530" y="31432"/>
                  </a:lnTo>
                  <a:lnTo>
                    <a:pt x="453451" y="28926"/>
                  </a:lnTo>
                  <a:lnTo>
                    <a:pt x="455373" y="26468"/>
                  </a:lnTo>
                  <a:lnTo>
                    <a:pt x="457294" y="24063"/>
                  </a:lnTo>
                  <a:lnTo>
                    <a:pt x="459215" y="21739"/>
                  </a:lnTo>
                  <a:lnTo>
                    <a:pt x="461137" y="19497"/>
                  </a:lnTo>
                  <a:lnTo>
                    <a:pt x="463058" y="17333"/>
                  </a:lnTo>
                  <a:lnTo>
                    <a:pt x="464980" y="15254"/>
                  </a:lnTo>
                  <a:lnTo>
                    <a:pt x="466901" y="13282"/>
                  </a:lnTo>
                  <a:lnTo>
                    <a:pt x="468822" y="11437"/>
                  </a:lnTo>
                  <a:lnTo>
                    <a:pt x="470744" y="9700"/>
                  </a:lnTo>
                  <a:lnTo>
                    <a:pt x="472665" y="8076"/>
                  </a:lnTo>
                  <a:lnTo>
                    <a:pt x="474587" y="6575"/>
                  </a:lnTo>
                  <a:lnTo>
                    <a:pt x="476508" y="5248"/>
                  </a:lnTo>
                  <a:lnTo>
                    <a:pt x="478429" y="4053"/>
                  </a:lnTo>
                  <a:lnTo>
                    <a:pt x="480351" y="2993"/>
                  </a:lnTo>
                  <a:lnTo>
                    <a:pt x="482272" y="2072"/>
                  </a:lnTo>
                  <a:lnTo>
                    <a:pt x="484194" y="1343"/>
                  </a:lnTo>
                  <a:lnTo>
                    <a:pt x="486115" y="774"/>
                  </a:lnTo>
                  <a:lnTo>
                    <a:pt x="488036" y="354"/>
                  </a:lnTo>
                  <a:lnTo>
                    <a:pt x="489958" y="84"/>
                  </a:lnTo>
                  <a:lnTo>
                    <a:pt x="491879" y="0"/>
                  </a:lnTo>
                  <a:lnTo>
                    <a:pt x="493801" y="101"/>
                  </a:lnTo>
                  <a:lnTo>
                    <a:pt x="495722" y="354"/>
                  </a:lnTo>
                  <a:lnTo>
                    <a:pt x="497643" y="759"/>
                  </a:lnTo>
                  <a:lnTo>
                    <a:pt x="499565" y="1328"/>
                  </a:lnTo>
                  <a:lnTo>
                    <a:pt x="501486" y="2097"/>
                  </a:lnTo>
                  <a:lnTo>
                    <a:pt x="503408" y="3011"/>
                  </a:lnTo>
                  <a:lnTo>
                    <a:pt x="505329" y="4068"/>
                  </a:lnTo>
                  <a:lnTo>
                    <a:pt x="507250" y="5265"/>
                  </a:lnTo>
                  <a:lnTo>
                    <a:pt x="509172" y="6649"/>
                  </a:lnTo>
                  <a:lnTo>
                    <a:pt x="511093" y="8168"/>
                  </a:lnTo>
                  <a:lnTo>
                    <a:pt x="513015" y="9810"/>
                  </a:lnTo>
                  <a:lnTo>
                    <a:pt x="514936" y="11573"/>
                  </a:lnTo>
                  <a:lnTo>
                    <a:pt x="516858" y="13480"/>
                  </a:lnTo>
                  <a:lnTo>
                    <a:pt x="518779" y="15510"/>
                  </a:lnTo>
                  <a:lnTo>
                    <a:pt x="520700" y="17639"/>
                  </a:lnTo>
                  <a:lnTo>
                    <a:pt x="522622" y="19861"/>
                  </a:lnTo>
                  <a:lnTo>
                    <a:pt x="524543" y="22183"/>
                  </a:lnTo>
                  <a:lnTo>
                    <a:pt x="526465" y="24607"/>
                  </a:lnTo>
                  <a:lnTo>
                    <a:pt x="528386" y="27101"/>
                  </a:lnTo>
                  <a:lnTo>
                    <a:pt x="530307" y="29659"/>
                  </a:lnTo>
                  <a:lnTo>
                    <a:pt x="532229" y="32275"/>
                  </a:lnTo>
                  <a:lnTo>
                    <a:pt x="534150" y="34963"/>
                  </a:lnTo>
                  <a:lnTo>
                    <a:pt x="536072" y="37690"/>
                  </a:lnTo>
                  <a:lnTo>
                    <a:pt x="537993" y="40452"/>
                  </a:lnTo>
                  <a:lnTo>
                    <a:pt x="539914" y="43244"/>
                  </a:lnTo>
                  <a:lnTo>
                    <a:pt x="541836" y="46063"/>
                  </a:lnTo>
                  <a:lnTo>
                    <a:pt x="543757" y="48898"/>
                  </a:lnTo>
                  <a:lnTo>
                    <a:pt x="545679" y="51739"/>
                  </a:lnTo>
                  <a:lnTo>
                    <a:pt x="547600" y="54583"/>
                  </a:lnTo>
                  <a:lnTo>
                    <a:pt x="549521" y="57423"/>
                  </a:lnTo>
                  <a:lnTo>
                    <a:pt x="551443" y="60250"/>
                  </a:lnTo>
                  <a:lnTo>
                    <a:pt x="553364" y="63060"/>
                  </a:lnTo>
                  <a:lnTo>
                    <a:pt x="555286" y="65851"/>
                  </a:lnTo>
                  <a:lnTo>
                    <a:pt x="557207" y="68618"/>
                  </a:lnTo>
                  <a:lnTo>
                    <a:pt x="559128" y="71343"/>
                  </a:lnTo>
                  <a:lnTo>
                    <a:pt x="561050" y="74034"/>
                  </a:lnTo>
                  <a:lnTo>
                    <a:pt x="562971" y="76688"/>
                  </a:lnTo>
                  <a:lnTo>
                    <a:pt x="564893" y="79303"/>
                  </a:lnTo>
                  <a:lnTo>
                    <a:pt x="566814" y="81859"/>
                  </a:lnTo>
                  <a:lnTo>
                    <a:pt x="568735" y="84363"/>
                  </a:lnTo>
                  <a:lnTo>
                    <a:pt x="570657" y="86819"/>
                  </a:lnTo>
                  <a:lnTo>
                    <a:pt x="572578" y="89225"/>
                  </a:lnTo>
                  <a:lnTo>
                    <a:pt x="574500" y="91565"/>
                  </a:lnTo>
                  <a:lnTo>
                    <a:pt x="576421" y="93840"/>
                  </a:lnTo>
                  <a:lnTo>
                    <a:pt x="578342" y="96058"/>
                  </a:lnTo>
                  <a:lnTo>
                    <a:pt x="580264" y="98219"/>
                  </a:lnTo>
                  <a:lnTo>
                    <a:pt x="582185" y="100316"/>
                  </a:lnTo>
                  <a:lnTo>
                    <a:pt x="584107" y="102334"/>
                  </a:lnTo>
                  <a:lnTo>
                    <a:pt x="586028" y="104292"/>
                  </a:lnTo>
                  <a:lnTo>
                    <a:pt x="587950" y="106191"/>
                  </a:lnTo>
                  <a:lnTo>
                    <a:pt x="589871" y="108029"/>
                  </a:lnTo>
                  <a:lnTo>
                    <a:pt x="591792" y="109783"/>
                  </a:lnTo>
                  <a:lnTo>
                    <a:pt x="593714" y="111474"/>
                  </a:lnTo>
                  <a:lnTo>
                    <a:pt x="595635" y="113106"/>
                  </a:lnTo>
                  <a:lnTo>
                    <a:pt x="597557" y="114677"/>
                  </a:lnTo>
                  <a:lnTo>
                    <a:pt x="599478" y="116173"/>
                  </a:lnTo>
                  <a:lnTo>
                    <a:pt x="601399" y="117599"/>
                  </a:lnTo>
                  <a:lnTo>
                    <a:pt x="603321" y="118968"/>
                  </a:lnTo>
                  <a:lnTo>
                    <a:pt x="605242" y="120278"/>
                  </a:lnTo>
                  <a:lnTo>
                    <a:pt x="607164" y="121522"/>
                  </a:lnTo>
                  <a:lnTo>
                    <a:pt x="609085" y="122692"/>
                  </a:lnTo>
                  <a:lnTo>
                    <a:pt x="611006" y="123807"/>
                  </a:lnTo>
                  <a:lnTo>
                    <a:pt x="612928" y="124865"/>
                  </a:lnTo>
                  <a:lnTo>
                    <a:pt x="614849" y="125868"/>
                  </a:lnTo>
                  <a:lnTo>
                    <a:pt x="616771" y="126792"/>
                  </a:lnTo>
                  <a:lnTo>
                    <a:pt x="618692" y="127664"/>
                  </a:lnTo>
                  <a:lnTo>
                    <a:pt x="620613" y="128482"/>
                  </a:lnTo>
                  <a:lnTo>
                    <a:pt x="622535" y="129247"/>
                  </a:lnTo>
                  <a:lnTo>
                    <a:pt x="624456" y="129943"/>
                  </a:lnTo>
                  <a:lnTo>
                    <a:pt x="626378" y="130582"/>
                  </a:lnTo>
                  <a:lnTo>
                    <a:pt x="628299" y="131171"/>
                  </a:lnTo>
                  <a:lnTo>
                    <a:pt x="630220" y="131708"/>
                  </a:lnTo>
                  <a:lnTo>
                    <a:pt x="632142" y="132187"/>
                  </a:lnTo>
                  <a:lnTo>
                    <a:pt x="634063" y="132605"/>
                  </a:lnTo>
                  <a:lnTo>
                    <a:pt x="635985" y="132974"/>
                  </a:lnTo>
                  <a:lnTo>
                    <a:pt x="637906" y="133295"/>
                  </a:lnTo>
                  <a:lnTo>
                    <a:pt x="639827" y="133566"/>
                  </a:lnTo>
                  <a:lnTo>
                    <a:pt x="641749" y="133773"/>
                  </a:lnTo>
                  <a:lnTo>
                    <a:pt x="643670" y="133934"/>
                  </a:lnTo>
                  <a:lnTo>
                    <a:pt x="645592" y="134051"/>
                  </a:lnTo>
                  <a:lnTo>
                    <a:pt x="647513" y="134123"/>
                  </a:lnTo>
                  <a:lnTo>
                    <a:pt x="649434" y="134135"/>
                  </a:lnTo>
                  <a:lnTo>
                    <a:pt x="651356" y="134103"/>
                  </a:lnTo>
                  <a:lnTo>
                    <a:pt x="653277" y="134029"/>
                  </a:lnTo>
                  <a:lnTo>
                    <a:pt x="655199" y="133915"/>
                  </a:lnTo>
                  <a:lnTo>
                    <a:pt x="657120" y="133753"/>
                  </a:lnTo>
                  <a:lnTo>
                    <a:pt x="659042" y="133546"/>
                  </a:lnTo>
                  <a:lnTo>
                    <a:pt x="660963" y="133304"/>
                  </a:lnTo>
                  <a:lnTo>
                    <a:pt x="662884" y="133027"/>
                  </a:lnTo>
                  <a:lnTo>
                    <a:pt x="664806" y="132714"/>
                  </a:lnTo>
                  <a:lnTo>
                    <a:pt x="666727" y="132360"/>
                  </a:lnTo>
                  <a:lnTo>
                    <a:pt x="668649" y="131978"/>
                  </a:lnTo>
                  <a:lnTo>
                    <a:pt x="670570" y="131570"/>
                  </a:lnTo>
                  <a:lnTo>
                    <a:pt x="672491" y="131136"/>
                  </a:lnTo>
                  <a:lnTo>
                    <a:pt x="674413" y="130672"/>
                  </a:lnTo>
                  <a:lnTo>
                    <a:pt x="676334" y="130189"/>
                  </a:lnTo>
                  <a:lnTo>
                    <a:pt x="678256" y="129689"/>
                  </a:lnTo>
                  <a:lnTo>
                    <a:pt x="680177" y="129175"/>
                  </a:lnTo>
                  <a:lnTo>
                    <a:pt x="682098" y="128646"/>
                  </a:lnTo>
                  <a:lnTo>
                    <a:pt x="684020" y="128108"/>
                  </a:lnTo>
                  <a:lnTo>
                    <a:pt x="685941" y="127565"/>
                  </a:lnTo>
                  <a:lnTo>
                    <a:pt x="687863" y="127020"/>
                  </a:lnTo>
                  <a:lnTo>
                    <a:pt x="689784" y="126475"/>
                  </a:lnTo>
                  <a:lnTo>
                    <a:pt x="691705" y="125936"/>
                  </a:lnTo>
                  <a:lnTo>
                    <a:pt x="693627" y="125404"/>
                  </a:lnTo>
                  <a:lnTo>
                    <a:pt x="695548" y="124882"/>
                  </a:lnTo>
                  <a:lnTo>
                    <a:pt x="697470" y="124373"/>
                  </a:lnTo>
                  <a:lnTo>
                    <a:pt x="699391" y="123887"/>
                  </a:lnTo>
                  <a:lnTo>
                    <a:pt x="701312" y="123421"/>
                  </a:lnTo>
                  <a:lnTo>
                    <a:pt x="703234" y="122977"/>
                  </a:lnTo>
                  <a:lnTo>
                    <a:pt x="705155" y="122557"/>
                  </a:lnTo>
                  <a:lnTo>
                    <a:pt x="707077" y="122173"/>
                  </a:lnTo>
                  <a:lnTo>
                    <a:pt x="708998" y="121822"/>
                  </a:lnTo>
                  <a:lnTo>
                    <a:pt x="710919" y="121504"/>
                  </a:lnTo>
                  <a:lnTo>
                    <a:pt x="712841" y="121221"/>
                  </a:lnTo>
                  <a:lnTo>
                    <a:pt x="714762" y="120980"/>
                  </a:lnTo>
                  <a:lnTo>
                    <a:pt x="716684" y="120786"/>
                  </a:lnTo>
                  <a:lnTo>
                    <a:pt x="718605" y="120632"/>
                  </a:lnTo>
                  <a:lnTo>
                    <a:pt x="720526" y="120519"/>
                  </a:lnTo>
                  <a:lnTo>
                    <a:pt x="722448" y="120450"/>
                  </a:lnTo>
                  <a:lnTo>
                    <a:pt x="724369" y="120440"/>
                  </a:lnTo>
                  <a:lnTo>
                    <a:pt x="726291" y="120473"/>
                  </a:lnTo>
                  <a:lnTo>
                    <a:pt x="728212" y="120549"/>
                  </a:lnTo>
                  <a:lnTo>
                    <a:pt x="730134" y="120669"/>
                  </a:lnTo>
                  <a:lnTo>
                    <a:pt x="732055" y="120848"/>
                  </a:lnTo>
                  <a:lnTo>
                    <a:pt x="733976" y="121073"/>
                  </a:lnTo>
                  <a:lnTo>
                    <a:pt x="735898" y="121340"/>
                  </a:lnTo>
                  <a:lnTo>
                    <a:pt x="737819" y="121648"/>
                  </a:lnTo>
                  <a:lnTo>
                    <a:pt x="739741" y="122006"/>
                  </a:lnTo>
                  <a:lnTo>
                    <a:pt x="741662" y="122410"/>
                  </a:lnTo>
                  <a:lnTo>
                    <a:pt x="743583" y="122851"/>
                  </a:lnTo>
                  <a:lnTo>
                    <a:pt x="745505" y="123328"/>
                  </a:lnTo>
                  <a:lnTo>
                    <a:pt x="747426" y="123842"/>
                  </a:lnTo>
                  <a:lnTo>
                    <a:pt x="749348" y="124397"/>
                  </a:lnTo>
                  <a:lnTo>
                    <a:pt x="751269" y="124981"/>
                  </a:lnTo>
                  <a:lnTo>
                    <a:pt x="753190" y="125592"/>
                  </a:lnTo>
                  <a:lnTo>
                    <a:pt x="755112" y="126227"/>
                  </a:lnTo>
                  <a:lnTo>
                    <a:pt x="757033" y="126894"/>
                  </a:lnTo>
                  <a:lnTo>
                    <a:pt x="758955" y="127579"/>
                  </a:lnTo>
                  <a:lnTo>
                    <a:pt x="760876" y="128281"/>
                  </a:lnTo>
                  <a:lnTo>
                    <a:pt x="762797" y="128997"/>
                  </a:lnTo>
                  <a:lnTo>
                    <a:pt x="764719" y="129728"/>
                  </a:lnTo>
                  <a:lnTo>
                    <a:pt x="766640" y="130469"/>
                  </a:lnTo>
                  <a:lnTo>
                    <a:pt x="768562" y="131216"/>
                  </a:lnTo>
                  <a:lnTo>
                    <a:pt x="770483" y="131966"/>
                  </a:lnTo>
                  <a:lnTo>
                    <a:pt x="772404" y="132719"/>
                  </a:lnTo>
                  <a:lnTo>
                    <a:pt x="774326" y="133471"/>
                  </a:lnTo>
                  <a:lnTo>
                    <a:pt x="776247" y="134219"/>
                  </a:lnTo>
                  <a:lnTo>
                    <a:pt x="778169" y="134962"/>
                  </a:lnTo>
                  <a:lnTo>
                    <a:pt x="780090" y="135698"/>
                  </a:lnTo>
                  <a:lnTo>
                    <a:pt x="782011" y="136422"/>
                  </a:lnTo>
                  <a:lnTo>
                    <a:pt x="783933" y="137135"/>
                  </a:lnTo>
                  <a:lnTo>
                    <a:pt x="785854" y="137836"/>
                  </a:lnTo>
                  <a:lnTo>
                    <a:pt x="787776" y="138525"/>
                  </a:lnTo>
                  <a:lnTo>
                    <a:pt x="789697" y="139194"/>
                  </a:lnTo>
                  <a:lnTo>
                    <a:pt x="791618" y="139846"/>
                  </a:lnTo>
                  <a:lnTo>
                    <a:pt x="793540" y="140482"/>
                  </a:lnTo>
                  <a:lnTo>
                    <a:pt x="795461" y="141101"/>
                  </a:lnTo>
                  <a:lnTo>
                    <a:pt x="797383" y="141700"/>
                  </a:lnTo>
                  <a:lnTo>
                    <a:pt x="799304" y="142276"/>
                  </a:lnTo>
                  <a:lnTo>
                    <a:pt x="801226" y="142835"/>
                  </a:lnTo>
                  <a:lnTo>
                    <a:pt x="803147" y="143376"/>
                  </a:lnTo>
                  <a:lnTo>
                    <a:pt x="805068" y="143898"/>
                  </a:lnTo>
                  <a:lnTo>
                    <a:pt x="806990" y="144396"/>
                  </a:lnTo>
                  <a:lnTo>
                    <a:pt x="808911" y="144876"/>
                  </a:lnTo>
                  <a:lnTo>
                    <a:pt x="810833" y="145339"/>
                  </a:lnTo>
                  <a:lnTo>
                    <a:pt x="812754" y="145786"/>
                  </a:lnTo>
                  <a:lnTo>
                    <a:pt x="814675" y="146210"/>
                  </a:lnTo>
                  <a:lnTo>
                    <a:pt x="816597" y="146618"/>
                  </a:lnTo>
                  <a:lnTo>
                    <a:pt x="818518" y="147011"/>
                  </a:lnTo>
                  <a:lnTo>
                    <a:pt x="820440" y="147390"/>
                  </a:lnTo>
                  <a:lnTo>
                    <a:pt x="822361" y="147752"/>
                  </a:lnTo>
                  <a:lnTo>
                    <a:pt x="824282" y="148098"/>
                  </a:lnTo>
                  <a:lnTo>
                    <a:pt x="826204" y="148433"/>
                  </a:lnTo>
                  <a:lnTo>
                    <a:pt x="828125" y="148756"/>
                  </a:lnTo>
                  <a:lnTo>
                    <a:pt x="830047" y="149066"/>
                  </a:lnTo>
                  <a:lnTo>
                    <a:pt x="831968" y="149364"/>
                  </a:lnTo>
                  <a:lnTo>
                    <a:pt x="833889" y="149652"/>
                  </a:lnTo>
                  <a:lnTo>
                    <a:pt x="835811" y="149932"/>
                  </a:lnTo>
                  <a:lnTo>
                    <a:pt x="837732" y="150203"/>
                  </a:lnTo>
                  <a:lnTo>
                    <a:pt x="839654" y="150463"/>
                  </a:lnTo>
                  <a:lnTo>
                    <a:pt x="841575" y="150716"/>
                  </a:lnTo>
                  <a:lnTo>
                    <a:pt x="843496" y="150963"/>
                  </a:lnTo>
                  <a:lnTo>
                    <a:pt x="845418" y="151204"/>
                  </a:lnTo>
                  <a:lnTo>
                    <a:pt x="847339" y="151437"/>
                  </a:lnTo>
                  <a:lnTo>
                    <a:pt x="849261" y="151664"/>
                  </a:lnTo>
                  <a:lnTo>
                    <a:pt x="851182" y="151886"/>
                  </a:lnTo>
                  <a:lnTo>
                    <a:pt x="853103" y="152104"/>
                  </a:lnTo>
                  <a:lnTo>
                    <a:pt x="855025" y="152316"/>
                  </a:lnTo>
                  <a:lnTo>
                    <a:pt x="856946" y="152523"/>
                  </a:lnTo>
                  <a:lnTo>
                    <a:pt x="858868" y="152726"/>
                  </a:lnTo>
                  <a:lnTo>
                    <a:pt x="860789" y="152926"/>
                  </a:lnTo>
                  <a:lnTo>
                    <a:pt x="862710" y="153121"/>
                  </a:lnTo>
                  <a:lnTo>
                    <a:pt x="864632" y="153311"/>
                  </a:lnTo>
                  <a:lnTo>
                    <a:pt x="866553" y="153498"/>
                  </a:lnTo>
                  <a:lnTo>
                    <a:pt x="868475" y="153682"/>
                  </a:lnTo>
                  <a:lnTo>
                    <a:pt x="870396" y="153862"/>
                  </a:lnTo>
                  <a:lnTo>
                    <a:pt x="872318" y="154038"/>
                  </a:lnTo>
                  <a:lnTo>
                    <a:pt x="874239" y="154210"/>
                  </a:lnTo>
                  <a:lnTo>
                    <a:pt x="876160" y="154379"/>
                  </a:lnTo>
                  <a:lnTo>
                    <a:pt x="878082" y="154545"/>
                  </a:lnTo>
                  <a:lnTo>
                    <a:pt x="880003" y="154707"/>
                  </a:lnTo>
                  <a:lnTo>
                    <a:pt x="881925" y="154865"/>
                  </a:lnTo>
                  <a:lnTo>
                    <a:pt x="883846" y="155020"/>
                  </a:lnTo>
                  <a:lnTo>
                    <a:pt x="885767" y="155172"/>
                  </a:lnTo>
                  <a:lnTo>
                    <a:pt x="887689" y="155320"/>
                  </a:lnTo>
                  <a:lnTo>
                    <a:pt x="889610" y="155465"/>
                  </a:lnTo>
                  <a:lnTo>
                    <a:pt x="891532" y="155606"/>
                  </a:lnTo>
                  <a:lnTo>
                    <a:pt x="893453" y="155744"/>
                  </a:lnTo>
                  <a:lnTo>
                    <a:pt x="895374" y="155879"/>
                  </a:lnTo>
                  <a:lnTo>
                    <a:pt x="897296" y="156009"/>
                  </a:lnTo>
                  <a:lnTo>
                    <a:pt x="899217" y="156137"/>
                  </a:lnTo>
                  <a:lnTo>
                    <a:pt x="901139" y="156261"/>
                  </a:lnTo>
                  <a:lnTo>
                    <a:pt x="903060" y="156383"/>
                  </a:lnTo>
                  <a:lnTo>
                    <a:pt x="904981" y="156500"/>
                  </a:lnTo>
                  <a:lnTo>
                    <a:pt x="906903" y="156615"/>
                  </a:lnTo>
                  <a:lnTo>
                    <a:pt x="908824" y="156726"/>
                  </a:lnTo>
                  <a:lnTo>
                    <a:pt x="910746" y="156834"/>
                  </a:lnTo>
                  <a:lnTo>
                    <a:pt x="912667" y="156939"/>
                  </a:lnTo>
                  <a:lnTo>
                    <a:pt x="914588" y="157040"/>
                  </a:lnTo>
                  <a:lnTo>
                    <a:pt x="916510" y="157138"/>
                  </a:lnTo>
                  <a:lnTo>
                    <a:pt x="918431" y="157234"/>
                  </a:lnTo>
                  <a:lnTo>
                    <a:pt x="920353" y="157327"/>
                  </a:lnTo>
                  <a:lnTo>
                    <a:pt x="922274" y="157415"/>
                  </a:lnTo>
                  <a:lnTo>
                    <a:pt x="924195" y="157501"/>
                  </a:lnTo>
                  <a:lnTo>
                    <a:pt x="926117" y="157585"/>
                  </a:lnTo>
                  <a:lnTo>
                    <a:pt x="928038" y="157666"/>
                  </a:lnTo>
                  <a:lnTo>
                    <a:pt x="929960" y="157743"/>
                  </a:lnTo>
                  <a:lnTo>
                    <a:pt x="931881" y="157818"/>
                  </a:lnTo>
                  <a:lnTo>
                    <a:pt x="933802" y="157890"/>
                  </a:lnTo>
                  <a:lnTo>
                    <a:pt x="935724" y="157960"/>
                  </a:lnTo>
                  <a:lnTo>
                    <a:pt x="937645" y="158027"/>
                  </a:lnTo>
                  <a:lnTo>
                    <a:pt x="939567" y="158091"/>
                  </a:lnTo>
                  <a:lnTo>
                    <a:pt x="941488" y="158154"/>
                  </a:lnTo>
                  <a:lnTo>
                    <a:pt x="943410" y="158214"/>
                  </a:lnTo>
                  <a:lnTo>
                    <a:pt x="945331" y="158271"/>
                  </a:lnTo>
                  <a:lnTo>
                    <a:pt x="947252" y="158326"/>
                  </a:lnTo>
                  <a:lnTo>
                    <a:pt x="949174" y="158379"/>
                  </a:lnTo>
                  <a:lnTo>
                    <a:pt x="951095" y="158431"/>
                  </a:lnTo>
                  <a:lnTo>
                    <a:pt x="953017" y="158480"/>
                  </a:lnTo>
                  <a:lnTo>
                    <a:pt x="954938" y="158527"/>
                  </a:lnTo>
                  <a:lnTo>
                    <a:pt x="956859" y="158573"/>
                  </a:lnTo>
                  <a:lnTo>
                    <a:pt x="958781" y="158616"/>
                  </a:lnTo>
                  <a:lnTo>
                    <a:pt x="960702" y="158659"/>
                  </a:lnTo>
                  <a:lnTo>
                    <a:pt x="962624" y="158699"/>
                  </a:lnTo>
                  <a:lnTo>
                    <a:pt x="964545" y="158738"/>
                  </a:lnTo>
                  <a:lnTo>
                    <a:pt x="966466" y="158775"/>
                  </a:lnTo>
                  <a:lnTo>
                    <a:pt x="968388" y="158811"/>
                  </a:lnTo>
                  <a:lnTo>
                    <a:pt x="970309" y="158845"/>
                  </a:lnTo>
                  <a:lnTo>
                    <a:pt x="972231" y="158878"/>
                  </a:lnTo>
                  <a:lnTo>
                    <a:pt x="974152" y="158910"/>
                  </a:lnTo>
                  <a:lnTo>
                    <a:pt x="976073" y="158941"/>
                  </a:lnTo>
                  <a:lnTo>
                    <a:pt x="977995" y="158970"/>
                  </a:lnTo>
                  <a:lnTo>
                    <a:pt x="979916" y="158998"/>
                  </a:lnTo>
                  <a:lnTo>
                    <a:pt x="981838" y="159024"/>
                  </a:lnTo>
                  <a:lnTo>
                    <a:pt x="981838" y="159429"/>
                  </a:lnTo>
                  <a:lnTo>
                    <a:pt x="979916" y="159429"/>
                  </a:lnTo>
                  <a:lnTo>
                    <a:pt x="977995" y="159429"/>
                  </a:lnTo>
                  <a:lnTo>
                    <a:pt x="976073" y="159429"/>
                  </a:lnTo>
                  <a:lnTo>
                    <a:pt x="974152" y="159429"/>
                  </a:lnTo>
                  <a:lnTo>
                    <a:pt x="972231" y="159429"/>
                  </a:lnTo>
                  <a:lnTo>
                    <a:pt x="970309" y="159429"/>
                  </a:lnTo>
                  <a:lnTo>
                    <a:pt x="968388" y="159429"/>
                  </a:lnTo>
                  <a:lnTo>
                    <a:pt x="966466" y="159429"/>
                  </a:lnTo>
                  <a:lnTo>
                    <a:pt x="964545" y="159429"/>
                  </a:lnTo>
                  <a:lnTo>
                    <a:pt x="962624" y="159429"/>
                  </a:lnTo>
                  <a:lnTo>
                    <a:pt x="960702" y="159429"/>
                  </a:lnTo>
                  <a:lnTo>
                    <a:pt x="958781" y="159429"/>
                  </a:lnTo>
                  <a:lnTo>
                    <a:pt x="956859" y="159429"/>
                  </a:lnTo>
                  <a:lnTo>
                    <a:pt x="954938" y="159429"/>
                  </a:lnTo>
                  <a:lnTo>
                    <a:pt x="953017" y="159429"/>
                  </a:lnTo>
                  <a:lnTo>
                    <a:pt x="951095" y="159429"/>
                  </a:lnTo>
                  <a:lnTo>
                    <a:pt x="949174" y="159429"/>
                  </a:lnTo>
                  <a:lnTo>
                    <a:pt x="947252" y="159429"/>
                  </a:lnTo>
                  <a:lnTo>
                    <a:pt x="945331" y="159429"/>
                  </a:lnTo>
                  <a:lnTo>
                    <a:pt x="943410" y="159429"/>
                  </a:lnTo>
                  <a:lnTo>
                    <a:pt x="941488" y="159429"/>
                  </a:lnTo>
                  <a:lnTo>
                    <a:pt x="939567" y="159429"/>
                  </a:lnTo>
                  <a:lnTo>
                    <a:pt x="937645" y="159429"/>
                  </a:lnTo>
                  <a:lnTo>
                    <a:pt x="935724" y="159429"/>
                  </a:lnTo>
                  <a:lnTo>
                    <a:pt x="933802" y="159429"/>
                  </a:lnTo>
                  <a:lnTo>
                    <a:pt x="931881" y="159429"/>
                  </a:lnTo>
                  <a:lnTo>
                    <a:pt x="929960" y="159429"/>
                  </a:lnTo>
                  <a:lnTo>
                    <a:pt x="928038" y="159429"/>
                  </a:lnTo>
                  <a:lnTo>
                    <a:pt x="926117" y="159429"/>
                  </a:lnTo>
                  <a:lnTo>
                    <a:pt x="924195" y="159429"/>
                  </a:lnTo>
                  <a:lnTo>
                    <a:pt x="922274" y="159429"/>
                  </a:lnTo>
                  <a:lnTo>
                    <a:pt x="920353" y="159429"/>
                  </a:lnTo>
                  <a:lnTo>
                    <a:pt x="918431" y="159429"/>
                  </a:lnTo>
                  <a:lnTo>
                    <a:pt x="916510" y="159429"/>
                  </a:lnTo>
                  <a:lnTo>
                    <a:pt x="914588" y="159429"/>
                  </a:lnTo>
                  <a:lnTo>
                    <a:pt x="912667" y="159429"/>
                  </a:lnTo>
                  <a:lnTo>
                    <a:pt x="910746" y="159429"/>
                  </a:lnTo>
                  <a:lnTo>
                    <a:pt x="908824" y="159429"/>
                  </a:lnTo>
                  <a:lnTo>
                    <a:pt x="906903" y="159429"/>
                  </a:lnTo>
                  <a:lnTo>
                    <a:pt x="904981" y="159429"/>
                  </a:lnTo>
                  <a:lnTo>
                    <a:pt x="903060" y="159429"/>
                  </a:lnTo>
                  <a:lnTo>
                    <a:pt x="901139" y="159429"/>
                  </a:lnTo>
                  <a:lnTo>
                    <a:pt x="899217" y="159429"/>
                  </a:lnTo>
                  <a:lnTo>
                    <a:pt x="897296" y="159429"/>
                  </a:lnTo>
                  <a:lnTo>
                    <a:pt x="895374" y="159429"/>
                  </a:lnTo>
                  <a:lnTo>
                    <a:pt x="893453" y="159429"/>
                  </a:lnTo>
                  <a:lnTo>
                    <a:pt x="891532" y="159429"/>
                  </a:lnTo>
                  <a:lnTo>
                    <a:pt x="889610" y="159429"/>
                  </a:lnTo>
                  <a:lnTo>
                    <a:pt x="887689" y="159429"/>
                  </a:lnTo>
                  <a:lnTo>
                    <a:pt x="885767" y="159429"/>
                  </a:lnTo>
                  <a:lnTo>
                    <a:pt x="883846" y="159429"/>
                  </a:lnTo>
                  <a:lnTo>
                    <a:pt x="881925" y="159429"/>
                  </a:lnTo>
                  <a:lnTo>
                    <a:pt x="880003" y="159429"/>
                  </a:lnTo>
                  <a:lnTo>
                    <a:pt x="878082" y="159429"/>
                  </a:lnTo>
                  <a:lnTo>
                    <a:pt x="876160" y="159429"/>
                  </a:lnTo>
                  <a:lnTo>
                    <a:pt x="874239" y="159429"/>
                  </a:lnTo>
                  <a:lnTo>
                    <a:pt x="872318" y="159429"/>
                  </a:lnTo>
                  <a:lnTo>
                    <a:pt x="870396" y="159429"/>
                  </a:lnTo>
                  <a:lnTo>
                    <a:pt x="868475" y="159429"/>
                  </a:lnTo>
                  <a:lnTo>
                    <a:pt x="866553" y="159429"/>
                  </a:lnTo>
                  <a:lnTo>
                    <a:pt x="864632" y="159429"/>
                  </a:lnTo>
                  <a:lnTo>
                    <a:pt x="862710" y="159429"/>
                  </a:lnTo>
                  <a:lnTo>
                    <a:pt x="860789" y="159429"/>
                  </a:lnTo>
                  <a:lnTo>
                    <a:pt x="858868" y="159429"/>
                  </a:lnTo>
                  <a:lnTo>
                    <a:pt x="856946" y="159429"/>
                  </a:lnTo>
                  <a:lnTo>
                    <a:pt x="855025" y="159429"/>
                  </a:lnTo>
                  <a:lnTo>
                    <a:pt x="853103" y="159429"/>
                  </a:lnTo>
                  <a:lnTo>
                    <a:pt x="851182" y="159429"/>
                  </a:lnTo>
                  <a:lnTo>
                    <a:pt x="849261" y="159429"/>
                  </a:lnTo>
                  <a:lnTo>
                    <a:pt x="847339" y="159429"/>
                  </a:lnTo>
                  <a:lnTo>
                    <a:pt x="845418" y="159429"/>
                  </a:lnTo>
                  <a:lnTo>
                    <a:pt x="843496" y="159429"/>
                  </a:lnTo>
                  <a:lnTo>
                    <a:pt x="841575" y="159429"/>
                  </a:lnTo>
                  <a:lnTo>
                    <a:pt x="839654" y="159429"/>
                  </a:lnTo>
                  <a:lnTo>
                    <a:pt x="837732" y="159429"/>
                  </a:lnTo>
                  <a:lnTo>
                    <a:pt x="835811" y="159429"/>
                  </a:lnTo>
                  <a:lnTo>
                    <a:pt x="833889" y="159429"/>
                  </a:lnTo>
                  <a:lnTo>
                    <a:pt x="831968" y="159429"/>
                  </a:lnTo>
                  <a:lnTo>
                    <a:pt x="830047" y="159429"/>
                  </a:lnTo>
                  <a:lnTo>
                    <a:pt x="828125" y="159429"/>
                  </a:lnTo>
                  <a:lnTo>
                    <a:pt x="826204" y="159429"/>
                  </a:lnTo>
                  <a:lnTo>
                    <a:pt x="824282" y="159429"/>
                  </a:lnTo>
                  <a:lnTo>
                    <a:pt x="822361" y="159429"/>
                  </a:lnTo>
                  <a:lnTo>
                    <a:pt x="820440" y="159429"/>
                  </a:lnTo>
                  <a:lnTo>
                    <a:pt x="818518" y="159429"/>
                  </a:lnTo>
                  <a:lnTo>
                    <a:pt x="816597" y="159429"/>
                  </a:lnTo>
                  <a:lnTo>
                    <a:pt x="814675" y="159429"/>
                  </a:lnTo>
                  <a:lnTo>
                    <a:pt x="812754" y="159429"/>
                  </a:lnTo>
                  <a:lnTo>
                    <a:pt x="810833" y="159429"/>
                  </a:lnTo>
                  <a:lnTo>
                    <a:pt x="808911" y="159429"/>
                  </a:lnTo>
                  <a:lnTo>
                    <a:pt x="806990" y="159429"/>
                  </a:lnTo>
                  <a:lnTo>
                    <a:pt x="805068" y="159429"/>
                  </a:lnTo>
                  <a:lnTo>
                    <a:pt x="803147" y="159429"/>
                  </a:lnTo>
                  <a:lnTo>
                    <a:pt x="801226" y="159429"/>
                  </a:lnTo>
                  <a:lnTo>
                    <a:pt x="799304" y="159429"/>
                  </a:lnTo>
                  <a:lnTo>
                    <a:pt x="797383" y="159429"/>
                  </a:lnTo>
                  <a:lnTo>
                    <a:pt x="795461" y="159429"/>
                  </a:lnTo>
                  <a:lnTo>
                    <a:pt x="793540" y="159429"/>
                  </a:lnTo>
                  <a:lnTo>
                    <a:pt x="791618" y="159429"/>
                  </a:lnTo>
                  <a:lnTo>
                    <a:pt x="789697" y="159429"/>
                  </a:lnTo>
                  <a:lnTo>
                    <a:pt x="787776" y="159429"/>
                  </a:lnTo>
                  <a:lnTo>
                    <a:pt x="785854" y="159429"/>
                  </a:lnTo>
                  <a:lnTo>
                    <a:pt x="783933" y="159429"/>
                  </a:lnTo>
                  <a:lnTo>
                    <a:pt x="782011" y="159429"/>
                  </a:lnTo>
                  <a:lnTo>
                    <a:pt x="780090" y="159429"/>
                  </a:lnTo>
                  <a:lnTo>
                    <a:pt x="778169" y="159429"/>
                  </a:lnTo>
                  <a:lnTo>
                    <a:pt x="776247" y="159429"/>
                  </a:lnTo>
                  <a:lnTo>
                    <a:pt x="774326" y="159429"/>
                  </a:lnTo>
                  <a:lnTo>
                    <a:pt x="772404" y="159429"/>
                  </a:lnTo>
                  <a:lnTo>
                    <a:pt x="770483" y="159429"/>
                  </a:lnTo>
                  <a:lnTo>
                    <a:pt x="768562" y="159429"/>
                  </a:lnTo>
                  <a:lnTo>
                    <a:pt x="766640" y="159429"/>
                  </a:lnTo>
                  <a:lnTo>
                    <a:pt x="764719" y="159429"/>
                  </a:lnTo>
                  <a:lnTo>
                    <a:pt x="762797" y="159429"/>
                  </a:lnTo>
                  <a:lnTo>
                    <a:pt x="760876" y="159429"/>
                  </a:lnTo>
                  <a:lnTo>
                    <a:pt x="758955" y="159429"/>
                  </a:lnTo>
                  <a:lnTo>
                    <a:pt x="757033" y="159429"/>
                  </a:lnTo>
                  <a:lnTo>
                    <a:pt x="755112" y="159429"/>
                  </a:lnTo>
                  <a:lnTo>
                    <a:pt x="753190" y="159429"/>
                  </a:lnTo>
                  <a:lnTo>
                    <a:pt x="751269" y="159429"/>
                  </a:lnTo>
                  <a:lnTo>
                    <a:pt x="749348" y="159429"/>
                  </a:lnTo>
                  <a:lnTo>
                    <a:pt x="747426" y="159429"/>
                  </a:lnTo>
                  <a:lnTo>
                    <a:pt x="745505" y="159429"/>
                  </a:lnTo>
                  <a:lnTo>
                    <a:pt x="743583" y="159429"/>
                  </a:lnTo>
                  <a:lnTo>
                    <a:pt x="741662" y="159429"/>
                  </a:lnTo>
                  <a:lnTo>
                    <a:pt x="739741" y="159429"/>
                  </a:lnTo>
                  <a:lnTo>
                    <a:pt x="737819" y="159429"/>
                  </a:lnTo>
                  <a:lnTo>
                    <a:pt x="735898" y="159429"/>
                  </a:lnTo>
                  <a:lnTo>
                    <a:pt x="733976" y="159429"/>
                  </a:lnTo>
                  <a:lnTo>
                    <a:pt x="732055" y="159429"/>
                  </a:lnTo>
                  <a:lnTo>
                    <a:pt x="730134" y="159429"/>
                  </a:lnTo>
                  <a:lnTo>
                    <a:pt x="728212" y="159429"/>
                  </a:lnTo>
                  <a:lnTo>
                    <a:pt x="726291" y="159429"/>
                  </a:lnTo>
                  <a:lnTo>
                    <a:pt x="724369" y="159429"/>
                  </a:lnTo>
                  <a:lnTo>
                    <a:pt x="722448" y="159429"/>
                  </a:lnTo>
                  <a:lnTo>
                    <a:pt x="720526" y="159429"/>
                  </a:lnTo>
                  <a:lnTo>
                    <a:pt x="718605" y="159429"/>
                  </a:lnTo>
                  <a:lnTo>
                    <a:pt x="716684" y="159429"/>
                  </a:lnTo>
                  <a:lnTo>
                    <a:pt x="714762" y="159429"/>
                  </a:lnTo>
                  <a:lnTo>
                    <a:pt x="712841" y="159429"/>
                  </a:lnTo>
                  <a:lnTo>
                    <a:pt x="710919" y="159429"/>
                  </a:lnTo>
                  <a:lnTo>
                    <a:pt x="708998" y="159429"/>
                  </a:lnTo>
                  <a:lnTo>
                    <a:pt x="707077" y="159429"/>
                  </a:lnTo>
                  <a:lnTo>
                    <a:pt x="705155" y="159429"/>
                  </a:lnTo>
                  <a:lnTo>
                    <a:pt x="703234" y="159429"/>
                  </a:lnTo>
                  <a:lnTo>
                    <a:pt x="701312" y="159429"/>
                  </a:lnTo>
                  <a:lnTo>
                    <a:pt x="699391" y="159429"/>
                  </a:lnTo>
                  <a:lnTo>
                    <a:pt x="697470" y="159429"/>
                  </a:lnTo>
                  <a:lnTo>
                    <a:pt x="695548" y="159429"/>
                  </a:lnTo>
                  <a:lnTo>
                    <a:pt x="693627" y="159429"/>
                  </a:lnTo>
                  <a:lnTo>
                    <a:pt x="691705" y="159429"/>
                  </a:lnTo>
                  <a:lnTo>
                    <a:pt x="689784" y="159429"/>
                  </a:lnTo>
                  <a:lnTo>
                    <a:pt x="687863" y="159429"/>
                  </a:lnTo>
                  <a:lnTo>
                    <a:pt x="685941" y="159429"/>
                  </a:lnTo>
                  <a:lnTo>
                    <a:pt x="684020" y="159429"/>
                  </a:lnTo>
                  <a:lnTo>
                    <a:pt x="682098" y="159429"/>
                  </a:lnTo>
                  <a:lnTo>
                    <a:pt x="680177" y="159429"/>
                  </a:lnTo>
                  <a:lnTo>
                    <a:pt x="678256" y="159429"/>
                  </a:lnTo>
                  <a:lnTo>
                    <a:pt x="676334" y="159429"/>
                  </a:lnTo>
                  <a:lnTo>
                    <a:pt x="674413" y="159429"/>
                  </a:lnTo>
                  <a:lnTo>
                    <a:pt x="672491" y="159429"/>
                  </a:lnTo>
                  <a:lnTo>
                    <a:pt x="670570" y="159429"/>
                  </a:lnTo>
                  <a:lnTo>
                    <a:pt x="668649" y="159429"/>
                  </a:lnTo>
                  <a:lnTo>
                    <a:pt x="666727" y="159429"/>
                  </a:lnTo>
                  <a:lnTo>
                    <a:pt x="664806" y="159429"/>
                  </a:lnTo>
                  <a:lnTo>
                    <a:pt x="662884" y="159429"/>
                  </a:lnTo>
                  <a:lnTo>
                    <a:pt x="660963" y="159429"/>
                  </a:lnTo>
                  <a:lnTo>
                    <a:pt x="659042" y="159429"/>
                  </a:lnTo>
                  <a:lnTo>
                    <a:pt x="657120" y="159429"/>
                  </a:lnTo>
                  <a:lnTo>
                    <a:pt x="655199" y="159429"/>
                  </a:lnTo>
                  <a:lnTo>
                    <a:pt x="653277" y="159429"/>
                  </a:lnTo>
                  <a:lnTo>
                    <a:pt x="651356" y="159429"/>
                  </a:lnTo>
                  <a:lnTo>
                    <a:pt x="649434" y="159429"/>
                  </a:lnTo>
                  <a:lnTo>
                    <a:pt x="647513" y="159429"/>
                  </a:lnTo>
                  <a:lnTo>
                    <a:pt x="645592" y="159429"/>
                  </a:lnTo>
                  <a:lnTo>
                    <a:pt x="643670" y="159429"/>
                  </a:lnTo>
                  <a:lnTo>
                    <a:pt x="641749" y="159429"/>
                  </a:lnTo>
                  <a:lnTo>
                    <a:pt x="639827" y="159429"/>
                  </a:lnTo>
                  <a:lnTo>
                    <a:pt x="637906" y="159429"/>
                  </a:lnTo>
                  <a:lnTo>
                    <a:pt x="635985" y="159429"/>
                  </a:lnTo>
                  <a:lnTo>
                    <a:pt x="634063" y="159429"/>
                  </a:lnTo>
                  <a:lnTo>
                    <a:pt x="632142" y="159429"/>
                  </a:lnTo>
                  <a:lnTo>
                    <a:pt x="630220" y="159429"/>
                  </a:lnTo>
                  <a:lnTo>
                    <a:pt x="628299" y="159429"/>
                  </a:lnTo>
                  <a:lnTo>
                    <a:pt x="626378" y="159429"/>
                  </a:lnTo>
                  <a:lnTo>
                    <a:pt x="624456" y="159429"/>
                  </a:lnTo>
                  <a:lnTo>
                    <a:pt x="622535" y="159429"/>
                  </a:lnTo>
                  <a:lnTo>
                    <a:pt x="620613" y="159429"/>
                  </a:lnTo>
                  <a:lnTo>
                    <a:pt x="618692" y="159429"/>
                  </a:lnTo>
                  <a:lnTo>
                    <a:pt x="616771" y="159429"/>
                  </a:lnTo>
                  <a:lnTo>
                    <a:pt x="614849" y="159429"/>
                  </a:lnTo>
                  <a:lnTo>
                    <a:pt x="612928" y="159429"/>
                  </a:lnTo>
                  <a:lnTo>
                    <a:pt x="611006" y="159429"/>
                  </a:lnTo>
                  <a:lnTo>
                    <a:pt x="609085" y="159429"/>
                  </a:lnTo>
                  <a:lnTo>
                    <a:pt x="607164" y="159429"/>
                  </a:lnTo>
                  <a:lnTo>
                    <a:pt x="605242" y="159429"/>
                  </a:lnTo>
                  <a:lnTo>
                    <a:pt x="603321" y="159429"/>
                  </a:lnTo>
                  <a:lnTo>
                    <a:pt x="601399" y="159429"/>
                  </a:lnTo>
                  <a:lnTo>
                    <a:pt x="599478" y="159429"/>
                  </a:lnTo>
                  <a:lnTo>
                    <a:pt x="597557" y="159429"/>
                  </a:lnTo>
                  <a:lnTo>
                    <a:pt x="595635" y="159429"/>
                  </a:lnTo>
                  <a:lnTo>
                    <a:pt x="593714" y="159429"/>
                  </a:lnTo>
                  <a:lnTo>
                    <a:pt x="591792" y="159429"/>
                  </a:lnTo>
                  <a:lnTo>
                    <a:pt x="589871" y="159429"/>
                  </a:lnTo>
                  <a:lnTo>
                    <a:pt x="587950" y="159429"/>
                  </a:lnTo>
                  <a:lnTo>
                    <a:pt x="586028" y="159429"/>
                  </a:lnTo>
                  <a:lnTo>
                    <a:pt x="584107" y="159429"/>
                  </a:lnTo>
                  <a:lnTo>
                    <a:pt x="582185" y="159429"/>
                  </a:lnTo>
                  <a:lnTo>
                    <a:pt x="580264" y="159429"/>
                  </a:lnTo>
                  <a:lnTo>
                    <a:pt x="578342" y="159429"/>
                  </a:lnTo>
                  <a:lnTo>
                    <a:pt x="576421" y="159429"/>
                  </a:lnTo>
                  <a:lnTo>
                    <a:pt x="574500" y="159429"/>
                  </a:lnTo>
                  <a:lnTo>
                    <a:pt x="572578" y="159429"/>
                  </a:lnTo>
                  <a:lnTo>
                    <a:pt x="570657" y="159429"/>
                  </a:lnTo>
                  <a:lnTo>
                    <a:pt x="568735" y="159429"/>
                  </a:lnTo>
                  <a:lnTo>
                    <a:pt x="566814" y="159429"/>
                  </a:lnTo>
                  <a:lnTo>
                    <a:pt x="564893" y="159429"/>
                  </a:lnTo>
                  <a:lnTo>
                    <a:pt x="562971" y="159429"/>
                  </a:lnTo>
                  <a:lnTo>
                    <a:pt x="561050" y="159429"/>
                  </a:lnTo>
                  <a:lnTo>
                    <a:pt x="559128" y="159429"/>
                  </a:lnTo>
                  <a:lnTo>
                    <a:pt x="557207" y="159429"/>
                  </a:lnTo>
                  <a:lnTo>
                    <a:pt x="555286" y="159429"/>
                  </a:lnTo>
                  <a:lnTo>
                    <a:pt x="553364" y="159429"/>
                  </a:lnTo>
                  <a:lnTo>
                    <a:pt x="551443" y="159429"/>
                  </a:lnTo>
                  <a:lnTo>
                    <a:pt x="549521" y="159429"/>
                  </a:lnTo>
                  <a:lnTo>
                    <a:pt x="547600" y="159429"/>
                  </a:lnTo>
                  <a:lnTo>
                    <a:pt x="545679" y="159429"/>
                  </a:lnTo>
                  <a:lnTo>
                    <a:pt x="543757" y="159429"/>
                  </a:lnTo>
                  <a:lnTo>
                    <a:pt x="541836" y="159429"/>
                  </a:lnTo>
                  <a:lnTo>
                    <a:pt x="539914" y="159429"/>
                  </a:lnTo>
                  <a:lnTo>
                    <a:pt x="537993" y="159429"/>
                  </a:lnTo>
                  <a:lnTo>
                    <a:pt x="536072" y="159429"/>
                  </a:lnTo>
                  <a:lnTo>
                    <a:pt x="534150" y="159429"/>
                  </a:lnTo>
                  <a:lnTo>
                    <a:pt x="532229" y="159429"/>
                  </a:lnTo>
                  <a:lnTo>
                    <a:pt x="530307" y="159429"/>
                  </a:lnTo>
                  <a:lnTo>
                    <a:pt x="528386" y="159429"/>
                  </a:lnTo>
                  <a:lnTo>
                    <a:pt x="526465" y="159429"/>
                  </a:lnTo>
                  <a:lnTo>
                    <a:pt x="524543" y="159429"/>
                  </a:lnTo>
                  <a:lnTo>
                    <a:pt x="522622" y="159429"/>
                  </a:lnTo>
                  <a:lnTo>
                    <a:pt x="520700" y="159429"/>
                  </a:lnTo>
                  <a:lnTo>
                    <a:pt x="518779" y="159429"/>
                  </a:lnTo>
                  <a:lnTo>
                    <a:pt x="516858" y="159429"/>
                  </a:lnTo>
                  <a:lnTo>
                    <a:pt x="514936" y="159429"/>
                  </a:lnTo>
                  <a:lnTo>
                    <a:pt x="513015" y="159429"/>
                  </a:lnTo>
                  <a:lnTo>
                    <a:pt x="511093" y="159429"/>
                  </a:lnTo>
                  <a:lnTo>
                    <a:pt x="509172" y="159429"/>
                  </a:lnTo>
                  <a:lnTo>
                    <a:pt x="507250" y="159429"/>
                  </a:lnTo>
                  <a:lnTo>
                    <a:pt x="505329" y="159429"/>
                  </a:lnTo>
                  <a:lnTo>
                    <a:pt x="503408" y="159429"/>
                  </a:lnTo>
                  <a:lnTo>
                    <a:pt x="501486" y="159429"/>
                  </a:lnTo>
                  <a:lnTo>
                    <a:pt x="499565" y="159429"/>
                  </a:lnTo>
                  <a:lnTo>
                    <a:pt x="497643" y="159429"/>
                  </a:lnTo>
                  <a:lnTo>
                    <a:pt x="495722" y="159429"/>
                  </a:lnTo>
                  <a:lnTo>
                    <a:pt x="493801" y="159429"/>
                  </a:lnTo>
                  <a:lnTo>
                    <a:pt x="491879" y="159429"/>
                  </a:lnTo>
                  <a:lnTo>
                    <a:pt x="489958" y="159429"/>
                  </a:lnTo>
                  <a:lnTo>
                    <a:pt x="488036" y="159429"/>
                  </a:lnTo>
                  <a:lnTo>
                    <a:pt x="486115" y="159429"/>
                  </a:lnTo>
                  <a:lnTo>
                    <a:pt x="484194" y="159429"/>
                  </a:lnTo>
                  <a:lnTo>
                    <a:pt x="482272" y="159429"/>
                  </a:lnTo>
                  <a:lnTo>
                    <a:pt x="480351" y="159429"/>
                  </a:lnTo>
                  <a:lnTo>
                    <a:pt x="478429" y="159429"/>
                  </a:lnTo>
                  <a:lnTo>
                    <a:pt x="476508" y="159429"/>
                  </a:lnTo>
                  <a:lnTo>
                    <a:pt x="474587" y="159429"/>
                  </a:lnTo>
                  <a:lnTo>
                    <a:pt x="472665" y="159429"/>
                  </a:lnTo>
                  <a:lnTo>
                    <a:pt x="470744" y="159429"/>
                  </a:lnTo>
                  <a:lnTo>
                    <a:pt x="468822" y="159429"/>
                  </a:lnTo>
                  <a:lnTo>
                    <a:pt x="466901" y="159429"/>
                  </a:lnTo>
                  <a:lnTo>
                    <a:pt x="464980" y="159429"/>
                  </a:lnTo>
                  <a:lnTo>
                    <a:pt x="463058" y="159429"/>
                  </a:lnTo>
                  <a:lnTo>
                    <a:pt x="461137" y="159429"/>
                  </a:lnTo>
                  <a:lnTo>
                    <a:pt x="459215" y="159429"/>
                  </a:lnTo>
                  <a:lnTo>
                    <a:pt x="457294" y="159429"/>
                  </a:lnTo>
                  <a:lnTo>
                    <a:pt x="455373" y="159429"/>
                  </a:lnTo>
                  <a:lnTo>
                    <a:pt x="453451" y="159429"/>
                  </a:lnTo>
                  <a:lnTo>
                    <a:pt x="451530" y="159429"/>
                  </a:lnTo>
                  <a:lnTo>
                    <a:pt x="449608" y="159429"/>
                  </a:lnTo>
                  <a:lnTo>
                    <a:pt x="447687" y="159429"/>
                  </a:lnTo>
                  <a:lnTo>
                    <a:pt x="445766" y="159429"/>
                  </a:lnTo>
                  <a:lnTo>
                    <a:pt x="443844" y="159429"/>
                  </a:lnTo>
                  <a:lnTo>
                    <a:pt x="441923" y="159429"/>
                  </a:lnTo>
                  <a:lnTo>
                    <a:pt x="440001" y="159429"/>
                  </a:lnTo>
                  <a:lnTo>
                    <a:pt x="438080" y="159429"/>
                  </a:lnTo>
                  <a:lnTo>
                    <a:pt x="436159" y="159429"/>
                  </a:lnTo>
                  <a:lnTo>
                    <a:pt x="434237" y="159429"/>
                  </a:lnTo>
                  <a:lnTo>
                    <a:pt x="432316" y="159429"/>
                  </a:lnTo>
                  <a:lnTo>
                    <a:pt x="430394" y="159429"/>
                  </a:lnTo>
                  <a:lnTo>
                    <a:pt x="428473" y="159429"/>
                  </a:lnTo>
                  <a:lnTo>
                    <a:pt x="426551" y="159429"/>
                  </a:lnTo>
                  <a:lnTo>
                    <a:pt x="424630" y="159429"/>
                  </a:lnTo>
                  <a:lnTo>
                    <a:pt x="422709" y="159429"/>
                  </a:lnTo>
                  <a:lnTo>
                    <a:pt x="420787" y="159429"/>
                  </a:lnTo>
                  <a:lnTo>
                    <a:pt x="418866" y="159429"/>
                  </a:lnTo>
                  <a:lnTo>
                    <a:pt x="416944" y="159429"/>
                  </a:lnTo>
                  <a:lnTo>
                    <a:pt x="415023" y="159429"/>
                  </a:lnTo>
                  <a:lnTo>
                    <a:pt x="413102" y="159429"/>
                  </a:lnTo>
                  <a:lnTo>
                    <a:pt x="411180" y="159429"/>
                  </a:lnTo>
                  <a:lnTo>
                    <a:pt x="409259" y="159429"/>
                  </a:lnTo>
                  <a:lnTo>
                    <a:pt x="407337" y="159429"/>
                  </a:lnTo>
                  <a:lnTo>
                    <a:pt x="405416" y="159429"/>
                  </a:lnTo>
                  <a:lnTo>
                    <a:pt x="403495" y="159429"/>
                  </a:lnTo>
                  <a:lnTo>
                    <a:pt x="401573" y="159429"/>
                  </a:lnTo>
                  <a:lnTo>
                    <a:pt x="399652" y="159429"/>
                  </a:lnTo>
                  <a:lnTo>
                    <a:pt x="397730" y="159429"/>
                  </a:lnTo>
                  <a:lnTo>
                    <a:pt x="395809" y="159429"/>
                  </a:lnTo>
                  <a:lnTo>
                    <a:pt x="393888" y="159429"/>
                  </a:lnTo>
                  <a:lnTo>
                    <a:pt x="391966" y="159429"/>
                  </a:lnTo>
                  <a:lnTo>
                    <a:pt x="390045" y="159429"/>
                  </a:lnTo>
                  <a:lnTo>
                    <a:pt x="388123" y="159429"/>
                  </a:lnTo>
                  <a:lnTo>
                    <a:pt x="386202" y="159429"/>
                  </a:lnTo>
                  <a:lnTo>
                    <a:pt x="384281" y="159429"/>
                  </a:lnTo>
                  <a:lnTo>
                    <a:pt x="382359" y="159429"/>
                  </a:lnTo>
                  <a:lnTo>
                    <a:pt x="380438" y="159429"/>
                  </a:lnTo>
                  <a:lnTo>
                    <a:pt x="378516" y="159429"/>
                  </a:lnTo>
                  <a:lnTo>
                    <a:pt x="376595" y="159429"/>
                  </a:lnTo>
                  <a:lnTo>
                    <a:pt x="374674" y="159429"/>
                  </a:lnTo>
                  <a:lnTo>
                    <a:pt x="372752" y="159429"/>
                  </a:lnTo>
                  <a:lnTo>
                    <a:pt x="370831" y="159429"/>
                  </a:lnTo>
                  <a:lnTo>
                    <a:pt x="368909" y="159429"/>
                  </a:lnTo>
                  <a:lnTo>
                    <a:pt x="366988" y="159429"/>
                  </a:lnTo>
                  <a:lnTo>
                    <a:pt x="365067" y="159429"/>
                  </a:lnTo>
                  <a:lnTo>
                    <a:pt x="363145" y="159429"/>
                  </a:lnTo>
                  <a:lnTo>
                    <a:pt x="361224" y="159429"/>
                  </a:lnTo>
                  <a:lnTo>
                    <a:pt x="359302" y="159429"/>
                  </a:lnTo>
                  <a:lnTo>
                    <a:pt x="357381" y="159429"/>
                  </a:lnTo>
                  <a:lnTo>
                    <a:pt x="355459" y="159429"/>
                  </a:lnTo>
                  <a:lnTo>
                    <a:pt x="353538" y="159429"/>
                  </a:lnTo>
                  <a:lnTo>
                    <a:pt x="351617" y="159429"/>
                  </a:lnTo>
                  <a:lnTo>
                    <a:pt x="349695" y="159429"/>
                  </a:lnTo>
                  <a:lnTo>
                    <a:pt x="347774" y="159429"/>
                  </a:lnTo>
                  <a:lnTo>
                    <a:pt x="345852" y="159429"/>
                  </a:lnTo>
                  <a:lnTo>
                    <a:pt x="343931" y="159429"/>
                  </a:lnTo>
                  <a:lnTo>
                    <a:pt x="342010" y="159429"/>
                  </a:lnTo>
                  <a:lnTo>
                    <a:pt x="340088" y="159429"/>
                  </a:lnTo>
                  <a:lnTo>
                    <a:pt x="338167" y="159429"/>
                  </a:lnTo>
                  <a:lnTo>
                    <a:pt x="336245" y="159429"/>
                  </a:lnTo>
                  <a:lnTo>
                    <a:pt x="334324" y="159429"/>
                  </a:lnTo>
                  <a:lnTo>
                    <a:pt x="332403" y="159429"/>
                  </a:lnTo>
                  <a:lnTo>
                    <a:pt x="330481" y="159429"/>
                  </a:lnTo>
                  <a:lnTo>
                    <a:pt x="328560" y="159429"/>
                  </a:lnTo>
                  <a:lnTo>
                    <a:pt x="326638" y="159429"/>
                  </a:lnTo>
                  <a:lnTo>
                    <a:pt x="324717" y="159429"/>
                  </a:lnTo>
                  <a:lnTo>
                    <a:pt x="322796" y="159429"/>
                  </a:lnTo>
                  <a:lnTo>
                    <a:pt x="320874" y="159429"/>
                  </a:lnTo>
                  <a:lnTo>
                    <a:pt x="318953" y="159429"/>
                  </a:lnTo>
                  <a:lnTo>
                    <a:pt x="317031" y="159429"/>
                  </a:lnTo>
                  <a:lnTo>
                    <a:pt x="315110" y="159429"/>
                  </a:lnTo>
                  <a:lnTo>
                    <a:pt x="313189" y="159429"/>
                  </a:lnTo>
                  <a:lnTo>
                    <a:pt x="311267" y="159429"/>
                  </a:lnTo>
                  <a:lnTo>
                    <a:pt x="309346" y="159429"/>
                  </a:lnTo>
                  <a:lnTo>
                    <a:pt x="307424" y="159429"/>
                  </a:lnTo>
                  <a:lnTo>
                    <a:pt x="305503" y="159429"/>
                  </a:lnTo>
                  <a:lnTo>
                    <a:pt x="303582" y="159429"/>
                  </a:lnTo>
                  <a:lnTo>
                    <a:pt x="301660" y="159429"/>
                  </a:lnTo>
                  <a:lnTo>
                    <a:pt x="299739" y="159429"/>
                  </a:lnTo>
                  <a:lnTo>
                    <a:pt x="297817" y="159429"/>
                  </a:lnTo>
                  <a:lnTo>
                    <a:pt x="295896" y="159429"/>
                  </a:lnTo>
                  <a:lnTo>
                    <a:pt x="293975" y="159429"/>
                  </a:lnTo>
                  <a:lnTo>
                    <a:pt x="292053" y="159429"/>
                  </a:lnTo>
                  <a:lnTo>
                    <a:pt x="290132" y="159429"/>
                  </a:lnTo>
                  <a:lnTo>
                    <a:pt x="288210" y="159429"/>
                  </a:lnTo>
                  <a:lnTo>
                    <a:pt x="286289" y="159429"/>
                  </a:lnTo>
                  <a:lnTo>
                    <a:pt x="284367" y="159429"/>
                  </a:lnTo>
                  <a:lnTo>
                    <a:pt x="282446" y="159429"/>
                  </a:lnTo>
                  <a:lnTo>
                    <a:pt x="280525" y="159429"/>
                  </a:lnTo>
                  <a:lnTo>
                    <a:pt x="278603" y="159429"/>
                  </a:lnTo>
                  <a:lnTo>
                    <a:pt x="276682" y="159429"/>
                  </a:lnTo>
                  <a:lnTo>
                    <a:pt x="274760" y="159429"/>
                  </a:lnTo>
                  <a:lnTo>
                    <a:pt x="272839" y="159429"/>
                  </a:lnTo>
                  <a:lnTo>
                    <a:pt x="270918" y="159429"/>
                  </a:lnTo>
                  <a:lnTo>
                    <a:pt x="268996" y="159429"/>
                  </a:lnTo>
                  <a:lnTo>
                    <a:pt x="267075" y="159429"/>
                  </a:lnTo>
                  <a:lnTo>
                    <a:pt x="265153" y="159429"/>
                  </a:lnTo>
                  <a:lnTo>
                    <a:pt x="263232" y="159429"/>
                  </a:lnTo>
                  <a:lnTo>
                    <a:pt x="261311" y="159429"/>
                  </a:lnTo>
                  <a:lnTo>
                    <a:pt x="259389" y="159429"/>
                  </a:lnTo>
                  <a:lnTo>
                    <a:pt x="257468" y="159429"/>
                  </a:lnTo>
                  <a:lnTo>
                    <a:pt x="255546" y="159429"/>
                  </a:lnTo>
                  <a:lnTo>
                    <a:pt x="253625" y="159429"/>
                  </a:lnTo>
                  <a:lnTo>
                    <a:pt x="251704" y="159429"/>
                  </a:lnTo>
                  <a:lnTo>
                    <a:pt x="249782" y="159429"/>
                  </a:lnTo>
                  <a:lnTo>
                    <a:pt x="247861" y="159429"/>
                  </a:lnTo>
                  <a:lnTo>
                    <a:pt x="245939" y="159429"/>
                  </a:lnTo>
                  <a:lnTo>
                    <a:pt x="244018" y="159429"/>
                  </a:lnTo>
                  <a:lnTo>
                    <a:pt x="242097" y="159429"/>
                  </a:lnTo>
                  <a:lnTo>
                    <a:pt x="240175" y="159429"/>
                  </a:lnTo>
                  <a:lnTo>
                    <a:pt x="238254" y="159429"/>
                  </a:lnTo>
                  <a:lnTo>
                    <a:pt x="236332" y="159429"/>
                  </a:lnTo>
                  <a:lnTo>
                    <a:pt x="234411" y="159429"/>
                  </a:lnTo>
                  <a:lnTo>
                    <a:pt x="232490" y="159429"/>
                  </a:lnTo>
                  <a:lnTo>
                    <a:pt x="230568" y="159429"/>
                  </a:lnTo>
                  <a:lnTo>
                    <a:pt x="228647" y="159429"/>
                  </a:lnTo>
                  <a:lnTo>
                    <a:pt x="226725" y="159429"/>
                  </a:lnTo>
                  <a:lnTo>
                    <a:pt x="224804" y="159429"/>
                  </a:lnTo>
                  <a:lnTo>
                    <a:pt x="222883" y="159429"/>
                  </a:lnTo>
                  <a:lnTo>
                    <a:pt x="220961" y="159429"/>
                  </a:lnTo>
                  <a:lnTo>
                    <a:pt x="219040" y="159429"/>
                  </a:lnTo>
                  <a:lnTo>
                    <a:pt x="217118" y="159429"/>
                  </a:lnTo>
                  <a:lnTo>
                    <a:pt x="215197" y="159429"/>
                  </a:lnTo>
                  <a:lnTo>
                    <a:pt x="213275" y="159429"/>
                  </a:lnTo>
                  <a:lnTo>
                    <a:pt x="211354" y="159429"/>
                  </a:lnTo>
                  <a:lnTo>
                    <a:pt x="209433" y="159429"/>
                  </a:lnTo>
                  <a:lnTo>
                    <a:pt x="207511" y="159429"/>
                  </a:lnTo>
                  <a:lnTo>
                    <a:pt x="205590" y="159429"/>
                  </a:lnTo>
                  <a:lnTo>
                    <a:pt x="203668" y="159429"/>
                  </a:lnTo>
                  <a:lnTo>
                    <a:pt x="201747" y="159429"/>
                  </a:lnTo>
                  <a:lnTo>
                    <a:pt x="199826" y="159429"/>
                  </a:lnTo>
                  <a:lnTo>
                    <a:pt x="197904" y="159429"/>
                  </a:lnTo>
                  <a:lnTo>
                    <a:pt x="195983" y="159429"/>
                  </a:lnTo>
                  <a:lnTo>
                    <a:pt x="194061" y="159429"/>
                  </a:lnTo>
                  <a:lnTo>
                    <a:pt x="192140" y="159429"/>
                  </a:lnTo>
                  <a:lnTo>
                    <a:pt x="190219" y="159429"/>
                  </a:lnTo>
                  <a:lnTo>
                    <a:pt x="188297" y="159429"/>
                  </a:lnTo>
                  <a:lnTo>
                    <a:pt x="186376" y="159429"/>
                  </a:lnTo>
                  <a:lnTo>
                    <a:pt x="184454" y="159429"/>
                  </a:lnTo>
                  <a:lnTo>
                    <a:pt x="182533" y="159429"/>
                  </a:lnTo>
                  <a:lnTo>
                    <a:pt x="180612" y="159429"/>
                  </a:lnTo>
                  <a:lnTo>
                    <a:pt x="178690" y="159429"/>
                  </a:lnTo>
                  <a:lnTo>
                    <a:pt x="176769" y="159429"/>
                  </a:lnTo>
                  <a:lnTo>
                    <a:pt x="174847" y="159429"/>
                  </a:lnTo>
                  <a:lnTo>
                    <a:pt x="172926" y="159429"/>
                  </a:lnTo>
                  <a:lnTo>
                    <a:pt x="171005" y="159429"/>
                  </a:lnTo>
                  <a:lnTo>
                    <a:pt x="169083" y="159429"/>
                  </a:lnTo>
                  <a:lnTo>
                    <a:pt x="167162" y="159429"/>
                  </a:lnTo>
                  <a:lnTo>
                    <a:pt x="165240" y="159429"/>
                  </a:lnTo>
                  <a:lnTo>
                    <a:pt x="163319" y="159429"/>
                  </a:lnTo>
                  <a:lnTo>
                    <a:pt x="161398" y="159429"/>
                  </a:lnTo>
                  <a:lnTo>
                    <a:pt x="159476" y="159429"/>
                  </a:lnTo>
                  <a:lnTo>
                    <a:pt x="157555" y="159429"/>
                  </a:lnTo>
                  <a:lnTo>
                    <a:pt x="155633" y="159429"/>
                  </a:lnTo>
                  <a:lnTo>
                    <a:pt x="153712" y="159429"/>
                  </a:lnTo>
                  <a:lnTo>
                    <a:pt x="151791" y="159429"/>
                  </a:lnTo>
                  <a:lnTo>
                    <a:pt x="149869" y="159429"/>
                  </a:lnTo>
                  <a:lnTo>
                    <a:pt x="147948" y="159429"/>
                  </a:lnTo>
                  <a:lnTo>
                    <a:pt x="146026" y="159429"/>
                  </a:lnTo>
                  <a:lnTo>
                    <a:pt x="144105" y="159429"/>
                  </a:lnTo>
                  <a:lnTo>
                    <a:pt x="142183" y="159429"/>
                  </a:lnTo>
                  <a:lnTo>
                    <a:pt x="140262" y="159429"/>
                  </a:lnTo>
                  <a:lnTo>
                    <a:pt x="138341" y="159429"/>
                  </a:lnTo>
                  <a:lnTo>
                    <a:pt x="136419" y="159429"/>
                  </a:lnTo>
                  <a:lnTo>
                    <a:pt x="134498" y="159429"/>
                  </a:lnTo>
                  <a:lnTo>
                    <a:pt x="132576" y="159429"/>
                  </a:lnTo>
                  <a:lnTo>
                    <a:pt x="130655" y="159429"/>
                  </a:lnTo>
                  <a:lnTo>
                    <a:pt x="128734" y="159429"/>
                  </a:lnTo>
                  <a:lnTo>
                    <a:pt x="126812" y="159429"/>
                  </a:lnTo>
                  <a:lnTo>
                    <a:pt x="124891" y="159429"/>
                  </a:lnTo>
                  <a:lnTo>
                    <a:pt x="122969" y="159429"/>
                  </a:lnTo>
                  <a:lnTo>
                    <a:pt x="121048" y="159429"/>
                  </a:lnTo>
                  <a:lnTo>
                    <a:pt x="119127" y="159429"/>
                  </a:lnTo>
                  <a:lnTo>
                    <a:pt x="117205" y="159429"/>
                  </a:lnTo>
                  <a:lnTo>
                    <a:pt x="115284" y="159429"/>
                  </a:lnTo>
                  <a:lnTo>
                    <a:pt x="113362" y="159429"/>
                  </a:lnTo>
                  <a:lnTo>
                    <a:pt x="111441" y="159429"/>
                  </a:lnTo>
                  <a:lnTo>
                    <a:pt x="109520" y="159429"/>
                  </a:lnTo>
                  <a:lnTo>
                    <a:pt x="107598" y="159429"/>
                  </a:lnTo>
                  <a:lnTo>
                    <a:pt x="105677" y="159429"/>
                  </a:lnTo>
                  <a:lnTo>
                    <a:pt x="103755" y="159429"/>
                  </a:lnTo>
                  <a:lnTo>
                    <a:pt x="101834" y="159429"/>
                  </a:lnTo>
                  <a:lnTo>
                    <a:pt x="99913" y="159429"/>
                  </a:lnTo>
                  <a:lnTo>
                    <a:pt x="97991" y="159429"/>
                  </a:lnTo>
                  <a:lnTo>
                    <a:pt x="96070" y="159429"/>
                  </a:lnTo>
                  <a:lnTo>
                    <a:pt x="94148" y="159429"/>
                  </a:lnTo>
                  <a:lnTo>
                    <a:pt x="92227" y="159429"/>
                  </a:lnTo>
                  <a:lnTo>
                    <a:pt x="90306" y="159429"/>
                  </a:lnTo>
                  <a:lnTo>
                    <a:pt x="88384" y="159429"/>
                  </a:lnTo>
                  <a:lnTo>
                    <a:pt x="86463" y="159429"/>
                  </a:lnTo>
                  <a:lnTo>
                    <a:pt x="84541" y="159429"/>
                  </a:lnTo>
                  <a:lnTo>
                    <a:pt x="82620" y="159429"/>
                  </a:lnTo>
                  <a:lnTo>
                    <a:pt x="80699" y="159429"/>
                  </a:lnTo>
                  <a:lnTo>
                    <a:pt x="78777" y="159429"/>
                  </a:lnTo>
                  <a:lnTo>
                    <a:pt x="76856" y="159429"/>
                  </a:lnTo>
                  <a:lnTo>
                    <a:pt x="74934" y="159429"/>
                  </a:lnTo>
                  <a:lnTo>
                    <a:pt x="73013" y="159429"/>
                  </a:lnTo>
                  <a:lnTo>
                    <a:pt x="71091" y="159429"/>
                  </a:lnTo>
                  <a:lnTo>
                    <a:pt x="69170" y="159429"/>
                  </a:lnTo>
                  <a:lnTo>
                    <a:pt x="67249" y="159429"/>
                  </a:lnTo>
                  <a:lnTo>
                    <a:pt x="65327" y="159429"/>
                  </a:lnTo>
                  <a:lnTo>
                    <a:pt x="63406" y="159429"/>
                  </a:lnTo>
                  <a:lnTo>
                    <a:pt x="61484" y="159429"/>
                  </a:lnTo>
                  <a:lnTo>
                    <a:pt x="59563" y="159429"/>
                  </a:lnTo>
                  <a:lnTo>
                    <a:pt x="57642" y="159429"/>
                  </a:lnTo>
                  <a:lnTo>
                    <a:pt x="55720" y="159429"/>
                  </a:lnTo>
                  <a:lnTo>
                    <a:pt x="53799" y="159429"/>
                  </a:lnTo>
                  <a:lnTo>
                    <a:pt x="51877" y="159429"/>
                  </a:lnTo>
                  <a:lnTo>
                    <a:pt x="49956" y="159429"/>
                  </a:lnTo>
                  <a:lnTo>
                    <a:pt x="48035" y="159429"/>
                  </a:lnTo>
                  <a:lnTo>
                    <a:pt x="46113" y="159429"/>
                  </a:lnTo>
                  <a:lnTo>
                    <a:pt x="44192" y="159429"/>
                  </a:lnTo>
                  <a:lnTo>
                    <a:pt x="42270" y="159429"/>
                  </a:lnTo>
                  <a:lnTo>
                    <a:pt x="40349" y="159429"/>
                  </a:lnTo>
                  <a:lnTo>
                    <a:pt x="38428" y="159429"/>
                  </a:lnTo>
                  <a:lnTo>
                    <a:pt x="36506" y="159429"/>
                  </a:lnTo>
                  <a:lnTo>
                    <a:pt x="34585" y="159429"/>
                  </a:lnTo>
                  <a:lnTo>
                    <a:pt x="32663" y="159429"/>
                  </a:lnTo>
                  <a:lnTo>
                    <a:pt x="30742" y="159429"/>
                  </a:lnTo>
                  <a:lnTo>
                    <a:pt x="28821" y="159429"/>
                  </a:lnTo>
                  <a:lnTo>
                    <a:pt x="26899" y="159429"/>
                  </a:lnTo>
                  <a:lnTo>
                    <a:pt x="24978" y="159429"/>
                  </a:lnTo>
                  <a:lnTo>
                    <a:pt x="23056" y="159429"/>
                  </a:lnTo>
                  <a:lnTo>
                    <a:pt x="21135" y="159429"/>
                  </a:lnTo>
                  <a:lnTo>
                    <a:pt x="19214" y="159429"/>
                  </a:lnTo>
                  <a:lnTo>
                    <a:pt x="17292" y="159429"/>
                  </a:lnTo>
                  <a:lnTo>
                    <a:pt x="15371" y="159429"/>
                  </a:lnTo>
                  <a:lnTo>
                    <a:pt x="13449" y="159429"/>
                  </a:lnTo>
                  <a:lnTo>
                    <a:pt x="11528" y="159429"/>
                  </a:lnTo>
                  <a:lnTo>
                    <a:pt x="9607" y="159429"/>
                  </a:lnTo>
                  <a:lnTo>
                    <a:pt x="7685" y="159429"/>
                  </a:lnTo>
                  <a:lnTo>
                    <a:pt x="5764" y="159429"/>
                  </a:lnTo>
                  <a:lnTo>
                    <a:pt x="3842" y="159429"/>
                  </a:lnTo>
                  <a:lnTo>
                    <a:pt x="1921" y="15942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3029362" y="2623593"/>
              <a:ext cx="981838" cy="159409"/>
            </a:xfrm>
            <a:custGeom>
              <a:avLst/>
              <a:pathLst>
                <a:path w="981838" h="159409">
                  <a:moveTo>
                    <a:pt x="0" y="159409"/>
                  </a:moveTo>
                  <a:lnTo>
                    <a:pt x="1921" y="159406"/>
                  </a:lnTo>
                  <a:lnTo>
                    <a:pt x="3842" y="159402"/>
                  </a:lnTo>
                  <a:lnTo>
                    <a:pt x="5764" y="159398"/>
                  </a:lnTo>
                  <a:lnTo>
                    <a:pt x="7685" y="159393"/>
                  </a:lnTo>
                  <a:lnTo>
                    <a:pt x="9607" y="159387"/>
                  </a:lnTo>
                  <a:lnTo>
                    <a:pt x="11528" y="159381"/>
                  </a:lnTo>
                  <a:lnTo>
                    <a:pt x="13449" y="159373"/>
                  </a:lnTo>
                  <a:lnTo>
                    <a:pt x="15371" y="159365"/>
                  </a:lnTo>
                  <a:lnTo>
                    <a:pt x="17292" y="159356"/>
                  </a:lnTo>
                  <a:lnTo>
                    <a:pt x="19214" y="159345"/>
                  </a:lnTo>
                  <a:lnTo>
                    <a:pt x="21135" y="159334"/>
                  </a:lnTo>
                  <a:lnTo>
                    <a:pt x="23056" y="159320"/>
                  </a:lnTo>
                  <a:lnTo>
                    <a:pt x="24978" y="159306"/>
                  </a:lnTo>
                  <a:lnTo>
                    <a:pt x="26899" y="159290"/>
                  </a:lnTo>
                  <a:lnTo>
                    <a:pt x="28821" y="159272"/>
                  </a:lnTo>
                  <a:lnTo>
                    <a:pt x="30742" y="159251"/>
                  </a:lnTo>
                  <a:lnTo>
                    <a:pt x="32663" y="159229"/>
                  </a:lnTo>
                  <a:lnTo>
                    <a:pt x="34585" y="159205"/>
                  </a:lnTo>
                  <a:lnTo>
                    <a:pt x="36506" y="159178"/>
                  </a:lnTo>
                  <a:lnTo>
                    <a:pt x="38428" y="159148"/>
                  </a:lnTo>
                  <a:lnTo>
                    <a:pt x="40349" y="159116"/>
                  </a:lnTo>
                  <a:lnTo>
                    <a:pt x="42270" y="159081"/>
                  </a:lnTo>
                  <a:lnTo>
                    <a:pt x="44192" y="159043"/>
                  </a:lnTo>
                  <a:lnTo>
                    <a:pt x="46113" y="159001"/>
                  </a:lnTo>
                  <a:lnTo>
                    <a:pt x="48035" y="158956"/>
                  </a:lnTo>
                  <a:lnTo>
                    <a:pt x="49956" y="158907"/>
                  </a:lnTo>
                  <a:lnTo>
                    <a:pt x="51877" y="158855"/>
                  </a:lnTo>
                  <a:lnTo>
                    <a:pt x="53799" y="158799"/>
                  </a:lnTo>
                  <a:lnTo>
                    <a:pt x="55720" y="158738"/>
                  </a:lnTo>
                  <a:lnTo>
                    <a:pt x="57642" y="158673"/>
                  </a:lnTo>
                  <a:lnTo>
                    <a:pt x="59563" y="158604"/>
                  </a:lnTo>
                  <a:lnTo>
                    <a:pt x="61484" y="158531"/>
                  </a:lnTo>
                  <a:lnTo>
                    <a:pt x="63406" y="158452"/>
                  </a:lnTo>
                  <a:lnTo>
                    <a:pt x="65327" y="158369"/>
                  </a:lnTo>
                  <a:lnTo>
                    <a:pt x="67249" y="158282"/>
                  </a:lnTo>
                  <a:lnTo>
                    <a:pt x="69170" y="158189"/>
                  </a:lnTo>
                  <a:lnTo>
                    <a:pt x="71091" y="158092"/>
                  </a:lnTo>
                  <a:lnTo>
                    <a:pt x="73013" y="157989"/>
                  </a:lnTo>
                  <a:lnTo>
                    <a:pt x="74934" y="157881"/>
                  </a:lnTo>
                  <a:lnTo>
                    <a:pt x="76856" y="157770"/>
                  </a:lnTo>
                  <a:lnTo>
                    <a:pt x="78777" y="157653"/>
                  </a:lnTo>
                  <a:lnTo>
                    <a:pt x="80699" y="157530"/>
                  </a:lnTo>
                  <a:lnTo>
                    <a:pt x="82620" y="157403"/>
                  </a:lnTo>
                  <a:lnTo>
                    <a:pt x="84541" y="157272"/>
                  </a:lnTo>
                  <a:lnTo>
                    <a:pt x="86463" y="157137"/>
                  </a:lnTo>
                  <a:lnTo>
                    <a:pt x="88384" y="156996"/>
                  </a:lnTo>
                  <a:lnTo>
                    <a:pt x="90306" y="156851"/>
                  </a:lnTo>
                  <a:lnTo>
                    <a:pt x="92227" y="156703"/>
                  </a:lnTo>
                  <a:lnTo>
                    <a:pt x="94148" y="156552"/>
                  </a:lnTo>
                  <a:lnTo>
                    <a:pt x="96070" y="156396"/>
                  </a:lnTo>
                  <a:lnTo>
                    <a:pt x="97991" y="156236"/>
                  </a:lnTo>
                  <a:lnTo>
                    <a:pt x="99913" y="156075"/>
                  </a:lnTo>
                  <a:lnTo>
                    <a:pt x="101834" y="155910"/>
                  </a:lnTo>
                  <a:lnTo>
                    <a:pt x="103755" y="155743"/>
                  </a:lnTo>
                  <a:lnTo>
                    <a:pt x="105677" y="155573"/>
                  </a:lnTo>
                  <a:lnTo>
                    <a:pt x="107598" y="155402"/>
                  </a:lnTo>
                  <a:lnTo>
                    <a:pt x="109520" y="155230"/>
                  </a:lnTo>
                  <a:lnTo>
                    <a:pt x="111441" y="155056"/>
                  </a:lnTo>
                  <a:lnTo>
                    <a:pt x="113362" y="154881"/>
                  </a:lnTo>
                  <a:lnTo>
                    <a:pt x="115284" y="154706"/>
                  </a:lnTo>
                  <a:lnTo>
                    <a:pt x="117205" y="154530"/>
                  </a:lnTo>
                  <a:lnTo>
                    <a:pt x="119127" y="154355"/>
                  </a:lnTo>
                  <a:lnTo>
                    <a:pt x="121048" y="154180"/>
                  </a:lnTo>
                  <a:lnTo>
                    <a:pt x="122969" y="154006"/>
                  </a:lnTo>
                  <a:lnTo>
                    <a:pt x="124891" y="153833"/>
                  </a:lnTo>
                  <a:lnTo>
                    <a:pt x="126812" y="153661"/>
                  </a:lnTo>
                  <a:lnTo>
                    <a:pt x="128734" y="153490"/>
                  </a:lnTo>
                  <a:lnTo>
                    <a:pt x="130655" y="153322"/>
                  </a:lnTo>
                  <a:lnTo>
                    <a:pt x="132576" y="153156"/>
                  </a:lnTo>
                  <a:lnTo>
                    <a:pt x="134498" y="152992"/>
                  </a:lnTo>
                  <a:lnTo>
                    <a:pt x="136419" y="152830"/>
                  </a:lnTo>
                  <a:lnTo>
                    <a:pt x="138341" y="152672"/>
                  </a:lnTo>
                  <a:lnTo>
                    <a:pt x="140262" y="152516"/>
                  </a:lnTo>
                  <a:lnTo>
                    <a:pt x="142183" y="152362"/>
                  </a:lnTo>
                  <a:lnTo>
                    <a:pt x="144105" y="152212"/>
                  </a:lnTo>
                  <a:lnTo>
                    <a:pt x="146026" y="152065"/>
                  </a:lnTo>
                  <a:lnTo>
                    <a:pt x="147948" y="151921"/>
                  </a:lnTo>
                  <a:lnTo>
                    <a:pt x="149869" y="151780"/>
                  </a:lnTo>
                  <a:lnTo>
                    <a:pt x="151791" y="151642"/>
                  </a:lnTo>
                  <a:lnTo>
                    <a:pt x="153712" y="151507"/>
                  </a:lnTo>
                  <a:lnTo>
                    <a:pt x="155633" y="151375"/>
                  </a:lnTo>
                  <a:lnTo>
                    <a:pt x="157555" y="151245"/>
                  </a:lnTo>
                  <a:lnTo>
                    <a:pt x="159476" y="151118"/>
                  </a:lnTo>
                  <a:lnTo>
                    <a:pt x="161398" y="150994"/>
                  </a:lnTo>
                  <a:lnTo>
                    <a:pt x="163319" y="150872"/>
                  </a:lnTo>
                  <a:lnTo>
                    <a:pt x="165240" y="150751"/>
                  </a:lnTo>
                  <a:lnTo>
                    <a:pt x="167162" y="150632"/>
                  </a:lnTo>
                  <a:lnTo>
                    <a:pt x="169083" y="150515"/>
                  </a:lnTo>
                  <a:lnTo>
                    <a:pt x="171005" y="150398"/>
                  </a:lnTo>
                  <a:lnTo>
                    <a:pt x="172926" y="150282"/>
                  </a:lnTo>
                  <a:lnTo>
                    <a:pt x="174847" y="150167"/>
                  </a:lnTo>
                  <a:lnTo>
                    <a:pt x="176769" y="150051"/>
                  </a:lnTo>
                  <a:lnTo>
                    <a:pt x="178690" y="149935"/>
                  </a:lnTo>
                  <a:lnTo>
                    <a:pt x="180612" y="149818"/>
                  </a:lnTo>
                  <a:lnTo>
                    <a:pt x="182533" y="149699"/>
                  </a:lnTo>
                  <a:lnTo>
                    <a:pt x="184454" y="149579"/>
                  </a:lnTo>
                  <a:lnTo>
                    <a:pt x="186376" y="149457"/>
                  </a:lnTo>
                  <a:lnTo>
                    <a:pt x="188297" y="149332"/>
                  </a:lnTo>
                  <a:lnTo>
                    <a:pt x="190219" y="149204"/>
                  </a:lnTo>
                  <a:lnTo>
                    <a:pt x="192140" y="149073"/>
                  </a:lnTo>
                  <a:lnTo>
                    <a:pt x="194061" y="148939"/>
                  </a:lnTo>
                  <a:lnTo>
                    <a:pt x="195983" y="148799"/>
                  </a:lnTo>
                  <a:lnTo>
                    <a:pt x="197904" y="148655"/>
                  </a:lnTo>
                  <a:lnTo>
                    <a:pt x="199826" y="148507"/>
                  </a:lnTo>
                  <a:lnTo>
                    <a:pt x="201747" y="148355"/>
                  </a:lnTo>
                  <a:lnTo>
                    <a:pt x="203668" y="148196"/>
                  </a:lnTo>
                  <a:lnTo>
                    <a:pt x="205590" y="148032"/>
                  </a:lnTo>
                  <a:lnTo>
                    <a:pt x="207511" y="147862"/>
                  </a:lnTo>
                  <a:lnTo>
                    <a:pt x="209433" y="147687"/>
                  </a:lnTo>
                  <a:lnTo>
                    <a:pt x="211354" y="147506"/>
                  </a:lnTo>
                  <a:lnTo>
                    <a:pt x="213275" y="147318"/>
                  </a:lnTo>
                  <a:lnTo>
                    <a:pt x="215197" y="147125"/>
                  </a:lnTo>
                  <a:lnTo>
                    <a:pt x="217118" y="146926"/>
                  </a:lnTo>
                  <a:lnTo>
                    <a:pt x="219040" y="146722"/>
                  </a:lnTo>
                  <a:lnTo>
                    <a:pt x="220961" y="146511"/>
                  </a:lnTo>
                  <a:lnTo>
                    <a:pt x="222883" y="146294"/>
                  </a:lnTo>
                  <a:lnTo>
                    <a:pt x="224804" y="146073"/>
                  </a:lnTo>
                  <a:lnTo>
                    <a:pt x="226725" y="145848"/>
                  </a:lnTo>
                  <a:lnTo>
                    <a:pt x="228647" y="145616"/>
                  </a:lnTo>
                  <a:lnTo>
                    <a:pt x="230568" y="145380"/>
                  </a:lnTo>
                  <a:lnTo>
                    <a:pt x="232490" y="145140"/>
                  </a:lnTo>
                  <a:lnTo>
                    <a:pt x="234411" y="144897"/>
                  </a:lnTo>
                  <a:lnTo>
                    <a:pt x="236332" y="144651"/>
                  </a:lnTo>
                  <a:lnTo>
                    <a:pt x="238254" y="144401"/>
                  </a:lnTo>
                  <a:lnTo>
                    <a:pt x="240175" y="144150"/>
                  </a:lnTo>
                  <a:lnTo>
                    <a:pt x="242097" y="143897"/>
                  </a:lnTo>
                  <a:lnTo>
                    <a:pt x="244018" y="143642"/>
                  </a:lnTo>
                  <a:lnTo>
                    <a:pt x="245939" y="143386"/>
                  </a:lnTo>
                  <a:lnTo>
                    <a:pt x="247861" y="143130"/>
                  </a:lnTo>
                  <a:lnTo>
                    <a:pt x="249782" y="142874"/>
                  </a:lnTo>
                  <a:lnTo>
                    <a:pt x="251704" y="142619"/>
                  </a:lnTo>
                  <a:lnTo>
                    <a:pt x="253625" y="142365"/>
                  </a:lnTo>
                  <a:lnTo>
                    <a:pt x="255546" y="142112"/>
                  </a:lnTo>
                  <a:lnTo>
                    <a:pt x="257468" y="141861"/>
                  </a:lnTo>
                  <a:lnTo>
                    <a:pt x="259389" y="141612"/>
                  </a:lnTo>
                  <a:lnTo>
                    <a:pt x="261311" y="141366"/>
                  </a:lnTo>
                  <a:lnTo>
                    <a:pt x="263232" y="141123"/>
                  </a:lnTo>
                  <a:lnTo>
                    <a:pt x="265153" y="140882"/>
                  </a:lnTo>
                  <a:lnTo>
                    <a:pt x="267075" y="140644"/>
                  </a:lnTo>
                  <a:lnTo>
                    <a:pt x="268996" y="140409"/>
                  </a:lnTo>
                  <a:lnTo>
                    <a:pt x="270918" y="140178"/>
                  </a:lnTo>
                  <a:lnTo>
                    <a:pt x="272839" y="139949"/>
                  </a:lnTo>
                  <a:lnTo>
                    <a:pt x="274760" y="139724"/>
                  </a:lnTo>
                  <a:lnTo>
                    <a:pt x="276682" y="139501"/>
                  </a:lnTo>
                  <a:lnTo>
                    <a:pt x="278603" y="139281"/>
                  </a:lnTo>
                  <a:lnTo>
                    <a:pt x="280525" y="139063"/>
                  </a:lnTo>
                  <a:lnTo>
                    <a:pt x="282446" y="138846"/>
                  </a:lnTo>
                  <a:lnTo>
                    <a:pt x="284367" y="138631"/>
                  </a:lnTo>
                  <a:lnTo>
                    <a:pt x="286289" y="138417"/>
                  </a:lnTo>
                  <a:lnTo>
                    <a:pt x="288210" y="138203"/>
                  </a:lnTo>
                  <a:lnTo>
                    <a:pt x="290132" y="137988"/>
                  </a:lnTo>
                  <a:lnTo>
                    <a:pt x="292053" y="137773"/>
                  </a:lnTo>
                  <a:lnTo>
                    <a:pt x="293975" y="137555"/>
                  </a:lnTo>
                  <a:lnTo>
                    <a:pt x="295896" y="137334"/>
                  </a:lnTo>
                  <a:lnTo>
                    <a:pt x="297817" y="137110"/>
                  </a:lnTo>
                  <a:lnTo>
                    <a:pt x="299739" y="136881"/>
                  </a:lnTo>
                  <a:lnTo>
                    <a:pt x="301660" y="136647"/>
                  </a:lnTo>
                  <a:lnTo>
                    <a:pt x="303582" y="136405"/>
                  </a:lnTo>
                  <a:lnTo>
                    <a:pt x="305503" y="136156"/>
                  </a:lnTo>
                  <a:lnTo>
                    <a:pt x="307424" y="135899"/>
                  </a:lnTo>
                  <a:lnTo>
                    <a:pt x="309346" y="135634"/>
                  </a:lnTo>
                  <a:lnTo>
                    <a:pt x="311267" y="135355"/>
                  </a:lnTo>
                  <a:lnTo>
                    <a:pt x="313189" y="135064"/>
                  </a:lnTo>
                  <a:lnTo>
                    <a:pt x="315110" y="134763"/>
                  </a:lnTo>
                  <a:lnTo>
                    <a:pt x="317031" y="134449"/>
                  </a:lnTo>
                  <a:lnTo>
                    <a:pt x="318953" y="134117"/>
                  </a:lnTo>
                  <a:lnTo>
                    <a:pt x="320874" y="133769"/>
                  </a:lnTo>
                  <a:lnTo>
                    <a:pt x="322796" y="133405"/>
                  </a:lnTo>
                  <a:lnTo>
                    <a:pt x="324717" y="133026"/>
                  </a:lnTo>
                  <a:lnTo>
                    <a:pt x="326638" y="132626"/>
                  </a:lnTo>
                  <a:lnTo>
                    <a:pt x="328560" y="132204"/>
                  </a:lnTo>
                  <a:lnTo>
                    <a:pt x="330481" y="131764"/>
                  </a:lnTo>
                  <a:lnTo>
                    <a:pt x="332403" y="131304"/>
                  </a:lnTo>
                  <a:lnTo>
                    <a:pt x="334324" y="130822"/>
                  </a:lnTo>
                  <a:lnTo>
                    <a:pt x="336245" y="130312"/>
                  </a:lnTo>
                  <a:lnTo>
                    <a:pt x="338167" y="129780"/>
                  </a:lnTo>
                  <a:lnTo>
                    <a:pt x="340088" y="129226"/>
                  </a:lnTo>
                  <a:lnTo>
                    <a:pt x="342010" y="128649"/>
                  </a:lnTo>
                  <a:lnTo>
                    <a:pt x="343931" y="128039"/>
                  </a:lnTo>
                  <a:lnTo>
                    <a:pt x="345852" y="127404"/>
                  </a:lnTo>
                  <a:lnTo>
                    <a:pt x="347774" y="126744"/>
                  </a:lnTo>
                  <a:lnTo>
                    <a:pt x="349695" y="126058"/>
                  </a:lnTo>
                  <a:lnTo>
                    <a:pt x="351617" y="125339"/>
                  </a:lnTo>
                  <a:lnTo>
                    <a:pt x="353538" y="124589"/>
                  </a:lnTo>
                  <a:lnTo>
                    <a:pt x="355459" y="123811"/>
                  </a:lnTo>
                  <a:lnTo>
                    <a:pt x="357381" y="123006"/>
                  </a:lnTo>
                  <a:lnTo>
                    <a:pt x="359302" y="122168"/>
                  </a:lnTo>
                  <a:lnTo>
                    <a:pt x="361224" y="121291"/>
                  </a:lnTo>
                  <a:lnTo>
                    <a:pt x="363145" y="120384"/>
                  </a:lnTo>
                  <a:lnTo>
                    <a:pt x="365067" y="119446"/>
                  </a:lnTo>
                  <a:lnTo>
                    <a:pt x="366988" y="118476"/>
                  </a:lnTo>
                  <a:lnTo>
                    <a:pt x="368909" y="117460"/>
                  </a:lnTo>
                  <a:lnTo>
                    <a:pt x="370831" y="116410"/>
                  </a:lnTo>
                  <a:lnTo>
                    <a:pt x="372752" y="115325"/>
                  </a:lnTo>
                  <a:lnTo>
                    <a:pt x="374674" y="114205"/>
                  </a:lnTo>
                  <a:lnTo>
                    <a:pt x="376595" y="113038"/>
                  </a:lnTo>
                  <a:lnTo>
                    <a:pt x="378516" y="111828"/>
                  </a:lnTo>
                  <a:lnTo>
                    <a:pt x="380438" y="110579"/>
                  </a:lnTo>
                  <a:lnTo>
                    <a:pt x="382359" y="109290"/>
                  </a:lnTo>
                  <a:lnTo>
                    <a:pt x="384281" y="107954"/>
                  </a:lnTo>
                  <a:lnTo>
                    <a:pt x="386202" y="106565"/>
                  </a:lnTo>
                  <a:lnTo>
                    <a:pt x="388123" y="105131"/>
                  </a:lnTo>
                  <a:lnTo>
                    <a:pt x="390045" y="103654"/>
                  </a:lnTo>
                  <a:lnTo>
                    <a:pt x="391966" y="102130"/>
                  </a:lnTo>
                  <a:lnTo>
                    <a:pt x="393888" y="100540"/>
                  </a:lnTo>
                  <a:lnTo>
                    <a:pt x="395809" y="98903"/>
                  </a:lnTo>
                  <a:lnTo>
                    <a:pt x="397730" y="97217"/>
                  </a:lnTo>
                  <a:lnTo>
                    <a:pt x="399652" y="95481"/>
                  </a:lnTo>
                  <a:lnTo>
                    <a:pt x="401573" y="93679"/>
                  </a:lnTo>
                  <a:lnTo>
                    <a:pt x="403495" y="91821"/>
                  </a:lnTo>
                  <a:lnTo>
                    <a:pt x="405416" y="89912"/>
                  </a:lnTo>
                  <a:lnTo>
                    <a:pt x="407337" y="87952"/>
                  </a:lnTo>
                  <a:lnTo>
                    <a:pt x="409259" y="85929"/>
                  </a:lnTo>
                  <a:lnTo>
                    <a:pt x="411180" y="83844"/>
                  </a:lnTo>
                  <a:lnTo>
                    <a:pt x="413102" y="81709"/>
                  </a:lnTo>
                  <a:lnTo>
                    <a:pt x="415023" y="79523"/>
                  </a:lnTo>
                  <a:lnTo>
                    <a:pt x="416944" y="77285"/>
                  </a:lnTo>
                  <a:lnTo>
                    <a:pt x="418866" y="74982"/>
                  </a:lnTo>
                  <a:lnTo>
                    <a:pt x="420787" y="72635"/>
                  </a:lnTo>
                  <a:lnTo>
                    <a:pt x="422709" y="70243"/>
                  </a:lnTo>
                  <a:lnTo>
                    <a:pt x="424630" y="67810"/>
                  </a:lnTo>
                  <a:lnTo>
                    <a:pt x="426551" y="65324"/>
                  </a:lnTo>
                  <a:lnTo>
                    <a:pt x="428473" y="62802"/>
                  </a:lnTo>
                  <a:lnTo>
                    <a:pt x="430394" y="60249"/>
                  </a:lnTo>
                  <a:lnTo>
                    <a:pt x="432316" y="57667"/>
                  </a:lnTo>
                  <a:lnTo>
                    <a:pt x="434237" y="55056"/>
                  </a:lnTo>
                  <a:lnTo>
                    <a:pt x="436159" y="52425"/>
                  </a:lnTo>
                  <a:lnTo>
                    <a:pt x="438080" y="49781"/>
                  </a:lnTo>
                  <a:lnTo>
                    <a:pt x="440001" y="47130"/>
                  </a:lnTo>
                  <a:lnTo>
                    <a:pt x="441923" y="44475"/>
                  </a:lnTo>
                  <a:lnTo>
                    <a:pt x="443844" y="41827"/>
                  </a:lnTo>
                  <a:lnTo>
                    <a:pt x="445766" y="39192"/>
                  </a:lnTo>
                  <a:lnTo>
                    <a:pt x="447687" y="36574"/>
                  </a:lnTo>
                  <a:lnTo>
                    <a:pt x="449608" y="33980"/>
                  </a:lnTo>
                  <a:lnTo>
                    <a:pt x="451530" y="31432"/>
                  </a:lnTo>
                  <a:lnTo>
                    <a:pt x="453451" y="28926"/>
                  </a:lnTo>
                  <a:lnTo>
                    <a:pt x="455373" y="26468"/>
                  </a:lnTo>
                  <a:lnTo>
                    <a:pt x="457294" y="24063"/>
                  </a:lnTo>
                  <a:lnTo>
                    <a:pt x="459215" y="21739"/>
                  </a:lnTo>
                  <a:lnTo>
                    <a:pt x="461137" y="19497"/>
                  </a:lnTo>
                  <a:lnTo>
                    <a:pt x="463058" y="17333"/>
                  </a:lnTo>
                  <a:lnTo>
                    <a:pt x="464980" y="15254"/>
                  </a:lnTo>
                  <a:lnTo>
                    <a:pt x="466901" y="13282"/>
                  </a:lnTo>
                  <a:lnTo>
                    <a:pt x="468822" y="11437"/>
                  </a:lnTo>
                  <a:lnTo>
                    <a:pt x="470744" y="9700"/>
                  </a:lnTo>
                  <a:lnTo>
                    <a:pt x="472665" y="8076"/>
                  </a:lnTo>
                  <a:lnTo>
                    <a:pt x="474587" y="6575"/>
                  </a:lnTo>
                  <a:lnTo>
                    <a:pt x="476508" y="5248"/>
                  </a:lnTo>
                  <a:lnTo>
                    <a:pt x="478429" y="4053"/>
                  </a:lnTo>
                  <a:lnTo>
                    <a:pt x="480351" y="2993"/>
                  </a:lnTo>
                  <a:lnTo>
                    <a:pt x="482272" y="2072"/>
                  </a:lnTo>
                  <a:lnTo>
                    <a:pt x="484194" y="1343"/>
                  </a:lnTo>
                  <a:lnTo>
                    <a:pt x="486115" y="774"/>
                  </a:lnTo>
                  <a:lnTo>
                    <a:pt x="488036" y="354"/>
                  </a:lnTo>
                  <a:lnTo>
                    <a:pt x="489958" y="84"/>
                  </a:lnTo>
                  <a:lnTo>
                    <a:pt x="491879" y="0"/>
                  </a:lnTo>
                  <a:lnTo>
                    <a:pt x="493801" y="101"/>
                  </a:lnTo>
                  <a:lnTo>
                    <a:pt x="495722" y="354"/>
                  </a:lnTo>
                  <a:lnTo>
                    <a:pt x="497643" y="759"/>
                  </a:lnTo>
                  <a:lnTo>
                    <a:pt x="499565" y="1328"/>
                  </a:lnTo>
                  <a:lnTo>
                    <a:pt x="501486" y="2097"/>
                  </a:lnTo>
                  <a:lnTo>
                    <a:pt x="503408" y="3011"/>
                  </a:lnTo>
                  <a:lnTo>
                    <a:pt x="505329" y="4068"/>
                  </a:lnTo>
                  <a:lnTo>
                    <a:pt x="507250" y="5265"/>
                  </a:lnTo>
                  <a:lnTo>
                    <a:pt x="509172" y="6649"/>
                  </a:lnTo>
                  <a:lnTo>
                    <a:pt x="511093" y="8168"/>
                  </a:lnTo>
                  <a:lnTo>
                    <a:pt x="513015" y="9810"/>
                  </a:lnTo>
                  <a:lnTo>
                    <a:pt x="514936" y="11573"/>
                  </a:lnTo>
                  <a:lnTo>
                    <a:pt x="516858" y="13480"/>
                  </a:lnTo>
                  <a:lnTo>
                    <a:pt x="518779" y="15510"/>
                  </a:lnTo>
                  <a:lnTo>
                    <a:pt x="520700" y="17639"/>
                  </a:lnTo>
                  <a:lnTo>
                    <a:pt x="522622" y="19861"/>
                  </a:lnTo>
                  <a:lnTo>
                    <a:pt x="524543" y="22183"/>
                  </a:lnTo>
                  <a:lnTo>
                    <a:pt x="526465" y="24607"/>
                  </a:lnTo>
                  <a:lnTo>
                    <a:pt x="528386" y="27101"/>
                  </a:lnTo>
                  <a:lnTo>
                    <a:pt x="530307" y="29659"/>
                  </a:lnTo>
                  <a:lnTo>
                    <a:pt x="532229" y="32275"/>
                  </a:lnTo>
                  <a:lnTo>
                    <a:pt x="534150" y="34963"/>
                  </a:lnTo>
                  <a:lnTo>
                    <a:pt x="536072" y="37690"/>
                  </a:lnTo>
                  <a:lnTo>
                    <a:pt x="537993" y="40452"/>
                  </a:lnTo>
                  <a:lnTo>
                    <a:pt x="539914" y="43244"/>
                  </a:lnTo>
                  <a:lnTo>
                    <a:pt x="541836" y="46063"/>
                  </a:lnTo>
                  <a:lnTo>
                    <a:pt x="543757" y="48898"/>
                  </a:lnTo>
                  <a:lnTo>
                    <a:pt x="545679" y="51739"/>
                  </a:lnTo>
                  <a:lnTo>
                    <a:pt x="547600" y="54583"/>
                  </a:lnTo>
                  <a:lnTo>
                    <a:pt x="549521" y="57423"/>
                  </a:lnTo>
                  <a:lnTo>
                    <a:pt x="551443" y="60250"/>
                  </a:lnTo>
                  <a:lnTo>
                    <a:pt x="553364" y="63060"/>
                  </a:lnTo>
                  <a:lnTo>
                    <a:pt x="555286" y="65851"/>
                  </a:lnTo>
                  <a:lnTo>
                    <a:pt x="557207" y="68618"/>
                  </a:lnTo>
                  <a:lnTo>
                    <a:pt x="559128" y="71343"/>
                  </a:lnTo>
                  <a:lnTo>
                    <a:pt x="561050" y="74034"/>
                  </a:lnTo>
                  <a:lnTo>
                    <a:pt x="562971" y="76688"/>
                  </a:lnTo>
                  <a:lnTo>
                    <a:pt x="564893" y="79303"/>
                  </a:lnTo>
                  <a:lnTo>
                    <a:pt x="566814" y="81859"/>
                  </a:lnTo>
                  <a:lnTo>
                    <a:pt x="568735" y="84363"/>
                  </a:lnTo>
                  <a:lnTo>
                    <a:pt x="570657" y="86819"/>
                  </a:lnTo>
                  <a:lnTo>
                    <a:pt x="572578" y="89225"/>
                  </a:lnTo>
                  <a:lnTo>
                    <a:pt x="574500" y="91565"/>
                  </a:lnTo>
                  <a:lnTo>
                    <a:pt x="576421" y="93840"/>
                  </a:lnTo>
                  <a:lnTo>
                    <a:pt x="578342" y="96058"/>
                  </a:lnTo>
                  <a:lnTo>
                    <a:pt x="580264" y="98219"/>
                  </a:lnTo>
                  <a:lnTo>
                    <a:pt x="582185" y="100316"/>
                  </a:lnTo>
                  <a:lnTo>
                    <a:pt x="584107" y="102334"/>
                  </a:lnTo>
                  <a:lnTo>
                    <a:pt x="586028" y="104292"/>
                  </a:lnTo>
                  <a:lnTo>
                    <a:pt x="587950" y="106191"/>
                  </a:lnTo>
                  <a:lnTo>
                    <a:pt x="589871" y="108029"/>
                  </a:lnTo>
                  <a:lnTo>
                    <a:pt x="591792" y="109783"/>
                  </a:lnTo>
                  <a:lnTo>
                    <a:pt x="593714" y="111474"/>
                  </a:lnTo>
                  <a:lnTo>
                    <a:pt x="595635" y="113106"/>
                  </a:lnTo>
                  <a:lnTo>
                    <a:pt x="597557" y="114677"/>
                  </a:lnTo>
                  <a:lnTo>
                    <a:pt x="599478" y="116173"/>
                  </a:lnTo>
                  <a:lnTo>
                    <a:pt x="601399" y="117599"/>
                  </a:lnTo>
                  <a:lnTo>
                    <a:pt x="603321" y="118968"/>
                  </a:lnTo>
                  <a:lnTo>
                    <a:pt x="605242" y="120278"/>
                  </a:lnTo>
                  <a:lnTo>
                    <a:pt x="607164" y="121522"/>
                  </a:lnTo>
                  <a:lnTo>
                    <a:pt x="609085" y="122692"/>
                  </a:lnTo>
                  <a:lnTo>
                    <a:pt x="611006" y="123807"/>
                  </a:lnTo>
                  <a:lnTo>
                    <a:pt x="612928" y="124865"/>
                  </a:lnTo>
                  <a:lnTo>
                    <a:pt x="614849" y="125868"/>
                  </a:lnTo>
                  <a:lnTo>
                    <a:pt x="616771" y="126792"/>
                  </a:lnTo>
                  <a:lnTo>
                    <a:pt x="618692" y="127664"/>
                  </a:lnTo>
                  <a:lnTo>
                    <a:pt x="620613" y="128482"/>
                  </a:lnTo>
                  <a:lnTo>
                    <a:pt x="622535" y="129247"/>
                  </a:lnTo>
                  <a:lnTo>
                    <a:pt x="624456" y="129943"/>
                  </a:lnTo>
                  <a:lnTo>
                    <a:pt x="626378" y="130582"/>
                  </a:lnTo>
                  <a:lnTo>
                    <a:pt x="628299" y="131171"/>
                  </a:lnTo>
                  <a:lnTo>
                    <a:pt x="630220" y="131708"/>
                  </a:lnTo>
                  <a:lnTo>
                    <a:pt x="632142" y="132187"/>
                  </a:lnTo>
                  <a:lnTo>
                    <a:pt x="634063" y="132605"/>
                  </a:lnTo>
                  <a:lnTo>
                    <a:pt x="635985" y="132974"/>
                  </a:lnTo>
                  <a:lnTo>
                    <a:pt x="637906" y="133295"/>
                  </a:lnTo>
                  <a:lnTo>
                    <a:pt x="639827" y="133566"/>
                  </a:lnTo>
                  <a:lnTo>
                    <a:pt x="641749" y="133773"/>
                  </a:lnTo>
                  <a:lnTo>
                    <a:pt x="643670" y="133934"/>
                  </a:lnTo>
                  <a:lnTo>
                    <a:pt x="645592" y="134051"/>
                  </a:lnTo>
                  <a:lnTo>
                    <a:pt x="647513" y="134123"/>
                  </a:lnTo>
                  <a:lnTo>
                    <a:pt x="649434" y="134135"/>
                  </a:lnTo>
                  <a:lnTo>
                    <a:pt x="651356" y="134103"/>
                  </a:lnTo>
                  <a:lnTo>
                    <a:pt x="653277" y="134029"/>
                  </a:lnTo>
                  <a:lnTo>
                    <a:pt x="655199" y="133915"/>
                  </a:lnTo>
                  <a:lnTo>
                    <a:pt x="657120" y="133753"/>
                  </a:lnTo>
                  <a:lnTo>
                    <a:pt x="659042" y="133546"/>
                  </a:lnTo>
                  <a:lnTo>
                    <a:pt x="660963" y="133304"/>
                  </a:lnTo>
                  <a:lnTo>
                    <a:pt x="662884" y="133027"/>
                  </a:lnTo>
                  <a:lnTo>
                    <a:pt x="664806" y="132714"/>
                  </a:lnTo>
                  <a:lnTo>
                    <a:pt x="666727" y="132360"/>
                  </a:lnTo>
                  <a:lnTo>
                    <a:pt x="668649" y="131978"/>
                  </a:lnTo>
                  <a:lnTo>
                    <a:pt x="670570" y="131570"/>
                  </a:lnTo>
                  <a:lnTo>
                    <a:pt x="672491" y="131136"/>
                  </a:lnTo>
                  <a:lnTo>
                    <a:pt x="674413" y="130672"/>
                  </a:lnTo>
                  <a:lnTo>
                    <a:pt x="676334" y="130189"/>
                  </a:lnTo>
                  <a:lnTo>
                    <a:pt x="678256" y="129689"/>
                  </a:lnTo>
                  <a:lnTo>
                    <a:pt x="680177" y="129175"/>
                  </a:lnTo>
                  <a:lnTo>
                    <a:pt x="682098" y="128646"/>
                  </a:lnTo>
                  <a:lnTo>
                    <a:pt x="684020" y="128108"/>
                  </a:lnTo>
                  <a:lnTo>
                    <a:pt x="685941" y="127565"/>
                  </a:lnTo>
                  <a:lnTo>
                    <a:pt x="687863" y="127020"/>
                  </a:lnTo>
                  <a:lnTo>
                    <a:pt x="689784" y="126475"/>
                  </a:lnTo>
                  <a:lnTo>
                    <a:pt x="691705" y="125936"/>
                  </a:lnTo>
                  <a:lnTo>
                    <a:pt x="693627" y="125404"/>
                  </a:lnTo>
                  <a:lnTo>
                    <a:pt x="695548" y="124882"/>
                  </a:lnTo>
                  <a:lnTo>
                    <a:pt x="697470" y="124373"/>
                  </a:lnTo>
                  <a:lnTo>
                    <a:pt x="699391" y="123887"/>
                  </a:lnTo>
                  <a:lnTo>
                    <a:pt x="701312" y="123421"/>
                  </a:lnTo>
                  <a:lnTo>
                    <a:pt x="703234" y="122977"/>
                  </a:lnTo>
                  <a:lnTo>
                    <a:pt x="705155" y="122557"/>
                  </a:lnTo>
                  <a:lnTo>
                    <a:pt x="707077" y="122173"/>
                  </a:lnTo>
                  <a:lnTo>
                    <a:pt x="708998" y="121822"/>
                  </a:lnTo>
                  <a:lnTo>
                    <a:pt x="710919" y="121504"/>
                  </a:lnTo>
                  <a:lnTo>
                    <a:pt x="712841" y="121221"/>
                  </a:lnTo>
                  <a:lnTo>
                    <a:pt x="714762" y="120980"/>
                  </a:lnTo>
                  <a:lnTo>
                    <a:pt x="716684" y="120786"/>
                  </a:lnTo>
                  <a:lnTo>
                    <a:pt x="718605" y="120632"/>
                  </a:lnTo>
                  <a:lnTo>
                    <a:pt x="720526" y="120519"/>
                  </a:lnTo>
                  <a:lnTo>
                    <a:pt x="722448" y="120450"/>
                  </a:lnTo>
                  <a:lnTo>
                    <a:pt x="724369" y="120440"/>
                  </a:lnTo>
                  <a:lnTo>
                    <a:pt x="726291" y="120473"/>
                  </a:lnTo>
                  <a:lnTo>
                    <a:pt x="728212" y="120549"/>
                  </a:lnTo>
                  <a:lnTo>
                    <a:pt x="730134" y="120669"/>
                  </a:lnTo>
                  <a:lnTo>
                    <a:pt x="732055" y="120848"/>
                  </a:lnTo>
                  <a:lnTo>
                    <a:pt x="733976" y="121073"/>
                  </a:lnTo>
                  <a:lnTo>
                    <a:pt x="735898" y="121340"/>
                  </a:lnTo>
                  <a:lnTo>
                    <a:pt x="737819" y="121648"/>
                  </a:lnTo>
                  <a:lnTo>
                    <a:pt x="739741" y="122006"/>
                  </a:lnTo>
                  <a:lnTo>
                    <a:pt x="741662" y="122410"/>
                  </a:lnTo>
                  <a:lnTo>
                    <a:pt x="743583" y="122851"/>
                  </a:lnTo>
                  <a:lnTo>
                    <a:pt x="745505" y="123328"/>
                  </a:lnTo>
                  <a:lnTo>
                    <a:pt x="747426" y="123842"/>
                  </a:lnTo>
                  <a:lnTo>
                    <a:pt x="749348" y="124397"/>
                  </a:lnTo>
                  <a:lnTo>
                    <a:pt x="751269" y="124981"/>
                  </a:lnTo>
                  <a:lnTo>
                    <a:pt x="753190" y="125592"/>
                  </a:lnTo>
                  <a:lnTo>
                    <a:pt x="755112" y="126227"/>
                  </a:lnTo>
                  <a:lnTo>
                    <a:pt x="757033" y="126894"/>
                  </a:lnTo>
                  <a:lnTo>
                    <a:pt x="758955" y="127579"/>
                  </a:lnTo>
                  <a:lnTo>
                    <a:pt x="760876" y="128281"/>
                  </a:lnTo>
                  <a:lnTo>
                    <a:pt x="762797" y="128997"/>
                  </a:lnTo>
                  <a:lnTo>
                    <a:pt x="764719" y="129728"/>
                  </a:lnTo>
                  <a:lnTo>
                    <a:pt x="766640" y="130469"/>
                  </a:lnTo>
                  <a:lnTo>
                    <a:pt x="768562" y="131216"/>
                  </a:lnTo>
                  <a:lnTo>
                    <a:pt x="770483" y="131966"/>
                  </a:lnTo>
                  <a:lnTo>
                    <a:pt x="772404" y="132719"/>
                  </a:lnTo>
                  <a:lnTo>
                    <a:pt x="774326" y="133471"/>
                  </a:lnTo>
                  <a:lnTo>
                    <a:pt x="776247" y="134219"/>
                  </a:lnTo>
                  <a:lnTo>
                    <a:pt x="778169" y="134962"/>
                  </a:lnTo>
                  <a:lnTo>
                    <a:pt x="780090" y="135698"/>
                  </a:lnTo>
                  <a:lnTo>
                    <a:pt x="782011" y="136422"/>
                  </a:lnTo>
                  <a:lnTo>
                    <a:pt x="783933" y="137135"/>
                  </a:lnTo>
                  <a:lnTo>
                    <a:pt x="785854" y="137836"/>
                  </a:lnTo>
                  <a:lnTo>
                    <a:pt x="787776" y="138525"/>
                  </a:lnTo>
                  <a:lnTo>
                    <a:pt x="789697" y="139194"/>
                  </a:lnTo>
                  <a:lnTo>
                    <a:pt x="791618" y="139846"/>
                  </a:lnTo>
                  <a:lnTo>
                    <a:pt x="793540" y="140482"/>
                  </a:lnTo>
                  <a:lnTo>
                    <a:pt x="795461" y="141101"/>
                  </a:lnTo>
                  <a:lnTo>
                    <a:pt x="797383" y="141700"/>
                  </a:lnTo>
                  <a:lnTo>
                    <a:pt x="799304" y="142276"/>
                  </a:lnTo>
                  <a:lnTo>
                    <a:pt x="801226" y="142835"/>
                  </a:lnTo>
                  <a:lnTo>
                    <a:pt x="803147" y="143376"/>
                  </a:lnTo>
                  <a:lnTo>
                    <a:pt x="805068" y="143898"/>
                  </a:lnTo>
                  <a:lnTo>
                    <a:pt x="806990" y="144396"/>
                  </a:lnTo>
                  <a:lnTo>
                    <a:pt x="808911" y="144876"/>
                  </a:lnTo>
                  <a:lnTo>
                    <a:pt x="810833" y="145339"/>
                  </a:lnTo>
                  <a:lnTo>
                    <a:pt x="812754" y="145786"/>
                  </a:lnTo>
                  <a:lnTo>
                    <a:pt x="814675" y="146210"/>
                  </a:lnTo>
                  <a:lnTo>
                    <a:pt x="816597" y="146618"/>
                  </a:lnTo>
                  <a:lnTo>
                    <a:pt x="818518" y="147011"/>
                  </a:lnTo>
                  <a:lnTo>
                    <a:pt x="820440" y="147390"/>
                  </a:lnTo>
                  <a:lnTo>
                    <a:pt x="822361" y="147752"/>
                  </a:lnTo>
                  <a:lnTo>
                    <a:pt x="824282" y="148098"/>
                  </a:lnTo>
                  <a:lnTo>
                    <a:pt x="826204" y="148433"/>
                  </a:lnTo>
                  <a:lnTo>
                    <a:pt x="828125" y="148756"/>
                  </a:lnTo>
                  <a:lnTo>
                    <a:pt x="830047" y="149066"/>
                  </a:lnTo>
                  <a:lnTo>
                    <a:pt x="831968" y="149364"/>
                  </a:lnTo>
                  <a:lnTo>
                    <a:pt x="833889" y="149652"/>
                  </a:lnTo>
                  <a:lnTo>
                    <a:pt x="835811" y="149932"/>
                  </a:lnTo>
                  <a:lnTo>
                    <a:pt x="837732" y="150203"/>
                  </a:lnTo>
                  <a:lnTo>
                    <a:pt x="839654" y="150463"/>
                  </a:lnTo>
                  <a:lnTo>
                    <a:pt x="841575" y="150716"/>
                  </a:lnTo>
                  <a:lnTo>
                    <a:pt x="843496" y="150963"/>
                  </a:lnTo>
                  <a:lnTo>
                    <a:pt x="845418" y="151204"/>
                  </a:lnTo>
                  <a:lnTo>
                    <a:pt x="847339" y="151437"/>
                  </a:lnTo>
                  <a:lnTo>
                    <a:pt x="849261" y="151664"/>
                  </a:lnTo>
                  <a:lnTo>
                    <a:pt x="851182" y="151886"/>
                  </a:lnTo>
                  <a:lnTo>
                    <a:pt x="853103" y="152104"/>
                  </a:lnTo>
                  <a:lnTo>
                    <a:pt x="855025" y="152316"/>
                  </a:lnTo>
                  <a:lnTo>
                    <a:pt x="856946" y="152523"/>
                  </a:lnTo>
                  <a:lnTo>
                    <a:pt x="858868" y="152726"/>
                  </a:lnTo>
                  <a:lnTo>
                    <a:pt x="860789" y="152926"/>
                  </a:lnTo>
                  <a:lnTo>
                    <a:pt x="862710" y="153121"/>
                  </a:lnTo>
                  <a:lnTo>
                    <a:pt x="864632" y="153311"/>
                  </a:lnTo>
                  <a:lnTo>
                    <a:pt x="866553" y="153498"/>
                  </a:lnTo>
                  <a:lnTo>
                    <a:pt x="868475" y="153682"/>
                  </a:lnTo>
                  <a:lnTo>
                    <a:pt x="870396" y="153862"/>
                  </a:lnTo>
                  <a:lnTo>
                    <a:pt x="872318" y="154038"/>
                  </a:lnTo>
                  <a:lnTo>
                    <a:pt x="874239" y="154210"/>
                  </a:lnTo>
                  <a:lnTo>
                    <a:pt x="876160" y="154379"/>
                  </a:lnTo>
                  <a:lnTo>
                    <a:pt x="878082" y="154545"/>
                  </a:lnTo>
                  <a:lnTo>
                    <a:pt x="880003" y="154707"/>
                  </a:lnTo>
                  <a:lnTo>
                    <a:pt x="881925" y="154865"/>
                  </a:lnTo>
                  <a:lnTo>
                    <a:pt x="883846" y="155020"/>
                  </a:lnTo>
                  <a:lnTo>
                    <a:pt x="885767" y="155172"/>
                  </a:lnTo>
                  <a:lnTo>
                    <a:pt x="887689" y="155320"/>
                  </a:lnTo>
                  <a:lnTo>
                    <a:pt x="889610" y="155465"/>
                  </a:lnTo>
                  <a:lnTo>
                    <a:pt x="891532" y="155606"/>
                  </a:lnTo>
                  <a:lnTo>
                    <a:pt x="893453" y="155744"/>
                  </a:lnTo>
                  <a:lnTo>
                    <a:pt x="895374" y="155879"/>
                  </a:lnTo>
                  <a:lnTo>
                    <a:pt x="897296" y="156009"/>
                  </a:lnTo>
                  <a:lnTo>
                    <a:pt x="899217" y="156137"/>
                  </a:lnTo>
                  <a:lnTo>
                    <a:pt x="901139" y="156261"/>
                  </a:lnTo>
                  <a:lnTo>
                    <a:pt x="903060" y="156383"/>
                  </a:lnTo>
                  <a:lnTo>
                    <a:pt x="904981" y="156500"/>
                  </a:lnTo>
                  <a:lnTo>
                    <a:pt x="906903" y="156615"/>
                  </a:lnTo>
                  <a:lnTo>
                    <a:pt x="908824" y="156726"/>
                  </a:lnTo>
                  <a:lnTo>
                    <a:pt x="910746" y="156834"/>
                  </a:lnTo>
                  <a:lnTo>
                    <a:pt x="912667" y="156939"/>
                  </a:lnTo>
                  <a:lnTo>
                    <a:pt x="914588" y="157040"/>
                  </a:lnTo>
                  <a:lnTo>
                    <a:pt x="916510" y="157138"/>
                  </a:lnTo>
                  <a:lnTo>
                    <a:pt x="918431" y="157234"/>
                  </a:lnTo>
                  <a:lnTo>
                    <a:pt x="920353" y="157327"/>
                  </a:lnTo>
                  <a:lnTo>
                    <a:pt x="922274" y="157415"/>
                  </a:lnTo>
                  <a:lnTo>
                    <a:pt x="924195" y="157501"/>
                  </a:lnTo>
                  <a:lnTo>
                    <a:pt x="926117" y="157585"/>
                  </a:lnTo>
                  <a:lnTo>
                    <a:pt x="928038" y="157666"/>
                  </a:lnTo>
                  <a:lnTo>
                    <a:pt x="929960" y="157743"/>
                  </a:lnTo>
                  <a:lnTo>
                    <a:pt x="931881" y="157818"/>
                  </a:lnTo>
                  <a:lnTo>
                    <a:pt x="933802" y="157890"/>
                  </a:lnTo>
                  <a:lnTo>
                    <a:pt x="935724" y="157960"/>
                  </a:lnTo>
                  <a:lnTo>
                    <a:pt x="937645" y="158027"/>
                  </a:lnTo>
                  <a:lnTo>
                    <a:pt x="939567" y="158091"/>
                  </a:lnTo>
                  <a:lnTo>
                    <a:pt x="941488" y="158154"/>
                  </a:lnTo>
                  <a:lnTo>
                    <a:pt x="943410" y="158214"/>
                  </a:lnTo>
                  <a:lnTo>
                    <a:pt x="945331" y="158271"/>
                  </a:lnTo>
                  <a:lnTo>
                    <a:pt x="947252" y="158326"/>
                  </a:lnTo>
                  <a:lnTo>
                    <a:pt x="949174" y="158379"/>
                  </a:lnTo>
                  <a:lnTo>
                    <a:pt x="951095" y="158431"/>
                  </a:lnTo>
                  <a:lnTo>
                    <a:pt x="953017" y="158480"/>
                  </a:lnTo>
                  <a:lnTo>
                    <a:pt x="954938" y="158527"/>
                  </a:lnTo>
                  <a:lnTo>
                    <a:pt x="956859" y="158573"/>
                  </a:lnTo>
                  <a:lnTo>
                    <a:pt x="958781" y="158616"/>
                  </a:lnTo>
                  <a:lnTo>
                    <a:pt x="960702" y="158659"/>
                  </a:lnTo>
                  <a:lnTo>
                    <a:pt x="962624" y="158699"/>
                  </a:lnTo>
                  <a:lnTo>
                    <a:pt x="964545" y="158738"/>
                  </a:lnTo>
                  <a:lnTo>
                    <a:pt x="966466" y="158775"/>
                  </a:lnTo>
                  <a:lnTo>
                    <a:pt x="968388" y="158811"/>
                  </a:lnTo>
                  <a:lnTo>
                    <a:pt x="970309" y="158845"/>
                  </a:lnTo>
                  <a:lnTo>
                    <a:pt x="972231" y="158878"/>
                  </a:lnTo>
                  <a:lnTo>
                    <a:pt x="974152" y="158910"/>
                  </a:lnTo>
                  <a:lnTo>
                    <a:pt x="976073" y="158941"/>
                  </a:lnTo>
                  <a:lnTo>
                    <a:pt x="977995" y="158970"/>
                  </a:lnTo>
                  <a:lnTo>
                    <a:pt x="979916" y="158998"/>
                  </a:lnTo>
                  <a:lnTo>
                    <a:pt x="981838" y="159024"/>
                  </a:lnTo>
                </a:path>
              </a:pathLst>
            </a:custGeom>
            <a:ln w="27101" cap="flat">
              <a:solidFill>
                <a:srgbClr val="E8C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3029362" y="2678613"/>
              <a:ext cx="981838" cy="104409"/>
            </a:xfrm>
            <a:custGeom>
              <a:avLst/>
              <a:pathLst>
                <a:path w="981838" h="104409">
                  <a:moveTo>
                    <a:pt x="0" y="104343"/>
                  </a:moveTo>
                  <a:lnTo>
                    <a:pt x="1921" y="104338"/>
                  </a:lnTo>
                  <a:lnTo>
                    <a:pt x="3842" y="104332"/>
                  </a:lnTo>
                  <a:lnTo>
                    <a:pt x="5764" y="104325"/>
                  </a:lnTo>
                  <a:lnTo>
                    <a:pt x="7685" y="104318"/>
                  </a:lnTo>
                  <a:lnTo>
                    <a:pt x="9607" y="104311"/>
                  </a:lnTo>
                  <a:lnTo>
                    <a:pt x="11528" y="104303"/>
                  </a:lnTo>
                  <a:lnTo>
                    <a:pt x="13449" y="104294"/>
                  </a:lnTo>
                  <a:lnTo>
                    <a:pt x="15371" y="104285"/>
                  </a:lnTo>
                  <a:lnTo>
                    <a:pt x="17292" y="104276"/>
                  </a:lnTo>
                  <a:lnTo>
                    <a:pt x="19214" y="104266"/>
                  </a:lnTo>
                  <a:lnTo>
                    <a:pt x="21135" y="104255"/>
                  </a:lnTo>
                  <a:lnTo>
                    <a:pt x="23056" y="104243"/>
                  </a:lnTo>
                  <a:lnTo>
                    <a:pt x="24978" y="104231"/>
                  </a:lnTo>
                  <a:lnTo>
                    <a:pt x="26899" y="104218"/>
                  </a:lnTo>
                  <a:lnTo>
                    <a:pt x="28821" y="104204"/>
                  </a:lnTo>
                  <a:lnTo>
                    <a:pt x="30742" y="104190"/>
                  </a:lnTo>
                  <a:lnTo>
                    <a:pt x="32663" y="104175"/>
                  </a:lnTo>
                  <a:lnTo>
                    <a:pt x="34585" y="104158"/>
                  </a:lnTo>
                  <a:lnTo>
                    <a:pt x="36506" y="104141"/>
                  </a:lnTo>
                  <a:lnTo>
                    <a:pt x="38428" y="104123"/>
                  </a:lnTo>
                  <a:lnTo>
                    <a:pt x="40349" y="104104"/>
                  </a:lnTo>
                  <a:lnTo>
                    <a:pt x="42270" y="104085"/>
                  </a:lnTo>
                  <a:lnTo>
                    <a:pt x="44192" y="104063"/>
                  </a:lnTo>
                  <a:lnTo>
                    <a:pt x="46113" y="104041"/>
                  </a:lnTo>
                  <a:lnTo>
                    <a:pt x="48035" y="104018"/>
                  </a:lnTo>
                  <a:lnTo>
                    <a:pt x="49956" y="103994"/>
                  </a:lnTo>
                  <a:lnTo>
                    <a:pt x="51877" y="103969"/>
                  </a:lnTo>
                  <a:lnTo>
                    <a:pt x="53799" y="103942"/>
                  </a:lnTo>
                  <a:lnTo>
                    <a:pt x="55720" y="103915"/>
                  </a:lnTo>
                  <a:lnTo>
                    <a:pt x="57642" y="103885"/>
                  </a:lnTo>
                  <a:lnTo>
                    <a:pt x="59563" y="103855"/>
                  </a:lnTo>
                  <a:lnTo>
                    <a:pt x="61484" y="103824"/>
                  </a:lnTo>
                  <a:lnTo>
                    <a:pt x="63406" y="103791"/>
                  </a:lnTo>
                  <a:lnTo>
                    <a:pt x="65327" y="103757"/>
                  </a:lnTo>
                  <a:lnTo>
                    <a:pt x="67249" y="103721"/>
                  </a:lnTo>
                  <a:lnTo>
                    <a:pt x="69170" y="103684"/>
                  </a:lnTo>
                  <a:lnTo>
                    <a:pt x="71091" y="103646"/>
                  </a:lnTo>
                  <a:lnTo>
                    <a:pt x="73013" y="103606"/>
                  </a:lnTo>
                  <a:lnTo>
                    <a:pt x="74934" y="103565"/>
                  </a:lnTo>
                  <a:lnTo>
                    <a:pt x="76856" y="103522"/>
                  </a:lnTo>
                  <a:lnTo>
                    <a:pt x="78777" y="103479"/>
                  </a:lnTo>
                  <a:lnTo>
                    <a:pt x="80699" y="103433"/>
                  </a:lnTo>
                  <a:lnTo>
                    <a:pt x="82620" y="103386"/>
                  </a:lnTo>
                  <a:lnTo>
                    <a:pt x="84541" y="103337"/>
                  </a:lnTo>
                  <a:lnTo>
                    <a:pt x="86463" y="103287"/>
                  </a:lnTo>
                  <a:lnTo>
                    <a:pt x="88384" y="103235"/>
                  </a:lnTo>
                  <a:lnTo>
                    <a:pt x="90306" y="103182"/>
                  </a:lnTo>
                  <a:lnTo>
                    <a:pt x="92227" y="103128"/>
                  </a:lnTo>
                  <a:lnTo>
                    <a:pt x="94148" y="103071"/>
                  </a:lnTo>
                  <a:lnTo>
                    <a:pt x="96070" y="103014"/>
                  </a:lnTo>
                  <a:lnTo>
                    <a:pt x="97991" y="102955"/>
                  </a:lnTo>
                  <a:lnTo>
                    <a:pt x="99913" y="102894"/>
                  </a:lnTo>
                  <a:lnTo>
                    <a:pt x="101834" y="102832"/>
                  </a:lnTo>
                  <a:lnTo>
                    <a:pt x="103755" y="102769"/>
                  </a:lnTo>
                  <a:lnTo>
                    <a:pt x="105677" y="102704"/>
                  </a:lnTo>
                  <a:lnTo>
                    <a:pt x="107598" y="102638"/>
                  </a:lnTo>
                  <a:lnTo>
                    <a:pt x="109520" y="102570"/>
                  </a:lnTo>
                  <a:lnTo>
                    <a:pt x="111441" y="102501"/>
                  </a:lnTo>
                  <a:lnTo>
                    <a:pt x="113362" y="102431"/>
                  </a:lnTo>
                  <a:lnTo>
                    <a:pt x="115284" y="102359"/>
                  </a:lnTo>
                  <a:lnTo>
                    <a:pt x="117205" y="102286"/>
                  </a:lnTo>
                  <a:lnTo>
                    <a:pt x="119127" y="102212"/>
                  </a:lnTo>
                  <a:lnTo>
                    <a:pt x="121048" y="102137"/>
                  </a:lnTo>
                  <a:lnTo>
                    <a:pt x="122969" y="102061"/>
                  </a:lnTo>
                  <a:lnTo>
                    <a:pt x="124891" y="101983"/>
                  </a:lnTo>
                  <a:lnTo>
                    <a:pt x="126812" y="101905"/>
                  </a:lnTo>
                  <a:lnTo>
                    <a:pt x="128734" y="101826"/>
                  </a:lnTo>
                  <a:lnTo>
                    <a:pt x="130655" y="101745"/>
                  </a:lnTo>
                  <a:lnTo>
                    <a:pt x="132576" y="101664"/>
                  </a:lnTo>
                  <a:lnTo>
                    <a:pt x="134498" y="101582"/>
                  </a:lnTo>
                  <a:lnTo>
                    <a:pt x="136419" y="101499"/>
                  </a:lnTo>
                  <a:lnTo>
                    <a:pt x="138341" y="101416"/>
                  </a:lnTo>
                  <a:lnTo>
                    <a:pt x="140262" y="101332"/>
                  </a:lnTo>
                  <a:lnTo>
                    <a:pt x="142183" y="101247"/>
                  </a:lnTo>
                  <a:lnTo>
                    <a:pt x="144105" y="101162"/>
                  </a:lnTo>
                  <a:lnTo>
                    <a:pt x="146026" y="101077"/>
                  </a:lnTo>
                  <a:lnTo>
                    <a:pt x="147948" y="100991"/>
                  </a:lnTo>
                  <a:lnTo>
                    <a:pt x="149869" y="100904"/>
                  </a:lnTo>
                  <a:lnTo>
                    <a:pt x="151791" y="100818"/>
                  </a:lnTo>
                  <a:lnTo>
                    <a:pt x="153712" y="100731"/>
                  </a:lnTo>
                  <a:lnTo>
                    <a:pt x="155633" y="100644"/>
                  </a:lnTo>
                  <a:lnTo>
                    <a:pt x="157555" y="100557"/>
                  </a:lnTo>
                  <a:lnTo>
                    <a:pt x="159476" y="100471"/>
                  </a:lnTo>
                  <a:lnTo>
                    <a:pt x="161398" y="100384"/>
                  </a:lnTo>
                  <a:lnTo>
                    <a:pt x="163319" y="100297"/>
                  </a:lnTo>
                  <a:lnTo>
                    <a:pt x="165240" y="100211"/>
                  </a:lnTo>
                  <a:lnTo>
                    <a:pt x="167162" y="100124"/>
                  </a:lnTo>
                  <a:lnTo>
                    <a:pt x="169083" y="100038"/>
                  </a:lnTo>
                  <a:lnTo>
                    <a:pt x="171005" y="99953"/>
                  </a:lnTo>
                  <a:lnTo>
                    <a:pt x="172926" y="99867"/>
                  </a:lnTo>
                  <a:lnTo>
                    <a:pt x="174847" y="99783"/>
                  </a:lnTo>
                  <a:lnTo>
                    <a:pt x="176769" y="99698"/>
                  </a:lnTo>
                  <a:lnTo>
                    <a:pt x="178690" y="99614"/>
                  </a:lnTo>
                  <a:lnTo>
                    <a:pt x="180612" y="99531"/>
                  </a:lnTo>
                  <a:lnTo>
                    <a:pt x="182533" y="99448"/>
                  </a:lnTo>
                  <a:lnTo>
                    <a:pt x="184454" y="99366"/>
                  </a:lnTo>
                  <a:lnTo>
                    <a:pt x="186376" y="99284"/>
                  </a:lnTo>
                  <a:lnTo>
                    <a:pt x="188297" y="99203"/>
                  </a:lnTo>
                  <a:lnTo>
                    <a:pt x="190219" y="99123"/>
                  </a:lnTo>
                  <a:lnTo>
                    <a:pt x="192140" y="99044"/>
                  </a:lnTo>
                  <a:lnTo>
                    <a:pt x="194061" y="98965"/>
                  </a:lnTo>
                  <a:lnTo>
                    <a:pt x="195983" y="98886"/>
                  </a:lnTo>
                  <a:lnTo>
                    <a:pt x="197904" y="98809"/>
                  </a:lnTo>
                  <a:lnTo>
                    <a:pt x="199826" y="98732"/>
                  </a:lnTo>
                  <a:lnTo>
                    <a:pt x="201747" y="98655"/>
                  </a:lnTo>
                  <a:lnTo>
                    <a:pt x="203668" y="98580"/>
                  </a:lnTo>
                  <a:lnTo>
                    <a:pt x="205590" y="98505"/>
                  </a:lnTo>
                  <a:lnTo>
                    <a:pt x="207511" y="98430"/>
                  </a:lnTo>
                  <a:lnTo>
                    <a:pt x="209433" y="98356"/>
                  </a:lnTo>
                  <a:lnTo>
                    <a:pt x="211354" y="98282"/>
                  </a:lnTo>
                  <a:lnTo>
                    <a:pt x="213275" y="98209"/>
                  </a:lnTo>
                  <a:lnTo>
                    <a:pt x="215197" y="98137"/>
                  </a:lnTo>
                  <a:lnTo>
                    <a:pt x="217118" y="98064"/>
                  </a:lnTo>
                  <a:lnTo>
                    <a:pt x="219040" y="97993"/>
                  </a:lnTo>
                  <a:lnTo>
                    <a:pt x="220961" y="97921"/>
                  </a:lnTo>
                  <a:lnTo>
                    <a:pt x="222883" y="97849"/>
                  </a:lnTo>
                  <a:lnTo>
                    <a:pt x="224804" y="97778"/>
                  </a:lnTo>
                  <a:lnTo>
                    <a:pt x="226725" y="97707"/>
                  </a:lnTo>
                  <a:lnTo>
                    <a:pt x="228647" y="97636"/>
                  </a:lnTo>
                  <a:lnTo>
                    <a:pt x="230568" y="97565"/>
                  </a:lnTo>
                  <a:lnTo>
                    <a:pt x="232490" y="97494"/>
                  </a:lnTo>
                  <a:lnTo>
                    <a:pt x="234411" y="97422"/>
                  </a:lnTo>
                  <a:lnTo>
                    <a:pt x="236332" y="97351"/>
                  </a:lnTo>
                  <a:lnTo>
                    <a:pt x="238254" y="97279"/>
                  </a:lnTo>
                  <a:lnTo>
                    <a:pt x="240175" y="97207"/>
                  </a:lnTo>
                  <a:lnTo>
                    <a:pt x="242097" y="97134"/>
                  </a:lnTo>
                  <a:lnTo>
                    <a:pt x="244018" y="97061"/>
                  </a:lnTo>
                  <a:lnTo>
                    <a:pt x="245939" y="96987"/>
                  </a:lnTo>
                  <a:lnTo>
                    <a:pt x="247861" y="96913"/>
                  </a:lnTo>
                  <a:lnTo>
                    <a:pt x="249782" y="96838"/>
                  </a:lnTo>
                  <a:lnTo>
                    <a:pt x="251704" y="96763"/>
                  </a:lnTo>
                  <a:lnTo>
                    <a:pt x="253625" y="96687"/>
                  </a:lnTo>
                  <a:lnTo>
                    <a:pt x="255546" y="96610"/>
                  </a:lnTo>
                  <a:lnTo>
                    <a:pt x="257468" y="96532"/>
                  </a:lnTo>
                  <a:lnTo>
                    <a:pt x="259389" y="96453"/>
                  </a:lnTo>
                  <a:lnTo>
                    <a:pt x="261311" y="96373"/>
                  </a:lnTo>
                  <a:lnTo>
                    <a:pt x="263232" y="96292"/>
                  </a:lnTo>
                  <a:lnTo>
                    <a:pt x="265153" y="96210"/>
                  </a:lnTo>
                  <a:lnTo>
                    <a:pt x="267075" y="96128"/>
                  </a:lnTo>
                  <a:lnTo>
                    <a:pt x="268996" y="96044"/>
                  </a:lnTo>
                  <a:lnTo>
                    <a:pt x="270918" y="95959"/>
                  </a:lnTo>
                  <a:lnTo>
                    <a:pt x="272839" y="95873"/>
                  </a:lnTo>
                  <a:lnTo>
                    <a:pt x="274760" y="95785"/>
                  </a:lnTo>
                  <a:lnTo>
                    <a:pt x="276682" y="95697"/>
                  </a:lnTo>
                  <a:lnTo>
                    <a:pt x="278603" y="95608"/>
                  </a:lnTo>
                  <a:lnTo>
                    <a:pt x="280525" y="95517"/>
                  </a:lnTo>
                  <a:lnTo>
                    <a:pt x="282446" y="95425"/>
                  </a:lnTo>
                  <a:lnTo>
                    <a:pt x="284367" y="95332"/>
                  </a:lnTo>
                  <a:lnTo>
                    <a:pt x="286289" y="95238"/>
                  </a:lnTo>
                  <a:lnTo>
                    <a:pt x="288210" y="95142"/>
                  </a:lnTo>
                  <a:lnTo>
                    <a:pt x="290132" y="95046"/>
                  </a:lnTo>
                  <a:lnTo>
                    <a:pt x="292053" y="94949"/>
                  </a:lnTo>
                  <a:lnTo>
                    <a:pt x="293975" y="94850"/>
                  </a:lnTo>
                  <a:lnTo>
                    <a:pt x="295896" y="94751"/>
                  </a:lnTo>
                  <a:lnTo>
                    <a:pt x="297817" y="94650"/>
                  </a:lnTo>
                  <a:lnTo>
                    <a:pt x="299739" y="94549"/>
                  </a:lnTo>
                  <a:lnTo>
                    <a:pt x="301660" y="94446"/>
                  </a:lnTo>
                  <a:lnTo>
                    <a:pt x="303582" y="94343"/>
                  </a:lnTo>
                  <a:lnTo>
                    <a:pt x="305503" y="94239"/>
                  </a:lnTo>
                  <a:lnTo>
                    <a:pt x="307424" y="94134"/>
                  </a:lnTo>
                  <a:lnTo>
                    <a:pt x="309346" y="94029"/>
                  </a:lnTo>
                  <a:lnTo>
                    <a:pt x="311267" y="93922"/>
                  </a:lnTo>
                  <a:lnTo>
                    <a:pt x="313189" y="93816"/>
                  </a:lnTo>
                  <a:lnTo>
                    <a:pt x="315110" y="93708"/>
                  </a:lnTo>
                  <a:lnTo>
                    <a:pt x="317031" y="93600"/>
                  </a:lnTo>
                  <a:lnTo>
                    <a:pt x="318953" y="93492"/>
                  </a:lnTo>
                  <a:lnTo>
                    <a:pt x="320874" y="93383"/>
                  </a:lnTo>
                  <a:lnTo>
                    <a:pt x="322796" y="93274"/>
                  </a:lnTo>
                  <a:lnTo>
                    <a:pt x="324717" y="93165"/>
                  </a:lnTo>
                  <a:lnTo>
                    <a:pt x="326638" y="93056"/>
                  </a:lnTo>
                  <a:lnTo>
                    <a:pt x="328560" y="92946"/>
                  </a:lnTo>
                  <a:lnTo>
                    <a:pt x="330481" y="92836"/>
                  </a:lnTo>
                  <a:lnTo>
                    <a:pt x="332403" y="92727"/>
                  </a:lnTo>
                  <a:lnTo>
                    <a:pt x="334324" y="92617"/>
                  </a:lnTo>
                  <a:lnTo>
                    <a:pt x="336245" y="92507"/>
                  </a:lnTo>
                  <a:lnTo>
                    <a:pt x="338167" y="92398"/>
                  </a:lnTo>
                  <a:lnTo>
                    <a:pt x="340088" y="92289"/>
                  </a:lnTo>
                  <a:lnTo>
                    <a:pt x="342010" y="92180"/>
                  </a:lnTo>
                  <a:lnTo>
                    <a:pt x="343931" y="92071"/>
                  </a:lnTo>
                  <a:lnTo>
                    <a:pt x="345852" y="91963"/>
                  </a:lnTo>
                  <a:lnTo>
                    <a:pt x="347774" y="91855"/>
                  </a:lnTo>
                  <a:lnTo>
                    <a:pt x="349695" y="91747"/>
                  </a:lnTo>
                  <a:lnTo>
                    <a:pt x="351617" y="91640"/>
                  </a:lnTo>
                  <a:lnTo>
                    <a:pt x="353538" y="91533"/>
                  </a:lnTo>
                  <a:lnTo>
                    <a:pt x="355459" y="91427"/>
                  </a:lnTo>
                  <a:lnTo>
                    <a:pt x="357381" y="91321"/>
                  </a:lnTo>
                  <a:lnTo>
                    <a:pt x="359302" y="91216"/>
                  </a:lnTo>
                  <a:lnTo>
                    <a:pt x="361224" y="91111"/>
                  </a:lnTo>
                  <a:lnTo>
                    <a:pt x="363145" y="91007"/>
                  </a:lnTo>
                  <a:lnTo>
                    <a:pt x="365067" y="90903"/>
                  </a:lnTo>
                  <a:lnTo>
                    <a:pt x="366988" y="90800"/>
                  </a:lnTo>
                  <a:lnTo>
                    <a:pt x="368909" y="90697"/>
                  </a:lnTo>
                  <a:lnTo>
                    <a:pt x="370831" y="90595"/>
                  </a:lnTo>
                  <a:lnTo>
                    <a:pt x="372752" y="90493"/>
                  </a:lnTo>
                  <a:lnTo>
                    <a:pt x="374674" y="90391"/>
                  </a:lnTo>
                  <a:lnTo>
                    <a:pt x="376595" y="90290"/>
                  </a:lnTo>
                  <a:lnTo>
                    <a:pt x="378516" y="90189"/>
                  </a:lnTo>
                  <a:lnTo>
                    <a:pt x="380438" y="90087"/>
                  </a:lnTo>
                  <a:lnTo>
                    <a:pt x="382359" y="89986"/>
                  </a:lnTo>
                  <a:lnTo>
                    <a:pt x="384281" y="89885"/>
                  </a:lnTo>
                  <a:lnTo>
                    <a:pt x="386202" y="89784"/>
                  </a:lnTo>
                  <a:lnTo>
                    <a:pt x="388123" y="89682"/>
                  </a:lnTo>
                  <a:lnTo>
                    <a:pt x="390045" y="89580"/>
                  </a:lnTo>
                  <a:lnTo>
                    <a:pt x="391966" y="89478"/>
                  </a:lnTo>
                  <a:lnTo>
                    <a:pt x="393888" y="89375"/>
                  </a:lnTo>
                  <a:lnTo>
                    <a:pt x="395809" y="89271"/>
                  </a:lnTo>
                  <a:lnTo>
                    <a:pt x="397730" y="89166"/>
                  </a:lnTo>
                  <a:lnTo>
                    <a:pt x="399652" y="89060"/>
                  </a:lnTo>
                  <a:lnTo>
                    <a:pt x="401573" y="88952"/>
                  </a:lnTo>
                  <a:lnTo>
                    <a:pt x="403495" y="88843"/>
                  </a:lnTo>
                  <a:lnTo>
                    <a:pt x="405416" y="88733"/>
                  </a:lnTo>
                  <a:lnTo>
                    <a:pt x="407337" y="88620"/>
                  </a:lnTo>
                  <a:lnTo>
                    <a:pt x="409259" y="88506"/>
                  </a:lnTo>
                  <a:lnTo>
                    <a:pt x="411180" y="88389"/>
                  </a:lnTo>
                  <a:lnTo>
                    <a:pt x="413102" y="88270"/>
                  </a:lnTo>
                  <a:lnTo>
                    <a:pt x="415023" y="88147"/>
                  </a:lnTo>
                  <a:lnTo>
                    <a:pt x="416944" y="88022"/>
                  </a:lnTo>
                  <a:lnTo>
                    <a:pt x="418866" y="87894"/>
                  </a:lnTo>
                  <a:lnTo>
                    <a:pt x="420787" y="87762"/>
                  </a:lnTo>
                  <a:lnTo>
                    <a:pt x="422709" y="87626"/>
                  </a:lnTo>
                  <a:lnTo>
                    <a:pt x="424630" y="87488"/>
                  </a:lnTo>
                  <a:lnTo>
                    <a:pt x="426551" y="87343"/>
                  </a:lnTo>
                  <a:lnTo>
                    <a:pt x="428473" y="87194"/>
                  </a:lnTo>
                  <a:lnTo>
                    <a:pt x="430394" y="87042"/>
                  </a:lnTo>
                  <a:lnTo>
                    <a:pt x="432316" y="86883"/>
                  </a:lnTo>
                  <a:lnTo>
                    <a:pt x="434237" y="86719"/>
                  </a:lnTo>
                  <a:lnTo>
                    <a:pt x="436159" y="86551"/>
                  </a:lnTo>
                  <a:lnTo>
                    <a:pt x="438080" y="86375"/>
                  </a:lnTo>
                  <a:lnTo>
                    <a:pt x="440001" y="86194"/>
                  </a:lnTo>
                  <a:lnTo>
                    <a:pt x="441923" y="86007"/>
                  </a:lnTo>
                  <a:lnTo>
                    <a:pt x="443844" y="85812"/>
                  </a:lnTo>
                  <a:lnTo>
                    <a:pt x="445766" y="85611"/>
                  </a:lnTo>
                  <a:lnTo>
                    <a:pt x="447687" y="85403"/>
                  </a:lnTo>
                  <a:lnTo>
                    <a:pt x="449608" y="85187"/>
                  </a:lnTo>
                  <a:lnTo>
                    <a:pt x="451530" y="84962"/>
                  </a:lnTo>
                  <a:lnTo>
                    <a:pt x="453451" y="84732"/>
                  </a:lnTo>
                  <a:lnTo>
                    <a:pt x="455373" y="84492"/>
                  </a:lnTo>
                  <a:lnTo>
                    <a:pt x="457294" y="84243"/>
                  </a:lnTo>
                  <a:lnTo>
                    <a:pt x="459215" y="83986"/>
                  </a:lnTo>
                  <a:lnTo>
                    <a:pt x="461137" y="83721"/>
                  </a:lnTo>
                  <a:lnTo>
                    <a:pt x="463058" y="83445"/>
                  </a:lnTo>
                  <a:lnTo>
                    <a:pt x="464980" y="83161"/>
                  </a:lnTo>
                  <a:lnTo>
                    <a:pt x="466901" y="82869"/>
                  </a:lnTo>
                  <a:lnTo>
                    <a:pt x="468822" y="82563"/>
                  </a:lnTo>
                  <a:lnTo>
                    <a:pt x="470744" y="82250"/>
                  </a:lnTo>
                  <a:lnTo>
                    <a:pt x="472665" y="81928"/>
                  </a:lnTo>
                  <a:lnTo>
                    <a:pt x="474587" y="81592"/>
                  </a:lnTo>
                  <a:lnTo>
                    <a:pt x="476508" y="81248"/>
                  </a:lnTo>
                  <a:lnTo>
                    <a:pt x="478429" y="80895"/>
                  </a:lnTo>
                  <a:lnTo>
                    <a:pt x="480351" y="80528"/>
                  </a:lnTo>
                  <a:lnTo>
                    <a:pt x="482272" y="80151"/>
                  </a:lnTo>
                  <a:lnTo>
                    <a:pt x="484194" y="79765"/>
                  </a:lnTo>
                  <a:lnTo>
                    <a:pt x="486115" y="79366"/>
                  </a:lnTo>
                  <a:lnTo>
                    <a:pt x="488036" y="78955"/>
                  </a:lnTo>
                  <a:lnTo>
                    <a:pt x="489958" y="78536"/>
                  </a:lnTo>
                  <a:lnTo>
                    <a:pt x="491879" y="78104"/>
                  </a:lnTo>
                  <a:lnTo>
                    <a:pt x="493801" y="77659"/>
                  </a:lnTo>
                  <a:lnTo>
                    <a:pt x="495722" y="77204"/>
                  </a:lnTo>
                  <a:lnTo>
                    <a:pt x="497643" y="76738"/>
                  </a:lnTo>
                  <a:lnTo>
                    <a:pt x="499565" y="76258"/>
                  </a:lnTo>
                  <a:lnTo>
                    <a:pt x="501486" y="75769"/>
                  </a:lnTo>
                  <a:lnTo>
                    <a:pt x="503408" y="75268"/>
                  </a:lnTo>
                  <a:lnTo>
                    <a:pt x="505329" y="74752"/>
                  </a:lnTo>
                  <a:lnTo>
                    <a:pt x="507250" y="74227"/>
                  </a:lnTo>
                  <a:lnTo>
                    <a:pt x="509172" y="73692"/>
                  </a:lnTo>
                  <a:lnTo>
                    <a:pt x="511093" y="73139"/>
                  </a:lnTo>
                  <a:lnTo>
                    <a:pt x="513015" y="72578"/>
                  </a:lnTo>
                  <a:lnTo>
                    <a:pt x="514936" y="72006"/>
                  </a:lnTo>
                  <a:lnTo>
                    <a:pt x="516858" y="71418"/>
                  </a:lnTo>
                  <a:lnTo>
                    <a:pt x="518779" y="70820"/>
                  </a:lnTo>
                  <a:lnTo>
                    <a:pt x="520700" y="70212"/>
                  </a:lnTo>
                  <a:lnTo>
                    <a:pt x="522622" y="69589"/>
                  </a:lnTo>
                  <a:lnTo>
                    <a:pt x="524543" y="68954"/>
                  </a:lnTo>
                  <a:lnTo>
                    <a:pt x="526465" y="68309"/>
                  </a:lnTo>
                  <a:lnTo>
                    <a:pt x="528386" y="67649"/>
                  </a:lnTo>
                  <a:lnTo>
                    <a:pt x="530307" y="66977"/>
                  </a:lnTo>
                  <a:lnTo>
                    <a:pt x="532229" y="66295"/>
                  </a:lnTo>
                  <a:lnTo>
                    <a:pt x="534150" y="65600"/>
                  </a:lnTo>
                  <a:lnTo>
                    <a:pt x="536072" y="64890"/>
                  </a:lnTo>
                  <a:lnTo>
                    <a:pt x="537993" y="64170"/>
                  </a:lnTo>
                  <a:lnTo>
                    <a:pt x="539914" y="63439"/>
                  </a:lnTo>
                  <a:lnTo>
                    <a:pt x="541836" y="62692"/>
                  </a:lnTo>
                  <a:lnTo>
                    <a:pt x="543757" y="61935"/>
                  </a:lnTo>
                  <a:lnTo>
                    <a:pt x="545679" y="61167"/>
                  </a:lnTo>
                  <a:lnTo>
                    <a:pt x="547600" y="60382"/>
                  </a:lnTo>
                  <a:lnTo>
                    <a:pt x="549521" y="59587"/>
                  </a:lnTo>
                  <a:lnTo>
                    <a:pt x="551443" y="58783"/>
                  </a:lnTo>
                  <a:lnTo>
                    <a:pt x="553364" y="57961"/>
                  </a:lnTo>
                  <a:lnTo>
                    <a:pt x="555286" y="57129"/>
                  </a:lnTo>
                  <a:lnTo>
                    <a:pt x="557207" y="56288"/>
                  </a:lnTo>
                  <a:lnTo>
                    <a:pt x="559128" y="55431"/>
                  </a:lnTo>
                  <a:lnTo>
                    <a:pt x="561050" y="54562"/>
                  </a:lnTo>
                  <a:lnTo>
                    <a:pt x="562971" y="53684"/>
                  </a:lnTo>
                  <a:lnTo>
                    <a:pt x="564893" y="52792"/>
                  </a:lnTo>
                  <a:lnTo>
                    <a:pt x="566814" y="51888"/>
                  </a:lnTo>
                  <a:lnTo>
                    <a:pt x="568735" y="50975"/>
                  </a:lnTo>
                  <a:lnTo>
                    <a:pt x="570657" y="50049"/>
                  </a:lnTo>
                  <a:lnTo>
                    <a:pt x="572578" y="49111"/>
                  </a:lnTo>
                  <a:lnTo>
                    <a:pt x="574500" y="48165"/>
                  </a:lnTo>
                  <a:lnTo>
                    <a:pt x="576421" y="47208"/>
                  </a:lnTo>
                  <a:lnTo>
                    <a:pt x="578342" y="46238"/>
                  </a:lnTo>
                  <a:lnTo>
                    <a:pt x="580264" y="45261"/>
                  </a:lnTo>
                  <a:lnTo>
                    <a:pt x="582185" y="44275"/>
                  </a:lnTo>
                  <a:lnTo>
                    <a:pt x="584107" y="43278"/>
                  </a:lnTo>
                  <a:lnTo>
                    <a:pt x="586028" y="42273"/>
                  </a:lnTo>
                  <a:lnTo>
                    <a:pt x="587950" y="41262"/>
                  </a:lnTo>
                  <a:lnTo>
                    <a:pt x="589871" y="40241"/>
                  </a:lnTo>
                  <a:lnTo>
                    <a:pt x="591792" y="39214"/>
                  </a:lnTo>
                  <a:lnTo>
                    <a:pt x="593714" y="38182"/>
                  </a:lnTo>
                  <a:lnTo>
                    <a:pt x="595635" y="37142"/>
                  </a:lnTo>
                  <a:lnTo>
                    <a:pt x="597557" y="36098"/>
                  </a:lnTo>
                  <a:lnTo>
                    <a:pt x="599478" y="35051"/>
                  </a:lnTo>
                  <a:lnTo>
                    <a:pt x="601399" y="33999"/>
                  </a:lnTo>
                  <a:lnTo>
                    <a:pt x="603321" y="32945"/>
                  </a:lnTo>
                  <a:lnTo>
                    <a:pt x="605242" y="31890"/>
                  </a:lnTo>
                  <a:lnTo>
                    <a:pt x="607164" y="30833"/>
                  </a:lnTo>
                  <a:lnTo>
                    <a:pt x="609085" y="29777"/>
                  </a:lnTo>
                  <a:lnTo>
                    <a:pt x="611006" y="28722"/>
                  </a:lnTo>
                  <a:lnTo>
                    <a:pt x="612928" y="27668"/>
                  </a:lnTo>
                  <a:lnTo>
                    <a:pt x="614849" y="26618"/>
                  </a:lnTo>
                  <a:lnTo>
                    <a:pt x="616771" y="25572"/>
                  </a:lnTo>
                  <a:lnTo>
                    <a:pt x="618692" y="24530"/>
                  </a:lnTo>
                  <a:lnTo>
                    <a:pt x="620613" y="23497"/>
                  </a:lnTo>
                  <a:lnTo>
                    <a:pt x="622535" y="22469"/>
                  </a:lnTo>
                  <a:lnTo>
                    <a:pt x="624456" y="21449"/>
                  </a:lnTo>
                  <a:lnTo>
                    <a:pt x="626378" y="20442"/>
                  </a:lnTo>
                  <a:lnTo>
                    <a:pt x="628299" y="19445"/>
                  </a:lnTo>
                  <a:lnTo>
                    <a:pt x="630220" y="18456"/>
                  </a:lnTo>
                  <a:lnTo>
                    <a:pt x="632142" y="17487"/>
                  </a:lnTo>
                  <a:lnTo>
                    <a:pt x="634063" y="16530"/>
                  </a:lnTo>
                  <a:lnTo>
                    <a:pt x="635985" y="15585"/>
                  </a:lnTo>
                  <a:lnTo>
                    <a:pt x="637906" y="14663"/>
                  </a:lnTo>
                  <a:lnTo>
                    <a:pt x="639827" y="13758"/>
                  </a:lnTo>
                  <a:lnTo>
                    <a:pt x="641749" y="12868"/>
                  </a:lnTo>
                  <a:lnTo>
                    <a:pt x="643670" y="12004"/>
                  </a:lnTo>
                  <a:lnTo>
                    <a:pt x="645592" y="11162"/>
                  </a:lnTo>
                  <a:lnTo>
                    <a:pt x="647513" y="10338"/>
                  </a:lnTo>
                  <a:lnTo>
                    <a:pt x="649434" y="9542"/>
                  </a:lnTo>
                  <a:lnTo>
                    <a:pt x="651356" y="8774"/>
                  </a:lnTo>
                  <a:lnTo>
                    <a:pt x="653277" y="8027"/>
                  </a:lnTo>
                  <a:lnTo>
                    <a:pt x="655199" y="7308"/>
                  </a:lnTo>
                  <a:lnTo>
                    <a:pt x="657120" y="6623"/>
                  </a:lnTo>
                  <a:lnTo>
                    <a:pt x="659042" y="5962"/>
                  </a:lnTo>
                  <a:lnTo>
                    <a:pt x="660963" y="5330"/>
                  </a:lnTo>
                  <a:lnTo>
                    <a:pt x="662884" y="4738"/>
                  </a:lnTo>
                  <a:lnTo>
                    <a:pt x="664806" y="4172"/>
                  </a:lnTo>
                  <a:lnTo>
                    <a:pt x="666727" y="3634"/>
                  </a:lnTo>
                  <a:lnTo>
                    <a:pt x="668649" y="3143"/>
                  </a:lnTo>
                  <a:lnTo>
                    <a:pt x="670570" y="2680"/>
                  </a:lnTo>
                  <a:lnTo>
                    <a:pt x="672491" y="2244"/>
                  </a:lnTo>
                  <a:lnTo>
                    <a:pt x="674413" y="1859"/>
                  </a:lnTo>
                  <a:lnTo>
                    <a:pt x="676334" y="1504"/>
                  </a:lnTo>
                  <a:lnTo>
                    <a:pt x="678256" y="1178"/>
                  </a:lnTo>
                  <a:lnTo>
                    <a:pt x="680177" y="901"/>
                  </a:lnTo>
                  <a:lnTo>
                    <a:pt x="682098" y="660"/>
                  </a:lnTo>
                  <a:lnTo>
                    <a:pt x="684020" y="448"/>
                  </a:lnTo>
                  <a:lnTo>
                    <a:pt x="685941" y="282"/>
                  </a:lnTo>
                  <a:lnTo>
                    <a:pt x="687863" y="156"/>
                  </a:lnTo>
                  <a:lnTo>
                    <a:pt x="689784" y="61"/>
                  </a:lnTo>
                  <a:lnTo>
                    <a:pt x="691705" y="8"/>
                  </a:lnTo>
                  <a:lnTo>
                    <a:pt x="693627" y="0"/>
                  </a:lnTo>
                  <a:lnTo>
                    <a:pt x="695548" y="21"/>
                  </a:lnTo>
                  <a:lnTo>
                    <a:pt x="697470" y="81"/>
                  </a:lnTo>
                  <a:lnTo>
                    <a:pt x="699391" y="189"/>
                  </a:lnTo>
                  <a:lnTo>
                    <a:pt x="701312" y="326"/>
                  </a:lnTo>
                  <a:lnTo>
                    <a:pt x="703234" y="497"/>
                  </a:lnTo>
                  <a:lnTo>
                    <a:pt x="705155" y="719"/>
                  </a:lnTo>
                  <a:lnTo>
                    <a:pt x="707077" y="970"/>
                  </a:lnTo>
                  <a:lnTo>
                    <a:pt x="708998" y="1250"/>
                  </a:lnTo>
                  <a:lnTo>
                    <a:pt x="710919" y="1582"/>
                  </a:lnTo>
                  <a:lnTo>
                    <a:pt x="712841" y="1941"/>
                  </a:lnTo>
                  <a:lnTo>
                    <a:pt x="714762" y="2328"/>
                  </a:lnTo>
                  <a:lnTo>
                    <a:pt x="716684" y="2762"/>
                  </a:lnTo>
                  <a:lnTo>
                    <a:pt x="718605" y="3225"/>
                  </a:lnTo>
                  <a:lnTo>
                    <a:pt x="720526" y="3713"/>
                  </a:lnTo>
                  <a:lnTo>
                    <a:pt x="722448" y="4241"/>
                  </a:lnTo>
                  <a:lnTo>
                    <a:pt x="724369" y="4800"/>
                  </a:lnTo>
                  <a:lnTo>
                    <a:pt x="726291" y="5383"/>
                  </a:lnTo>
                  <a:lnTo>
                    <a:pt x="728212" y="5999"/>
                  </a:lnTo>
                  <a:lnTo>
                    <a:pt x="730134" y="6646"/>
                  </a:lnTo>
                  <a:lnTo>
                    <a:pt x="732055" y="7314"/>
                  </a:lnTo>
                  <a:lnTo>
                    <a:pt x="733976" y="8009"/>
                  </a:lnTo>
                  <a:lnTo>
                    <a:pt x="735898" y="8735"/>
                  </a:lnTo>
                  <a:lnTo>
                    <a:pt x="737819" y="9479"/>
                  </a:lnTo>
                  <a:lnTo>
                    <a:pt x="739741" y="10246"/>
                  </a:lnTo>
                  <a:lnTo>
                    <a:pt x="741662" y="11040"/>
                  </a:lnTo>
                  <a:lnTo>
                    <a:pt x="743583" y="11851"/>
                  </a:lnTo>
                  <a:lnTo>
                    <a:pt x="745505" y="12678"/>
                  </a:lnTo>
                  <a:lnTo>
                    <a:pt x="747426" y="13531"/>
                  </a:lnTo>
                  <a:lnTo>
                    <a:pt x="749348" y="14397"/>
                  </a:lnTo>
                  <a:lnTo>
                    <a:pt x="751269" y="15276"/>
                  </a:lnTo>
                  <a:lnTo>
                    <a:pt x="753190" y="16176"/>
                  </a:lnTo>
                  <a:lnTo>
                    <a:pt x="755112" y="17086"/>
                  </a:lnTo>
                  <a:lnTo>
                    <a:pt x="757033" y="18007"/>
                  </a:lnTo>
                  <a:lnTo>
                    <a:pt x="758955" y="18942"/>
                  </a:lnTo>
                  <a:lnTo>
                    <a:pt x="760876" y="19886"/>
                  </a:lnTo>
                  <a:lnTo>
                    <a:pt x="762797" y="20837"/>
                  </a:lnTo>
                  <a:lnTo>
                    <a:pt x="764719" y="21797"/>
                  </a:lnTo>
                  <a:lnTo>
                    <a:pt x="766640" y="22763"/>
                  </a:lnTo>
                  <a:lnTo>
                    <a:pt x="768562" y="23734"/>
                  </a:lnTo>
                  <a:lnTo>
                    <a:pt x="770483" y="24708"/>
                  </a:lnTo>
                  <a:lnTo>
                    <a:pt x="772404" y="25686"/>
                  </a:lnTo>
                  <a:lnTo>
                    <a:pt x="774326" y="26665"/>
                  </a:lnTo>
                  <a:lnTo>
                    <a:pt x="776247" y="27644"/>
                  </a:lnTo>
                  <a:lnTo>
                    <a:pt x="778169" y="28622"/>
                  </a:lnTo>
                  <a:lnTo>
                    <a:pt x="780090" y="29599"/>
                  </a:lnTo>
                  <a:lnTo>
                    <a:pt x="782011" y="30573"/>
                  </a:lnTo>
                  <a:lnTo>
                    <a:pt x="783933" y="31542"/>
                  </a:lnTo>
                  <a:lnTo>
                    <a:pt x="785854" y="32507"/>
                  </a:lnTo>
                  <a:lnTo>
                    <a:pt x="787776" y="33467"/>
                  </a:lnTo>
                  <a:lnTo>
                    <a:pt x="789697" y="34417"/>
                  </a:lnTo>
                  <a:lnTo>
                    <a:pt x="791618" y="35360"/>
                  </a:lnTo>
                  <a:lnTo>
                    <a:pt x="793540" y="36297"/>
                  </a:lnTo>
                  <a:lnTo>
                    <a:pt x="795461" y="37221"/>
                  </a:lnTo>
                  <a:lnTo>
                    <a:pt x="797383" y="38134"/>
                  </a:lnTo>
                  <a:lnTo>
                    <a:pt x="799304" y="39040"/>
                  </a:lnTo>
                  <a:lnTo>
                    <a:pt x="801226" y="39929"/>
                  </a:lnTo>
                  <a:lnTo>
                    <a:pt x="803147" y="40806"/>
                  </a:lnTo>
                  <a:lnTo>
                    <a:pt x="805068" y="41673"/>
                  </a:lnTo>
                  <a:lnTo>
                    <a:pt x="806990" y="42523"/>
                  </a:lnTo>
                  <a:lnTo>
                    <a:pt x="808911" y="43357"/>
                  </a:lnTo>
                  <a:lnTo>
                    <a:pt x="810833" y="44178"/>
                  </a:lnTo>
                  <a:lnTo>
                    <a:pt x="812754" y="44983"/>
                  </a:lnTo>
                  <a:lnTo>
                    <a:pt x="814675" y="45769"/>
                  </a:lnTo>
                  <a:lnTo>
                    <a:pt x="816597" y="46541"/>
                  </a:lnTo>
                  <a:lnTo>
                    <a:pt x="818518" y="47297"/>
                  </a:lnTo>
                  <a:lnTo>
                    <a:pt x="820440" y="48030"/>
                  </a:lnTo>
                  <a:lnTo>
                    <a:pt x="822361" y="48750"/>
                  </a:lnTo>
                  <a:lnTo>
                    <a:pt x="824282" y="49454"/>
                  </a:lnTo>
                  <a:lnTo>
                    <a:pt x="826204" y="50132"/>
                  </a:lnTo>
                  <a:lnTo>
                    <a:pt x="828125" y="50796"/>
                  </a:lnTo>
                  <a:lnTo>
                    <a:pt x="830047" y="51446"/>
                  </a:lnTo>
                  <a:lnTo>
                    <a:pt x="831968" y="52069"/>
                  </a:lnTo>
                  <a:lnTo>
                    <a:pt x="833889" y="52677"/>
                  </a:lnTo>
                  <a:lnTo>
                    <a:pt x="835811" y="53271"/>
                  </a:lnTo>
                  <a:lnTo>
                    <a:pt x="837732" y="53840"/>
                  </a:lnTo>
                  <a:lnTo>
                    <a:pt x="839654" y="54392"/>
                  </a:lnTo>
                  <a:lnTo>
                    <a:pt x="841575" y="54930"/>
                  </a:lnTo>
                  <a:lnTo>
                    <a:pt x="843496" y="55447"/>
                  </a:lnTo>
                  <a:lnTo>
                    <a:pt x="845418" y="55945"/>
                  </a:lnTo>
                  <a:lnTo>
                    <a:pt x="847339" y="56430"/>
                  </a:lnTo>
                  <a:lnTo>
                    <a:pt x="849261" y="56896"/>
                  </a:lnTo>
                  <a:lnTo>
                    <a:pt x="851182" y="57343"/>
                  </a:lnTo>
                  <a:lnTo>
                    <a:pt x="853103" y="57778"/>
                  </a:lnTo>
                  <a:lnTo>
                    <a:pt x="855025" y="58197"/>
                  </a:lnTo>
                  <a:lnTo>
                    <a:pt x="856946" y="58597"/>
                  </a:lnTo>
                  <a:lnTo>
                    <a:pt x="858868" y="58986"/>
                  </a:lnTo>
                  <a:lnTo>
                    <a:pt x="860789" y="59362"/>
                  </a:lnTo>
                  <a:lnTo>
                    <a:pt x="862710" y="59720"/>
                  </a:lnTo>
                  <a:lnTo>
                    <a:pt x="864632" y="60068"/>
                  </a:lnTo>
                  <a:lnTo>
                    <a:pt x="866553" y="60407"/>
                  </a:lnTo>
                  <a:lnTo>
                    <a:pt x="868475" y="60729"/>
                  </a:lnTo>
                  <a:lnTo>
                    <a:pt x="870396" y="61043"/>
                  </a:lnTo>
                  <a:lnTo>
                    <a:pt x="872318" y="61349"/>
                  </a:lnTo>
                  <a:lnTo>
                    <a:pt x="874239" y="61642"/>
                  </a:lnTo>
                  <a:lnTo>
                    <a:pt x="876160" y="61928"/>
                  </a:lnTo>
                  <a:lnTo>
                    <a:pt x="878082" y="62208"/>
                  </a:lnTo>
                  <a:lnTo>
                    <a:pt x="880003" y="62479"/>
                  </a:lnTo>
                  <a:lnTo>
                    <a:pt x="881925" y="62745"/>
                  </a:lnTo>
                  <a:lnTo>
                    <a:pt x="883846" y="63006"/>
                  </a:lnTo>
                  <a:lnTo>
                    <a:pt x="885767" y="63262"/>
                  </a:lnTo>
                  <a:lnTo>
                    <a:pt x="887689" y="63514"/>
                  </a:lnTo>
                  <a:lnTo>
                    <a:pt x="889610" y="63764"/>
                  </a:lnTo>
                  <a:lnTo>
                    <a:pt x="891532" y="64012"/>
                  </a:lnTo>
                  <a:lnTo>
                    <a:pt x="893453" y="64259"/>
                  </a:lnTo>
                  <a:lnTo>
                    <a:pt x="895374" y="64506"/>
                  </a:lnTo>
                  <a:lnTo>
                    <a:pt x="897296" y="64752"/>
                  </a:lnTo>
                  <a:lnTo>
                    <a:pt x="899217" y="65001"/>
                  </a:lnTo>
                  <a:lnTo>
                    <a:pt x="901139" y="65251"/>
                  </a:lnTo>
                  <a:lnTo>
                    <a:pt x="903060" y="65503"/>
                  </a:lnTo>
                  <a:lnTo>
                    <a:pt x="904981" y="65760"/>
                  </a:lnTo>
                  <a:lnTo>
                    <a:pt x="906903" y="66021"/>
                  </a:lnTo>
                  <a:lnTo>
                    <a:pt x="908824" y="66285"/>
                  </a:lnTo>
                  <a:lnTo>
                    <a:pt x="910746" y="66557"/>
                  </a:lnTo>
                  <a:lnTo>
                    <a:pt x="912667" y="66834"/>
                  </a:lnTo>
                  <a:lnTo>
                    <a:pt x="914588" y="67116"/>
                  </a:lnTo>
                  <a:lnTo>
                    <a:pt x="916510" y="67408"/>
                  </a:lnTo>
                  <a:lnTo>
                    <a:pt x="918431" y="67707"/>
                  </a:lnTo>
                  <a:lnTo>
                    <a:pt x="920353" y="68012"/>
                  </a:lnTo>
                  <a:lnTo>
                    <a:pt x="922274" y="68328"/>
                  </a:lnTo>
                  <a:lnTo>
                    <a:pt x="924195" y="68653"/>
                  </a:lnTo>
                  <a:lnTo>
                    <a:pt x="926117" y="68985"/>
                  </a:lnTo>
                  <a:lnTo>
                    <a:pt x="928038" y="69329"/>
                  </a:lnTo>
                  <a:lnTo>
                    <a:pt x="929960" y="69683"/>
                  </a:lnTo>
                  <a:lnTo>
                    <a:pt x="931881" y="70046"/>
                  </a:lnTo>
                  <a:lnTo>
                    <a:pt x="933802" y="70419"/>
                  </a:lnTo>
                  <a:lnTo>
                    <a:pt x="935724" y="70805"/>
                  </a:lnTo>
                  <a:lnTo>
                    <a:pt x="937645" y="71199"/>
                  </a:lnTo>
                  <a:lnTo>
                    <a:pt x="939567" y="71603"/>
                  </a:lnTo>
                  <a:lnTo>
                    <a:pt x="941488" y="72021"/>
                  </a:lnTo>
                  <a:lnTo>
                    <a:pt x="943410" y="72448"/>
                  </a:lnTo>
                  <a:lnTo>
                    <a:pt x="945331" y="72883"/>
                  </a:lnTo>
                  <a:lnTo>
                    <a:pt x="947252" y="73332"/>
                  </a:lnTo>
                  <a:lnTo>
                    <a:pt x="949174" y="73790"/>
                  </a:lnTo>
                  <a:lnTo>
                    <a:pt x="951095" y="74256"/>
                  </a:lnTo>
                  <a:lnTo>
                    <a:pt x="953017" y="74734"/>
                  </a:lnTo>
                  <a:lnTo>
                    <a:pt x="954938" y="75221"/>
                  </a:lnTo>
                  <a:lnTo>
                    <a:pt x="956859" y="75715"/>
                  </a:lnTo>
                  <a:lnTo>
                    <a:pt x="958781" y="76220"/>
                  </a:lnTo>
                  <a:lnTo>
                    <a:pt x="960702" y="76732"/>
                  </a:lnTo>
                  <a:lnTo>
                    <a:pt x="962624" y="77251"/>
                  </a:lnTo>
                  <a:lnTo>
                    <a:pt x="964545" y="77778"/>
                  </a:lnTo>
                  <a:lnTo>
                    <a:pt x="966466" y="78312"/>
                  </a:lnTo>
                  <a:lnTo>
                    <a:pt x="968388" y="78851"/>
                  </a:lnTo>
                  <a:lnTo>
                    <a:pt x="970309" y="79397"/>
                  </a:lnTo>
                  <a:lnTo>
                    <a:pt x="972231" y="79947"/>
                  </a:lnTo>
                  <a:lnTo>
                    <a:pt x="974152" y="80502"/>
                  </a:lnTo>
                  <a:lnTo>
                    <a:pt x="976073" y="81060"/>
                  </a:lnTo>
                  <a:lnTo>
                    <a:pt x="977995" y="81621"/>
                  </a:lnTo>
                  <a:lnTo>
                    <a:pt x="979916" y="82185"/>
                  </a:lnTo>
                  <a:lnTo>
                    <a:pt x="981838" y="82750"/>
                  </a:lnTo>
                  <a:lnTo>
                    <a:pt x="981838" y="104409"/>
                  </a:lnTo>
                  <a:lnTo>
                    <a:pt x="979916" y="104409"/>
                  </a:lnTo>
                  <a:lnTo>
                    <a:pt x="977995" y="104409"/>
                  </a:lnTo>
                  <a:lnTo>
                    <a:pt x="976073" y="104409"/>
                  </a:lnTo>
                  <a:lnTo>
                    <a:pt x="974152" y="104409"/>
                  </a:lnTo>
                  <a:lnTo>
                    <a:pt x="972231" y="104409"/>
                  </a:lnTo>
                  <a:lnTo>
                    <a:pt x="970309" y="104409"/>
                  </a:lnTo>
                  <a:lnTo>
                    <a:pt x="968388" y="104409"/>
                  </a:lnTo>
                  <a:lnTo>
                    <a:pt x="966466" y="104409"/>
                  </a:lnTo>
                  <a:lnTo>
                    <a:pt x="964545" y="104409"/>
                  </a:lnTo>
                  <a:lnTo>
                    <a:pt x="962624" y="104409"/>
                  </a:lnTo>
                  <a:lnTo>
                    <a:pt x="960702" y="104409"/>
                  </a:lnTo>
                  <a:lnTo>
                    <a:pt x="958781" y="104409"/>
                  </a:lnTo>
                  <a:lnTo>
                    <a:pt x="956859" y="104409"/>
                  </a:lnTo>
                  <a:lnTo>
                    <a:pt x="954938" y="104409"/>
                  </a:lnTo>
                  <a:lnTo>
                    <a:pt x="953017" y="104409"/>
                  </a:lnTo>
                  <a:lnTo>
                    <a:pt x="951095" y="104409"/>
                  </a:lnTo>
                  <a:lnTo>
                    <a:pt x="949174" y="104409"/>
                  </a:lnTo>
                  <a:lnTo>
                    <a:pt x="947252" y="104409"/>
                  </a:lnTo>
                  <a:lnTo>
                    <a:pt x="945331" y="104409"/>
                  </a:lnTo>
                  <a:lnTo>
                    <a:pt x="943410" y="104409"/>
                  </a:lnTo>
                  <a:lnTo>
                    <a:pt x="941488" y="104409"/>
                  </a:lnTo>
                  <a:lnTo>
                    <a:pt x="939567" y="104409"/>
                  </a:lnTo>
                  <a:lnTo>
                    <a:pt x="937645" y="104409"/>
                  </a:lnTo>
                  <a:lnTo>
                    <a:pt x="935724" y="104409"/>
                  </a:lnTo>
                  <a:lnTo>
                    <a:pt x="933802" y="104409"/>
                  </a:lnTo>
                  <a:lnTo>
                    <a:pt x="931881" y="104409"/>
                  </a:lnTo>
                  <a:lnTo>
                    <a:pt x="929960" y="104409"/>
                  </a:lnTo>
                  <a:lnTo>
                    <a:pt x="928038" y="104409"/>
                  </a:lnTo>
                  <a:lnTo>
                    <a:pt x="926117" y="104409"/>
                  </a:lnTo>
                  <a:lnTo>
                    <a:pt x="924195" y="104409"/>
                  </a:lnTo>
                  <a:lnTo>
                    <a:pt x="922274" y="104409"/>
                  </a:lnTo>
                  <a:lnTo>
                    <a:pt x="920353" y="104409"/>
                  </a:lnTo>
                  <a:lnTo>
                    <a:pt x="918431" y="104409"/>
                  </a:lnTo>
                  <a:lnTo>
                    <a:pt x="916510" y="104409"/>
                  </a:lnTo>
                  <a:lnTo>
                    <a:pt x="914588" y="104409"/>
                  </a:lnTo>
                  <a:lnTo>
                    <a:pt x="912667" y="104409"/>
                  </a:lnTo>
                  <a:lnTo>
                    <a:pt x="910746" y="104409"/>
                  </a:lnTo>
                  <a:lnTo>
                    <a:pt x="908824" y="104409"/>
                  </a:lnTo>
                  <a:lnTo>
                    <a:pt x="906903" y="104409"/>
                  </a:lnTo>
                  <a:lnTo>
                    <a:pt x="904981" y="104409"/>
                  </a:lnTo>
                  <a:lnTo>
                    <a:pt x="903060" y="104409"/>
                  </a:lnTo>
                  <a:lnTo>
                    <a:pt x="901139" y="104409"/>
                  </a:lnTo>
                  <a:lnTo>
                    <a:pt x="899217" y="104409"/>
                  </a:lnTo>
                  <a:lnTo>
                    <a:pt x="897296" y="104409"/>
                  </a:lnTo>
                  <a:lnTo>
                    <a:pt x="895374" y="104409"/>
                  </a:lnTo>
                  <a:lnTo>
                    <a:pt x="893453" y="104409"/>
                  </a:lnTo>
                  <a:lnTo>
                    <a:pt x="891532" y="104409"/>
                  </a:lnTo>
                  <a:lnTo>
                    <a:pt x="889610" y="104409"/>
                  </a:lnTo>
                  <a:lnTo>
                    <a:pt x="887689" y="104409"/>
                  </a:lnTo>
                  <a:lnTo>
                    <a:pt x="885767" y="104409"/>
                  </a:lnTo>
                  <a:lnTo>
                    <a:pt x="883846" y="104409"/>
                  </a:lnTo>
                  <a:lnTo>
                    <a:pt x="881925" y="104409"/>
                  </a:lnTo>
                  <a:lnTo>
                    <a:pt x="880003" y="104409"/>
                  </a:lnTo>
                  <a:lnTo>
                    <a:pt x="878082" y="104409"/>
                  </a:lnTo>
                  <a:lnTo>
                    <a:pt x="876160" y="104409"/>
                  </a:lnTo>
                  <a:lnTo>
                    <a:pt x="874239" y="104409"/>
                  </a:lnTo>
                  <a:lnTo>
                    <a:pt x="872318" y="104409"/>
                  </a:lnTo>
                  <a:lnTo>
                    <a:pt x="870396" y="104409"/>
                  </a:lnTo>
                  <a:lnTo>
                    <a:pt x="868475" y="104409"/>
                  </a:lnTo>
                  <a:lnTo>
                    <a:pt x="866553" y="104409"/>
                  </a:lnTo>
                  <a:lnTo>
                    <a:pt x="864632" y="104409"/>
                  </a:lnTo>
                  <a:lnTo>
                    <a:pt x="862710" y="104409"/>
                  </a:lnTo>
                  <a:lnTo>
                    <a:pt x="860789" y="104409"/>
                  </a:lnTo>
                  <a:lnTo>
                    <a:pt x="858868" y="104409"/>
                  </a:lnTo>
                  <a:lnTo>
                    <a:pt x="856946" y="104409"/>
                  </a:lnTo>
                  <a:lnTo>
                    <a:pt x="855025" y="104409"/>
                  </a:lnTo>
                  <a:lnTo>
                    <a:pt x="853103" y="104409"/>
                  </a:lnTo>
                  <a:lnTo>
                    <a:pt x="851182" y="104409"/>
                  </a:lnTo>
                  <a:lnTo>
                    <a:pt x="849261" y="104409"/>
                  </a:lnTo>
                  <a:lnTo>
                    <a:pt x="847339" y="104409"/>
                  </a:lnTo>
                  <a:lnTo>
                    <a:pt x="845418" y="104409"/>
                  </a:lnTo>
                  <a:lnTo>
                    <a:pt x="843496" y="104409"/>
                  </a:lnTo>
                  <a:lnTo>
                    <a:pt x="841575" y="104409"/>
                  </a:lnTo>
                  <a:lnTo>
                    <a:pt x="839654" y="104409"/>
                  </a:lnTo>
                  <a:lnTo>
                    <a:pt x="837732" y="104409"/>
                  </a:lnTo>
                  <a:lnTo>
                    <a:pt x="835811" y="104409"/>
                  </a:lnTo>
                  <a:lnTo>
                    <a:pt x="833889" y="104409"/>
                  </a:lnTo>
                  <a:lnTo>
                    <a:pt x="831968" y="104409"/>
                  </a:lnTo>
                  <a:lnTo>
                    <a:pt x="830047" y="104409"/>
                  </a:lnTo>
                  <a:lnTo>
                    <a:pt x="828125" y="104409"/>
                  </a:lnTo>
                  <a:lnTo>
                    <a:pt x="826204" y="104409"/>
                  </a:lnTo>
                  <a:lnTo>
                    <a:pt x="824282" y="104409"/>
                  </a:lnTo>
                  <a:lnTo>
                    <a:pt x="822361" y="104409"/>
                  </a:lnTo>
                  <a:lnTo>
                    <a:pt x="820440" y="104409"/>
                  </a:lnTo>
                  <a:lnTo>
                    <a:pt x="818518" y="104409"/>
                  </a:lnTo>
                  <a:lnTo>
                    <a:pt x="816597" y="104409"/>
                  </a:lnTo>
                  <a:lnTo>
                    <a:pt x="814675" y="104409"/>
                  </a:lnTo>
                  <a:lnTo>
                    <a:pt x="812754" y="104409"/>
                  </a:lnTo>
                  <a:lnTo>
                    <a:pt x="810833" y="104409"/>
                  </a:lnTo>
                  <a:lnTo>
                    <a:pt x="808911" y="104409"/>
                  </a:lnTo>
                  <a:lnTo>
                    <a:pt x="806990" y="104409"/>
                  </a:lnTo>
                  <a:lnTo>
                    <a:pt x="805068" y="104409"/>
                  </a:lnTo>
                  <a:lnTo>
                    <a:pt x="803147" y="104409"/>
                  </a:lnTo>
                  <a:lnTo>
                    <a:pt x="801226" y="104409"/>
                  </a:lnTo>
                  <a:lnTo>
                    <a:pt x="799304" y="104409"/>
                  </a:lnTo>
                  <a:lnTo>
                    <a:pt x="797383" y="104409"/>
                  </a:lnTo>
                  <a:lnTo>
                    <a:pt x="795461" y="104409"/>
                  </a:lnTo>
                  <a:lnTo>
                    <a:pt x="793540" y="104409"/>
                  </a:lnTo>
                  <a:lnTo>
                    <a:pt x="791618" y="104409"/>
                  </a:lnTo>
                  <a:lnTo>
                    <a:pt x="789697" y="104409"/>
                  </a:lnTo>
                  <a:lnTo>
                    <a:pt x="787776" y="104409"/>
                  </a:lnTo>
                  <a:lnTo>
                    <a:pt x="785854" y="104409"/>
                  </a:lnTo>
                  <a:lnTo>
                    <a:pt x="783933" y="104409"/>
                  </a:lnTo>
                  <a:lnTo>
                    <a:pt x="782011" y="104409"/>
                  </a:lnTo>
                  <a:lnTo>
                    <a:pt x="780090" y="104409"/>
                  </a:lnTo>
                  <a:lnTo>
                    <a:pt x="778169" y="104409"/>
                  </a:lnTo>
                  <a:lnTo>
                    <a:pt x="776247" y="104409"/>
                  </a:lnTo>
                  <a:lnTo>
                    <a:pt x="774326" y="104409"/>
                  </a:lnTo>
                  <a:lnTo>
                    <a:pt x="772404" y="104409"/>
                  </a:lnTo>
                  <a:lnTo>
                    <a:pt x="770483" y="104409"/>
                  </a:lnTo>
                  <a:lnTo>
                    <a:pt x="768562" y="104409"/>
                  </a:lnTo>
                  <a:lnTo>
                    <a:pt x="766640" y="104409"/>
                  </a:lnTo>
                  <a:lnTo>
                    <a:pt x="764719" y="104409"/>
                  </a:lnTo>
                  <a:lnTo>
                    <a:pt x="762797" y="104409"/>
                  </a:lnTo>
                  <a:lnTo>
                    <a:pt x="760876" y="104409"/>
                  </a:lnTo>
                  <a:lnTo>
                    <a:pt x="758955" y="104409"/>
                  </a:lnTo>
                  <a:lnTo>
                    <a:pt x="757033" y="104409"/>
                  </a:lnTo>
                  <a:lnTo>
                    <a:pt x="755112" y="104409"/>
                  </a:lnTo>
                  <a:lnTo>
                    <a:pt x="753190" y="104409"/>
                  </a:lnTo>
                  <a:lnTo>
                    <a:pt x="751269" y="104409"/>
                  </a:lnTo>
                  <a:lnTo>
                    <a:pt x="749348" y="104409"/>
                  </a:lnTo>
                  <a:lnTo>
                    <a:pt x="747426" y="104409"/>
                  </a:lnTo>
                  <a:lnTo>
                    <a:pt x="745505" y="104409"/>
                  </a:lnTo>
                  <a:lnTo>
                    <a:pt x="743583" y="104409"/>
                  </a:lnTo>
                  <a:lnTo>
                    <a:pt x="741662" y="104409"/>
                  </a:lnTo>
                  <a:lnTo>
                    <a:pt x="739741" y="104409"/>
                  </a:lnTo>
                  <a:lnTo>
                    <a:pt x="737819" y="104409"/>
                  </a:lnTo>
                  <a:lnTo>
                    <a:pt x="735898" y="104409"/>
                  </a:lnTo>
                  <a:lnTo>
                    <a:pt x="733976" y="104409"/>
                  </a:lnTo>
                  <a:lnTo>
                    <a:pt x="732055" y="104409"/>
                  </a:lnTo>
                  <a:lnTo>
                    <a:pt x="730134" y="104409"/>
                  </a:lnTo>
                  <a:lnTo>
                    <a:pt x="728212" y="104409"/>
                  </a:lnTo>
                  <a:lnTo>
                    <a:pt x="726291" y="104409"/>
                  </a:lnTo>
                  <a:lnTo>
                    <a:pt x="724369" y="104409"/>
                  </a:lnTo>
                  <a:lnTo>
                    <a:pt x="722448" y="104409"/>
                  </a:lnTo>
                  <a:lnTo>
                    <a:pt x="720526" y="104409"/>
                  </a:lnTo>
                  <a:lnTo>
                    <a:pt x="718605" y="104409"/>
                  </a:lnTo>
                  <a:lnTo>
                    <a:pt x="716684" y="104409"/>
                  </a:lnTo>
                  <a:lnTo>
                    <a:pt x="714762" y="104409"/>
                  </a:lnTo>
                  <a:lnTo>
                    <a:pt x="712841" y="104409"/>
                  </a:lnTo>
                  <a:lnTo>
                    <a:pt x="710919" y="104409"/>
                  </a:lnTo>
                  <a:lnTo>
                    <a:pt x="708998" y="104409"/>
                  </a:lnTo>
                  <a:lnTo>
                    <a:pt x="707077" y="104409"/>
                  </a:lnTo>
                  <a:lnTo>
                    <a:pt x="705155" y="104409"/>
                  </a:lnTo>
                  <a:lnTo>
                    <a:pt x="703234" y="104409"/>
                  </a:lnTo>
                  <a:lnTo>
                    <a:pt x="701312" y="104409"/>
                  </a:lnTo>
                  <a:lnTo>
                    <a:pt x="699391" y="104409"/>
                  </a:lnTo>
                  <a:lnTo>
                    <a:pt x="697470" y="104409"/>
                  </a:lnTo>
                  <a:lnTo>
                    <a:pt x="695548" y="104409"/>
                  </a:lnTo>
                  <a:lnTo>
                    <a:pt x="693627" y="104409"/>
                  </a:lnTo>
                  <a:lnTo>
                    <a:pt x="691705" y="104409"/>
                  </a:lnTo>
                  <a:lnTo>
                    <a:pt x="689784" y="104409"/>
                  </a:lnTo>
                  <a:lnTo>
                    <a:pt x="687863" y="104409"/>
                  </a:lnTo>
                  <a:lnTo>
                    <a:pt x="685941" y="104409"/>
                  </a:lnTo>
                  <a:lnTo>
                    <a:pt x="684020" y="104409"/>
                  </a:lnTo>
                  <a:lnTo>
                    <a:pt x="682098" y="104409"/>
                  </a:lnTo>
                  <a:lnTo>
                    <a:pt x="680177" y="104409"/>
                  </a:lnTo>
                  <a:lnTo>
                    <a:pt x="678256" y="104409"/>
                  </a:lnTo>
                  <a:lnTo>
                    <a:pt x="676334" y="104409"/>
                  </a:lnTo>
                  <a:lnTo>
                    <a:pt x="674413" y="104409"/>
                  </a:lnTo>
                  <a:lnTo>
                    <a:pt x="672491" y="104409"/>
                  </a:lnTo>
                  <a:lnTo>
                    <a:pt x="670570" y="104409"/>
                  </a:lnTo>
                  <a:lnTo>
                    <a:pt x="668649" y="104409"/>
                  </a:lnTo>
                  <a:lnTo>
                    <a:pt x="666727" y="104409"/>
                  </a:lnTo>
                  <a:lnTo>
                    <a:pt x="664806" y="104409"/>
                  </a:lnTo>
                  <a:lnTo>
                    <a:pt x="662884" y="104409"/>
                  </a:lnTo>
                  <a:lnTo>
                    <a:pt x="660963" y="104409"/>
                  </a:lnTo>
                  <a:lnTo>
                    <a:pt x="659042" y="104409"/>
                  </a:lnTo>
                  <a:lnTo>
                    <a:pt x="657120" y="104409"/>
                  </a:lnTo>
                  <a:lnTo>
                    <a:pt x="655199" y="104409"/>
                  </a:lnTo>
                  <a:lnTo>
                    <a:pt x="653277" y="104409"/>
                  </a:lnTo>
                  <a:lnTo>
                    <a:pt x="651356" y="104409"/>
                  </a:lnTo>
                  <a:lnTo>
                    <a:pt x="649434" y="104409"/>
                  </a:lnTo>
                  <a:lnTo>
                    <a:pt x="647513" y="104409"/>
                  </a:lnTo>
                  <a:lnTo>
                    <a:pt x="645592" y="104409"/>
                  </a:lnTo>
                  <a:lnTo>
                    <a:pt x="643670" y="104409"/>
                  </a:lnTo>
                  <a:lnTo>
                    <a:pt x="641749" y="104409"/>
                  </a:lnTo>
                  <a:lnTo>
                    <a:pt x="639827" y="104409"/>
                  </a:lnTo>
                  <a:lnTo>
                    <a:pt x="637906" y="104409"/>
                  </a:lnTo>
                  <a:lnTo>
                    <a:pt x="635985" y="104409"/>
                  </a:lnTo>
                  <a:lnTo>
                    <a:pt x="634063" y="104409"/>
                  </a:lnTo>
                  <a:lnTo>
                    <a:pt x="632142" y="104409"/>
                  </a:lnTo>
                  <a:lnTo>
                    <a:pt x="630220" y="104409"/>
                  </a:lnTo>
                  <a:lnTo>
                    <a:pt x="628299" y="104409"/>
                  </a:lnTo>
                  <a:lnTo>
                    <a:pt x="626378" y="104409"/>
                  </a:lnTo>
                  <a:lnTo>
                    <a:pt x="624456" y="104409"/>
                  </a:lnTo>
                  <a:lnTo>
                    <a:pt x="622535" y="104409"/>
                  </a:lnTo>
                  <a:lnTo>
                    <a:pt x="620613" y="104409"/>
                  </a:lnTo>
                  <a:lnTo>
                    <a:pt x="618692" y="104409"/>
                  </a:lnTo>
                  <a:lnTo>
                    <a:pt x="616771" y="104409"/>
                  </a:lnTo>
                  <a:lnTo>
                    <a:pt x="614849" y="104409"/>
                  </a:lnTo>
                  <a:lnTo>
                    <a:pt x="612928" y="104409"/>
                  </a:lnTo>
                  <a:lnTo>
                    <a:pt x="611006" y="104409"/>
                  </a:lnTo>
                  <a:lnTo>
                    <a:pt x="609085" y="104409"/>
                  </a:lnTo>
                  <a:lnTo>
                    <a:pt x="607164" y="104409"/>
                  </a:lnTo>
                  <a:lnTo>
                    <a:pt x="605242" y="104409"/>
                  </a:lnTo>
                  <a:lnTo>
                    <a:pt x="603321" y="104409"/>
                  </a:lnTo>
                  <a:lnTo>
                    <a:pt x="601399" y="104409"/>
                  </a:lnTo>
                  <a:lnTo>
                    <a:pt x="599478" y="104409"/>
                  </a:lnTo>
                  <a:lnTo>
                    <a:pt x="597557" y="104409"/>
                  </a:lnTo>
                  <a:lnTo>
                    <a:pt x="595635" y="104409"/>
                  </a:lnTo>
                  <a:lnTo>
                    <a:pt x="593714" y="104409"/>
                  </a:lnTo>
                  <a:lnTo>
                    <a:pt x="591792" y="104409"/>
                  </a:lnTo>
                  <a:lnTo>
                    <a:pt x="589871" y="104409"/>
                  </a:lnTo>
                  <a:lnTo>
                    <a:pt x="587950" y="104409"/>
                  </a:lnTo>
                  <a:lnTo>
                    <a:pt x="586028" y="104409"/>
                  </a:lnTo>
                  <a:lnTo>
                    <a:pt x="584107" y="104409"/>
                  </a:lnTo>
                  <a:lnTo>
                    <a:pt x="582185" y="104409"/>
                  </a:lnTo>
                  <a:lnTo>
                    <a:pt x="580264" y="104409"/>
                  </a:lnTo>
                  <a:lnTo>
                    <a:pt x="578342" y="104409"/>
                  </a:lnTo>
                  <a:lnTo>
                    <a:pt x="576421" y="104409"/>
                  </a:lnTo>
                  <a:lnTo>
                    <a:pt x="574500" y="104409"/>
                  </a:lnTo>
                  <a:lnTo>
                    <a:pt x="572578" y="104409"/>
                  </a:lnTo>
                  <a:lnTo>
                    <a:pt x="570657" y="104409"/>
                  </a:lnTo>
                  <a:lnTo>
                    <a:pt x="568735" y="104409"/>
                  </a:lnTo>
                  <a:lnTo>
                    <a:pt x="566814" y="104409"/>
                  </a:lnTo>
                  <a:lnTo>
                    <a:pt x="564893" y="104409"/>
                  </a:lnTo>
                  <a:lnTo>
                    <a:pt x="562971" y="104409"/>
                  </a:lnTo>
                  <a:lnTo>
                    <a:pt x="561050" y="104409"/>
                  </a:lnTo>
                  <a:lnTo>
                    <a:pt x="559128" y="104409"/>
                  </a:lnTo>
                  <a:lnTo>
                    <a:pt x="557207" y="104409"/>
                  </a:lnTo>
                  <a:lnTo>
                    <a:pt x="555286" y="104409"/>
                  </a:lnTo>
                  <a:lnTo>
                    <a:pt x="553364" y="104409"/>
                  </a:lnTo>
                  <a:lnTo>
                    <a:pt x="551443" y="104409"/>
                  </a:lnTo>
                  <a:lnTo>
                    <a:pt x="549521" y="104409"/>
                  </a:lnTo>
                  <a:lnTo>
                    <a:pt x="547600" y="104409"/>
                  </a:lnTo>
                  <a:lnTo>
                    <a:pt x="545679" y="104409"/>
                  </a:lnTo>
                  <a:lnTo>
                    <a:pt x="543757" y="104409"/>
                  </a:lnTo>
                  <a:lnTo>
                    <a:pt x="541836" y="104409"/>
                  </a:lnTo>
                  <a:lnTo>
                    <a:pt x="539914" y="104409"/>
                  </a:lnTo>
                  <a:lnTo>
                    <a:pt x="537993" y="104409"/>
                  </a:lnTo>
                  <a:lnTo>
                    <a:pt x="536072" y="104409"/>
                  </a:lnTo>
                  <a:lnTo>
                    <a:pt x="534150" y="104409"/>
                  </a:lnTo>
                  <a:lnTo>
                    <a:pt x="532229" y="104409"/>
                  </a:lnTo>
                  <a:lnTo>
                    <a:pt x="530307" y="104409"/>
                  </a:lnTo>
                  <a:lnTo>
                    <a:pt x="528386" y="104409"/>
                  </a:lnTo>
                  <a:lnTo>
                    <a:pt x="526465" y="104409"/>
                  </a:lnTo>
                  <a:lnTo>
                    <a:pt x="524543" y="104409"/>
                  </a:lnTo>
                  <a:lnTo>
                    <a:pt x="522622" y="104409"/>
                  </a:lnTo>
                  <a:lnTo>
                    <a:pt x="520700" y="104409"/>
                  </a:lnTo>
                  <a:lnTo>
                    <a:pt x="518779" y="104409"/>
                  </a:lnTo>
                  <a:lnTo>
                    <a:pt x="516858" y="104409"/>
                  </a:lnTo>
                  <a:lnTo>
                    <a:pt x="514936" y="104409"/>
                  </a:lnTo>
                  <a:lnTo>
                    <a:pt x="513015" y="104409"/>
                  </a:lnTo>
                  <a:lnTo>
                    <a:pt x="511093" y="104409"/>
                  </a:lnTo>
                  <a:lnTo>
                    <a:pt x="509172" y="104409"/>
                  </a:lnTo>
                  <a:lnTo>
                    <a:pt x="507250" y="104409"/>
                  </a:lnTo>
                  <a:lnTo>
                    <a:pt x="505329" y="104409"/>
                  </a:lnTo>
                  <a:lnTo>
                    <a:pt x="503408" y="104409"/>
                  </a:lnTo>
                  <a:lnTo>
                    <a:pt x="501486" y="104409"/>
                  </a:lnTo>
                  <a:lnTo>
                    <a:pt x="499565" y="104409"/>
                  </a:lnTo>
                  <a:lnTo>
                    <a:pt x="497643" y="104409"/>
                  </a:lnTo>
                  <a:lnTo>
                    <a:pt x="495722" y="104409"/>
                  </a:lnTo>
                  <a:lnTo>
                    <a:pt x="493801" y="104409"/>
                  </a:lnTo>
                  <a:lnTo>
                    <a:pt x="491879" y="104409"/>
                  </a:lnTo>
                  <a:lnTo>
                    <a:pt x="489958" y="104409"/>
                  </a:lnTo>
                  <a:lnTo>
                    <a:pt x="488036" y="104409"/>
                  </a:lnTo>
                  <a:lnTo>
                    <a:pt x="486115" y="104409"/>
                  </a:lnTo>
                  <a:lnTo>
                    <a:pt x="484194" y="104409"/>
                  </a:lnTo>
                  <a:lnTo>
                    <a:pt x="482272" y="104409"/>
                  </a:lnTo>
                  <a:lnTo>
                    <a:pt x="480351" y="104409"/>
                  </a:lnTo>
                  <a:lnTo>
                    <a:pt x="478429" y="104409"/>
                  </a:lnTo>
                  <a:lnTo>
                    <a:pt x="476508" y="104409"/>
                  </a:lnTo>
                  <a:lnTo>
                    <a:pt x="474587" y="104409"/>
                  </a:lnTo>
                  <a:lnTo>
                    <a:pt x="472665" y="104409"/>
                  </a:lnTo>
                  <a:lnTo>
                    <a:pt x="470744" y="104409"/>
                  </a:lnTo>
                  <a:lnTo>
                    <a:pt x="468822" y="104409"/>
                  </a:lnTo>
                  <a:lnTo>
                    <a:pt x="466901" y="104409"/>
                  </a:lnTo>
                  <a:lnTo>
                    <a:pt x="464980" y="104409"/>
                  </a:lnTo>
                  <a:lnTo>
                    <a:pt x="463058" y="104409"/>
                  </a:lnTo>
                  <a:lnTo>
                    <a:pt x="461137" y="104409"/>
                  </a:lnTo>
                  <a:lnTo>
                    <a:pt x="459215" y="104409"/>
                  </a:lnTo>
                  <a:lnTo>
                    <a:pt x="457294" y="104409"/>
                  </a:lnTo>
                  <a:lnTo>
                    <a:pt x="455373" y="104409"/>
                  </a:lnTo>
                  <a:lnTo>
                    <a:pt x="453451" y="104409"/>
                  </a:lnTo>
                  <a:lnTo>
                    <a:pt x="451530" y="104409"/>
                  </a:lnTo>
                  <a:lnTo>
                    <a:pt x="449608" y="104409"/>
                  </a:lnTo>
                  <a:lnTo>
                    <a:pt x="447687" y="104409"/>
                  </a:lnTo>
                  <a:lnTo>
                    <a:pt x="445766" y="104409"/>
                  </a:lnTo>
                  <a:lnTo>
                    <a:pt x="443844" y="104409"/>
                  </a:lnTo>
                  <a:lnTo>
                    <a:pt x="441923" y="104409"/>
                  </a:lnTo>
                  <a:lnTo>
                    <a:pt x="440001" y="104409"/>
                  </a:lnTo>
                  <a:lnTo>
                    <a:pt x="438080" y="104409"/>
                  </a:lnTo>
                  <a:lnTo>
                    <a:pt x="436159" y="104409"/>
                  </a:lnTo>
                  <a:lnTo>
                    <a:pt x="434237" y="104409"/>
                  </a:lnTo>
                  <a:lnTo>
                    <a:pt x="432316" y="104409"/>
                  </a:lnTo>
                  <a:lnTo>
                    <a:pt x="430394" y="104409"/>
                  </a:lnTo>
                  <a:lnTo>
                    <a:pt x="428473" y="104409"/>
                  </a:lnTo>
                  <a:lnTo>
                    <a:pt x="426551" y="104409"/>
                  </a:lnTo>
                  <a:lnTo>
                    <a:pt x="424630" y="104409"/>
                  </a:lnTo>
                  <a:lnTo>
                    <a:pt x="422709" y="104409"/>
                  </a:lnTo>
                  <a:lnTo>
                    <a:pt x="420787" y="104409"/>
                  </a:lnTo>
                  <a:lnTo>
                    <a:pt x="418866" y="104409"/>
                  </a:lnTo>
                  <a:lnTo>
                    <a:pt x="416944" y="104409"/>
                  </a:lnTo>
                  <a:lnTo>
                    <a:pt x="415023" y="104409"/>
                  </a:lnTo>
                  <a:lnTo>
                    <a:pt x="413102" y="104409"/>
                  </a:lnTo>
                  <a:lnTo>
                    <a:pt x="411180" y="104409"/>
                  </a:lnTo>
                  <a:lnTo>
                    <a:pt x="409259" y="104409"/>
                  </a:lnTo>
                  <a:lnTo>
                    <a:pt x="407337" y="104409"/>
                  </a:lnTo>
                  <a:lnTo>
                    <a:pt x="405416" y="104409"/>
                  </a:lnTo>
                  <a:lnTo>
                    <a:pt x="403495" y="104409"/>
                  </a:lnTo>
                  <a:lnTo>
                    <a:pt x="401573" y="104409"/>
                  </a:lnTo>
                  <a:lnTo>
                    <a:pt x="399652" y="104409"/>
                  </a:lnTo>
                  <a:lnTo>
                    <a:pt x="397730" y="104409"/>
                  </a:lnTo>
                  <a:lnTo>
                    <a:pt x="395809" y="104409"/>
                  </a:lnTo>
                  <a:lnTo>
                    <a:pt x="393888" y="104409"/>
                  </a:lnTo>
                  <a:lnTo>
                    <a:pt x="391966" y="104409"/>
                  </a:lnTo>
                  <a:lnTo>
                    <a:pt x="390045" y="104409"/>
                  </a:lnTo>
                  <a:lnTo>
                    <a:pt x="388123" y="104409"/>
                  </a:lnTo>
                  <a:lnTo>
                    <a:pt x="386202" y="104409"/>
                  </a:lnTo>
                  <a:lnTo>
                    <a:pt x="384281" y="104409"/>
                  </a:lnTo>
                  <a:lnTo>
                    <a:pt x="382359" y="104409"/>
                  </a:lnTo>
                  <a:lnTo>
                    <a:pt x="380438" y="104409"/>
                  </a:lnTo>
                  <a:lnTo>
                    <a:pt x="378516" y="104409"/>
                  </a:lnTo>
                  <a:lnTo>
                    <a:pt x="376595" y="104409"/>
                  </a:lnTo>
                  <a:lnTo>
                    <a:pt x="374674" y="104409"/>
                  </a:lnTo>
                  <a:lnTo>
                    <a:pt x="372752" y="104409"/>
                  </a:lnTo>
                  <a:lnTo>
                    <a:pt x="370831" y="104409"/>
                  </a:lnTo>
                  <a:lnTo>
                    <a:pt x="368909" y="104409"/>
                  </a:lnTo>
                  <a:lnTo>
                    <a:pt x="366988" y="104409"/>
                  </a:lnTo>
                  <a:lnTo>
                    <a:pt x="365067" y="104409"/>
                  </a:lnTo>
                  <a:lnTo>
                    <a:pt x="363145" y="104409"/>
                  </a:lnTo>
                  <a:lnTo>
                    <a:pt x="361224" y="104409"/>
                  </a:lnTo>
                  <a:lnTo>
                    <a:pt x="359302" y="104409"/>
                  </a:lnTo>
                  <a:lnTo>
                    <a:pt x="357381" y="104409"/>
                  </a:lnTo>
                  <a:lnTo>
                    <a:pt x="355459" y="104409"/>
                  </a:lnTo>
                  <a:lnTo>
                    <a:pt x="353538" y="104409"/>
                  </a:lnTo>
                  <a:lnTo>
                    <a:pt x="351617" y="104409"/>
                  </a:lnTo>
                  <a:lnTo>
                    <a:pt x="349695" y="104409"/>
                  </a:lnTo>
                  <a:lnTo>
                    <a:pt x="347774" y="104409"/>
                  </a:lnTo>
                  <a:lnTo>
                    <a:pt x="345852" y="104409"/>
                  </a:lnTo>
                  <a:lnTo>
                    <a:pt x="343931" y="104409"/>
                  </a:lnTo>
                  <a:lnTo>
                    <a:pt x="342010" y="104409"/>
                  </a:lnTo>
                  <a:lnTo>
                    <a:pt x="340088" y="104409"/>
                  </a:lnTo>
                  <a:lnTo>
                    <a:pt x="338167" y="104409"/>
                  </a:lnTo>
                  <a:lnTo>
                    <a:pt x="336245" y="104409"/>
                  </a:lnTo>
                  <a:lnTo>
                    <a:pt x="334324" y="104409"/>
                  </a:lnTo>
                  <a:lnTo>
                    <a:pt x="332403" y="104409"/>
                  </a:lnTo>
                  <a:lnTo>
                    <a:pt x="330481" y="104409"/>
                  </a:lnTo>
                  <a:lnTo>
                    <a:pt x="328560" y="104409"/>
                  </a:lnTo>
                  <a:lnTo>
                    <a:pt x="326638" y="104409"/>
                  </a:lnTo>
                  <a:lnTo>
                    <a:pt x="324717" y="104409"/>
                  </a:lnTo>
                  <a:lnTo>
                    <a:pt x="322796" y="104409"/>
                  </a:lnTo>
                  <a:lnTo>
                    <a:pt x="320874" y="104409"/>
                  </a:lnTo>
                  <a:lnTo>
                    <a:pt x="318953" y="104409"/>
                  </a:lnTo>
                  <a:lnTo>
                    <a:pt x="317031" y="104409"/>
                  </a:lnTo>
                  <a:lnTo>
                    <a:pt x="315110" y="104409"/>
                  </a:lnTo>
                  <a:lnTo>
                    <a:pt x="313189" y="104409"/>
                  </a:lnTo>
                  <a:lnTo>
                    <a:pt x="311267" y="104409"/>
                  </a:lnTo>
                  <a:lnTo>
                    <a:pt x="309346" y="104409"/>
                  </a:lnTo>
                  <a:lnTo>
                    <a:pt x="307424" y="104409"/>
                  </a:lnTo>
                  <a:lnTo>
                    <a:pt x="305503" y="104409"/>
                  </a:lnTo>
                  <a:lnTo>
                    <a:pt x="303582" y="104409"/>
                  </a:lnTo>
                  <a:lnTo>
                    <a:pt x="301660" y="104409"/>
                  </a:lnTo>
                  <a:lnTo>
                    <a:pt x="299739" y="104409"/>
                  </a:lnTo>
                  <a:lnTo>
                    <a:pt x="297817" y="104409"/>
                  </a:lnTo>
                  <a:lnTo>
                    <a:pt x="295896" y="104409"/>
                  </a:lnTo>
                  <a:lnTo>
                    <a:pt x="293975" y="104409"/>
                  </a:lnTo>
                  <a:lnTo>
                    <a:pt x="292053" y="104409"/>
                  </a:lnTo>
                  <a:lnTo>
                    <a:pt x="290132" y="104409"/>
                  </a:lnTo>
                  <a:lnTo>
                    <a:pt x="288210" y="104409"/>
                  </a:lnTo>
                  <a:lnTo>
                    <a:pt x="286289" y="104409"/>
                  </a:lnTo>
                  <a:lnTo>
                    <a:pt x="284367" y="104409"/>
                  </a:lnTo>
                  <a:lnTo>
                    <a:pt x="282446" y="104409"/>
                  </a:lnTo>
                  <a:lnTo>
                    <a:pt x="280525" y="104409"/>
                  </a:lnTo>
                  <a:lnTo>
                    <a:pt x="278603" y="104409"/>
                  </a:lnTo>
                  <a:lnTo>
                    <a:pt x="276682" y="104409"/>
                  </a:lnTo>
                  <a:lnTo>
                    <a:pt x="274760" y="104409"/>
                  </a:lnTo>
                  <a:lnTo>
                    <a:pt x="272839" y="104409"/>
                  </a:lnTo>
                  <a:lnTo>
                    <a:pt x="270918" y="104409"/>
                  </a:lnTo>
                  <a:lnTo>
                    <a:pt x="268996" y="104409"/>
                  </a:lnTo>
                  <a:lnTo>
                    <a:pt x="267075" y="104409"/>
                  </a:lnTo>
                  <a:lnTo>
                    <a:pt x="265153" y="104409"/>
                  </a:lnTo>
                  <a:lnTo>
                    <a:pt x="263232" y="104409"/>
                  </a:lnTo>
                  <a:lnTo>
                    <a:pt x="261311" y="104409"/>
                  </a:lnTo>
                  <a:lnTo>
                    <a:pt x="259389" y="104409"/>
                  </a:lnTo>
                  <a:lnTo>
                    <a:pt x="257468" y="104409"/>
                  </a:lnTo>
                  <a:lnTo>
                    <a:pt x="255546" y="104409"/>
                  </a:lnTo>
                  <a:lnTo>
                    <a:pt x="253625" y="104409"/>
                  </a:lnTo>
                  <a:lnTo>
                    <a:pt x="251704" y="104409"/>
                  </a:lnTo>
                  <a:lnTo>
                    <a:pt x="249782" y="104409"/>
                  </a:lnTo>
                  <a:lnTo>
                    <a:pt x="247861" y="104409"/>
                  </a:lnTo>
                  <a:lnTo>
                    <a:pt x="245939" y="104409"/>
                  </a:lnTo>
                  <a:lnTo>
                    <a:pt x="244018" y="104409"/>
                  </a:lnTo>
                  <a:lnTo>
                    <a:pt x="242097" y="104409"/>
                  </a:lnTo>
                  <a:lnTo>
                    <a:pt x="240175" y="104409"/>
                  </a:lnTo>
                  <a:lnTo>
                    <a:pt x="238254" y="104409"/>
                  </a:lnTo>
                  <a:lnTo>
                    <a:pt x="236332" y="104409"/>
                  </a:lnTo>
                  <a:lnTo>
                    <a:pt x="234411" y="104409"/>
                  </a:lnTo>
                  <a:lnTo>
                    <a:pt x="232490" y="104409"/>
                  </a:lnTo>
                  <a:lnTo>
                    <a:pt x="230568" y="104409"/>
                  </a:lnTo>
                  <a:lnTo>
                    <a:pt x="228647" y="104409"/>
                  </a:lnTo>
                  <a:lnTo>
                    <a:pt x="226725" y="104409"/>
                  </a:lnTo>
                  <a:lnTo>
                    <a:pt x="224804" y="104409"/>
                  </a:lnTo>
                  <a:lnTo>
                    <a:pt x="222883" y="104409"/>
                  </a:lnTo>
                  <a:lnTo>
                    <a:pt x="220961" y="104409"/>
                  </a:lnTo>
                  <a:lnTo>
                    <a:pt x="219040" y="104409"/>
                  </a:lnTo>
                  <a:lnTo>
                    <a:pt x="217118" y="104409"/>
                  </a:lnTo>
                  <a:lnTo>
                    <a:pt x="215197" y="104409"/>
                  </a:lnTo>
                  <a:lnTo>
                    <a:pt x="213275" y="104409"/>
                  </a:lnTo>
                  <a:lnTo>
                    <a:pt x="211354" y="104409"/>
                  </a:lnTo>
                  <a:lnTo>
                    <a:pt x="209433" y="104409"/>
                  </a:lnTo>
                  <a:lnTo>
                    <a:pt x="207511" y="104409"/>
                  </a:lnTo>
                  <a:lnTo>
                    <a:pt x="205590" y="104409"/>
                  </a:lnTo>
                  <a:lnTo>
                    <a:pt x="203668" y="104409"/>
                  </a:lnTo>
                  <a:lnTo>
                    <a:pt x="201747" y="104409"/>
                  </a:lnTo>
                  <a:lnTo>
                    <a:pt x="199826" y="104409"/>
                  </a:lnTo>
                  <a:lnTo>
                    <a:pt x="197904" y="104409"/>
                  </a:lnTo>
                  <a:lnTo>
                    <a:pt x="195983" y="104409"/>
                  </a:lnTo>
                  <a:lnTo>
                    <a:pt x="194061" y="104409"/>
                  </a:lnTo>
                  <a:lnTo>
                    <a:pt x="192140" y="104409"/>
                  </a:lnTo>
                  <a:lnTo>
                    <a:pt x="190219" y="104409"/>
                  </a:lnTo>
                  <a:lnTo>
                    <a:pt x="188297" y="104409"/>
                  </a:lnTo>
                  <a:lnTo>
                    <a:pt x="186376" y="104409"/>
                  </a:lnTo>
                  <a:lnTo>
                    <a:pt x="184454" y="104409"/>
                  </a:lnTo>
                  <a:lnTo>
                    <a:pt x="182533" y="104409"/>
                  </a:lnTo>
                  <a:lnTo>
                    <a:pt x="180612" y="104409"/>
                  </a:lnTo>
                  <a:lnTo>
                    <a:pt x="178690" y="104409"/>
                  </a:lnTo>
                  <a:lnTo>
                    <a:pt x="176769" y="104409"/>
                  </a:lnTo>
                  <a:lnTo>
                    <a:pt x="174847" y="104409"/>
                  </a:lnTo>
                  <a:lnTo>
                    <a:pt x="172926" y="104409"/>
                  </a:lnTo>
                  <a:lnTo>
                    <a:pt x="171005" y="104409"/>
                  </a:lnTo>
                  <a:lnTo>
                    <a:pt x="169083" y="104409"/>
                  </a:lnTo>
                  <a:lnTo>
                    <a:pt x="167162" y="104409"/>
                  </a:lnTo>
                  <a:lnTo>
                    <a:pt x="165240" y="104409"/>
                  </a:lnTo>
                  <a:lnTo>
                    <a:pt x="163319" y="104409"/>
                  </a:lnTo>
                  <a:lnTo>
                    <a:pt x="161398" y="104409"/>
                  </a:lnTo>
                  <a:lnTo>
                    <a:pt x="159476" y="104409"/>
                  </a:lnTo>
                  <a:lnTo>
                    <a:pt x="157555" y="104409"/>
                  </a:lnTo>
                  <a:lnTo>
                    <a:pt x="155633" y="104409"/>
                  </a:lnTo>
                  <a:lnTo>
                    <a:pt x="153712" y="104409"/>
                  </a:lnTo>
                  <a:lnTo>
                    <a:pt x="151791" y="104409"/>
                  </a:lnTo>
                  <a:lnTo>
                    <a:pt x="149869" y="104409"/>
                  </a:lnTo>
                  <a:lnTo>
                    <a:pt x="147948" y="104409"/>
                  </a:lnTo>
                  <a:lnTo>
                    <a:pt x="146026" y="104409"/>
                  </a:lnTo>
                  <a:lnTo>
                    <a:pt x="144105" y="104409"/>
                  </a:lnTo>
                  <a:lnTo>
                    <a:pt x="142183" y="104409"/>
                  </a:lnTo>
                  <a:lnTo>
                    <a:pt x="140262" y="104409"/>
                  </a:lnTo>
                  <a:lnTo>
                    <a:pt x="138341" y="104409"/>
                  </a:lnTo>
                  <a:lnTo>
                    <a:pt x="136419" y="104409"/>
                  </a:lnTo>
                  <a:lnTo>
                    <a:pt x="134498" y="104409"/>
                  </a:lnTo>
                  <a:lnTo>
                    <a:pt x="132576" y="104409"/>
                  </a:lnTo>
                  <a:lnTo>
                    <a:pt x="130655" y="104409"/>
                  </a:lnTo>
                  <a:lnTo>
                    <a:pt x="128734" y="104409"/>
                  </a:lnTo>
                  <a:lnTo>
                    <a:pt x="126812" y="104409"/>
                  </a:lnTo>
                  <a:lnTo>
                    <a:pt x="124891" y="104409"/>
                  </a:lnTo>
                  <a:lnTo>
                    <a:pt x="122969" y="104409"/>
                  </a:lnTo>
                  <a:lnTo>
                    <a:pt x="121048" y="104409"/>
                  </a:lnTo>
                  <a:lnTo>
                    <a:pt x="119127" y="104409"/>
                  </a:lnTo>
                  <a:lnTo>
                    <a:pt x="117205" y="104409"/>
                  </a:lnTo>
                  <a:lnTo>
                    <a:pt x="115284" y="104409"/>
                  </a:lnTo>
                  <a:lnTo>
                    <a:pt x="113362" y="104409"/>
                  </a:lnTo>
                  <a:lnTo>
                    <a:pt x="111441" y="104409"/>
                  </a:lnTo>
                  <a:lnTo>
                    <a:pt x="109520" y="104409"/>
                  </a:lnTo>
                  <a:lnTo>
                    <a:pt x="107598" y="104409"/>
                  </a:lnTo>
                  <a:lnTo>
                    <a:pt x="105677" y="104409"/>
                  </a:lnTo>
                  <a:lnTo>
                    <a:pt x="103755" y="104409"/>
                  </a:lnTo>
                  <a:lnTo>
                    <a:pt x="101834" y="104409"/>
                  </a:lnTo>
                  <a:lnTo>
                    <a:pt x="99913" y="104409"/>
                  </a:lnTo>
                  <a:lnTo>
                    <a:pt x="97991" y="104409"/>
                  </a:lnTo>
                  <a:lnTo>
                    <a:pt x="96070" y="104409"/>
                  </a:lnTo>
                  <a:lnTo>
                    <a:pt x="94148" y="104409"/>
                  </a:lnTo>
                  <a:lnTo>
                    <a:pt x="92227" y="104409"/>
                  </a:lnTo>
                  <a:lnTo>
                    <a:pt x="90306" y="104409"/>
                  </a:lnTo>
                  <a:lnTo>
                    <a:pt x="88384" y="104409"/>
                  </a:lnTo>
                  <a:lnTo>
                    <a:pt x="86463" y="104409"/>
                  </a:lnTo>
                  <a:lnTo>
                    <a:pt x="84541" y="104409"/>
                  </a:lnTo>
                  <a:lnTo>
                    <a:pt x="82620" y="104409"/>
                  </a:lnTo>
                  <a:lnTo>
                    <a:pt x="80699" y="104409"/>
                  </a:lnTo>
                  <a:lnTo>
                    <a:pt x="78777" y="104409"/>
                  </a:lnTo>
                  <a:lnTo>
                    <a:pt x="76856" y="104409"/>
                  </a:lnTo>
                  <a:lnTo>
                    <a:pt x="74934" y="104409"/>
                  </a:lnTo>
                  <a:lnTo>
                    <a:pt x="73013" y="104409"/>
                  </a:lnTo>
                  <a:lnTo>
                    <a:pt x="71091" y="104409"/>
                  </a:lnTo>
                  <a:lnTo>
                    <a:pt x="69170" y="104409"/>
                  </a:lnTo>
                  <a:lnTo>
                    <a:pt x="67249" y="104409"/>
                  </a:lnTo>
                  <a:lnTo>
                    <a:pt x="65327" y="104409"/>
                  </a:lnTo>
                  <a:lnTo>
                    <a:pt x="63406" y="104409"/>
                  </a:lnTo>
                  <a:lnTo>
                    <a:pt x="61484" y="104409"/>
                  </a:lnTo>
                  <a:lnTo>
                    <a:pt x="59563" y="104409"/>
                  </a:lnTo>
                  <a:lnTo>
                    <a:pt x="57642" y="104409"/>
                  </a:lnTo>
                  <a:lnTo>
                    <a:pt x="55720" y="104409"/>
                  </a:lnTo>
                  <a:lnTo>
                    <a:pt x="53799" y="104409"/>
                  </a:lnTo>
                  <a:lnTo>
                    <a:pt x="51877" y="104409"/>
                  </a:lnTo>
                  <a:lnTo>
                    <a:pt x="49956" y="104409"/>
                  </a:lnTo>
                  <a:lnTo>
                    <a:pt x="48035" y="104409"/>
                  </a:lnTo>
                  <a:lnTo>
                    <a:pt x="46113" y="104409"/>
                  </a:lnTo>
                  <a:lnTo>
                    <a:pt x="44192" y="104409"/>
                  </a:lnTo>
                  <a:lnTo>
                    <a:pt x="42270" y="104409"/>
                  </a:lnTo>
                  <a:lnTo>
                    <a:pt x="40349" y="104409"/>
                  </a:lnTo>
                  <a:lnTo>
                    <a:pt x="38428" y="104409"/>
                  </a:lnTo>
                  <a:lnTo>
                    <a:pt x="36506" y="104409"/>
                  </a:lnTo>
                  <a:lnTo>
                    <a:pt x="34585" y="104409"/>
                  </a:lnTo>
                  <a:lnTo>
                    <a:pt x="32663" y="104409"/>
                  </a:lnTo>
                  <a:lnTo>
                    <a:pt x="30742" y="104409"/>
                  </a:lnTo>
                  <a:lnTo>
                    <a:pt x="28821" y="104409"/>
                  </a:lnTo>
                  <a:lnTo>
                    <a:pt x="26899" y="104409"/>
                  </a:lnTo>
                  <a:lnTo>
                    <a:pt x="24978" y="104409"/>
                  </a:lnTo>
                  <a:lnTo>
                    <a:pt x="23056" y="104409"/>
                  </a:lnTo>
                  <a:lnTo>
                    <a:pt x="21135" y="104409"/>
                  </a:lnTo>
                  <a:lnTo>
                    <a:pt x="19214" y="104409"/>
                  </a:lnTo>
                  <a:lnTo>
                    <a:pt x="17292" y="104409"/>
                  </a:lnTo>
                  <a:lnTo>
                    <a:pt x="15371" y="104409"/>
                  </a:lnTo>
                  <a:lnTo>
                    <a:pt x="13449" y="104409"/>
                  </a:lnTo>
                  <a:lnTo>
                    <a:pt x="11528" y="104409"/>
                  </a:lnTo>
                  <a:lnTo>
                    <a:pt x="9607" y="104409"/>
                  </a:lnTo>
                  <a:lnTo>
                    <a:pt x="7685" y="104409"/>
                  </a:lnTo>
                  <a:lnTo>
                    <a:pt x="5764" y="104409"/>
                  </a:lnTo>
                  <a:lnTo>
                    <a:pt x="3842" y="104409"/>
                  </a:lnTo>
                  <a:lnTo>
                    <a:pt x="1921" y="10440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3029362" y="2678613"/>
              <a:ext cx="981838" cy="104343"/>
            </a:xfrm>
            <a:custGeom>
              <a:avLst/>
              <a:pathLst>
                <a:path w="981838" h="104343">
                  <a:moveTo>
                    <a:pt x="0" y="104343"/>
                  </a:moveTo>
                  <a:lnTo>
                    <a:pt x="1921" y="104338"/>
                  </a:lnTo>
                  <a:lnTo>
                    <a:pt x="3842" y="104332"/>
                  </a:lnTo>
                  <a:lnTo>
                    <a:pt x="5764" y="104325"/>
                  </a:lnTo>
                  <a:lnTo>
                    <a:pt x="7685" y="104318"/>
                  </a:lnTo>
                  <a:lnTo>
                    <a:pt x="9607" y="104311"/>
                  </a:lnTo>
                  <a:lnTo>
                    <a:pt x="11528" y="104303"/>
                  </a:lnTo>
                  <a:lnTo>
                    <a:pt x="13449" y="104294"/>
                  </a:lnTo>
                  <a:lnTo>
                    <a:pt x="15371" y="104285"/>
                  </a:lnTo>
                  <a:lnTo>
                    <a:pt x="17292" y="104276"/>
                  </a:lnTo>
                  <a:lnTo>
                    <a:pt x="19214" y="104266"/>
                  </a:lnTo>
                  <a:lnTo>
                    <a:pt x="21135" y="104255"/>
                  </a:lnTo>
                  <a:lnTo>
                    <a:pt x="23056" y="104243"/>
                  </a:lnTo>
                  <a:lnTo>
                    <a:pt x="24978" y="104231"/>
                  </a:lnTo>
                  <a:lnTo>
                    <a:pt x="26899" y="104218"/>
                  </a:lnTo>
                  <a:lnTo>
                    <a:pt x="28821" y="104204"/>
                  </a:lnTo>
                  <a:lnTo>
                    <a:pt x="30742" y="104190"/>
                  </a:lnTo>
                  <a:lnTo>
                    <a:pt x="32663" y="104175"/>
                  </a:lnTo>
                  <a:lnTo>
                    <a:pt x="34585" y="104158"/>
                  </a:lnTo>
                  <a:lnTo>
                    <a:pt x="36506" y="104141"/>
                  </a:lnTo>
                  <a:lnTo>
                    <a:pt x="38428" y="104123"/>
                  </a:lnTo>
                  <a:lnTo>
                    <a:pt x="40349" y="104104"/>
                  </a:lnTo>
                  <a:lnTo>
                    <a:pt x="42270" y="104085"/>
                  </a:lnTo>
                  <a:lnTo>
                    <a:pt x="44192" y="104063"/>
                  </a:lnTo>
                  <a:lnTo>
                    <a:pt x="46113" y="104041"/>
                  </a:lnTo>
                  <a:lnTo>
                    <a:pt x="48035" y="104018"/>
                  </a:lnTo>
                  <a:lnTo>
                    <a:pt x="49956" y="103994"/>
                  </a:lnTo>
                  <a:lnTo>
                    <a:pt x="51877" y="103969"/>
                  </a:lnTo>
                  <a:lnTo>
                    <a:pt x="53799" y="103942"/>
                  </a:lnTo>
                  <a:lnTo>
                    <a:pt x="55720" y="103915"/>
                  </a:lnTo>
                  <a:lnTo>
                    <a:pt x="57642" y="103885"/>
                  </a:lnTo>
                  <a:lnTo>
                    <a:pt x="59563" y="103855"/>
                  </a:lnTo>
                  <a:lnTo>
                    <a:pt x="61484" y="103824"/>
                  </a:lnTo>
                  <a:lnTo>
                    <a:pt x="63406" y="103791"/>
                  </a:lnTo>
                  <a:lnTo>
                    <a:pt x="65327" y="103757"/>
                  </a:lnTo>
                  <a:lnTo>
                    <a:pt x="67249" y="103721"/>
                  </a:lnTo>
                  <a:lnTo>
                    <a:pt x="69170" y="103684"/>
                  </a:lnTo>
                  <a:lnTo>
                    <a:pt x="71091" y="103646"/>
                  </a:lnTo>
                  <a:lnTo>
                    <a:pt x="73013" y="103606"/>
                  </a:lnTo>
                  <a:lnTo>
                    <a:pt x="74934" y="103565"/>
                  </a:lnTo>
                  <a:lnTo>
                    <a:pt x="76856" y="103522"/>
                  </a:lnTo>
                  <a:lnTo>
                    <a:pt x="78777" y="103479"/>
                  </a:lnTo>
                  <a:lnTo>
                    <a:pt x="80699" y="103433"/>
                  </a:lnTo>
                  <a:lnTo>
                    <a:pt x="82620" y="103386"/>
                  </a:lnTo>
                  <a:lnTo>
                    <a:pt x="84541" y="103337"/>
                  </a:lnTo>
                  <a:lnTo>
                    <a:pt x="86463" y="103287"/>
                  </a:lnTo>
                  <a:lnTo>
                    <a:pt x="88384" y="103235"/>
                  </a:lnTo>
                  <a:lnTo>
                    <a:pt x="90306" y="103182"/>
                  </a:lnTo>
                  <a:lnTo>
                    <a:pt x="92227" y="103128"/>
                  </a:lnTo>
                  <a:lnTo>
                    <a:pt x="94148" y="103071"/>
                  </a:lnTo>
                  <a:lnTo>
                    <a:pt x="96070" y="103014"/>
                  </a:lnTo>
                  <a:lnTo>
                    <a:pt x="97991" y="102955"/>
                  </a:lnTo>
                  <a:lnTo>
                    <a:pt x="99913" y="102894"/>
                  </a:lnTo>
                  <a:lnTo>
                    <a:pt x="101834" y="102832"/>
                  </a:lnTo>
                  <a:lnTo>
                    <a:pt x="103755" y="102769"/>
                  </a:lnTo>
                  <a:lnTo>
                    <a:pt x="105677" y="102704"/>
                  </a:lnTo>
                  <a:lnTo>
                    <a:pt x="107598" y="102638"/>
                  </a:lnTo>
                  <a:lnTo>
                    <a:pt x="109520" y="102570"/>
                  </a:lnTo>
                  <a:lnTo>
                    <a:pt x="111441" y="102501"/>
                  </a:lnTo>
                  <a:lnTo>
                    <a:pt x="113362" y="102431"/>
                  </a:lnTo>
                  <a:lnTo>
                    <a:pt x="115284" y="102359"/>
                  </a:lnTo>
                  <a:lnTo>
                    <a:pt x="117205" y="102286"/>
                  </a:lnTo>
                  <a:lnTo>
                    <a:pt x="119127" y="102212"/>
                  </a:lnTo>
                  <a:lnTo>
                    <a:pt x="121048" y="102137"/>
                  </a:lnTo>
                  <a:lnTo>
                    <a:pt x="122969" y="102061"/>
                  </a:lnTo>
                  <a:lnTo>
                    <a:pt x="124891" y="101983"/>
                  </a:lnTo>
                  <a:lnTo>
                    <a:pt x="126812" y="101905"/>
                  </a:lnTo>
                  <a:lnTo>
                    <a:pt x="128734" y="101826"/>
                  </a:lnTo>
                  <a:lnTo>
                    <a:pt x="130655" y="101745"/>
                  </a:lnTo>
                  <a:lnTo>
                    <a:pt x="132576" y="101664"/>
                  </a:lnTo>
                  <a:lnTo>
                    <a:pt x="134498" y="101582"/>
                  </a:lnTo>
                  <a:lnTo>
                    <a:pt x="136419" y="101499"/>
                  </a:lnTo>
                  <a:lnTo>
                    <a:pt x="138341" y="101416"/>
                  </a:lnTo>
                  <a:lnTo>
                    <a:pt x="140262" y="101332"/>
                  </a:lnTo>
                  <a:lnTo>
                    <a:pt x="142183" y="101247"/>
                  </a:lnTo>
                  <a:lnTo>
                    <a:pt x="144105" y="101162"/>
                  </a:lnTo>
                  <a:lnTo>
                    <a:pt x="146026" y="101077"/>
                  </a:lnTo>
                  <a:lnTo>
                    <a:pt x="147948" y="100991"/>
                  </a:lnTo>
                  <a:lnTo>
                    <a:pt x="149869" y="100904"/>
                  </a:lnTo>
                  <a:lnTo>
                    <a:pt x="151791" y="100818"/>
                  </a:lnTo>
                  <a:lnTo>
                    <a:pt x="153712" y="100731"/>
                  </a:lnTo>
                  <a:lnTo>
                    <a:pt x="155633" y="100644"/>
                  </a:lnTo>
                  <a:lnTo>
                    <a:pt x="157555" y="100557"/>
                  </a:lnTo>
                  <a:lnTo>
                    <a:pt x="159476" y="100471"/>
                  </a:lnTo>
                  <a:lnTo>
                    <a:pt x="161398" y="100384"/>
                  </a:lnTo>
                  <a:lnTo>
                    <a:pt x="163319" y="100297"/>
                  </a:lnTo>
                  <a:lnTo>
                    <a:pt x="165240" y="100211"/>
                  </a:lnTo>
                  <a:lnTo>
                    <a:pt x="167162" y="100124"/>
                  </a:lnTo>
                  <a:lnTo>
                    <a:pt x="169083" y="100038"/>
                  </a:lnTo>
                  <a:lnTo>
                    <a:pt x="171005" y="99953"/>
                  </a:lnTo>
                  <a:lnTo>
                    <a:pt x="172926" y="99867"/>
                  </a:lnTo>
                  <a:lnTo>
                    <a:pt x="174847" y="99783"/>
                  </a:lnTo>
                  <a:lnTo>
                    <a:pt x="176769" y="99698"/>
                  </a:lnTo>
                  <a:lnTo>
                    <a:pt x="178690" y="99614"/>
                  </a:lnTo>
                  <a:lnTo>
                    <a:pt x="180612" y="99531"/>
                  </a:lnTo>
                  <a:lnTo>
                    <a:pt x="182533" y="99448"/>
                  </a:lnTo>
                  <a:lnTo>
                    <a:pt x="184454" y="99366"/>
                  </a:lnTo>
                  <a:lnTo>
                    <a:pt x="186376" y="99284"/>
                  </a:lnTo>
                  <a:lnTo>
                    <a:pt x="188297" y="99203"/>
                  </a:lnTo>
                  <a:lnTo>
                    <a:pt x="190219" y="99123"/>
                  </a:lnTo>
                  <a:lnTo>
                    <a:pt x="192140" y="99044"/>
                  </a:lnTo>
                  <a:lnTo>
                    <a:pt x="194061" y="98965"/>
                  </a:lnTo>
                  <a:lnTo>
                    <a:pt x="195983" y="98886"/>
                  </a:lnTo>
                  <a:lnTo>
                    <a:pt x="197904" y="98809"/>
                  </a:lnTo>
                  <a:lnTo>
                    <a:pt x="199826" y="98732"/>
                  </a:lnTo>
                  <a:lnTo>
                    <a:pt x="201747" y="98655"/>
                  </a:lnTo>
                  <a:lnTo>
                    <a:pt x="203668" y="98580"/>
                  </a:lnTo>
                  <a:lnTo>
                    <a:pt x="205590" y="98505"/>
                  </a:lnTo>
                  <a:lnTo>
                    <a:pt x="207511" y="98430"/>
                  </a:lnTo>
                  <a:lnTo>
                    <a:pt x="209433" y="98356"/>
                  </a:lnTo>
                  <a:lnTo>
                    <a:pt x="211354" y="98282"/>
                  </a:lnTo>
                  <a:lnTo>
                    <a:pt x="213275" y="98209"/>
                  </a:lnTo>
                  <a:lnTo>
                    <a:pt x="215197" y="98137"/>
                  </a:lnTo>
                  <a:lnTo>
                    <a:pt x="217118" y="98064"/>
                  </a:lnTo>
                  <a:lnTo>
                    <a:pt x="219040" y="97993"/>
                  </a:lnTo>
                  <a:lnTo>
                    <a:pt x="220961" y="97921"/>
                  </a:lnTo>
                  <a:lnTo>
                    <a:pt x="222883" y="97849"/>
                  </a:lnTo>
                  <a:lnTo>
                    <a:pt x="224804" y="97778"/>
                  </a:lnTo>
                  <a:lnTo>
                    <a:pt x="226725" y="97707"/>
                  </a:lnTo>
                  <a:lnTo>
                    <a:pt x="228647" y="97636"/>
                  </a:lnTo>
                  <a:lnTo>
                    <a:pt x="230568" y="97565"/>
                  </a:lnTo>
                  <a:lnTo>
                    <a:pt x="232490" y="97494"/>
                  </a:lnTo>
                  <a:lnTo>
                    <a:pt x="234411" y="97422"/>
                  </a:lnTo>
                  <a:lnTo>
                    <a:pt x="236332" y="97351"/>
                  </a:lnTo>
                  <a:lnTo>
                    <a:pt x="238254" y="97279"/>
                  </a:lnTo>
                  <a:lnTo>
                    <a:pt x="240175" y="97207"/>
                  </a:lnTo>
                  <a:lnTo>
                    <a:pt x="242097" y="97134"/>
                  </a:lnTo>
                  <a:lnTo>
                    <a:pt x="244018" y="97061"/>
                  </a:lnTo>
                  <a:lnTo>
                    <a:pt x="245939" y="96987"/>
                  </a:lnTo>
                  <a:lnTo>
                    <a:pt x="247861" y="96913"/>
                  </a:lnTo>
                  <a:lnTo>
                    <a:pt x="249782" y="96838"/>
                  </a:lnTo>
                  <a:lnTo>
                    <a:pt x="251704" y="96763"/>
                  </a:lnTo>
                  <a:lnTo>
                    <a:pt x="253625" y="96687"/>
                  </a:lnTo>
                  <a:lnTo>
                    <a:pt x="255546" y="96610"/>
                  </a:lnTo>
                  <a:lnTo>
                    <a:pt x="257468" y="96532"/>
                  </a:lnTo>
                  <a:lnTo>
                    <a:pt x="259389" y="96453"/>
                  </a:lnTo>
                  <a:lnTo>
                    <a:pt x="261311" y="96373"/>
                  </a:lnTo>
                  <a:lnTo>
                    <a:pt x="263232" y="96292"/>
                  </a:lnTo>
                  <a:lnTo>
                    <a:pt x="265153" y="96210"/>
                  </a:lnTo>
                  <a:lnTo>
                    <a:pt x="267075" y="96128"/>
                  </a:lnTo>
                  <a:lnTo>
                    <a:pt x="268996" y="96044"/>
                  </a:lnTo>
                  <a:lnTo>
                    <a:pt x="270918" y="95959"/>
                  </a:lnTo>
                  <a:lnTo>
                    <a:pt x="272839" y="95873"/>
                  </a:lnTo>
                  <a:lnTo>
                    <a:pt x="274760" y="95785"/>
                  </a:lnTo>
                  <a:lnTo>
                    <a:pt x="276682" y="95697"/>
                  </a:lnTo>
                  <a:lnTo>
                    <a:pt x="278603" y="95608"/>
                  </a:lnTo>
                  <a:lnTo>
                    <a:pt x="280525" y="95517"/>
                  </a:lnTo>
                  <a:lnTo>
                    <a:pt x="282446" y="95425"/>
                  </a:lnTo>
                  <a:lnTo>
                    <a:pt x="284367" y="95332"/>
                  </a:lnTo>
                  <a:lnTo>
                    <a:pt x="286289" y="95238"/>
                  </a:lnTo>
                  <a:lnTo>
                    <a:pt x="288210" y="95142"/>
                  </a:lnTo>
                  <a:lnTo>
                    <a:pt x="290132" y="95046"/>
                  </a:lnTo>
                  <a:lnTo>
                    <a:pt x="292053" y="94949"/>
                  </a:lnTo>
                  <a:lnTo>
                    <a:pt x="293975" y="94850"/>
                  </a:lnTo>
                  <a:lnTo>
                    <a:pt x="295896" y="94751"/>
                  </a:lnTo>
                  <a:lnTo>
                    <a:pt x="297817" y="94650"/>
                  </a:lnTo>
                  <a:lnTo>
                    <a:pt x="299739" y="94549"/>
                  </a:lnTo>
                  <a:lnTo>
                    <a:pt x="301660" y="94446"/>
                  </a:lnTo>
                  <a:lnTo>
                    <a:pt x="303582" y="94343"/>
                  </a:lnTo>
                  <a:lnTo>
                    <a:pt x="305503" y="94239"/>
                  </a:lnTo>
                  <a:lnTo>
                    <a:pt x="307424" y="94134"/>
                  </a:lnTo>
                  <a:lnTo>
                    <a:pt x="309346" y="94029"/>
                  </a:lnTo>
                  <a:lnTo>
                    <a:pt x="311267" y="93922"/>
                  </a:lnTo>
                  <a:lnTo>
                    <a:pt x="313189" y="93816"/>
                  </a:lnTo>
                  <a:lnTo>
                    <a:pt x="315110" y="93708"/>
                  </a:lnTo>
                  <a:lnTo>
                    <a:pt x="317031" y="93600"/>
                  </a:lnTo>
                  <a:lnTo>
                    <a:pt x="318953" y="93492"/>
                  </a:lnTo>
                  <a:lnTo>
                    <a:pt x="320874" y="93383"/>
                  </a:lnTo>
                  <a:lnTo>
                    <a:pt x="322796" y="93274"/>
                  </a:lnTo>
                  <a:lnTo>
                    <a:pt x="324717" y="93165"/>
                  </a:lnTo>
                  <a:lnTo>
                    <a:pt x="326638" y="93056"/>
                  </a:lnTo>
                  <a:lnTo>
                    <a:pt x="328560" y="92946"/>
                  </a:lnTo>
                  <a:lnTo>
                    <a:pt x="330481" y="92836"/>
                  </a:lnTo>
                  <a:lnTo>
                    <a:pt x="332403" y="92727"/>
                  </a:lnTo>
                  <a:lnTo>
                    <a:pt x="334324" y="92617"/>
                  </a:lnTo>
                  <a:lnTo>
                    <a:pt x="336245" y="92507"/>
                  </a:lnTo>
                  <a:lnTo>
                    <a:pt x="338167" y="92398"/>
                  </a:lnTo>
                  <a:lnTo>
                    <a:pt x="340088" y="92289"/>
                  </a:lnTo>
                  <a:lnTo>
                    <a:pt x="342010" y="92180"/>
                  </a:lnTo>
                  <a:lnTo>
                    <a:pt x="343931" y="92071"/>
                  </a:lnTo>
                  <a:lnTo>
                    <a:pt x="345852" y="91963"/>
                  </a:lnTo>
                  <a:lnTo>
                    <a:pt x="347774" y="91855"/>
                  </a:lnTo>
                  <a:lnTo>
                    <a:pt x="349695" y="91747"/>
                  </a:lnTo>
                  <a:lnTo>
                    <a:pt x="351617" y="91640"/>
                  </a:lnTo>
                  <a:lnTo>
                    <a:pt x="353538" y="91533"/>
                  </a:lnTo>
                  <a:lnTo>
                    <a:pt x="355459" y="91427"/>
                  </a:lnTo>
                  <a:lnTo>
                    <a:pt x="357381" y="91321"/>
                  </a:lnTo>
                  <a:lnTo>
                    <a:pt x="359302" y="91216"/>
                  </a:lnTo>
                  <a:lnTo>
                    <a:pt x="361224" y="91111"/>
                  </a:lnTo>
                  <a:lnTo>
                    <a:pt x="363145" y="91007"/>
                  </a:lnTo>
                  <a:lnTo>
                    <a:pt x="365067" y="90903"/>
                  </a:lnTo>
                  <a:lnTo>
                    <a:pt x="366988" y="90800"/>
                  </a:lnTo>
                  <a:lnTo>
                    <a:pt x="368909" y="90697"/>
                  </a:lnTo>
                  <a:lnTo>
                    <a:pt x="370831" y="90595"/>
                  </a:lnTo>
                  <a:lnTo>
                    <a:pt x="372752" y="90493"/>
                  </a:lnTo>
                  <a:lnTo>
                    <a:pt x="374674" y="90391"/>
                  </a:lnTo>
                  <a:lnTo>
                    <a:pt x="376595" y="90290"/>
                  </a:lnTo>
                  <a:lnTo>
                    <a:pt x="378516" y="90189"/>
                  </a:lnTo>
                  <a:lnTo>
                    <a:pt x="380438" y="90087"/>
                  </a:lnTo>
                  <a:lnTo>
                    <a:pt x="382359" y="89986"/>
                  </a:lnTo>
                  <a:lnTo>
                    <a:pt x="384281" y="89885"/>
                  </a:lnTo>
                  <a:lnTo>
                    <a:pt x="386202" y="89784"/>
                  </a:lnTo>
                  <a:lnTo>
                    <a:pt x="388123" y="89682"/>
                  </a:lnTo>
                  <a:lnTo>
                    <a:pt x="390045" y="89580"/>
                  </a:lnTo>
                  <a:lnTo>
                    <a:pt x="391966" y="89478"/>
                  </a:lnTo>
                  <a:lnTo>
                    <a:pt x="393888" y="89375"/>
                  </a:lnTo>
                  <a:lnTo>
                    <a:pt x="395809" y="89271"/>
                  </a:lnTo>
                  <a:lnTo>
                    <a:pt x="397730" y="89166"/>
                  </a:lnTo>
                  <a:lnTo>
                    <a:pt x="399652" y="89060"/>
                  </a:lnTo>
                  <a:lnTo>
                    <a:pt x="401573" y="88952"/>
                  </a:lnTo>
                  <a:lnTo>
                    <a:pt x="403495" y="88843"/>
                  </a:lnTo>
                  <a:lnTo>
                    <a:pt x="405416" y="88733"/>
                  </a:lnTo>
                  <a:lnTo>
                    <a:pt x="407337" y="88620"/>
                  </a:lnTo>
                  <a:lnTo>
                    <a:pt x="409259" y="88506"/>
                  </a:lnTo>
                  <a:lnTo>
                    <a:pt x="411180" y="88389"/>
                  </a:lnTo>
                  <a:lnTo>
                    <a:pt x="413102" y="88270"/>
                  </a:lnTo>
                  <a:lnTo>
                    <a:pt x="415023" y="88147"/>
                  </a:lnTo>
                  <a:lnTo>
                    <a:pt x="416944" y="88022"/>
                  </a:lnTo>
                  <a:lnTo>
                    <a:pt x="418866" y="87894"/>
                  </a:lnTo>
                  <a:lnTo>
                    <a:pt x="420787" y="87762"/>
                  </a:lnTo>
                  <a:lnTo>
                    <a:pt x="422709" y="87626"/>
                  </a:lnTo>
                  <a:lnTo>
                    <a:pt x="424630" y="87488"/>
                  </a:lnTo>
                  <a:lnTo>
                    <a:pt x="426551" y="87343"/>
                  </a:lnTo>
                  <a:lnTo>
                    <a:pt x="428473" y="87194"/>
                  </a:lnTo>
                  <a:lnTo>
                    <a:pt x="430394" y="87042"/>
                  </a:lnTo>
                  <a:lnTo>
                    <a:pt x="432316" y="86883"/>
                  </a:lnTo>
                  <a:lnTo>
                    <a:pt x="434237" y="86719"/>
                  </a:lnTo>
                  <a:lnTo>
                    <a:pt x="436159" y="86551"/>
                  </a:lnTo>
                  <a:lnTo>
                    <a:pt x="438080" y="86375"/>
                  </a:lnTo>
                  <a:lnTo>
                    <a:pt x="440001" y="86194"/>
                  </a:lnTo>
                  <a:lnTo>
                    <a:pt x="441923" y="86007"/>
                  </a:lnTo>
                  <a:lnTo>
                    <a:pt x="443844" y="85812"/>
                  </a:lnTo>
                  <a:lnTo>
                    <a:pt x="445766" y="85611"/>
                  </a:lnTo>
                  <a:lnTo>
                    <a:pt x="447687" y="85403"/>
                  </a:lnTo>
                  <a:lnTo>
                    <a:pt x="449608" y="85187"/>
                  </a:lnTo>
                  <a:lnTo>
                    <a:pt x="451530" y="84962"/>
                  </a:lnTo>
                  <a:lnTo>
                    <a:pt x="453451" y="84732"/>
                  </a:lnTo>
                  <a:lnTo>
                    <a:pt x="455373" y="84492"/>
                  </a:lnTo>
                  <a:lnTo>
                    <a:pt x="457294" y="84243"/>
                  </a:lnTo>
                  <a:lnTo>
                    <a:pt x="459215" y="83986"/>
                  </a:lnTo>
                  <a:lnTo>
                    <a:pt x="461137" y="83721"/>
                  </a:lnTo>
                  <a:lnTo>
                    <a:pt x="463058" y="83445"/>
                  </a:lnTo>
                  <a:lnTo>
                    <a:pt x="464980" y="83161"/>
                  </a:lnTo>
                  <a:lnTo>
                    <a:pt x="466901" y="82869"/>
                  </a:lnTo>
                  <a:lnTo>
                    <a:pt x="468822" y="82563"/>
                  </a:lnTo>
                  <a:lnTo>
                    <a:pt x="470744" y="82250"/>
                  </a:lnTo>
                  <a:lnTo>
                    <a:pt x="472665" y="81928"/>
                  </a:lnTo>
                  <a:lnTo>
                    <a:pt x="474587" y="81592"/>
                  </a:lnTo>
                  <a:lnTo>
                    <a:pt x="476508" y="81248"/>
                  </a:lnTo>
                  <a:lnTo>
                    <a:pt x="478429" y="80895"/>
                  </a:lnTo>
                  <a:lnTo>
                    <a:pt x="480351" y="80528"/>
                  </a:lnTo>
                  <a:lnTo>
                    <a:pt x="482272" y="80151"/>
                  </a:lnTo>
                  <a:lnTo>
                    <a:pt x="484194" y="79765"/>
                  </a:lnTo>
                  <a:lnTo>
                    <a:pt x="486115" y="79366"/>
                  </a:lnTo>
                  <a:lnTo>
                    <a:pt x="488036" y="78955"/>
                  </a:lnTo>
                  <a:lnTo>
                    <a:pt x="489958" y="78536"/>
                  </a:lnTo>
                  <a:lnTo>
                    <a:pt x="491879" y="78104"/>
                  </a:lnTo>
                  <a:lnTo>
                    <a:pt x="493801" y="77659"/>
                  </a:lnTo>
                  <a:lnTo>
                    <a:pt x="495722" y="77204"/>
                  </a:lnTo>
                  <a:lnTo>
                    <a:pt x="497643" y="76738"/>
                  </a:lnTo>
                  <a:lnTo>
                    <a:pt x="499565" y="76258"/>
                  </a:lnTo>
                  <a:lnTo>
                    <a:pt x="501486" y="75769"/>
                  </a:lnTo>
                  <a:lnTo>
                    <a:pt x="503408" y="75268"/>
                  </a:lnTo>
                  <a:lnTo>
                    <a:pt x="505329" y="74752"/>
                  </a:lnTo>
                  <a:lnTo>
                    <a:pt x="507250" y="74227"/>
                  </a:lnTo>
                  <a:lnTo>
                    <a:pt x="509172" y="73692"/>
                  </a:lnTo>
                  <a:lnTo>
                    <a:pt x="511093" y="73139"/>
                  </a:lnTo>
                  <a:lnTo>
                    <a:pt x="513015" y="72578"/>
                  </a:lnTo>
                  <a:lnTo>
                    <a:pt x="514936" y="72006"/>
                  </a:lnTo>
                  <a:lnTo>
                    <a:pt x="516858" y="71418"/>
                  </a:lnTo>
                  <a:lnTo>
                    <a:pt x="518779" y="70820"/>
                  </a:lnTo>
                  <a:lnTo>
                    <a:pt x="520700" y="70212"/>
                  </a:lnTo>
                  <a:lnTo>
                    <a:pt x="522622" y="69589"/>
                  </a:lnTo>
                  <a:lnTo>
                    <a:pt x="524543" y="68954"/>
                  </a:lnTo>
                  <a:lnTo>
                    <a:pt x="526465" y="68309"/>
                  </a:lnTo>
                  <a:lnTo>
                    <a:pt x="528386" y="67649"/>
                  </a:lnTo>
                  <a:lnTo>
                    <a:pt x="530307" y="66977"/>
                  </a:lnTo>
                  <a:lnTo>
                    <a:pt x="532229" y="66295"/>
                  </a:lnTo>
                  <a:lnTo>
                    <a:pt x="534150" y="65600"/>
                  </a:lnTo>
                  <a:lnTo>
                    <a:pt x="536072" y="64890"/>
                  </a:lnTo>
                  <a:lnTo>
                    <a:pt x="537993" y="64170"/>
                  </a:lnTo>
                  <a:lnTo>
                    <a:pt x="539914" y="63439"/>
                  </a:lnTo>
                  <a:lnTo>
                    <a:pt x="541836" y="62692"/>
                  </a:lnTo>
                  <a:lnTo>
                    <a:pt x="543757" y="61935"/>
                  </a:lnTo>
                  <a:lnTo>
                    <a:pt x="545679" y="61167"/>
                  </a:lnTo>
                  <a:lnTo>
                    <a:pt x="547600" y="60382"/>
                  </a:lnTo>
                  <a:lnTo>
                    <a:pt x="549521" y="59587"/>
                  </a:lnTo>
                  <a:lnTo>
                    <a:pt x="551443" y="58783"/>
                  </a:lnTo>
                  <a:lnTo>
                    <a:pt x="553364" y="57961"/>
                  </a:lnTo>
                  <a:lnTo>
                    <a:pt x="555286" y="57129"/>
                  </a:lnTo>
                  <a:lnTo>
                    <a:pt x="557207" y="56288"/>
                  </a:lnTo>
                  <a:lnTo>
                    <a:pt x="559128" y="55431"/>
                  </a:lnTo>
                  <a:lnTo>
                    <a:pt x="561050" y="54562"/>
                  </a:lnTo>
                  <a:lnTo>
                    <a:pt x="562971" y="53684"/>
                  </a:lnTo>
                  <a:lnTo>
                    <a:pt x="564893" y="52792"/>
                  </a:lnTo>
                  <a:lnTo>
                    <a:pt x="566814" y="51888"/>
                  </a:lnTo>
                  <a:lnTo>
                    <a:pt x="568735" y="50975"/>
                  </a:lnTo>
                  <a:lnTo>
                    <a:pt x="570657" y="50049"/>
                  </a:lnTo>
                  <a:lnTo>
                    <a:pt x="572578" y="49111"/>
                  </a:lnTo>
                  <a:lnTo>
                    <a:pt x="574500" y="48165"/>
                  </a:lnTo>
                  <a:lnTo>
                    <a:pt x="576421" y="47208"/>
                  </a:lnTo>
                  <a:lnTo>
                    <a:pt x="578342" y="46238"/>
                  </a:lnTo>
                  <a:lnTo>
                    <a:pt x="580264" y="45261"/>
                  </a:lnTo>
                  <a:lnTo>
                    <a:pt x="582185" y="44275"/>
                  </a:lnTo>
                  <a:lnTo>
                    <a:pt x="584107" y="43278"/>
                  </a:lnTo>
                  <a:lnTo>
                    <a:pt x="586028" y="42273"/>
                  </a:lnTo>
                  <a:lnTo>
                    <a:pt x="587950" y="41262"/>
                  </a:lnTo>
                  <a:lnTo>
                    <a:pt x="589871" y="40241"/>
                  </a:lnTo>
                  <a:lnTo>
                    <a:pt x="591792" y="39214"/>
                  </a:lnTo>
                  <a:lnTo>
                    <a:pt x="593714" y="38182"/>
                  </a:lnTo>
                  <a:lnTo>
                    <a:pt x="595635" y="37142"/>
                  </a:lnTo>
                  <a:lnTo>
                    <a:pt x="597557" y="36098"/>
                  </a:lnTo>
                  <a:lnTo>
                    <a:pt x="599478" y="35051"/>
                  </a:lnTo>
                  <a:lnTo>
                    <a:pt x="601399" y="33999"/>
                  </a:lnTo>
                  <a:lnTo>
                    <a:pt x="603321" y="32945"/>
                  </a:lnTo>
                  <a:lnTo>
                    <a:pt x="605242" y="31890"/>
                  </a:lnTo>
                  <a:lnTo>
                    <a:pt x="607164" y="30833"/>
                  </a:lnTo>
                  <a:lnTo>
                    <a:pt x="609085" y="29777"/>
                  </a:lnTo>
                  <a:lnTo>
                    <a:pt x="611006" y="28722"/>
                  </a:lnTo>
                  <a:lnTo>
                    <a:pt x="612928" y="27668"/>
                  </a:lnTo>
                  <a:lnTo>
                    <a:pt x="614849" y="26618"/>
                  </a:lnTo>
                  <a:lnTo>
                    <a:pt x="616771" y="25572"/>
                  </a:lnTo>
                  <a:lnTo>
                    <a:pt x="618692" y="24530"/>
                  </a:lnTo>
                  <a:lnTo>
                    <a:pt x="620613" y="23497"/>
                  </a:lnTo>
                  <a:lnTo>
                    <a:pt x="622535" y="22469"/>
                  </a:lnTo>
                  <a:lnTo>
                    <a:pt x="624456" y="21449"/>
                  </a:lnTo>
                  <a:lnTo>
                    <a:pt x="626378" y="20442"/>
                  </a:lnTo>
                  <a:lnTo>
                    <a:pt x="628299" y="19445"/>
                  </a:lnTo>
                  <a:lnTo>
                    <a:pt x="630220" y="18456"/>
                  </a:lnTo>
                  <a:lnTo>
                    <a:pt x="632142" y="17487"/>
                  </a:lnTo>
                  <a:lnTo>
                    <a:pt x="634063" y="16530"/>
                  </a:lnTo>
                  <a:lnTo>
                    <a:pt x="635985" y="15585"/>
                  </a:lnTo>
                  <a:lnTo>
                    <a:pt x="637906" y="14663"/>
                  </a:lnTo>
                  <a:lnTo>
                    <a:pt x="639827" y="13758"/>
                  </a:lnTo>
                  <a:lnTo>
                    <a:pt x="641749" y="12868"/>
                  </a:lnTo>
                  <a:lnTo>
                    <a:pt x="643670" y="12004"/>
                  </a:lnTo>
                  <a:lnTo>
                    <a:pt x="645592" y="11162"/>
                  </a:lnTo>
                  <a:lnTo>
                    <a:pt x="647513" y="10338"/>
                  </a:lnTo>
                  <a:lnTo>
                    <a:pt x="649434" y="9542"/>
                  </a:lnTo>
                  <a:lnTo>
                    <a:pt x="651356" y="8774"/>
                  </a:lnTo>
                  <a:lnTo>
                    <a:pt x="653277" y="8027"/>
                  </a:lnTo>
                  <a:lnTo>
                    <a:pt x="655199" y="7308"/>
                  </a:lnTo>
                  <a:lnTo>
                    <a:pt x="657120" y="6623"/>
                  </a:lnTo>
                  <a:lnTo>
                    <a:pt x="659042" y="5962"/>
                  </a:lnTo>
                  <a:lnTo>
                    <a:pt x="660963" y="5330"/>
                  </a:lnTo>
                  <a:lnTo>
                    <a:pt x="662884" y="4738"/>
                  </a:lnTo>
                  <a:lnTo>
                    <a:pt x="664806" y="4172"/>
                  </a:lnTo>
                  <a:lnTo>
                    <a:pt x="666727" y="3634"/>
                  </a:lnTo>
                  <a:lnTo>
                    <a:pt x="668649" y="3143"/>
                  </a:lnTo>
                  <a:lnTo>
                    <a:pt x="670570" y="2680"/>
                  </a:lnTo>
                  <a:lnTo>
                    <a:pt x="672491" y="2244"/>
                  </a:lnTo>
                  <a:lnTo>
                    <a:pt x="674413" y="1859"/>
                  </a:lnTo>
                  <a:lnTo>
                    <a:pt x="676334" y="1504"/>
                  </a:lnTo>
                  <a:lnTo>
                    <a:pt x="678256" y="1178"/>
                  </a:lnTo>
                  <a:lnTo>
                    <a:pt x="680177" y="901"/>
                  </a:lnTo>
                  <a:lnTo>
                    <a:pt x="682098" y="660"/>
                  </a:lnTo>
                  <a:lnTo>
                    <a:pt x="684020" y="448"/>
                  </a:lnTo>
                  <a:lnTo>
                    <a:pt x="685941" y="282"/>
                  </a:lnTo>
                  <a:lnTo>
                    <a:pt x="687863" y="156"/>
                  </a:lnTo>
                  <a:lnTo>
                    <a:pt x="689784" y="61"/>
                  </a:lnTo>
                  <a:lnTo>
                    <a:pt x="691705" y="8"/>
                  </a:lnTo>
                  <a:lnTo>
                    <a:pt x="693627" y="0"/>
                  </a:lnTo>
                  <a:lnTo>
                    <a:pt x="695548" y="21"/>
                  </a:lnTo>
                  <a:lnTo>
                    <a:pt x="697470" y="81"/>
                  </a:lnTo>
                  <a:lnTo>
                    <a:pt x="699391" y="189"/>
                  </a:lnTo>
                  <a:lnTo>
                    <a:pt x="701312" y="326"/>
                  </a:lnTo>
                  <a:lnTo>
                    <a:pt x="703234" y="497"/>
                  </a:lnTo>
                  <a:lnTo>
                    <a:pt x="705155" y="719"/>
                  </a:lnTo>
                  <a:lnTo>
                    <a:pt x="707077" y="970"/>
                  </a:lnTo>
                  <a:lnTo>
                    <a:pt x="708998" y="1250"/>
                  </a:lnTo>
                  <a:lnTo>
                    <a:pt x="710919" y="1582"/>
                  </a:lnTo>
                  <a:lnTo>
                    <a:pt x="712841" y="1941"/>
                  </a:lnTo>
                  <a:lnTo>
                    <a:pt x="714762" y="2328"/>
                  </a:lnTo>
                  <a:lnTo>
                    <a:pt x="716684" y="2762"/>
                  </a:lnTo>
                  <a:lnTo>
                    <a:pt x="718605" y="3225"/>
                  </a:lnTo>
                  <a:lnTo>
                    <a:pt x="720526" y="3713"/>
                  </a:lnTo>
                  <a:lnTo>
                    <a:pt x="722448" y="4241"/>
                  </a:lnTo>
                  <a:lnTo>
                    <a:pt x="724369" y="4800"/>
                  </a:lnTo>
                  <a:lnTo>
                    <a:pt x="726291" y="5383"/>
                  </a:lnTo>
                  <a:lnTo>
                    <a:pt x="728212" y="5999"/>
                  </a:lnTo>
                  <a:lnTo>
                    <a:pt x="730134" y="6646"/>
                  </a:lnTo>
                  <a:lnTo>
                    <a:pt x="732055" y="7314"/>
                  </a:lnTo>
                  <a:lnTo>
                    <a:pt x="733976" y="8009"/>
                  </a:lnTo>
                  <a:lnTo>
                    <a:pt x="735898" y="8735"/>
                  </a:lnTo>
                  <a:lnTo>
                    <a:pt x="737819" y="9479"/>
                  </a:lnTo>
                  <a:lnTo>
                    <a:pt x="739741" y="10246"/>
                  </a:lnTo>
                  <a:lnTo>
                    <a:pt x="741662" y="11040"/>
                  </a:lnTo>
                  <a:lnTo>
                    <a:pt x="743583" y="11851"/>
                  </a:lnTo>
                  <a:lnTo>
                    <a:pt x="745505" y="12678"/>
                  </a:lnTo>
                  <a:lnTo>
                    <a:pt x="747426" y="13531"/>
                  </a:lnTo>
                  <a:lnTo>
                    <a:pt x="749348" y="14397"/>
                  </a:lnTo>
                  <a:lnTo>
                    <a:pt x="751269" y="15276"/>
                  </a:lnTo>
                  <a:lnTo>
                    <a:pt x="753190" y="16176"/>
                  </a:lnTo>
                  <a:lnTo>
                    <a:pt x="755112" y="17086"/>
                  </a:lnTo>
                  <a:lnTo>
                    <a:pt x="757033" y="18007"/>
                  </a:lnTo>
                  <a:lnTo>
                    <a:pt x="758955" y="18942"/>
                  </a:lnTo>
                  <a:lnTo>
                    <a:pt x="760876" y="19886"/>
                  </a:lnTo>
                  <a:lnTo>
                    <a:pt x="762797" y="20837"/>
                  </a:lnTo>
                  <a:lnTo>
                    <a:pt x="764719" y="21797"/>
                  </a:lnTo>
                  <a:lnTo>
                    <a:pt x="766640" y="22763"/>
                  </a:lnTo>
                  <a:lnTo>
                    <a:pt x="768562" y="23734"/>
                  </a:lnTo>
                  <a:lnTo>
                    <a:pt x="770483" y="24708"/>
                  </a:lnTo>
                  <a:lnTo>
                    <a:pt x="772404" y="25686"/>
                  </a:lnTo>
                  <a:lnTo>
                    <a:pt x="774326" y="26665"/>
                  </a:lnTo>
                  <a:lnTo>
                    <a:pt x="776247" y="27644"/>
                  </a:lnTo>
                  <a:lnTo>
                    <a:pt x="778169" y="28622"/>
                  </a:lnTo>
                  <a:lnTo>
                    <a:pt x="780090" y="29599"/>
                  </a:lnTo>
                  <a:lnTo>
                    <a:pt x="782011" y="30573"/>
                  </a:lnTo>
                  <a:lnTo>
                    <a:pt x="783933" y="31542"/>
                  </a:lnTo>
                  <a:lnTo>
                    <a:pt x="785854" y="32507"/>
                  </a:lnTo>
                  <a:lnTo>
                    <a:pt x="787776" y="33467"/>
                  </a:lnTo>
                  <a:lnTo>
                    <a:pt x="789697" y="34417"/>
                  </a:lnTo>
                  <a:lnTo>
                    <a:pt x="791618" y="35360"/>
                  </a:lnTo>
                  <a:lnTo>
                    <a:pt x="793540" y="36297"/>
                  </a:lnTo>
                  <a:lnTo>
                    <a:pt x="795461" y="37221"/>
                  </a:lnTo>
                  <a:lnTo>
                    <a:pt x="797383" y="38134"/>
                  </a:lnTo>
                  <a:lnTo>
                    <a:pt x="799304" y="39040"/>
                  </a:lnTo>
                  <a:lnTo>
                    <a:pt x="801226" y="39929"/>
                  </a:lnTo>
                  <a:lnTo>
                    <a:pt x="803147" y="40806"/>
                  </a:lnTo>
                  <a:lnTo>
                    <a:pt x="805068" y="41673"/>
                  </a:lnTo>
                  <a:lnTo>
                    <a:pt x="806990" y="42523"/>
                  </a:lnTo>
                  <a:lnTo>
                    <a:pt x="808911" y="43357"/>
                  </a:lnTo>
                  <a:lnTo>
                    <a:pt x="810833" y="44178"/>
                  </a:lnTo>
                  <a:lnTo>
                    <a:pt x="812754" y="44983"/>
                  </a:lnTo>
                  <a:lnTo>
                    <a:pt x="814675" y="45769"/>
                  </a:lnTo>
                  <a:lnTo>
                    <a:pt x="816597" y="46541"/>
                  </a:lnTo>
                  <a:lnTo>
                    <a:pt x="818518" y="47297"/>
                  </a:lnTo>
                  <a:lnTo>
                    <a:pt x="820440" y="48030"/>
                  </a:lnTo>
                  <a:lnTo>
                    <a:pt x="822361" y="48750"/>
                  </a:lnTo>
                  <a:lnTo>
                    <a:pt x="824282" y="49454"/>
                  </a:lnTo>
                  <a:lnTo>
                    <a:pt x="826204" y="50132"/>
                  </a:lnTo>
                  <a:lnTo>
                    <a:pt x="828125" y="50796"/>
                  </a:lnTo>
                  <a:lnTo>
                    <a:pt x="830047" y="51446"/>
                  </a:lnTo>
                  <a:lnTo>
                    <a:pt x="831968" y="52069"/>
                  </a:lnTo>
                  <a:lnTo>
                    <a:pt x="833889" y="52677"/>
                  </a:lnTo>
                  <a:lnTo>
                    <a:pt x="835811" y="53271"/>
                  </a:lnTo>
                  <a:lnTo>
                    <a:pt x="837732" y="53840"/>
                  </a:lnTo>
                  <a:lnTo>
                    <a:pt x="839654" y="54392"/>
                  </a:lnTo>
                  <a:lnTo>
                    <a:pt x="841575" y="54930"/>
                  </a:lnTo>
                  <a:lnTo>
                    <a:pt x="843496" y="55447"/>
                  </a:lnTo>
                  <a:lnTo>
                    <a:pt x="845418" y="55945"/>
                  </a:lnTo>
                  <a:lnTo>
                    <a:pt x="847339" y="56430"/>
                  </a:lnTo>
                  <a:lnTo>
                    <a:pt x="849261" y="56896"/>
                  </a:lnTo>
                  <a:lnTo>
                    <a:pt x="851182" y="57343"/>
                  </a:lnTo>
                  <a:lnTo>
                    <a:pt x="853103" y="57778"/>
                  </a:lnTo>
                  <a:lnTo>
                    <a:pt x="855025" y="58197"/>
                  </a:lnTo>
                  <a:lnTo>
                    <a:pt x="856946" y="58597"/>
                  </a:lnTo>
                  <a:lnTo>
                    <a:pt x="858868" y="58986"/>
                  </a:lnTo>
                  <a:lnTo>
                    <a:pt x="860789" y="59362"/>
                  </a:lnTo>
                  <a:lnTo>
                    <a:pt x="862710" y="59720"/>
                  </a:lnTo>
                  <a:lnTo>
                    <a:pt x="864632" y="60068"/>
                  </a:lnTo>
                  <a:lnTo>
                    <a:pt x="866553" y="60407"/>
                  </a:lnTo>
                  <a:lnTo>
                    <a:pt x="868475" y="60729"/>
                  </a:lnTo>
                  <a:lnTo>
                    <a:pt x="870396" y="61043"/>
                  </a:lnTo>
                  <a:lnTo>
                    <a:pt x="872318" y="61349"/>
                  </a:lnTo>
                  <a:lnTo>
                    <a:pt x="874239" y="61642"/>
                  </a:lnTo>
                  <a:lnTo>
                    <a:pt x="876160" y="61928"/>
                  </a:lnTo>
                  <a:lnTo>
                    <a:pt x="878082" y="62208"/>
                  </a:lnTo>
                  <a:lnTo>
                    <a:pt x="880003" y="62479"/>
                  </a:lnTo>
                  <a:lnTo>
                    <a:pt x="881925" y="62745"/>
                  </a:lnTo>
                  <a:lnTo>
                    <a:pt x="883846" y="63006"/>
                  </a:lnTo>
                  <a:lnTo>
                    <a:pt x="885767" y="63262"/>
                  </a:lnTo>
                  <a:lnTo>
                    <a:pt x="887689" y="63514"/>
                  </a:lnTo>
                  <a:lnTo>
                    <a:pt x="889610" y="63764"/>
                  </a:lnTo>
                  <a:lnTo>
                    <a:pt x="891532" y="64012"/>
                  </a:lnTo>
                  <a:lnTo>
                    <a:pt x="893453" y="64259"/>
                  </a:lnTo>
                  <a:lnTo>
                    <a:pt x="895374" y="64506"/>
                  </a:lnTo>
                  <a:lnTo>
                    <a:pt x="897296" y="64752"/>
                  </a:lnTo>
                  <a:lnTo>
                    <a:pt x="899217" y="65001"/>
                  </a:lnTo>
                  <a:lnTo>
                    <a:pt x="901139" y="65251"/>
                  </a:lnTo>
                  <a:lnTo>
                    <a:pt x="903060" y="65503"/>
                  </a:lnTo>
                  <a:lnTo>
                    <a:pt x="904981" y="65760"/>
                  </a:lnTo>
                  <a:lnTo>
                    <a:pt x="906903" y="66021"/>
                  </a:lnTo>
                  <a:lnTo>
                    <a:pt x="908824" y="66285"/>
                  </a:lnTo>
                  <a:lnTo>
                    <a:pt x="910746" y="66557"/>
                  </a:lnTo>
                  <a:lnTo>
                    <a:pt x="912667" y="66834"/>
                  </a:lnTo>
                  <a:lnTo>
                    <a:pt x="914588" y="67116"/>
                  </a:lnTo>
                  <a:lnTo>
                    <a:pt x="916510" y="67408"/>
                  </a:lnTo>
                  <a:lnTo>
                    <a:pt x="918431" y="67707"/>
                  </a:lnTo>
                  <a:lnTo>
                    <a:pt x="920353" y="68012"/>
                  </a:lnTo>
                  <a:lnTo>
                    <a:pt x="922274" y="68328"/>
                  </a:lnTo>
                  <a:lnTo>
                    <a:pt x="924195" y="68653"/>
                  </a:lnTo>
                  <a:lnTo>
                    <a:pt x="926117" y="68985"/>
                  </a:lnTo>
                  <a:lnTo>
                    <a:pt x="928038" y="69329"/>
                  </a:lnTo>
                  <a:lnTo>
                    <a:pt x="929960" y="69683"/>
                  </a:lnTo>
                  <a:lnTo>
                    <a:pt x="931881" y="70046"/>
                  </a:lnTo>
                  <a:lnTo>
                    <a:pt x="933802" y="70419"/>
                  </a:lnTo>
                  <a:lnTo>
                    <a:pt x="935724" y="70805"/>
                  </a:lnTo>
                  <a:lnTo>
                    <a:pt x="937645" y="71199"/>
                  </a:lnTo>
                  <a:lnTo>
                    <a:pt x="939567" y="71603"/>
                  </a:lnTo>
                  <a:lnTo>
                    <a:pt x="941488" y="72021"/>
                  </a:lnTo>
                  <a:lnTo>
                    <a:pt x="943410" y="72448"/>
                  </a:lnTo>
                  <a:lnTo>
                    <a:pt x="945331" y="72883"/>
                  </a:lnTo>
                  <a:lnTo>
                    <a:pt x="947252" y="73332"/>
                  </a:lnTo>
                  <a:lnTo>
                    <a:pt x="949174" y="73790"/>
                  </a:lnTo>
                  <a:lnTo>
                    <a:pt x="951095" y="74256"/>
                  </a:lnTo>
                  <a:lnTo>
                    <a:pt x="953017" y="74734"/>
                  </a:lnTo>
                  <a:lnTo>
                    <a:pt x="954938" y="75221"/>
                  </a:lnTo>
                  <a:lnTo>
                    <a:pt x="956859" y="75715"/>
                  </a:lnTo>
                  <a:lnTo>
                    <a:pt x="958781" y="76220"/>
                  </a:lnTo>
                  <a:lnTo>
                    <a:pt x="960702" y="76732"/>
                  </a:lnTo>
                  <a:lnTo>
                    <a:pt x="962624" y="77251"/>
                  </a:lnTo>
                  <a:lnTo>
                    <a:pt x="964545" y="77778"/>
                  </a:lnTo>
                  <a:lnTo>
                    <a:pt x="966466" y="78312"/>
                  </a:lnTo>
                  <a:lnTo>
                    <a:pt x="968388" y="78851"/>
                  </a:lnTo>
                  <a:lnTo>
                    <a:pt x="970309" y="79397"/>
                  </a:lnTo>
                  <a:lnTo>
                    <a:pt x="972231" y="79947"/>
                  </a:lnTo>
                  <a:lnTo>
                    <a:pt x="974152" y="80502"/>
                  </a:lnTo>
                  <a:lnTo>
                    <a:pt x="976073" y="81060"/>
                  </a:lnTo>
                  <a:lnTo>
                    <a:pt x="977995" y="81621"/>
                  </a:lnTo>
                  <a:lnTo>
                    <a:pt x="979916" y="82185"/>
                  </a:lnTo>
                  <a:lnTo>
                    <a:pt x="981838" y="82750"/>
                  </a:lnTo>
                </a:path>
              </a:pathLst>
            </a:custGeom>
            <a:ln w="27101" cap="flat">
              <a:solidFill>
                <a:srgbClr val="F5E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80270" y="2873724"/>
              <a:ext cx="1080021" cy="0"/>
            </a:xfrm>
            <a:custGeom>
              <a:avLst/>
              <a:pathLst>
                <a:path w="1080021" h="0">
                  <a:moveTo>
                    <a:pt x="0" y="0"/>
                  </a:moveTo>
                  <a:lnTo>
                    <a:pt x="10800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3029362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274821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520281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765741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4011200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tx58"/>
            <p:cNvSpPr/>
            <p:nvPr/>
          </p:nvSpPr>
          <p:spPr>
            <a:xfrm>
              <a:off x="2951681" y="2934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197141" y="2934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3442600" y="2934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3688060" y="2936026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3902441" y="2934662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477614" y="3085448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64" name="rc64"/>
            <p:cNvSpPr/>
            <p:nvPr/>
          </p:nvSpPr>
          <p:spPr>
            <a:xfrm>
              <a:off x="1939744" y="3353201"/>
              <a:ext cx="3161073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tx65"/>
            <p:cNvSpPr/>
            <p:nvPr/>
          </p:nvSpPr>
          <p:spPr>
            <a:xfrm>
              <a:off x="2009333" y="3480881"/>
              <a:ext cx="8461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Window</a:t>
              </a:r>
            </a:p>
          </p:txBody>
        </p:sp>
        <p:sp>
          <p:nvSpPr>
            <p:cNvPr id="66" name="rc66"/>
            <p:cNvSpPr/>
            <p:nvPr/>
          </p:nvSpPr>
          <p:spPr>
            <a:xfrm>
              <a:off x="2936172" y="34227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2954172" y="3440790"/>
              <a:ext cx="183455" cy="183455"/>
            </a:xfrm>
            <a:prstGeom prst="rect">
              <a:avLst/>
            </a:prstGeom>
            <a:ln w="27101" cap="flat">
              <a:solidFill>
                <a:srgbClr val="8E4C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rc68"/>
            <p:cNvSpPr/>
            <p:nvPr/>
          </p:nvSpPr>
          <p:spPr>
            <a:xfrm>
              <a:off x="3399581" y="3422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" name="rc69"/>
            <p:cNvSpPr/>
            <p:nvPr/>
          </p:nvSpPr>
          <p:spPr>
            <a:xfrm>
              <a:off x="3417581" y="3440790"/>
              <a:ext cx="183455" cy="183455"/>
            </a:xfrm>
            <a:prstGeom prst="rect">
              <a:avLst/>
            </a:pr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rc70"/>
            <p:cNvSpPr/>
            <p:nvPr/>
          </p:nvSpPr>
          <p:spPr>
            <a:xfrm>
              <a:off x="3824890" y="34227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" name="rc71"/>
            <p:cNvSpPr/>
            <p:nvPr/>
          </p:nvSpPr>
          <p:spPr>
            <a:xfrm>
              <a:off x="3842891" y="3440790"/>
              <a:ext cx="183455" cy="183455"/>
            </a:xfrm>
            <a:prstGeom prst="rect">
              <a:avLst/>
            </a:prstGeom>
            <a:ln w="27101" cap="flat">
              <a:solidFill>
                <a:srgbClr val="D79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rc72"/>
            <p:cNvSpPr/>
            <p:nvPr/>
          </p:nvSpPr>
          <p:spPr>
            <a:xfrm>
              <a:off x="4250200" y="3422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" name="rc73"/>
            <p:cNvSpPr/>
            <p:nvPr/>
          </p:nvSpPr>
          <p:spPr>
            <a:xfrm>
              <a:off x="4268200" y="3440790"/>
              <a:ext cx="183455" cy="183455"/>
            </a:xfrm>
            <a:prstGeom prst="rect">
              <a:avLst/>
            </a:prstGeom>
            <a:ln w="27101" cap="flat">
              <a:solidFill>
                <a:srgbClr val="E8C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rc74"/>
            <p:cNvSpPr/>
            <p:nvPr/>
          </p:nvSpPr>
          <p:spPr>
            <a:xfrm>
              <a:off x="4675509" y="34227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" name="rc75"/>
            <p:cNvSpPr/>
            <p:nvPr/>
          </p:nvSpPr>
          <p:spPr>
            <a:xfrm>
              <a:off x="4693509" y="3440790"/>
              <a:ext cx="183456" cy="183455"/>
            </a:xfrm>
            <a:prstGeom prst="rect">
              <a:avLst/>
            </a:prstGeom>
            <a:ln w="27101" cap="flat">
              <a:solidFill>
                <a:srgbClr val="F5E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3225217" y="3492191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688626" y="34908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4113936" y="349219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539245" y="3492518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4964554" y="34908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81" name="rc81"/>
            <p:cNvSpPr/>
            <p:nvPr/>
          </p:nvSpPr>
          <p:spPr>
            <a:xfrm>
              <a:off x="4129881" y="581025"/>
              <a:ext cx="1219200" cy="32003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rc82"/>
            <p:cNvSpPr/>
            <p:nvPr/>
          </p:nvSpPr>
          <p:spPr>
            <a:xfrm>
              <a:off x="4199470" y="878303"/>
              <a:ext cx="1080021" cy="19954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4248562" y="2139668"/>
              <a:ext cx="981838" cy="643354"/>
            </a:xfrm>
            <a:custGeom>
              <a:avLst/>
              <a:pathLst>
                <a:path w="981838" h="643354">
                  <a:moveTo>
                    <a:pt x="0" y="643354"/>
                  </a:moveTo>
                  <a:lnTo>
                    <a:pt x="1921" y="643354"/>
                  </a:lnTo>
                  <a:lnTo>
                    <a:pt x="3842" y="643354"/>
                  </a:lnTo>
                  <a:lnTo>
                    <a:pt x="5764" y="643354"/>
                  </a:lnTo>
                  <a:lnTo>
                    <a:pt x="7685" y="643354"/>
                  </a:lnTo>
                  <a:lnTo>
                    <a:pt x="9607" y="643354"/>
                  </a:lnTo>
                  <a:lnTo>
                    <a:pt x="11528" y="643354"/>
                  </a:lnTo>
                  <a:lnTo>
                    <a:pt x="13449" y="643354"/>
                  </a:lnTo>
                  <a:lnTo>
                    <a:pt x="15371" y="643354"/>
                  </a:lnTo>
                  <a:lnTo>
                    <a:pt x="17292" y="643354"/>
                  </a:lnTo>
                  <a:lnTo>
                    <a:pt x="19214" y="643354"/>
                  </a:lnTo>
                  <a:lnTo>
                    <a:pt x="21135" y="643354"/>
                  </a:lnTo>
                  <a:lnTo>
                    <a:pt x="23056" y="643354"/>
                  </a:lnTo>
                  <a:lnTo>
                    <a:pt x="24978" y="643354"/>
                  </a:lnTo>
                  <a:lnTo>
                    <a:pt x="26899" y="643354"/>
                  </a:lnTo>
                  <a:lnTo>
                    <a:pt x="28821" y="643353"/>
                  </a:lnTo>
                  <a:lnTo>
                    <a:pt x="30742" y="643353"/>
                  </a:lnTo>
                  <a:lnTo>
                    <a:pt x="32663" y="643352"/>
                  </a:lnTo>
                  <a:lnTo>
                    <a:pt x="34585" y="643350"/>
                  </a:lnTo>
                  <a:lnTo>
                    <a:pt x="36506" y="643347"/>
                  </a:lnTo>
                  <a:lnTo>
                    <a:pt x="38428" y="643341"/>
                  </a:lnTo>
                  <a:lnTo>
                    <a:pt x="40349" y="643332"/>
                  </a:lnTo>
                  <a:lnTo>
                    <a:pt x="42270" y="643316"/>
                  </a:lnTo>
                  <a:lnTo>
                    <a:pt x="44192" y="643291"/>
                  </a:lnTo>
                  <a:lnTo>
                    <a:pt x="46113" y="643251"/>
                  </a:lnTo>
                  <a:lnTo>
                    <a:pt x="48035" y="643189"/>
                  </a:lnTo>
                  <a:lnTo>
                    <a:pt x="49956" y="643096"/>
                  </a:lnTo>
                  <a:lnTo>
                    <a:pt x="51877" y="642950"/>
                  </a:lnTo>
                  <a:lnTo>
                    <a:pt x="53799" y="642733"/>
                  </a:lnTo>
                  <a:lnTo>
                    <a:pt x="55720" y="642417"/>
                  </a:lnTo>
                  <a:lnTo>
                    <a:pt x="57642" y="641971"/>
                  </a:lnTo>
                  <a:lnTo>
                    <a:pt x="59563" y="641354"/>
                  </a:lnTo>
                  <a:lnTo>
                    <a:pt x="61484" y="640518"/>
                  </a:lnTo>
                  <a:lnTo>
                    <a:pt x="63406" y="639408"/>
                  </a:lnTo>
                  <a:lnTo>
                    <a:pt x="65327" y="637964"/>
                  </a:lnTo>
                  <a:lnTo>
                    <a:pt x="67249" y="636123"/>
                  </a:lnTo>
                  <a:lnTo>
                    <a:pt x="69170" y="633821"/>
                  </a:lnTo>
                  <a:lnTo>
                    <a:pt x="71091" y="630940"/>
                  </a:lnTo>
                  <a:lnTo>
                    <a:pt x="73013" y="627452"/>
                  </a:lnTo>
                  <a:lnTo>
                    <a:pt x="74934" y="623338"/>
                  </a:lnTo>
                  <a:lnTo>
                    <a:pt x="76856" y="618579"/>
                  </a:lnTo>
                  <a:lnTo>
                    <a:pt x="78777" y="613179"/>
                  </a:lnTo>
                  <a:lnTo>
                    <a:pt x="80699" y="607161"/>
                  </a:lnTo>
                  <a:lnTo>
                    <a:pt x="82620" y="600571"/>
                  </a:lnTo>
                  <a:lnTo>
                    <a:pt x="84541" y="593476"/>
                  </a:lnTo>
                  <a:lnTo>
                    <a:pt x="86463" y="585960"/>
                  </a:lnTo>
                  <a:lnTo>
                    <a:pt x="88384" y="578121"/>
                  </a:lnTo>
                  <a:lnTo>
                    <a:pt x="90306" y="570054"/>
                  </a:lnTo>
                  <a:lnTo>
                    <a:pt x="92227" y="561902"/>
                  </a:lnTo>
                  <a:lnTo>
                    <a:pt x="94148" y="553772"/>
                  </a:lnTo>
                  <a:lnTo>
                    <a:pt x="96070" y="545763"/>
                  </a:lnTo>
                  <a:lnTo>
                    <a:pt x="97991" y="537964"/>
                  </a:lnTo>
                  <a:lnTo>
                    <a:pt x="99913" y="530463"/>
                  </a:lnTo>
                  <a:lnTo>
                    <a:pt x="101834" y="523340"/>
                  </a:lnTo>
                  <a:lnTo>
                    <a:pt x="103755" y="516678"/>
                  </a:lnTo>
                  <a:lnTo>
                    <a:pt x="105677" y="510562"/>
                  </a:lnTo>
                  <a:lnTo>
                    <a:pt x="107598" y="505080"/>
                  </a:lnTo>
                  <a:lnTo>
                    <a:pt x="109520" y="500413"/>
                  </a:lnTo>
                  <a:lnTo>
                    <a:pt x="111441" y="496615"/>
                  </a:lnTo>
                  <a:lnTo>
                    <a:pt x="113362" y="493761"/>
                  </a:lnTo>
                  <a:lnTo>
                    <a:pt x="115284" y="491930"/>
                  </a:lnTo>
                  <a:lnTo>
                    <a:pt x="117205" y="491185"/>
                  </a:lnTo>
                  <a:lnTo>
                    <a:pt x="119127" y="491560"/>
                  </a:lnTo>
                  <a:lnTo>
                    <a:pt x="121048" y="493058"/>
                  </a:lnTo>
                  <a:lnTo>
                    <a:pt x="122969" y="495643"/>
                  </a:lnTo>
                  <a:lnTo>
                    <a:pt x="124891" y="499243"/>
                  </a:lnTo>
                  <a:lnTo>
                    <a:pt x="126812" y="503742"/>
                  </a:lnTo>
                  <a:lnTo>
                    <a:pt x="128734" y="509044"/>
                  </a:lnTo>
                  <a:lnTo>
                    <a:pt x="130655" y="514866"/>
                  </a:lnTo>
                  <a:lnTo>
                    <a:pt x="132576" y="520983"/>
                  </a:lnTo>
                  <a:lnTo>
                    <a:pt x="134498" y="527181"/>
                  </a:lnTo>
                  <a:lnTo>
                    <a:pt x="136419" y="533245"/>
                  </a:lnTo>
                  <a:lnTo>
                    <a:pt x="138341" y="538974"/>
                  </a:lnTo>
                  <a:lnTo>
                    <a:pt x="140262" y="544185"/>
                  </a:lnTo>
                  <a:lnTo>
                    <a:pt x="142183" y="548717"/>
                  </a:lnTo>
                  <a:lnTo>
                    <a:pt x="144105" y="552437"/>
                  </a:lnTo>
                  <a:lnTo>
                    <a:pt x="146026" y="555232"/>
                  </a:lnTo>
                  <a:lnTo>
                    <a:pt x="147948" y="556892"/>
                  </a:lnTo>
                  <a:lnTo>
                    <a:pt x="149869" y="557433"/>
                  </a:lnTo>
                  <a:lnTo>
                    <a:pt x="151791" y="556800"/>
                  </a:lnTo>
                  <a:lnTo>
                    <a:pt x="153712" y="554920"/>
                  </a:lnTo>
                  <a:lnTo>
                    <a:pt x="155633" y="551700"/>
                  </a:lnTo>
                  <a:lnTo>
                    <a:pt x="157555" y="547028"/>
                  </a:lnTo>
                  <a:lnTo>
                    <a:pt x="159476" y="540759"/>
                  </a:lnTo>
                  <a:lnTo>
                    <a:pt x="161398" y="532719"/>
                  </a:lnTo>
                  <a:lnTo>
                    <a:pt x="163319" y="522703"/>
                  </a:lnTo>
                  <a:lnTo>
                    <a:pt x="165240" y="510475"/>
                  </a:lnTo>
                  <a:lnTo>
                    <a:pt x="167162" y="495456"/>
                  </a:lnTo>
                  <a:lnTo>
                    <a:pt x="169083" y="477611"/>
                  </a:lnTo>
                  <a:lnTo>
                    <a:pt x="171005" y="456733"/>
                  </a:lnTo>
                  <a:lnTo>
                    <a:pt x="172926" y="432641"/>
                  </a:lnTo>
                  <a:lnTo>
                    <a:pt x="174847" y="405239"/>
                  </a:lnTo>
                  <a:lnTo>
                    <a:pt x="176769" y="374541"/>
                  </a:lnTo>
                  <a:lnTo>
                    <a:pt x="178690" y="340707"/>
                  </a:lnTo>
                  <a:lnTo>
                    <a:pt x="180612" y="304071"/>
                  </a:lnTo>
                  <a:lnTo>
                    <a:pt x="182533" y="265159"/>
                  </a:lnTo>
                  <a:lnTo>
                    <a:pt x="184454" y="224709"/>
                  </a:lnTo>
                  <a:lnTo>
                    <a:pt x="186376" y="183784"/>
                  </a:lnTo>
                  <a:lnTo>
                    <a:pt x="188297" y="143809"/>
                  </a:lnTo>
                  <a:lnTo>
                    <a:pt x="190219" y="106143"/>
                  </a:lnTo>
                  <a:lnTo>
                    <a:pt x="192140" y="72207"/>
                  </a:lnTo>
                  <a:lnTo>
                    <a:pt x="194061" y="43410"/>
                  </a:lnTo>
                  <a:lnTo>
                    <a:pt x="195983" y="21065"/>
                  </a:lnTo>
                  <a:lnTo>
                    <a:pt x="197904" y="6304"/>
                  </a:lnTo>
                  <a:lnTo>
                    <a:pt x="199826" y="0"/>
                  </a:lnTo>
                  <a:lnTo>
                    <a:pt x="201747" y="2698"/>
                  </a:lnTo>
                  <a:lnTo>
                    <a:pt x="203668" y="14570"/>
                  </a:lnTo>
                  <a:lnTo>
                    <a:pt x="205590" y="36367"/>
                  </a:lnTo>
                  <a:lnTo>
                    <a:pt x="207511" y="66146"/>
                  </a:lnTo>
                  <a:lnTo>
                    <a:pt x="209433" y="102754"/>
                  </a:lnTo>
                  <a:lnTo>
                    <a:pt x="211354" y="144801"/>
                  </a:lnTo>
                  <a:lnTo>
                    <a:pt x="213275" y="190742"/>
                  </a:lnTo>
                  <a:lnTo>
                    <a:pt x="215197" y="238967"/>
                  </a:lnTo>
                  <a:lnTo>
                    <a:pt x="217118" y="287896"/>
                  </a:lnTo>
                  <a:lnTo>
                    <a:pt x="219040" y="336060"/>
                  </a:lnTo>
                  <a:lnTo>
                    <a:pt x="220961" y="382176"/>
                  </a:lnTo>
                  <a:lnTo>
                    <a:pt x="222883" y="425183"/>
                  </a:lnTo>
                  <a:lnTo>
                    <a:pt x="224804" y="463766"/>
                  </a:lnTo>
                  <a:lnTo>
                    <a:pt x="226725" y="497932"/>
                  </a:lnTo>
                  <a:lnTo>
                    <a:pt x="228647" y="527550"/>
                  </a:lnTo>
                  <a:lnTo>
                    <a:pt x="230568" y="552696"/>
                  </a:lnTo>
                  <a:lnTo>
                    <a:pt x="232490" y="573607"/>
                  </a:lnTo>
                  <a:lnTo>
                    <a:pt x="234411" y="590642"/>
                  </a:lnTo>
                  <a:lnTo>
                    <a:pt x="236332" y="604236"/>
                  </a:lnTo>
                  <a:lnTo>
                    <a:pt x="238254" y="614859"/>
                  </a:lnTo>
                  <a:lnTo>
                    <a:pt x="240175" y="622988"/>
                  </a:lnTo>
                  <a:lnTo>
                    <a:pt x="242097" y="629066"/>
                  </a:lnTo>
                  <a:lnTo>
                    <a:pt x="244018" y="633385"/>
                  </a:lnTo>
                  <a:lnTo>
                    <a:pt x="245939" y="636522"/>
                  </a:lnTo>
                  <a:lnTo>
                    <a:pt x="247861" y="638757"/>
                  </a:lnTo>
                  <a:lnTo>
                    <a:pt x="249782" y="640319"/>
                  </a:lnTo>
                  <a:lnTo>
                    <a:pt x="251704" y="641389"/>
                  </a:lnTo>
                  <a:lnTo>
                    <a:pt x="253625" y="642106"/>
                  </a:lnTo>
                  <a:lnTo>
                    <a:pt x="255546" y="642578"/>
                  </a:lnTo>
                  <a:lnTo>
                    <a:pt x="257468" y="642881"/>
                  </a:lnTo>
                  <a:lnTo>
                    <a:pt x="259389" y="643072"/>
                  </a:lnTo>
                  <a:lnTo>
                    <a:pt x="261311" y="643188"/>
                  </a:lnTo>
                  <a:lnTo>
                    <a:pt x="263232" y="643256"/>
                  </a:lnTo>
                  <a:lnTo>
                    <a:pt x="265153" y="643297"/>
                  </a:lnTo>
                  <a:lnTo>
                    <a:pt x="267075" y="643322"/>
                  </a:lnTo>
                  <a:lnTo>
                    <a:pt x="268996" y="643336"/>
                  </a:lnTo>
                  <a:lnTo>
                    <a:pt x="270918" y="643344"/>
                  </a:lnTo>
                  <a:lnTo>
                    <a:pt x="272839" y="643349"/>
                  </a:lnTo>
                  <a:lnTo>
                    <a:pt x="274760" y="643351"/>
                  </a:lnTo>
                  <a:lnTo>
                    <a:pt x="276682" y="643353"/>
                  </a:lnTo>
                  <a:lnTo>
                    <a:pt x="278603" y="643353"/>
                  </a:lnTo>
                  <a:lnTo>
                    <a:pt x="280525" y="643354"/>
                  </a:lnTo>
                  <a:lnTo>
                    <a:pt x="282446" y="643354"/>
                  </a:lnTo>
                  <a:lnTo>
                    <a:pt x="284367" y="643354"/>
                  </a:lnTo>
                  <a:lnTo>
                    <a:pt x="286289" y="643354"/>
                  </a:lnTo>
                  <a:lnTo>
                    <a:pt x="288210" y="643354"/>
                  </a:lnTo>
                  <a:lnTo>
                    <a:pt x="290132" y="643354"/>
                  </a:lnTo>
                  <a:lnTo>
                    <a:pt x="292053" y="643354"/>
                  </a:lnTo>
                  <a:lnTo>
                    <a:pt x="293975" y="643354"/>
                  </a:lnTo>
                  <a:lnTo>
                    <a:pt x="295896" y="643354"/>
                  </a:lnTo>
                  <a:lnTo>
                    <a:pt x="297817" y="643354"/>
                  </a:lnTo>
                  <a:lnTo>
                    <a:pt x="299739" y="643354"/>
                  </a:lnTo>
                  <a:lnTo>
                    <a:pt x="301660" y="643354"/>
                  </a:lnTo>
                  <a:lnTo>
                    <a:pt x="303582" y="643354"/>
                  </a:lnTo>
                  <a:lnTo>
                    <a:pt x="305503" y="643354"/>
                  </a:lnTo>
                  <a:lnTo>
                    <a:pt x="307424" y="643354"/>
                  </a:lnTo>
                  <a:lnTo>
                    <a:pt x="309346" y="643354"/>
                  </a:lnTo>
                  <a:lnTo>
                    <a:pt x="311267" y="643354"/>
                  </a:lnTo>
                  <a:lnTo>
                    <a:pt x="313189" y="643354"/>
                  </a:lnTo>
                  <a:lnTo>
                    <a:pt x="315110" y="643354"/>
                  </a:lnTo>
                  <a:lnTo>
                    <a:pt x="317031" y="643354"/>
                  </a:lnTo>
                  <a:lnTo>
                    <a:pt x="318953" y="643354"/>
                  </a:lnTo>
                  <a:lnTo>
                    <a:pt x="320874" y="643354"/>
                  </a:lnTo>
                  <a:lnTo>
                    <a:pt x="322796" y="643354"/>
                  </a:lnTo>
                  <a:lnTo>
                    <a:pt x="324717" y="643354"/>
                  </a:lnTo>
                  <a:lnTo>
                    <a:pt x="326638" y="643354"/>
                  </a:lnTo>
                  <a:lnTo>
                    <a:pt x="328560" y="643354"/>
                  </a:lnTo>
                  <a:lnTo>
                    <a:pt x="330481" y="643354"/>
                  </a:lnTo>
                  <a:lnTo>
                    <a:pt x="332403" y="643354"/>
                  </a:lnTo>
                  <a:lnTo>
                    <a:pt x="334324" y="643354"/>
                  </a:lnTo>
                  <a:lnTo>
                    <a:pt x="336245" y="643354"/>
                  </a:lnTo>
                  <a:lnTo>
                    <a:pt x="338167" y="643354"/>
                  </a:lnTo>
                  <a:lnTo>
                    <a:pt x="340088" y="643354"/>
                  </a:lnTo>
                  <a:lnTo>
                    <a:pt x="342010" y="643354"/>
                  </a:lnTo>
                  <a:lnTo>
                    <a:pt x="343931" y="643354"/>
                  </a:lnTo>
                  <a:lnTo>
                    <a:pt x="345852" y="643354"/>
                  </a:lnTo>
                  <a:lnTo>
                    <a:pt x="347774" y="643354"/>
                  </a:lnTo>
                  <a:lnTo>
                    <a:pt x="349695" y="643354"/>
                  </a:lnTo>
                  <a:lnTo>
                    <a:pt x="351617" y="643354"/>
                  </a:lnTo>
                  <a:lnTo>
                    <a:pt x="353538" y="643354"/>
                  </a:lnTo>
                  <a:lnTo>
                    <a:pt x="355459" y="643354"/>
                  </a:lnTo>
                  <a:lnTo>
                    <a:pt x="357381" y="643354"/>
                  </a:lnTo>
                  <a:lnTo>
                    <a:pt x="359302" y="643354"/>
                  </a:lnTo>
                  <a:lnTo>
                    <a:pt x="361224" y="643354"/>
                  </a:lnTo>
                  <a:lnTo>
                    <a:pt x="363145" y="643354"/>
                  </a:lnTo>
                  <a:lnTo>
                    <a:pt x="365067" y="643354"/>
                  </a:lnTo>
                  <a:lnTo>
                    <a:pt x="366988" y="643354"/>
                  </a:lnTo>
                  <a:lnTo>
                    <a:pt x="368909" y="643354"/>
                  </a:lnTo>
                  <a:lnTo>
                    <a:pt x="370831" y="643354"/>
                  </a:lnTo>
                  <a:lnTo>
                    <a:pt x="372752" y="643354"/>
                  </a:lnTo>
                  <a:lnTo>
                    <a:pt x="374674" y="643354"/>
                  </a:lnTo>
                  <a:lnTo>
                    <a:pt x="376595" y="643354"/>
                  </a:lnTo>
                  <a:lnTo>
                    <a:pt x="378516" y="643354"/>
                  </a:lnTo>
                  <a:lnTo>
                    <a:pt x="380438" y="643354"/>
                  </a:lnTo>
                  <a:lnTo>
                    <a:pt x="382359" y="643354"/>
                  </a:lnTo>
                  <a:lnTo>
                    <a:pt x="384281" y="643354"/>
                  </a:lnTo>
                  <a:lnTo>
                    <a:pt x="386202" y="643354"/>
                  </a:lnTo>
                  <a:lnTo>
                    <a:pt x="388123" y="643354"/>
                  </a:lnTo>
                  <a:lnTo>
                    <a:pt x="390045" y="643354"/>
                  </a:lnTo>
                  <a:lnTo>
                    <a:pt x="391966" y="643354"/>
                  </a:lnTo>
                  <a:lnTo>
                    <a:pt x="393888" y="643354"/>
                  </a:lnTo>
                  <a:lnTo>
                    <a:pt x="395809" y="643354"/>
                  </a:lnTo>
                  <a:lnTo>
                    <a:pt x="397730" y="643354"/>
                  </a:lnTo>
                  <a:lnTo>
                    <a:pt x="399652" y="643354"/>
                  </a:lnTo>
                  <a:lnTo>
                    <a:pt x="401573" y="643354"/>
                  </a:lnTo>
                  <a:lnTo>
                    <a:pt x="403495" y="643354"/>
                  </a:lnTo>
                  <a:lnTo>
                    <a:pt x="405416" y="643354"/>
                  </a:lnTo>
                  <a:lnTo>
                    <a:pt x="407337" y="643354"/>
                  </a:lnTo>
                  <a:lnTo>
                    <a:pt x="409259" y="643354"/>
                  </a:lnTo>
                  <a:lnTo>
                    <a:pt x="411180" y="643354"/>
                  </a:lnTo>
                  <a:lnTo>
                    <a:pt x="413102" y="643354"/>
                  </a:lnTo>
                  <a:lnTo>
                    <a:pt x="415023" y="643354"/>
                  </a:lnTo>
                  <a:lnTo>
                    <a:pt x="416944" y="643354"/>
                  </a:lnTo>
                  <a:lnTo>
                    <a:pt x="418866" y="643354"/>
                  </a:lnTo>
                  <a:lnTo>
                    <a:pt x="420787" y="643354"/>
                  </a:lnTo>
                  <a:lnTo>
                    <a:pt x="422709" y="643354"/>
                  </a:lnTo>
                  <a:lnTo>
                    <a:pt x="424630" y="643354"/>
                  </a:lnTo>
                  <a:lnTo>
                    <a:pt x="426551" y="643354"/>
                  </a:lnTo>
                  <a:lnTo>
                    <a:pt x="428473" y="643354"/>
                  </a:lnTo>
                  <a:lnTo>
                    <a:pt x="430394" y="643354"/>
                  </a:lnTo>
                  <a:lnTo>
                    <a:pt x="432316" y="643354"/>
                  </a:lnTo>
                  <a:lnTo>
                    <a:pt x="434237" y="643354"/>
                  </a:lnTo>
                  <a:lnTo>
                    <a:pt x="436159" y="643354"/>
                  </a:lnTo>
                  <a:lnTo>
                    <a:pt x="438080" y="643354"/>
                  </a:lnTo>
                  <a:lnTo>
                    <a:pt x="440001" y="643354"/>
                  </a:lnTo>
                  <a:lnTo>
                    <a:pt x="441923" y="643354"/>
                  </a:lnTo>
                  <a:lnTo>
                    <a:pt x="443844" y="643354"/>
                  </a:lnTo>
                  <a:lnTo>
                    <a:pt x="445766" y="643354"/>
                  </a:lnTo>
                  <a:lnTo>
                    <a:pt x="447687" y="643354"/>
                  </a:lnTo>
                  <a:lnTo>
                    <a:pt x="449608" y="643354"/>
                  </a:lnTo>
                  <a:lnTo>
                    <a:pt x="451530" y="643354"/>
                  </a:lnTo>
                  <a:lnTo>
                    <a:pt x="453451" y="643354"/>
                  </a:lnTo>
                  <a:lnTo>
                    <a:pt x="455373" y="643354"/>
                  </a:lnTo>
                  <a:lnTo>
                    <a:pt x="457294" y="643354"/>
                  </a:lnTo>
                  <a:lnTo>
                    <a:pt x="459215" y="643354"/>
                  </a:lnTo>
                  <a:lnTo>
                    <a:pt x="461137" y="643354"/>
                  </a:lnTo>
                  <a:lnTo>
                    <a:pt x="463058" y="643354"/>
                  </a:lnTo>
                  <a:lnTo>
                    <a:pt x="464980" y="643354"/>
                  </a:lnTo>
                  <a:lnTo>
                    <a:pt x="466901" y="643354"/>
                  </a:lnTo>
                  <a:lnTo>
                    <a:pt x="468822" y="643354"/>
                  </a:lnTo>
                  <a:lnTo>
                    <a:pt x="470744" y="643354"/>
                  </a:lnTo>
                  <a:lnTo>
                    <a:pt x="472665" y="643354"/>
                  </a:lnTo>
                  <a:lnTo>
                    <a:pt x="474587" y="643354"/>
                  </a:lnTo>
                  <a:lnTo>
                    <a:pt x="476508" y="643354"/>
                  </a:lnTo>
                  <a:lnTo>
                    <a:pt x="478429" y="643354"/>
                  </a:lnTo>
                  <a:lnTo>
                    <a:pt x="480351" y="643354"/>
                  </a:lnTo>
                  <a:lnTo>
                    <a:pt x="482272" y="643354"/>
                  </a:lnTo>
                  <a:lnTo>
                    <a:pt x="484194" y="643354"/>
                  </a:lnTo>
                  <a:lnTo>
                    <a:pt x="486115" y="643354"/>
                  </a:lnTo>
                  <a:lnTo>
                    <a:pt x="488036" y="643354"/>
                  </a:lnTo>
                  <a:lnTo>
                    <a:pt x="489958" y="643354"/>
                  </a:lnTo>
                  <a:lnTo>
                    <a:pt x="491879" y="643354"/>
                  </a:lnTo>
                  <a:lnTo>
                    <a:pt x="493801" y="643354"/>
                  </a:lnTo>
                  <a:lnTo>
                    <a:pt x="495722" y="643354"/>
                  </a:lnTo>
                  <a:lnTo>
                    <a:pt x="497643" y="643354"/>
                  </a:lnTo>
                  <a:lnTo>
                    <a:pt x="499565" y="643354"/>
                  </a:lnTo>
                  <a:lnTo>
                    <a:pt x="501486" y="643354"/>
                  </a:lnTo>
                  <a:lnTo>
                    <a:pt x="503408" y="643354"/>
                  </a:lnTo>
                  <a:lnTo>
                    <a:pt x="505329" y="643354"/>
                  </a:lnTo>
                  <a:lnTo>
                    <a:pt x="507250" y="643354"/>
                  </a:lnTo>
                  <a:lnTo>
                    <a:pt x="509172" y="643354"/>
                  </a:lnTo>
                  <a:lnTo>
                    <a:pt x="511093" y="643354"/>
                  </a:lnTo>
                  <a:lnTo>
                    <a:pt x="513015" y="643354"/>
                  </a:lnTo>
                  <a:lnTo>
                    <a:pt x="514936" y="643354"/>
                  </a:lnTo>
                  <a:lnTo>
                    <a:pt x="516858" y="643354"/>
                  </a:lnTo>
                  <a:lnTo>
                    <a:pt x="518779" y="643354"/>
                  </a:lnTo>
                  <a:lnTo>
                    <a:pt x="520700" y="643354"/>
                  </a:lnTo>
                  <a:lnTo>
                    <a:pt x="522622" y="643354"/>
                  </a:lnTo>
                  <a:lnTo>
                    <a:pt x="524543" y="643354"/>
                  </a:lnTo>
                  <a:lnTo>
                    <a:pt x="526465" y="643354"/>
                  </a:lnTo>
                  <a:lnTo>
                    <a:pt x="528386" y="643354"/>
                  </a:lnTo>
                  <a:lnTo>
                    <a:pt x="530307" y="643354"/>
                  </a:lnTo>
                  <a:lnTo>
                    <a:pt x="532229" y="643354"/>
                  </a:lnTo>
                  <a:lnTo>
                    <a:pt x="534150" y="643354"/>
                  </a:lnTo>
                  <a:lnTo>
                    <a:pt x="536072" y="643354"/>
                  </a:lnTo>
                  <a:lnTo>
                    <a:pt x="537993" y="643354"/>
                  </a:lnTo>
                  <a:lnTo>
                    <a:pt x="539914" y="643354"/>
                  </a:lnTo>
                  <a:lnTo>
                    <a:pt x="541836" y="643354"/>
                  </a:lnTo>
                  <a:lnTo>
                    <a:pt x="543757" y="643354"/>
                  </a:lnTo>
                  <a:lnTo>
                    <a:pt x="545679" y="643354"/>
                  </a:lnTo>
                  <a:lnTo>
                    <a:pt x="547600" y="643354"/>
                  </a:lnTo>
                  <a:lnTo>
                    <a:pt x="549521" y="643354"/>
                  </a:lnTo>
                  <a:lnTo>
                    <a:pt x="551443" y="643354"/>
                  </a:lnTo>
                  <a:lnTo>
                    <a:pt x="553364" y="643354"/>
                  </a:lnTo>
                  <a:lnTo>
                    <a:pt x="555286" y="643354"/>
                  </a:lnTo>
                  <a:lnTo>
                    <a:pt x="557207" y="643354"/>
                  </a:lnTo>
                  <a:lnTo>
                    <a:pt x="559128" y="643354"/>
                  </a:lnTo>
                  <a:lnTo>
                    <a:pt x="561050" y="643354"/>
                  </a:lnTo>
                  <a:lnTo>
                    <a:pt x="562971" y="643354"/>
                  </a:lnTo>
                  <a:lnTo>
                    <a:pt x="564893" y="643354"/>
                  </a:lnTo>
                  <a:lnTo>
                    <a:pt x="566814" y="643354"/>
                  </a:lnTo>
                  <a:lnTo>
                    <a:pt x="568735" y="643354"/>
                  </a:lnTo>
                  <a:lnTo>
                    <a:pt x="570657" y="643354"/>
                  </a:lnTo>
                  <a:lnTo>
                    <a:pt x="572578" y="643354"/>
                  </a:lnTo>
                  <a:lnTo>
                    <a:pt x="574500" y="643354"/>
                  </a:lnTo>
                  <a:lnTo>
                    <a:pt x="576421" y="643354"/>
                  </a:lnTo>
                  <a:lnTo>
                    <a:pt x="578342" y="643354"/>
                  </a:lnTo>
                  <a:lnTo>
                    <a:pt x="580264" y="643354"/>
                  </a:lnTo>
                  <a:lnTo>
                    <a:pt x="582185" y="643354"/>
                  </a:lnTo>
                  <a:lnTo>
                    <a:pt x="584107" y="643354"/>
                  </a:lnTo>
                  <a:lnTo>
                    <a:pt x="586028" y="643354"/>
                  </a:lnTo>
                  <a:lnTo>
                    <a:pt x="587950" y="643354"/>
                  </a:lnTo>
                  <a:lnTo>
                    <a:pt x="589871" y="643354"/>
                  </a:lnTo>
                  <a:lnTo>
                    <a:pt x="591792" y="643354"/>
                  </a:lnTo>
                  <a:lnTo>
                    <a:pt x="593714" y="643354"/>
                  </a:lnTo>
                  <a:lnTo>
                    <a:pt x="595635" y="643354"/>
                  </a:lnTo>
                  <a:lnTo>
                    <a:pt x="597557" y="643354"/>
                  </a:lnTo>
                  <a:lnTo>
                    <a:pt x="599478" y="643354"/>
                  </a:lnTo>
                  <a:lnTo>
                    <a:pt x="601399" y="643354"/>
                  </a:lnTo>
                  <a:lnTo>
                    <a:pt x="603321" y="643354"/>
                  </a:lnTo>
                  <a:lnTo>
                    <a:pt x="605242" y="643354"/>
                  </a:lnTo>
                  <a:lnTo>
                    <a:pt x="607164" y="643354"/>
                  </a:lnTo>
                  <a:lnTo>
                    <a:pt x="609085" y="643354"/>
                  </a:lnTo>
                  <a:lnTo>
                    <a:pt x="611006" y="643354"/>
                  </a:lnTo>
                  <a:lnTo>
                    <a:pt x="612928" y="643354"/>
                  </a:lnTo>
                  <a:lnTo>
                    <a:pt x="614849" y="643354"/>
                  </a:lnTo>
                  <a:lnTo>
                    <a:pt x="616771" y="643354"/>
                  </a:lnTo>
                  <a:lnTo>
                    <a:pt x="618692" y="643354"/>
                  </a:lnTo>
                  <a:lnTo>
                    <a:pt x="620613" y="643354"/>
                  </a:lnTo>
                  <a:lnTo>
                    <a:pt x="622535" y="643354"/>
                  </a:lnTo>
                  <a:lnTo>
                    <a:pt x="624456" y="643354"/>
                  </a:lnTo>
                  <a:lnTo>
                    <a:pt x="626378" y="643354"/>
                  </a:lnTo>
                  <a:lnTo>
                    <a:pt x="628299" y="643354"/>
                  </a:lnTo>
                  <a:lnTo>
                    <a:pt x="630220" y="643354"/>
                  </a:lnTo>
                  <a:lnTo>
                    <a:pt x="632142" y="643354"/>
                  </a:lnTo>
                  <a:lnTo>
                    <a:pt x="634063" y="643354"/>
                  </a:lnTo>
                  <a:lnTo>
                    <a:pt x="635985" y="643354"/>
                  </a:lnTo>
                  <a:lnTo>
                    <a:pt x="637906" y="643354"/>
                  </a:lnTo>
                  <a:lnTo>
                    <a:pt x="639827" y="643354"/>
                  </a:lnTo>
                  <a:lnTo>
                    <a:pt x="641749" y="643354"/>
                  </a:lnTo>
                  <a:lnTo>
                    <a:pt x="643670" y="643354"/>
                  </a:lnTo>
                  <a:lnTo>
                    <a:pt x="645592" y="643354"/>
                  </a:lnTo>
                  <a:lnTo>
                    <a:pt x="647513" y="643354"/>
                  </a:lnTo>
                  <a:lnTo>
                    <a:pt x="649434" y="643354"/>
                  </a:lnTo>
                  <a:lnTo>
                    <a:pt x="651356" y="643354"/>
                  </a:lnTo>
                  <a:lnTo>
                    <a:pt x="653277" y="643354"/>
                  </a:lnTo>
                  <a:lnTo>
                    <a:pt x="655199" y="643354"/>
                  </a:lnTo>
                  <a:lnTo>
                    <a:pt x="657120" y="643354"/>
                  </a:lnTo>
                  <a:lnTo>
                    <a:pt x="659042" y="643354"/>
                  </a:lnTo>
                  <a:lnTo>
                    <a:pt x="660963" y="643354"/>
                  </a:lnTo>
                  <a:lnTo>
                    <a:pt x="662884" y="643354"/>
                  </a:lnTo>
                  <a:lnTo>
                    <a:pt x="664806" y="643354"/>
                  </a:lnTo>
                  <a:lnTo>
                    <a:pt x="666727" y="643354"/>
                  </a:lnTo>
                  <a:lnTo>
                    <a:pt x="668649" y="643354"/>
                  </a:lnTo>
                  <a:lnTo>
                    <a:pt x="670570" y="643354"/>
                  </a:lnTo>
                  <a:lnTo>
                    <a:pt x="672491" y="643354"/>
                  </a:lnTo>
                  <a:lnTo>
                    <a:pt x="674413" y="643354"/>
                  </a:lnTo>
                  <a:lnTo>
                    <a:pt x="676334" y="643354"/>
                  </a:lnTo>
                  <a:lnTo>
                    <a:pt x="678256" y="643354"/>
                  </a:lnTo>
                  <a:lnTo>
                    <a:pt x="680177" y="643354"/>
                  </a:lnTo>
                  <a:lnTo>
                    <a:pt x="682098" y="643354"/>
                  </a:lnTo>
                  <a:lnTo>
                    <a:pt x="684020" y="643354"/>
                  </a:lnTo>
                  <a:lnTo>
                    <a:pt x="685941" y="643354"/>
                  </a:lnTo>
                  <a:lnTo>
                    <a:pt x="687863" y="643354"/>
                  </a:lnTo>
                  <a:lnTo>
                    <a:pt x="689784" y="643354"/>
                  </a:lnTo>
                  <a:lnTo>
                    <a:pt x="691705" y="643354"/>
                  </a:lnTo>
                  <a:lnTo>
                    <a:pt x="693627" y="643354"/>
                  </a:lnTo>
                  <a:lnTo>
                    <a:pt x="695548" y="643354"/>
                  </a:lnTo>
                  <a:lnTo>
                    <a:pt x="697470" y="643354"/>
                  </a:lnTo>
                  <a:lnTo>
                    <a:pt x="699391" y="643354"/>
                  </a:lnTo>
                  <a:lnTo>
                    <a:pt x="701312" y="643354"/>
                  </a:lnTo>
                  <a:lnTo>
                    <a:pt x="703234" y="643354"/>
                  </a:lnTo>
                  <a:lnTo>
                    <a:pt x="705155" y="643354"/>
                  </a:lnTo>
                  <a:lnTo>
                    <a:pt x="707077" y="643354"/>
                  </a:lnTo>
                  <a:lnTo>
                    <a:pt x="708998" y="643354"/>
                  </a:lnTo>
                  <a:lnTo>
                    <a:pt x="710919" y="643354"/>
                  </a:lnTo>
                  <a:lnTo>
                    <a:pt x="712841" y="643354"/>
                  </a:lnTo>
                  <a:lnTo>
                    <a:pt x="714762" y="643354"/>
                  </a:lnTo>
                  <a:lnTo>
                    <a:pt x="716684" y="643354"/>
                  </a:lnTo>
                  <a:lnTo>
                    <a:pt x="718605" y="643354"/>
                  </a:lnTo>
                  <a:lnTo>
                    <a:pt x="720526" y="643354"/>
                  </a:lnTo>
                  <a:lnTo>
                    <a:pt x="722448" y="643354"/>
                  </a:lnTo>
                  <a:lnTo>
                    <a:pt x="724369" y="643354"/>
                  </a:lnTo>
                  <a:lnTo>
                    <a:pt x="726291" y="643354"/>
                  </a:lnTo>
                  <a:lnTo>
                    <a:pt x="728212" y="643354"/>
                  </a:lnTo>
                  <a:lnTo>
                    <a:pt x="730134" y="643354"/>
                  </a:lnTo>
                  <a:lnTo>
                    <a:pt x="732055" y="643354"/>
                  </a:lnTo>
                  <a:lnTo>
                    <a:pt x="733976" y="643354"/>
                  </a:lnTo>
                  <a:lnTo>
                    <a:pt x="735898" y="643354"/>
                  </a:lnTo>
                  <a:lnTo>
                    <a:pt x="737819" y="643354"/>
                  </a:lnTo>
                  <a:lnTo>
                    <a:pt x="739741" y="643354"/>
                  </a:lnTo>
                  <a:lnTo>
                    <a:pt x="741662" y="643354"/>
                  </a:lnTo>
                  <a:lnTo>
                    <a:pt x="743583" y="643354"/>
                  </a:lnTo>
                  <a:lnTo>
                    <a:pt x="745505" y="643354"/>
                  </a:lnTo>
                  <a:lnTo>
                    <a:pt x="747426" y="643354"/>
                  </a:lnTo>
                  <a:lnTo>
                    <a:pt x="749348" y="643354"/>
                  </a:lnTo>
                  <a:lnTo>
                    <a:pt x="751269" y="643354"/>
                  </a:lnTo>
                  <a:lnTo>
                    <a:pt x="753190" y="643354"/>
                  </a:lnTo>
                  <a:lnTo>
                    <a:pt x="755112" y="643354"/>
                  </a:lnTo>
                  <a:lnTo>
                    <a:pt x="757033" y="643354"/>
                  </a:lnTo>
                  <a:lnTo>
                    <a:pt x="758955" y="643354"/>
                  </a:lnTo>
                  <a:lnTo>
                    <a:pt x="760876" y="643354"/>
                  </a:lnTo>
                  <a:lnTo>
                    <a:pt x="762797" y="643354"/>
                  </a:lnTo>
                  <a:lnTo>
                    <a:pt x="764719" y="643354"/>
                  </a:lnTo>
                  <a:lnTo>
                    <a:pt x="766640" y="643354"/>
                  </a:lnTo>
                  <a:lnTo>
                    <a:pt x="768562" y="643354"/>
                  </a:lnTo>
                  <a:lnTo>
                    <a:pt x="770483" y="643354"/>
                  </a:lnTo>
                  <a:lnTo>
                    <a:pt x="772404" y="643354"/>
                  </a:lnTo>
                  <a:lnTo>
                    <a:pt x="774326" y="643354"/>
                  </a:lnTo>
                  <a:lnTo>
                    <a:pt x="776247" y="643354"/>
                  </a:lnTo>
                  <a:lnTo>
                    <a:pt x="778169" y="643354"/>
                  </a:lnTo>
                  <a:lnTo>
                    <a:pt x="780090" y="643354"/>
                  </a:lnTo>
                  <a:lnTo>
                    <a:pt x="782011" y="643354"/>
                  </a:lnTo>
                  <a:lnTo>
                    <a:pt x="783933" y="643354"/>
                  </a:lnTo>
                  <a:lnTo>
                    <a:pt x="785854" y="643354"/>
                  </a:lnTo>
                  <a:lnTo>
                    <a:pt x="787776" y="643354"/>
                  </a:lnTo>
                  <a:lnTo>
                    <a:pt x="789697" y="643354"/>
                  </a:lnTo>
                  <a:lnTo>
                    <a:pt x="791618" y="643354"/>
                  </a:lnTo>
                  <a:lnTo>
                    <a:pt x="793540" y="643354"/>
                  </a:lnTo>
                  <a:lnTo>
                    <a:pt x="795461" y="643354"/>
                  </a:lnTo>
                  <a:lnTo>
                    <a:pt x="797383" y="643354"/>
                  </a:lnTo>
                  <a:lnTo>
                    <a:pt x="799304" y="643354"/>
                  </a:lnTo>
                  <a:lnTo>
                    <a:pt x="801226" y="643354"/>
                  </a:lnTo>
                  <a:lnTo>
                    <a:pt x="803147" y="643354"/>
                  </a:lnTo>
                  <a:lnTo>
                    <a:pt x="805068" y="643354"/>
                  </a:lnTo>
                  <a:lnTo>
                    <a:pt x="806990" y="643354"/>
                  </a:lnTo>
                  <a:lnTo>
                    <a:pt x="808911" y="643354"/>
                  </a:lnTo>
                  <a:lnTo>
                    <a:pt x="810833" y="643354"/>
                  </a:lnTo>
                  <a:lnTo>
                    <a:pt x="812754" y="643354"/>
                  </a:lnTo>
                  <a:lnTo>
                    <a:pt x="814675" y="643354"/>
                  </a:lnTo>
                  <a:lnTo>
                    <a:pt x="816597" y="643354"/>
                  </a:lnTo>
                  <a:lnTo>
                    <a:pt x="818518" y="643354"/>
                  </a:lnTo>
                  <a:lnTo>
                    <a:pt x="820440" y="643354"/>
                  </a:lnTo>
                  <a:lnTo>
                    <a:pt x="822361" y="643354"/>
                  </a:lnTo>
                  <a:lnTo>
                    <a:pt x="824282" y="643354"/>
                  </a:lnTo>
                  <a:lnTo>
                    <a:pt x="826204" y="643354"/>
                  </a:lnTo>
                  <a:lnTo>
                    <a:pt x="828125" y="643354"/>
                  </a:lnTo>
                  <a:lnTo>
                    <a:pt x="830047" y="643354"/>
                  </a:lnTo>
                  <a:lnTo>
                    <a:pt x="831968" y="643354"/>
                  </a:lnTo>
                  <a:lnTo>
                    <a:pt x="833889" y="643354"/>
                  </a:lnTo>
                  <a:lnTo>
                    <a:pt x="835811" y="643354"/>
                  </a:lnTo>
                  <a:lnTo>
                    <a:pt x="837732" y="643354"/>
                  </a:lnTo>
                  <a:lnTo>
                    <a:pt x="839654" y="643354"/>
                  </a:lnTo>
                  <a:lnTo>
                    <a:pt x="841575" y="643354"/>
                  </a:lnTo>
                  <a:lnTo>
                    <a:pt x="843496" y="643354"/>
                  </a:lnTo>
                  <a:lnTo>
                    <a:pt x="845418" y="643354"/>
                  </a:lnTo>
                  <a:lnTo>
                    <a:pt x="847339" y="643354"/>
                  </a:lnTo>
                  <a:lnTo>
                    <a:pt x="849261" y="643354"/>
                  </a:lnTo>
                  <a:lnTo>
                    <a:pt x="851182" y="643354"/>
                  </a:lnTo>
                  <a:lnTo>
                    <a:pt x="853103" y="643354"/>
                  </a:lnTo>
                  <a:lnTo>
                    <a:pt x="855025" y="643354"/>
                  </a:lnTo>
                  <a:lnTo>
                    <a:pt x="856946" y="643354"/>
                  </a:lnTo>
                  <a:lnTo>
                    <a:pt x="858868" y="643354"/>
                  </a:lnTo>
                  <a:lnTo>
                    <a:pt x="860789" y="643354"/>
                  </a:lnTo>
                  <a:lnTo>
                    <a:pt x="862710" y="643354"/>
                  </a:lnTo>
                  <a:lnTo>
                    <a:pt x="864632" y="643354"/>
                  </a:lnTo>
                  <a:lnTo>
                    <a:pt x="866553" y="643354"/>
                  </a:lnTo>
                  <a:lnTo>
                    <a:pt x="868475" y="643354"/>
                  </a:lnTo>
                  <a:lnTo>
                    <a:pt x="870396" y="643354"/>
                  </a:lnTo>
                  <a:lnTo>
                    <a:pt x="872318" y="643354"/>
                  </a:lnTo>
                  <a:lnTo>
                    <a:pt x="874239" y="643354"/>
                  </a:lnTo>
                  <a:lnTo>
                    <a:pt x="876160" y="643354"/>
                  </a:lnTo>
                  <a:lnTo>
                    <a:pt x="878082" y="643354"/>
                  </a:lnTo>
                  <a:lnTo>
                    <a:pt x="880003" y="643354"/>
                  </a:lnTo>
                  <a:lnTo>
                    <a:pt x="881925" y="643354"/>
                  </a:lnTo>
                  <a:lnTo>
                    <a:pt x="883846" y="643354"/>
                  </a:lnTo>
                  <a:lnTo>
                    <a:pt x="885767" y="643354"/>
                  </a:lnTo>
                  <a:lnTo>
                    <a:pt x="887689" y="643354"/>
                  </a:lnTo>
                  <a:lnTo>
                    <a:pt x="889610" y="643354"/>
                  </a:lnTo>
                  <a:lnTo>
                    <a:pt x="891532" y="643354"/>
                  </a:lnTo>
                  <a:lnTo>
                    <a:pt x="893453" y="643354"/>
                  </a:lnTo>
                  <a:lnTo>
                    <a:pt x="895374" y="643354"/>
                  </a:lnTo>
                  <a:lnTo>
                    <a:pt x="897296" y="643354"/>
                  </a:lnTo>
                  <a:lnTo>
                    <a:pt x="899217" y="643354"/>
                  </a:lnTo>
                  <a:lnTo>
                    <a:pt x="901139" y="643354"/>
                  </a:lnTo>
                  <a:lnTo>
                    <a:pt x="903060" y="643354"/>
                  </a:lnTo>
                  <a:lnTo>
                    <a:pt x="904981" y="643354"/>
                  </a:lnTo>
                  <a:lnTo>
                    <a:pt x="906903" y="643354"/>
                  </a:lnTo>
                  <a:lnTo>
                    <a:pt x="908824" y="643354"/>
                  </a:lnTo>
                  <a:lnTo>
                    <a:pt x="910746" y="643354"/>
                  </a:lnTo>
                  <a:lnTo>
                    <a:pt x="912667" y="643354"/>
                  </a:lnTo>
                  <a:lnTo>
                    <a:pt x="914588" y="643354"/>
                  </a:lnTo>
                  <a:lnTo>
                    <a:pt x="916510" y="643354"/>
                  </a:lnTo>
                  <a:lnTo>
                    <a:pt x="918431" y="643354"/>
                  </a:lnTo>
                  <a:lnTo>
                    <a:pt x="920353" y="643354"/>
                  </a:lnTo>
                  <a:lnTo>
                    <a:pt x="922274" y="643354"/>
                  </a:lnTo>
                  <a:lnTo>
                    <a:pt x="924195" y="643354"/>
                  </a:lnTo>
                  <a:lnTo>
                    <a:pt x="926117" y="643354"/>
                  </a:lnTo>
                  <a:lnTo>
                    <a:pt x="928038" y="643354"/>
                  </a:lnTo>
                  <a:lnTo>
                    <a:pt x="929960" y="643354"/>
                  </a:lnTo>
                  <a:lnTo>
                    <a:pt x="931881" y="643354"/>
                  </a:lnTo>
                  <a:lnTo>
                    <a:pt x="933802" y="643354"/>
                  </a:lnTo>
                  <a:lnTo>
                    <a:pt x="935724" y="643354"/>
                  </a:lnTo>
                  <a:lnTo>
                    <a:pt x="937645" y="643354"/>
                  </a:lnTo>
                  <a:lnTo>
                    <a:pt x="939567" y="643354"/>
                  </a:lnTo>
                  <a:lnTo>
                    <a:pt x="941488" y="643354"/>
                  </a:lnTo>
                  <a:lnTo>
                    <a:pt x="943410" y="643354"/>
                  </a:lnTo>
                  <a:lnTo>
                    <a:pt x="945331" y="643354"/>
                  </a:lnTo>
                  <a:lnTo>
                    <a:pt x="947252" y="643354"/>
                  </a:lnTo>
                  <a:lnTo>
                    <a:pt x="949174" y="643354"/>
                  </a:lnTo>
                  <a:lnTo>
                    <a:pt x="951095" y="643354"/>
                  </a:lnTo>
                  <a:lnTo>
                    <a:pt x="953017" y="643354"/>
                  </a:lnTo>
                  <a:lnTo>
                    <a:pt x="954938" y="643354"/>
                  </a:lnTo>
                  <a:lnTo>
                    <a:pt x="956859" y="643354"/>
                  </a:lnTo>
                  <a:lnTo>
                    <a:pt x="958781" y="643354"/>
                  </a:lnTo>
                  <a:lnTo>
                    <a:pt x="960702" y="643354"/>
                  </a:lnTo>
                  <a:lnTo>
                    <a:pt x="962624" y="643354"/>
                  </a:lnTo>
                  <a:lnTo>
                    <a:pt x="964545" y="643354"/>
                  </a:lnTo>
                  <a:lnTo>
                    <a:pt x="966466" y="643354"/>
                  </a:lnTo>
                  <a:lnTo>
                    <a:pt x="968388" y="643354"/>
                  </a:lnTo>
                  <a:lnTo>
                    <a:pt x="970309" y="643354"/>
                  </a:lnTo>
                  <a:lnTo>
                    <a:pt x="972231" y="643354"/>
                  </a:lnTo>
                  <a:lnTo>
                    <a:pt x="974152" y="643354"/>
                  </a:lnTo>
                  <a:lnTo>
                    <a:pt x="976073" y="643354"/>
                  </a:lnTo>
                  <a:lnTo>
                    <a:pt x="977995" y="643354"/>
                  </a:lnTo>
                  <a:lnTo>
                    <a:pt x="979916" y="643354"/>
                  </a:lnTo>
                  <a:lnTo>
                    <a:pt x="981838" y="643354"/>
                  </a:lnTo>
                  <a:lnTo>
                    <a:pt x="979916" y="643354"/>
                  </a:lnTo>
                  <a:lnTo>
                    <a:pt x="977995" y="643354"/>
                  </a:lnTo>
                  <a:lnTo>
                    <a:pt x="976073" y="643354"/>
                  </a:lnTo>
                  <a:lnTo>
                    <a:pt x="974152" y="643354"/>
                  </a:lnTo>
                  <a:lnTo>
                    <a:pt x="972231" y="643354"/>
                  </a:lnTo>
                  <a:lnTo>
                    <a:pt x="970309" y="643354"/>
                  </a:lnTo>
                  <a:lnTo>
                    <a:pt x="968388" y="643354"/>
                  </a:lnTo>
                  <a:lnTo>
                    <a:pt x="966466" y="643354"/>
                  </a:lnTo>
                  <a:lnTo>
                    <a:pt x="964545" y="643354"/>
                  </a:lnTo>
                  <a:lnTo>
                    <a:pt x="962624" y="643354"/>
                  </a:lnTo>
                  <a:lnTo>
                    <a:pt x="960702" y="643354"/>
                  </a:lnTo>
                  <a:lnTo>
                    <a:pt x="958781" y="643354"/>
                  </a:lnTo>
                  <a:lnTo>
                    <a:pt x="956859" y="643354"/>
                  </a:lnTo>
                  <a:lnTo>
                    <a:pt x="954938" y="643354"/>
                  </a:lnTo>
                  <a:lnTo>
                    <a:pt x="953017" y="643354"/>
                  </a:lnTo>
                  <a:lnTo>
                    <a:pt x="951095" y="643354"/>
                  </a:lnTo>
                  <a:lnTo>
                    <a:pt x="949174" y="643354"/>
                  </a:lnTo>
                  <a:lnTo>
                    <a:pt x="947252" y="643354"/>
                  </a:lnTo>
                  <a:lnTo>
                    <a:pt x="945331" y="643354"/>
                  </a:lnTo>
                  <a:lnTo>
                    <a:pt x="943410" y="643354"/>
                  </a:lnTo>
                  <a:lnTo>
                    <a:pt x="941488" y="643354"/>
                  </a:lnTo>
                  <a:lnTo>
                    <a:pt x="939567" y="643354"/>
                  </a:lnTo>
                  <a:lnTo>
                    <a:pt x="937645" y="643354"/>
                  </a:lnTo>
                  <a:lnTo>
                    <a:pt x="935724" y="643354"/>
                  </a:lnTo>
                  <a:lnTo>
                    <a:pt x="933802" y="643354"/>
                  </a:lnTo>
                  <a:lnTo>
                    <a:pt x="931881" y="643354"/>
                  </a:lnTo>
                  <a:lnTo>
                    <a:pt x="929960" y="643354"/>
                  </a:lnTo>
                  <a:lnTo>
                    <a:pt x="928038" y="643354"/>
                  </a:lnTo>
                  <a:lnTo>
                    <a:pt x="926117" y="643354"/>
                  </a:lnTo>
                  <a:lnTo>
                    <a:pt x="924195" y="643354"/>
                  </a:lnTo>
                  <a:lnTo>
                    <a:pt x="922274" y="643354"/>
                  </a:lnTo>
                  <a:lnTo>
                    <a:pt x="920353" y="643354"/>
                  </a:lnTo>
                  <a:lnTo>
                    <a:pt x="918431" y="643354"/>
                  </a:lnTo>
                  <a:lnTo>
                    <a:pt x="916510" y="643354"/>
                  </a:lnTo>
                  <a:lnTo>
                    <a:pt x="914588" y="643354"/>
                  </a:lnTo>
                  <a:lnTo>
                    <a:pt x="912667" y="643354"/>
                  </a:lnTo>
                  <a:lnTo>
                    <a:pt x="910746" y="643354"/>
                  </a:lnTo>
                  <a:lnTo>
                    <a:pt x="908824" y="643354"/>
                  </a:lnTo>
                  <a:lnTo>
                    <a:pt x="906903" y="643354"/>
                  </a:lnTo>
                  <a:lnTo>
                    <a:pt x="904981" y="643354"/>
                  </a:lnTo>
                  <a:lnTo>
                    <a:pt x="903060" y="643354"/>
                  </a:lnTo>
                  <a:lnTo>
                    <a:pt x="901139" y="643354"/>
                  </a:lnTo>
                  <a:lnTo>
                    <a:pt x="899217" y="643354"/>
                  </a:lnTo>
                  <a:lnTo>
                    <a:pt x="897296" y="643354"/>
                  </a:lnTo>
                  <a:lnTo>
                    <a:pt x="895374" y="643354"/>
                  </a:lnTo>
                  <a:lnTo>
                    <a:pt x="893453" y="643354"/>
                  </a:lnTo>
                  <a:lnTo>
                    <a:pt x="891532" y="643354"/>
                  </a:lnTo>
                  <a:lnTo>
                    <a:pt x="889610" y="643354"/>
                  </a:lnTo>
                  <a:lnTo>
                    <a:pt x="887689" y="643354"/>
                  </a:lnTo>
                  <a:lnTo>
                    <a:pt x="885767" y="643354"/>
                  </a:lnTo>
                  <a:lnTo>
                    <a:pt x="883846" y="643354"/>
                  </a:lnTo>
                  <a:lnTo>
                    <a:pt x="881925" y="643354"/>
                  </a:lnTo>
                  <a:lnTo>
                    <a:pt x="880003" y="643354"/>
                  </a:lnTo>
                  <a:lnTo>
                    <a:pt x="878082" y="643354"/>
                  </a:lnTo>
                  <a:lnTo>
                    <a:pt x="876160" y="643354"/>
                  </a:lnTo>
                  <a:lnTo>
                    <a:pt x="874239" y="643354"/>
                  </a:lnTo>
                  <a:lnTo>
                    <a:pt x="872318" y="643354"/>
                  </a:lnTo>
                  <a:lnTo>
                    <a:pt x="870396" y="643354"/>
                  </a:lnTo>
                  <a:lnTo>
                    <a:pt x="868475" y="643354"/>
                  </a:lnTo>
                  <a:lnTo>
                    <a:pt x="866553" y="643354"/>
                  </a:lnTo>
                  <a:lnTo>
                    <a:pt x="864632" y="643354"/>
                  </a:lnTo>
                  <a:lnTo>
                    <a:pt x="862710" y="643354"/>
                  </a:lnTo>
                  <a:lnTo>
                    <a:pt x="860789" y="643354"/>
                  </a:lnTo>
                  <a:lnTo>
                    <a:pt x="858868" y="643354"/>
                  </a:lnTo>
                  <a:lnTo>
                    <a:pt x="856946" y="643354"/>
                  </a:lnTo>
                  <a:lnTo>
                    <a:pt x="855025" y="643354"/>
                  </a:lnTo>
                  <a:lnTo>
                    <a:pt x="853103" y="643354"/>
                  </a:lnTo>
                  <a:lnTo>
                    <a:pt x="851182" y="643354"/>
                  </a:lnTo>
                  <a:lnTo>
                    <a:pt x="849261" y="643354"/>
                  </a:lnTo>
                  <a:lnTo>
                    <a:pt x="847339" y="643354"/>
                  </a:lnTo>
                  <a:lnTo>
                    <a:pt x="845418" y="643354"/>
                  </a:lnTo>
                  <a:lnTo>
                    <a:pt x="843496" y="643354"/>
                  </a:lnTo>
                  <a:lnTo>
                    <a:pt x="841575" y="643354"/>
                  </a:lnTo>
                  <a:lnTo>
                    <a:pt x="839654" y="643354"/>
                  </a:lnTo>
                  <a:lnTo>
                    <a:pt x="837732" y="643354"/>
                  </a:lnTo>
                  <a:lnTo>
                    <a:pt x="835811" y="643354"/>
                  </a:lnTo>
                  <a:lnTo>
                    <a:pt x="833889" y="643354"/>
                  </a:lnTo>
                  <a:lnTo>
                    <a:pt x="831968" y="643354"/>
                  </a:lnTo>
                  <a:lnTo>
                    <a:pt x="830047" y="643354"/>
                  </a:lnTo>
                  <a:lnTo>
                    <a:pt x="828125" y="643354"/>
                  </a:lnTo>
                  <a:lnTo>
                    <a:pt x="826204" y="643354"/>
                  </a:lnTo>
                  <a:lnTo>
                    <a:pt x="824282" y="643354"/>
                  </a:lnTo>
                  <a:lnTo>
                    <a:pt x="822361" y="643354"/>
                  </a:lnTo>
                  <a:lnTo>
                    <a:pt x="820440" y="643354"/>
                  </a:lnTo>
                  <a:lnTo>
                    <a:pt x="818518" y="643354"/>
                  </a:lnTo>
                  <a:lnTo>
                    <a:pt x="816597" y="643354"/>
                  </a:lnTo>
                  <a:lnTo>
                    <a:pt x="814675" y="643354"/>
                  </a:lnTo>
                  <a:lnTo>
                    <a:pt x="812754" y="643354"/>
                  </a:lnTo>
                  <a:lnTo>
                    <a:pt x="810833" y="643354"/>
                  </a:lnTo>
                  <a:lnTo>
                    <a:pt x="808911" y="643354"/>
                  </a:lnTo>
                  <a:lnTo>
                    <a:pt x="806990" y="643354"/>
                  </a:lnTo>
                  <a:lnTo>
                    <a:pt x="805068" y="643354"/>
                  </a:lnTo>
                  <a:lnTo>
                    <a:pt x="803147" y="643354"/>
                  </a:lnTo>
                  <a:lnTo>
                    <a:pt x="801226" y="643354"/>
                  </a:lnTo>
                  <a:lnTo>
                    <a:pt x="799304" y="643354"/>
                  </a:lnTo>
                  <a:lnTo>
                    <a:pt x="797383" y="643354"/>
                  </a:lnTo>
                  <a:lnTo>
                    <a:pt x="795461" y="643354"/>
                  </a:lnTo>
                  <a:lnTo>
                    <a:pt x="793540" y="643354"/>
                  </a:lnTo>
                  <a:lnTo>
                    <a:pt x="791618" y="643354"/>
                  </a:lnTo>
                  <a:lnTo>
                    <a:pt x="789697" y="643354"/>
                  </a:lnTo>
                  <a:lnTo>
                    <a:pt x="787776" y="643354"/>
                  </a:lnTo>
                  <a:lnTo>
                    <a:pt x="785854" y="643354"/>
                  </a:lnTo>
                  <a:lnTo>
                    <a:pt x="783933" y="643354"/>
                  </a:lnTo>
                  <a:lnTo>
                    <a:pt x="782011" y="643354"/>
                  </a:lnTo>
                  <a:lnTo>
                    <a:pt x="780090" y="643354"/>
                  </a:lnTo>
                  <a:lnTo>
                    <a:pt x="778169" y="643354"/>
                  </a:lnTo>
                  <a:lnTo>
                    <a:pt x="776247" y="643354"/>
                  </a:lnTo>
                  <a:lnTo>
                    <a:pt x="774326" y="643354"/>
                  </a:lnTo>
                  <a:lnTo>
                    <a:pt x="772404" y="643354"/>
                  </a:lnTo>
                  <a:lnTo>
                    <a:pt x="770483" y="643354"/>
                  </a:lnTo>
                  <a:lnTo>
                    <a:pt x="768562" y="643354"/>
                  </a:lnTo>
                  <a:lnTo>
                    <a:pt x="766640" y="643354"/>
                  </a:lnTo>
                  <a:lnTo>
                    <a:pt x="764719" y="643354"/>
                  </a:lnTo>
                  <a:lnTo>
                    <a:pt x="762797" y="643354"/>
                  </a:lnTo>
                  <a:lnTo>
                    <a:pt x="760876" y="643354"/>
                  </a:lnTo>
                  <a:lnTo>
                    <a:pt x="758955" y="643354"/>
                  </a:lnTo>
                  <a:lnTo>
                    <a:pt x="757033" y="643354"/>
                  </a:lnTo>
                  <a:lnTo>
                    <a:pt x="755112" y="643354"/>
                  </a:lnTo>
                  <a:lnTo>
                    <a:pt x="753190" y="643354"/>
                  </a:lnTo>
                  <a:lnTo>
                    <a:pt x="751269" y="643354"/>
                  </a:lnTo>
                  <a:lnTo>
                    <a:pt x="749348" y="643354"/>
                  </a:lnTo>
                  <a:lnTo>
                    <a:pt x="747426" y="643354"/>
                  </a:lnTo>
                  <a:lnTo>
                    <a:pt x="745505" y="643354"/>
                  </a:lnTo>
                  <a:lnTo>
                    <a:pt x="743583" y="643354"/>
                  </a:lnTo>
                  <a:lnTo>
                    <a:pt x="741662" y="643354"/>
                  </a:lnTo>
                  <a:lnTo>
                    <a:pt x="739741" y="643354"/>
                  </a:lnTo>
                  <a:lnTo>
                    <a:pt x="737819" y="643354"/>
                  </a:lnTo>
                  <a:lnTo>
                    <a:pt x="735898" y="643354"/>
                  </a:lnTo>
                  <a:lnTo>
                    <a:pt x="733976" y="643354"/>
                  </a:lnTo>
                  <a:lnTo>
                    <a:pt x="732055" y="643354"/>
                  </a:lnTo>
                  <a:lnTo>
                    <a:pt x="730134" y="643354"/>
                  </a:lnTo>
                  <a:lnTo>
                    <a:pt x="728212" y="643354"/>
                  </a:lnTo>
                  <a:lnTo>
                    <a:pt x="726291" y="643354"/>
                  </a:lnTo>
                  <a:lnTo>
                    <a:pt x="724369" y="643354"/>
                  </a:lnTo>
                  <a:lnTo>
                    <a:pt x="722448" y="643354"/>
                  </a:lnTo>
                  <a:lnTo>
                    <a:pt x="720526" y="643354"/>
                  </a:lnTo>
                  <a:lnTo>
                    <a:pt x="718605" y="643354"/>
                  </a:lnTo>
                  <a:lnTo>
                    <a:pt x="716684" y="643354"/>
                  </a:lnTo>
                  <a:lnTo>
                    <a:pt x="714762" y="643354"/>
                  </a:lnTo>
                  <a:lnTo>
                    <a:pt x="712841" y="643354"/>
                  </a:lnTo>
                  <a:lnTo>
                    <a:pt x="710919" y="643354"/>
                  </a:lnTo>
                  <a:lnTo>
                    <a:pt x="708998" y="643354"/>
                  </a:lnTo>
                  <a:lnTo>
                    <a:pt x="707077" y="643354"/>
                  </a:lnTo>
                  <a:lnTo>
                    <a:pt x="705155" y="643354"/>
                  </a:lnTo>
                  <a:lnTo>
                    <a:pt x="703234" y="643354"/>
                  </a:lnTo>
                  <a:lnTo>
                    <a:pt x="701312" y="643354"/>
                  </a:lnTo>
                  <a:lnTo>
                    <a:pt x="699391" y="643354"/>
                  </a:lnTo>
                  <a:lnTo>
                    <a:pt x="697470" y="643354"/>
                  </a:lnTo>
                  <a:lnTo>
                    <a:pt x="695548" y="643354"/>
                  </a:lnTo>
                  <a:lnTo>
                    <a:pt x="693627" y="643354"/>
                  </a:lnTo>
                  <a:lnTo>
                    <a:pt x="691705" y="643354"/>
                  </a:lnTo>
                  <a:lnTo>
                    <a:pt x="689784" y="643354"/>
                  </a:lnTo>
                  <a:lnTo>
                    <a:pt x="687863" y="643354"/>
                  </a:lnTo>
                  <a:lnTo>
                    <a:pt x="685941" y="643354"/>
                  </a:lnTo>
                  <a:lnTo>
                    <a:pt x="684020" y="643354"/>
                  </a:lnTo>
                  <a:lnTo>
                    <a:pt x="682098" y="643354"/>
                  </a:lnTo>
                  <a:lnTo>
                    <a:pt x="680177" y="643354"/>
                  </a:lnTo>
                  <a:lnTo>
                    <a:pt x="678256" y="643354"/>
                  </a:lnTo>
                  <a:lnTo>
                    <a:pt x="676334" y="643354"/>
                  </a:lnTo>
                  <a:lnTo>
                    <a:pt x="674413" y="643354"/>
                  </a:lnTo>
                  <a:lnTo>
                    <a:pt x="672491" y="643354"/>
                  </a:lnTo>
                  <a:lnTo>
                    <a:pt x="670570" y="643354"/>
                  </a:lnTo>
                  <a:lnTo>
                    <a:pt x="668649" y="643354"/>
                  </a:lnTo>
                  <a:lnTo>
                    <a:pt x="666727" y="643354"/>
                  </a:lnTo>
                  <a:lnTo>
                    <a:pt x="664806" y="643354"/>
                  </a:lnTo>
                  <a:lnTo>
                    <a:pt x="662884" y="643354"/>
                  </a:lnTo>
                  <a:lnTo>
                    <a:pt x="660963" y="643354"/>
                  </a:lnTo>
                  <a:lnTo>
                    <a:pt x="659042" y="643354"/>
                  </a:lnTo>
                  <a:lnTo>
                    <a:pt x="657120" y="643354"/>
                  </a:lnTo>
                  <a:lnTo>
                    <a:pt x="655199" y="643354"/>
                  </a:lnTo>
                  <a:lnTo>
                    <a:pt x="653277" y="643354"/>
                  </a:lnTo>
                  <a:lnTo>
                    <a:pt x="651356" y="643354"/>
                  </a:lnTo>
                  <a:lnTo>
                    <a:pt x="649434" y="643354"/>
                  </a:lnTo>
                  <a:lnTo>
                    <a:pt x="647513" y="643354"/>
                  </a:lnTo>
                  <a:lnTo>
                    <a:pt x="645592" y="643354"/>
                  </a:lnTo>
                  <a:lnTo>
                    <a:pt x="643670" y="643354"/>
                  </a:lnTo>
                  <a:lnTo>
                    <a:pt x="641749" y="643354"/>
                  </a:lnTo>
                  <a:lnTo>
                    <a:pt x="639827" y="643354"/>
                  </a:lnTo>
                  <a:lnTo>
                    <a:pt x="637906" y="643354"/>
                  </a:lnTo>
                  <a:lnTo>
                    <a:pt x="635985" y="643354"/>
                  </a:lnTo>
                  <a:lnTo>
                    <a:pt x="634063" y="643354"/>
                  </a:lnTo>
                  <a:lnTo>
                    <a:pt x="632142" y="643354"/>
                  </a:lnTo>
                  <a:lnTo>
                    <a:pt x="630220" y="643354"/>
                  </a:lnTo>
                  <a:lnTo>
                    <a:pt x="628299" y="643354"/>
                  </a:lnTo>
                  <a:lnTo>
                    <a:pt x="626378" y="643354"/>
                  </a:lnTo>
                  <a:lnTo>
                    <a:pt x="624456" y="643354"/>
                  </a:lnTo>
                  <a:lnTo>
                    <a:pt x="622535" y="643354"/>
                  </a:lnTo>
                  <a:lnTo>
                    <a:pt x="620613" y="643354"/>
                  </a:lnTo>
                  <a:lnTo>
                    <a:pt x="618692" y="643354"/>
                  </a:lnTo>
                  <a:lnTo>
                    <a:pt x="616771" y="643354"/>
                  </a:lnTo>
                  <a:lnTo>
                    <a:pt x="614849" y="643354"/>
                  </a:lnTo>
                  <a:lnTo>
                    <a:pt x="612928" y="643354"/>
                  </a:lnTo>
                  <a:lnTo>
                    <a:pt x="611006" y="643354"/>
                  </a:lnTo>
                  <a:lnTo>
                    <a:pt x="609085" y="643354"/>
                  </a:lnTo>
                  <a:lnTo>
                    <a:pt x="607164" y="643354"/>
                  </a:lnTo>
                  <a:lnTo>
                    <a:pt x="605242" y="643354"/>
                  </a:lnTo>
                  <a:lnTo>
                    <a:pt x="603321" y="643354"/>
                  </a:lnTo>
                  <a:lnTo>
                    <a:pt x="601399" y="643354"/>
                  </a:lnTo>
                  <a:lnTo>
                    <a:pt x="599478" y="643354"/>
                  </a:lnTo>
                  <a:lnTo>
                    <a:pt x="597557" y="643354"/>
                  </a:lnTo>
                  <a:lnTo>
                    <a:pt x="595635" y="643354"/>
                  </a:lnTo>
                  <a:lnTo>
                    <a:pt x="593714" y="643354"/>
                  </a:lnTo>
                  <a:lnTo>
                    <a:pt x="591792" y="643354"/>
                  </a:lnTo>
                  <a:lnTo>
                    <a:pt x="589871" y="643354"/>
                  </a:lnTo>
                  <a:lnTo>
                    <a:pt x="587950" y="643354"/>
                  </a:lnTo>
                  <a:lnTo>
                    <a:pt x="586028" y="643354"/>
                  </a:lnTo>
                  <a:lnTo>
                    <a:pt x="584107" y="643354"/>
                  </a:lnTo>
                  <a:lnTo>
                    <a:pt x="582185" y="643354"/>
                  </a:lnTo>
                  <a:lnTo>
                    <a:pt x="580264" y="643354"/>
                  </a:lnTo>
                  <a:lnTo>
                    <a:pt x="578342" y="643354"/>
                  </a:lnTo>
                  <a:lnTo>
                    <a:pt x="576421" y="643354"/>
                  </a:lnTo>
                  <a:lnTo>
                    <a:pt x="574500" y="643354"/>
                  </a:lnTo>
                  <a:lnTo>
                    <a:pt x="572578" y="643354"/>
                  </a:lnTo>
                  <a:lnTo>
                    <a:pt x="570657" y="643354"/>
                  </a:lnTo>
                  <a:lnTo>
                    <a:pt x="568735" y="643354"/>
                  </a:lnTo>
                  <a:lnTo>
                    <a:pt x="566814" y="643354"/>
                  </a:lnTo>
                  <a:lnTo>
                    <a:pt x="564893" y="643354"/>
                  </a:lnTo>
                  <a:lnTo>
                    <a:pt x="562971" y="643354"/>
                  </a:lnTo>
                  <a:lnTo>
                    <a:pt x="561050" y="643354"/>
                  </a:lnTo>
                  <a:lnTo>
                    <a:pt x="559128" y="643354"/>
                  </a:lnTo>
                  <a:lnTo>
                    <a:pt x="557207" y="643354"/>
                  </a:lnTo>
                  <a:lnTo>
                    <a:pt x="555286" y="643354"/>
                  </a:lnTo>
                  <a:lnTo>
                    <a:pt x="553364" y="643354"/>
                  </a:lnTo>
                  <a:lnTo>
                    <a:pt x="551443" y="643354"/>
                  </a:lnTo>
                  <a:lnTo>
                    <a:pt x="549521" y="643354"/>
                  </a:lnTo>
                  <a:lnTo>
                    <a:pt x="547600" y="643354"/>
                  </a:lnTo>
                  <a:lnTo>
                    <a:pt x="545679" y="643354"/>
                  </a:lnTo>
                  <a:lnTo>
                    <a:pt x="543757" y="643354"/>
                  </a:lnTo>
                  <a:lnTo>
                    <a:pt x="541836" y="643354"/>
                  </a:lnTo>
                  <a:lnTo>
                    <a:pt x="539914" y="643354"/>
                  </a:lnTo>
                  <a:lnTo>
                    <a:pt x="537993" y="643354"/>
                  </a:lnTo>
                  <a:lnTo>
                    <a:pt x="536072" y="643354"/>
                  </a:lnTo>
                  <a:lnTo>
                    <a:pt x="534150" y="643354"/>
                  </a:lnTo>
                  <a:lnTo>
                    <a:pt x="532229" y="643354"/>
                  </a:lnTo>
                  <a:lnTo>
                    <a:pt x="530307" y="643354"/>
                  </a:lnTo>
                  <a:lnTo>
                    <a:pt x="528386" y="643354"/>
                  </a:lnTo>
                  <a:lnTo>
                    <a:pt x="526465" y="643354"/>
                  </a:lnTo>
                  <a:lnTo>
                    <a:pt x="524543" y="643354"/>
                  </a:lnTo>
                  <a:lnTo>
                    <a:pt x="522622" y="643354"/>
                  </a:lnTo>
                  <a:lnTo>
                    <a:pt x="520700" y="643354"/>
                  </a:lnTo>
                  <a:lnTo>
                    <a:pt x="518779" y="643354"/>
                  </a:lnTo>
                  <a:lnTo>
                    <a:pt x="516858" y="643354"/>
                  </a:lnTo>
                  <a:lnTo>
                    <a:pt x="514936" y="643354"/>
                  </a:lnTo>
                  <a:lnTo>
                    <a:pt x="513015" y="643354"/>
                  </a:lnTo>
                  <a:lnTo>
                    <a:pt x="511093" y="643354"/>
                  </a:lnTo>
                  <a:lnTo>
                    <a:pt x="509172" y="643354"/>
                  </a:lnTo>
                  <a:lnTo>
                    <a:pt x="507250" y="643354"/>
                  </a:lnTo>
                  <a:lnTo>
                    <a:pt x="505329" y="643354"/>
                  </a:lnTo>
                  <a:lnTo>
                    <a:pt x="503408" y="643354"/>
                  </a:lnTo>
                  <a:lnTo>
                    <a:pt x="501486" y="643354"/>
                  </a:lnTo>
                  <a:lnTo>
                    <a:pt x="499565" y="643354"/>
                  </a:lnTo>
                  <a:lnTo>
                    <a:pt x="497643" y="643354"/>
                  </a:lnTo>
                  <a:lnTo>
                    <a:pt x="495722" y="643354"/>
                  </a:lnTo>
                  <a:lnTo>
                    <a:pt x="493801" y="643354"/>
                  </a:lnTo>
                  <a:lnTo>
                    <a:pt x="491879" y="643354"/>
                  </a:lnTo>
                  <a:lnTo>
                    <a:pt x="489958" y="643354"/>
                  </a:lnTo>
                  <a:lnTo>
                    <a:pt x="488036" y="643354"/>
                  </a:lnTo>
                  <a:lnTo>
                    <a:pt x="486115" y="643354"/>
                  </a:lnTo>
                  <a:lnTo>
                    <a:pt x="484194" y="643354"/>
                  </a:lnTo>
                  <a:lnTo>
                    <a:pt x="482272" y="643354"/>
                  </a:lnTo>
                  <a:lnTo>
                    <a:pt x="480351" y="643354"/>
                  </a:lnTo>
                  <a:lnTo>
                    <a:pt x="478429" y="643354"/>
                  </a:lnTo>
                  <a:lnTo>
                    <a:pt x="476508" y="643354"/>
                  </a:lnTo>
                  <a:lnTo>
                    <a:pt x="474587" y="643354"/>
                  </a:lnTo>
                  <a:lnTo>
                    <a:pt x="472665" y="643354"/>
                  </a:lnTo>
                  <a:lnTo>
                    <a:pt x="470744" y="643354"/>
                  </a:lnTo>
                  <a:lnTo>
                    <a:pt x="468822" y="643354"/>
                  </a:lnTo>
                  <a:lnTo>
                    <a:pt x="466901" y="643354"/>
                  </a:lnTo>
                  <a:lnTo>
                    <a:pt x="464980" y="643354"/>
                  </a:lnTo>
                  <a:lnTo>
                    <a:pt x="463058" y="643354"/>
                  </a:lnTo>
                  <a:lnTo>
                    <a:pt x="461137" y="643354"/>
                  </a:lnTo>
                  <a:lnTo>
                    <a:pt x="459215" y="643354"/>
                  </a:lnTo>
                  <a:lnTo>
                    <a:pt x="457294" y="643354"/>
                  </a:lnTo>
                  <a:lnTo>
                    <a:pt x="455373" y="643354"/>
                  </a:lnTo>
                  <a:lnTo>
                    <a:pt x="453451" y="643354"/>
                  </a:lnTo>
                  <a:lnTo>
                    <a:pt x="451530" y="643354"/>
                  </a:lnTo>
                  <a:lnTo>
                    <a:pt x="449608" y="643354"/>
                  </a:lnTo>
                  <a:lnTo>
                    <a:pt x="447687" y="643354"/>
                  </a:lnTo>
                  <a:lnTo>
                    <a:pt x="445766" y="643354"/>
                  </a:lnTo>
                  <a:lnTo>
                    <a:pt x="443844" y="643354"/>
                  </a:lnTo>
                  <a:lnTo>
                    <a:pt x="441923" y="643354"/>
                  </a:lnTo>
                  <a:lnTo>
                    <a:pt x="440001" y="643354"/>
                  </a:lnTo>
                  <a:lnTo>
                    <a:pt x="438080" y="643354"/>
                  </a:lnTo>
                  <a:lnTo>
                    <a:pt x="436159" y="643354"/>
                  </a:lnTo>
                  <a:lnTo>
                    <a:pt x="434237" y="643354"/>
                  </a:lnTo>
                  <a:lnTo>
                    <a:pt x="432316" y="643354"/>
                  </a:lnTo>
                  <a:lnTo>
                    <a:pt x="430394" y="643354"/>
                  </a:lnTo>
                  <a:lnTo>
                    <a:pt x="428473" y="643354"/>
                  </a:lnTo>
                  <a:lnTo>
                    <a:pt x="426551" y="643354"/>
                  </a:lnTo>
                  <a:lnTo>
                    <a:pt x="424630" y="643354"/>
                  </a:lnTo>
                  <a:lnTo>
                    <a:pt x="422709" y="643354"/>
                  </a:lnTo>
                  <a:lnTo>
                    <a:pt x="420787" y="643354"/>
                  </a:lnTo>
                  <a:lnTo>
                    <a:pt x="418866" y="643354"/>
                  </a:lnTo>
                  <a:lnTo>
                    <a:pt x="416944" y="643354"/>
                  </a:lnTo>
                  <a:lnTo>
                    <a:pt x="415023" y="643354"/>
                  </a:lnTo>
                  <a:lnTo>
                    <a:pt x="413102" y="643354"/>
                  </a:lnTo>
                  <a:lnTo>
                    <a:pt x="411180" y="643354"/>
                  </a:lnTo>
                  <a:lnTo>
                    <a:pt x="409259" y="643354"/>
                  </a:lnTo>
                  <a:lnTo>
                    <a:pt x="407337" y="643354"/>
                  </a:lnTo>
                  <a:lnTo>
                    <a:pt x="405416" y="643354"/>
                  </a:lnTo>
                  <a:lnTo>
                    <a:pt x="403495" y="643354"/>
                  </a:lnTo>
                  <a:lnTo>
                    <a:pt x="401573" y="643354"/>
                  </a:lnTo>
                  <a:lnTo>
                    <a:pt x="399652" y="643354"/>
                  </a:lnTo>
                  <a:lnTo>
                    <a:pt x="397730" y="643354"/>
                  </a:lnTo>
                  <a:lnTo>
                    <a:pt x="395809" y="643354"/>
                  </a:lnTo>
                  <a:lnTo>
                    <a:pt x="393888" y="643354"/>
                  </a:lnTo>
                  <a:lnTo>
                    <a:pt x="391966" y="643354"/>
                  </a:lnTo>
                  <a:lnTo>
                    <a:pt x="390045" y="643354"/>
                  </a:lnTo>
                  <a:lnTo>
                    <a:pt x="388123" y="643354"/>
                  </a:lnTo>
                  <a:lnTo>
                    <a:pt x="386202" y="643354"/>
                  </a:lnTo>
                  <a:lnTo>
                    <a:pt x="384281" y="643354"/>
                  </a:lnTo>
                  <a:lnTo>
                    <a:pt x="382359" y="643354"/>
                  </a:lnTo>
                  <a:lnTo>
                    <a:pt x="380438" y="643354"/>
                  </a:lnTo>
                  <a:lnTo>
                    <a:pt x="378516" y="643354"/>
                  </a:lnTo>
                  <a:lnTo>
                    <a:pt x="376595" y="643354"/>
                  </a:lnTo>
                  <a:lnTo>
                    <a:pt x="374674" y="643354"/>
                  </a:lnTo>
                  <a:lnTo>
                    <a:pt x="372752" y="643354"/>
                  </a:lnTo>
                  <a:lnTo>
                    <a:pt x="370831" y="643354"/>
                  </a:lnTo>
                  <a:lnTo>
                    <a:pt x="368909" y="643354"/>
                  </a:lnTo>
                  <a:lnTo>
                    <a:pt x="366988" y="643354"/>
                  </a:lnTo>
                  <a:lnTo>
                    <a:pt x="365067" y="643354"/>
                  </a:lnTo>
                  <a:lnTo>
                    <a:pt x="363145" y="643354"/>
                  </a:lnTo>
                  <a:lnTo>
                    <a:pt x="361224" y="643354"/>
                  </a:lnTo>
                  <a:lnTo>
                    <a:pt x="359302" y="643354"/>
                  </a:lnTo>
                  <a:lnTo>
                    <a:pt x="357381" y="643354"/>
                  </a:lnTo>
                  <a:lnTo>
                    <a:pt x="355459" y="643354"/>
                  </a:lnTo>
                  <a:lnTo>
                    <a:pt x="353538" y="643354"/>
                  </a:lnTo>
                  <a:lnTo>
                    <a:pt x="351617" y="643354"/>
                  </a:lnTo>
                  <a:lnTo>
                    <a:pt x="349695" y="643354"/>
                  </a:lnTo>
                  <a:lnTo>
                    <a:pt x="347774" y="643354"/>
                  </a:lnTo>
                  <a:lnTo>
                    <a:pt x="345852" y="643354"/>
                  </a:lnTo>
                  <a:lnTo>
                    <a:pt x="343931" y="643354"/>
                  </a:lnTo>
                  <a:lnTo>
                    <a:pt x="342010" y="643354"/>
                  </a:lnTo>
                  <a:lnTo>
                    <a:pt x="340088" y="643354"/>
                  </a:lnTo>
                  <a:lnTo>
                    <a:pt x="338167" y="643354"/>
                  </a:lnTo>
                  <a:lnTo>
                    <a:pt x="336245" y="643354"/>
                  </a:lnTo>
                  <a:lnTo>
                    <a:pt x="334324" y="643354"/>
                  </a:lnTo>
                  <a:lnTo>
                    <a:pt x="332403" y="643354"/>
                  </a:lnTo>
                  <a:lnTo>
                    <a:pt x="330481" y="643354"/>
                  </a:lnTo>
                  <a:lnTo>
                    <a:pt x="328560" y="643354"/>
                  </a:lnTo>
                  <a:lnTo>
                    <a:pt x="326638" y="643354"/>
                  </a:lnTo>
                  <a:lnTo>
                    <a:pt x="324717" y="643354"/>
                  </a:lnTo>
                  <a:lnTo>
                    <a:pt x="322796" y="643354"/>
                  </a:lnTo>
                  <a:lnTo>
                    <a:pt x="320874" y="643354"/>
                  </a:lnTo>
                  <a:lnTo>
                    <a:pt x="318953" y="643354"/>
                  </a:lnTo>
                  <a:lnTo>
                    <a:pt x="317031" y="643354"/>
                  </a:lnTo>
                  <a:lnTo>
                    <a:pt x="315110" y="643354"/>
                  </a:lnTo>
                  <a:lnTo>
                    <a:pt x="313189" y="643354"/>
                  </a:lnTo>
                  <a:lnTo>
                    <a:pt x="311267" y="643354"/>
                  </a:lnTo>
                  <a:lnTo>
                    <a:pt x="309346" y="643354"/>
                  </a:lnTo>
                  <a:lnTo>
                    <a:pt x="307424" y="643354"/>
                  </a:lnTo>
                  <a:lnTo>
                    <a:pt x="305503" y="643354"/>
                  </a:lnTo>
                  <a:lnTo>
                    <a:pt x="303582" y="643354"/>
                  </a:lnTo>
                  <a:lnTo>
                    <a:pt x="301660" y="643354"/>
                  </a:lnTo>
                  <a:lnTo>
                    <a:pt x="299739" y="643354"/>
                  </a:lnTo>
                  <a:lnTo>
                    <a:pt x="297817" y="643354"/>
                  </a:lnTo>
                  <a:lnTo>
                    <a:pt x="295896" y="643354"/>
                  </a:lnTo>
                  <a:lnTo>
                    <a:pt x="293975" y="643354"/>
                  </a:lnTo>
                  <a:lnTo>
                    <a:pt x="292053" y="643354"/>
                  </a:lnTo>
                  <a:lnTo>
                    <a:pt x="290132" y="643354"/>
                  </a:lnTo>
                  <a:lnTo>
                    <a:pt x="288210" y="643354"/>
                  </a:lnTo>
                  <a:lnTo>
                    <a:pt x="286289" y="643354"/>
                  </a:lnTo>
                  <a:lnTo>
                    <a:pt x="284367" y="643354"/>
                  </a:lnTo>
                  <a:lnTo>
                    <a:pt x="282446" y="643354"/>
                  </a:lnTo>
                  <a:lnTo>
                    <a:pt x="280525" y="643354"/>
                  </a:lnTo>
                  <a:lnTo>
                    <a:pt x="278603" y="643354"/>
                  </a:lnTo>
                  <a:lnTo>
                    <a:pt x="276682" y="643354"/>
                  </a:lnTo>
                  <a:lnTo>
                    <a:pt x="274760" y="643354"/>
                  </a:lnTo>
                  <a:lnTo>
                    <a:pt x="272839" y="643354"/>
                  </a:lnTo>
                  <a:lnTo>
                    <a:pt x="270918" y="643354"/>
                  </a:lnTo>
                  <a:lnTo>
                    <a:pt x="268996" y="643354"/>
                  </a:lnTo>
                  <a:lnTo>
                    <a:pt x="267075" y="643354"/>
                  </a:lnTo>
                  <a:lnTo>
                    <a:pt x="265153" y="643354"/>
                  </a:lnTo>
                  <a:lnTo>
                    <a:pt x="263232" y="643354"/>
                  </a:lnTo>
                  <a:lnTo>
                    <a:pt x="261311" y="643354"/>
                  </a:lnTo>
                  <a:lnTo>
                    <a:pt x="259389" y="643354"/>
                  </a:lnTo>
                  <a:lnTo>
                    <a:pt x="257468" y="643354"/>
                  </a:lnTo>
                  <a:lnTo>
                    <a:pt x="255546" y="643354"/>
                  </a:lnTo>
                  <a:lnTo>
                    <a:pt x="253625" y="643354"/>
                  </a:lnTo>
                  <a:lnTo>
                    <a:pt x="251704" y="643354"/>
                  </a:lnTo>
                  <a:lnTo>
                    <a:pt x="249782" y="643354"/>
                  </a:lnTo>
                  <a:lnTo>
                    <a:pt x="247861" y="643354"/>
                  </a:lnTo>
                  <a:lnTo>
                    <a:pt x="245939" y="643354"/>
                  </a:lnTo>
                  <a:lnTo>
                    <a:pt x="244018" y="643354"/>
                  </a:lnTo>
                  <a:lnTo>
                    <a:pt x="242097" y="643354"/>
                  </a:lnTo>
                  <a:lnTo>
                    <a:pt x="240175" y="643354"/>
                  </a:lnTo>
                  <a:lnTo>
                    <a:pt x="238254" y="643354"/>
                  </a:lnTo>
                  <a:lnTo>
                    <a:pt x="236332" y="643354"/>
                  </a:lnTo>
                  <a:lnTo>
                    <a:pt x="234411" y="643354"/>
                  </a:lnTo>
                  <a:lnTo>
                    <a:pt x="232490" y="643354"/>
                  </a:lnTo>
                  <a:lnTo>
                    <a:pt x="230568" y="643354"/>
                  </a:lnTo>
                  <a:lnTo>
                    <a:pt x="228647" y="643354"/>
                  </a:lnTo>
                  <a:lnTo>
                    <a:pt x="226725" y="643354"/>
                  </a:lnTo>
                  <a:lnTo>
                    <a:pt x="224804" y="643354"/>
                  </a:lnTo>
                  <a:lnTo>
                    <a:pt x="222883" y="643354"/>
                  </a:lnTo>
                  <a:lnTo>
                    <a:pt x="220961" y="643354"/>
                  </a:lnTo>
                  <a:lnTo>
                    <a:pt x="219040" y="643354"/>
                  </a:lnTo>
                  <a:lnTo>
                    <a:pt x="217118" y="643354"/>
                  </a:lnTo>
                  <a:lnTo>
                    <a:pt x="215197" y="643354"/>
                  </a:lnTo>
                  <a:lnTo>
                    <a:pt x="213275" y="643354"/>
                  </a:lnTo>
                  <a:lnTo>
                    <a:pt x="211354" y="643354"/>
                  </a:lnTo>
                  <a:lnTo>
                    <a:pt x="209433" y="643354"/>
                  </a:lnTo>
                  <a:lnTo>
                    <a:pt x="207511" y="643354"/>
                  </a:lnTo>
                  <a:lnTo>
                    <a:pt x="205590" y="643354"/>
                  </a:lnTo>
                  <a:lnTo>
                    <a:pt x="203668" y="643354"/>
                  </a:lnTo>
                  <a:lnTo>
                    <a:pt x="201747" y="643354"/>
                  </a:lnTo>
                  <a:lnTo>
                    <a:pt x="199826" y="643354"/>
                  </a:lnTo>
                  <a:lnTo>
                    <a:pt x="197904" y="643354"/>
                  </a:lnTo>
                  <a:lnTo>
                    <a:pt x="195983" y="643354"/>
                  </a:lnTo>
                  <a:lnTo>
                    <a:pt x="194061" y="643354"/>
                  </a:lnTo>
                  <a:lnTo>
                    <a:pt x="192140" y="643354"/>
                  </a:lnTo>
                  <a:lnTo>
                    <a:pt x="190219" y="643354"/>
                  </a:lnTo>
                  <a:lnTo>
                    <a:pt x="188297" y="643354"/>
                  </a:lnTo>
                  <a:lnTo>
                    <a:pt x="186376" y="643354"/>
                  </a:lnTo>
                  <a:lnTo>
                    <a:pt x="184454" y="643354"/>
                  </a:lnTo>
                  <a:lnTo>
                    <a:pt x="182533" y="643354"/>
                  </a:lnTo>
                  <a:lnTo>
                    <a:pt x="180612" y="643354"/>
                  </a:lnTo>
                  <a:lnTo>
                    <a:pt x="178690" y="643354"/>
                  </a:lnTo>
                  <a:lnTo>
                    <a:pt x="176769" y="643354"/>
                  </a:lnTo>
                  <a:lnTo>
                    <a:pt x="174847" y="643354"/>
                  </a:lnTo>
                  <a:lnTo>
                    <a:pt x="172926" y="643354"/>
                  </a:lnTo>
                  <a:lnTo>
                    <a:pt x="171005" y="643354"/>
                  </a:lnTo>
                  <a:lnTo>
                    <a:pt x="169083" y="643354"/>
                  </a:lnTo>
                  <a:lnTo>
                    <a:pt x="167162" y="643354"/>
                  </a:lnTo>
                  <a:lnTo>
                    <a:pt x="165240" y="643354"/>
                  </a:lnTo>
                  <a:lnTo>
                    <a:pt x="163319" y="643354"/>
                  </a:lnTo>
                  <a:lnTo>
                    <a:pt x="161398" y="643354"/>
                  </a:lnTo>
                  <a:lnTo>
                    <a:pt x="159476" y="643354"/>
                  </a:lnTo>
                  <a:lnTo>
                    <a:pt x="157555" y="643354"/>
                  </a:lnTo>
                  <a:lnTo>
                    <a:pt x="155633" y="643354"/>
                  </a:lnTo>
                  <a:lnTo>
                    <a:pt x="153712" y="643354"/>
                  </a:lnTo>
                  <a:lnTo>
                    <a:pt x="151791" y="643354"/>
                  </a:lnTo>
                  <a:lnTo>
                    <a:pt x="149869" y="643354"/>
                  </a:lnTo>
                  <a:lnTo>
                    <a:pt x="147948" y="643354"/>
                  </a:lnTo>
                  <a:lnTo>
                    <a:pt x="146026" y="643354"/>
                  </a:lnTo>
                  <a:lnTo>
                    <a:pt x="144105" y="643354"/>
                  </a:lnTo>
                  <a:lnTo>
                    <a:pt x="142183" y="643354"/>
                  </a:lnTo>
                  <a:lnTo>
                    <a:pt x="140262" y="643354"/>
                  </a:lnTo>
                  <a:lnTo>
                    <a:pt x="138341" y="643354"/>
                  </a:lnTo>
                  <a:lnTo>
                    <a:pt x="136419" y="643354"/>
                  </a:lnTo>
                  <a:lnTo>
                    <a:pt x="134498" y="643354"/>
                  </a:lnTo>
                  <a:lnTo>
                    <a:pt x="132576" y="643354"/>
                  </a:lnTo>
                  <a:lnTo>
                    <a:pt x="130655" y="643354"/>
                  </a:lnTo>
                  <a:lnTo>
                    <a:pt x="128734" y="643354"/>
                  </a:lnTo>
                  <a:lnTo>
                    <a:pt x="126812" y="643354"/>
                  </a:lnTo>
                  <a:lnTo>
                    <a:pt x="124891" y="643354"/>
                  </a:lnTo>
                  <a:lnTo>
                    <a:pt x="122969" y="643354"/>
                  </a:lnTo>
                  <a:lnTo>
                    <a:pt x="121048" y="643354"/>
                  </a:lnTo>
                  <a:lnTo>
                    <a:pt x="119127" y="643354"/>
                  </a:lnTo>
                  <a:lnTo>
                    <a:pt x="117205" y="643354"/>
                  </a:lnTo>
                  <a:lnTo>
                    <a:pt x="115284" y="643354"/>
                  </a:lnTo>
                  <a:lnTo>
                    <a:pt x="113362" y="643354"/>
                  </a:lnTo>
                  <a:lnTo>
                    <a:pt x="111441" y="643354"/>
                  </a:lnTo>
                  <a:lnTo>
                    <a:pt x="109520" y="643354"/>
                  </a:lnTo>
                  <a:lnTo>
                    <a:pt x="107598" y="643354"/>
                  </a:lnTo>
                  <a:lnTo>
                    <a:pt x="105677" y="643354"/>
                  </a:lnTo>
                  <a:lnTo>
                    <a:pt x="103755" y="643354"/>
                  </a:lnTo>
                  <a:lnTo>
                    <a:pt x="101834" y="643354"/>
                  </a:lnTo>
                  <a:lnTo>
                    <a:pt x="99913" y="643354"/>
                  </a:lnTo>
                  <a:lnTo>
                    <a:pt x="97991" y="643354"/>
                  </a:lnTo>
                  <a:lnTo>
                    <a:pt x="96070" y="643354"/>
                  </a:lnTo>
                  <a:lnTo>
                    <a:pt x="94148" y="643354"/>
                  </a:lnTo>
                  <a:lnTo>
                    <a:pt x="92227" y="643354"/>
                  </a:lnTo>
                  <a:lnTo>
                    <a:pt x="90306" y="643354"/>
                  </a:lnTo>
                  <a:lnTo>
                    <a:pt x="88384" y="643354"/>
                  </a:lnTo>
                  <a:lnTo>
                    <a:pt x="86463" y="643354"/>
                  </a:lnTo>
                  <a:lnTo>
                    <a:pt x="84541" y="643354"/>
                  </a:lnTo>
                  <a:lnTo>
                    <a:pt x="82620" y="643354"/>
                  </a:lnTo>
                  <a:lnTo>
                    <a:pt x="80699" y="643354"/>
                  </a:lnTo>
                  <a:lnTo>
                    <a:pt x="78777" y="643354"/>
                  </a:lnTo>
                  <a:lnTo>
                    <a:pt x="76856" y="643354"/>
                  </a:lnTo>
                  <a:lnTo>
                    <a:pt x="74934" y="643354"/>
                  </a:lnTo>
                  <a:lnTo>
                    <a:pt x="73013" y="643354"/>
                  </a:lnTo>
                  <a:lnTo>
                    <a:pt x="71091" y="643354"/>
                  </a:lnTo>
                  <a:lnTo>
                    <a:pt x="69170" y="643354"/>
                  </a:lnTo>
                  <a:lnTo>
                    <a:pt x="67249" y="643354"/>
                  </a:lnTo>
                  <a:lnTo>
                    <a:pt x="65327" y="643354"/>
                  </a:lnTo>
                  <a:lnTo>
                    <a:pt x="63406" y="643354"/>
                  </a:lnTo>
                  <a:lnTo>
                    <a:pt x="61484" y="643354"/>
                  </a:lnTo>
                  <a:lnTo>
                    <a:pt x="59563" y="643354"/>
                  </a:lnTo>
                  <a:lnTo>
                    <a:pt x="57642" y="643354"/>
                  </a:lnTo>
                  <a:lnTo>
                    <a:pt x="55720" y="643354"/>
                  </a:lnTo>
                  <a:lnTo>
                    <a:pt x="53799" y="643354"/>
                  </a:lnTo>
                  <a:lnTo>
                    <a:pt x="51877" y="643354"/>
                  </a:lnTo>
                  <a:lnTo>
                    <a:pt x="49956" y="643354"/>
                  </a:lnTo>
                  <a:lnTo>
                    <a:pt x="48035" y="643354"/>
                  </a:lnTo>
                  <a:lnTo>
                    <a:pt x="46113" y="643354"/>
                  </a:lnTo>
                  <a:lnTo>
                    <a:pt x="44192" y="643354"/>
                  </a:lnTo>
                  <a:lnTo>
                    <a:pt x="42270" y="643354"/>
                  </a:lnTo>
                  <a:lnTo>
                    <a:pt x="40349" y="643354"/>
                  </a:lnTo>
                  <a:lnTo>
                    <a:pt x="38428" y="643354"/>
                  </a:lnTo>
                  <a:lnTo>
                    <a:pt x="36506" y="643354"/>
                  </a:lnTo>
                  <a:lnTo>
                    <a:pt x="34585" y="643354"/>
                  </a:lnTo>
                  <a:lnTo>
                    <a:pt x="32663" y="643354"/>
                  </a:lnTo>
                  <a:lnTo>
                    <a:pt x="30742" y="643354"/>
                  </a:lnTo>
                  <a:lnTo>
                    <a:pt x="28821" y="643354"/>
                  </a:lnTo>
                  <a:lnTo>
                    <a:pt x="26899" y="643354"/>
                  </a:lnTo>
                  <a:lnTo>
                    <a:pt x="24978" y="643354"/>
                  </a:lnTo>
                  <a:lnTo>
                    <a:pt x="23056" y="643354"/>
                  </a:lnTo>
                  <a:lnTo>
                    <a:pt x="21135" y="643354"/>
                  </a:lnTo>
                  <a:lnTo>
                    <a:pt x="19214" y="643354"/>
                  </a:lnTo>
                  <a:lnTo>
                    <a:pt x="17292" y="643354"/>
                  </a:lnTo>
                  <a:lnTo>
                    <a:pt x="15371" y="643354"/>
                  </a:lnTo>
                  <a:lnTo>
                    <a:pt x="13449" y="643354"/>
                  </a:lnTo>
                  <a:lnTo>
                    <a:pt x="11528" y="643354"/>
                  </a:lnTo>
                  <a:lnTo>
                    <a:pt x="9607" y="643354"/>
                  </a:lnTo>
                  <a:lnTo>
                    <a:pt x="7685" y="643354"/>
                  </a:lnTo>
                  <a:lnTo>
                    <a:pt x="5764" y="643354"/>
                  </a:lnTo>
                  <a:lnTo>
                    <a:pt x="3842" y="643354"/>
                  </a:lnTo>
                  <a:lnTo>
                    <a:pt x="1921" y="643354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4248562" y="2139668"/>
              <a:ext cx="981838" cy="643354"/>
            </a:xfrm>
            <a:custGeom>
              <a:avLst/>
              <a:pathLst>
                <a:path w="981838" h="643354">
                  <a:moveTo>
                    <a:pt x="0" y="643354"/>
                  </a:moveTo>
                  <a:lnTo>
                    <a:pt x="1921" y="643354"/>
                  </a:lnTo>
                  <a:lnTo>
                    <a:pt x="3842" y="643354"/>
                  </a:lnTo>
                  <a:lnTo>
                    <a:pt x="5764" y="643354"/>
                  </a:lnTo>
                  <a:lnTo>
                    <a:pt x="7685" y="643354"/>
                  </a:lnTo>
                  <a:lnTo>
                    <a:pt x="9607" y="643354"/>
                  </a:lnTo>
                  <a:lnTo>
                    <a:pt x="11528" y="643354"/>
                  </a:lnTo>
                  <a:lnTo>
                    <a:pt x="13449" y="643354"/>
                  </a:lnTo>
                  <a:lnTo>
                    <a:pt x="15371" y="643354"/>
                  </a:lnTo>
                  <a:lnTo>
                    <a:pt x="17292" y="643354"/>
                  </a:lnTo>
                  <a:lnTo>
                    <a:pt x="19214" y="643354"/>
                  </a:lnTo>
                  <a:lnTo>
                    <a:pt x="21135" y="643354"/>
                  </a:lnTo>
                  <a:lnTo>
                    <a:pt x="23056" y="643354"/>
                  </a:lnTo>
                  <a:lnTo>
                    <a:pt x="24978" y="643354"/>
                  </a:lnTo>
                  <a:lnTo>
                    <a:pt x="26899" y="643354"/>
                  </a:lnTo>
                  <a:lnTo>
                    <a:pt x="28821" y="643353"/>
                  </a:lnTo>
                  <a:lnTo>
                    <a:pt x="30742" y="643353"/>
                  </a:lnTo>
                  <a:lnTo>
                    <a:pt x="32663" y="643352"/>
                  </a:lnTo>
                  <a:lnTo>
                    <a:pt x="34585" y="643350"/>
                  </a:lnTo>
                  <a:lnTo>
                    <a:pt x="36506" y="643347"/>
                  </a:lnTo>
                  <a:lnTo>
                    <a:pt x="38428" y="643341"/>
                  </a:lnTo>
                  <a:lnTo>
                    <a:pt x="40349" y="643332"/>
                  </a:lnTo>
                  <a:lnTo>
                    <a:pt x="42270" y="643316"/>
                  </a:lnTo>
                  <a:lnTo>
                    <a:pt x="44192" y="643291"/>
                  </a:lnTo>
                  <a:lnTo>
                    <a:pt x="46113" y="643251"/>
                  </a:lnTo>
                  <a:lnTo>
                    <a:pt x="48035" y="643189"/>
                  </a:lnTo>
                  <a:lnTo>
                    <a:pt x="49956" y="643096"/>
                  </a:lnTo>
                  <a:lnTo>
                    <a:pt x="51877" y="642950"/>
                  </a:lnTo>
                  <a:lnTo>
                    <a:pt x="53799" y="642733"/>
                  </a:lnTo>
                  <a:lnTo>
                    <a:pt x="55720" y="642417"/>
                  </a:lnTo>
                  <a:lnTo>
                    <a:pt x="57642" y="641971"/>
                  </a:lnTo>
                  <a:lnTo>
                    <a:pt x="59563" y="641354"/>
                  </a:lnTo>
                  <a:lnTo>
                    <a:pt x="61484" y="640518"/>
                  </a:lnTo>
                  <a:lnTo>
                    <a:pt x="63406" y="639408"/>
                  </a:lnTo>
                  <a:lnTo>
                    <a:pt x="65327" y="637964"/>
                  </a:lnTo>
                  <a:lnTo>
                    <a:pt x="67249" y="636123"/>
                  </a:lnTo>
                  <a:lnTo>
                    <a:pt x="69170" y="633821"/>
                  </a:lnTo>
                  <a:lnTo>
                    <a:pt x="71091" y="630940"/>
                  </a:lnTo>
                  <a:lnTo>
                    <a:pt x="73013" y="627452"/>
                  </a:lnTo>
                  <a:lnTo>
                    <a:pt x="74934" y="623338"/>
                  </a:lnTo>
                  <a:lnTo>
                    <a:pt x="76856" y="618579"/>
                  </a:lnTo>
                  <a:lnTo>
                    <a:pt x="78777" y="613179"/>
                  </a:lnTo>
                  <a:lnTo>
                    <a:pt x="80699" y="607161"/>
                  </a:lnTo>
                  <a:lnTo>
                    <a:pt x="82620" y="600571"/>
                  </a:lnTo>
                  <a:lnTo>
                    <a:pt x="84541" y="593476"/>
                  </a:lnTo>
                  <a:lnTo>
                    <a:pt x="86463" y="585960"/>
                  </a:lnTo>
                  <a:lnTo>
                    <a:pt x="88384" y="578121"/>
                  </a:lnTo>
                  <a:lnTo>
                    <a:pt x="90306" y="570054"/>
                  </a:lnTo>
                  <a:lnTo>
                    <a:pt x="92227" y="561902"/>
                  </a:lnTo>
                  <a:lnTo>
                    <a:pt x="94148" y="553772"/>
                  </a:lnTo>
                  <a:lnTo>
                    <a:pt x="96070" y="545763"/>
                  </a:lnTo>
                  <a:lnTo>
                    <a:pt x="97991" y="537964"/>
                  </a:lnTo>
                  <a:lnTo>
                    <a:pt x="99913" y="530463"/>
                  </a:lnTo>
                  <a:lnTo>
                    <a:pt x="101834" y="523340"/>
                  </a:lnTo>
                  <a:lnTo>
                    <a:pt x="103755" y="516678"/>
                  </a:lnTo>
                  <a:lnTo>
                    <a:pt x="105677" y="510562"/>
                  </a:lnTo>
                  <a:lnTo>
                    <a:pt x="107598" y="505080"/>
                  </a:lnTo>
                  <a:lnTo>
                    <a:pt x="109520" y="500413"/>
                  </a:lnTo>
                  <a:lnTo>
                    <a:pt x="111441" y="496615"/>
                  </a:lnTo>
                  <a:lnTo>
                    <a:pt x="113362" y="493761"/>
                  </a:lnTo>
                  <a:lnTo>
                    <a:pt x="115284" y="491930"/>
                  </a:lnTo>
                  <a:lnTo>
                    <a:pt x="117205" y="491185"/>
                  </a:lnTo>
                  <a:lnTo>
                    <a:pt x="119127" y="491560"/>
                  </a:lnTo>
                  <a:lnTo>
                    <a:pt x="121048" y="493058"/>
                  </a:lnTo>
                  <a:lnTo>
                    <a:pt x="122969" y="495643"/>
                  </a:lnTo>
                  <a:lnTo>
                    <a:pt x="124891" y="499243"/>
                  </a:lnTo>
                  <a:lnTo>
                    <a:pt x="126812" y="503742"/>
                  </a:lnTo>
                  <a:lnTo>
                    <a:pt x="128734" y="509044"/>
                  </a:lnTo>
                  <a:lnTo>
                    <a:pt x="130655" y="514866"/>
                  </a:lnTo>
                  <a:lnTo>
                    <a:pt x="132576" y="520983"/>
                  </a:lnTo>
                  <a:lnTo>
                    <a:pt x="134498" y="527181"/>
                  </a:lnTo>
                  <a:lnTo>
                    <a:pt x="136419" y="533245"/>
                  </a:lnTo>
                  <a:lnTo>
                    <a:pt x="138341" y="538974"/>
                  </a:lnTo>
                  <a:lnTo>
                    <a:pt x="140262" y="544185"/>
                  </a:lnTo>
                  <a:lnTo>
                    <a:pt x="142183" y="548717"/>
                  </a:lnTo>
                  <a:lnTo>
                    <a:pt x="144105" y="552437"/>
                  </a:lnTo>
                  <a:lnTo>
                    <a:pt x="146026" y="555232"/>
                  </a:lnTo>
                  <a:lnTo>
                    <a:pt x="147948" y="556892"/>
                  </a:lnTo>
                  <a:lnTo>
                    <a:pt x="149869" y="557433"/>
                  </a:lnTo>
                  <a:lnTo>
                    <a:pt x="151791" y="556800"/>
                  </a:lnTo>
                  <a:lnTo>
                    <a:pt x="153712" y="554920"/>
                  </a:lnTo>
                  <a:lnTo>
                    <a:pt x="155633" y="551700"/>
                  </a:lnTo>
                  <a:lnTo>
                    <a:pt x="157555" y="547028"/>
                  </a:lnTo>
                  <a:lnTo>
                    <a:pt x="159476" y="540759"/>
                  </a:lnTo>
                  <a:lnTo>
                    <a:pt x="161398" y="532719"/>
                  </a:lnTo>
                  <a:lnTo>
                    <a:pt x="163319" y="522703"/>
                  </a:lnTo>
                  <a:lnTo>
                    <a:pt x="165240" y="510475"/>
                  </a:lnTo>
                  <a:lnTo>
                    <a:pt x="167162" y="495456"/>
                  </a:lnTo>
                  <a:lnTo>
                    <a:pt x="169083" y="477611"/>
                  </a:lnTo>
                  <a:lnTo>
                    <a:pt x="171005" y="456733"/>
                  </a:lnTo>
                  <a:lnTo>
                    <a:pt x="172926" y="432641"/>
                  </a:lnTo>
                  <a:lnTo>
                    <a:pt x="174847" y="405239"/>
                  </a:lnTo>
                  <a:lnTo>
                    <a:pt x="176769" y="374541"/>
                  </a:lnTo>
                  <a:lnTo>
                    <a:pt x="178690" y="340707"/>
                  </a:lnTo>
                  <a:lnTo>
                    <a:pt x="180612" y="304071"/>
                  </a:lnTo>
                  <a:lnTo>
                    <a:pt x="182533" y="265159"/>
                  </a:lnTo>
                  <a:lnTo>
                    <a:pt x="184454" y="224709"/>
                  </a:lnTo>
                  <a:lnTo>
                    <a:pt x="186376" y="183784"/>
                  </a:lnTo>
                  <a:lnTo>
                    <a:pt x="188297" y="143809"/>
                  </a:lnTo>
                  <a:lnTo>
                    <a:pt x="190219" y="106143"/>
                  </a:lnTo>
                  <a:lnTo>
                    <a:pt x="192140" y="72207"/>
                  </a:lnTo>
                  <a:lnTo>
                    <a:pt x="194061" y="43410"/>
                  </a:lnTo>
                  <a:lnTo>
                    <a:pt x="195983" y="21065"/>
                  </a:lnTo>
                  <a:lnTo>
                    <a:pt x="197904" y="6304"/>
                  </a:lnTo>
                  <a:lnTo>
                    <a:pt x="199826" y="0"/>
                  </a:lnTo>
                  <a:lnTo>
                    <a:pt x="201747" y="2698"/>
                  </a:lnTo>
                  <a:lnTo>
                    <a:pt x="203668" y="14570"/>
                  </a:lnTo>
                  <a:lnTo>
                    <a:pt x="205590" y="36367"/>
                  </a:lnTo>
                  <a:lnTo>
                    <a:pt x="207511" y="66146"/>
                  </a:lnTo>
                  <a:lnTo>
                    <a:pt x="209433" y="102754"/>
                  </a:lnTo>
                  <a:lnTo>
                    <a:pt x="211354" y="144801"/>
                  </a:lnTo>
                  <a:lnTo>
                    <a:pt x="213275" y="190742"/>
                  </a:lnTo>
                  <a:lnTo>
                    <a:pt x="215197" y="238967"/>
                  </a:lnTo>
                  <a:lnTo>
                    <a:pt x="217118" y="287896"/>
                  </a:lnTo>
                  <a:lnTo>
                    <a:pt x="219040" y="336060"/>
                  </a:lnTo>
                  <a:lnTo>
                    <a:pt x="220961" y="382176"/>
                  </a:lnTo>
                  <a:lnTo>
                    <a:pt x="222883" y="425183"/>
                  </a:lnTo>
                  <a:lnTo>
                    <a:pt x="224804" y="463766"/>
                  </a:lnTo>
                  <a:lnTo>
                    <a:pt x="226725" y="497932"/>
                  </a:lnTo>
                  <a:lnTo>
                    <a:pt x="228647" y="527550"/>
                  </a:lnTo>
                  <a:lnTo>
                    <a:pt x="230568" y="552696"/>
                  </a:lnTo>
                  <a:lnTo>
                    <a:pt x="232490" y="573607"/>
                  </a:lnTo>
                  <a:lnTo>
                    <a:pt x="234411" y="590642"/>
                  </a:lnTo>
                  <a:lnTo>
                    <a:pt x="236332" y="604236"/>
                  </a:lnTo>
                  <a:lnTo>
                    <a:pt x="238254" y="614859"/>
                  </a:lnTo>
                  <a:lnTo>
                    <a:pt x="240175" y="622988"/>
                  </a:lnTo>
                  <a:lnTo>
                    <a:pt x="242097" y="629066"/>
                  </a:lnTo>
                  <a:lnTo>
                    <a:pt x="244018" y="633385"/>
                  </a:lnTo>
                  <a:lnTo>
                    <a:pt x="245939" y="636522"/>
                  </a:lnTo>
                  <a:lnTo>
                    <a:pt x="247861" y="638757"/>
                  </a:lnTo>
                  <a:lnTo>
                    <a:pt x="249782" y="640319"/>
                  </a:lnTo>
                  <a:lnTo>
                    <a:pt x="251704" y="641389"/>
                  </a:lnTo>
                  <a:lnTo>
                    <a:pt x="253625" y="642106"/>
                  </a:lnTo>
                  <a:lnTo>
                    <a:pt x="255546" y="642578"/>
                  </a:lnTo>
                  <a:lnTo>
                    <a:pt x="257468" y="642881"/>
                  </a:lnTo>
                  <a:lnTo>
                    <a:pt x="259389" y="643072"/>
                  </a:lnTo>
                  <a:lnTo>
                    <a:pt x="261311" y="643188"/>
                  </a:lnTo>
                  <a:lnTo>
                    <a:pt x="263232" y="643256"/>
                  </a:lnTo>
                  <a:lnTo>
                    <a:pt x="265153" y="643297"/>
                  </a:lnTo>
                  <a:lnTo>
                    <a:pt x="267075" y="643322"/>
                  </a:lnTo>
                  <a:lnTo>
                    <a:pt x="268996" y="643336"/>
                  </a:lnTo>
                  <a:lnTo>
                    <a:pt x="270918" y="643344"/>
                  </a:lnTo>
                  <a:lnTo>
                    <a:pt x="272839" y="643349"/>
                  </a:lnTo>
                  <a:lnTo>
                    <a:pt x="274760" y="643351"/>
                  </a:lnTo>
                  <a:lnTo>
                    <a:pt x="276682" y="643353"/>
                  </a:lnTo>
                  <a:lnTo>
                    <a:pt x="278603" y="643353"/>
                  </a:lnTo>
                  <a:lnTo>
                    <a:pt x="280525" y="643354"/>
                  </a:lnTo>
                  <a:lnTo>
                    <a:pt x="282446" y="643354"/>
                  </a:lnTo>
                  <a:lnTo>
                    <a:pt x="284367" y="643354"/>
                  </a:lnTo>
                  <a:lnTo>
                    <a:pt x="286289" y="643354"/>
                  </a:lnTo>
                  <a:lnTo>
                    <a:pt x="288210" y="643354"/>
                  </a:lnTo>
                  <a:lnTo>
                    <a:pt x="290132" y="643354"/>
                  </a:lnTo>
                  <a:lnTo>
                    <a:pt x="292053" y="643354"/>
                  </a:lnTo>
                  <a:lnTo>
                    <a:pt x="293975" y="643354"/>
                  </a:lnTo>
                  <a:lnTo>
                    <a:pt x="295896" y="643354"/>
                  </a:lnTo>
                  <a:lnTo>
                    <a:pt x="297817" y="643354"/>
                  </a:lnTo>
                  <a:lnTo>
                    <a:pt x="299739" y="643354"/>
                  </a:lnTo>
                  <a:lnTo>
                    <a:pt x="301660" y="643354"/>
                  </a:lnTo>
                  <a:lnTo>
                    <a:pt x="303582" y="643354"/>
                  </a:lnTo>
                  <a:lnTo>
                    <a:pt x="305503" y="643354"/>
                  </a:lnTo>
                  <a:lnTo>
                    <a:pt x="307424" y="643354"/>
                  </a:lnTo>
                  <a:lnTo>
                    <a:pt x="309346" y="643354"/>
                  </a:lnTo>
                  <a:lnTo>
                    <a:pt x="311267" y="643354"/>
                  </a:lnTo>
                  <a:lnTo>
                    <a:pt x="313189" y="643354"/>
                  </a:lnTo>
                  <a:lnTo>
                    <a:pt x="315110" y="643354"/>
                  </a:lnTo>
                  <a:lnTo>
                    <a:pt x="317031" y="643354"/>
                  </a:lnTo>
                  <a:lnTo>
                    <a:pt x="318953" y="643354"/>
                  </a:lnTo>
                  <a:lnTo>
                    <a:pt x="320874" y="643354"/>
                  </a:lnTo>
                  <a:lnTo>
                    <a:pt x="322796" y="643354"/>
                  </a:lnTo>
                  <a:lnTo>
                    <a:pt x="324717" y="643354"/>
                  </a:lnTo>
                  <a:lnTo>
                    <a:pt x="326638" y="643354"/>
                  </a:lnTo>
                  <a:lnTo>
                    <a:pt x="328560" y="643354"/>
                  </a:lnTo>
                  <a:lnTo>
                    <a:pt x="330481" y="643354"/>
                  </a:lnTo>
                  <a:lnTo>
                    <a:pt x="332403" y="643354"/>
                  </a:lnTo>
                  <a:lnTo>
                    <a:pt x="334324" y="643354"/>
                  </a:lnTo>
                  <a:lnTo>
                    <a:pt x="336245" y="643354"/>
                  </a:lnTo>
                  <a:lnTo>
                    <a:pt x="338167" y="643354"/>
                  </a:lnTo>
                  <a:lnTo>
                    <a:pt x="340088" y="643354"/>
                  </a:lnTo>
                  <a:lnTo>
                    <a:pt x="342010" y="643354"/>
                  </a:lnTo>
                  <a:lnTo>
                    <a:pt x="343931" y="643354"/>
                  </a:lnTo>
                  <a:lnTo>
                    <a:pt x="345852" y="643354"/>
                  </a:lnTo>
                  <a:lnTo>
                    <a:pt x="347774" y="643354"/>
                  </a:lnTo>
                  <a:lnTo>
                    <a:pt x="349695" y="643354"/>
                  </a:lnTo>
                  <a:lnTo>
                    <a:pt x="351617" y="643354"/>
                  </a:lnTo>
                  <a:lnTo>
                    <a:pt x="353538" y="643354"/>
                  </a:lnTo>
                  <a:lnTo>
                    <a:pt x="355459" y="643354"/>
                  </a:lnTo>
                  <a:lnTo>
                    <a:pt x="357381" y="643354"/>
                  </a:lnTo>
                  <a:lnTo>
                    <a:pt x="359302" y="643354"/>
                  </a:lnTo>
                  <a:lnTo>
                    <a:pt x="361224" y="643354"/>
                  </a:lnTo>
                  <a:lnTo>
                    <a:pt x="363145" y="643354"/>
                  </a:lnTo>
                  <a:lnTo>
                    <a:pt x="365067" y="643354"/>
                  </a:lnTo>
                  <a:lnTo>
                    <a:pt x="366988" y="643354"/>
                  </a:lnTo>
                  <a:lnTo>
                    <a:pt x="368909" y="643354"/>
                  </a:lnTo>
                  <a:lnTo>
                    <a:pt x="370831" y="643354"/>
                  </a:lnTo>
                  <a:lnTo>
                    <a:pt x="372752" y="643354"/>
                  </a:lnTo>
                  <a:lnTo>
                    <a:pt x="374674" y="643354"/>
                  </a:lnTo>
                  <a:lnTo>
                    <a:pt x="376595" y="643354"/>
                  </a:lnTo>
                  <a:lnTo>
                    <a:pt x="378516" y="643354"/>
                  </a:lnTo>
                  <a:lnTo>
                    <a:pt x="380438" y="643354"/>
                  </a:lnTo>
                  <a:lnTo>
                    <a:pt x="382359" y="643354"/>
                  </a:lnTo>
                  <a:lnTo>
                    <a:pt x="384281" y="643354"/>
                  </a:lnTo>
                  <a:lnTo>
                    <a:pt x="386202" y="643354"/>
                  </a:lnTo>
                  <a:lnTo>
                    <a:pt x="388123" y="643354"/>
                  </a:lnTo>
                  <a:lnTo>
                    <a:pt x="390045" y="643354"/>
                  </a:lnTo>
                  <a:lnTo>
                    <a:pt x="391966" y="643354"/>
                  </a:lnTo>
                  <a:lnTo>
                    <a:pt x="393888" y="643354"/>
                  </a:lnTo>
                  <a:lnTo>
                    <a:pt x="395809" y="643354"/>
                  </a:lnTo>
                  <a:lnTo>
                    <a:pt x="397730" y="643354"/>
                  </a:lnTo>
                  <a:lnTo>
                    <a:pt x="399652" y="643354"/>
                  </a:lnTo>
                  <a:lnTo>
                    <a:pt x="401573" y="643354"/>
                  </a:lnTo>
                  <a:lnTo>
                    <a:pt x="403495" y="643354"/>
                  </a:lnTo>
                  <a:lnTo>
                    <a:pt x="405416" y="643354"/>
                  </a:lnTo>
                  <a:lnTo>
                    <a:pt x="407337" y="643354"/>
                  </a:lnTo>
                  <a:lnTo>
                    <a:pt x="409259" y="643354"/>
                  </a:lnTo>
                  <a:lnTo>
                    <a:pt x="411180" y="643354"/>
                  </a:lnTo>
                  <a:lnTo>
                    <a:pt x="413102" y="643354"/>
                  </a:lnTo>
                  <a:lnTo>
                    <a:pt x="415023" y="643354"/>
                  </a:lnTo>
                  <a:lnTo>
                    <a:pt x="416944" y="643354"/>
                  </a:lnTo>
                  <a:lnTo>
                    <a:pt x="418866" y="643354"/>
                  </a:lnTo>
                  <a:lnTo>
                    <a:pt x="420787" y="643354"/>
                  </a:lnTo>
                  <a:lnTo>
                    <a:pt x="422709" y="643354"/>
                  </a:lnTo>
                  <a:lnTo>
                    <a:pt x="424630" y="643354"/>
                  </a:lnTo>
                  <a:lnTo>
                    <a:pt x="426551" y="643354"/>
                  </a:lnTo>
                  <a:lnTo>
                    <a:pt x="428473" y="643354"/>
                  </a:lnTo>
                  <a:lnTo>
                    <a:pt x="430394" y="643354"/>
                  </a:lnTo>
                  <a:lnTo>
                    <a:pt x="432316" y="643354"/>
                  </a:lnTo>
                  <a:lnTo>
                    <a:pt x="434237" y="643354"/>
                  </a:lnTo>
                  <a:lnTo>
                    <a:pt x="436159" y="643354"/>
                  </a:lnTo>
                  <a:lnTo>
                    <a:pt x="438080" y="643354"/>
                  </a:lnTo>
                  <a:lnTo>
                    <a:pt x="440001" y="643354"/>
                  </a:lnTo>
                  <a:lnTo>
                    <a:pt x="441923" y="643354"/>
                  </a:lnTo>
                  <a:lnTo>
                    <a:pt x="443844" y="643354"/>
                  </a:lnTo>
                  <a:lnTo>
                    <a:pt x="445766" y="643354"/>
                  </a:lnTo>
                  <a:lnTo>
                    <a:pt x="447687" y="643354"/>
                  </a:lnTo>
                  <a:lnTo>
                    <a:pt x="449608" y="643354"/>
                  </a:lnTo>
                  <a:lnTo>
                    <a:pt x="451530" y="643354"/>
                  </a:lnTo>
                  <a:lnTo>
                    <a:pt x="453451" y="643354"/>
                  </a:lnTo>
                  <a:lnTo>
                    <a:pt x="455373" y="643354"/>
                  </a:lnTo>
                  <a:lnTo>
                    <a:pt x="457294" y="643354"/>
                  </a:lnTo>
                  <a:lnTo>
                    <a:pt x="459215" y="643354"/>
                  </a:lnTo>
                  <a:lnTo>
                    <a:pt x="461137" y="643354"/>
                  </a:lnTo>
                  <a:lnTo>
                    <a:pt x="463058" y="643354"/>
                  </a:lnTo>
                  <a:lnTo>
                    <a:pt x="464980" y="643354"/>
                  </a:lnTo>
                  <a:lnTo>
                    <a:pt x="466901" y="643354"/>
                  </a:lnTo>
                  <a:lnTo>
                    <a:pt x="468822" y="643354"/>
                  </a:lnTo>
                  <a:lnTo>
                    <a:pt x="470744" y="643354"/>
                  </a:lnTo>
                  <a:lnTo>
                    <a:pt x="472665" y="643354"/>
                  </a:lnTo>
                  <a:lnTo>
                    <a:pt x="474587" y="643354"/>
                  </a:lnTo>
                  <a:lnTo>
                    <a:pt x="476508" y="643354"/>
                  </a:lnTo>
                  <a:lnTo>
                    <a:pt x="478429" y="643354"/>
                  </a:lnTo>
                  <a:lnTo>
                    <a:pt x="480351" y="643354"/>
                  </a:lnTo>
                  <a:lnTo>
                    <a:pt x="482272" y="643354"/>
                  </a:lnTo>
                  <a:lnTo>
                    <a:pt x="484194" y="643354"/>
                  </a:lnTo>
                  <a:lnTo>
                    <a:pt x="486115" y="643354"/>
                  </a:lnTo>
                  <a:lnTo>
                    <a:pt x="488036" y="643354"/>
                  </a:lnTo>
                  <a:lnTo>
                    <a:pt x="489958" y="643354"/>
                  </a:lnTo>
                  <a:lnTo>
                    <a:pt x="491879" y="643354"/>
                  </a:lnTo>
                  <a:lnTo>
                    <a:pt x="493801" y="643354"/>
                  </a:lnTo>
                  <a:lnTo>
                    <a:pt x="495722" y="643354"/>
                  </a:lnTo>
                  <a:lnTo>
                    <a:pt x="497643" y="643354"/>
                  </a:lnTo>
                  <a:lnTo>
                    <a:pt x="499565" y="643354"/>
                  </a:lnTo>
                  <a:lnTo>
                    <a:pt x="501486" y="643354"/>
                  </a:lnTo>
                  <a:lnTo>
                    <a:pt x="503408" y="643354"/>
                  </a:lnTo>
                  <a:lnTo>
                    <a:pt x="505329" y="643354"/>
                  </a:lnTo>
                  <a:lnTo>
                    <a:pt x="507250" y="643354"/>
                  </a:lnTo>
                  <a:lnTo>
                    <a:pt x="509172" y="643354"/>
                  </a:lnTo>
                  <a:lnTo>
                    <a:pt x="511093" y="643354"/>
                  </a:lnTo>
                  <a:lnTo>
                    <a:pt x="513015" y="643354"/>
                  </a:lnTo>
                  <a:lnTo>
                    <a:pt x="514936" y="643354"/>
                  </a:lnTo>
                  <a:lnTo>
                    <a:pt x="516858" y="643354"/>
                  </a:lnTo>
                  <a:lnTo>
                    <a:pt x="518779" y="643354"/>
                  </a:lnTo>
                  <a:lnTo>
                    <a:pt x="520700" y="643354"/>
                  </a:lnTo>
                  <a:lnTo>
                    <a:pt x="522622" y="643354"/>
                  </a:lnTo>
                  <a:lnTo>
                    <a:pt x="524543" y="643354"/>
                  </a:lnTo>
                  <a:lnTo>
                    <a:pt x="526465" y="643354"/>
                  </a:lnTo>
                  <a:lnTo>
                    <a:pt x="528386" y="643354"/>
                  </a:lnTo>
                  <a:lnTo>
                    <a:pt x="530307" y="643354"/>
                  </a:lnTo>
                  <a:lnTo>
                    <a:pt x="532229" y="643354"/>
                  </a:lnTo>
                  <a:lnTo>
                    <a:pt x="534150" y="643354"/>
                  </a:lnTo>
                  <a:lnTo>
                    <a:pt x="536072" y="643354"/>
                  </a:lnTo>
                  <a:lnTo>
                    <a:pt x="537993" y="643354"/>
                  </a:lnTo>
                  <a:lnTo>
                    <a:pt x="539914" y="643354"/>
                  </a:lnTo>
                  <a:lnTo>
                    <a:pt x="541836" y="643354"/>
                  </a:lnTo>
                  <a:lnTo>
                    <a:pt x="543757" y="643354"/>
                  </a:lnTo>
                  <a:lnTo>
                    <a:pt x="545679" y="643354"/>
                  </a:lnTo>
                  <a:lnTo>
                    <a:pt x="547600" y="643354"/>
                  </a:lnTo>
                  <a:lnTo>
                    <a:pt x="549521" y="643354"/>
                  </a:lnTo>
                  <a:lnTo>
                    <a:pt x="551443" y="643354"/>
                  </a:lnTo>
                  <a:lnTo>
                    <a:pt x="553364" y="643354"/>
                  </a:lnTo>
                  <a:lnTo>
                    <a:pt x="555286" y="643354"/>
                  </a:lnTo>
                  <a:lnTo>
                    <a:pt x="557207" y="643354"/>
                  </a:lnTo>
                  <a:lnTo>
                    <a:pt x="559128" y="643354"/>
                  </a:lnTo>
                  <a:lnTo>
                    <a:pt x="561050" y="643354"/>
                  </a:lnTo>
                  <a:lnTo>
                    <a:pt x="562971" y="643354"/>
                  </a:lnTo>
                  <a:lnTo>
                    <a:pt x="564893" y="643354"/>
                  </a:lnTo>
                  <a:lnTo>
                    <a:pt x="566814" y="643354"/>
                  </a:lnTo>
                  <a:lnTo>
                    <a:pt x="568735" y="643354"/>
                  </a:lnTo>
                  <a:lnTo>
                    <a:pt x="570657" y="643354"/>
                  </a:lnTo>
                  <a:lnTo>
                    <a:pt x="572578" y="643354"/>
                  </a:lnTo>
                  <a:lnTo>
                    <a:pt x="574500" y="643354"/>
                  </a:lnTo>
                  <a:lnTo>
                    <a:pt x="576421" y="643354"/>
                  </a:lnTo>
                  <a:lnTo>
                    <a:pt x="578342" y="643354"/>
                  </a:lnTo>
                  <a:lnTo>
                    <a:pt x="580264" y="643354"/>
                  </a:lnTo>
                  <a:lnTo>
                    <a:pt x="582185" y="643354"/>
                  </a:lnTo>
                  <a:lnTo>
                    <a:pt x="584107" y="643354"/>
                  </a:lnTo>
                  <a:lnTo>
                    <a:pt x="586028" y="643354"/>
                  </a:lnTo>
                  <a:lnTo>
                    <a:pt x="587950" y="643354"/>
                  </a:lnTo>
                  <a:lnTo>
                    <a:pt x="589871" y="643354"/>
                  </a:lnTo>
                  <a:lnTo>
                    <a:pt x="591792" y="643354"/>
                  </a:lnTo>
                  <a:lnTo>
                    <a:pt x="593714" y="643354"/>
                  </a:lnTo>
                  <a:lnTo>
                    <a:pt x="595635" y="643354"/>
                  </a:lnTo>
                  <a:lnTo>
                    <a:pt x="597557" y="643354"/>
                  </a:lnTo>
                  <a:lnTo>
                    <a:pt x="599478" y="643354"/>
                  </a:lnTo>
                  <a:lnTo>
                    <a:pt x="601399" y="643354"/>
                  </a:lnTo>
                  <a:lnTo>
                    <a:pt x="603321" y="643354"/>
                  </a:lnTo>
                  <a:lnTo>
                    <a:pt x="605242" y="643354"/>
                  </a:lnTo>
                  <a:lnTo>
                    <a:pt x="607164" y="643354"/>
                  </a:lnTo>
                  <a:lnTo>
                    <a:pt x="609085" y="643354"/>
                  </a:lnTo>
                  <a:lnTo>
                    <a:pt x="611006" y="643354"/>
                  </a:lnTo>
                  <a:lnTo>
                    <a:pt x="612928" y="643354"/>
                  </a:lnTo>
                  <a:lnTo>
                    <a:pt x="614849" y="643354"/>
                  </a:lnTo>
                  <a:lnTo>
                    <a:pt x="616771" y="643354"/>
                  </a:lnTo>
                  <a:lnTo>
                    <a:pt x="618692" y="643354"/>
                  </a:lnTo>
                  <a:lnTo>
                    <a:pt x="620613" y="643354"/>
                  </a:lnTo>
                  <a:lnTo>
                    <a:pt x="622535" y="643354"/>
                  </a:lnTo>
                  <a:lnTo>
                    <a:pt x="624456" y="643354"/>
                  </a:lnTo>
                  <a:lnTo>
                    <a:pt x="626378" y="643354"/>
                  </a:lnTo>
                  <a:lnTo>
                    <a:pt x="628299" y="643354"/>
                  </a:lnTo>
                  <a:lnTo>
                    <a:pt x="630220" y="643354"/>
                  </a:lnTo>
                  <a:lnTo>
                    <a:pt x="632142" y="643354"/>
                  </a:lnTo>
                  <a:lnTo>
                    <a:pt x="634063" y="643354"/>
                  </a:lnTo>
                  <a:lnTo>
                    <a:pt x="635985" y="643354"/>
                  </a:lnTo>
                  <a:lnTo>
                    <a:pt x="637906" y="643354"/>
                  </a:lnTo>
                  <a:lnTo>
                    <a:pt x="639827" y="643354"/>
                  </a:lnTo>
                  <a:lnTo>
                    <a:pt x="641749" y="643354"/>
                  </a:lnTo>
                  <a:lnTo>
                    <a:pt x="643670" y="643354"/>
                  </a:lnTo>
                  <a:lnTo>
                    <a:pt x="645592" y="643354"/>
                  </a:lnTo>
                  <a:lnTo>
                    <a:pt x="647513" y="643354"/>
                  </a:lnTo>
                  <a:lnTo>
                    <a:pt x="649434" y="643354"/>
                  </a:lnTo>
                  <a:lnTo>
                    <a:pt x="651356" y="643354"/>
                  </a:lnTo>
                  <a:lnTo>
                    <a:pt x="653277" y="643354"/>
                  </a:lnTo>
                  <a:lnTo>
                    <a:pt x="655199" y="643354"/>
                  </a:lnTo>
                  <a:lnTo>
                    <a:pt x="657120" y="643354"/>
                  </a:lnTo>
                  <a:lnTo>
                    <a:pt x="659042" y="643354"/>
                  </a:lnTo>
                  <a:lnTo>
                    <a:pt x="660963" y="643354"/>
                  </a:lnTo>
                  <a:lnTo>
                    <a:pt x="662884" y="643354"/>
                  </a:lnTo>
                  <a:lnTo>
                    <a:pt x="664806" y="643354"/>
                  </a:lnTo>
                  <a:lnTo>
                    <a:pt x="666727" y="643354"/>
                  </a:lnTo>
                  <a:lnTo>
                    <a:pt x="668649" y="643354"/>
                  </a:lnTo>
                  <a:lnTo>
                    <a:pt x="670570" y="643354"/>
                  </a:lnTo>
                  <a:lnTo>
                    <a:pt x="672491" y="643354"/>
                  </a:lnTo>
                  <a:lnTo>
                    <a:pt x="674413" y="643354"/>
                  </a:lnTo>
                  <a:lnTo>
                    <a:pt x="676334" y="643354"/>
                  </a:lnTo>
                  <a:lnTo>
                    <a:pt x="678256" y="643354"/>
                  </a:lnTo>
                  <a:lnTo>
                    <a:pt x="680177" y="643354"/>
                  </a:lnTo>
                  <a:lnTo>
                    <a:pt x="682098" y="643354"/>
                  </a:lnTo>
                  <a:lnTo>
                    <a:pt x="684020" y="643354"/>
                  </a:lnTo>
                  <a:lnTo>
                    <a:pt x="685941" y="643354"/>
                  </a:lnTo>
                  <a:lnTo>
                    <a:pt x="687863" y="643354"/>
                  </a:lnTo>
                  <a:lnTo>
                    <a:pt x="689784" y="643354"/>
                  </a:lnTo>
                  <a:lnTo>
                    <a:pt x="691705" y="643354"/>
                  </a:lnTo>
                  <a:lnTo>
                    <a:pt x="693627" y="643354"/>
                  </a:lnTo>
                  <a:lnTo>
                    <a:pt x="695548" y="643354"/>
                  </a:lnTo>
                  <a:lnTo>
                    <a:pt x="697470" y="643354"/>
                  </a:lnTo>
                  <a:lnTo>
                    <a:pt x="699391" y="643354"/>
                  </a:lnTo>
                  <a:lnTo>
                    <a:pt x="701312" y="643354"/>
                  </a:lnTo>
                  <a:lnTo>
                    <a:pt x="703234" y="643354"/>
                  </a:lnTo>
                  <a:lnTo>
                    <a:pt x="705155" y="643354"/>
                  </a:lnTo>
                  <a:lnTo>
                    <a:pt x="707077" y="643354"/>
                  </a:lnTo>
                  <a:lnTo>
                    <a:pt x="708998" y="643354"/>
                  </a:lnTo>
                  <a:lnTo>
                    <a:pt x="710919" y="643354"/>
                  </a:lnTo>
                  <a:lnTo>
                    <a:pt x="712841" y="643354"/>
                  </a:lnTo>
                  <a:lnTo>
                    <a:pt x="714762" y="643354"/>
                  </a:lnTo>
                  <a:lnTo>
                    <a:pt x="716684" y="643354"/>
                  </a:lnTo>
                  <a:lnTo>
                    <a:pt x="718605" y="643354"/>
                  </a:lnTo>
                  <a:lnTo>
                    <a:pt x="720526" y="643354"/>
                  </a:lnTo>
                  <a:lnTo>
                    <a:pt x="722448" y="643354"/>
                  </a:lnTo>
                  <a:lnTo>
                    <a:pt x="724369" y="643354"/>
                  </a:lnTo>
                  <a:lnTo>
                    <a:pt x="726291" y="643354"/>
                  </a:lnTo>
                  <a:lnTo>
                    <a:pt x="728212" y="643354"/>
                  </a:lnTo>
                  <a:lnTo>
                    <a:pt x="730134" y="643354"/>
                  </a:lnTo>
                  <a:lnTo>
                    <a:pt x="732055" y="643354"/>
                  </a:lnTo>
                  <a:lnTo>
                    <a:pt x="733976" y="643354"/>
                  </a:lnTo>
                  <a:lnTo>
                    <a:pt x="735898" y="643354"/>
                  </a:lnTo>
                  <a:lnTo>
                    <a:pt x="737819" y="643354"/>
                  </a:lnTo>
                  <a:lnTo>
                    <a:pt x="739741" y="643354"/>
                  </a:lnTo>
                  <a:lnTo>
                    <a:pt x="741662" y="643354"/>
                  </a:lnTo>
                  <a:lnTo>
                    <a:pt x="743583" y="643354"/>
                  </a:lnTo>
                  <a:lnTo>
                    <a:pt x="745505" y="643354"/>
                  </a:lnTo>
                  <a:lnTo>
                    <a:pt x="747426" y="643354"/>
                  </a:lnTo>
                  <a:lnTo>
                    <a:pt x="749348" y="643354"/>
                  </a:lnTo>
                  <a:lnTo>
                    <a:pt x="751269" y="643354"/>
                  </a:lnTo>
                  <a:lnTo>
                    <a:pt x="753190" y="643354"/>
                  </a:lnTo>
                  <a:lnTo>
                    <a:pt x="755112" y="643354"/>
                  </a:lnTo>
                  <a:lnTo>
                    <a:pt x="757033" y="643354"/>
                  </a:lnTo>
                  <a:lnTo>
                    <a:pt x="758955" y="643354"/>
                  </a:lnTo>
                  <a:lnTo>
                    <a:pt x="760876" y="643354"/>
                  </a:lnTo>
                  <a:lnTo>
                    <a:pt x="762797" y="643354"/>
                  </a:lnTo>
                  <a:lnTo>
                    <a:pt x="764719" y="643354"/>
                  </a:lnTo>
                  <a:lnTo>
                    <a:pt x="766640" y="643354"/>
                  </a:lnTo>
                  <a:lnTo>
                    <a:pt x="768562" y="643354"/>
                  </a:lnTo>
                  <a:lnTo>
                    <a:pt x="770483" y="643354"/>
                  </a:lnTo>
                  <a:lnTo>
                    <a:pt x="772404" y="643354"/>
                  </a:lnTo>
                  <a:lnTo>
                    <a:pt x="774326" y="643354"/>
                  </a:lnTo>
                  <a:lnTo>
                    <a:pt x="776247" y="643354"/>
                  </a:lnTo>
                  <a:lnTo>
                    <a:pt x="778169" y="643354"/>
                  </a:lnTo>
                  <a:lnTo>
                    <a:pt x="780090" y="643354"/>
                  </a:lnTo>
                  <a:lnTo>
                    <a:pt x="782011" y="643354"/>
                  </a:lnTo>
                  <a:lnTo>
                    <a:pt x="783933" y="643354"/>
                  </a:lnTo>
                  <a:lnTo>
                    <a:pt x="785854" y="643354"/>
                  </a:lnTo>
                  <a:lnTo>
                    <a:pt x="787776" y="643354"/>
                  </a:lnTo>
                  <a:lnTo>
                    <a:pt x="789697" y="643354"/>
                  </a:lnTo>
                  <a:lnTo>
                    <a:pt x="791618" y="643354"/>
                  </a:lnTo>
                  <a:lnTo>
                    <a:pt x="793540" y="643354"/>
                  </a:lnTo>
                  <a:lnTo>
                    <a:pt x="795461" y="643354"/>
                  </a:lnTo>
                  <a:lnTo>
                    <a:pt x="797383" y="643354"/>
                  </a:lnTo>
                  <a:lnTo>
                    <a:pt x="799304" y="643354"/>
                  </a:lnTo>
                  <a:lnTo>
                    <a:pt x="801226" y="643354"/>
                  </a:lnTo>
                  <a:lnTo>
                    <a:pt x="803147" y="643354"/>
                  </a:lnTo>
                  <a:lnTo>
                    <a:pt x="805068" y="643354"/>
                  </a:lnTo>
                  <a:lnTo>
                    <a:pt x="806990" y="643354"/>
                  </a:lnTo>
                  <a:lnTo>
                    <a:pt x="808911" y="643354"/>
                  </a:lnTo>
                  <a:lnTo>
                    <a:pt x="810833" y="643354"/>
                  </a:lnTo>
                  <a:lnTo>
                    <a:pt x="812754" y="643354"/>
                  </a:lnTo>
                  <a:lnTo>
                    <a:pt x="814675" y="643354"/>
                  </a:lnTo>
                  <a:lnTo>
                    <a:pt x="816597" y="643354"/>
                  </a:lnTo>
                  <a:lnTo>
                    <a:pt x="818518" y="643354"/>
                  </a:lnTo>
                  <a:lnTo>
                    <a:pt x="820440" y="643354"/>
                  </a:lnTo>
                  <a:lnTo>
                    <a:pt x="822361" y="643354"/>
                  </a:lnTo>
                  <a:lnTo>
                    <a:pt x="824282" y="643354"/>
                  </a:lnTo>
                  <a:lnTo>
                    <a:pt x="826204" y="643354"/>
                  </a:lnTo>
                  <a:lnTo>
                    <a:pt x="828125" y="643354"/>
                  </a:lnTo>
                  <a:lnTo>
                    <a:pt x="830047" y="643354"/>
                  </a:lnTo>
                  <a:lnTo>
                    <a:pt x="831968" y="643354"/>
                  </a:lnTo>
                  <a:lnTo>
                    <a:pt x="833889" y="643354"/>
                  </a:lnTo>
                  <a:lnTo>
                    <a:pt x="835811" y="643354"/>
                  </a:lnTo>
                  <a:lnTo>
                    <a:pt x="837732" y="643354"/>
                  </a:lnTo>
                  <a:lnTo>
                    <a:pt x="839654" y="643354"/>
                  </a:lnTo>
                  <a:lnTo>
                    <a:pt x="841575" y="643354"/>
                  </a:lnTo>
                  <a:lnTo>
                    <a:pt x="843496" y="643354"/>
                  </a:lnTo>
                  <a:lnTo>
                    <a:pt x="845418" y="643354"/>
                  </a:lnTo>
                  <a:lnTo>
                    <a:pt x="847339" y="643354"/>
                  </a:lnTo>
                  <a:lnTo>
                    <a:pt x="849261" y="643354"/>
                  </a:lnTo>
                  <a:lnTo>
                    <a:pt x="851182" y="643354"/>
                  </a:lnTo>
                  <a:lnTo>
                    <a:pt x="853103" y="643354"/>
                  </a:lnTo>
                  <a:lnTo>
                    <a:pt x="855025" y="643354"/>
                  </a:lnTo>
                  <a:lnTo>
                    <a:pt x="856946" y="643354"/>
                  </a:lnTo>
                  <a:lnTo>
                    <a:pt x="858868" y="643354"/>
                  </a:lnTo>
                  <a:lnTo>
                    <a:pt x="860789" y="643354"/>
                  </a:lnTo>
                  <a:lnTo>
                    <a:pt x="862710" y="643354"/>
                  </a:lnTo>
                  <a:lnTo>
                    <a:pt x="864632" y="643354"/>
                  </a:lnTo>
                  <a:lnTo>
                    <a:pt x="866553" y="643354"/>
                  </a:lnTo>
                  <a:lnTo>
                    <a:pt x="868475" y="643354"/>
                  </a:lnTo>
                  <a:lnTo>
                    <a:pt x="870396" y="643354"/>
                  </a:lnTo>
                  <a:lnTo>
                    <a:pt x="872318" y="643354"/>
                  </a:lnTo>
                  <a:lnTo>
                    <a:pt x="874239" y="643354"/>
                  </a:lnTo>
                  <a:lnTo>
                    <a:pt x="876160" y="643354"/>
                  </a:lnTo>
                  <a:lnTo>
                    <a:pt x="878082" y="643354"/>
                  </a:lnTo>
                  <a:lnTo>
                    <a:pt x="880003" y="643354"/>
                  </a:lnTo>
                  <a:lnTo>
                    <a:pt x="881925" y="643354"/>
                  </a:lnTo>
                  <a:lnTo>
                    <a:pt x="883846" y="643354"/>
                  </a:lnTo>
                  <a:lnTo>
                    <a:pt x="885767" y="643354"/>
                  </a:lnTo>
                  <a:lnTo>
                    <a:pt x="887689" y="643354"/>
                  </a:lnTo>
                  <a:lnTo>
                    <a:pt x="889610" y="643354"/>
                  </a:lnTo>
                  <a:lnTo>
                    <a:pt x="891532" y="643354"/>
                  </a:lnTo>
                  <a:lnTo>
                    <a:pt x="893453" y="643354"/>
                  </a:lnTo>
                  <a:lnTo>
                    <a:pt x="895374" y="643354"/>
                  </a:lnTo>
                  <a:lnTo>
                    <a:pt x="897296" y="643354"/>
                  </a:lnTo>
                  <a:lnTo>
                    <a:pt x="899217" y="643354"/>
                  </a:lnTo>
                  <a:lnTo>
                    <a:pt x="901139" y="643354"/>
                  </a:lnTo>
                  <a:lnTo>
                    <a:pt x="903060" y="643354"/>
                  </a:lnTo>
                  <a:lnTo>
                    <a:pt x="904981" y="643354"/>
                  </a:lnTo>
                  <a:lnTo>
                    <a:pt x="906903" y="643354"/>
                  </a:lnTo>
                  <a:lnTo>
                    <a:pt x="908824" y="643354"/>
                  </a:lnTo>
                  <a:lnTo>
                    <a:pt x="910746" y="643354"/>
                  </a:lnTo>
                  <a:lnTo>
                    <a:pt x="912667" y="643354"/>
                  </a:lnTo>
                  <a:lnTo>
                    <a:pt x="914588" y="643354"/>
                  </a:lnTo>
                  <a:lnTo>
                    <a:pt x="916510" y="643354"/>
                  </a:lnTo>
                  <a:lnTo>
                    <a:pt x="918431" y="643354"/>
                  </a:lnTo>
                  <a:lnTo>
                    <a:pt x="920353" y="643354"/>
                  </a:lnTo>
                  <a:lnTo>
                    <a:pt x="922274" y="643354"/>
                  </a:lnTo>
                  <a:lnTo>
                    <a:pt x="924195" y="643354"/>
                  </a:lnTo>
                  <a:lnTo>
                    <a:pt x="926117" y="643354"/>
                  </a:lnTo>
                  <a:lnTo>
                    <a:pt x="928038" y="643354"/>
                  </a:lnTo>
                  <a:lnTo>
                    <a:pt x="929960" y="643354"/>
                  </a:lnTo>
                  <a:lnTo>
                    <a:pt x="931881" y="643354"/>
                  </a:lnTo>
                  <a:lnTo>
                    <a:pt x="933802" y="643354"/>
                  </a:lnTo>
                  <a:lnTo>
                    <a:pt x="935724" y="643354"/>
                  </a:lnTo>
                  <a:lnTo>
                    <a:pt x="937645" y="643354"/>
                  </a:lnTo>
                  <a:lnTo>
                    <a:pt x="939567" y="643354"/>
                  </a:lnTo>
                  <a:lnTo>
                    <a:pt x="941488" y="643354"/>
                  </a:lnTo>
                  <a:lnTo>
                    <a:pt x="943410" y="643354"/>
                  </a:lnTo>
                  <a:lnTo>
                    <a:pt x="945331" y="643354"/>
                  </a:lnTo>
                  <a:lnTo>
                    <a:pt x="947252" y="643354"/>
                  </a:lnTo>
                  <a:lnTo>
                    <a:pt x="949174" y="643354"/>
                  </a:lnTo>
                  <a:lnTo>
                    <a:pt x="951095" y="643354"/>
                  </a:lnTo>
                  <a:lnTo>
                    <a:pt x="953017" y="643354"/>
                  </a:lnTo>
                  <a:lnTo>
                    <a:pt x="954938" y="643354"/>
                  </a:lnTo>
                  <a:lnTo>
                    <a:pt x="956859" y="643354"/>
                  </a:lnTo>
                  <a:lnTo>
                    <a:pt x="958781" y="643354"/>
                  </a:lnTo>
                  <a:lnTo>
                    <a:pt x="960702" y="643354"/>
                  </a:lnTo>
                  <a:lnTo>
                    <a:pt x="962624" y="643354"/>
                  </a:lnTo>
                  <a:lnTo>
                    <a:pt x="964545" y="643354"/>
                  </a:lnTo>
                  <a:lnTo>
                    <a:pt x="966466" y="643354"/>
                  </a:lnTo>
                  <a:lnTo>
                    <a:pt x="968388" y="643354"/>
                  </a:lnTo>
                  <a:lnTo>
                    <a:pt x="970309" y="643354"/>
                  </a:lnTo>
                  <a:lnTo>
                    <a:pt x="972231" y="643354"/>
                  </a:lnTo>
                  <a:lnTo>
                    <a:pt x="974152" y="643354"/>
                  </a:lnTo>
                  <a:lnTo>
                    <a:pt x="976073" y="643354"/>
                  </a:lnTo>
                  <a:lnTo>
                    <a:pt x="977995" y="643354"/>
                  </a:lnTo>
                  <a:lnTo>
                    <a:pt x="979916" y="643354"/>
                  </a:lnTo>
                  <a:lnTo>
                    <a:pt x="981838" y="643354"/>
                  </a:lnTo>
                </a:path>
              </a:pathLst>
            </a:cu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4248562" y="1211427"/>
              <a:ext cx="981838" cy="1571595"/>
            </a:xfrm>
            <a:custGeom>
              <a:avLst/>
              <a:pathLst>
                <a:path w="981838" h="1571595">
                  <a:moveTo>
                    <a:pt x="0" y="1571595"/>
                  </a:moveTo>
                  <a:lnTo>
                    <a:pt x="1921" y="1571595"/>
                  </a:lnTo>
                  <a:lnTo>
                    <a:pt x="3842" y="1571595"/>
                  </a:lnTo>
                  <a:lnTo>
                    <a:pt x="5764" y="1571595"/>
                  </a:lnTo>
                  <a:lnTo>
                    <a:pt x="7685" y="1571595"/>
                  </a:lnTo>
                  <a:lnTo>
                    <a:pt x="9607" y="1571595"/>
                  </a:lnTo>
                  <a:lnTo>
                    <a:pt x="11528" y="1571595"/>
                  </a:lnTo>
                  <a:lnTo>
                    <a:pt x="13449" y="1571595"/>
                  </a:lnTo>
                  <a:lnTo>
                    <a:pt x="15371" y="1571595"/>
                  </a:lnTo>
                  <a:lnTo>
                    <a:pt x="17292" y="1571595"/>
                  </a:lnTo>
                  <a:lnTo>
                    <a:pt x="19214" y="1571595"/>
                  </a:lnTo>
                  <a:lnTo>
                    <a:pt x="21135" y="1571595"/>
                  </a:lnTo>
                  <a:lnTo>
                    <a:pt x="23056" y="1571595"/>
                  </a:lnTo>
                  <a:lnTo>
                    <a:pt x="24978" y="1571595"/>
                  </a:lnTo>
                  <a:lnTo>
                    <a:pt x="26899" y="1571595"/>
                  </a:lnTo>
                  <a:lnTo>
                    <a:pt x="28821" y="1571595"/>
                  </a:lnTo>
                  <a:lnTo>
                    <a:pt x="30742" y="1571595"/>
                  </a:lnTo>
                  <a:lnTo>
                    <a:pt x="32663" y="1571595"/>
                  </a:lnTo>
                  <a:lnTo>
                    <a:pt x="34585" y="1571595"/>
                  </a:lnTo>
                  <a:lnTo>
                    <a:pt x="36506" y="1571595"/>
                  </a:lnTo>
                  <a:lnTo>
                    <a:pt x="38428" y="1571595"/>
                  </a:lnTo>
                  <a:lnTo>
                    <a:pt x="40349" y="1571595"/>
                  </a:lnTo>
                  <a:lnTo>
                    <a:pt x="42270" y="1571595"/>
                  </a:lnTo>
                  <a:lnTo>
                    <a:pt x="44192" y="1571595"/>
                  </a:lnTo>
                  <a:lnTo>
                    <a:pt x="46113" y="1571595"/>
                  </a:lnTo>
                  <a:lnTo>
                    <a:pt x="48035" y="1571595"/>
                  </a:lnTo>
                  <a:lnTo>
                    <a:pt x="49956" y="1571595"/>
                  </a:lnTo>
                  <a:lnTo>
                    <a:pt x="51877" y="1571595"/>
                  </a:lnTo>
                  <a:lnTo>
                    <a:pt x="53799" y="1571595"/>
                  </a:lnTo>
                  <a:lnTo>
                    <a:pt x="55720" y="1571595"/>
                  </a:lnTo>
                  <a:lnTo>
                    <a:pt x="57642" y="1571595"/>
                  </a:lnTo>
                  <a:lnTo>
                    <a:pt x="59563" y="1571595"/>
                  </a:lnTo>
                  <a:lnTo>
                    <a:pt x="61484" y="1571595"/>
                  </a:lnTo>
                  <a:lnTo>
                    <a:pt x="63406" y="1571595"/>
                  </a:lnTo>
                  <a:lnTo>
                    <a:pt x="65327" y="1571595"/>
                  </a:lnTo>
                  <a:lnTo>
                    <a:pt x="67249" y="1571594"/>
                  </a:lnTo>
                  <a:lnTo>
                    <a:pt x="69170" y="1571591"/>
                  </a:lnTo>
                  <a:lnTo>
                    <a:pt x="71091" y="1571578"/>
                  </a:lnTo>
                  <a:lnTo>
                    <a:pt x="73013" y="1571536"/>
                  </a:lnTo>
                  <a:lnTo>
                    <a:pt x="74934" y="1571413"/>
                  </a:lnTo>
                  <a:lnTo>
                    <a:pt x="76856" y="1571101"/>
                  </a:lnTo>
                  <a:lnTo>
                    <a:pt x="78777" y="1570395"/>
                  </a:lnTo>
                  <a:lnTo>
                    <a:pt x="80699" y="1568981"/>
                  </a:lnTo>
                  <a:lnTo>
                    <a:pt x="82620" y="1566478"/>
                  </a:lnTo>
                  <a:lnTo>
                    <a:pt x="84541" y="1562582"/>
                  </a:lnTo>
                  <a:lnTo>
                    <a:pt x="86463" y="1557288"/>
                  </a:lnTo>
                  <a:lnTo>
                    <a:pt x="88384" y="1551105"/>
                  </a:lnTo>
                  <a:lnTo>
                    <a:pt x="90306" y="1545096"/>
                  </a:lnTo>
                  <a:lnTo>
                    <a:pt x="92227" y="1540592"/>
                  </a:lnTo>
                  <a:lnTo>
                    <a:pt x="94148" y="1538660"/>
                  </a:lnTo>
                  <a:lnTo>
                    <a:pt x="96070" y="1539598"/>
                  </a:lnTo>
                  <a:lnTo>
                    <a:pt x="97991" y="1542528"/>
                  </a:lnTo>
                  <a:lnTo>
                    <a:pt x="99913" y="1545873"/>
                  </a:lnTo>
                  <a:lnTo>
                    <a:pt x="101834" y="1548167"/>
                  </a:lnTo>
                  <a:lnTo>
                    <a:pt x="103755" y="1548558"/>
                  </a:lnTo>
                  <a:lnTo>
                    <a:pt x="105677" y="1547052"/>
                  </a:lnTo>
                  <a:lnTo>
                    <a:pt x="107598" y="1544401"/>
                  </a:lnTo>
                  <a:lnTo>
                    <a:pt x="109520" y="1541736"/>
                  </a:lnTo>
                  <a:lnTo>
                    <a:pt x="111441" y="1540126"/>
                  </a:lnTo>
                  <a:lnTo>
                    <a:pt x="113362" y="1540214"/>
                  </a:lnTo>
                  <a:lnTo>
                    <a:pt x="115284" y="1542067"/>
                  </a:lnTo>
                  <a:lnTo>
                    <a:pt x="117205" y="1545240"/>
                  </a:lnTo>
                  <a:lnTo>
                    <a:pt x="119127" y="1549020"/>
                  </a:lnTo>
                  <a:lnTo>
                    <a:pt x="121048" y="1552717"/>
                  </a:lnTo>
                  <a:lnTo>
                    <a:pt x="122969" y="1555871"/>
                  </a:lnTo>
                  <a:lnTo>
                    <a:pt x="124891" y="1558326"/>
                  </a:lnTo>
                  <a:lnTo>
                    <a:pt x="126812" y="1560158"/>
                  </a:lnTo>
                  <a:lnTo>
                    <a:pt x="128734" y="1561522"/>
                  </a:lnTo>
                  <a:lnTo>
                    <a:pt x="130655" y="1562538"/>
                  </a:lnTo>
                  <a:lnTo>
                    <a:pt x="132576" y="1563252"/>
                  </a:lnTo>
                  <a:lnTo>
                    <a:pt x="134498" y="1563687"/>
                  </a:lnTo>
                  <a:lnTo>
                    <a:pt x="136419" y="1563909"/>
                  </a:lnTo>
                  <a:lnTo>
                    <a:pt x="138341" y="1564059"/>
                  </a:lnTo>
                  <a:lnTo>
                    <a:pt x="140262" y="1564310"/>
                  </a:lnTo>
                  <a:lnTo>
                    <a:pt x="142183" y="1564762"/>
                  </a:lnTo>
                  <a:lnTo>
                    <a:pt x="144105" y="1565356"/>
                  </a:lnTo>
                  <a:lnTo>
                    <a:pt x="146026" y="1565879"/>
                  </a:lnTo>
                  <a:lnTo>
                    <a:pt x="147948" y="1566030"/>
                  </a:lnTo>
                  <a:lnTo>
                    <a:pt x="149869" y="1565520"/>
                  </a:lnTo>
                  <a:lnTo>
                    <a:pt x="151791" y="1564180"/>
                  </a:lnTo>
                  <a:lnTo>
                    <a:pt x="153712" y="1562030"/>
                  </a:lnTo>
                  <a:lnTo>
                    <a:pt x="155633" y="1559281"/>
                  </a:lnTo>
                  <a:lnTo>
                    <a:pt x="157555" y="1556281"/>
                  </a:lnTo>
                  <a:lnTo>
                    <a:pt x="159476" y="1553424"/>
                  </a:lnTo>
                  <a:lnTo>
                    <a:pt x="161398" y="1551073"/>
                  </a:lnTo>
                  <a:lnTo>
                    <a:pt x="163319" y="1549503"/>
                  </a:lnTo>
                  <a:lnTo>
                    <a:pt x="165240" y="1548872"/>
                  </a:lnTo>
                  <a:lnTo>
                    <a:pt x="167162" y="1549201"/>
                  </a:lnTo>
                  <a:lnTo>
                    <a:pt x="169083" y="1550346"/>
                  </a:lnTo>
                  <a:lnTo>
                    <a:pt x="171005" y="1551993"/>
                  </a:lnTo>
                  <a:lnTo>
                    <a:pt x="172926" y="1553687"/>
                  </a:lnTo>
                  <a:lnTo>
                    <a:pt x="174847" y="1554910"/>
                  </a:lnTo>
                  <a:lnTo>
                    <a:pt x="176769" y="1555176"/>
                  </a:lnTo>
                  <a:lnTo>
                    <a:pt x="178690" y="1554115"/>
                  </a:lnTo>
                  <a:lnTo>
                    <a:pt x="180612" y="1551517"/>
                  </a:lnTo>
                  <a:lnTo>
                    <a:pt x="182533" y="1547346"/>
                  </a:lnTo>
                  <a:lnTo>
                    <a:pt x="184454" y="1541696"/>
                  </a:lnTo>
                  <a:lnTo>
                    <a:pt x="186376" y="1534881"/>
                  </a:lnTo>
                  <a:lnTo>
                    <a:pt x="188297" y="1527254"/>
                  </a:lnTo>
                  <a:lnTo>
                    <a:pt x="190219" y="1519165"/>
                  </a:lnTo>
                  <a:lnTo>
                    <a:pt x="192140" y="1511001"/>
                  </a:lnTo>
                  <a:lnTo>
                    <a:pt x="194061" y="1503225"/>
                  </a:lnTo>
                  <a:lnTo>
                    <a:pt x="195983" y="1496344"/>
                  </a:lnTo>
                  <a:lnTo>
                    <a:pt x="197904" y="1490741"/>
                  </a:lnTo>
                  <a:lnTo>
                    <a:pt x="199826" y="1486456"/>
                  </a:lnTo>
                  <a:lnTo>
                    <a:pt x="201747" y="1483095"/>
                  </a:lnTo>
                  <a:lnTo>
                    <a:pt x="203668" y="1479976"/>
                  </a:lnTo>
                  <a:lnTo>
                    <a:pt x="205590" y="1476428"/>
                  </a:lnTo>
                  <a:lnTo>
                    <a:pt x="207511" y="1472052"/>
                  </a:lnTo>
                  <a:lnTo>
                    <a:pt x="209433" y="1466774"/>
                  </a:lnTo>
                  <a:lnTo>
                    <a:pt x="211354" y="1460668"/>
                  </a:lnTo>
                  <a:lnTo>
                    <a:pt x="213275" y="1453705"/>
                  </a:lnTo>
                  <a:lnTo>
                    <a:pt x="215197" y="1445596"/>
                  </a:lnTo>
                  <a:lnTo>
                    <a:pt x="217118" y="1435877"/>
                  </a:lnTo>
                  <a:lnTo>
                    <a:pt x="219040" y="1424236"/>
                  </a:lnTo>
                  <a:lnTo>
                    <a:pt x="220961" y="1410921"/>
                  </a:lnTo>
                  <a:lnTo>
                    <a:pt x="222883" y="1396897"/>
                  </a:lnTo>
                  <a:lnTo>
                    <a:pt x="224804" y="1383438"/>
                  </a:lnTo>
                  <a:lnTo>
                    <a:pt x="226725" y="1371187"/>
                  </a:lnTo>
                  <a:lnTo>
                    <a:pt x="228647" y="1359145"/>
                  </a:lnTo>
                  <a:lnTo>
                    <a:pt x="230568" y="1344530"/>
                  </a:lnTo>
                  <a:lnTo>
                    <a:pt x="232490" y="1324058"/>
                  </a:lnTo>
                  <a:lnTo>
                    <a:pt x="234411" y="1294792"/>
                  </a:lnTo>
                  <a:lnTo>
                    <a:pt x="236332" y="1253866"/>
                  </a:lnTo>
                  <a:lnTo>
                    <a:pt x="238254" y="1196925"/>
                  </a:lnTo>
                  <a:lnTo>
                    <a:pt x="240175" y="1116405"/>
                  </a:lnTo>
                  <a:lnTo>
                    <a:pt x="242097" y="1001696"/>
                  </a:lnTo>
                  <a:lnTo>
                    <a:pt x="244018" y="843109"/>
                  </a:lnTo>
                  <a:lnTo>
                    <a:pt x="245939" y="639936"/>
                  </a:lnTo>
                  <a:lnTo>
                    <a:pt x="247861" y="409523"/>
                  </a:lnTo>
                  <a:lnTo>
                    <a:pt x="249782" y="191075"/>
                  </a:lnTo>
                  <a:lnTo>
                    <a:pt x="251704" y="38208"/>
                  </a:lnTo>
                  <a:lnTo>
                    <a:pt x="253625" y="0"/>
                  </a:lnTo>
                  <a:lnTo>
                    <a:pt x="255546" y="98851"/>
                  </a:lnTo>
                  <a:lnTo>
                    <a:pt x="257468" y="317987"/>
                  </a:lnTo>
                  <a:lnTo>
                    <a:pt x="259389" y="607130"/>
                  </a:lnTo>
                  <a:lnTo>
                    <a:pt x="261311" y="903609"/>
                  </a:lnTo>
                  <a:lnTo>
                    <a:pt x="263232" y="1156494"/>
                  </a:lnTo>
                  <a:lnTo>
                    <a:pt x="265153" y="1340812"/>
                  </a:lnTo>
                  <a:lnTo>
                    <a:pt x="267075" y="1457082"/>
                  </a:lnTo>
                  <a:lnTo>
                    <a:pt x="268996" y="1520989"/>
                  </a:lnTo>
                  <a:lnTo>
                    <a:pt x="270918" y="1551711"/>
                  </a:lnTo>
                  <a:lnTo>
                    <a:pt x="272839" y="1564312"/>
                  </a:lnTo>
                  <a:lnTo>
                    <a:pt x="274760" y="1569175"/>
                  </a:lnTo>
                  <a:lnTo>
                    <a:pt x="276682" y="1570869"/>
                  </a:lnTo>
                  <a:lnTo>
                    <a:pt x="278603" y="1571399"/>
                  </a:lnTo>
                  <a:lnTo>
                    <a:pt x="280525" y="1571548"/>
                  </a:lnTo>
                  <a:lnTo>
                    <a:pt x="282446" y="1571585"/>
                  </a:lnTo>
                  <a:lnTo>
                    <a:pt x="284367" y="1571593"/>
                  </a:lnTo>
                  <a:lnTo>
                    <a:pt x="286289" y="1571595"/>
                  </a:lnTo>
                  <a:lnTo>
                    <a:pt x="288210" y="1571595"/>
                  </a:lnTo>
                  <a:lnTo>
                    <a:pt x="290132" y="1571595"/>
                  </a:lnTo>
                  <a:lnTo>
                    <a:pt x="292053" y="1571595"/>
                  </a:lnTo>
                  <a:lnTo>
                    <a:pt x="293975" y="1571595"/>
                  </a:lnTo>
                  <a:lnTo>
                    <a:pt x="295896" y="1571595"/>
                  </a:lnTo>
                  <a:lnTo>
                    <a:pt x="297817" y="1571595"/>
                  </a:lnTo>
                  <a:lnTo>
                    <a:pt x="299739" y="1571595"/>
                  </a:lnTo>
                  <a:lnTo>
                    <a:pt x="301660" y="1571595"/>
                  </a:lnTo>
                  <a:lnTo>
                    <a:pt x="303582" y="1571595"/>
                  </a:lnTo>
                  <a:lnTo>
                    <a:pt x="305503" y="1571595"/>
                  </a:lnTo>
                  <a:lnTo>
                    <a:pt x="307424" y="1571595"/>
                  </a:lnTo>
                  <a:lnTo>
                    <a:pt x="309346" y="1571595"/>
                  </a:lnTo>
                  <a:lnTo>
                    <a:pt x="311267" y="1571595"/>
                  </a:lnTo>
                  <a:lnTo>
                    <a:pt x="313189" y="1571595"/>
                  </a:lnTo>
                  <a:lnTo>
                    <a:pt x="315110" y="1571595"/>
                  </a:lnTo>
                  <a:lnTo>
                    <a:pt x="317031" y="1571595"/>
                  </a:lnTo>
                  <a:lnTo>
                    <a:pt x="318953" y="1571595"/>
                  </a:lnTo>
                  <a:lnTo>
                    <a:pt x="320874" y="1571595"/>
                  </a:lnTo>
                  <a:lnTo>
                    <a:pt x="322796" y="1571595"/>
                  </a:lnTo>
                  <a:lnTo>
                    <a:pt x="324717" y="1571595"/>
                  </a:lnTo>
                  <a:lnTo>
                    <a:pt x="326638" y="1571595"/>
                  </a:lnTo>
                  <a:lnTo>
                    <a:pt x="328560" y="1571595"/>
                  </a:lnTo>
                  <a:lnTo>
                    <a:pt x="330481" y="1571595"/>
                  </a:lnTo>
                  <a:lnTo>
                    <a:pt x="332403" y="1571595"/>
                  </a:lnTo>
                  <a:lnTo>
                    <a:pt x="334324" y="1571595"/>
                  </a:lnTo>
                  <a:lnTo>
                    <a:pt x="336245" y="1571595"/>
                  </a:lnTo>
                  <a:lnTo>
                    <a:pt x="338167" y="1571595"/>
                  </a:lnTo>
                  <a:lnTo>
                    <a:pt x="340088" y="1571595"/>
                  </a:lnTo>
                  <a:lnTo>
                    <a:pt x="342010" y="1571595"/>
                  </a:lnTo>
                  <a:lnTo>
                    <a:pt x="343931" y="1571595"/>
                  </a:lnTo>
                  <a:lnTo>
                    <a:pt x="345852" y="1571595"/>
                  </a:lnTo>
                  <a:lnTo>
                    <a:pt x="347774" y="1571595"/>
                  </a:lnTo>
                  <a:lnTo>
                    <a:pt x="349695" y="1571595"/>
                  </a:lnTo>
                  <a:lnTo>
                    <a:pt x="351617" y="1571595"/>
                  </a:lnTo>
                  <a:lnTo>
                    <a:pt x="353538" y="1571595"/>
                  </a:lnTo>
                  <a:lnTo>
                    <a:pt x="355459" y="1571595"/>
                  </a:lnTo>
                  <a:lnTo>
                    <a:pt x="357381" y="1571595"/>
                  </a:lnTo>
                  <a:lnTo>
                    <a:pt x="359302" y="1571595"/>
                  </a:lnTo>
                  <a:lnTo>
                    <a:pt x="361224" y="1571595"/>
                  </a:lnTo>
                  <a:lnTo>
                    <a:pt x="363145" y="1571595"/>
                  </a:lnTo>
                  <a:lnTo>
                    <a:pt x="365067" y="1571595"/>
                  </a:lnTo>
                  <a:lnTo>
                    <a:pt x="366988" y="1571595"/>
                  </a:lnTo>
                  <a:lnTo>
                    <a:pt x="368909" y="1571595"/>
                  </a:lnTo>
                  <a:lnTo>
                    <a:pt x="370831" y="1571595"/>
                  </a:lnTo>
                  <a:lnTo>
                    <a:pt x="372752" y="1571595"/>
                  </a:lnTo>
                  <a:lnTo>
                    <a:pt x="374674" y="1571595"/>
                  </a:lnTo>
                  <a:lnTo>
                    <a:pt x="376595" y="1571595"/>
                  </a:lnTo>
                  <a:lnTo>
                    <a:pt x="378516" y="1571595"/>
                  </a:lnTo>
                  <a:lnTo>
                    <a:pt x="380438" y="1571595"/>
                  </a:lnTo>
                  <a:lnTo>
                    <a:pt x="382359" y="1571595"/>
                  </a:lnTo>
                  <a:lnTo>
                    <a:pt x="384281" y="1571595"/>
                  </a:lnTo>
                  <a:lnTo>
                    <a:pt x="386202" y="1571595"/>
                  </a:lnTo>
                  <a:lnTo>
                    <a:pt x="388123" y="1571595"/>
                  </a:lnTo>
                  <a:lnTo>
                    <a:pt x="390045" y="1571595"/>
                  </a:lnTo>
                  <a:lnTo>
                    <a:pt x="391966" y="1571595"/>
                  </a:lnTo>
                  <a:lnTo>
                    <a:pt x="393888" y="1571595"/>
                  </a:lnTo>
                  <a:lnTo>
                    <a:pt x="395809" y="1571595"/>
                  </a:lnTo>
                  <a:lnTo>
                    <a:pt x="397730" y="1571595"/>
                  </a:lnTo>
                  <a:lnTo>
                    <a:pt x="399652" y="1571595"/>
                  </a:lnTo>
                  <a:lnTo>
                    <a:pt x="401573" y="1571595"/>
                  </a:lnTo>
                  <a:lnTo>
                    <a:pt x="403495" y="1571595"/>
                  </a:lnTo>
                  <a:lnTo>
                    <a:pt x="405416" y="1571595"/>
                  </a:lnTo>
                  <a:lnTo>
                    <a:pt x="407337" y="1571595"/>
                  </a:lnTo>
                  <a:lnTo>
                    <a:pt x="409259" y="1571595"/>
                  </a:lnTo>
                  <a:lnTo>
                    <a:pt x="411180" y="1571595"/>
                  </a:lnTo>
                  <a:lnTo>
                    <a:pt x="413102" y="1571595"/>
                  </a:lnTo>
                  <a:lnTo>
                    <a:pt x="415023" y="1571595"/>
                  </a:lnTo>
                  <a:lnTo>
                    <a:pt x="416944" y="1571595"/>
                  </a:lnTo>
                  <a:lnTo>
                    <a:pt x="418866" y="1571595"/>
                  </a:lnTo>
                  <a:lnTo>
                    <a:pt x="420787" y="1571595"/>
                  </a:lnTo>
                  <a:lnTo>
                    <a:pt x="422709" y="1571595"/>
                  </a:lnTo>
                  <a:lnTo>
                    <a:pt x="424630" y="1571595"/>
                  </a:lnTo>
                  <a:lnTo>
                    <a:pt x="426551" y="1571595"/>
                  </a:lnTo>
                  <a:lnTo>
                    <a:pt x="428473" y="1571595"/>
                  </a:lnTo>
                  <a:lnTo>
                    <a:pt x="430394" y="1571595"/>
                  </a:lnTo>
                  <a:lnTo>
                    <a:pt x="432316" y="1571595"/>
                  </a:lnTo>
                  <a:lnTo>
                    <a:pt x="434237" y="1571595"/>
                  </a:lnTo>
                  <a:lnTo>
                    <a:pt x="436159" y="1571595"/>
                  </a:lnTo>
                  <a:lnTo>
                    <a:pt x="438080" y="1571595"/>
                  </a:lnTo>
                  <a:lnTo>
                    <a:pt x="440001" y="1571595"/>
                  </a:lnTo>
                  <a:lnTo>
                    <a:pt x="441923" y="1571595"/>
                  </a:lnTo>
                  <a:lnTo>
                    <a:pt x="443844" y="1571595"/>
                  </a:lnTo>
                  <a:lnTo>
                    <a:pt x="445766" y="1571595"/>
                  </a:lnTo>
                  <a:lnTo>
                    <a:pt x="447687" y="1571595"/>
                  </a:lnTo>
                  <a:lnTo>
                    <a:pt x="449608" y="1571595"/>
                  </a:lnTo>
                  <a:lnTo>
                    <a:pt x="451530" y="1571595"/>
                  </a:lnTo>
                  <a:lnTo>
                    <a:pt x="453451" y="1571595"/>
                  </a:lnTo>
                  <a:lnTo>
                    <a:pt x="455373" y="1571595"/>
                  </a:lnTo>
                  <a:lnTo>
                    <a:pt x="457294" y="1571595"/>
                  </a:lnTo>
                  <a:lnTo>
                    <a:pt x="459215" y="1571595"/>
                  </a:lnTo>
                  <a:lnTo>
                    <a:pt x="461137" y="1571595"/>
                  </a:lnTo>
                  <a:lnTo>
                    <a:pt x="463058" y="1571595"/>
                  </a:lnTo>
                  <a:lnTo>
                    <a:pt x="464980" y="1571595"/>
                  </a:lnTo>
                  <a:lnTo>
                    <a:pt x="466901" y="1571595"/>
                  </a:lnTo>
                  <a:lnTo>
                    <a:pt x="468822" y="1571595"/>
                  </a:lnTo>
                  <a:lnTo>
                    <a:pt x="470744" y="1571595"/>
                  </a:lnTo>
                  <a:lnTo>
                    <a:pt x="472665" y="1571595"/>
                  </a:lnTo>
                  <a:lnTo>
                    <a:pt x="474587" y="1571595"/>
                  </a:lnTo>
                  <a:lnTo>
                    <a:pt x="476508" y="1571595"/>
                  </a:lnTo>
                  <a:lnTo>
                    <a:pt x="478429" y="1571595"/>
                  </a:lnTo>
                  <a:lnTo>
                    <a:pt x="480351" y="1571595"/>
                  </a:lnTo>
                  <a:lnTo>
                    <a:pt x="482272" y="1571595"/>
                  </a:lnTo>
                  <a:lnTo>
                    <a:pt x="484194" y="1571595"/>
                  </a:lnTo>
                  <a:lnTo>
                    <a:pt x="486115" y="1571595"/>
                  </a:lnTo>
                  <a:lnTo>
                    <a:pt x="488036" y="1571595"/>
                  </a:lnTo>
                  <a:lnTo>
                    <a:pt x="489958" y="1571595"/>
                  </a:lnTo>
                  <a:lnTo>
                    <a:pt x="491879" y="1571595"/>
                  </a:lnTo>
                  <a:lnTo>
                    <a:pt x="493801" y="1571595"/>
                  </a:lnTo>
                  <a:lnTo>
                    <a:pt x="495722" y="1571595"/>
                  </a:lnTo>
                  <a:lnTo>
                    <a:pt x="497643" y="1571595"/>
                  </a:lnTo>
                  <a:lnTo>
                    <a:pt x="499565" y="1571595"/>
                  </a:lnTo>
                  <a:lnTo>
                    <a:pt x="501486" y="1571595"/>
                  </a:lnTo>
                  <a:lnTo>
                    <a:pt x="503408" y="1571595"/>
                  </a:lnTo>
                  <a:lnTo>
                    <a:pt x="505329" y="1571595"/>
                  </a:lnTo>
                  <a:lnTo>
                    <a:pt x="507250" y="1571595"/>
                  </a:lnTo>
                  <a:lnTo>
                    <a:pt x="509172" y="1571595"/>
                  </a:lnTo>
                  <a:lnTo>
                    <a:pt x="511093" y="1571595"/>
                  </a:lnTo>
                  <a:lnTo>
                    <a:pt x="513015" y="1571595"/>
                  </a:lnTo>
                  <a:lnTo>
                    <a:pt x="514936" y="1571595"/>
                  </a:lnTo>
                  <a:lnTo>
                    <a:pt x="516858" y="1571595"/>
                  </a:lnTo>
                  <a:lnTo>
                    <a:pt x="518779" y="1571595"/>
                  </a:lnTo>
                  <a:lnTo>
                    <a:pt x="520700" y="1571595"/>
                  </a:lnTo>
                  <a:lnTo>
                    <a:pt x="522622" y="1571595"/>
                  </a:lnTo>
                  <a:lnTo>
                    <a:pt x="524543" y="1571595"/>
                  </a:lnTo>
                  <a:lnTo>
                    <a:pt x="526465" y="1571595"/>
                  </a:lnTo>
                  <a:lnTo>
                    <a:pt x="528386" y="1571595"/>
                  </a:lnTo>
                  <a:lnTo>
                    <a:pt x="530307" y="1571595"/>
                  </a:lnTo>
                  <a:lnTo>
                    <a:pt x="532229" y="1571595"/>
                  </a:lnTo>
                  <a:lnTo>
                    <a:pt x="534150" y="1571595"/>
                  </a:lnTo>
                  <a:lnTo>
                    <a:pt x="536072" y="1571595"/>
                  </a:lnTo>
                  <a:lnTo>
                    <a:pt x="537993" y="1571595"/>
                  </a:lnTo>
                  <a:lnTo>
                    <a:pt x="539914" y="1571595"/>
                  </a:lnTo>
                  <a:lnTo>
                    <a:pt x="541836" y="1571595"/>
                  </a:lnTo>
                  <a:lnTo>
                    <a:pt x="543757" y="1571595"/>
                  </a:lnTo>
                  <a:lnTo>
                    <a:pt x="545679" y="1571595"/>
                  </a:lnTo>
                  <a:lnTo>
                    <a:pt x="547600" y="1571595"/>
                  </a:lnTo>
                  <a:lnTo>
                    <a:pt x="549521" y="1571595"/>
                  </a:lnTo>
                  <a:lnTo>
                    <a:pt x="551443" y="1571595"/>
                  </a:lnTo>
                  <a:lnTo>
                    <a:pt x="553364" y="1571595"/>
                  </a:lnTo>
                  <a:lnTo>
                    <a:pt x="555286" y="1571595"/>
                  </a:lnTo>
                  <a:lnTo>
                    <a:pt x="557207" y="1571595"/>
                  </a:lnTo>
                  <a:lnTo>
                    <a:pt x="559128" y="1571595"/>
                  </a:lnTo>
                  <a:lnTo>
                    <a:pt x="561050" y="1571595"/>
                  </a:lnTo>
                  <a:lnTo>
                    <a:pt x="562971" y="1571595"/>
                  </a:lnTo>
                  <a:lnTo>
                    <a:pt x="564893" y="1571595"/>
                  </a:lnTo>
                  <a:lnTo>
                    <a:pt x="566814" y="1571595"/>
                  </a:lnTo>
                  <a:lnTo>
                    <a:pt x="568735" y="1571595"/>
                  </a:lnTo>
                  <a:lnTo>
                    <a:pt x="570657" y="1571595"/>
                  </a:lnTo>
                  <a:lnTo>
                    <a:pt x="572578" y="1571595"/>
                  </a:lnTo>
                  <a:lnTo>
                    <a:pt x="574500" y="1571595"/>
                  </a:lnTo>
                  <a:lnTo>
                    <a:pt x="576421" y="1571595"/>
                  </a:lnTo>
                  <a:lnTo>
                    <a:pt x="578342" y="1571595"/>
                  </a:lnTo>
                  <a:lnTo>
                    <a:pt x="580264" y="1571595"/>
                  </a:lnTo>
                  <a:lnTo>
                    <a:pt x="582185" y="1571595"/>
                  </a:lnTo>
                  <a:lnTo>
                    <a:pt x="584107" y="1571595"/>
                  </a:lnTo>
                  <a:lnTo>
                    <a:pt x="586028" y="1571595"/>
                  </a:lnTo>
                  <a:lnTo>
                    <a:pt x="587950" y="1571595"/>
                  </a:lnTo>
                  <a:lnTo>
                    <a:pt x="589871" y="1571595"/>
                  </a:lnTo>
                  <a:lnTo>
                    <a:pt x="591792" y="1571595"/>
                  </a:lnTo>
                  <a:lnTo>
                    <a:pt x="593714" y="1571595"/>
                  </a:lnTo>
                  <a:lnTo>
                    <a:pt x="595635" y="1571595"/>
                  </a:lnTo>
                  <a:lnTo>
                    <a:pt x="597557" y="1571595"/>
                  </a:lnTo>
                  <a:lnTo>
                    <a:pt x="599478" y="1571595"/>
                  </a:lnTo>
                  <a:lnTo>
                    <a:pt x="601399" y="1571595"/>
                  </a:lnTo>
                  <a:lnTo>
                    <a:pt x="603321" y="1571595"/>
                  </a:lnTo>
                  <a:lnTo>
                    <a:pt x="605242" y="1571595"/>
                  </a:lnTo>
                  <a:lnTo>
                    <a:pt x="607164" y="1571595"/>
                  </a:lnTo>
                  <a:lnTo>
                    <a:pt x="609085" y="1571595"/>
                  </a:lnTo>
                  <a:lnTo>
                    <a:pt x="611006" y="1571595"/>
                  </a:lnTo>
                  <a:lnTo>
                    <a:pt x="612928" y="1571595"/>
                  </a:lnTo>
                  <a:lnTo>
                    <a:pt x="614849" y="1571595"/>
                  </a:lnTo>
                  <a:lnTo>
                    <a:pt x="616771" y="1571595"/>
                  </a:lnTo>
                  <a:lnTo>
                    <a:pt x="618692" y="1571595"/>
                  </a:lnTo>
                  <a:lnTo>
                    <a:pt x="620613" y="1571595"/>
                  </a:lnTo>
                  <a:lnTo>
                    <a:pt x="622535" y="1571595"/>
                  </a:lnTo>
                  <a:lnTo>
                    <a:pt x="624456" y="1571595"/>
                  </a:lnTo>
                  <a:lnTo>
                    <a:pt x="626378" y="1571595"/>
                  </a:lnTo>
                  <a:lnTo>
                    <a:pt x="628299" y="1571595"/>
                  </a:lnTo>
                  <a:lnTo>
                    <a:pt x="630220" y="1571595"/>
                  </a:lnTo>
                  <a:lnTo>
                    <a:pt x="632142" y="1571595"/>
                  </a:lnTo>
                  <a:lnTo>
                    <a:pt x="634063" y="1571595"/>
                  </a:lnTo>
                  <a:lnTo>
                    <a:pt x="635985" y="1571595"/>
                  </a:lnTo>
                  <a:lnTo>
                    <a:pt x="637906" y="1571595"/>
                  </a:lnTo>
                  <a:lnTo>
                    <a:pt x="639827" y="1571595"/>
                  </a:lnTo>
                  <a:lnTo>
                    <a:pt x="641749" y="1571595"/>
                  </a:lnTo>
                  <a:lnTo>
                    <a:pt x="643670" y="1571595"/>
                  </a:lnTo>
                  <a:lnTo>
                    <a:pt x="645592" y="1571595"/>
                  </a:lnTo>
                  <a:lnTo>
                    <a:pt x="647513" y="1571595"/>
                  </a:lnTo>
                  <a:lnTo>
                    <a:pt x="649434" y="1571595"/>
                  </a:lnTo>
                  <a:lnTo>
                    <a:pt x="651356" y="1571595"/>
                  </a:lnTo>
                  <a:lnTo>
                    <a:pt x="653277" y="1571595"/>
                  </a:lnTo>
                  <a:lnTo>
                    <a:pt x="655199" y="1571595"/>
                  </a:lnTo>
                  <a:lnTo>
                    <a:pt x="657120" y="1571595"/>
                  </a:lnTo>
                  <a:lnTo>
                    <a:pt x="659042" y="1571595"/>
                  </a:lnTo>
                  <a:lnTo>
                    <a:pt x="660963" y="1571595"/>
                  </a:lnTo>
                  <a:lnTo>
                    <a:pt x="662884" y="1571595"/>
                  </a:lnTo>
                  <a:lnTo>
                    <a:pt x="664806" y="1571595"/>
                  </a:lnTo>
                  <a:lnTo>
                    <a:pt x="666727" y="1571595"/>
                  </a:lnTo>
                  <a:lnTo>
                    <a:pt x="668649" y="1571595"/>
                  </a:lnTo>
                  <a:lnTo>
                    <a:pt x="670570" y="1571595"/>
                  </a:lnTo>
                  <a:lnTo>
                    <a:pt x="672491" y="1571595"/>
                  </a:lnTo>
                  <a:lnTo>
                    <a:pt x="674413" y="1571595"/>
                  </a:lnTo>
                  <a:lnTo>
                    <a:pt x="676334" y="1571595"/>
                  </a:lnTo>
                  <a:lnTo>
                    <a:pt x="678256" y="1571595"/>
                  </a:lnTo>
                  <a:lnTo>
                    <a:pt x="680177" y="1571595"/>
                  </a:lnTo>
                  <a:lnTo>
                    <a:pt x="682098" y="1571595"/>
                  </a:lnTo>
                  <a:lnTo>
                    <a:pt x="684020" y="1571595"/>
                  </a:lnTo>
                  <a:lnTo>
                    <a:pt x="685941" y="1571595"/>
                  </a:lnTo>
                  <a:lnTo>
                    <a:pt x="687863" y="1571595"/>
                  </a:lnTo>
                  <a:lnTo>
                    <a:pt x="689784" y="1571595"/>
                  </a:lnTo>
                  <a:lnTo>
                    <a:pt x="691705" y="1571595"/>
                  </a:lnTo>
                  <a:lnTo>
                    <a:pt x="693627" y="1571595"/>
                  </a:lnTo>
                  <a:lnTo>
                    <a:pt x="695548" y="1571595"/>
                  </a:lnTo>
                  <a:lnTo>
                    <a:pt x="697470" y="1571595"/>
                  </a:lnTo>
                  <a:lnTo>
                    <a:pt x="699391" y="1571595"/>
                  </a:lnTo>
                  <a:lnTo>
                    <a:pt x="701312" y="1571595"/>
                  </a:lnTo>
                  <a:lnTo>
                    <a:pt x="703234" y="1571595"/>
                  </a:lnTo>
                  <a:lnTo>
                    <a:pt x="705155" y="1571595"/>
                  </a:lnTo>
                  <a:lnTo>
                    <a:pt x="707077" y="1571595"/>
                  </a:lnTo>
                  <a:lnTo>
                    <a:pt x="708998" y="1571595"/>
                  </a:lnTo>
                  <a:lnTo>
                    <a:pt x="710919" y="1571595"/>
                  </a:lnTo>
                  <a:lnTo>
                    <a:pt x="712841" y="1571595"/>
                  </a:lnTo>
                  <a:lnTo>
                    <a:pt x="714762" y="1571595"/>
                  </a:lnTo>
                  <a:lnTo>
                    <a:pt x="716684" y="1571595"/>
                  </a:lnTo>
                  <a:lnTo>
                    <a:pt x="718605" y="1571595"/>
                  </a:lnTo>
                  <a:lnTo>
                    <a:pt x="720526" y="1571595"/>
                  </a:lnTo>
                  <a:lnTo>
                    <a:pt x="722448" y="1571595"/>
                  </a:lnTo>
                  <a:lnTo>
                    <a:pt x="724369" y="1571595"/>
                  </a:lnTo>
                  <a:lnTo>
                    <a:pt x="726291" y="1571595"/>
                  </a:lnTo>
                  <a:lnTo>
                    <a:pt x="728212" y="1571595"/>
                  </a:lnTo>
                  <a:lnTo>
                    <a:pt x="730134" y="1571595"/>
                  </a:lnTo>
                  <a:lnTo>
                    <a:pt x="732055" y="1571595"/>
                  </a:lnTo>
                  <a:lnTo>
                    <a:pt x="733976" y="1571595"/>
                  </a:lnTo>
                  <a:lnTo>
                    <a:pt x="735898" y="1571595"/>
                  </a:lnTo>
                  <a:lnTo>
                    <a:pt x="737819" y="1571595"/>
                  </a:lnTo>
                  <a:lnTo>
                    <a:pt x="739741" y="1571595"/>
                  </a:lnTo>
                  <a:lnTo>
                    <a:pt x="741662" y="1571595"/>
                  </a:lnTo>
                  <a:lnTo>
                    <a:pt x="743583" y="1571595"/>
                  </a:lnTo>
                  <a:lnTo>
                    <a:pt x="745505" y="1571595"/>
                  </a:lnTo>
                  <a:lnTo>
                    <a:pt x="747426" y="1571595"/>
                  </a:lnTo>
                  <a:lnTo>
                    <a:pt x="749348" y="1571595"/>
                  </a:lnTo>
                  <a:lnTo>
                    <a:pt x="751269" y="1571595"/>
                  </a:lnTo>
                  <a:lnTo>
                    <a:pt x="753190" y="1571595"/>
                  </a:lnTo>
                  <a:lnTo>
                    <a:pt x="755112" y="1571595"/>
                  </a:lnTo>
                  <a:lnTo>
                    <a:pt x="757033" y="1571595"/>
                  </a:lnTo>
                  <a:lnTo>
                    <a:pt x="758955" y="1571595"/>
                  </a:lnTo>
                  <a:lnTo>
                    <a:pt x="760876" y="1571595"/>
                  </a:lnTo>
                  <a:lnTo>
                    <a:pt x="762797" y="1571595"/>
                  </a:lnTo>
                  <a:lnTo>
                    <a:pt x="764719" y="1571595"/>
                  </a:lnTo>
                  <a:lnTo>
                    <a:pt x="766640" y="1571595"/>
                  </a:lnTo>
                  <a:lnTo>
                    <a:pt x="768562" y="1571595"/>
                  </a:lnTo>
                  <a:lnTo>
                    <a:pt x="770483" y="1571595"/>
                  </a:lnTo>
                  <a:lnTo>
                    <a:pt x="772404" y="1571595"/>
                  </a:lnTo>
                  <a:lnTo>
                    <a:pt x="774326" y="1571595"/>
                  </a:lnTo>
                  <a:lnTo>
                    <a:pt x="776247" y="1571595"/>
                  </a:lnTo>
                  <a:lnTo>
                    <a:pt x="778169" y="1571595"/>
                  </a:lnTo>
                  <a:lnTo>
                    <a:pt x="780090" y="1571595"/>
                  </a:lnTo>
                  <a:lnTo>
                    <a:pt x="782011" y="1571595"/>
                  </a:lnTo>
                  <a:lnTo>
                    <a:pt x="783933" y="1571595"/>
                  </a:lnTo>
                  <a:lnTo>
                    <a:pt x="785854" y="1571595"/>
                  </a:lnTo>
                  <a:lnTo>
                    <a:pt x="787776" y="1571595"/>
                  </a:lnTo>
                  <a:lnTo>
                    <a:pt x="789697" y="1571595"/>
                  </a:lnTo>
                  <a:lnTo>
                    <a:pt x="791618" y="1571595"/>
                  </a:lnTo>
                  <a:lnTo>
                    <a:pt x="793540" y="1571595"/>
                  </a:lnTo>
                  <a:lnTo>
                    <a:pt x="795461" y="1571595"/>
                  </a:lnTo>
                  <a:lnTo>
                    <a:pt x="797383" y="1571595"/>
                  </a:lnTo>
                  <a:lnTo>
                    <a:pt x="799304" y="1571595"/>
                  </a:lnTo>
                  <a:lnTo>
                    <a:pt x="801226" y="1571595"/>
                  </a:lnTo>
                  <a:lnTo>
                    <a:pt x="803147" y="1571595"/>
                  </a:lnTo>
                  <a:lnTo>
                    <a:pt x="805068" y="1571595"/>
                  </a:lnTo>
                  <a:lnTo>
                    <a:pt x="806990" y="1571595"/>
                  </a:lnTo>
                  <a:lnTo>
                    <a:pt x="808911" y="1571595"/>
                  </a:lnTo>
                  <a:lnTo>
                    <a:pt x="810833" y="1571595"/>
                  </a:lnTo>
                  <a:lnTo>
                    <a:pt x="812754" y="1571595"/>
                  </a:lnTo>
                  <a:lnTo>
                    <a:pt x="814675" y="1571595"/>
                  </a:lnTo>
                  <a:lnTo>
                    <a:pt x="816597" y="1571595"/>
                  </a:lnTo>
                  <a:lnTo>
                    <a:pt x="818518" y="1571595"/>
                  </a:lnTo>
                  <a:lnTo>
                    <a:pt x="820440" y="1571595"/>
                  </a:lnTo>
                  <a:lnTo>
                    <a:pt x="822361" y="1571595"/>
                  </a:lnTo>
                  <a:lnTo>
                    <a:pt x="824282" y="1571595"/>
                  </a:lnTo>
                  <a:lnTo>
                    <a:pt x="826204" y="1571595"/>
                  </a:lnTo>
                  <a:lnTo>
                    <a:pt x="828125" y="1571595"/>
                  </a:lnTo>
                  <a:lnTo>
                    <a:pt x="830047" y="1571595"/>
                  </a:lnTo>
                  <a:lnTo>
                    <a:pt x="831968" y="1571595"/>
                  </a:lnTo>
                  <a:lnTo>
                    <a:pt x="833889" y="1571595"/>
                  </a:lnTo>
                  <a:lnTo>
                    <a:pt x="835811" y="1571595"/>
                  </a:lnTo>
                  <a:lnTo>
                    <a:pt x="837732" y="1571595"/>
                  </a:lnTo>
                  <a:lnTo>
                    <a:pt x="839654" y="1571595"/>
                  </a:lnTo>
                  <a:lnTo>
                    <a:pt x="841575" y="1571595"/>
                  </a:lnTo>
                  <a:lnTo>
                    <a:pt x="843496" y="1571595"/>
                  </a:lnTo>
                  <a:lnTo>
                    <a:pt x="845418" y="1571595"/>
                  </a:lnTo>
                  <a:lnTo>
                    <a:pt x="847339" y="1571595"/>
                  </a:lnTo>
                  <a:lnTo>
                    <a:pt x="849261" y="1571595"/>
                  </a:lnTo>
                  <a:lnTo>
                    <a:pt x="851182" y="1571595"/>
                  </a:lnTo>
                  <a:lnTo>
                    <a:pt x="853103" y="1571595"/>
                  </a:lnTo>
                  <a:lnTo>
                    <a:pt x="855025" y="1571595"/>
                  </a:lnTo>
                  <a:lnTo>
                    <a:pt x="856946" y="1571595"/>
                  </a:lnTo>
                  <a:lnTo>
                    <a:pt x="858868" y="1571595"/>
                  </a:lnTo>
                  <a:lnTo>
                    <a:pt x="860789" y="1571595"/>
                  </a:lnTo>
                  <a:lnTo>
                    <a:pt x="862710" y="1571595"/>
                  </a:lnTo>
                  <a:lnTo>
                    <a:pt x="864632" y="1571595"/>
                  </a:lnTo>
                  <a:lnTo>
                    <a:pt x="866553" y="1571595"/>
                  </a:lnTo>
                  <a:lnTo>
                    <a:pt x="868475" y="1571595"/>
                  </a:lnTo>
                  <a:lnTo>
                    <a:pt x="870396" y="1571595"/>
                  </a:lnTo>
                  <a:lnTo>
                    <a:pt x="872318" y="1571595"/>
                  </a:lnTo>
                  <a:lnTo>
                    <a:pt x="874239" y="1571595"/>
                  </a:lnTo>
                  <a:lnTo>
                    <a:pt x="876160" y="1571595"/>
                  </a:lnTo>
                  <a:lnTo>
                    <a:pt x="878082" y="1571595"/>
                  </a:lnTo>
                  <a:lnTo>
                    <a:pt x="880003" y="1571595"/>
                  </a:lnTo>
                  <a:lnTo>
                    <a:pt x="881925" y="1571595"/>
                  </a:lnTo>
                  <a:lnTo>
                    <a:pt x="883846" y="1571595"/>
                  </a:lnTo>
                  <a:lnTo>
                    <a:pt x="885767" y="1571595"/>
                  </a:lnTo>
                  <a:lnTo>
                    <a:pt x="887689" y="1571595"/>
                  </a:lnTo>
                  <a:lnTo>
                    <a:pt x="889610" y="1571595"/>
                  </a:lnTo>
                  <a:lnTo>
                    <a:pt x="891532" y="1571595"/>
                  </a:lnTo>
                  <a:lnTo>
                    <a:pt x="893453" y="1571595"/>
                  </a:lnTo>
                  <a:lnTo>
                    <a:pt x="895374" y="1571595"/>
                  </a:lnTo>
                  <a:lnTo>
                    <a:pt x="897296" y="1571595"/>
                  </a:lnTo>
                  <a:lnTo>
                    <a:pt x="899217" y="1571595"/>
                  </a:lnTo>
                  <a:lnTo>
                    <a:pt x="901139" y="1571595"/>
                  </a:lnTo>
                  <a:lnTo>
                    <a:pt x="903060" y="1571595"/>
                  </a:lnTo>
                  <a:lnTo>
                    <a:pt x="904981" y="1571595"/>
                  </a:lnTo>
                  <a:lnTo>
                    <a:pt x="906903" y="1571595"/>
                  </a:lnTo>
                  <a:lnTo>
                    <a:pt x="908824" y="1571595"/>
                  </a:lnTo>
                  <a:lnTo>
                    <a:pt x="910746" y="1571595"/>
                  </a:lnTo>
                  <a:lnTo>
                    <a:pt x="912667" y="1571595"/>
                  </a:lnTo>
                  <a:lnTo>
                    <a:pt x="914588" y="1571595"/>
                  </a:lnTo>
                  <a:lnTo>
                    <a:pt x="916510" y="1571595"/>
                  </a:lnTo>
                  <a:lnTo>
                    <a:pt x="918431" y="1571595"/>
                  </a:lnTo>
                  <a:lnTo>
                    <a:pt x="920353" y="1571595"/>
                  </a:lnTo>
                  <a:lnTo>
                    <a:pt x="922274" y="1571595"/>
                  </a:lnTo>
                  <a:lnTo>
                    <a:pt x="924195" y="1571595"/>
                  </a:lnTo>
                  <a:lnTo>
                    <a:pt x="926117" y="1571595"/>
                  </a:lnTo>
                  <a:lnTo>
                    <a:pt x="928038" y="1571595"/>
                  </a:lnTo>
                  <a:lnTo>
                    <a:pt x="929960" y="1571595"/>
                  </a:lnTo>
                  <a:lnTo>
                    <a:pt x="931881" y="1571595"/>
                  </a:lnTo>
                  <a:lnTo>
                    <a:pt x="933802" y="1571595"/>
                  </a:lnTo>
                  <a:lnTo>
                    <a:pt x="935724" y="1571595"/>
                  </a:lnTo>
                  <a:lnTo>
                    <a:pt x="937645" y="1571595"/>
                  </a:lnTo>
                  <a:lnTo>
                    <a:pt x="939567" y="1571595"/>
                  </a:lnTo>
                  <a:lnTo>
                    <a:pt x="941488" y="1571595"/>
                  </a:lnTo>
                  <a:lnTo>
                    <a:pt x="943410" y="1571595"/>
                  </a:lnTo>
                  <a:lnTo>
                    <a:pt x="945331" y="1571595"/>
                  </a:lnTo>
                  <a:lnTo>
                    <a:pt x="947252" y="1571595"/>
                  </a:lnTo>
                  <a:lnTo>
                    <a:pt x="949174" y="1571595"/>
                  </a:lnTo>
                  <a:lnTo>
                    <a:pt x="951095" y="1571595"/>
                  </a:lnTo>
                  <a:lnTo>
                    <a:pt x="953017" y="1571595"/>
                  </a:lnTo>
                  <a:lnTo>
                    <a:pt x="954938" y="1571595"/>
                  </a:lnTo>
                  <a:lnTo>
                    <a:pt x="956859" y="1571595"/>
                  </a:lnTo>
                  <a:lnTo>
                    <a:pt x="958781" y="1571595"/>
                  </a:lnTo>
                  <a:lnTo>
                    <a:pt x="960702" y="1571595"/>
                  </a:lnTo>
                  <a:lnTo>
                    <a:pt x="962624" y="1571595"/>
                  </a:lnTo>
                  <a:lnTo>
                    <a:pt x="964545" y="1571595"/>
                  </a:lnTo>
                  <a:lnTo>
                    <a:pt x="966466" y="1571595"/>
                  </a:lnTo>
                  <a:lnTo>
                    <a:pt x="968388" y="1571595"/>
                  </a:lnTo>
                  <a:lnTo>
                    <a:pt x="970309" y="1571595"/>
                  </a:lnTo>
                  <a:lnTo>
                    <a:pt x="972231" y="1571595"/>
                  </a:lnTo>
                  <a:lnTo>
                    <a:pt x="974152" y="1571595"/>
                  </a:lnTo>
                  <a:lnTo>
                    <a:pt x="976073" y="1571595"/>
                  </a:lnTo>
                  <a:lnTo>
                    <a:pt x="977995" y="1571595"/>
                  </a:lnTo>
                  <a:lnTo>
                    <a:pt x="979916" y="1571595"/>
                  </a:lnTo>
                  <a:lnTo>
                    <a:pt x="981838" y="1571595"/>
                  </a:lnTo>
                  <a:lnTo>
                    <a:pt x="979916" y="1571595"/>
                  </a:lnTo>
                  <a:lnTo>
                    <a:pt x="977995" y="1571595"/>
                  </a:lnTo>
                  <a:lnTo>
                    <a:pt x="976073" y="1571595"/>
                  </a:lnTo>
                  <a:lnTo>
                    <a:pt x="974152" y="1571595"/>
                  </a:lnTo>
                  <a:lnTo>
                    <a:pt x="972231" y="1571595"/>
                  </a:lnTo>
                  <a:lnTo>
                    <a:pt x="970309" y="1571595"/>
                  </a:lnTo>
                  <a:lnTo>
                    <a:pt x="968388" y="1571595"/>
                  </a:lnTo>
                  <a:lnTo>
                    <a:pt x="966466" y="1571595"/>
                  </a:lnTo>
                  <a:lnTo>
                    <a:pt x="964545" y="1571595"/>
                  </a:lnTo>
                  <a:lnTo>
                    <a:pt x="962624" y="1571595"/>
                  </a:lnTo>
                  <a:lnTo>
                    <a:pt x="960702" y="1571595"/>
                  </a:lnTo>
                  <a:lnTo>
                    <a:pt x="958781" y="1571595"/>
                  </a:lnTo>
                  <a:lnTo>
                    <a:pt x="956859" y="1571595"/>
                  </a:lnTo>
                  <a:lnTo>
                    <a:pt x="954938" y="1571595"/>
                  </a:lnTo>
                  <a:lnTo>
                    <a:pt x="953017" y="1571595"/>
                  </a:lnTo>
                  <a:lnTo>
                    <a:pt x="951095" y="1571595"/>
                  </a:lnTo>
                  <a:lnTo>
                    <a:pt x="949174" y="1571595"/>
                  </a:lnTo>
                  <a:lnTo>
                    <a:pt x="947252" y="1571595"/>
                  </a:lnTo>
                  <a:lnTo>
                    <a:pt x="945331" y="1571595"/>
                  </a:lnTo>
                  <a:lnTo>
                    <a:pt x="943410" y="1571595"/>
                  </a:lnTo>
                  <a:lnTo>
                    <a:pt x="941488" y="1571595"/>
                  </a:lnTo>
                  <a:lnTo>
                    <a:pt x="939567" y="1571595"/>
                  </a:lnTo>
                  <a:lnTo>
                    <a:pt x="937645" y="1571595"/>
                  </a:lnTo>
                  <a:lnTo>
                    <a:pt x="935724" y="1571595"/>
                  </a:lnTo>
                  <a:lnTo>
                    <a:pt x="933802" y="1571595"/>
                  </a:lnTo>
                  <a:lnTo>
                    <a:pt x="931881" y="1571595"/>
                  </a:lnTo>
                  <a:lnTo>
                    <a:pt x="929960" y="1571595"/>
                  </a:lnTo>
                  <a:lnTo>
                    <a:pt x="928038" y="1571595"/>
                  </a:lnTo>
                  <a:lnTo>
                    <a:pt x="926117" y="1571595"/>
                  </a:lnTo>
                  <a:lnTo>
                    <a:pt x="924195" y="1571595"/>
                  </a:lnTo>
                  <a:lnTo>
                    <a:pt x="922274" y="1571595"/>
                  </a:lnTo>
                  <a:lnTo>
                    <a:pt x="920353" y="1571595"/>
                  </a:lnTo>
                  <a:lnTo>
                    <a:pt x="918431" y="1571595"/>
                  </a:lnTo>
                  <a:lnTo>
                    <a:pt x="916510" y="1571595"/>
                  </a:lnTo>
                  <a:lnTo>
                    <a:pt x="914588" y="1571595"/>
                  </a:lnTo>
                  <a:lnTo>
                    <a:pt x="912667" y="1571595"/>
                  </a:lnTo>
                  <a:lnTo>
                    <a:pt x="910746" y="1571595"/>
                  </a:lnTo>
                  <a:lnTo>
                    <a:pt x="908824" y="1571595"/>
                  </a:lnTo>
                  <a:lnTo>
                    <a:pt x="906903" y="1571595"/>
                  </a:lnTo>
                  <a:lnTo>
                    <a:pt x="904981" y="1571595"/>
                  </a:lnTo>
                  <a:lnTo>
                    <a:pt x="903060" y="1571595"/>
                  </a:lnTo>
                  <a:lnTo>
                    <a:pt x="901139" y="1571595"/>
                  </a:lnTo>
                  <a:lnTo>
                    <a:pt x="899217" y="1571595"/>
                  </a:lnTo>
                  <a:lnTo>
                    <a:pt x="897296" y="1571595"/>
                  </a:lnTo>
                  <a:lnTo>
                    <a:pt x="895374" y="1571595"/>
                  </a:lnTo>
                  <a:lnTo>
                    <a:pt x="893453" y="1571595"/>
                  </a:lnTo>
                  <a:lnTo>
                    <a:pt x="891532" y="1571595"/>
                  </a:lnTo>
                  <a:lnTo>
                    <a:pt x="889610" y="1571595"/>
                  </a:lnTo>
                  <a:lnTo>
                    <a:pt x="887689" y="1571595"/>
                  </a:lnTo>
                  <a:lnTo>
                    <a:pt x="885767" y="1571595"/>
                  </a:lnTo>
                  <a:lnTo>
                    <a:pt x="883846" y="1571595"/>
                  </a:lnTo>
                  <a:lnTo>
                    <a:pt x="881925" y="1571595"/>
                  </a:lnTo>
                  <a:lnTo>
                    <a:pt x="880003" y="1571595"/>
                  </a:lnTo>
                  <a:lnTo>
                    <a:pt x="878082" y="1571595"/>
                  </a:lnTo>
                  <a:lnTo>
                    <a:pt x="876160" y="1571595"/>
                  </a:lnTo>
                  <a:lnTo>
                    <a:pt x="874239" y="1571595"/>
                  </a:lnTo>
                  <a:lnTo>
                    <a:pt x="872318" y="1571595"/>
                  </a:lnTo>
                  <a:lnTo>
                    <a:pt x="870396" y="1571595"/>
                  </a:lnTo>
                  <a:lnTo>
                    <a:pt x="868475" y="1571595"/>
                  </a:lnTo>
                  <a:lnTo>
                    <a:pt x="866553" y="1571595"/>
                  </a:lnTo>
                  <a:lnTo>
                    <a:pt x="864632" y="1571595"/>
                  </a:lnTo>
                  <a:lnTo>
                    <a:pt x="862710" y="1571595"/>
                  </a:lnTo>
                  <a:lnTo>
                    <a:pt x="860789" y="1571595"/>
                  </a:lnTo>
                  <a:lnTo>
                    <a:pt x="858868" y="1571595"/>
                  </a:lnTo>
                  <a:lnTo>
                    <a:pt x="856946" y="1571595"/>
                  </a:lnTo>
                  <a:lnTo>
                    <a:pt x="855025" y="1571595"/>
                  </a:lnTo>
                  <a:lnTo>
                    <a:pt x="853103" y="1571595"/>
                  </a:lnTo>
                  <a:lnTo>
                    <a:pt x="851182" y="1571595"/>
                  </a:lnTo>
                  <a:lnTo>
                    <a:pt x="849261" y="1571595"/>
                  </a:lnTo>
                  <a:lnTo>
                    <a:pt x="847339" y="1571595"/>
                  </a:lnTo>
                  <a:lnTo>
                    <a:pt x="845418" y="1571595"/>
                  </a:lnTo>
                  <a:lnTo>
                    <a:pt x="843496" y="1571595"/>
                  </a:lnTo>
                  <a:lnTo>
                    <a:pt x="841575" y="1571595"/>
                  </a:lnTo>
                  <a:lnTo>
                    <a:pt x="839654" y="1571595"/>
                  </a:lnTo>
                  <a:lnTo>
                    <a:pt x="837732" y="1571595"/>
                  </a:lnTo>
                  <a:lnTo>
                    <a:pt x="835811" y="1571595"/>
                  </a:lnTo>
                  <a:lnTo>
                    <a:pt x="833889" y="1571595"/>
                  </a:lnTo>
                  <a:lnTo>
                    <a:pt x="831968" y="1571595"/>
                  </a:lnTo>
                  <a:lnTo>
                    <a:pt x="830047" y="1571595"/>
                  </a:lnTo>
                  <a:lnTo>
                    <a:pt x="828125" y="1571595"/>
                  </a:lnTo>
                  <a:lnTo>
                    <a:pt x="826204" y="1571595"/>
                  </a:lnTo>
                  <a:lnTo>
                    <a:pt x="824282" y="1571595"/>
                  </a:lnTo>
                  <a:lnTo>
                    <a:pt x="822361" y="1571595"/>
                  </a:lnTo>
                  <a:lnTo>
                    <a:pt x="820440" y="1571595"/>
                  </a:lnTo>
                  <a:lnTo>
                    <a:pt x="818518" y="1571595"/>
                  </a:lnTo>
                  <a:lnTo>
                    <a:pt x="816597" y="1571595"/>
                  </a:lnTo>
                  <a:lnTo>
                    <a:pt x="814675" y="1571595"/>
                  </a:lnTo>
                  <a:lnTo>
                    <a:pt x="812754" y="1571595"/>
                  </a:lnTo>
                  <a:lnTo>
                    <a:pt x="810833" y="1571595"/>
                  </a:lnTo>
                  <a:lnTo>
                    <a:pt x="808911" y="1571595"/>
                  </a:lnTo>
                  <a:lnTo>
                    <a:pt x="806990" y="1571595"/>
                  </a:lnTo>
                  <a:lnTo>
                    <a:pt x="805068" y="1571595"/>
                  </a:lnTo>
                  <a:lnTo>
                    <a:pt x="803147" y="1571595"/>
                  </a:lnTo>
                  <a:lnTo>
                    <a:pt x="801226" y="1571595"/>
                  </a:lnTo>
                  <a:lnTo>
                    <a:pt x="799304" y="1571595"/>
                  </a:lnTo>
                  <a:lnTo>
                    <a:pt x="797383" y="1571595"/>
                  </a:lnTo>
                  <a:lnTo>
                    <a:pt x="795461" y="1571595"/>
                  </a:lnTo>
                  <a:lnTo>
                    <a:pt x="793540" y="1571595"/>
                  </a:lnTo>
                  <a:lnTo>
                    <a:pt x="791618" y="1571595"/>
                  </a:lnTo>
                  <a:lnTo>
                    <a:pt x="789697" y="1571595"/>
                  </a:lnTo>
                  <a:lnTo>
                    <a:pt x="787776" y="1571595"/>
                  </a:lnTo>
                  <a:lnTo>
                    <a:pt x="785854" y="1571595"/>
                  </a:lnTo>
                  <a:lnTo>
                    <a:pt x="783933" y="1571595"/>
                  </a:lnTo>
                  <a:lnTo>
                    <a:pt x="782011" y="1571595"/>
                  </a:lnTo>
                  <a:lnTo>
                    <a:pt x="780090" y="1571595"/>
                  </a:lnTo>
                  <a:lnTo>
                    <a:pt x="778169" y="1571595"/>
                  </a:lnTo>
                  <a:lnTo>
                    <a:pt x="776247" y="1571595"/>
                  </a:lnTo>
                  <a:lnTo>
                    <a:pt x="774326" y="1571595"/>
                  </a:lnTo>
                  <a:lnTo>
                    <a:pt x="772404" y="1571595"/>
                  </a:lnTo>
                  <a:lnTo>
                    <a:pt x="770483" y="1571595"/>
                  </a:lnTo>
                  <a:lnTo>
                    <a:pt x="768562" y="1571595"/>
                  </a:lnTo>
                  <a:lnTo>
                    <a:pt x="766640" y="1571595"/>
                  </a:lnTo>
                  <a:lnTo>
                    <a:pt x="764719" y="1571595"/>
                  </a:lnTo>
                  <a:lnTo>
                    <a:pt x="762797" y="1571595"/>
                  </a:lnTo>
                  <a:lnTo>
                    <a:pt x="760876" y="1571595"/>
                  </a:lnTo>
                  <a:lnTo>
                    <a:pt x="758955" y="1571595"/>
                  </a:lnTo>
                  <a:lnTo>
                    <a:pt x="757033" y="1571595"/>
                  </a:lnTo>
                  <a:lnTo>
                    <a:pt x="755112" y="1571595"/>
                  </a:lnTo>
                  <a:lnTo>
                    <a:pt x="753190" y="1571595"/>
                  </a:lnTo>
                  <a:lnTo>
                    <a:pt x="751269" y="1571595"/>
                  </a:lnTo>
                  <a:lnTo>
                    <a:pt x="749348" y="1571595"/>
                  </a:lnTo>
                  <a:lnTo>
                    <a:pt x="747426" y="1571595"/>
                  </a:lnTo>
                  <a:lnTo>
                    <a:pt x="745505" y="1571595"/>
                  </a:lnTo>
                  <a:lnTo>
                    <a:pt x="743583" y="1571595"/>
                  </a:lnTo>
                  <a:lnTo>
                    <a:pt x="741662" y="1571595"/>
                  </a:lnTo>
                  <a:lnTo>
                    <a:pt x="739741" y="1571595"/>
                  </a:lnTo>
                  <a:lnTo>
                    <a:pt x="737819" y="1571595"/>
                  </a:lnTo>
                  <a:lnTo>
                    <a:pt x="735898" y="1571595"/>
                  </a:lnTo>
                  <a:lnTo>
                    <a:pt x="733976" y="1571595"/>
                  </a:lnTo>
                  <a:lnTo>
                    <a:pt x="732055" y="1571595"/>
                  </a:lnTo>
                  <a:lnTo>
                    <a:pt x="730134" y="1571595"/>
                  </a:lnTo>
                  <a:lnTo>
                    <a:pt x="728212" y="1571595"/>
                  </a:lnTo>
                  <a:lnTo>
                    <a:pt x="726291" y="1571595"/>
                  </a:lnTo>
                  <a:lnTo>
                    <a:pt x="724369" y="1571595"/>
                  </a:lnTo>
                  <a:lnTo>
                    <a:pt x="722448" y="1571595"/>
                  </a:lnTo>
                  <a:lnTo>
                    <a:pt x="720526" y="1571595"/>
                  </a:lnTo>
                  <a:lnTo>
                    <a:pt x="718605" y="1571595"/>
                  </a:lnTo>
                  <a:lnTo>
                    <a:pt x="716684" y="1571595"/>
                  </a:lnTo>
                  <a:lnTo>
                    <a:pt x="714762" y="1571595"/>
                  </a:lnTo>
                  <a:lnTo>
                    <a:pt x="712841" y="1571595"/>
                  </a:lnTo>
                  <a:lnTo>
                    <a:pt x="710919" y="1571595"/>
                  </a:lnTo>
                  <a:lnTo>
                    <a:pt x="708998" y="1571595"/>
                  </a:lnTo>
                  <a:lnTo>
                    <a:pt x="707077" y="1571595"/>
                  </a:lnTo>
                  <a:lnTo>
                    <a:pt x="705155" y="1571595"/>
                  </a:lnTo>
                  <a:lnTo>
                    <a:pt x="703234" y="1571595"/>
                  </a:lnTo>
                  <a:lnTo>
                    <a:pt x="701312" y="1571595"/>
                  </a:lnTo>
                  <a:lnTo>
                    <a:pt x="699391" y="1571595"/>
                  </a:lnTo>
                  <a:lnTo>
                    <a:pt x="697470" y="1571595"/>
                  </a:lnTo>
                  <a:lnTo>
                    <a:pt x="695548" y="1571595"/>
                  </a:lnTo>
                  <a:lnTo>
                    <a:pt x="693627" y="1571595"/>
                  </a:lnTo>
                  <a:lnTo>
                    <a:pt x="691705" y="1571595"/>
                  </a:lnTo>
                  <a:lnTo>
                    <a:pt x="689784" y="1571595"/>
                  </a:lnTo>
                  <a:lnTo>
                    <a:pt x="687863" y="1571595"/>
                  </a:lnTo>
                  <a:lnTo>
                    <a:pt x="685941" y="1571595"/>
                  </a:lnTo>
                  <a:lnTo>
                    <a:pt x="684020" y="1571595"/>
                  </a:lnTo>
                  <a:lnTo>
                    <a:pt x="682098" y="1571595"/>
                  </a:lnTo>
                  <a:lnTo>
                    <a:pt x="680177" y="1571595"/>
                  </a:lnTo>
                  <a:lnTo>
                    <a:pt x="678256" y="1571595"/>
                  </a:lnTo>
                  <a:lnTo>
                    <a:pt x="676334" y="1571595"/>
                  </a:lnTo>
                  <a:lnTo>
                    <a:pt x="674413" y="1571595"/>
                  </a:lnTo>
                  <a:lnTo>
                    <a:pt x="672491" y="1571595"/>
                  </a:lnTo>
                  <a:lnTo>
                    <a:pt x="670570" y="1571595"/>
                  </a:lnTo>
                  <a:lnTo>
                    <a:pt x="668649" y="1571595"/>
                  </a:lnTo>
                  <a:lnTo>
                    <a:pt x="666727" y="1571595"/>
                  </a:lnTo>
                  <a:lnTo>
                    <a:pt x="664806" y="1571595"/>
                  </a:lnTo>
                  <a:lnTo>
                    <a:pt x="662884" y="1571595"/>
                  </a:lnTo>
                  <a:lnTo>
                    <a:pt x="660963" y="1571595"/>
                  </a:lnTo>
                  <a:lnTo>
                    <a:pt x="659042" y="1571595"/>
                  </a:lnTo>
                  <a:lnTo>
                    <a:pt x="657120" y="1571595"/>
                  </a:lnTo>
                  <a:lnTo>
                    <a:pt x="655199" y="1571595"/>
                  </a:lnTo>
                  <a:lnTo>
                    <a:pt x="653277" y="1571595"/>
                  </a:lnTo>
                  <a:lnTo>
                    <a:pt x="651356" y="1571595"/>
                  </a:lnTo>
                  <a:lnTo>
                    <a:pt x="649434" y="1571595"/>
                  </a:lnTo>
                  <a:lnTo>
                    <a:pt x="647513" y="1571595"/>
                  </a:lnTo>
                  <a:lnTo>
                    <a:pt x="645592" y="1571595"/>
                  </a:lnTo>
                  <a:lnTo>
                    <a:pt x="643670" y="1571595"/>
                  </a:lnTo>
                  <a:lnTo>
                    <a:pt x="641749" y="1571595"/>
                  </a:lnTo>
                  <a:lnTo>
                    <a:pt x="639827" y="1571595"/>
                  </a:lnTo>
                  <a:lnTo>
                    <a:pt x="637906" y="1571595"/>
                  </a:lnTo>
                  <a:lnTo>
                    <a:pt x="635985" y="1571595"/>
                  </a:lnTo>
                  <a:lnTo>
                    <a:pt x="634063" y="1571595"/>
                  </a:lnTo>
                  <a:lnTo>
                    <a:pt x="632142" y="1571595"/>
                  </a:lnTo>
                  <a:lnTo>
                    <a:pt x="630220" y="1571595"/>
                  </a:lnTo>
                  <a:lnTo>
                    <a:pt x="628299" y="1571595"/>
                  </a:lnTo>
                  <a:lnTo>
                    <a:pt x="626378" y="1571595"/>
                  </a:lnTo>
                  <a:lnTo>
                    <a:pt x="624456" y="1571595"/>
                  </a:lnTo>
                  <a:lnTo>
                    <a:pt x="622535" y="1571595"/>
                  </a:lnTo>
                  <a:lnTo>
                    <a:pt x="620613" y="1571595"/>
                  </a:lnTo>
                  <a:lnTo>
                    <a:pt x="618692" y="1571595"/>
                  </a:lnTo>
                  <a:lnTo>
                    <a:pt x="616771" y="1571595"/>
                  </a:lnTo>
                  <a:lnTo>
                    <a:pt x="614849" y="1571595"/>
                  </a:lnTo>
                  <a:lnTo>
                    <a:pt x="612928" y="1571595"/>
                  </a:lnTo>
                  <a:lnTo>
                    <a:pt x="611006" y="1571595"/>
                  </a:lnTo>
                  <a:lnTo>
                    <a:pt x="609085" y="1571595"/>
                  </a:lnTo>
                  <a:lnTo>
                    <a:pt x="607164" y="1571595"/>
                  </a:lnTo>
                  <a:lnTo>
                    <a:pt x="605242" y="1571595"/>
                  </a:lnTo>
                  <a:lnTo>
                    <a:pt x="603321" y="1571595"/>
                  </a:lnTo>
                  <a:lnTo>
                    <a:pt x="601399" y="1571595"/>
                  </a:lnTo>
                  <a:lnTo>
                    <a:pt x="599478" y="1571595"/>
                  </a:lnTo>
                  <a:lnTo>
                    <a:pt x="597557" y="1571595"/>
                  </a:lnTo>
                  <a:lnTo>
                    <a:pt x="595635" y="1571595"/>
                  </a:lnTo>
                  <a:lnTo>
                    <a:pt x="593714" y="1571595"/>
                  </a:lnTo>
                  <a:lnTo>
                    <a:pt x="591792" y="1571595"/>
                  </a:lnTo>
                  <a:lnTo>
                    <a:pt x="589871" y="1571595"/>
                  </a:lnTo>
                  <a:lnTo>
                    <a:pt x="587950" y="1571595"/>
                  </a:lnTo>
                  <a:lnTo>
                    <a:pt x="586028" y="1571595"/>
                  </a:lnTo>
                  <a:lnTo>
                    <a:pt x="584107" y="1571595"/>
                  </a:lnTo>
                  <a:lnTo>
                    <a:pt x="582185" y="1571595"/>
                  </a:lnTo>
                  <a:lnTo>
                    <a:pt x="580264" y="1571595"/>
                  </a:lnTo>
                  <a:lnTo>
                    <a:pt x="578342" y="1571595"/>
                  </a:lnTo>
                  <a:lnTo>
                    <a:pt x="576421" y="1571595"/>
                  </a:lnTo>
                  <a:lnTo>
                    <a:pt x="574500" y="1571595"/>
                  </a:lnTo>
                  <a:lnTo>
                    <a:pt x="572578" y="1571595"/>
                  </a:lnTo>
                  <a:lnTo>
                    <a:pt x="570657" y="1571595"/>
                  </a:lnTo>
                  <a:lnTo>
                    <a:pt x="568735" y="1571595"/>
                  </a:lnTo>
                  <a:lnTo>
                    <a:pt x="566814" y="1571595"/>
                  </a:lnTo>
                  <a:lnTo>
                    <a:pt x="564893" y="1571595"/>
                  </a:lnTo>
                  <a:lnTo>
                    <a:pt x="562971" y="1571595"/>
                  </a:lnTo>
                  <a:lnTo>
                    <a:pt x="561050" y="1571595"/>
                  </a:lnTo>
                  <a:lnTo>
                    <a:pt x="559128" y="1571595"/>
                  </a:lnTo>
                  <a:lnTo>
                    <a:pt x="557207" y="1571595"/>
                  </a:lnTo>
                  <a:lnTo>
                    <a:pt x="555286" y="1571595"/>
                  </a:lnTo>
                  <a:lnTo>
                    <a:pt x="553364" y="1571595"/>
                  </a:lnTo>
                  <a:lnTo>
                    <a:pt x="551443" y="1571595"/>
                  </a:lnTo>
                  <a:lnTo>
                    <a:pt x="549521" y="1571595"/>
                  </a:lnTo>
                  <a:lnTo>
                    <a:pt x="547600" y="1571595"/>
                  </a:lnTo>
                  <a:lnTo>
                    <a:pt x="545679" y="1571595"/>
                  </a:lnTo>
                  <a:lnTo>
                    <a:pt x="543757" y="1571595"/>
                  </a:lnTo>
                  <a:lnTo>
                    <a:pt x="541836" y="1571595"/>
                  </a:lnTo>
                  <a:lnTo>
                    <a:pt x="539914" y="1571595"/>
                  </a:lnTo>
                  <a:lnTo>
                    <a:pt x="537993" y="1571595"/>
                  </a:lnTo>
                  <a:lnTo>
                    <a:pt x="536072" y="1571595"/>
                  </a:lnTo>
                  <a:lnTo>
                    <a:pt x="534150" y="1571595"/>
                  </a:lnTo>
                  <a:lnTo>
                    <a:pt x="532229" y="1571595"/>
                  </a:lnTo>
                  <a:lnTo>
                    <a:pt x="530307" y="1571595"/>
                  </a:lnTo>
                  <a:lnTo>
                    <a:pt x="528386" y="1571595"/>
                  </a:lnTo>
                  <a:lnTo>
                    <a:pt x="526465" y="1571595"/>
                  </a:lnTo>
                  <a:lnTo>
                    <a:pt x="524543" y="1571595"/>
                  </a:lnTo>
                  <a:lnTo>
                    <a:pt x="522622" y="1571595"/>
                  </a:lnTo>
                  <a:lnTo>
                    <a:pt x="520700" y="1571595"/>
                  </a:lnTo>
                  <a:lnTo>
                    <a:pt x="518779" y="1571595"/>
                  </a:lnTo>
                  <a:lnTo>
                    <a:pt x="516858" y="1571595"/>
                  </a:lnTo>
                  <a:lnTo>
                    <a:pt x="514936" y="1571595"/>
                  </a:lnTo>
                  <a:lnTo>
                    <a:pt x="513015" y="1571595"/>
                  </a:lnTo>
                  <a:lnTo>
                    <a:pt x="511093" y="1571595"/>
                  </a:lnTo>
                  <a:lnTo>
                    <a:pt x="509172" y="1571595"/>
                  </a:lnTo>
                  <a:lnTo>
                    <a:pt x="507250" y="1571595"/>
                  </a:lnTo>
                  <a:lnTo>
                    <a:pt x="505329" y="1571595"/>
                  </a:lnTo>
                  <a:lnTo>
                    <a:pt x="503408" y="1571595"/>
                  </a:lnTo>
                  <a:lnTo>
                    <a:pt x="501486" y="1571595"/>
                  </a:lnTo>
                  <a:lnTo>
                    <a:pt x="499565" y="1571595"/>
                  </a:lnTo>
                  <a:lnTo>
                    <a:pt x="497643" y="1571595"/>
                  </a:lnTo>
                  <a:lnTo>
                    <a:pt x="495722" y="1571595"/>
                  </a:lnTo>
                  <a:lnTo>
                    <a:pt x="493801" y="1571595"/>
                  </a:lnTo>
                  <a:lnTo>
                    <a:pt x="491879" y="1571595"/>
                  </a:lnTo>
                  <a:lnTo>
                    <a:pt x="489958" y="1571595"/>
                  </a:lnTo>
                  <a:lnTo>
                    <a:pt x="488036" y="1571595"/>
                  </a:lnTo>
                  <a:lnTo>
                    <a:pt x="486115" y="1571595"/>
                  </a:lnTo>
                  <a:lnTo>
                    <a:pt x="484194" y="1571595"/>
                  </a:lnTo>
                  <a:lnTo>
                    <a:pt x="482272" y="1571595"/>
                  </a:lnTo>
                  <a:lnTo>
                    <a:pt x="480351" y="1571595"/>
                  </a:lnTo>
                  <a:lnTo>
                    <a:pt x="478429" y="1571595"/>
                  </a:lnTo>
                  <a:lnTo>
                    <a:pt x="476508" y="1571595"/>
                  </a:lnTo>
                  <a:lnTo>
                    <a:pt x="474587" y="1571595"/>
                  </a:lnTo>
                  <a:lnTo>
                    <a:pt x="472665" y="1571595"/>
                  </a:lnTo>
                  <a:lnTo>
                    <a:pt x="470744" y="1571595"/>
                  </a:lnTo>
                  <a:lnTo>
                    <a:pt x="468822" y="1571595"/>
                  </a:lnTo>
                  <a:lnTo>
                    <a:pt x="466901" y="1571595"/>
                  </a:lnTo>
                  <a:lnTo>
                    <a:pt x="464980" y="1571595"/>
                  </a:lnTo>
                  <a:lnTo>
                    <a:pt x="463058" y="1571595"/>
                  </a:lnTo>
                  <a:lnTo>
                    <a:pt x="461137" y="1571595"/>
                  </a:lnTo>
                  <a:lnTo>
                    <a:pt x="459215" y="1571595"/>
                  </a:lnTo>
                  <a:lnTo>
                    <a:pt x="457294" y="1571595"/>
                  </a:lnTo>
                  <a:lnTo>
                    <a:pt x="455373" y="1571595"/>
                  </a:lnTo>
                  <a:lnTo>
                    <a:pt x="453451" y="1571595"/>
                  </a:lnTo>
                  <a:lnTo>
                    <a:pt x="451530" y="1571595"/>
                  </a:lnTo>
                  <a:lnTo>
                    <a:pt x="449608" y="1571595"/>
                  </a:lnTo>
                  <a:lnTo>
                    <a:pt x="447687" y="1571595"/>
                  </a:lnTo>
                  <a:lnTo>
                    <a:pt x="445766" y="1571595"/>
                  </a:lnTo>
                  <a:lnTo>
                    <a:pt x="443844" y="1571595"/>
                  </a:lnTo>
                  <a:lnTo>
                    <a:pt x="441923" y="1571595"/>
                  </a:lnTo>
                  <a:lnTo>
                    <a:pt x="440001" y="1571595"/>
                  </a:lnTo>
                  <a:lnTo>
                    <a:pt x="438080" y="1571595"/>
                  </a:lnTo>
                  <a:lnTo>
                    <a:pt x="436159" y="1571595"/>
                  </a:lnTo>
                  <a:lnTo>
                    <a:pt x="434237" y="1571595"/>
                  </a:lnTo>
                  <a:lnTo>
                    <a:pt x="432316" y="1571595"/>
                  </a:lnTo>
                  <a:lnTo>
                    <a:pt x="430394" y="1571595"/>
                  </a:lnTo>
                  <a:lnTo>
                    <a:pt x="428473" y="1571595"/>
                  </a:lnTo>
                  <a:lnTo>
                    <a:pt x="426551" y="1571595"/>
                  </a:lnTo>
                  <a:lnTo>
                    <a:pt x="424630" y="1571595"/>
                  </a:lnTo>
                  <a:lnTo>
                    <a:pt x="422709" y="1571595"/>
                  </a:lnTo>
                  <a:lnTo>
                    <a:pt x="420787" y="1571595"/>
                  </a:lnTo>
                  <a:lnTo>
                    <a:pt x="418866" y="1571595"/>
                  </a:lnTo>
                  <a:lnTo>
                    <a:pt x="416944" y="1571595"/>
                  </a:lnTo>
                  <a:lnTo>
                    <a:pt x="415023" y="1571595"/>
                  </a:lnTo>
                  <a:lnTo>
                    <a:pt x="413102" y="1571595"/>
                  </a:lnTo>
                  <a:lnTo>
                    <a:pt x="411180" y="1571595"/>
                  </a:lnTo>
                  <a:lnTo>
                    <a:pt x="409259" y="1571595"/>
                  </a:lnTo>
                  <a:lnTo>
                    <a:pt x="407337" y="1571595"/>
                  </a:lnTo>
                  <a:lnTo>
                    <a:pt x="405416" y="1571595"/>
                  </a:lnTo>
                  <a:lnTo>
                    <a:pt x="403495" y="1571595"/>
                  </a:lnTo>
                  <a:lnTo>
                    <a:pt x="401573" y="1571595"/>
                  </a:lnTo>
                  <a:lnTo>
                    <a:pt x="399652" y="1571595"/>
                  </a:lnTo>
                  <a:lnTo>
                    <a:pt x="397730" y="1571595"/>
                  </a:lnTo>
                  <a:lnTo>
                    <a:pt x="395809" y="1571595"/>
                  </a:lnTo>
                  <a:lnTo>
                    <a:pt x="393888" y="1571595"/>
                  </a:lnTo>
                  <a:lnTo>
                    <a:pt x="391966" y="1571595"/>
                  </a:lnTo>
                  <a:lnTo>
                    <a:pt x="390045" y="1571595"/>
                  </a:lnTo>
                  <a:lnTo>
                    <a:pt x="388123" y="1571595"/>
                  </a:lnTo>
                  <a:lnTo>
                    <a:pt x="386202" y="1571595"/>
                  </a:lnTo>
                  <a:lnTo>
                    <a:pt x="384281" y="1571595"/>
                  </a:lnTo>
                  <a:lnTo>
                    <a:pt x="382359" y="1571595"/>
                  </a:lnTo>
                  <a:lnTo>
                    <a:pt x="380438" y="1571595"/>
                  </a:lnTo>
                  <a:lnTo>
                    <a:pt x="378516" y="1571595"/>
                  </a:lnTo>
                  <a:lnTo>
                    <a:pt x="376595" y="1571595"/>
                  </a:lnTo>
                  <a:lnTo>
                    <a:pt x="374674" y="1571595"/>
                  </a:lnTo>
                  <a:lnTo>
                    <a:pt x="372752" y="1571595"/>
                  </a:lnTo>
                  <a:lnTo>
                    <a:pt x="370831" y="1571595"/>
                  </a:lnTo>
                  <a:lnTo>
                    <a:pt x="368909" y="1571595"/>
                  </a:lnTo>
                  <a:lnTo>
                    <a:pt x="366988" y="1571595"/>
                  </a:lnTo>
                  <a:lnTo>
                    <a:pt x="365067" y="1571595"/>
                  </a:lnTo>
                  <a:lnTo>
                    <a:pt x="363145" y="1571595"/>
                  </a:lnTo>
                  <a:lnTo>
                    <a:pt x="361224" y="1571595"/>
                  </a:lnTo>
                  <a:lnTo>
                    <a:pt x="359302" y="1571595"/>
                  </a:lnTo>
                  <a:lnTo>
                    <a:pt x="357381" y="1571595"/>
                  </a:lnTo>
                  <a:lnTo>
                    <a:pt x="355459" y="1571595"/>
                  </a:lnTo>
                  <a:lnTo>
                    <a:pt x="353538" y="1571595"/>
                  </a:lnTo>
                  <a:lnTo>
                    <a:pt x="351617" y="1571595"/>
                  </a:lnTo>
                  <a:lnTo>
                    <a:pt x="349695" y="1571595"/>
                  </a:lnTo>
                  <a:lnTo>
                    <a:pt x="347774" y="1571595"/>
                  </a:lnTo>
                  <a:lnTo>
                    <a:pt x="345852" y="1571595"/>
                  </a:lnTo>
                  <a:lnTo>
                    <a:pt x="343931" y="1571595"/>
                  </a:lnTo>
                  <a:lnTo>
                    <a:pt x="342010" y="1571595"/>
                  </a:lnTo>
                  <a:lnTo>
                    <a:pt x="340088" y="1571595"/>
                  </a:lnTo>
                  <a:lnTo>
                    <a:pt x="338167" y="1571595"/>
                  </a:lnTo>
                  <a:lnTo>
                    <a:pt x="336245" y="1571595"/>
                  </a:lnTo>
                  <a:lnTo>
                    <a:pt x="334324" y="1571595"/>
                  </a:lnTo>
                  <a:lnTo>
                    <a:pt x="332403" y="1571595"/>
                  </a:lnTo>
                  <a:lnTo>
                    <a:pt x="330481" y="1571595"/>
                  </a:lnTo>
                  <a:lnTo>
                    <a:pt x="328560" y="1571595"/>
                  </a:lnTo>
                  <a:lnTo>
                    <a:pt x="326638" y="1571595"/>
                  </a:lnTo>
                  <a:lnTo>
                    <a:pt x="324717" y="1571595"/>
                  </a:lnTo>
                  <a:lnTo>
                    <a:pt x="322796" y="1571595"/>
                  </a:lnTo>
                  <a:lnTo>
                    <a:pt x="320874" y="1571595"/>
                  </a:lnTo>
                  <a:lnTo>
                    <a:pt x="318953" y="1571595"/>
                  </a:lnTo>
                  <a:lnTo>
                    <a:pt x="317031" y="1571595"/>
                  </a:lnTo>
                  <a:lnTo>
                    <a:pt x="315110" y="1571595"/>
                  </a:lnTo>
                  <a:lnTo>
                    <a:pt x="313189" y="1571595"/>
                  </a:lnTo>
                  <a:lnTo>
                    <a:pt x="311267" y="1571595"/>
                  </a:lnTo>
                  <a:lnTo>
                    <a:pt x="309346" y="1571595"/>
                  </a:lnTo>
                  <a:lnTo>
                    <a:pt x="307424" y="1571595"/>
                  </a:lnTo>
                  <a:lnTo>
                    <a:pt x="305503" y="1571595"/>
                  </a:lnTo>
                  <a:lnTo>
                    <a:pt x="303582" y="1571595"/>
                  </a:lnTo>
                  <a:lnTo>
                    <a:pt x="301660" y="1571595"/>
                  </a:lnTo>
                  <a:lnTo>
                    <a:pt x="299739" y="1571595"/>
                  </a:lnTo>
                  <a:lnTo>
                    <a:pt x="297817" y="1571595"/>
                  </a:lnTo>
                  <a:lnTo>
                    <a:pt x="295896" y="1571595"/>
                  </a:lnTo>
                  <a:lnTo>
                    <a:pt x="293975" y="1571595"/>
                  </a:lnTo>
                  <a:lnTo>
                    <a:pt x="292053" y="1571595"/>
                  </a:lnTo>
                  <a:lnTo>
                    <a:pt x="290132" y="1571595"/>
                  </a:lnTo>
                  <a:lnTo>
                    <a:pt x="288210" y="1571595"/>
                  </a:lnTo>
                  <a:lnTo>
                    <a:pt x="286289" y="1571595"/>
                  </a:lnTo>
                  <a:lnTo>
                    <a:pt x="284367" y="1571595"/>
                  </a:lnTo>
                  <a:lnTo>
                    <a:pt x="282446" y="1571595"/>
                  </a:lnTo>
                  <a:lnTo>
                    <a:pt x="280525" y="1571595"/>
                  </a:lnTo>
                  <a:lnTo>
                    <a:pt x="278603" y="1571595"/>
                  </a:lnTo>
                  <a:lnTo>
                    <a:pt x="276682" y="1571595"/>
                  </a:lnTo>
                  <a:lnTo>
                    <a:pt x="274760" y="1571595"/>
                  </a:lnTo>
                  <a:lnTo>
                    <a:pt x="272839" y="1571595"/>
                  </a:lnTo>
                  <a:lnTo>
                    <a:pt x="270918" y="1571595"/>
                  </a:lnTo>
                  <a:lnTo>
                    <a:pt x="268996" y="1571595"/>
                  </a:lnTo>
                  <a:lnTo>
                    <a:pt x="267075" y="1571595"/>
                  </a:lnTo>
                  <a:lnTo>
                    <a:pt x="265153" y="1571595"/>
                  </a:lnTo>
                  <a:lnTo>
                    <a:pt x="263232" y="1571595"/>
                  </a:lnTo>
                  <a:lnTo>
                    <a:pt x="261311" y="1571595"/>
                  </a:lnTo>
                  <a:lnTo>
                    <a:pt x="259389" y="1571595"/>
                  </a:lnTo>
                  <a:lnTo>
                    <a:pt x="257468" y="1571595"/>
                  </a:lnTo>
                  <a:lnTo>
                    <a:pt x="255546" y="1571595"/>
                  </a:lnTo>
                  <a:lnTo>
                    <a:pt x="253625" y="1571595"/>
                  </a:lnTo>
                  <a:lnTo>
                    <a:pt x="251704" y="1571595"/>
                  </a:lnTo>
                  <a:lnTo>
                    <a:pt x="249782" y="1571595"/>
                  </a:lnTo>
                  <a:lnTo>
                    <a:pt x="247861" y="1571595"/>
                  </a:lnTo>
                  <a:lnTo>
                    <a:pt x="245939" y="1571595"/>
                  </a:lnTo>
                  <a:lnTo>
                    <a:pt x="244018" y="1571595"/>
                  </a:lnTo>
                  <a:lnTo>
                    <a:pt x="242097" y="1571595"/>
                  </a:lnTo>
                  <a:lnTo>
                    <a:pt x="240175" y="1571595"/>
                  </a:lnTo>
                  <a:lnTo>
                    <a:pt x="238254" y="1571595"/>
                  </a:lnTo>
                  <a:lnTo>
                    <a:pt x="236332" y="1571595"/>
                  </a:lnTo>
                  <a:lnTo>
                    <a:pt x="234411" y="1571595"/>
                  </a:lnTo>
                  <a:lnTo>
                    <a:pt x="232490" y="1571595"/>
                  </a:lnTo>
                  <a:lnTo>
                    <a:pt x="230568" y="1571595"/>
                  </a:lnTo>
                  <a:lnTo>
                    <a:pt x="228647" y="1571595"/>
                  </a:lnTo>
                  <a:lnTo>
                    <a:pt x="226725" y="1571595"/>
                  </a:lnTo>
                  <a:lnTo>
                    <a:pt x="224804" y="1571595"/>
                  </a:lnTo>
                  <a:lnTo>
                    <a:pt x="222883" y="1571595"/>
                  </a:lnTo>
                  <a:lnTo>
                    <a:pt x="220961" y="1571595"/>
                  </a:lnTo>
                  <a:lnTo>
                    <a:pt x="219040" y="1571595"/>
                  </a:lnTo>
                  <a:lnTo>
                    <a:pt x="217118" y="1571595"/>
                  </a:lnTo>
                  <a:lnTo>
                    <a:pt x="215197" y="1571595"/>
                  </a:lnTo>
                  <a:lnTo>
                    <a:pt x="213275" y="1571595"/>
                  </a:lnTo>
                  <a:lnTo>
                    <a:pt x="211354" y="1571595"/>
                  </a:lnTo>
                  <a:lnTo>
                    <a:pt x="209433" y="1571595"/>
                  </a:lnTo>
                  <a:lnTo>
                    <a:pt x="207511" y="1571595"/>
                  </a:lnTo>
                  <a:lnTo>
                    <a:pt x="205590" y="1571595"/>
                  </a:lnTo>
                  <a:lnTo>
                    <a:pt x="203668" y="1571595"/>
                  </a:lnTo>
                  <a:lnTo>
                    <a:pt x="201747" y="1571595"/>
                  </a:lnTo>
                  <a:lnTo>
                    <a:pt x="199826" y="1571595"/>
                  </a:lnTo>
                  <a:lnTo>
                    <a:pt x="197904" y="1571595"/>
                  </a:lnTo>
                  <a:lnTo>
                    <a:pt x="195983" y="1571595"/>
                  </a:lnTo>
                  <a:lnTo>
                    <a:pt x="194061" y="1571595"/>
                  </a:lnTo>
                  <a:lnTo>
                    <a:pt x="192140" y="1571595"/>
                  </a:lnTo>
                  <a:lnTo>
                    <a:pt x="190219" y="1571595"/>
                  </a:lnTo>
                  <a:lnTo>
                    <a:pt x="188297" y="1571595"/>
                  </a:lnTo>
                  <a:lnTo>
                    <a:pt x="186376" y="1571595"/>
                  </a:lnTo>
                  <a:lnTo>
                    <a:pt x="184454" y="1571595"/>
                  </a:lnTo>
                  <a:lnTo>
                    <a:pt x="182533" y="1571595"/>
                  </a:lnTo>
                  <a:lnTo>
                    <a:pt x="180612" y="1571595"/>
                  </a:lnTo>
                  <a:lnTo>
                    <a:pt x="178690" y="1571595"/>
                  </a:lnTo>
                  <a:lnTo>
                    <a:pt x="176769" y="1571595"/>
                  </a:lnTo>
                  <a:lnTo>
                    <a:pt x="174847" y="1571595"/>
                  </a:lnTo>
                  <a:lnTo>
                    <a:pt x="172926" y="1571595"/>
                  </a:lnTo>
                  <a:lnTo>
                    <a:pt x="171005" y="1571595"/>
                  </a:lnTo>
                  <a:lnTo>
                    <a:pt x="169083" y="1571595"/>
                  </a:lnTo>
                  <a:lnTo>
                    <a:pt x="167162" y="1571595"/>
                  </a:lnTo>
                  <a:lnTo>
                    <a:pt x="165240" y="1571595"/>
                  </a:lnTo>
                  <a:lnTo>
                    <a:pt x="163319" y="1571595"/>
                  </a:lnTo>
                  <a:lnTo>
                    <a:pt x="161398" y="1571595"/>
                  </a:lnTo>
                  <a:lnTo>
                    <a:pt x="159476" y="1571595"/>
                  </a:lnTo>
                  <a:lnTo>
                    <a:pt x="157555" y="1571595"/>
                  </a:lnTo>
                  <a:lnTo>
                    <a:pt x="155633" y="1571595"/>
                  </a:lnTo>
                  <a:lnTo>
                    <a:pt x="153712" y="1571595"/>
                  </a:lnTo>
                  <a:lnTo>
                    <a:pt x="151791" y="1571595"/>
                  </a:lnTo>
                  <a:lnTo>
                    <a:pt x="149869" y="1571595"/>
                  </a:lnTo>
                  <a:lnTo>
                    <a:pt x="147948" y="1571595"/>
                  </a:lnTo>
                  <a:lnTo>
                    <a:pt x="146026" y="1571595"/>
                  </a:lnTo>
                  <a:lnTo>
                    <a:pt x="144105" y="1571595"/>
                  </a:lnTo>
                  <a:lnTo>
                    <a:pt x="142183" y="1571595"/>
                  </a:lnTo>
                  <a:lnTo>
                    <a:pt x="140262" y="1571595"/>
                  </a:lnTo>
                  <a:lnTo>
                    <a:pt x="138341" y="1571595"/>
                  </a:lnTo>
                  <a:lnTo>
                    <a:pt x="136419" y="1571595"/>
                  </a:lnTo>
                  <a:lnTo>
                    <a:pt x="134498" y="1571595"/>
                  </a:lnTo>
                  <a:lnTo>
                    <a:pt x="132576" y="1571595"/>
                  </a:lnTo>
                  <a:lnTo>
                    <a:pt x="130655" y="1571595"/>
                  </a:lnTo>
                  <a:lnTo>
                    <a:pt x="128734" y="1571595"/>
                  </a:lnTo>
                  <a:lnTo>
                    <a:pt x="126812" y="1571595"/>
                  </a:lnTo>
                  <a:lnTo>
                    <a:pt x="124891" y="1571595"/>
                  </a:lnTo>
                  <a:lnTo>
                    <a:pt x="122969" y="1571595"/>
                  </a:lnTo>
                  <a:lnTo>
                    <a:pt x="121048" y="1571595"/>
                  </a:lnTo>
                  <a:lnTo>
                    <a:pt x="119127" y="1571595"/>
                  </a:lnTo>
                  <a:lnTo>
                    <a:pt x="117205" y="1571595"/>
                  </a:lnTo>
                  <a:lnTo>
                    <a:pt x="115284" y="1571595"/>
                  </a:lnTo>
                  <a:lnTo>
                    <a:pt x="113362" y="1571595"/>
                  </a:lnTo>
                  <a:lnTo>
                    <a:pt x="111441" y="1571595"/>
                  </a:lnTo>
                  <a:lnTo>
                    <a:pt x="109520" y="1571595"/>
                  </a:lnTo>
                  <a:lnTo>
                    <a:pt x="107598" y="1571595"/>
                  </a:lnTo>
                  <a:lnTo>
                    <a:pt x="105677" y="1571595"/>
                  </a:lnTo>
                  <a:lnTo>
                    <a:pt x="103755" y="1571595"/>
                  </a:lnTo>
                  <a:lnTo>
                    <a:pt x="101834" y="1571595"/>
                  </a:lnTo>
                  <a:lnTo>
                    <a:pt x="99913" y="1571595"/>
                  </a:lnTo>
                  <a:lnTo>
                    <a:pt x="97991" y="1571595"/>
                  </a:lnTo>
                  <a:lnTo>
                    <a:pt x="96070" y="1571595"/>
                  </a:lnTo>
                  <a:lnTo>
                    <a:pt x="94148" y="1571595"/>
                  </a:lnTo>
                  <a:lnTo>
                    <a:pt x="92227" y="1571595"/>
                  </a:lnTo>
                  <a:lnTo>
                    <a:pt x="90306" y="1571595"/>
                  </a:lnTo>
                  <a:lnTo>
                    <a:pt x="88384" y="1571595"/>
                  </a:lnTo>
                  <a:lnTo>
                    <a:pt x="86463" y="1571595"/>
                  </a:lnTo>
                  <a:lnTo>
                    <a:pt x="84541" y="1571595"/>
                  </a:lnTo>
                  <a:lnTo>
                    <a:pt x="82620" y="1571595"/>
                  </a:lnTo>
                  <a:lnTo>
                    <a:pt x="80699" y="1571595"/>
                  </a:lnTo>
                  <a:lnTo>
                    <a:pt x="78777" y="1571595"/>
                  </a:lnTo>
                  <a:lnTo>
                    <a:pt x="76856" y="1571595"/>
                  </a:lnTo>
                  <a:lnTo>
                    <a:pt x="74934" y="1571595"/>
                  </a:lnTo>
                  <a:lnTo>
                    <a:pt x="73013" y="1571595"/>
                  </a:lnTo>
                  <a:lnTo>
                    <a:pt x="71091" y="1571595"/>
                  </a:lnTo>
                  <a:lnTo>
                    <a:pt x="69170" y="1571595"/>
                  </a:lnTo>
                  <a:lnTo>
                    <a:pt x="67249" y="1571595"/>
                  </a:lnTo>
                  <a:lnTo>
                    <a:pt x="65327" y="1571595"/>
                  </a:lnTo>
                  <a:lnTo>
                    <a:pt x="63406" y="1571595"/>
                  </a:lnTo>
                  <a:lnTo>
                    <a:pt x="61484" y="1571595"/>
                  </a:lnTo>
                  <a:lnTo>
                    <a:pt x="59563" y="1571595"/>
                  </a:lnTo>
                  <a:lnTo>
                    <a:pt x="57642" y="1571595"/>
                  </a:lnTo>
                  <a:lnTo>
                    <a:pt x="55720" y="1571595"/>
                  </a:lnTo>
                  <a:lnTo>
                    <a:pt x="53799" y="1571595"/>
                  </a:lnTo>
                  <a:lnTo>
                    <a:pt x="51877" y="1571595"/>
                  </a:lnTo>
                  <a:lnTo>
                    <a:pt x="49956" y="1571595"/>
                  </a:lnTo>
                  <a:lnTo>
                    <a:pt x="48035" y="1571595"/>
                  </a:lnTo>
                  <a:lnTo>
                    <a:pt x="46113" y="1571595"/>
                  </a:lnTo>
                  <a:lnTo>
                    <a:pt x="44192" y="1571595"/>
                  </a:lnTo>
                  <a:lnTo>
                    <a:pt x="42270" y="1571595"/>
                  </a:lnTo>
                  <a:lnTo>
                    <a:pt x="40349" y="1571595"/>
                  </a:lnTo>
                  <a:lnTo>
                    <a:pt x="38428" y="1571595"/>
                  </a:lnTo>
                  <a:lnTo>
                    <a:pt x="36506" y="1571595"/>
                  </a:lnTo>
                  <a:lnTo>
                    <a:pt x="34585" y="1571595"/>
                  </a:lnTo>
                  <a:lnTo>
                    <a:pt x="32663" y="1571595"/>
                  </a:lnTo>
                  <a:lnTo>
                    <a:pt x="30742" y="1571595"/>
                  </a:lnTo>
                  <a:lnTo>
                    <a:pt x="28821" y="1571595"/>
                  </a:lnTo>
                  <a:lnTo>
                    <a:pt x="26899" y="1571595"/>
                  </a:lnTo>
                  <a:lnTo>
                    <a:pt x="24978" y="1571595"/>
                  </a:lnTo>
                  <a:lnTo>
                    <a:pt x="23056" y="1571595"/>
                  </a:lnTo>
                  <a:lnTo>
                    <a:pt x="21135" y="1571595"/>
                  </a:lnTo>
                  <a:lnTo>
                    <a:pt x="19214" y="1571595"/>
                  </a:lnTo>
                  <a:lnTo>
                    <a:pt x="17292" y="1571595"/>
                  </a:lnTo>
                  <a:lnTo>
                    <a:pt x="15371" y="1571595"/>
                  </a:lnTo>
                  <a:lnTo>
                    <a:pt x="13449" y="1571595"/>
                  </a:lnTo>
                  <a:lnTo>
                    <a:pt x="11528" y="1571595"/>
                  </a:lnTo>
                  <a:lnTo>
                    <a:pt x="9607" y="1571595"/>
                  </a:lnTo>
                  <a:lnTo>
                    <a:pt x="7685" y="1571595"/>
                  </a:lnTo>
                  <a:lnTo>
                    <a:pt x="5764" y="1571595"/>
                  </a:lnTo>
                  <a:lnTo>
                    <a:pt x="3842" y="1571595"/>
                  </a:lnTo>
                  <a:lnTo>
                    <a:pt x="1921" y="1571595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4248562" y="1211427"/>
              <a:ext cx="981838" cy="1571595"/>
            </a:xfrm>
            <a:custGeom>
              <a:avLst/>
              <a:pathLst>
                <a:path w="981838" h="1571595">
                  <a:moveTo>
                    <a:pt x="0" y="1571595"/>
                  </a:moveTo>
                  <a:lnTo>
                    <a:pt x="1921" y="1571595"/>
                  </a:lnTo>
                  <a:lnTo>
                    <a:pt x="3842" y="1571595"/>
                  </a:lnTo>
                  <a:lnTo>
                    <a:pt x="5764" y="1571595"/>
                  </a:lnTo>
                  <a:lnTo>
                    <a:pt x="7685" y="1571595"/>
                  </a:lnTo>
                  <a:lnTo>
                    <a:pt x="9607" y="1571595"/>
                  </a:lnTo>
                  <a:lnTo>
                    <a:pt x="11528" y="1571595"/>
                  </a:lnTo>
                  <a:lnTo>
                    <a:pt x="13449" y="1571595"/>
                  </a:lnTo>
                  <a:lnTo>
                    <a:pt x="15371" y="1571595"/>
                  </a:lnTo>
                  <a:lnTo>
                    <a:pt x="17292" y="1571595"/>
                  </a:lnTo>
                  <a:lnTo>
                    <a:pt x="19214" y="1571595"/>
                  </a:lnTo>
                  <a:lnTo>
                    <a:pt x="21135" y="1571595"/>
                  </a:lnTo>
                  <a:lnTo>
                    <a:pt x="23056" y="1571595"/>
                  </a:lnTo>
                  <a:lnTo>
                    <a:pt x="24978" y="1571595"/>
                  </a:lnTo>
                  <a:lnTo>
                    <a:pt x="26899" y="1571595"/>
                  </a:lnTo>
                  <a:lnTo>
                    <a:pt x="28821" y="1571595"/>
                  </a:lnTo>
                  <a:lnTo>
                    <a:pt x="30742" y="1571595"/>
                  </a:lnTo>
                  <a:lnTo>
                    <a:pt x="32663" y="1571595"/>
                  </a:lnTo>
                  <a:lnTo>
                    <a:pt x="34585" y="1571595"/>
                  </a:lnTo>
                  <a:lnTo>
                    <a:pt x="36506" y="1571595"/>
                  </a:lnTo>
                  <a:lnTo>
                    <a:pt x="38428" y="1571595"/>
                  </a:lnTo>
                  <a:lnTo>
                    <a:pt x="40349" y="1571595"/>
                  </a:lnTo>
                  <a:lnTo>
                    <a:pt x="42270" y="1571595"/>
                  </a:lnTo>
                  <a:lnTo>
                    <a:pt x="44192" y="1571595"/>
                  </a:lnTo>
                  <a:lnTo>
                    <a:pt x="46113" y="1571595"/>
                  </a:lnTo>
                  <a:lnTo>
                    <a:pt x="48035" y="1571595"/>
                  </a:lnTo>
                  <a:lnTo>
                    <a:pt x="49956" y="1571595"/>
                  </a:lnTo>
                  <a:lnTo>
                    <a:pt x="51877" y="1571595"/>
                  </a:lnTo>
                  <a:lnTo>
                    <a:pt x="53799" y="1571595"/>
                  </a:lnTo>
                  <a:lnTo>
                    <a:pt x="55720" y="1571595"/>
                  </a:lnTo>
                  <a:lnTo>
                    <a:pt x="57642" y="1571595"/>
                  </a:lnTo>
                  <a:lnTo>
                    <a:pt x="59563" y="1571595"/>
                  </a:lnTo>
                  <a:lnTo>
                    <a:pt x="61484" y="1571595"/>
                  </a:lnTo>
                  <a:lnTo>
                    <a:pt x="63406" y="1571595"/>
                  </a:lnTo>
                  <a:lnTo>
                    <a:pt x="65327" y="1571595"/>
                  </a:lnTo>
                  <a:lnTo>
                    <a:pt x="67249" y="1571594"/>
                  </a:lnTo>
                  <a:lnTo>
                    <a:pt x="69170" y="1571591"/>
                  </a:lnTo>
                  <a:lnTo>
                    <a:pt x="71091" y="1571578"/>
                  </a:lnTo>
                  <a:lnTo>
                    <a:pt x="73013" y="1571536"/>
                  </a:lnTo>
                  <a:lnTo>
                    <a:pt x="74934" y="1571413"/>
                  </a:lnTo>
                  <a:lnTo>
                    <a:pt x="76856" y="1571101"/>
                  </a:lnTo>
                  <a:lnTo>
                    <a:pt x="78777" y="1570395"/>
                  </a:lnTo>
                  <a:lnTo>
                    <a:pt x="80699" y="1568981"/>
                  </a:lnTo>
                  <a:lnTo>
                    <a:pt x="82620" y="1566478"/>
                  </a:lnTo>
                  <a:lnTo>
                    <a:pt x="84541" y="1562582"/>
                  </a:lnTo>
                  <a:lnTo>
                    <a:pt x="86463" y="1557288"/>
                  </a:lnTo>
                  <a:lnTo>
                    <a:pt x="88384" y="1551105"/>
                  </a:lnTo>
                  <a:lnTo>
                    <a:pt x="90306" y="1545096"/>
                  </a:lnTo>
                  <a:lnTo>
                    <a:pt x="92227" y="1540592"/>
                  </a:lnTo>
                  <a:lnTo>
                    <a:pt x="94148" y="1538660"/>
                  </a:lnTo>
                  <a:lnTo>
                    <a:pt x="96070" y="1539598"/>
                  </a:lnTo>
                  <a:lnTo>
                    <a:pt x="97991" y="1542528"/>
                  </a:lnTo>
                  <a:lnTo>
                    <a:pt x="99913" y="1545873"/>
                  </a:lnTo>
                  <a:lnTo>
                    <a:pt x="101834" y="1548167"/>
                  </a:lnTo>
                  <a:lnTo>
                    <a:pt x="103755" y="1548558"/>
                  </a:lnTo>
                  <a:lnTo>
                    <a:pt x="105677" y="1547052"/>
                  </a:lnTo>
                  <a:lnTo>
                    <a:pt x="107598" y="1544401"/>
                  </a:lnTo>
                  <a:lnTo>
                    <a:pt x="109520" y="1541736"/>
                  </a:lnTo>
                  <a:lnTo>
                    <a:pt x="111441" y="1540126"/>
                  </a:lnTo>
                  <a:lnTo>
                    <a:pt x="113362" y="1540214"/>
                  </a:lnTo>
                  <a:lnTo>
                    <a:pt x="115284" y="1542067"/>
                  </a:lnTo>
                  <a:lnTo>
                    <a:pt x="117205" y="1545240"/>
                  </a:lnTo>
                  <a:lnTo>
                    <a:pt x="119127" y="1549020"/>
                  </a:lnTo>
                  <a:lnTo>
                    <a:pt x="121048" y="1552717"/>
                  </a:lnTo>
                  <a:lnTo>
                    <a:pt x="122969" y="1555871"/>
                  </a:lnTo>
                  <a:lnTo>
                    <a:pt x="124891" y="1558326"/>
                  </a:lnTo>
                  <a:lnTo>
                    <a:pt x="126812" y="1560158"/>
                  </a:lnTo>
                  <a:lnTo>
                    <a:pt x="128734" y="1561522"/>
                  </a:lnTo>
                  <a:lnTo>
                    <a:pt x="130655" y="1562538"/>
                  </a:lnTo>
                  <a:lnTo>
                    <a:pt x="132576" y="1563252"/>
                  </a:lnTo>
                  <a:lnTo>
                    <a:pt x="134498" y="1563687"/>
                  </a:lnTo>
                  <a:lnTo>
                    <a:pt x="136419" y="1563909"/>
                  </a:lnTo>
                  <a:lnTo>
                    <a:pt x="138341" y="1564059"/>
                  </a:lnTo>
                  <a:lnTo>
                    <a:pt x="140262" y="1564310"/>
                  </a:lnTo>
                  <a:lnTo>
                    <a:pt x="142183" y="1564762"/>
                  </a:lnTo>
                  <a:lnTo>
                    <a:pt x="144105" y="1565356"/>
                  </a:lnTo>
                  <a:lnTo>
                    <a:pt x="146026" y="1565879"/>
                  </a:lnTo>
                  <a:lnTo>
                    <a:pt x="147948" y="1566030"/>
                  </a:lnTo>
                  <a:lnTo>
                    <a:pt x="149869" y="1565520"/>
                  </a:lnTo>
                  <a:lnTo>
                    <a:pt x="151791" y="1564180"/>
                  </a:lnTo>
                  <a:lnTo>
                    <a:pt x="153712" y="1562030"/>
                  </a:lnTo>
                  <a:lnTo>
                    <a:pt x="155633" y="1559281"/>
                  </a:lnTo>
                  <a:lnTo>
                    <a:pt x="157555" y="1556281"/>
                  </a:lnTo>
                  <a:lnTo>
                    <a:pt x="159476" y="1553424"/>
                  </a:lnTo>
                  <a:lnTo>
                    <a:pt x="161398" y="1551073"/>
                  </a:lnTo>
                  <a:lnTo>
                    <a:pt x="163319" y="1549503"/>
                  </a:lnTo>
                  <a:lnTo>
                    <a:pt x="165240" y="1548872"/>
                  </a:lnTo>
                  <a:lnTo>
                    <a:pt x="167162" y="1549201"/>
                  </a:lnTo>
                  <a:lnTo>
                    <a:pt x="169083" y="1550346"/>
                  </a:lnTo>
                  <a:lnTo>
                    <a:pt x="171005" y="1551993"/>
                  </a:lnTo>
                  <a:lnTo>
                    <a:pt x="172926" y="1553687"/>
                  </a:lnTo>
                  <a:lnTo>
                    <a:pt x="174847" y="1554910"/>
                  </a:lnTo>
                  <a:lnTo>
                    <a:pt x="176769" y="1555176"/>
                  </a:lnTo>
                  <a:lnTo>
                    <a:pt x="178690" y="1554115"/>
                  </a:lnTo>
                  <a:lnTo>
                    <a:pt x="180612" y="1551517"/>
                  </a:lnTo>
                  <a:lnTo>
                    <a:pt x="182533" y="1547346"/>
                  </a:lnTo>
                  <a:lnTo>
                    <a:pt x="184454" y="1541696"/>
                  </a:lnTo>
                  <a:lnTo>
                    <a:pt x="186376" y="1534881"/>
                  </a:lnTo>
                  <a:lnTo>
                    <a:pt x="188297" y="1527254"/>
                  </a:lnTo>
                  <a:lnTo>
                    <a:pt x="190219" y="1519165"/>
                  </a:lnTo>
                  <a:lnTo>
                    <a:pt x="192140" y="1511001"/>
                  </a:lnTo>
                  <a:lnTo>
                    <a:pt x="194061" y="1503225"/>
                  </a:lnTo>
                  <a:lnTo>
                    <a:pt x="195983" y="1496344"/>
                  </a:lnTo>
                  <a:lnTo>
                    <a:pt x="197904" y="1490741"/>
                  </a:lnTo>
                  <a:lnTo>
                    <a:pt x="199826" y="1486456"/>
                  </a:lnTo>
                  <a:lnTo>
                    <a:pt x="201747" y="1483095"/>
                  </a:lnTo>
                  <a:lnTo>
                    <a:pt x="203668" y="1479976"/>
                  </a:lnTo>
                  <a:lnTo>
                    <a:pt x="205590" y="1476428"/>
                  </a:lnTo>
                  <a:lnTo>
                    <a:pt x="207511" y="1472052"/>
                  </a:lnTo>
                  <a:lnTo>
                    <a:pt x="209433" y="1466774"/>
                  </a:lnTo>
                  <a:lnTo>
                    <a:pt x="211354" y="1460668"/>
                  </a:lnTo>
                  <a:lnTo>
                    <a:pt x="213275" y="1453705"/>
                  </a:lnTo>
                  <a:lnTo>
                    <a:pt x="215197" y="1445596"/>
                  </a:lnTo>
                  <a:lnTo>
                    <a:pt x="217118" y="1435877"/>
                  </a:lnTo>
                  <a:lnTo>
                    <a:pt x="219040" y="1424236"/>
                  </a:lnTo>
                  <a:lnTo>
                    <a:pt x="220961" y="1410921"/>
                  </a:lnTo>
                  <a:lnTo>
                    <a:pt x="222883" y="1396897"/>
                  </a:lnTo>
                  <a:lnTo>
                    <a:pt x="224804" y="1383438"/>
                  </a:lnTo>
                  <a:lnTo>
                    <a:pt x="226725" y="1371187"/>
                  </a:lnTo>
                  <a:lnTo>
                    <a:pt x="228647" y="1359145"/>
                  </a:lnTo>
                  <a:lnTo>
                    <a:pt x="230568" y="1344530"/>
                  </a:lnTo>
                  <a:lnTo>
                    <a:pt x="232490" y="1324058"/>
                  </a:lnTo>
                  <a:lnTo>
                    <a:pt x="234411" y="1294792"/>
                  </a:lnTo>
                  <a:lnTo>
                    <a:pt x="236332" y="1253866"/>
                  </a:lnTo>
                  <a:lnTo>
                    <a:pt x="238254" y="1196925"/>
                  </a:lnTo>
                  <a:lnTo>
                    <a:pt x="240175" y="1116405"/>
                  </a:lnTo>
                  <a:lnTo>
                    <a:pt x="242097" y="1001696"/>
                  </a:lnTo>
                  <a:lnTo>
                    <a:pt x="244018" y="843109"/>
                  </a:lnTo>
                  <a:lnTo>
                    <a:pt x="245939" y="639936"/>
                  </a:lnTo>
                  <a:lnTo>
                    <a:pt x="247861" y="409523"/>
                  </a:lnTo>
                  <a:lnTo>
                    <a:pt x="249782" y="191075"/>
                  </a:lnTo>
                  <a:lnTo>
                    <a:pt x="251704" y="38208"/>
                  </a:lnTo>
                  <a:lnTo>
                    <a:pt x="253625" y="0"/>
                  </a:lnTo>
                  <a:lnTo>
                    <a:pt x="255546" y="98851"/>
                  </a:lnTo>
                  <a:lnTo>
                    <a:pt x="257468" y="317987"/>
                  </a:lnTo>
                  <a:lnTo>
                    <a:pt x="259389" y="607130"/>
                  </a:lnTo>
                  <a:lnTo>
                    <a:pt x="261311" y="903609"/>
                  </a:lnTo>
                  <a:lnTo>
                    <a:pt x="263232" y="1156494"/>
                  </a:lnTo>
                  <a:lnTo>
                    <a:pt x="265153" y="1340812"/>
                  </a:lnTo>
                  <a:lnTo>
                    <a:pt x="267075" y="1457082"/>
                  </a:lnTo>
                  <a:lnTo>
                    <a:pt x="268996" y="1520989"/>
                  </a:lnTo>
                  <a:lnTo>
                    <a:pt x="270918" y="1551711"/>
                  </a:lnTo>
                  <a:lnTo>
                    <a:pt x="272839" y="1564312"/>
                  </a:lnTo>
                  <a:lnTo>
                    <a:pt x="274760" y="1569175"/>
                  </a:lnTo>
                  <a:lnTo>
                    <a:pt x="276682" y="1570869"/>
                  </a:lnTo>
                  <a:lnTo>
                    <a:pt x="278603" y="1571399"/>
                  </a:lnTo>
                  <a:lnTo>
                    <a:pt x="280525" y="1571548"/>
                  </a:lnTo>
                  <a:lnTo>
                    <a:pt x="282446" y="1571585"/>
                  </a:lnTo>
                  <a:lnTo>
                    <a:pt x="284367" y="1571593"/>
                  </a:lnTo>
                  <a:lnTo>
                    <a:pt x="286289" y="1571595"/>
                  </a:lnTo>
                  <a:lnTo>
                    <a:pt x="288210" y="1571595"/>
                  </a:lnTo>
                  <a:lnTo>
                    <a:pt x="290132" y="1571595"/>
                  </a:lnTo>
                  <a:lnTo>
                    <a:pt x="292053" y="1571595"/>
                  </a:lnTo>
                  <a:lnTo>
                    <a:pt x="293975" y="1571595"/>
                  </a:lnTo>
                  <a:lnTo>
                    <a:pt x="295896" y="1571595"/>
                  </a:lnTo>
                  <a:lnTo>
                    <a:pt x="297817" y="1571595"/>
                  </a:lnTo>
                  <a:lnTo>
                    <a:pt x="299739" y="1571595"/>
                  </a:lnTo>
                  <a:lnTo>
                    <a:pt x="301660" y="1571595"/>
                  </a:lnTo>
                  <a:lnTo>
                    <a:pt x="303582" y="1571595"/>
                  </a:lnTo>
                  <a:lnTo>
                    <a:pt x="305503" y="1571595"/>
                  </a:lnTo>
                  <a:lnTo>
                    <a:pt x="307424" y="1571595"/>
                  </a:lnTo>
                  <a:lnTo>
                    <a:pt x="309346" y="1571595"/>
                  </a:lnTo>
                  <a:lnTo>
                    <a:pt x="311267" y="1571595"/>
                  </a:lnTo>
                  <a:lnTo>
                    <a:pt x="313189" y="1571595"/>
                  </a:lnTo>
                  <a:lnTo>
                    <a:pt x="315110" y="1571595"/>
                  </a:lnTo>
                  <a:lnTo>
                    <a:pt x="317031" y="1571595"/>
                  </a:lnTo>
                  <a:lnTo>
                    <a:pt x="318953" y="1571595"/>
                  </a:lnTo>
                  <a:lnTo>
                    <a:pt x="320874" y="1571595"/>
                  </a:lnTo>
                  <a:lnTo>
                    <a:pt x="322796" y="1571595"/>
                  </a:lnTo>
                  <a:lnTo>
                    <a:pt x="324717" y="1571595"/>
                  </a:lnTo>
                  <a:lnTo>
                    <a:pt x="326638" y="1571595"/>
                  </a:lnTo>
                  <a:lnTo>
                    <a:pt x="328560" y="1571595"/>
                  </a:lnTo>
                  <a:lnTo>
                    <a:pt x="330481" y="1571595"/>
                  </a:lnTo>
                  <a:lnTo>
                    <a:pt x="332403" y="1571595"/>
                  </a:lnTo>
                  <a:lnTo>
                    <a:pt x="334324" y="1571595"/>
                  </a:lnTo>
                  <a:lnTo>
                    <a:pt x="336245" y="1571595"/>
                  </a:lnTo>
                  <a:lnTo>
                    <a:pt x="338167" y="1571595"/>
                  </a:lnTo>
                  <a:lnTo>
                    <a:pt x="340088" y="1571595"/>
                  </a:lnTo>
                  <a:lnTo>
                    <a:pt x="342010" y="1571595"/>
                  </a:lnTo>
                  <a:lnTo>
                    <a:pt x="343931" y="1571595"/>
                  </a:lnTo>
                  <a:lnTo>
                    <a:pt x="345852" y="1571595"/>
                  </a:lnTo>
                  <a:lnTo>
                    <a:pt x="347774" y="1571595"/>
                  </a:lnTo>
                  <a:lnTo>
                    <a:pt x="349695" y="1571595"/>
                  </a:lnTo>
                  <a:lnTo>
                    <a:pt x="351617" y="1571595"/>
                  </a:lnTo>
                  <a:lnTo>
                    <a:pt x="353538" y="1571595"/>
                  </a:lnTo>
                  <a:lnTo>
                    <a:pt x="355459" y="1571595"/>
                  </a:lnTo>
                  <a:lnTo>
                    <a:pt x="357381" y="1571595"/>
                  </a:lnTo>
                  <a:lnTo>
                    <a:pt x="359302" y="1571595"/>
                  </a:lnTo>
                  <a:lnTo>
                    <a:pt x="361224" y="1571595"/>
                  </a:lnTo>
                  <a:lnTo>
                    <a:pt x="363145" y="1571595"/>
                  </a:lnTo>
                  <a:lnTo>
                    <a:pt x="365067" y="1571595"/>
                  </a:lnTo>
                  <a:lnTo>
                    <a:pt x="366988" y="1571595"/>
                  </a:lnTo>
                  <a:lnTo>
                    <a:pt x="368909" y="1571595"/>
                  </a:lnTo>
                  <a:lnTo>
                    <a:pt x="370831" y="1571595"/>
                  </a:lnTo>
                  <a:lnTo>
                    <a:pt x="372752" y="1571595"/>
                  </a:lnTo>
                  <a:lnTo>
                    <a:pt x="374674" y="1571595"/>
                  </a:lnTo>
                  <a:lnTo>
                    <a:pt x="376595" y="1571595"/>
                  </a:lnTo>
                  <a:lnTo>
                    <a:pt x="378516" y="1571595"/>
                  </a:lnTo>
                  <a:lnTo>
                    <a:pt x="380438" y="1571595"/>
                  </a:lnTo>
                  <a:lnTo>
                    <a:pt x="382359" y="1571595"/>
                  </a:lnTo>
                  <a:lnTo>
                    <a:pt x="384281" y="1571595"/>
                  </a:lnTo>
                  <a:lnTo>
                    <a:pt x="386202" y="1571595"/>
                  </a:lnTo>
                  <a:lnTo>
                    <a:pt x="388123" y="1571595"/>
                  </a:lnTo>
                  <a:lnTo>
                    <a:pt x="390045" y="1571595"/>
                  </a:lnTo>
                  <a:lnTo>
                    <a:pt x="391966" y="1571595"/>
                  </a:lnTo>
                  <a:lnTo>
                    <a:pt x="393888" y="1571595"/>
                  </a:lnTo>
                  <a:lnTo>
                    <a:pt x="395809" y="1571595"/>
                  </a:lnTo>
                  <a:lnTo>
                    <a:pt x="397730" y="1571595"/>
                  </a:lnTo>
                  <a:lnTo>
                    <a:pt x="399652" y="1571595"/>
                  </a:lnTo>
                  <a:lnTo>
                    <a:pt x="401573" y="1571595"/>
                  </a:lnTo>
                  <a:lnTo>
                    <a:pt x="403495" y="1571595"/>
                  </a:lnTo>
                  <a:lnTo>
                    <a:pt x="405416" y="1571595"/>
                  </a:lnTo>
                  <a:lnTo>
                    <a:pt x="407337" y="1571595"/>
                  </a:lnTo>
                  <a:lnTo>
                    <a:pt x="409259" y="1571595"/>
                  </a:lnTo>
                  <a:lnTo>
                    <a:pt x="411180" y="1571595"/>
                  </a:lnTo>
                  <a:lnTo>
                    <a:pt x="413102" y="1571595"/>
                  </a:lnTo>
                  <a:lnTo>
                    <a:pt x="415023" y="1571595"/>
                  </a:lnTo>
                  <a:lnTo>
                    <a:pt x="416944" y="1571595"/>
                  </a:lnTo>
                  <a:lnTo>
                    <a:pt x="418866" y="1571595"/>
                  </a:lnTo>
                  <a:lnTo>
                    <a:pt x="420787" y="1571595"/>
                  </a:lnTo>
                  <a:lnTo>
                    <a:pt x="422709" y="1571595"/>
                  </a:lnTo>
                  <a:lnTo>
                    <a:pt x="424630" y="1571595"/>
                  </a:lnTo>
                  <a:lnTo>
                    <a:pt x="426551" y="1571595"/>
                  </a:lnTo>
                  <a:lnTo>
                    <a:pt x="428473" y="1571595"/>
                  </a:lnTo>
                  <a:lnTo>
                    <a:pt x="430394" y="1571595"/>
                  </a:lnTo>
                  <a:lnTo>
                    <a:pt x="432316" y="1571595"/>
                  </a:lnTo>
                  <a:lnTo>
                    <a:pt x="434237" y="1571595"/>
                  </a:lnTo>
                  <a:lnTo>
                    <a:pt x="436159" y="1571595"/>
                  </a:lnTo>
                  <a:lnTo>
                    <a:pt x="438080" y="1571595"/>
                  </a:lnTo>
                  <a:lnTo>
                    <a:pt x="440001" y="1571595"/>
                  </a:lnTo>
                  <a:lnTo>
                    <a:pt x="441923" y="1571595"/>
                  </a:lnTo>
                  <a:lnTo>
                    <a:pt x="443844" y="1571595"/>
                  </a:lnTo>
                  <a:lnTo>
                    <a:pt x="445766" y="1571595"/>
                  </a:lnTo>
                  <a:lnTo>
                    <a:pt x="447687" y="1571595"/>
                  </a:lnTo>
                  <a:lnTo>
                    <a:pt x="449608" y="1571595"/>
                  </a:lnTo>
                  <a:lnTo>
                    <a:pt x="451530" y="1571595"/>
                  </a:lnTo>
                  <a:lnTo>
                    <a:pt x="453451" y="1571595"/>
                  </a:lnTo>
                  <a:lnTo>
                    <a:pt x="455373" y="1571595"/>
                  </a:lnTo>
                  <a:lnTo>
                    <a:pt x="457294" y="1571595"/>
                  </a:lnTo>
                  <a:lnTo>
                    <a:pt x="459215" y="1571595"/>
                  </a:lnTo>
                  <a:lnTo>
                    <a:pt x="461137" y="1571595"/>
                  </a:lnTo>
                  <a:lnTo>
                    <a:pt x="463058" y="1571595"/>
                  </a:lnTo>
                  <a:lnTo>
                    <a:pt x="464980" y="1571595"/>
                  </a:lnTo>
                  <a:lnTo>
                    <a:pt x="466901" y="1571595"/>
                  </a:lnTo>
                  <a:lnTo>
                    <a:pt x="468822" y="1571595"/>
                  </a:lnTo>
                  <a:lnTo>
                    <a:pt x="470744" y="1571595"/>
                  </a:lnTo>
                  <a:lnTo>
                    <a:pt x="472665" y="1571595"/>
                  </a:lnTo>
                  <a:lnTo>
                    <a:pt x="474587" y="1571595"/>
                  </a:lnTo>
                  <a:lnTo>
                    <a:pt x="476508" y="1571595"/>
                  </a:lnTo>
                  <a:lnTo>
                    <a:pt x="478429" y="1571595"/>
                  </a:lnTo>
                  <a:lnTo>
                    <a:pt x="480351" y="1571595"/>
                  </a:lnTo>
                  <a:lnTo>
                    <a:pt x="482272" y="1571595"/>
                  </a:lnTo>
                  <a:lnTo>
                    <a:pt x="484194" y="1571595"/>
                  </a:lnTo>
                  <a:lnTo>
                    <a:pt x="486115" y="1571595"/>
                  </a:lnTo>
                  <a:lnTo>
                    <a:pt x="488036" y="1571595"/>
                  </a:lnTo>
                  <a:lnTo>
                    <a:pt x="489958" y="1571595"/>
                  </a:lnTo>
                  <a:lnTo>
                    <a:pt x="491879" y="1571595"/>
                  </a:lnTo>
                  <a:lnTo>
                    <a:pt x="493801" y="1571595"/>
                  </a:lnTo>
                  <a:lnTo>
                    <a:pt x="495722" y="1571595"/>
                  </a:lnTo>
                  <a:lnTo>
                    <a:pt x="497643" y="1571595"/>
                  </a:lnTo>
                  <a:lnTo>
                    <a:pt x="499565" y="1571595"/>
                  </a:lnTo>
                  <a:lnTo>
                    <a:pt x="501486" y="1571595"/>
                  </a:lnTo>
                  <a:lnTo>
                    <a:pt x="503408" y="1571595"/>
                  </a:lnTo>
                  <a:lnTo>
                    <a:pt x="505329" y="1571595"/>
                  </a:lnTo>
                  <a:lnTo>
                    <a:pt x="507250" y="1571595"/>
                  </a:lnTo>
                  <a:lnTo>
                    <a:pt x="509172" y="1571595"/>
                  </a:lnTo>
                  <a:lnTo>
                    <a:pt x="511093" y="1571595"/>
                  </a:lnTo>
                  <a:lnTo>
                    <a:pt x="513015" y="1571595"/>
                  </a:lnTo>
                  <a:lnTo>
                    <a:pt x="514936" y="1571595"/>
                  </a:lnTo>
                  <a:lnTo>
                    <a:pt x="516858" y="1571595"/>
                  </a:lnTo>
                  <a:lnTo>
                    <a:pt x="518779" y="1571595"/>
                  </a:lnTo>
                  <a:lnTo>
                    <a:pt x="520700" y="1571595"/>
                  </a:lnTo>
                  <a:lnTo>
                    <a:pt x="522622" y="1571595"/>
                  </a:lnTo>
                  <a:lnTo>
                    <a:pt x="524543" y="1571595"/>
                  </a:lnTo>
                  <a:lnTo>
                    <a:pt x="526465" y="1571595"/>
                  </a:lnTo>
                  <a:lnTo>
                    <a:pt x="528386" y="1571595"/>
                  </a:lnTo>
                  <a:lnTo>
                    <a:pt x="530307" y="1571595"/>
                  </a:lnTo>
                  <a:lnTo>
                    <a:pt x="532229" y="1571595"/>
                  </a:lnTo>
                  <a:lnTo>
                    <a:pt x="534150" y="1571595"/>
                  </a:lnTo>
                  <a:lnTo>
                    <a:pt x="536072" y="1571595"/>
                  </a:lnTo>
                  <a:lnTo>
                    <a:pt x="537993" y="1571595"/>
                  </a:lnTo>
                  <a:lnTo>
                    <a:pt x="539914" y="1571595"/>
                  </a:lnTo>
                  <a:lnTo>
                    <a:pt x="541836" y="1571595"/>
                  </a:lnTo>
                  <a:lnTo>
                    <a:pt x="543757" y="1571595"/>
                  </a:lnTo>
                  <a:lnTo>
                    <a:pt x="545679" y="1571595"/>
                  </a:lnTo>
                  <a:lnTo>
                    <a:pt x="547600" y="1571595"/>
                  </a:lnTo>
                  <a:lnTo>
                    <a:pt x="549521" y="1571595"/>
                  </a:lnTo>
                  <a:lnTo>
                    <a:pt x="551443" y="1571595"/>
                  </a:lnTo>
                  <a:lnTo>
                    <a:pt x="553364" y="1571595"/>
                  </a:lnTo>
                  <a:lnTo>
                    <a:pt x="555286" y="1571595"/>
                  </a:lnTo>
                  <a:lnTo>
                    <a:pt x="557207" y="1571595"/>
                  </a:lnTo>
                  <a:lnTo>
                    <a:pt x="559128" y="1571595"/>
                  </a:lnTo>
                  <a:lnTo>
                    <a:pt x="561050" y="1571595"/>
                  </a:lnTo>
                  <a:lnTo>
                    <a:pt x="562971" y="1571595"/>
                  </a:lnTo>
                  <a:lnTo>
                    <a:pt x="564893" y="1571595"/>
                  </a:lnTo>
                  <a:lnTo>
                    <a:pt x="566814" y="1571595"/>
                  </a:lnTo>
                  <a:lnTo>
                    <a:pt x="568735" y="1571595"/>
                  </a:lnTo>
                  <a:lnTo>
                    <a:pt x="570657" y="1571595"/>
                  </a:lnTo>
                  <a:lnTo>
                    <a:pt x="572578" y="1571595"/>
                  </a:lnTo>
                  <a:lnTo>
                    <a:pt x="574500" y="1571595"/>
                  </a:lnTo>
                  <a:lnTo>
                    <a:pt x="576421" y="1571595"/>
                  </a:lnTo>
                  <a:lnTo>
                    <a:pt x="578342" y="1571595"/>
                  </a:lnTo>
                  <a:lnTo>
                    <a:pt x="580264" y="1571595"/>
                  </a:lnTo>
                  <a:lnTo>
                    <a:pt x="582185" y="1571595"/>
                  </a:lnTo>
                  <a:lnTo>
                    <a:pt x="584107" y="1571595"/>
                  </a:lnTo>
                  <a:lnTo>
                    <a:pt x="586028" y="1571595"/>
                  </a:lnTo>
                  <a:lnTo>
                    <a:pt x="587950" y="1571595"/>
                  </a:lnTo>
                  <a:lnTo>
                    <a:pt x="589871" y="1571595"/>
                  </a:lnTo>
                  <a:lnTo>
                    <a:pt x="591792" y="1571595"/>
                  </a:lnTo>
                  <a:lnTo>
                    <a:pt x="593714" y="1571595"/>
                  </a:lnTo>
                  <a:lnTo>
                    <a:pt x="595635" y="1571595"/>
                  </a:lnTo>
                  <a:lnTo>
                    <a:pt x="597557" y="1571595"/>
                  </a:lnTo>
                  <a:lnTo>
                    <a:pt x="599478" y="1571595"/>
                  </a:lnTo>
                  <a:lnTo>
                    <a:pt x="601399" y="1571595"/>
                  </a:lnTo>
                  <a:lnTo>
                    <a:pt x="603321" y="1571595"/>
                  </a:lnTo>
                  <a:lnTo>
                    <a:pt x="605242" y="1571595"/>
                  </a:lnTo>
                  <a:lnTo>
                    <a:pt x="607164" y="1571595"/>
                  </a:lnTo>
                  <a:lnTo>
                    <a:pt x="609085" y="1571595"/>
                  </a:lnTo>
                  <a:lnTo>
                    <a:pt x="611006" y="1571595"/>
                  </a:lnTo>
                  <a:lnTo>
                    <a:pt x="612928" y="1571595"/>
                  </a:lnTo>
                  <a:lnTo>
                    <a:pt x="614849" y="1571595"/>
                  </a:lnTo>
                  <a:lnTo>
                    <a:pt x="616771" y="1571595"/>
                  </a:lnTo>
                  <a:lnTo>
                    <a:pt x="618692" y="1571595"/>
                  </a:lnTo>
                  <a:lnTo>
                    <a:pt x="620613" y="1571595"/>
                  </a:lnTo>
                  <a:lnTo>
                    <a:pt x="622535" y="1571595"/>
                  </a:lnTo>
                  <a:lnTo>
                    <a:pt x="624456" y="1571595"/>
                  </a:lnTo>
                  <a:lnTo>
                    <a:pt x="626378" y="1571595"/>
                  </a:lnTo>
                  <a:lnTo>
                    <a:pt x="628299" y="1571595"/>
                  </a:lnTo>
                  <a:lnTo>
                    <a:pt x="630220" y="1571595"/>
                  </a:lnTo>
                  <a:lnTo>
                    <a:pt x="632142" y="1571595"/>
                  </a:lnTo>
                  <a:lnTo>
                    <a:pt x="634063" y="1571595"/>
                  </a:lnTo>
                  <a:lnTo>
                    <a:pt x="635985" y="1571595"/>
                  </a:lnTo>
                  <a:lnTo>
                    <a:pt x="637906" y="1571595"/>
                  </a:lnTo>
                  <a:lnTo>
                    <a:pt x="639827" y="1571595"/>
                  </a:lnTo>
                  <a:lnTo>
                    <a:pt x="641749" y="1571595"/>
                  </a:lnTo>
                  <a:lnTo>
                    <a:pt x="643670" y="1571595"/>
                  </a:lnTo>
                  <a:lnTo>
                    <a:pt x="645592" y="1571595"/>
                  </a:lnTo>
                  <a:lnTo>
                    <a:pt x="647513" y="1571595"/>
                  </a:lnTo>
                  <a:lnTo>
                    <a:pt x="649434" y="1571595"/>
                  </a:lnTo>
                  <a:lnTo>
                    <a:pt x="651356" y="1571595"/>
                  </a:lnTo>
                  <a:lnTo>
                    <a:pt x="653277" y="1571595"/>
                  </a:lnTo>
                  <a:lnTo>
                    <a:pt x="655199" y="1571595"/>
                  </a:lnTo>
                  <a:lnTo>
                    <a:pt x="657120" y="1571595"/>
                  </a:lnTo>
                  <a:lnTo>
                    <a:pt x="659042" y="1571595"/>
                  </a:lnTo>
                  <a:lnTo>
                    <a:pt x="660963" y="1571595"/>
                  </a:lnTo>
                  <a:lnTo>
                    <a:pt x="662884" y="1571595"/>
                  </a:lnTo>
                  <a:lnTo>
                    <a:pt x="664806" y="1571595"/>
                  </a:lnTo>
                  <a:lnTo>
                    <a:pt x="666727" y="1571595"/>
                  </a:lnTo>
                  <a:lnTo>
                    <a:pt x="668649" y="1571595"/>
                  </a:lnTo>
                  <a:lnTo>
                    <a:pt x="670570" y="1571595"/>
                  </a:lnTo>
                  <a:lnTo>
                    <a:pt x="672491" y="1571595"/>
                  </a:lnTo>
                  <a:lnTo>
                    <a:pt x="674413" y="1571595"/>
                  </a:lnTo>
                  <a:lnTo>
                    <a:pt x="676334" y="1571595"/>
                  </a:lnTo>
                  <a:lnTo>
                    <a:pt x="678256" y="1571595"/>
                  </a:lnTo>
                  <a:lnTo>
                    <a:pt x="680177" y="1571595"/>
                  </a:lnTo>
                  <a:lnTo>
                    <a:pt x="682098" y="1571595"/>
                  </a:lnTo>
                  <a:lnTo>
                    <a:pt x="684020" y="1571595"/>
                  </a:lnTo>
                  <a:lnTo>
                    <a:pt x="685941" y="1571595"/>
                  </a:lnTo>
                  <a:lnTo>
                    <a:pt x="687863" y="1571595"/>
                  </a:lnTo>
                  <a:lnTo>
                    <a:pt x="689784" y="1571595"/>
                  </a:lnTo>
                  <a:lnTo>
                    <a:pt x="691705" y="1571595"/>
                  </a:lnTo>
                  <a:lnTo>
                    <a:pt x="693627" y="1571595"/>
                  </a:lnTo>
                  <a:lnTo>
                    <a:pt x="695548" y="1571595"/>
                  </a:lnTo>
                  <a:lnTo>
                    <a:pt x="697470" y="1571595"/>
                  </a:lnTo>
                  <a:lnTo>
                    <a:pt x="699391" y="1571595"/>
                  </a:lnTo>
                  <a:lnTo>
                    <a:pt x="701312" y="1571595"/>
                  </a:lnTo>
                  <a:lnTo>
                    <a:pt x="703234" y="1571595"/>
                  </a:lnTo>
                  <a:lnTo>
                    <a:pt x="705155" y="1571595"/>
                  </a:lnTo>
                  <a:lnTo>
                    <a:pt x="707077" y="1571595"/>
                  </a:lnTo>
                  <a:lnTo>
                    <a:pt x="708998" y="1571595"/>
                  </a:lnTo>
                  <a:lnTo>
                    <a:pt x="710919" y="1571595"/>
                  </a:lnTo>
                  <a:lnTo>
                    <a:pt x="712841" y="1571595"/>
                  </a:lnTo>
                  <a:lnTo>
                    <a:pt x="714762" y="1571595"/>
                  </a:lnTo>
                  <a:lnTo>
                    <a:pt x="716684" y="1571595"/>
                  </a:lnTo>
                  <a:lnTo>
                    <a:pt x="718605" y="1571595"/>
                  </a:lnTo>
                  <a:lnTo>
                    <a:pt x="720526" y="1571595"/>
                  </a:lnTo>
                  <a:lnTo>
                    <a:pt x="722448" y="1571595"/>
                  </a:lnTo>
                  <a:lnTo>
                    <a:pt x="724369" y="1571595"/>
                  </a:lnTo>
                  <a:lnTo>
                    <a:pt x="726291" y="1571595"/>
                  </a:lnTo>
                  <a:lnTo>
                    <a:pt x="728212" y="1571595"/>
                  </a:lnTo>
                  <a:lnTo>
                    <a:pt x="730134" y="1571595"/>
                  </a:lnTo>
                  <a:lnTo>
                    <a:pt x="732055" y="1571595"/>
                  </a:lnTo>
                  <a:lnTo>
                    <a:pt x="733976" y="1571595"/>
                  </a:lnTo>
                  <a:lnTo>
                    <a:pt x="735898" y="1571595"/>
                  </a:lnTo>
                  <a:lnTo>
                    <a:pt x="737819" y="1571595"/>
                  </a:lnTo>
                  <a:lnTo>
                    <a:pt x="739741" y="1571595"/>
                  </a:lnTo>
                  <a:lnTo>
                    <a:pt x="741662" y="1571595"/>
                  </a:lnTo>
                  <a:lnTo>
                    <a:pt x="743583" y="1571595"/>
                  </a:lnTo>
                  <a:lnTo>
                    <a:pt x="745505" y="1571595"/>
                  </a:lnTo>
                  <a:lnTo>
                    <a:pt x="747426" y="1571595"/>
                  </a:lnTo>
                  <a:lnTo>
                    <a:pt x="749348" y="1571595"/>
                  </a:lnTo>
                  <a:lnTo>
                    <a:pt x="751269" y="1571595"/>
                  </a:lnTo>
                  <a:lnTo>
                    <a:pt x="753190" y="1571595"/>
                  </a:lnTo>
                  <a:lnTo>
                    <a:pt x="755112" y="1571595"/>
                  </a:lnTo>
                  <a:lnTo>
                    <a:pt x="757033" y="1571595"/>
                  </a:lnTo>
                  <a:lnTo>
                    <a:pt x="758955" y="1571595"/>
                  </a:lnTo>
                  <a:lnTo>
                    <a:pt x="760876" y="1571595"/>
                  </a:lnTo>
                  <a:lnTo>
                    <a:pt x="762797" y="1571595"/>
                  </a:lnTo>
                  <a:lnTo>
                    <a:pt x="764719" y="1571595"/>
                  </a:lnTo>
                  <a:lnTo>
                    <a:pt x="766640" y="1571595"/>
                  </a:lnTo>
                  <a:lnTo>
                    <a:pt x="768562" y="1571595"/>
                  </a:lnTo>
                  <a:lnTo>
                    <a:pt x="770483" y="1571595"/>
                  </a:lnTo>
                  <a:lnTo>
                    <a:pt x="772404" y="1571595"/>
                  </a:lnTo>
                  <a:lnTo>
                    <a:pt x="774326" y="1571595"/>
                  </a:lnTo>
                  <a:lnTo>
                    <a:pt x="776247" y="1571595"/>
                  </a:lnTo>
                  <a:lnTo>
                    <a:pt x="778169" y="1571595"/>
                  </a:lnTo>
                  <a:lnTo>
                    <a:pt x="780090" y="1571595"/>
                  </a:lnTo>
                  <a:lnTo>
                    <a:pt x="782011" y="1571595"/>
                  </a:lnTo>
                  <a:lnTo>
                    <a:pt x="783933" y="1571595"/>
                  </a:lnTo>
                  <a:lnTo>
                    <a:pt x="785854" y="1571595"/>
                  </a:lnTo>
                  <a:lnTo>
                    <a:pt x="787776" y="1571595"/>
                  </a:lnTo>
                  <a:lnTo>
                    <a:pt x="789697" y="1571595"/>
                  </a:lnTo>
                  <a:lnTo>
                    <a:pt x="791618" y="1571595"/>
                  </a:lnTo>
                  <a:lnTo>
                    <a:pt x="793540" y="1571595"/>
                  </a:lnTo>
                  <a:lnTo>
                    <a:pt x="795461" y="1571595"/>
                  </a:lnTo>
                  <a:lnTo>
                    <a:pt x="797383" y="1571595"/>
                  </a:lnTo>
                  <a:lnTo>
                    <a:pt x="799304" y="1571595"/>
                  </a:lnTo>
                  <a:lnTo>
                    <a:pt x="801226" y="1571595"/>
                  </a:lnTo>
                  <a:lnTo>
                    <a:pt x="803147" y="1571595"/>
                  </a:lnTo>
                  <a:lnTo>
                    <a:pt x="805068" y="1571595"/>
                  </a:lnTo>
                  <a:lnTo>
                    <a:pt x="806990" y="1571595"/>
                  </a:lnTo>
                  <a:lnTo>
                    <a:pt x="808911" y="1571595"/>
                  </a:lnTo>
                  <a:lnTo>
                    <a:pt x="810833" y="1571595"/>
                  </a:lnTo>
                  <a:lnTo>
                    <a:pt x="812754" y="1571595"/>
                  </a:lnTo>
                  <a:lnTo>
                    <a:pt x="814675" y="1571595"/>
                  </a:lnTo>
                  <a:lnTo>
                    <a:pt x="816597" y="1571595"/>
                  </a:lnTo>
                  <a:lnTo>
                    <a:pt x="818518" y="1571595"/>
                  </a:lnTo>
                  <a:lnTo>
                    <a:pt x="820440" y="1571595"/>
                  </a:lnTo>
                  <a:lnTo>
                    <a:pt x="822361" y="1571595"/>
                  </a:lnTo>
                  <a:lnTo>
                    <a:pt x="824282" y="1571595"/>
                  </a:lnTo>
                  <a:lnTo>
                    <a:pt x="826204" y="1571595"/>
                  </a:lnTo>
                  <a:lnTo>
                    <a:pt x="828125" y="1571595"/>
                  </a:lnTo>
                  <a:lnTo>
                    <a:pt x="830047" y="1571595"/>
                  </a:lnTo>
                  <a:lnTo>
                    <a:pt x="831968" y="1571595"/>
                  </a:lnTo>
                  <a:lnTo>
                    <a:pt x="833889" y="1571595"/>
                  </a:lnTo>
                  <a:lnTo>
                    <a:pt x="835811" y="1571595"/>
                  </a:lnTo>
                  <a:lnTo>
                    <a:pt x="837732" y="1571595"/>
                  </a:lnTo>
                  <a:lnTo>
                    <a:pt x="839654" y="1571595"/>
                  </a:lnTo>
                  <a:lnTo>
                    <a:pt x="841575" y="1571595"/>
                  </a:lnTo>
                  <a:lnTo>
                    <a:pt x="843496" y="1571595"/>
                  </a:lnTo>
                  <a:lnTo>
                    <a:pt x="845418" y="1571595"/>
                  </a:lnTo>
                  <a:lnTo>
                    <a:pt x="847339" y="1571595"/>
                  </a:lnTo>
                  <a:lnTo>
                    <a:pt x="849261" y="1571595"/>
                  </a:lnTo>
                  <a:lnTo>
                    <a:pt x="851182" y="1571595"/>
                  </a:lnTo>
                  <a:lnTo>
                    <a:pt x="853103" y="1571595"/>
                  </a:lnTo>
                  <a:lnTo>
                    <a:pt x="855025" y="1571595"/>
                  </a:lnTo>
                  <a:lnTo>
                    <a:pt x="856946" y="1571595"/>
                  </a:lnTo>
                  <a:lnTo>
                    <a:pt x="858868" y="1571595"/>
                  </a:lnTo>
                  <a:lnTo>
                    <a:pt x="860789" y="1571595"/>
                  </a:lnTo>
                  <a:lnTo>
                    <a:pt x="862710" y="1571595"/>
                  </a:lnTo>
                  <a:lnTo>
                    <a:pt x="864632" y="1571595"/>
                  </a:lnTo>
                  <a:lnTo>
                    <a:pt x="866553" y="1571595"/>
                  </a:lnTo>
                  <a:lnTo>
                    <a:pt x="868475" y="1571595"/>
                  </a:lnTo>
                  <a:lnTo>
                    <a:pt x="870396" y="1571595"/>
                  </a:lnTo>
                  <a:lnTo>
                    <a:pt x="872318" y="1571595"/>
                  </a:lnTo>
                  <a:lnTo>
                    <a:pt x="874239" y="1571595"/>
                  </a:lnTo>
                  <a:lnTo>
                    <a:pt x="876160" y="1571595"/>
                  </a:lnTo>
                  <a:lnTo>
                    <a:pt x="878082" y="1571595"/>
                  </a:lnTo>
                  <a:lnTo>
                    <a:pt x="880003" y="1571595"/>
                  </a:lnTo>
                  <a:lnTo>
                    <a:pt x="881925" y="1571595"/>
                  </a:lnTo>
                  <a:lnTo>
                    <a:pt x="883846" y="1571595"/>
                  </a:lnTo>
                  <a:lnTo>
                    <a:pt x="885767" y="1571595"/>
                  </a:lnTo>
                  <a:lnTo>
                    <a:pt x="887689" y="1571595"/>
                  </a:lnTo>
                  <a:lnTo>
                    <a:pt x="889610" y="1571595"/>
                  </a:lnTo>
                  <a:lnTo>
                    <a:pt x="891532" y="1571595"/>
                  </a:lnTo>
                  <a:lnTo>
                    <a:pt x="893453" y="1571595"/>
                  </a:lnTo>
                  <a:lnTo>
                    <a:pt x="895374" y="1571595"/>
                  </a:lnTo>
                  <a:lnTo>
                    <a:pt x="897296" y="1571595"/>
                  </a:lnTo>
                  <a:lnTo>
                    <a:pt x="899217" y="1571595"/>
                  </a:lnTo>
                  <a:lnTo>
                    <a:pt x="901139" y="1571595"/>
                  </a:lnTo>
                  <a:lnTo>
                    <a:pt x="903060" y="1571595"/>
                  </a:lnTo>
                  <a:lnTo>
                    <a:pt x="904981" y="1571595"/>
                  </a:lnTo>
                  <a:lnTo>
                    <a:pt x="906903" y="1571595"/>
                  </a:lnTo>
                  <a:lnTo>
                    <a:pt x="908824" y="1571595"/>
                  </a:lnTo>
                  <a:lnTo>
                    <a:pt x="910746" y="1571595"/>
                  </a:lnTo>
                  <a:lnTo>
                    <a:pt x="912667" y="1571595"/>
                  </a:lnTo>
                  <a:lnTo>
                    <a:pt x="914588" y="1571595"/>
                  </a:lnTo>
                  <a:lnTo>
                    <a:pt x="916510" y="1571595"/>
                  </a:lnTo>
                  <a:lnTo>
                    <a:pt x="918431" y="1571595"/>
                  </a:lnTo>
                  <a:lnTo>
                    <a:pt x="920353" y="1571595"/>
                  </a:lnTo>
                  <a:lnTo>
                    <a:pt x="922274" y="1571595"/>
                  </a:lnTo>
                  <a:lnTo>
                    <a:pt x="924195" y="1571595"/>
                  </a:lnTo>
                  <a:lnTo>
                    <a:pt x="926117" y="1571595"/>
                  </a:lnTo>
                  <a:lnTo>
                    <a:pt x="928038" y="1571595"/>
                  </a:lnTo>
                  <a:lnTo>
                    <a:pt x="929960" y="1571595"/>
                  </a:lnTo>
                  <a:lnTo>
                    <a:pt x="931881" y="1571595"/>
                  </a:lnTo>
                  <a:lnTo>
                    <a:pt x="933802" y="1571595"/>
                  </a:lnTo>
                  <a:lnTo>
                    <a:pt x="935724" y="1571595"/>
                  </a:lnTo>
                  <a:lnTo>
                    <a:pt x="937645" y="1571595"/>
                  </a:lnTo>
                  <a:lnTo>
                    <a:pt x="939567" y="1571595"/>
                  </a:lnTo>
                  <a:lnTo>
                    <a:pt x="941488" y="1571595"/>
                  </a:lnTo>
                  <a:lnTo>
                    <a:pt x="943410" y="1571595"/>
                  </a:lnTo>
                  <a:lnTo>
                    <a:pt x="945331" y="1571595"/>
                  </a:lnTo>
                  <a:lnTo>
                    <a:pt x="947252" y="1571595"/>
                  </a:lnTo>
                  <a:lnTo>
                    <a:pt x="949174" y="1571595"/>
                  </a:lnTo>
                  <a:lnTo>
                    <a:pt x="951095" y="1571595"/>
                  </a:lnTo>
                  <a:lnTo>
                    <a:pt x="953017" y="1571595"/>
                  </a:lnTo>
                  <a:lnTo>
                    <a:pt x="954938" y="1571595"/>
                  </a:lnTo>
                  <a:lnTo>
                    <a:pt x="956859" y="1571595"/>
                  </a:lnTo>
                  <a:lnTo>
                    <a:pt x="958781" y="1571595"/>
                  </a:lnTo>
                  <a:lnTo>
                    <a:pt x="960702" y="1571595"/>
                  </a:lnTo>
                  <a:lnTo>
                    <a:pt x="962624" y="1571595"/>
                  </a:lnTo>
                  <a:lnTo>
                    <a:pt x="964545" y="1571595"/>
                  </a:lnTo>
                  <a:lnTo>
                    <a:pt x="966466" y="1571595"/>
                  </a:lnTo>
                  <a:lnTo>
                    <a:pt x="968388" y="1571595"/>
                  </a:lnTo>
                  <a:lnTo>
                    <a:pt x="970309" y="1571595"/>
                  </a:lnTo>
                  <a:lnTo>
                    <a:pt x="972231" y="1571595"/>
                  </a:lnTo>
                  <a:lnTo>
                    <a:pt x="974152" y="1571595"/>
                  </a:lnTo>
                  <a:lnTo>
                    <a:pt x="976073" y="1571595"/>
                  </a:lnTo>
                  <a:lnTo>
                    <a:pt x="977995" y="1571595"/>
                  </a:lnTo>
                  <a:lnTo>
                    <a:pt x="979916" y="1571595"/>
                  </a:lnTo>
                  <a:lnTo>
                    <a:pt x="981838" y="1571595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4248562" y="2030031"/>
              <a:ext cx="981838" cy="752991"/>
            </a:xfrm>
            <a:custGeom>
              <a:avLst/>
              <a:pathLst>
                <a:path w="981838" h="752991">
                  <a:moveTo>
                    <a:pt x="0" y="752991"/>
                  </a:moveTo>
                  <a:lnTo>
                    <a:pt x="1921" y="752991"/>
                  </a:lnTo>
                  <a:lnTo>
                    <a:pt x="3842" y="752991"/>
                  </a:lnTo>
                  <a:lnTo>
                    <a:pt x="5764" y="752991"/>
                  </a:lnTo>
                  <a:lnTo>
                    <a:pt x="7685" y="752991"/>
                  </a:lnTo>
                  <a:lnTo>
                    <a:pt x="9607" y="752991"/>
                  </a:lnTo>
                  <a:lnTo>
                    <a:pt x="11528" y="752991"/>
                  </a:lnTo>
                  <a:lnTo>
                    <a:pt x="13449" y="752991"/>
                  </a:lnTo>
                  <a:lnTo>
                    <a:pt x="15371" y="752991"/>
                  </a:lnTo>
                  <a:lnTo>
                    <a:pt x="17292" y="752991"/>
                  </a:lnTo>
                  <a:lnTo>
                    <a:pt x="19214" y="752991"/>
                  </a:lnTo>
                  <a:lnTo>
                    <a:pt x="21135" y="752991"/>
                  </a:lnTo>
                  <a:lnTo>
                    <a:pt x="23056" y="752991"/>
                  </a:lnTo>
                  <a:lnTo>
                    <a:pt x="24978" y="752991"/>
                  </a:lnTo>
                  <a:lnTo>
                    <a:pt x="26899" y="752991"/>
                  </a:lnTo>
                  <a:lnTo>
                    <a:pt x="28821" y="752991"/>
                  </a:lnTo>
                  <a:lnTo>
                    <a:pt x="30742" y="752991"/>
                  </a:lnTo>
                  <a:lnTo>
                    <a:pt x="32663" y="752991"/>
                  </a:lnTo>
                  <a:lnTo>
                    <a:pt x="34585" y="752991"/>
                  </a:lnTo>
                  <a:lnTo>
                    <a:pt x="36506" y="752991"/>
                  </a:lnTo>
                  <a:lnTo>
                    <a:pt x="38428" y="752991"/>
                  </a:lnTo>
                  <a:lnTo>
                    <a:pt x="40349" y="752991"/>
                  </a:lnTo>
                  <a:lnTo>
                    <a:pt x="42270" y="752991"/>
                  </a:lnTo>
                  <a:lnTo>
                    <a:pt x="44192" y="752991"/>
                  </a:lnTo>
                  <a:lnTo>
                    <a:pt x="46113" y="752991"/>
                  </a:lnTo>
                  <a:lnTo>
                    <a:pt x="48035" y="752991"/>
                  </a:lnTo>
                  <a:lnTo>
                    <a:pt x="49956" y="752991"/>
                  </a:lnTo>
                  <a:lnTo>
                    <a:pt x="51877" y="752991"/>
                  </a:lnTo>
                  <a:lnTo>
                    <a:pt x="53799" y="752991"/>
                  </a:lnTo>
                  <a:lnTo>
                    <a:pt x="55720" y="752991"/>
                  </a:lnTo>
                  <a:lnTo>
                    <a:pt x="57642" y="752991"/>
                  </a:lnTo>
                  <a:lnTo>
                    <a:pt x="59563" y="752990"/>
                  </a:lnTo>
                  <a:lnTo>
                    <a:pt x="61484" y="752989"/>
                  </a:lnTo>
                  <a:lnTo>
                    <a:pt x="63406" y="752985"/>
                  </a:lnTo>
                  <a:lnTo>
                    <a:pt x="65327" y="752977"/>
                  </a:lnTo>
                  <a:lnTo>
                    <a:pt x="67249" y="752961"/>
                  </a:lnTo>
                  <a:lnTo>
                    <a:pt x="69170" y="752928"/>
                  </a:lnTo>
                  <a:lnTo>
                    <a:pt x="71091" y="752868"/>
                  </a:lnTo>
                  <a:lnTo>
                    <a:pt x="73013" y="752765"/>
                  </a:lnTo>
                  <a:lnTo>
                    <a:pt x="74934" y="752595"/>
                  </a:lnTo>
                  <a:lnTo>
                    <a:pt x="76856" y="752333"/>
                  </a:lnTo>
                  <a:lnTo>
                    <a:pt x="78777" y="751952"/>
                  </a:lnTo>
                  <a:lnTo>
                    <a:pt x="80699" y="751428"/>
                  </a:lnTo>
                  <a:lnTo>
                    <a:pt x="82620" y="750747"/>
                  </a:lnTo>
                  <a:lnTo>
                    <a:pt x="84541" y="749907"/>
                  </a:lnTo>
                  <a:lnTo>
                    <a:pt x="86463" y="748920"/>
                  </a:lnTo>
                  <a:lnTo>
                    <a:pt x="88384" y="747824"/>
                  </a:lnTo>
                  <a:lnTo>
                    <a:pt x="90306" y="746646"/>
                  </a:lnTo>
                  <a:lnTo>
                    <a:pt x="92227" y="745408"/>
                  </a:lnTo>
                  <a:lnTo>
                    <a:pt x="94148" y="744119"/>
                  </a:lnTo>
                  <a:lnTo>
                    <a:pt x="96070" y="742785"/>
                  </a:lnTo>
                  <a:lnTo>
                    <a:pt x="97991" y="741420"/>
                  </a:lnTo>
                  <a:lnTo>
                    <a:pt x="99913" y="740062"/>
                  </a:lnTo>
                  <a:lnTo>
                    <a:pt x="101834" y="738780"/>
                  </a:lnTo>
                  <a:lnTo>
                    <a:pt x="103755" y="737672"/>
                  </a:lnTo>
                  <a:lnTo>
                    <a:pt x="105677" y="736847"/>
                  </a:lnTo>
                  <a:lnTo>
                    <a:pt x="107598" y="736391"/>
                  </a:lnTo>
                  <a:lnTo>
                    <a:pt x="109520" y="736339"/>
                  </a:lnTo>
                  <a:lnTo>
                    <a:pt x="111441" y="736655"/>
                  </a:lnTo>
                  <a:lnTo>
                    <a:pt x="113362" y="737228"/>
                  </a:lnTo>
                  <a:lnTo>
                    <a:pt x="115284" y="737899"/>
                  </a:lnTo>
                  <a:lnTo>
                    <a:pt x="117205" y="738490"/>
                  </a:lnTo>
                  <a:lnTo>
                    <a:pt x="119127" y="738885"/>
                  </a:lnTo>
                  <a:lnTo>
                    <a:pt x="121048" y="739061"/>
                  </a:lnTo>
                  <a:lnTo>
                    <a:pt x="122969" y="739078"/>
                  </a:lnTo>
                  <a:lnTo>
                    <a:pt x="124891" y="739052"/>
                  </a:lnTo>
                  <a:lnTo>
                    <a:pt x="126812" y="739117"/>
                  </a:lnTo>
                  <a:lnTo>
                    <a:pt x="128734" y="739369"/>
                  </a:lnTo>
                  <a:lnTo>
                    <a:pt x="130655" y="739838"/>
                  </a:lnTo>
                  <a:lnTo>
                    <a:pt x="132576" y="740468"/>
                  </a:lnTo>
                  <a:lnTo>
                    <a:pt x="134498" y="741131"/>
                  </a:lnTo>
                  <a:lnTo>
                    <a:pt x="136419" y="741664"/>
                  </a:lnTo>
                  <a:lnTo>
                    <a:pt x="138341" y="741911"/>
                  </a:lnTo>
                  <a:lnTo>
                    <a:pt x="140262" y="741767"/>
                  </a:lnTo>
                  <a:lnTo>
                    <a:pt x="142183" y="741211"/>
                  </a:lnTo>
                  <a:lnTo>
                    <a:pt x="144105" y="740312"/>
                  </a:lnTo>
                  <a:lnTo>
                    <a:pt x="146026" y="739217"/>
                  </a:lnTo>
                  <a:lnTo>
                    <a:pt x="147948" y="738135"/>
                  </a:lnTo>
                  <a:lnTo>
                    <a:pt x="149869" y="737285"/>
                  </a:lnTo>
                  <a:lnTo>
                    <a:pt x="151791" y="736827"/>
                  </a:lnTo>
                  <a:lnTo>
                    <a:pt x="153712" y="736857"/>
                  </a:lnTo>
                  <a:lnTo>
                    <a:pt x="155633" y="737397"/>
                  </a:lnTo>
                  <a:lnTo>
                    <a:pt x="157555" y="738393"/>
                  </a:lnTo>
                  <a:lnTo>
                    <a:pt x="159476" y="739732"/>
                  </a:lnTo>
                  <a:lnTo>
                    <a:pt x="161398" y="741267"/>
                  </a:lnTo>
                  <a:lnTo>
                    <a:pt x="163319" y="742839"/>
                  </a:lnTo>
                  <a:lnTo>
                    <a:pt x="165240" y="744308"/>
                  </a:lnTo>
                  <a:lnTo>
                    <a:pt x="167162" y="745571"/>
                  </a:lnTo>
                  <a:lnTo>
                    <a:pt x="169083" y="746570"/>
                  </a:lnTo>
                  <a:lnTo>
                    <a:pt x="171005" y="747300"/>
                  </a:lnTo>
                  <a:lnTo>
                    <a:pt x="172926" y="747797"/>
                  </a:lnTo>
                  <a:lnTo>
                    <a:pt x="174847" y="748129"/>
                  </a:lnTo>
                  <a:lnTo>
                    <a:pt x="176769" y="748374"/>
                  </a:lnTo>
                  <a:lnTo>
                    <a:pt x="178690" y="748602"/>
                  </a:lnTo>
                  <a:lnTo>
                    <a:pt x="180612" y="748853"/>
                  </a:lnTo>
                  <a:lnTo>
                    <a:pt x="182533" y="749120"/>
                  </a:lnTo>
                  <a:lnTo>
                    <a:pt x="184454" y="749351"/>
                  </a:lnTo>
                  <a:lnTo>
                    <a:pt x="186376" y="749463"/>
                  </a:lnTo>
                  <a:lnTo>
                    <a:pt x="188297" y="749352"/>
                  </a:lnTo>
                  <a:lnTo>
                    <a:pt x="190219" y="748912"/>
                  </a:lnTo>
                  <a:lnTo>
                    <a:pt x="192140" y="748061"/>
                  </a:lnTo>
                  <a:lnTo>
                    <a:pt x="194061" y="746756"/>
                  </a:lnTo>
                  <a:lnTo>
                    <a:pt x="195983" y="745010"/>
                  </a:lnTo>
                  <a:lnTo>
                    <a:pt x="197904" y="742908"/>
                  </a:lnTo>
                  <a:lnTo>
                    <a:pt x="199826" y="740603"/>
                  </a:lnTo>
                  <a:lnTo>
                    <a:pt x="201747" y="738304"/>
                  </a:lnTo>
                  <a:lnTo>
                    <a:pt x="203668" y="736249"/>
                  </a:lnTo>
                  <a:lnTo>
                    <a:pt x="205590" y="734663"/>
                  </a:lnTo>
                  <a:lnTo>
                    <a:pt x="207511" y="733713"/>
                  </a:lnTo>
                  <a:lnTo>
                    <a:pt x="209433" y="733474"/>
                  </a:lnTo>
                  <a:lnTo>
                    <a:pt x="211354" y="733921"/>
                  </a:lnTo>
                  <a:lnTo>
                    <a:pt x="213275" y="734836"/>
                  </a:lnTo>
                  <a:lnTo>
                    <a:pt x="215197" y="735990"/>
                  </a:lnTo>
                  <a:lnTo>
                    <a:pt x="217118" y="737140"/>
                  </a:lnTo>
                  <a:lnTo>
                    <a:pt x="219040" y="738083"/>
                  </a:lnTo>
                  <a:lnTo>
                    <a:pt x="220961" y="738675"/>
                  </a:lnTo>
                  <a:lnTo>
                    <a:pt x="222883" y="738843"/>
                  </a:lnTo>
                  <a:lnTo>
                    <a:pt x="224804" y="738567"/>
                  </a:lnTo>
                  <a:lnTo>
                    <a:pt x="226725" y="737857"/>
                  </a:lnTo>
                  <a:lnTo>
                    <a:pt x="228647" y="736726"/>
                  </a:lnTo>
                  <a:lnTo>
                    <a:pt x="230568" y="735167"/>
                  </a:lnTo>
                  <a:lnTo>
                    <a:pt x="232490" y="733145"/>
                  </a:lnTo>
                  <a:lnTo>
                    <a:pt x="234411" y="730608"/>
                  </a:lnTo>
                  <a:lnTo>
                    <a:pt x="236332" y="727514"/>
                  </a:lnTo>
                  <a:lnTo>
                    <a:pt x="238254" y="723861"/>
                  </a:lnTo>
                  <a:lnTo>
                    <a:pt x="240175" y="719715"/>
                  </a:lnTo>
                  <a:lnTo>
                    <a:pt x="242097" y="715218"/>
                  </a:lnTo>
                  <a:lnTo>
                    <a:pt x="244018" y="710621"/>
                  </a:lnTo>
                  <a:lnTo>
                    <a:pt x="245939" y="706166"/>
                  </a:lnTo>
                  <a:lnTo>
                    <a:pt x="247861" y="702050"/>
                  </a:lnTo>
                  <a:lnTo>
                    <a:pt x="249782" y="698396"/>
                  </a:lnTo>
                  <a:lnTo>
                    <a:pt x="251704" y="695226"/>
                  </a:lnTo>
                  <a:lnTo>
                    <a:pt x="253625" y="692471"/>
                  </a:lnTo>
                  <a:lnTo>
                    <a:pt x="255546" y="689990"/>
                  </a:lnTo>
                  <a:lnTo>
                    <a:pt x="257468" y="687607"/>
                  </a:lnTo>
                  <a:lnTo>
                    <a:pt x="259389" y="685149"/>
                  </a:lnTo>
                  <a:lnTo>
                    <a:pt x="261311" y="682468"/>
                  </a:lnTo>
                  <a:lnTo>
                    <a:pt x="263232" y="679460"/>
                  </a:lnTo>
                  <a:lnTo>
                    <a:pt x="265153" y="676068"/>
                  </a:lnTo>
                  <a:lnTo>
                    <a:pt x="267075" y="672270"/>
                  </a:lnTo>
                  <a:lnTo>
                    <a:pt x="268996" y="668065"/>
                  </a:lnTo>
                  <a:lnTo>
                    <a:pt x="270918" y="663449"/>
                  </a:lnTo>
                  <a:lnTo>
                    <a:pt x="272839" y="658379"/>
                  </a:lnTo>
                  <a:lnTo>
                    <a:pt x="274760" y="652794"/>
                  </a:lnTo>
                  <a:lnTo>
                    <a:pt x="276682" y="646622"/>
                  </a:lnTo>
                  <a:lnTo>
                    <a:pt x="278603" y="639757"/>
                  </a:lnTo>
                  <a:lnTo>
                    <a:pt x="280525" y="632080"/>
                  </a:lnTo>
                  <a:lnTo>
                    <a:pt x="282446" y="623453"/>
                  </a:lnTo>
                  <a:lnTo>
                    <a:pt x="284367" y="613693"/>
                  </a:lnTo>
                  <a:lnTo>
                    <a:pt x="286289" y="602539"/>
                  </a:lnTo>
                  <a:lnTo>
                    <a:pt x="288210" y="589598"/>
                  </a:lnTo>
                  <a:lnTo>
                    <a:pt x="290132" y="574300"/>
                  </a:lnTo>
                  <a:lnTo>
                    <a:pt x="292053" y="555871"/>
                  </a:lnTo>
                  <a:lnTo>
                    <a:pt x="293975" y="533336"/>
                  </a:lnTo>
                  <a:lnTo>
                    <a:pt x="295896" y="505594"/>
                  </a:lnTo>
                  <a:lnTo>
                    <a:pt x="297817" y="471560"/>
                  </a:lnTo>
                  <a:lnTo>
                    <a:pt x="299739" y="430392"/>
                  </a:lnTo>
                  <a:lnTo>
                    <a:pt x="301660" y="381769"/>
                  </a:lnTo>
                  <a:lnTo>
                    <a:pt x="303582" y="326096"/>
                  </a:lnTo>
                  <a:lnTo>
                    <a:pt x="305503" y="265015"/>
                  </a:lnTo>
                  <a:lnTo>
                    <a:pt x="307424" y="201848"/>
                  </a:lnTo>
                  <a:lnTo>
                    <a:pt x="309346" y="140507"/>
                  </a:lnTo>
                  <a:lnTo>
                    <a:pt x="311267" y="85475"/>
                  </a:lnTo>
                  <a:lnTo>
                    <a:pt x="313189" y="41265"/>
                  </a:lnTo>
                  <a:lnTo>
                    <a:pt x="315110" y="11824"/>
                  </a:lnTo>
                  <a:lnTo>
                    <a:pt x="317031" y="0"/>
                  </a:lnTo>
                  <a:lnTo>
                    <a:pt x="318953" y="7151"/>
                  </a:lnTo>
                  <a:lnTo>
                    <a:pt x="320874" y="32993"/>
                  </a:lnTo>
                  <a:lnTo>
                    <a:pt x="322796" y="75681"/>
                  </a:lnTo>
                  <a:lnTo>
                    <a:pt x="324717" y="132104"/>
                  </a:lnTo>
                  <a:lnTo>
                    <a:pt x="326638" y="198327"/>
                  </a:lnTo>
                  <a:lnTo>
                    <a:pt x="328560" y="270082"/>
                  </a:lnTo>
                  <a:lnTo>
                    <a:pt x="330481" y="343232"/>
                  </a:lnTo>
                  <a:lnTo>
                    <a:pt x="332403" y="414128"/>
                  </a:lnTo>
                  <a:lnTo>
                    <a:pt x="334324" y="479859"/>
                  </a:lnTo>
                  <a:lnTo>
                    <a:pt x="336245" y="537790"/>
                  </a:lnTo>
                  <a:lnTo>
                    <a:pt x="338167" y="587217"/>
                  </a:lnTo>
                  <a:lnTo>
                    <a:pt x="340088" y="627883"/>
                  </a:lnTo>
                  <a:lnTo>
                    <a:pt x="342010" y="660110"/>
                  </a:lnTo>
                  <a:lnTo>
                    <a:pt x="343931" y="684654"/>
                  </a:lnTo>
                  <a:lnTo>
                    <a:pt x="345852" y="702536"/>
                  </a:lnTo>
                  <a:lnTo>
                    <a:pt x="347774" y="714888"/>
                  </a:lnTo>
                  <a:lnTo>
                    <a:pt x="349695" y="722830"/>
                  </a:lnTo>
                  <a:lnTo>
                    <a:pt x="351617" y="727386"/>
                  </a:lnTo>
                  <a:lnTo>
                    <a:pt x="353538" y="729439"/>
                  </a:lnTo>
                  <a:lnTo>
                    <a:pt x="355459" y="729722"/>
                  </a:lnTo>
                  <a:lnTo>
                    <a:pt x="357381" y="728831"/>
                  </a:lnTo>
                  <a:lnTo>
                    <a:pt x="359302" y="727246"/>
                  </a:lnTo>
                  <a:lnTo>
                    <a:pt x="361224" y="725348"/>
                  </a:lnTo>
                  <a:lnTo>
                    <a:pt x="363145" y="723429"/>
                  </a:lnTo>
                  <a:lnTo>
                    <a:pt x="365067" y="721684"/>
                  </a:lnTo>
                  <a:lnTo>
                    <a:pt x="366988" y="720208"/>
                  </a:lnTo>
                  <a:lnTo>
                    <a:pt x="368909" y="718948"/>
                  </a:lnTo>
                  <a:lnTo>
                    <a:pt x="370831" y="717734"/>
                  </a:lnTo>
                  <a:lnTo>
                    <a:pt x="372752" y="716319"/>
                  </a:lnTo>
                  <a:lnTo>
                    <a:pt x="374674" y="714411"/>
                  </a:lnTo>
                  <a:lnTo>
                    <a:pt x="376595" y="711697"/>
                  </a:lnTo>
                  <a:lnTo>
                    <a:pt x="378516" y="707884"/>
                  </a:lnTo>
                  <a:lnTo>
                    <a:pt x="380438" y="702713"/>
                  </a:lnTo>
                  <a:lnTo>
                    <a:pt x="382359" y="695976"/>
                  </a:lnTo>
                  <a:lnTo>
                    <a:pt x="384281" y="687541"/>
                  </a:lnTo>
                  <a:lnTo>
                    <a:pt x="386202" y="677388"/>
                  </a:lnTo>
                  <a:lnTo>
                    <a:pt x="388123" y="665652"/>
                  </a:lnTo>
                  <a:lnTo>
                    <a:pt x="390045" y="652683"/>
                  </a:lnTo>
                  <a:lnTo>
                    <a:pt x="391966" y="639080"/>
                  </a:lnTo>
                  <a:lnTo>
                    <a:pt x="393888" y="625694"/>
                  </a:lnTo>
                  <a:lnTo>
                    <a:pt x="395809" y="613563"/>
                  </a:lnTo>
                  <a:lnTo>
                    <a:pt x="397730" y="603875"/>
                  </a:lnTo>
                  <a:lnTo>
                    <a:pt x="399652" y="597737"/>
                  </a:lnTo>
                  <a:lnTo>
                    <a:pt x="401573" y="595634"/>
                  </a:lnTo>
                  <a:lnTo>
                    <a:pt x="403495" y="597725"/>
                  </a:lnTo>
                  <a:lnTo>
                    <a:pt x="405416" y="603735"/>
                  </a:lnTo>
                  <a:lnTo>
                    <a:pt x="407337" y="613044"/>
                  </a:lnTo>
                  <a:lnTo>
                    <a:pt x="409259" y="624820"/>
                  </a:lnTo>
                  <a:lnTo>
                    <a:pt x="411180" y="638167"/>
                  </a:lnTo>
                  <a:lnTo>
                    <a:pt x="413102" y="652248"/>
                  </a:lnTo>
                  <a:lnTo>
                    <a:pt x="415023" y="666357"/>
                  </a:lnTo>
                  <a:lnTo>
                    <a:pt x="416944" y="679945"/>
                  </a:lnTo>
                  <a:lnTo>
                    <a:pt x="418866" y="692616"/>
                  </a:lnTo>
                  <a:lnTo>
                    <a:pt x="420787" y="704103"/>
                  </a:lnTo>
                  <a:lnTo>
                    <a:pt x="422709" y="714237"/>
                  </a:lnTo>
                  <a:lnTo>
                    <a:pt x="424630" y="722935"/>
                  </a:lnTo>
                  <a:lnTo>
                    <a:pt x="426551" y="730179"/>
                  </a:lnTo>
                  <a:lnTo>
                    <a:pt x="428473" y="736010"/>
                  </a:lnTo>
                  <a:lnTo>
                    <a:pt x="430394" y="740472"/>
                  </a:lnTo>
                  <a:lnTo>
                    <a:pt x="432316" y="743819"/>
                  </a:lnTo>
                  <a:lnTo>
                    <a:pt x="434237" y="746245"/>
                  </a:lnTo>
                  <a:lnTo>
                    <a:pt x="436159" y="747953"/>
                  </a:lnTo>
                  <a:lnTo>
                    <a:pt x="438080" y="749139"/>
                  </a:lnTo>
                  <a:lnTo>
                    <a:pt x="440001" y="749973"/>
                  </a:lnTo>
                  <a:lnTo>
                    <a:pt x="441923" y="750585"/>
                  </a:lnTo>
                  <a:lnTo>
                    <a:pt x="443844" y="751066"/>
                  </a:lnTo>
                  <a:lnTo>
                    <a:pt x="445766" y="751470"/>
                  </a:lnTo>
                  <a:lnTo>
                    <a:pt x="447687" y="751819"/>
                  </a:lnTo>
                  <a:lnTo>
                    <a:pt x="449608" y="752121"/>
                  </a:lnTo>
                  <a:lnTo>
                    <a:pt x="451530" y="752373"/>
                  </a:lnTo>
                  <a:lnTo>
                    <a:pt x="453451" y="752573"/>
                  </a:lnTo>
                  <a:lnTo>
                    <a:pt x="455373" y="752723"/>
                  </a:lnTo>
                  <a:lnTo>
                    <a:pt x="457294" y="752829"/>
                  </a:lnTo>
                  <a:lnTo>
                    <a:pt x="459215" y="752898"/>
                  </a:lnTo>
                  <a:lnTo>
                    <a:pt x="461137" y="752940"/>
                  </a:lnTo>
                  <a:lnTo>
                    <a:pt x="463058" y="752964"/>
                  </a:lnTo>
                  <a:lnTo>
                    <a:pt x="464980" y="752978"/>
                  </a:lnTo>
                  <a:lnTo>
                    <a:pt x="466901" y="752985"/>
                  </a:lnTo>
                  <a:lnTo>
                    <a:pt x="468822" y="752988"/>
                  </a:lnTo>
                  <a:lnTo>
                    <a:pt x="470744" y="752990"/>
                  </a:lnTo>
                  <a:lnTo>
                    <a:pt x="472665" y="752991"/>
                  </a:lnTo>
                  <a:lnTo>
                    <a:pt x="474587" y="752991"/>
                  </a:lnTo>
                  <a:lnTo>
                    <a:pt x="476508" y="752991"/>
                  </a:lnTo>
                  <a:lnTo>
                    <a:pt x="478429" y="752991"/>
                  </a:lnTo>
                  <a:lnTo>
                    <a:pt x="480351" y="752991"/>
                  </a:lnTo>
                  <a:lnTo>
                    <a:pt x="482272" y="752991"/>
                  </a:lnTo>
                  <a:lnTo>
                    <a:pt x="484194" y="752991"/>
                  </a:lnTo>
                  <a:lnTo>
                    <a:pt x="486115" y="752991"/>
                  </a:lnTo>
                  <a:lnTo>
                    <a:pt x="488036" y="752991"/>
                  </a:lnTo>
                  <a:lnTo>
                    <a:pt x="489958" y="752991"/>
                  </a:lnTo>
                  <a:lnTo>
                    <a:pt x="491879" y="752991"/>
                  </a:lnTo>
                  <a:lnTo>
                    <a:pt x="493801" y="752991"/>
                  </a:lnTo>
                  <a:lnTo>
                    <a:pt x="495722" y="752991"/>
                  </a:lnTo>
                  <a:lnTo>
                    <a:pt x="497643" y="752991"/>
                  </a:lnTo>
                  <a:lnTo>
                    <a:pt x="499565" y="752991"/>
                  </a:lnTo>
                  <a:lnTo>
                    <a:pt x="501486" y="752991"/>
                  </a:lnTo>
                  <a:lnTo>
                    <a:pt x="503408" y="752991"/>
                  </a:lnTo>
                  <a:lnTo>
                    <a:pt x="505329" y="752991"/>
                  </a:lnTo>
                  <a:lnTo>
                    <a:pt x="507250" y="752991"/>
                  </a:lnTo>
                  <a:lnTo>
                    <a:pt x="509172" y="752991"/>
                  </a:lnTo>
                  <a:lnTo>
                    <a:pt x="511093" y="752991"/>
                  </a:lnTo>
                  <a:lnTo>
                    <a:pt x="513015" y="752991"/>
                  </a:lnTo>
                  <a:lnTo>
                    <a:pt x="514936" y="752991"/>
                  </a:lnTo>
                  <a:lnTo>
                    <a:pt x="516858" y="752991"/>
                  </a:lnTo>
                  <a:lnTo>
                    <a:pt x="518779" y="752991"/>
                  </a:lnTo>
                  <a:lnTo>
                    <a:pt x="520700" y="752991"/>
                  </a:lnTo>
                  <a:lnTo>
                    <a:pt x="522622" y="752991"/>
                  </a:lnTo>
                  <a:lnTo>
                    <a:pt x="524543" y="752991"/>
                  </a:lnTo>
                  <a:lnTo>
                    <a:pt x="526465" y="752991"/>
                  </a:lnTo>
                  <a:lnTo>
                    <a:pt x="528386" y="752991"/>
                  </a:lnTo>
                  <a:lnTo>
                    <a:pt x="530307" y="752991"/>
                  </a:lnTo>
                  <a:lnTo>
                    <a:pt x="532229" y="752991"/>
                  </a:lnTo>
                  <a:lnTo>
                    <a:pt x="534150" y="752991"/>
                  </a:lnTo>
                  <a:lnTo>
                    <a:pt x="536072" y="752991"/>
                  </a:lnTo>
                  <a:lnTo>
                    <a:pt x="537993" y="752991"/>
                  </a:lnTo>
                  <a:lnTo>
                    <a:pt x="539914" y="752991"/>
                  </a:lnTo>
                  <a:lnTo>
                    <a:pt x="541836" y="752991"/>
                  </a:lnTo>
                  <a:lnTo>
                    <a:pt x="543757" y="752991"/>
                  </a:lnTo>
                  <a:lnTo>
                    <a:pt x="545679" y="752991"/>
                  </a:lnTo>
                  <a:lnTo>
                    <a:pt x="547600" y="752991"/>
                  </a:lnTo>
                  <a:lnTo>
                    <a:pt x="549521" y="752991"/>
                  </a:lnTo>
                  <a:lnTo>
                    <a:pt x="551443" y="752991"/>
                  </a:lnTo>
                  <a:lnTo>
                    <a:pt x="553364" y="752991"/>
                  </a:lnTo>
                  <a:lnTo>
                    <a:pt x="555286" y="752991"/>
                  </a:lnTo>
                  <a:lnTo>
                    <a:pt x="557207" y="752991"/>
                  </a:lnTo>
                  <a:lnTo>
                    <a:pt x="559128" y="752991"/>
                  </a:lnTo>
                  <a:lnTo>
                    <a:pt x="561050" y="752991"/>
                  </a:lnTo>
                  <a:lnTo>
                    <a:pt x="562971" y="752991"/>
                  </a:lnTo>
                  <a:lnTo>
                    <a:pt x="564893" y="752991"/>
                  </a:lnTo>
                  <a:lnTo>
                    <a:pt x="566814" y="752991"/>
                  </a:lnTo>
                  <a:lnTo>
                    <a:pt x="568735" y="752991"/>
                  </a:lnTo>
                  <a:lnTo>
                    <a:pt x="570657" y="752991"/>
                  </a:lnTo>
                  <a:lnTo>
                    <a:pt x="572578" y="752991"/>
                  </a:lnTo>
                  <a:lnTo>
                    <a:pt x="574500" y="752991"/>
                  </a:lnTo>
                  <a:lnTo>
                    <a:pt x="576421" y="752991"/>
                  </a:lnTo>
                  <a:lnTo>
                    <a:pt x="578342" y="752991"/>
                  </a:lnTo>
                  <a:lnTo>
                    <a:pt x="580264" y="752991"/>
                  </a:lnTo>
                  <a:lnTo>
                    <a:pt x="582185" y="752991"/>
                  </a:lnTo>
                  <a:lnTo>
                    <a:pt x="584107" y="752991"/>
                  </a:lnTo>
                  <a:lnTo>
                    <a:pt x="586028" y="752991"/>
                  </a:lnTo>
                  <a:lnTo>
                    <a:pt x="587950" y="752991"/>
                  </a:lnTo>
                  <a:lnTo>
                    <a:pt x="589871" y="752991"/>
                  </a:lnTo>
                  <a:lnTo>
                    <a:pt x="591792" y="752991"/>
                  </a:lnTo>
                  <a:lnTo>
                    <a:pt x="593714" y="752991"/>
                  </a:lnTo>
                  <a:lnTo>
                    <a:pt x="595635" y="752991"/>
                  </a:lnTo>
                  <a:lnTo>
                    <a:pt x="597557" y="752991"/>
                  </a:lnTo>
                  <a:lnTo>
                    <a:pt x="599478" y="752991"/>
                  </a:lnTo>
                  <a:lnTo>
                    <a:pt x="601399" y="752991"/>
                  </a:lnTo>
                  <a:lnTo>
                    <a:pt x="603321" y="752991"/>
                  </a:lnTo>
                  <a:lnTo>
                    <a:pt x="605242" y="752991"/>
                  </a:lnTo>
                  <a:lnTo>
                    <a:pt x="607164" y="752991"/>
                  </a:lnTo>
                  <a:lnTo>
                    <a:pt x="609085" y="752991"/>
                  </a:lnTo>
                  <a:lnTo>
                    <a:pt x="611006" y="752991"/>
                  </a:lnTo>
                  <a:lnTo>
                    <a:pt x="612928" y="752991"/>
                  </a:lnTo>
                  <a:lnTo>
                    <a:pt x="614849" y="752991"/>
                  </a:lnTo>
                  <a:lnTo>
                    <a:pt x="616771" y="752991"/>
                  </a:lnTo>
                  <a:lnTo>
                    <a:pt x="618692" y="752991"/>
                  </a:lnTo>
                  <a:lnTo>
                    <a:pt x="620613" y="752991"/>
                  </a:lnTo>
                  <a:lnTo>
                    <a:pt x="622535" y="752991"/>
                  </a:lnTo>
                  <a:lnTo>
                    <a:pt x="624456" y="752991"/>
                  </a:lnTo>
                  <a:lnTo>
                    <a:pt x="626378" y="752991"/>
                  </a:lnTo>
                  <a:lnTo>
                    <a:pt x="628299" y="752991"/>
                  </a:lnTo>
                  <a:lnTo>
                    <a:pt x="630220" y="752991"/>
                  </a:lnTo>
                  <a:lnTo>
                    <a:pt x="632142" y="752991"/>
                  </a:lnTo>
                  <a:lnTo>
                    <a:pt x="634063" y="752991"/>
                  </a:lnTo>
                  <a:lnTo>
                    <a:pt x="635985" y="752991"/>
                  </a:lnTo>
                  <a:lnTo>
                    <a:pt x="637906" y="752991"/>
                  </a:lnTo>
                  <a:lnTo>
                    <a:pt x="639827" y="752991"/>
                  </a:lnTo>
                  <a:lnTo>
                    <a:pt x="641749" y="752991"/>
                  </a:lnTo>
                  <a:lnTo>
                    <a:pt x="643670" y="752991"/>
                  </a:lnTo>
                  <a:lnTo>
                    <a:pt x="645592" y="752991"/>
                  </a:lnTo>
                  <a:lnTo>
                    <a:pt x="647513" y="752991"/>
                  </a:lnTo>
                  <a:lnTo>
                    <a:pt x="649434" y="752991"/>
                  </a:lnTo>
                  <a:lnTo>
                    <a:pt x="651356" y="752991"/>
                  </a:lnTo>
                  <a:lnTo>
                    <a:pt x="653277" y="752991"/>
                  </a:lnTo>
                  <a:lnTo>
                    <a:pt x="655199" y="752991"/>
                  </a:lnTo>
                  <a:lnTo>
                    <a:pt x="657120" y="752991"/>
                  </a:lnTo>
                  <a:lnTo>
                    <a:pt x="659042" y="752991"/>
                  </a:lnTo>
                  <a:lnTo>
                    <a:pt x="660963" y="752991"/>
                  </a:lnTo>
                  <a:lnTo>
                    <a:pt x="662884" y="752991"/>
                  </a:lnTo>
                  <a:lnTo>
                    <a:pt x="664806" y="752991"/>
                  </a:lnTo>
                  <a:lnTo>
                    <a:pt x="666727" y="752991"/>
                  </a:lnTo>
                  <a:lnTo>
                    <a:pt x="668649" y="752991"/>
                  </a:lnTo>
                  <a:lnTo>
                    <a:pt x="670570" y="752991"/>
                  </a:lnTo>
                  <a:lnTo>
                    <a:pt x="672491" y="752991"/>
                  </a:lnTo>
                  <a:lnTo>
                    <a:pt x="674413" y="752991"/>
                  </a:lnTo>
                  <a:lnTo>
                    <a:pt x="676334" y="752991"/>
                  </a:lnTo>
                  <a:lnTo>
                    <a:pt x="678256" y="752991"/>
                  </a:lnTo>
                  <a:lnTo>
                    <a:pt x="680177" y="752991"/>
                  </a:lnTo>
                  <a:lnTo>
                    <a:pt x="682098" y="752991"/>
                  </a:lnTo>
                  <a:lnTo>
                    <a:pt x="684020" y="752991"/>
                  </a:lnTo>
                  <a:lnTo>
                    <a:pt x="685941" y="752991"/>
                  </a:lnTo>
                  <a:lnTo>
                    <a:pt x="687863" y="752991"/>
                  </a:lnTo>
                  <a:lnTo>
                    <a:pt x="689784" y="752991"/>
                  </a:lnTo>
                  <a:lnTo>
                    <a:pt x="691705" y="752991"/>
                  </a:lnTo>
                  <a:lnTo>
                    <a:pt x="693627" y="752991"/>
                  </a:lnTo>
                  <a:lnTo>
                    <a:pt x="695548" y="752991"/>
                  </a:lnTo>
                  <a:lnTo>
                    <a:pt x="697470" y="752991"/>
                  </a:lnTo>
                  <a:lnTo>
                    <a:pt x="699391" y="752991"/>
                  </a:lnTo>
                  <a:lnTo>
                    <a:pt x="701312" y="752991"/>
                  </a:lnTo>
                  <a:lnTo>
                    <a:pt x="703234" y="752991"/>
                  </a:lnTo>
                  <a:lnTo>
                    <a:pt x="705155" y="752991"/>
                  </a:lnTo>
                  <a:lnTo>
                    <a:pt x="707077" y="752991"/>
                  </a:lnTo>
                  <a:lnTo>
                    <a:pt x="708998" y="752991"/>
                  </a:lnTo>
                  <a:lnTo>
                    <a:pt x="710919" y="752991"/>
                  </a:lnTo>
                  <a:lnTo>
                    <a:pt x="712841" y="752991"/>
                  </a:lnTo>
                  <a:lnTo>
                    <a:pt x="714762" y="752991"/>
                  </a:lnTo>
                  <a:lnTo>
                    <a:pt x="716684" y="752991"/>
                  </a:lnTo>
                  <a:lnTo>
                    <a:pt x="718605" y="752991"/>
                  </a:lnTo>
                  <a:lnTo>
                    <a:pt x="720526" y="752991"/>
                  </a:lnTo>
                  <a:lnTo>
                    <a:pt x="722448" y="752991"/>
                  </a:lnTo>
                  <a:lnTo>
                    <a:pt x="724369" y="752991"/>
                  </a:lnTo>
                  <a:lnTo>
                    <a:pt x="726291" y="752991"/>
                  </a:lnTo>
                  <a:lnTo>
                    <a:pt x="728212" y="752991"/>
                  </a:lnTo>
                  <a:lnTo>
                    <a:pt x="730134" y="752991"/>
                  </a:lnTo>
                  <a:lnTo>
                    <a:pt x="732055" y="752991"/>
                  </a:lnTo>
                  <a:lnTo>
                    <a:pt x="733976" y="752991"/>
                  </a:lnTo>
                  <a:lnTo>
                    <a:pt x="735898" y="752991"/>
                  </a:lnTo>
                  <a:lnTo>
                    <a:pt x="737819" y="752991"/>
                  </a:lnTo>
                  <a:lnTo>
                    <a:pt x="739741" y="752991"/>
                  </a:lnTo>
                  <a:lnTo>
                    <a:pt x="741662" y="752991"/>
                  </a:lnTo>
                  <a:lnTo>
                    <a:pt x="743583" y="752991"/>
                  </a:lnTo>
                  <a:lnTo>
                    <a:pt x="745505" y="752991"/>
                  </a:lnTo>
                  <a:lnTo>
                    <a:pt x="747426" y="752991"/>
                  </a:lnTo>
                  <a:lnTo>
                    <a:pt x="749348" y="752991"/>
                  </a:lnTo>
                  <a:lnTo>
                    <a:pt x="751269" y="752991"/>
                  </a:lnTo>
                  <a:lnTo>
                    <a:pt x="753190" y="752991"/>
                  </a:lnTo>
                  <a:lnTo>
                    <a:pt x="755112" y="752991"/>
                  </a:lnTo>
                  <a:lnTo>
                    <a:pt x="757033" y="752991"/>
                  </a:lnTo>
                  <a:lnTo>
                    <a:pt x="758955" y="752991"/>
                  </a:lnTo>
                  <a:lnTo>
                    <a:pt x="760876" y="752991"/>
                  </a:lnTo>
                  <a:lnTo>
                    <a:pt x="762797" y="752991"/>
                  </a:lnTo>
                  <a:lnTo>
                    <a:pt x="764719" y="752991"/>
                  </a:lnTo>
                  <a:lnTo>
                    <a:pt x="766640" y="752991"/>
                  </a:lnTo>
                  <a:lnTo>
                    <a:pt x="768562" y="752991"/>
                  </a:lnTo>
                  <a:lnTo>
                    <a:pt x="770483" y="752991"/>
                  </a:lnTo>
                  <a:lnTo>
                    <a:pt x="772404" y="752991"/>
                  </a:lnTo>
                  <a:lnTo>
                    <a:pt x="774326" y="752991"/>
                  </a:lnTo>
                  <a:lnTo>
                    <a:pt x="776247" y="752991"/>
                  </a:lnTo>
                  <a:lnTo>
                    <a:pt x="778169" y="752991"/>
                  </a:lnTo>
                  <a:lnTo>
                    <a:pt x="780090" y="752991"/>
                  </a:lnTo>
                  <a:lnTo>
                    <a:pt x="782011" y="752991"/>
                  </a:lnTo>
                  <a:lnTo>
                    <a:pt x="783933" y="752991"/>
                  </a:lnTo>
                  <a:lnTo>
                    <a:pt x="785854" y="752991"/>
                  </a:lnTo>
                  <a:lnTo>
                    <a:pt x="787776" y="752991"/>
                  </a:lnTo>
                  <a:lnTo>
                    <a:pt x="789697" y="752991"/>
                  </a:lnTo>
                  <a:lnTo>
                    <a:pt x="791618" y="752991"/>
                  </a:lnTo>
                  <a:lnTo>
                    <a:pt x="793540" y="752991"/>
                  </a:lnTo>
                  <a:lnTo>
                    <a:pt x="795461" y="752991"/>
                  </a:lnTo>
                  <a:lnTo>
                    <a:pt x="797383" y="752991"/>
                  </a:lnTo>
                  <a:lnTo>
                    <a:pt x="799304" y="752991"/>
                  </a:lnTo>
                  <a:lnTo>
                    <a:pt x="801226" y="752991"/>
                  </a:lnTo>
                  <a:lnTo>
                    <a:pt x="803147" y="752991"/>
                  </a:lnTo>
                  <a:lnTo>
                    <a:pt x="805068" y="752991"/>
                  </a:lnTo>
                  <a:lnTo>
                    <a:pt x="806990" y="752991"/>
                  </a:lnTo>
                  <a:lnTo>
                    <a:pt x="808911" y="752991"/>
                  </a:lnTo>
                  <a:lnTo>
                    <a:pt x="810833" y="752991"/>
                  </a:lnTo>
                  <a:lnTo>
                    <a:pt x="812754" y="752991"/>
                  </a:lnTo>
                  <a:lnTo>
                    <a:pt x="814675" y="752991"/>
                  </a:lnTo>
                  <a:lnTo>
                    <a:pt x="816597" y="752991"/>
                  </a:lnTo>
                  <a:lnTo>
                    <a:pt x="818518" y="752991"/>
                  </a:lnTo>
                  <a:lnTo>
                    <a:pt x="820440" y="752991"/>
                  </a:lnTo>
                  <a:lnTo>
                    <a:pt x="822361" y="752991"/>
                  </a:lnTo>
                  <a:lnTo>
                    <a:pt x="824282" y="752991"/>
                  </a:lnTo>
                  <a:lnTo>
                    <a:pt x="826204" y="752991"/>
                  </a:lnTo>
                  <a:lnTo>
                    <a:pt x="828125" y="752991"/>
                  </a:lnTo>
                  <a:lnTo>
                    <a:pt x="830047" y="752991"/>
                  </a:lnTo>
                  <a:lnTo>
                    <a:pt x="831968" y="752991"/>
                  </a:lnTo>
                  <a:lnTo>
                    <a:pt x="833889" y="752991"/>
                  </a:lnTo>
                  <a:lnTo>
                    <a:pt x="835811" y="752991"/>
                  </a:lnTo>
                  <a:lnTo>
                    <a:pt x="837732" y="752991"/>
                  </a:lnTo>
                  <a:lnTo>
                    <a:pt x="839654" y="752991"/>
                  </a:lnTo>
                  <a:lnTo>
                    <a:pt x="841575" y="752991"/>
                  </a:lnTo>
                  <a:lnTo>
                    <a:pt x="843496" y="752991"/>
                  </a:lnTo>
                  <a:lnTo>
                    <a:pt x="845418" y="752991"/>
                  </a:lnTo>
                  <a:lnTo>
                    <a:pt x="847339" y="752991"/>
                  </a:lnTo>
                  <a:lnTo>
                    <a:pt x="849261" y="752991"/>
                  </a:lnTo>
                  <a:lnTo>
                    <a:pt x="851182" y="752991"/>
                  </a:lnTo>
                  <a:lnTo>
                    <a:pt x="853103" y="752991"/>
                  </a:lnTo>
                  <a:lnTo>
                    <a:pt x="855025" y="752991"/>
                  </a:lnTo>
                  <a:lnTo>
                    <a:pt x="856946" y="752991"/>
                  </a:lnTo>
                  <a:lnTo>
                    <a:pt x="858868" y="752991"/>
                  </a:lnTo>
                  <a:lnTo>
                    <a:pt x="860789" y="752991"/>
                  </a:lnTo>
                  <a:lnTo>
                    <a:pt x="862710" y="752991"/>
                  </a:lnTo>
                  <a:lnTo>
                    <a:pt x="864632" y="752991"/>
                  </a:lnTo>
                  <a:lnTo>
                    <a:pt x="866553" y="752991"/>
                  </a:lnTo>
                  <a:lnTo>
                    <a:pt x="868475" y="752991"/>
                  </a:lnTo>
                  <a:lnTo>
                    <a:pt x="870396" y="752991"/>
                  </a:lnTo>
                  <a:lnTo>
                    <a:pt x="872318" y="752991"/>
                  </a:lnTo>
                  <a:lnTo>
                    <a:pt x="874239" y="752991"/>
                  </a:lnTo>
                  <a:lnTo>
                    <a:pt x="876160" y="752991"/>
                  </a:lnTo>
                  <a:lnTo>
                    <a:pt x="878082" y="752991"/>
                  </a:lnTo>
                  <a:lnTo>
                    <a:pt x="880003" y="752991"/>
                  </a:lnTo>
                  <a:lnTo>
                    <a:pt x="881925" y="752991"/>
                  </a:lnTo>
                  <a:lnTo>
                    <a:pt x="883846" y="752991"/>
                  </a:lnTo>
                  <a:lnTo>
                    <a:pt x="885767" y="752991"/>
                  </a:lnTo>
                  <a:lnTo>
                    <a:pt x="887689" y="752991"/>
                  </a:lnTo>
                  <a:lnTo>
                    <a:pt x="889610" y="752991"/>
                  </a:lnTo>
                  <a:lnTo>
                    <a:pt x="891532" y="752991"/>
                  </a:lnTo>
                  <a:lnTo>
                    <a:pt x="893453" y="752991"/>
                  </a:lnTo>
                  <a:lnTo>
                    <a:pt x="895374" y="752991"/>
                  </a:lnTo>
                  <a:lnTo>
                    <a:pt x="897296" y="752991"/>
                  </a:lnTo>
                  <a:lnTo>
                    <a:pt x="899217" y="752991"/>
                  </a:lnTo>
                  <a:lnTo>
                    <a:pt x="901139" y="752991"/>
                  </a:lnTo>
                  <a:lnTo>
                    <a:pt x="903060" y="752991"/>
                  </a:lnTo>
                  <a:lnTo>
                    <a:pt x="904981" y="752991"/>
                  </a:lnTo>
                  <a:lnTo>
                    <a:pt x="906903" y="752991"/>
                  </a:lnTo>
                  <a:lnTo>
                    <a:pt x="908824" y="752991"/>
                  </a:lnTo>
                  <a:lnTo>
                    <a:pt x="910746" y="752991"/>
                  </a:lnTo>
                  <a:lnTo>
                    <a:pt x="912667" y="752991"/>
                  </a:lnTo>
                  <a:lnTo>
                    <a:pt x="914588" y="752991"/>
                  </a:lnTo>
                  <a:lnTo>
                    <a:pt x="916510" y="752991"/>
                  </a:lnTo>
                  <a:lnTo>
                    <a:pt x="918431" y="752991"/>
                  </a:lnTo>
                  <a:lnTo>
                    <a:pt x="920353" y="752991"/>
                  </a:lnTo>
                  <a:lnTo>
                    <a:pt x="922274" y="752991"/>
                  </a:lnTo>
                  <a:lnTo>
                    <a:pt x="924195" y="752991"/>
                  </a:lnTo>
                  <a:lnTo>
                    <a:pt x="926117" y="752991"/>
                  </a:lnTo>
                  <a:lnTo>
                    <a:pt x="928038" y="752991"/>
                  </a:lnTo>
                  <a:lnTo>
                    <a:pt x="929960" y="752991"/>
                  </a:lnTo>
                  <a:lnTo>
                    <a:pt x="931881" y="752991"/>
                  </a:lnTo>
                  <a:lnTo>
                    <a:pt x="933802" y="752991"/>
                  </a:lnTo>
                  <a:lnTo>
                    <a:pt x="935724" y="752991"/>
                  </a:lnTo>
                  <a:lnTo>
                    <a:pt x="937645" y="752991"/>
                  </a:lnTo>
                  <a:lnTo>
                    <a:pt x="939567" y="752991"/>
                  </a:lnTo>
                  <a:lnTo>
                    <a:pt x="941488" y="752991"/>
                  </a:lnTo>
                  <a:lnTo>
                    <a:pt x="943410" y="752991"/>
                  </a:lnTo>
                  <a:lnTo>
                    <a:pt x="945331" y="752991"/>
                  </a:lnTo>
                  <a:lnTo>
                    <a:pt x="947252" y="752991"/>
                  </a:lnTo>
                  <a:lnTo>
                    <a:pt x="949174" y="752991"/>
                  </a:lnTo>
                  <a:lnTo>
                    <a:pt x="951095" y="752991"/>
                  </a:lnTo>
                  <a:lnTo>
                    <a:pt x="953017" y="752991"/>
                  </a:lnTo>
                  <a:lnTo>
                    <a:pt x="954938" y="752991"/>
                  </a:lnTo>
                  <a:lnTo>
                    <a:pt x="956859" y="752991"/>
                  </a:lnTo>
                  <a:lnTo>
                    <a:pt x="958781" y="752991"/>
                  </a:lnTo>
                  <a:lnTo>
                    <a:pt x="960702" y="752991"/>
                  </a:lnTo>
                  <a:lnTo>
                    <a:pt x="962624" y="752991"/>
                  </a:lnTo>
                  <a:lnTo>
                    <a:pt x="964545" y="752991"/>
                  </a:lnTo>
                  <a:lnTo>
                    <a:pt x="966466" y="752991"/>
                  </a:lnTo>
                  <a:lnTo>
                    <a:pt x="968388" y="752991"/>
                  </a:lnTo>
                  <a:lnTo>
                    <a:pt x="970309" y="752991"/>
                  </a:lnTo>
                  <a:lnTo>
                    <a:pt x="972231" y="752991"/>
                  </a:lnTo>
                  <a:lnTo>
                    <a:pt x="974152" y="752991"/>
                  </a:lnTo>
                  <a:lnTo>
                    <a:pt x="976073" y="752991"/>
                  </a:lnTo>
                  <a:lnTo>
                    <a:pt x="977995" y="752991"/>
                  </a:lnTo>
                  <a:lnTo>
                    <a:pt x="979916" y="752991"/>
                  </a:lnTo>
                  <a:lnTo>
                    <a:pt x="981838" y="752991"/>
                  </a:lnTo>
                  <a:lnTo>
                    <a:pt x="979916" y="752991"/>
                  </a:lnTo>
                  <a:lnTo>
                    <a:pt x="977995" y="752991"/>
                  </a:lnTo>
                  <a:lnTo>
                    <a:pt x="976073" y="752991"/>
                  </a:lnTo>
                  <a:lnTo>
                    <a:pt x="974152" y="752991"/>
                  </a:lnTo>
                  <a:lnTo>
                    <a:pt x="972231" y="752991"/>
                  </a:lnTo>
                  <a:lnTo>
                    <a:pt x="970309" y="752991"/>
                  </a:lnTo>
                  <a:lnTo>
                    <a:pt x="968388" y="752991"/>
                  </a:lnTo>
                  <a:lnTo>
                    <a:pt x="966466" y="752991"/>
                  </a:lnTo>
                  <a:lnTo>
                    <a:pt x="964545" y="752991"/>
                  </a:lnTo>
                  <a:lnTo>
                    <a:pt x="962624" y="752991"/>
                  </a:lnTo>
                  <a:lnTo>
                    <a:pt x="960702" y="752991"/>
                  </a:lnTo>
                  <a:lnTo>
                    <a:pt x="958781" y="752991"/>
                  </a:lnTo>
                  <a:lnTo>
                    <a:pt x="956859" y="752991"/>
                  </a:lnTo>
                  <a:lnTo>
                    <a:pt x="954938" y="752991"/>
                  </a:lnTo>
                  <a:lnTo>
                    <a:pt x="953017" y="752991"/>
                  </a:lnTo>
                  <a:lnTo>
                    <a:pt x="951095" y="752991"/>
                  </a:lnTo>
                  <a:lnTo>
                    <a:pt x="949174" y="752991"/>
                  </a:lnTo>
                  <a:lnTo>
                    <a:pt x="947252" y="752991"/>
                  </a:lnTo>
                  <a:lnTo>
                    <a:pt x="945331" y="752991"/>
                  </a:lnTo>
                  <a:lnTo>
                    <a:pt x="943410" y="752991"/>
                  </a:lnTo>
                  <a:lnTo>
                    <a:pt x="941488" y="752991"/>
                  </a:lnTo>
                  <a:lnTo>
                    <a:pt x="939567" y="752991"/>
                  </a:lnTo>
                  <a:lnTo>
                    <a:pt x="937645" y="752991"/>
                  </a:lnTo>
                  <a:lnTo>
                    <a:pt x="935724" y="752991"/>
                  </a:lnTo>
                  <a:lnTo>
                    <a:pt x="933802" y="752991"/>
                  </a:lnTo>
                  <a:lnTo>
                    <a:pt x="931881" y="752991"/>
                  </a:lnTo>
                  <a:lnTo>
                    <a:pt x="929960" y="752991"/>
                  </a:lnTo>
                  <a:lnTo>
                    <a:pt x="928038" y="752991"/>
                  </a:lnTo>
                  <a:lnTo>
                    <a:pt x="926117" y="752991"/>
                  </a:lnTo>
                  <a:lnTo>
                    <a:pt x="924195" y="752991"/>
                  </a:lnTo>
                  <a:lnTo>
                    <a:pt x="922274" y="752991"/>
                  </a:lnTo>
                  <a:lnTo>
                    <a:pt x="920353" y="752991"/>
                  </a:lnTo>
                  <a:lnTo>
                    <a:pt x="918431" y="752991"/>
                  </a:lnTo>
                  <a:lnTo>
                    <a:pt x="916510" y="752991"/>
                  </a:lnTo>
                  <a:lnTo>
                    <a:pt x="914588" y="752991"/>
                  </a:lnTo>
                  <a:lnTo>
                    <a:pt x="912667" y="752991"/>
                  </a:lnTo>
                  <a:lnTo>
                    <a:pt x="910746" y="752991"/>
                  </a:lnTo>
                  <a:lnTo>
                    <a:pt x="908824" y="752991"/>
                  </a:lnTo>
                  <a:lnTo>
                    <a:pt x="906903" y="752991"/>
                  </a:lnTo>
                  <a:lnTo>
                    <a:pt x="904981" y="752991"/>
                  </a:lnTo>
                  <a:lnTo>
                    <a:pt x="903060" y="752991"/>
                  </a:lnTo>
                  <a:lnTo>
                    <a:pt x="901139" y="752991"/>
                  </a:lnTo>
                  <a:lnTo>
                    <a:pt x="899217" y="752991"/>
                  </a:lnTo>
                  <a:lnTo>
                    <a:pt x="897296" y="752991"/>
                  </a:lnTo>
                  <a:lnTo>
                    <a:pt x="895374" y="752991"/>
                  </a:lnTo>
                  <a:lnTo>
                    <a:pt x="893453" y="752991"/>
                  </a:lnTo>
                  <a:lnTo>
                    <a:pt x="891532" y="752991"/>
                  </a:lnTo>
                  <a:lnTo>
                    <a:pt x="889610" y="752991"/>
                  </a:lnTo>
                  <a:lnTo>
                    <a:pt x="887689" y="752991"/>
                  </a:lnTo>
                  <a:lnTo>
                    <a:pt x="885767" y="752991"/>
                  </a:lnTo>
                  <a:lnTo>
                    <a:pt x="883846" y="752991"/>
                  </a:lnTo>
                  <a:lnTo>
                    <a:pt x="881925" y="752991"/>
                  </a:lnTo>
                  <a:lnTo>
                    <a:pt x="880003" y="752991"/>
                  </a:lnTo>
                  <a:lnTo>
                    <a:pt x="878082" y="752991"/>
                  </a:lnTo>
                  <a:lnTo>
                    <a:pt x="876160" y="752991"/>
                  </a:lnTo>
                  <a:lnTo>
                    <a:pt x="874239" y="752991"/>
                  </a:lnTo>
                  <a:lnTo>
                    <a:pt x="872318" y="752991"/>
                  </a:lnTo>
                  <a:lnTo>
                    <a:pt x="870396" y="752991"/>
                  </a:lnTo>
                  <a:lnTo>
                    <a:pt x="868475" y="752991"/>
                  </a:lnTo>
                  <a:lnTo>
                    <a:pt x="866553" y="752991"/>
                  </a:lnTo>
                  <a:lnTo>
                    <a:pt x="864632" y="752991"/>
                  </a:lnTo>
                  <a:lnTo>
                    <a:pt x="862710" y="752991"/>
                  </a:lnTo>
                  <a:lnTo>
                    <a:pt x="860789" y="752991"/>
                  </a:lnTo>
                  <a:lnTo>
                    <a:pt x="858868" y="752991"/>
                  </a:lnTo>
                  <a:lnTo>
                    <a:pt x="856946" y="752991"/>
                  </a:lnTo>
                  <a:lnTo>
                    <a:pt x="855025" y="752991"/>
                  </a:lnTo>
                  <a:lnTo>
                    <a:pt x="853103" y="752991"/>
                  </a:lnTo>
                  <a:lnTo>
                    <a:pt x="851182" y="752991"/>
                  </a:lnTo>
                  <a:lnTo>
                    <a:pt x="849261" y="752991"/>
                  </a:lnTo>
                  <a:lnTo>
                    <a:pt x="847339" y="752991"/>
                  </a:lnTo>
                  <a:lnTo>
                    <a:pt x="845418" y="752991"/>
                  </a:lnTo>
                  <a:lnTo>
                    <a:pt x="843496" y="752991"/>
                  </a:lnTo>
                  <a:lnTo>
                    <a:pt x="841575" y="752991"/>
                  </a:lnTo>
                  <a:lnTo>
                    <a:pt x="839654" y="752991"/>
                  </a:lnTo>
                  <a:lnTo>
                    <a:pt x="837732" y="752991"/>
                  </a:lnTo>
                  <a:lnTo>
                    <a:pt x="835811" y="752991"/>
                  </a:lnTo>
                  <a:lnTo>
                    <a:pt x="833889" y="752991"/>
                  </a:lnTo>
                  <a:lnTo>
                    <a:pt x="831968" y="752991"/>
                  </a:lnTo>
                  <a:lnTo>
                    <a:pt x="830047" y="752991"/>
                  </a:lnTo>
                  <a:lnTo>
                    <a:pt x="828125" y="752991"/>
                  </a:lnTo>
                  <a:lnTo>
                    <a:pt x="826204" y="752991"/>
                  </a:lnTo>
                  <a:lnTo>
                    <a:pt x="824282" y="752991"/>
                  </a:lnTo>
                  <a:lnTo>
                    <a:pt x="822361" y="752991"/>
                  </a:lnTo>
                  <a:lnTo>
                    <a:pt x="820440" y="752991"/>
                  </a:lnTo>
                  <a:lnTo>
                    <a:pt x="818518" y="752991"/>
                  </a:lnTo>
                  <a:lnTo>
                    <a:pt x="816597" y="752991"/>
                  </a:lnTo>
                  <a:lnTo>
                    <a:pt x="814675" y="752991"/>
                  </a:lnTo>
                  <a:lnTo>
                    <a:pt x="812754" y="752991"/>
                  </a:lnTo>
                  <a:lnTo>
                    <a:pt x="810833" y="752991"/>
                  </a:lnTo>
                  <a:lnTo>
                    <a:pt x="808911" y="752991"/>
                  </a:lnTo>
                  <a:lnTo>
                    <a:pt x="806990" y="752991"/>
                  </a:lnTo>
                  <a:lnTo>
                    <a:pt x="805068" y="752991"/>
                  </a:lnTo>
                  <a:lnTo>
                    <a:pt x="803147" y="752991"/>
                  </a:lnTo>
                  <a:lnTo>
                    <a:pt x="801226" y="752991"/>
                  </a:lnTo>
                  <a:lnTo>
                    <a:pt x="799304" y="752991"/>
                  </a:lnTo>
                  <a:lnTo>
                    <a:pt x="797383" y="752991"/>
                  </a:lnTo>
                  <a:lnTo>
                    <a:pt x="795461" y="752991"/>
                  </a:lnTo>
                  <a:lnTo>
                    <a:pt x="793540" y="752991"/>
                  </a:lnTo>
                  <a:lnTo>
                    <a:pt x="791618" y="752991"/>
                  </a:lnTo>
                  <a:lnTo>
                    <a:pt x="789697" y="752991"/>
                  </a:lnTo>
                  <a:lnTo>
                    <a:pt x="787776" y="752991"/>
                  </a:lnTo>
                  <a:lnTo>
                    <a:pt x="785854" y="752991"/>
                  </a:lnTo>
                  <a:lnTo>
                    <a:pt x="783933" y="752991"/>
                  </a:lnTo>
                  <a:lnTo>
                    <a:pt x="782011" y="752991"/>
                  </a:lnTo>
                  <a:lnTo>
                    <a:pt x="780090" y="752991"/>
                  </a:lnTo>
                  <a:lnTo>
                    <a:pt x="778169" y="752991"/>
                  </a:lnTo>
                  <a:lnTo>
                    <a:pt x="776247" y="752991"/>
                  </a:lnTo>
                  <a:lnTo>
                    <a:pt x="774326" y="752991"/>
                  </a:lnTo>
                  <a:lnTo>
                    <a:pt x="772404" y="752991"/>
                  </a:lnTo>
                  <a:lnTo>
                    <a:pt x="770483" y="752991"/>
                  </a:lnTo>
                  <a:lnTo>
                    <a:pt x="768562" y="752991"/>
                  </a:lnTo>
                  <a:lnTo>
                    <a:pt x="766640" y="752991"/>
                  </a:lnTo>
                  <a:lnTo>
                    <a:pt x="764719" y="752991"/>
                  </a:lnTo>
                  <a:lnTo>
                    <a:pt x="762797" y="752991"/>
                  </a:lnTo>
                  <a:lnTo>
                    <a:pt x="760876" y="752991"/>
                  </a:lnTo>
                  <a:lnTo>
                    <a:pt x="758955" y="752991"/>
                  </a:lnTo>
                  <a:lnTo>
                    <a:pt x="757033" y="752991"/>
                  </a:lnTo>
                  <a:lnTo>
                    <a:pt x="755112" y="752991"/>
                  </a:lnTo>
                  <a:lnTo>
                    <a:pt x="753190" y="752991"/>
                  </a:lnTo>
                  <a:lnTo>
                    <a:pt x="751269" y="752991"/>
                  </a:lnTo>
                  <a:lnTo>
                    <a:pt x="749348" y="752991"/>
                  </a:lnTo>
                  <a:lnTo>
                    <a:pt x="747426" y="752991"/>
                  </a:lnTo>
                  <a:lnTo>
                    <a:pt x="745505" y="752991"/>
                  </a:lnTo>
                  <a:lnTo>
                    <a:pt x="743583" y="752991"/>
                  </a:lnTo>
                  <a:lnTo>
                    <a:pt x="741662" y="752991"/>
                  </a:lnTo>
                  <a:lnTo>
                    <a:pt x="739741" y="752991"/>
                  </a:lnTo>
                  <a:lnTo>
                    <a:pt x="737819" y="752991"/>
                  </a:lnTo>
                  <a:lnTo>
                    <a:pt x="735898" y="752991"/>
                  </a:lnTo>
                  <a:lnTo>
                    <a:pt x="733976" y="752991"/>
                  </a:lnTo>
                  <a:lnTo>
                    <a:pt x="732055" y="752991"/>
                  </a:lnTo>
                  <a:lnTo>
                    <a:pt x="730134" y="752991"/>
                  </a:lnTo>
                  <a:lnTo>
                    <a:pt x="728212" y="752991"/>
                  </a:lnTo>
                  <a:lnTo>
                    <a:pt x="726291" y="752991"/>
                  </a:lnTo>
                  <a:lnTo>
                    <a:pt x="724369" y="752991"/>
                  </a:lnTo>
                  <a:lnTo>
                    <a:pt x="722448" y="752991"/>
                  </a:lnTo>
                  <a:lnTo>
                    <a:pt x="720526" y="752991"/>
                  </a:lnTo>
                  <a:lnTo>
                    <a:pt x="718605" y="752991"/>
                  </a:lnTo>
                  <a:lnTo>
                    <a:pt x="716684" y="752991"/>
                  </a:lnTo>
                  <a:lnTo>
                    <a:pt x="714762" y="752991"/>
                  </a:lnTo>
                  <a:lnTo>
                    <a:pt x="712841" y="752991"/>
                  </a:lnTo>
                  <a:lnTo>
                    <a:pt x="710919" y="752991"/>
                  </a:lnTo>
                  <a:lnTo>
                    <a:pt x="708998" y="752991"/>
                  </a:lnTo>
                  <a:lnTo>
                    <a:pt x="707077" y="752991"/>
                  </a:lnTo>
                  <a:lnTo>
                    <a:pt x="705155" y="752991"/>
                  </a:lnTo>
                  <a:lnTo>
                    <a:pt x="703234" y="752991"/>
                  </a:lnTo>
                  <a:lnTo>
                    <a:pt x="701312" y="752991"/>
                  </a:lnTo>
                  <a:lnTo>
                    <a:pt x="699391" y="752991"/>
                  </a:lnTo>
                  <a:lnTo>
                    <a:pt x="697470" y="752991"/>
                  </a:lnTo>
                  <a:lnTo>
                    <a:pt x="695548" y="752991"/>
                  </a:lnTo>
                  <a:lnTo>
                    <a:pt x="693627" y="752991"/>
                  </a:lnTo>
                  <a:lnTo>
                    <a:pt x="691705" y="752991"/>
                  </a:lnTo>
                  <a:lnTo>
                    <a:pt x="689784" y="752991"/>
                  </a:lnTo>
                  <a:lnTo>
                    <a:pt x="687863" y="752991"/>
                  </a:lnTo>
                  <a:lnTo>
                    <a:pt x="685941" y="752991"/>
                  </a:lnTo>
                  <a:lnTo>
                    <a:pt x="684020" y="752991"/>
                  </a:lnTo>
                  <a:lnTo>
                    <a:pt x="682098" y="752991"/>
                  </a:lnTo>
                  <a:lnTo>
                    <a:pt x="680177" y="752991"/>
                  </a:lnTo>
                  <a:lnTo>
                    <a:pt x="678256" y="752991"/>
                  </a:lnTo>
                  <a:lnTo>
                    <a:pt x="676334" y="752991"/>
                  </a:lnTo>
                  <a:lnTo>
                    <a:pt x="674413" y="752991"/>
                  </a:lnTo>
                  <a:lnTo>
                    <a:pt x="672491" y="752991"/>
                  </a:lnTo>
                  <a:lnTo>
                    <a:pt x="670570" y="752991"/>
                  </a:lnTo>
                  <a:lnTo>
                    <a:pt x="668649" y="752991"/>
                  </a:lnTo>
                  <a:lnTo>
                    <a:pt x="666727" y="752991"/>
                  </a:lnTo>
                  <a:lnTo>
                    <a:pt x="664806" y="752991"/>
                  </a:lnTo>
                  <a:lnTo>
                    <a:pt x="662884" y="752991"/>
                  </a:lnTo>
                  <a:lnTo>
                    <a:pt x="660963" y="752991"/>
                  </a:lnTo>
                  <a:lnTo>
                    <a:pt x="659042" y="752991"/>
                  </a:lnTo>
                  <a:lnTo>
                    <a:pt x="657120" y="752991"/>
                  </a:lnTo>
                  <a:lnTo>
                    <a:pt x="655199" y="752991"/>
                  </a:lnTo>
                  <a:lnTo>
                    <a:pt x="653277" y="752991"/>
                  </a:lnTo>
                  <a:lnTo>
                    <a:pt x="651356" y="752991"/>
                  </a:lnTo>
                  <a:lnTo>
                    <a:pt x="649434" y="752991"/>
                  </a:lnTo>
                  <a:lnTo>
                    <a:pt x="647513" y="752991"/>
                  </a:lnTo>
                  <a:lnTo>
                    <a:pt x="645592" y="752991"/>
                  </a:lnTo>
                  <a:lnTo>
                    <a:pt x="643670" y="752991"/>
                  </a:lnTo>
                  <a:lnTo>
                    <a:pt x="641749" y="752991"/>
                  </a:lnTo>
                  <a:lnTo>
                    <a:pt x="639827" y="752991"/>
                  </a:lnTo>
                  <a:lnTo>
                    <a:pt x="637906" y="752991"/>
                  </a:lnTo>
                  <a:lnTo>
                    <a:pt x="635985" y="752991"/>
                  </a:lnTo>
                  <a:lnTo>
                    <a:pt x="634063" y="752991"/>
                  </a:lnTo>
                  <a:lnTo>
                    <a:pt x="632142" y="752991"/>
                  </a:lnTo>
                  <a:lnTo>
                    <a:pt x="630220" y="752991"/>
                  </a:lnTo>
                  <a:lnTo>
                    <a:pt x="628299" y="752991"/>
                  </a:lnTo>
                  <a:lnTo>
                    <a:pt x="626378" y="752991"/>
                  </a:lnTo>
                  <a:lnTo>
                    <a:pt x="624456" y="752991"/>
                  </a:lnTo>
                  <a:lnTo>
                    <a:pt x="622535" y="752991"/>
                  </a:lnTo>
                  <a:lnTo>
                    <a:pt x="620613" y="752991"/>
                  </a:lnTo>
                  <a:lnTo>
                    <a:pt x="618692" y="752991"/>
                  </a:lnTo>
                  <a:lnTo>
                    <a:pt x="616771" y="752991"/>
                  </a:lnTo>
                  <a:lnTo>
                    <a:pt x="614849" y="752991"/>
                  </a:lnTo>
                  <a:lnTo>
                    <a:pt x="612928" y="752991"/>
                  </a:lnTo>
                  <a:lnTo>
                    <a:pt x="611006" y="752991"/>
                  </a:lnTo>
                  <a:lnTo>
                    <a:pt x="609085" y="752991"/>
                  </a:lnTo>
                  <a:lnTo>
                    <a:pt x="607164" y="752991"/>
                  </a:lnTo>
                  <a:lnTo>
                    <a:pt x="605242" y="752991"/>
                  </a:lnTo>
                  <a:lnTo>
                    <a:pt x="603321" y="752991"/>
                  </a:lnTo>
                  <a:lnTo>
                    <a:pt x="601399" y="752991"/>
                  </a:lnTo>
                  <a:lnTo>
                    <a:pt x="599478" y="752991"/>
                  </a:lnTo>
                  <a:lnTo>
                    <a:pt x="597557" y="752991"/>
                  </a:lnTo>
                  <a:lnTo>
                    <a:pt x="595635" y="752991"/>
                  </a:lnTo>
                  <a:lnTo>
                    <a:pt x="593714" y="752991"/>
                  </a:lnTo>
                  <a:lnTo>
                    <a:pt x="591792" y="752991"/>
                  </a:lnTo>
                  <a:lnTo>
                    <a:pt x="589871" y="752991"/>
                  </a:lnTo>
                  <a:lnTo>
                    <a:pt x="587950" y="752991"/>
                  </a:lnTo>
                  <a:lnTo>
                    <a:pt x="586028" y="752991"/>
                  </a:lnTo>
                  <a:lnTo>
                    <a:pt x="584107" y="752991"/>
                  </a:lnTo>
                  <a:lnTo>
                    <a:pt x="582185" y="752991"/>
                  </a:lnTo>
                  <a:lnTo>
                    <a:pt x="580264" y="752991"/>
                  </a:lnTo>
                  <a:lnTo>
                    <a:pt x="578342" y="752991"/>
                  </a:lnTo>
                  <a:lnTo>
                    <a:pt x="576421" y="752991"/>
                  </a:lnTo>
                  <a:lnTo>
                    <a:pt x="574500" y="752991"/>
                  </a:lnTo>
                  <a:lnTo>
                    <a:pt x="572578" y="752991"/>
                  </a:lnTo>
                  <a:lnTo>
                    <a:pt x="570657" y="752991"/>
                  </a:lnTo>
                  <a:lnTo>
                    <a:pt x="568735" y="752991"/>
                  </a:lnTo>
                  <a:lnTo>
                    <a:pt x="566814" y="752991"/>
                  </a:lnTo>
                  <a:lnTo>
                    <a:pt x="564893" y="752991"/>
                  </a:lnTo>
                  <a:lnTo>
                    <a:pt x="562971" y="752991"/>
                  </a:lnTo>
                  <a:lnTo>
                    <a:pt x="561050" y="752991"/>
                  </a:lnTo>
                  <a:lnTo>
                    <a:pt x="559128" y="752991"/>
                  </a:lnTo>
                  <a:lnTo>
                    <a:pt x="557207" y="752991"/>
                  </a:lnTo>
                  <a:lnTo>
                    <a:pt x="555286" y="752991"/>
                  </a:lnTo>
                  <a:lnTo>
                    <a:pt x="553364" y="752991"/>
                  </a:lnTo>
                  <a:lnTo>
                    <a:pt x="551443" y="752991"/>
                  </a:lnTo>
                  <a:lnTo>
                    <a:pt x="549521" y="752991"/>
                  </a:lnTo>
                  <a:lnTo>
                    <a:pt x="547600" y="752991"/>
                  </a:lnTo>
                  <a:lnTo>
                    <a:pt x="545679" y="752991"/>
                  </a:lnTo>
                  <a:lnTo>
                    <a:pt x="543757" y="752991"/>
                  </a:lnTo>
                  <a:lnTo>
                    <a:pt x="541836" y="752991"/>
                  </a:lnTo>
                  <a:lnTo>
                    <a:pt x="539914" y="752991"/>
                  </a:lnTo>
                  <a:lnTo>
                    <a:pt x="537993" y="752991"/>
                  </a:lnTo>
                  <a:lnTo>
                    <a:pt x="536072" y="752991"/>
                  </a:lnTo>
                  <a:lnTo>
                    <a:pt x="534150" y="752991"/>
                  </a:lnTo>
                  <a:lnTo>
                    <a:pt x="532229" y="752991"/>
                  </a:lnTo>
                  <a:lnTo>
                    <a:pt x="530307" y="752991"/>
                  </a:lnTo>
                  <a:lnTo>
                    <a:pt x="528386" y="752991"/>
                  </a:lnTo>
                  <a:lnTo>
                    <a:pt x="526465" y="752991"/>
                  </a:lnTo>
                  <a:lnTo>
                    <a:pt x="524543" y="752991"/>
                  </a:lnTo>
                  <a:lnTo>
                    <a:pt x="522622" y="752991"/>
                  </a:lnTo>
                  <a:lnTo>
                    <a:pt x="520700" y="752991"/>
                  </a:lnTo>
                  <a:lnTo>
                    <a:pt x="518779" y="752991"/>
                  </a:lnTo>
                  <a:lnTo>
                    <a:pt x="516858" y="752991"/>
                  </a:lnTo>
                  <a:lnTo>
                    <a:pt x="514936" y="752991"/>
                  </a:lnTo>
                  <a:lnTo>
                    <a:pt x="513015" y="752991"/>
                  </a:lnTo>
                  <a:lnTo>
                    <a:pt x="511093" y="752991"/>
                  </a:lnTo>
                  <a:lnTo>
                    <a:pt x="509172" y="752991"/>
                  </a:lnTo>
                  <a:lnTo>
                    <a:pt x="507250" y="752991"/>
                  </a:lnTo>
                  <a:lnTo>
                    <a:pt x="505329" y="752991"/>
                  </a:lnTo>
                  <a:lnTo>
                    <a:pt x="503408" y="752991"/>
                  </a:lnTo>
                  <a:lnTo>
                    <a:pt x="501486" y="752991"/>
                  </a:lnTo>
                  <a:lnTo>
                    <a:pt x="499565" y="752991"/>
                  </a:lnTo>
                  <a:lnTo>
                    <a:pt x="497643" y="752991"/>
                  </a:lnTo>
                  <a:lnTo>
                    <a:pt x="495722" y="752991"/>
                  </a:lnTo>
                  <a:lnTo>
                    <a:pt x="493801" y="752991"/>
                  </a:lnTo>
                  <a:lnTo>
                    <a:pt x="491879" y="752991"/>
                  </a:lnTo>
                  <a:lnTo>
                    <a:pt x="489958" y="752991"/>
                  </a:lnTo>
                  <a:lnTo>
                    <a:pt x="488036" y="752991"/>
                  </a:lnTo>
                  <a:lnTo>
                    <a:pt x="486115" y="752991"/>
                  </a:lnTo>
                  <a:lnTo>
                    <a:pt x="484194" y="752991"/>
                  </a:lnTo>
                  <a:lnTo>
                    <a:pt x="482272" y="752991"/>
                  </a:lnTo>
                  <a:lnTo>
                    <a:pt x="480351" y="752991"/>
                  </a:lnTo>
                  <a:lnTo>
                    <a:pt x="478429" y="752991"/>
                  </a:lnTo>
                  <a:lnTo>
                    <a:pt x="476508" y="752991"/>
                  </a:lnTo>
                  <a:lnTo>
                    <a:pt x="474587" y="752991"/>
                  </a:lnTo>
                  <a:lnTo>
                    <a:pt x="472665" y="752991"/>
                  </a:lnTo>
                  <a:lnTo>
                    <a:pt x="470744" y="752991"/>
                  </a:lnTo>
                  <a:lnTo>
                    <a:pt x="468822" y="752991"/>
                  </a:lnTo>
                  <a:lnTo>
                    <a:pt x="466901" y="752991"/>
                  </a:lnTo>
                  <a:lnTo>
                    <a:pt x="464980" y="752991"/>
                  </a:lnTo>
                  <a:lnTo>
                    <a:pt x="463058" y="752991"/>
                  </a:lnTo>
                  <a:lnTo>
                    <a:pt x="461137" y="752991"/>
                  </a:lnTo>
                  <a:lnTo>
                    <a:pt x="459215" y="752991"/>
                  </a:lnTo>
                  <a:lnTo>
                    <a:pt x="457294" y="752991"/>
                  </a:lnTo>
                  <a:lnTo>
                    <a:pt x="455373" y="752991"/>
                  </a:lnTo>
                  <a:lnTo>
                    <a:pt x="453451" y="752991"/>
                  </a:lnTo>
                  <a:lnTo>
                    <a:pt x="451530" y="752991"/>
                  </a:lnTo>
                  <a:lnTo>
                    <a:pt x="449608" y="752991"/>
                  </a:lnTo>
                  <a:lnTo>
                    <a:pt x="447687" y="752991"/>
                  </a:lnTo>
                  <a:lnTo>
                    <a:pt x="445766" y="752991"/>
                  </a:lnTo>
                  <a:lnTo>
                    <a:pt x="443844" y="752991"/>
                  </a:lnTo>
                  <a:lnTo>
                    <a:pt x="441923" y="752991"/>
                  </a:lnTo>
                  <a:lnTo>
                    <a:pt x="440001" y="752991"/>
                  </a:lnTo>
                  <a:lnTo>
                    <a:pt x="438080" y="752991"/>
                  </a:lnTo>
                  <a:lnTo>
                    <a:pt x="436159" y="752991"/>
                  </a:lnTo>
                  <a:lnTo>
                    <a:pt x="434237" y="752991"/>
                  </a:lnTo>
                  <a:lnTo>
                    <a:pt x="432316" y="752991"/>
                  </a:lnTo>
                  <a:lnTo>
                    <a:pt x="430394" y="752991"/>
                  </a:lnTo>
                  <a:lnTo>
                    <a:pt x="428473" y="752991"/>
                  </a:lnTo>
                  <a:lnTo>
                    <a:pt x="426551" y="752991"/>
                  </a:lnTo>
                  <a:lnTo>
                    <a:pt x="424630" y="752991"/>
                  </a:lnTo>
                  <a:lnTo>
                    <a:pt x="422709" y="752991"/>
                  </a:lnTo>
                  <a:lnTo>
                    <a:pt x="420787" y="752991"/>
                  </a:lnTo>
                  <a:lnTo>
                    <a:pt x="418866" y="752991"/>
                  </a:lnTo>
                  <a:lnTo>
                    <a:pt x="416944" y="752991"/>
                  </a:lnTo>
                  <a:lnTo>
                    <a:pt x="415023" y="752991"/>
                  </a:lnTo>
                  <a:lnTo>
                    <a:pt x="413102" y="752991"/>
                  </a:lnTo>
                  <a:lnTo>
                    <a:pt x="411180" y="752991"/>
                  </a:lnTo>
                  <a:lnTo>
                    <a:pt x="409259" y="752991"/>
                  </a:lnTo>
                  <a:lnTo>
                    <a:pt x="407337" y="752991"/>
                  </a:lnTo>
                  <a:lnTo>
                    <a:pt x="405416" y="752991"/>
                  </a:lnTo>
                  <a:lnTo>
                    <a:pt x="403495" y="752991"/>
                  </a:lnTo>
                  <a:lnTo>
                    <a:pt x="401573" y="752991"/>
                  </a:lnTo>
                  <a:lnTo>
                    <a:pt x="399652" y="752991"/>
                  </a:lnTo>
                  <a:lnTo>
                    <a:pt x="397730" y="752991"/>
                  </a:lnTo>
                  <a:lnTo>
                    <a:pt x="395809" y="752991"/>
                  </a:lnTo>
                  <a:lnTo>
                    <a:pt x="393888" y="752991"/>
                  </a:lnTo>
                  <a:lnTo>
                    <a:pt x="391966" y="752991"/>
                  </a:lnTo>
                  <a:lnTo>
                    <a:pt x="390045" y="752991"/>
                  </a:lnTo>
                  <a:lnTo>
                    <a:pt x="388123" y="752991"/>
                  </a:lnTo>
                  <a:lnTo>
                    <a:pt x="386202" y="752991"/>
                  </a:lnTo>
                  <a:lnTo>
                    <a:pt x="384281" y="752991"/>
                  </a:lnTo>
                  <a:lnTo>
                    <a:pt x="382359" y="752991"/>
                  </a:lnTo>
                  <a:lnTo>
                    <a:pt x="380438" y="752991"/>
                  </a:lnTo>
                  <a:lnTo>
                    <a:pt x="378516" y="752991"/>
                  </a:lnTo>
                  <a:lnTo>
                    <a:pt x="376595" y="752991"/>
                  </a:lnTo>
                  <a:lnTo>
                    <a:pt x="374674" y="752991"/>
                  </a:lnTo>
                  <a:lnTo>
                    <a:pt x="372752" y="752991"/>
                  </a:lnTo>
                  <a:lnTo>
                    <a:pt x="370831" y="752991"/>
                  </a:lnTo>
                  <a:lnTo>
                    <a:pt x="368909" y="752991"/>
                  </a:lnTo>
                  <a:lnTo>
                    <a:pt x="366988" y="752991"/>
                  </a:lnTo>
                  <a:lnTo>
                    <a:pt x="365067" y="752991"/>
                  </a:lnTo>
                  <a:lnTo>
                    <a:pt x="363145" y="752991"/>
                  </a:lnTo>
                  <a:lnTo>
                    <a:pt x="361224" y="752991"/>
                  </a:lnTo>
                  <a:lnTo>
                    <a:pt x="359302" y="752991"/>
                  </a:lnTo>
                  <a:lnTo>
                    <a:pt x="357381" y="752991"/>
                  </a:lnTo>
                  <a:lnTo>
                    <a:pt x="355459" y="752991"/>
                  </a:lnTo>
                  <a:lnTo>
                    <a:pt x="353538" y="752991"/>
                  </a:lnTo>
                  <a:lnTo>
                    <a:pt x="351617" y="752991"/>
                  </a:lnTo>
                  <a:lnTo>
                    <a:pt x="349695" y="752991"/>
                  </a:lnTo>
                  <a:lnTo>
                    <a:pt x="347774" y="752991"/>
                  </a:lnTo>
                  <a:lnTo>
                    <a:pt x="345852" y="752991"/>
                  </a:lnTo>
                  <a:lnTo>
                    <a:pt x="343931" y="752991"/>
                  </a:lnTo>
                  <a:lnTo>
                    <a:pt x="342010" y="752991"/>
                  </a:lnTo>
                  <a:lnTo>
                    <a:pt x="340088" y="752991"/>
                  </a:lnTo>
                  <a:lnTo>
                    <a:pt x="338167" y="752991"/>
                  </a:lnTo>
                  <a:lnTo>
                    <a:pt x="336245" y="752991"/>
                  </a:lnTo>
                  <a:lnTo>
                    <a:pt x="334324" y="752991"/>
                  </a:lnTo>
                  <a:lnTo>
                    <a:pt x="332403" y="752991"/>
                  </a:lnTo>
                  <a:lnTo>
                    <a:pt x="330481" y="752991"/>
                  </a:lnTo>
                  <a:lnTo>
                    <a:pt x="328560" y="752991"/>
                  </a:lnTo>
                  <a:lnTo>
                    <a:pt x="326638" y="752991"/>
                  </a:lnTo>
                  <a:lnTo>
                    <a:pt x="324717" y="752991"/>
                  </a:lnTo>
                  <a:lnTo>
                    <a:pt x="322796" y="752991"/>
                  </a:lnTo>
                  <a:lnTo>
                    <a:pt x="320874" y="752991"/>
                  </a:lnTo>
                  <a:lnTo>
                    <a:pt x="318953" y="752991"/>
                  </a:lnTo>
                  <a:lnTo>
                    <a:pt x="317031" y="752991"/>
                  </a:lnTo>
                  <a:lnTo>
                    <a:pt x="315110" y="752991"/>
                  </a:lnTo>
                  <a:lnTo>
                    <a:pt x="313189" y="752991"/>
                  </a:lnTo>
                  <a:lnTo>
                    <a:pt x="311267" y="752991"/>
                  </a:lnTo>
                  <a:lnTo>
                    <a:pt x="309346" y="752991"/>
                  </a:lnTo>
                  <a:lnTo>
                    <a:pt x="307424" y="752991"/>
                  </a:lnTo>
                  <a:lnTo>
                    <a:pt x="305503" y="752991"/>
                  </a:lnTo>
                  <a:lnTo>
                    <a:pt x="303582" y="752991"/>
                  </a:lnTo>
                  <a:lnTo>
                    <a:pt x="301660" y="752991"/>
                  </a:lnTo>
                  <a:lnTo>
                    <a:pt x="299739" y="752991"/>
                  </a:lnTo>
                  <a:lnTo>
                    <a:pt x="297817" y="752991"/>
                  </a:lnTo>
                  <a:lnTo>
                    <a:pt x="295896" y="752991"/>
                  </a:lnTo>
                  <a:lnTo>
                    <a:pt x="293975" y="752991"/>
                  </a:lnTo>
                  <a:lnTo>
                    <a:pt x="292053" y="752991"/>
                  </a:lnTo>
                  <a:lnTo>
                    <a:pt x="290132" y="752991"/>
                  </a:lnTo>
                  <a:lnTo>
                    <a:pt x="288210" y="752991"/>
                  </a:lnTo>
                  <a:lnTo>
                    <a:pt x="286289" y="752991"/>
                  </a:lnTo>
                  <a:lnTo>
                    <a:pt x="284367" y="752991"/>
                  </a:lnTo>
                  <a:lnTo>
                    <a:pt x="282446" y="752991"/>
                  </a:lnTo>
                  <a:lnTo>
                    <a:pt x="280525" y="752991"/>
                  </a:lnTo>
                  <a:lnTo>
                    <a:pt x="278603" y="752991"/>
                  </a:lnTo>
                  <a:lnTo>
                    <a:pt x="276682" y="752991"/>
                  </a:lnTo>
                  <a:lnTo>
                    <a:pt x="274760" y="752991"/>
                  </a:lnTo>
                  <a:lnTo>
                    <a:pt x="272839" y="752991"/>
                  </a:lnTo>
                  <a:lnTo>
                    <a:pt x="270918" y="752991"/>
                  </a:lnTo>
                  <a:lnTo>
                    <a:pt x="268996" y="752991"/>
                  </a:lnTo>
                  <a:lnTo>
                    <a:pt x="267075" y="752991"/>
                  </a:lnTo>
                  <a:lnTo>
                    <a:pt x="265153" y="752991"/>
                  </a:lnTo>
                  <a:lnTo>
                    <a:pt x="263232" y="752991"/>
                  </a:lnTo>
                  <a:lnTo>
                    <a:pt x="261311" y="752991"/>
                  </a:lnTo>
                  <a:lnTo>
                    <a:pt x="259389" y="752991"/>
                  </a:lnTo>
                  <a:lnTo>
                    <a:pt x="257468" y="752991"/>
                  </a:lnTo>
                  <a:lnTo>
                    <a:pt x="255546" y="752991"/>
                  </a:lnTo>
                  <a:lnTo>
                    <a:pt x="253625" y="752991"/>
                  </a:lnTo>
                  <a:lnTo>
                    <a:pt x="251704" y="752991"/>
                  </a:lnTo>
                  <a:lnTo>
                    <a:pt x="249782" y="752991"/>
                  </a:lnTo>
                  <a:lnTo>
                    <a:pt x="247861" y="752991"/>
                  </a:lnTo>
                  <a:lnTo>
                    <a:pt x="245939" y="752991"/>
                  </a:lnTo>
                  <a:lnTo>
                    <a:pt x="244018" y="752991"/>
                  </a:lnTo>
                  <a:lnTo>
                    <a:pt x="242097" y="752991"/>
                  </a:lnTo>
                  <a:lnTo>
                    <a:pt x="240175" y="752991"/>
                  </a:lnTo>
                  <a:lnTo>
                    <a:pt x="238254" y="752991"/>
                  </a:lnTo>
                  <a:lnTo>
                    <a:pt x="236332" y="752991"/>
                  </a:lnTo>
                  <a:lnTo>
                    <a:pt x="234411" y="752991"/>
                  </a:lnTo>
                  <a:lnTo>
                    <a:pt x="232490" y="752991"/>
                  </a:lnTo>
                  <a:lnTo>
                    <a:pt x="230568" y="752991"/>
                  </a:lnTo>
                  <a:lnTo>
                    <a:pt x="228647" y="752991"/>
                  </a:lnTo>
                  <a:lnTo>
                    <a:pt x="226725" y="752991"/>
                  </a:lnTo>
                  <a:lnTo>
                    <a:pt x="224804" y="752991"/>
                  </a:lnTo>
                  <a:lnTo>
                    <a:pt x="222883" y="752991"/>
                  </a:lnTo>
                  <a:lnTo>
                    <a:pt x="220961" y="752991"/>
                  </a:lnTo>
                  <a:lnTo>
                    <a:pt x="219040" y="752991"/>
                  </a:lnTo>
                  <a:lnTo>
                    <a:pt x="217118" y="752991"/>
                  </a:lnTo>
                  <a:lnTo>
                    <a:pt x="215197" y="752991"/>
                  </a:lnTo>
                  <a:lnTo>
                    <a:pt x="213275" y="752991"/>
                  </a:lnTo>
                  <a:lnTo>
                    <a:pt x="211354" y="752991"/>
                  </a:lnTo>
                  <a:lnTo>
                    <a:pt x="209433" y="752991"/>
                  </a:lnTo>
                  <a:lnTo>
                    <a:pt x="207511" y="752991"/>
                  </a:lnTo>
                  <a:lnTo>
                    <a:pt x="205590" y="752991"/>
                  </a:lnTo>
                  <a:lnTo>
                    <a:pt x="203668" y="752991"/>
                  </a:lnTo>
                  <a:lnTo>
                    <a:pt x="201747" y="752991"/>
                  </a:lnTo>
                  <a:lnTo>
                    <a:pt x="199826" y="752991"/>
                  </a:lnTo>
                  <a:lnTo>
                    <a:pt x="197904" y="752991"/>
                  </a:lnTo>
                  <a:lnTo>
                    <a:pt x="195983" y="752991"/>
                  </a:lnTo>
                  <a:lnTo>
                    <a:pt x="194061" y="752991"/>
                  </a:lnTo>
                  <a:lnTo>
                    <a:pt x="192140" y="752991"/>
                  </a:lnTo>
                  <a:lnTo>
                    <a:pt x="190219" y="752991"/>
                  </a:lnTo>
                  <a:lnTo>
                    <a:pt x="188297" y="752991"/>
                  </a:lnTo>
                  <a:lnTo>
                    <a:pt x="186376" y="752991"/>
                  </a:lnTo>
                  <a:lnTo>
                    <a:pt x="184454" y="752991"/>
                  </a:lnTo>
                  <a:lnTo>
                    <a:pt x="182533" y="752991"/>
                  </a:lnTo>
                  <a:lnTo>
                    <a:pt x="180612" y="752991"/>
                  </a:lnTo>
                  <a:lnTo>
                    <a:pt x="178690" y="752991"/>
                  </a:lnTo>
                  <a:lnTo>
                    <a:pt x="176769" y="752991"/>
                  </a:lnTo>
                  <a:lnTo>
                    <a:pt x="174847" y="752991"/>
                  </a:lnTo>
                  <a:lnTo>
                    <a:pt x="172926" y="752991"/>
                  </a:lnTo>
                  <a:lnTo>
                    <a:pt x="171005" y="752991"/>
                  </a:lnTo>
                  <a:lnTo>
                    <a:pt x="169083" y="752991"/>
                  </a:lnTo>
                  <a:lnTo>
                    <a:pt x="167162" y="752991"/>
                  </a:lnTo>
                  <a:lnTo>
                    <a:pt x="165240" y="752991"/>
                  </a:lnTo>
                  <a:lnTo>
                    <a:pt x="163319" y="752991"/>
                  </a:lnTo>
                  <a:lnTo>
                    <a:pt x="161398" y="752991"/>
                  </a:lnTo>
                  <a:lnTo>
                    <a:pt x="159476" y="752991"/>
                  </a:lnTo>
                  <a:lnTo>
                    <a:pt x="157555" y="752991"/>
                  </a:lnTo>
                  <a:lnTo>
                    <a:pt x="155633" y="752991"/>
                  </a:lnTo>
                  <a:lnTo>
                    <a:pt x="153712" y="752991"/>
                  </a:lnTo>
                  <a:lnTo>
                    <a:pt x="151791" y="752991"/>
                  </a:lnTo>
                  <a:lnTo>
                    <a:pt x="149869" y="752991"/>
                  </a:lnTo>
                  <a:lnTo>
                    <a:pt x="147948" y="752991"/>
                  </a:lnTo>
                  <a:lnTo>
                    <a:pt x="146026" y="752991"/>
                  </a:lnTo>
                  <a:lnTo>
                    <a:pt x="144105" y="752991"/>
                  </a:lnTo>
                  <a:lnTo>
                    <a:pt x="142183" y="752991"/>
                  </a:lnTo>
                  <a:lnTo>
                    <a:pt x="140262" y="752991"/>
                  </a:lnTo>
                  <a:lnTo>
                    <a:pt x="138341" y="752991"/>
                  </a:lnTo>
                  <a:lnTo>
                    <a:pt x="136419" y="752991"/>
                  </a:lnTo>
                  <a:lnTo>
                    <a:pt x="134498" y="752991"/>
                  </a:lnTo>
                  <a:lnTo>
                    <a:pt x="132576" y="752991"/>
                  </a:lnTo>
                  <a:lnTo>
                    <a:pt x="130655" y="752991"/>
                  </a:lnTo>
                  <a:lnTo>
                    <a:pt x="128734" y="752991"/>
                  </a:lnTo>
                  <a:lnTo>
                    <a:pt x="126812" y="752991"/>
                  </a:lnTo>
                  <a:lnTo>
                    <a:pt x="124891" y="752991"/>
                  </a:lnTo>
                  <a:lnTo>
                    <a:pt x="122969" y="752991"/>
                  </a:lnTo>
                  <a:lnTo>
                    <a:pt x="121048" y="752991"/>
                  </a:lnTo>
                  <a:lnTo>
                    <a:pt x="119127" y="752991"/>
                  </a:lnTo>
                  <a:lnTo>
                    <a:pt x="117205" y="752991"/>
                  </a:lnTo>
                  <a:lnTo>
                    <a:pt x="115284" y="752991"/>
                  </a:lnTo>
                  <a:lnTo>
                    <a:pt x="113362" y="752991"/>
                  </a:lnTo>
                  <a:lnTo>
                    <a:pt x="111441" y="752991"/>
                  </a:lnTo>
                  <a:lnTo>
                    <a:pt x="109520" y="752991"/>
                  </a:lnTo>
                  <a:lnTo>
                    <a:pt x="107598" y="752991"/>
                  </a:lnTo>
                  <a:lnTo>
                    <a:pt x="105677" y="752991"/>
                  </a:lnTo>
                  <a:lnTo>
                    <a:pt x="103755" y="752991"/>
                  </a:lnTo>
                  <a:lnTo>
                    <a:pt x="101834" y="752991"/>
                  </a:lnTo>
                  <a:lnTo>
                    <a:pt x="99913" y="752991"/>
                  </a:lnTo>
                  <a:lnTo>
                    <a:pt x="97991" y="752991"/>
                  </a:lnTo>
                  <a:lnTo>
                    <a:pt x="96070" y="752991"/>
                  </a:lnTo>
                  <a:lnTo>
                    <a:pt x="94148" y="752991"/>
                  </a:lnTo>
                  <a:lnTo>
                    <a:pt x="92227" y="752991"/>
                  </a:lnTo>
                  <a:lnTo>
                    <a:pt x="90306" y="752991"/>
                  </a:lnTo>
                  <a:lnTo>
                    <a:pt x="88384" y="752991"/>
                  </a:lnTo>
                  <a:lnTo>
                    <a:pt x="86463" y="752991"/>
                  </a:lnTo>
                  <a:lnTo>
                    <a:pt x="84541" y="752991"/>
                  </a:lnTo>
                  <a:lnTo>
                    <a:pt x="82620" y="752991"/>
                  </a:lnTo>
                  <a:lnTo>
                    <a:pt x="80699" y="752991"/>
                  </a:lnTo>
                  <a:lnTo>
                    <a:pt x="78777" y="752991"/>
                  </a:lnTo>
                  <a:lnTo>
                    <a:pt x="76856" y="752991"/>
                  </a:lnTo>
                  <a:lnTo>
                    <a:pt x="74934" y="752991"/>
                  </a:lnTo>
                  <a:lnTo>
                    <a:pt x="73013" y="752991"/>
                  </a:lnTo>
                  <a:lnTo>
                    <a:pt x="71091" y="752991"/>
                  </a:lnTo>
                  <a:lnTo>
                    <a:pt x="69170" y="752991"/>
                  </a:lnTo>
                  <a:lnTo>
                    <a:pt x="67249" y="752991"/>
                  </a:lnTo>
                  <a:lnTo>
                    <a:pt x="65327" y="752991"/>
                  </a:lnTo>
                  <a:lnTo>
                    <a:pt x="63406" y="752991"/>
                  </a:lnTo>
                  <a:lnTo>
                    <a:pt x="61484" y="752991"/>
                  </a:lnTo>
                  <a:lnTo>
                    <a:pt x="59563" y="752991"/>
                  </a:lnTo>
                  <a:lnTo>
                    <a:pt x="57642" y="752991"/>
                  </a:lnTo>
                  <a:lnTo>
                    <a:pt x="55720" y="752991"/>
                  </a:lnTo>
                  <a:lnTo>
                    <a:pt x="53799" y="752991"/>
                  </a:lnTo>
                  <a:lnTo>
                    <a:pt x="51877" y="752991"/>
                  </a:lnTo>
                  <a:lnTo>
                    <a:pt x="49956" y="752991"/>
                  </a:lnTo>
                  <a:lnTo>
                    <a:pt x="48035" y="752991"/>
                  </a:lnTo>
                  <a:lnTo>
                    <a:pt x="46113" y="752991"/>
                  </a:lnTo>
                  <a:lnTo>
                    <a:pt x="44192" y="752991"/>
                  </a:lnTo>
                  <a:lnTo>
                    <a:pt x="42270" y="752991"/>
                  </a:lnTo>
                  <a:lnTo>
                    <a:pt x="40349" y="752991"/>
                  </a:lnTo>
                  <a:lnTo>
                    <a:pt x="38428" y="752991"/>
                  </a:lnTo>
                  <a:lnTo>
                    <a:pt x="36506" y="752991"/>
                  </a:lnTo>
                  <a:lnTo>
                    <a:pt x="34585" y="752991"/>
                  </a:lnTo>
                  <a:lnTo>
                    <a:pt x="32663" y="752991"/>
                  </a:lnTo>
                  <a:lnTo>
                    <a:pt x="30742" y="752991"/>
                  </a:lnTo>
                  <a:lnTo>
                    <a:pt x="28821" y="752991"/>
                  </a:lnTo>
                  <a:lnTo>
                    <a:pt x="26899" y="752991"/>
                  </a:lnTo>
                  <a:lnTo>
                    <a:pt x="24978" y="752991"/>
                  </a:lnTo>
                  <a:lnTo>
                    <a:pt x="23056" y="752991"/>
                  </a:lnTo>
                  <a:lnTo>
                    <a:pt x="21135" y="752991"/>
                  </a:lnTo>
                  <a:lnTo>
                    <a:pt x="19214" y="752991"/>
                  </a:lnTo>
                  <a:lnTo>
                    <a:pt x="17292" y="752991"/>
                  </a:lnTo>
                  <a:lnTo>
                    <a:pt x="15371" y="752991"/>
                  </a:lnTo>
                  <a:lnTo>
                    <a:pt x="13449" y="752991"/>
                  </a:lnTo>
                  <a:lnTo>
                    <a:pt x="11528" y="752991"/>
                  </a:lnTo>
                  <a:lnTo>
                    <a:pt x="9607" y="752991"/>
                  </a:lnTo>
                  <a:lnTo>
                    <a:pt x="7685" y="752991"/>
                  </a:lnTo>
                  <a:lnTo>
                    <a:pt x="5764" y="752991"/>
                  </a:lnTo>
                  <a:lnTo>
                    <a:pt x="3842" y="752991"/>
                  </a:lnTo>
                  <a:lnTo>
                    <a:pt x="1921" y="75299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4248562" y="2030031"/>
              <a:ext cx="981838" cy="752991"/>
            </a:xfrm>
            <a:custGeom>
              <a:avLst/>
              <a:pathLst>
                <a:path w="981838" h="752991">
                  <a:moveTo>
                    <a:pt x="0" y="752991"/>
                  </a:moveTo>
                  <a:lnTo>
                    <a:pt x="1921" y="752991"/>
                  </a:lnTo>
                  <a:lnTo>
                    <a:pt x="3842" y="752991"/>
                  </a:lnTo>
                  <a:lnTo>
                    <a:pt x="5764" y="752991"/>
                  </a:lnTo>
                  <a:lnTo>
                    <a:pt x="7685" y="752991"/>
                  </a:lnTo>
                  <a:lnTo>
                    <a:pt x="9607" y="752991"/>
                  </a:lnTo>
                  <a:lnTo>
                    <a:pt x="11528" y="752991"/>
                  </a:lnTo>
                  <a:lnTo>
                    <a:pt x="13449" y="752991"/>
                  </a:lnTo>
                  <a:lnTo>
                    <a:pt x="15371" y="752991"/>
                  </a:lnTo>
                  <a:lnTo>
                    <a:pt x="17292" y="752991"/>
                  </a:lnTo>
                  <a:lnTo>
                    <a:pt x="19214" y="752991"/>
                  </a:lnTo>
                  <a:lnTo>
                    <a:pt x="21135" y="752991"/>
                  </a:lnTo>
                  <a:lnTo>
                    <a:pt x="23056" y="752991"/>
                  </a:lnTo>
                  <a:lnTo>
                    <a:pt x="24978" y="752991"/>
                  </a:lnTo>
                  <a:lnTo>
                    <a:pt x="26899" y="752991"/>
                  </a:lnTo>
                  <a:lnTo>
                    <a:pt x="28821" y="752991"/>
                  </a:lnTo>
                  <a:lnTo>
                    <a:pt x="30742" y="752991"/>
                  </a:lnTo>
                  <a:lnTo>
                    <a:pt x="32663" y="752991"/>
                  </a:lnTo>
                  <a:lnTo>
                    <a:pt x="34585" y="752991"/>
                  </a:lnTo>
                  <a:lnTo>
                    <a:pt x="36506" y="752991"/>
                  </a:lnTo>
                  <a:lnTo>
                    <a:pt x="38428" y="752991"/>
                  </a:lnTo>
                  <a:lnTo>
                    <a:pt x="40349" y="752991"/>
                  </a:lnTo>
                  <a:lnTo>
                    <a:pt x="42270" y="752991"/>
                  </a:lnTo>
                  <a:lnTo>
                    <a:pt x="44192" y="752991"/>
                  </a:lnTo>
                  <a:lnTo>
                    <a:pt x="46113" y="752991"/>
                  </a:lnTo>
                  <a:lnTo>
                    <a:pt x="48035" y="752991"/>
                  </a:lnTo>
                  <a:lnTo>
                    <a:pt x="49956" y="752991"/>
                  </a:lnTo>
                  <a:lnTo>
                    <a:pt x="51877" y="752991"/>
                  </a:lnTo>
                  <a:lnTo>
                    <a:pt x="53799" y="752991"/>
                  </a:lnTo>
                  <a:lnTo>
                    <a:pt x="55720" y="752991"/>
                  </a:lnTo>
                  <a:lnTo>
                    <a:pt x="57642" y="752991"/>
                  </a:lnTo>
                  <a:lnTo>
                    <a:pt x="59563" y="752990"/>
                  </a:lnTo>
                  <a:lnTo>
                    <a:pt x="61484" y="752989"/>
                  </a:lnTo>
                  <a:lnTo>
                    <a:pt x="63406" y="752985"/>
                  </a:lnTo>
                  <a:lnTo>
                    <a:pt x="65327" y="752977"/>
                  </a:lnTo>
                  <a:lnTo>
                    <a:pt x="67249" y="752961"/>
                  </a:lnTo>
                  <a:lnTo>
                    <a:pt x="69170" y="752928"/>
                  </a:lnTo>
                  <a:lnTo>
                    <a:pt x="71091" y="752868"/>
                  </a:lnTo>
                  <a:lnTo>
                    <a:pt x="73013" y="752765"/>
                  </a:lnTo>
                  <a:lnTo>
                    <a:pt x="74934" y="752595"/>
                  </a:lnTo>
                  <a:lnTo>
                    <a:pt x="76856" y="752333"/>
                  </a:lnTo>
                  <a:lnTo>
                    <a:pt x="78777" y="751952"/>
                  </a:lnTo>
                  <a:lnTo>
                    <a:pt x="80699" y="751428"/>
                  </a:lnTo>
                  <a:lnTo>
                    <a:pt x="82620" y="750747"/>
                  </a:lnTo>
                  <a:lnTo>
                    <a:pt x="84541" y="749907"/>
                  </a:lnTo>
                  <a:lnTo>
                    <a:pt x="86463" y="748920"/>
                  </a:lnTo>
                  <a:lnTo>
                    <a:pt x="88384" y="747824"/>
                  </a:lnTo>
                  <a:lnTo>
                    <a:pt x="90306" y="746646"/>
                  </a:lnTo>
                  <a:lnTo>
                    <a:pt x="92227" y="745408"/>
                  </a:lnTo>
                  <a:lnTo>
                    <a:pt x="94148" y="744119"/>
                  </a:lnTo>
                  <a:lnTo>
                    <a:pt x="96070" y="742785"/>
                  </a:lnTo>
                  <a:lnTo>
                    <a:pt x="97991" y="741420"/>
                  </a:lnTo>
                  <a:lnTo>
                    <a:pt x="99913" y="740062"/>
                  </a:lnTo>
                  <a:lnTo>
                    <a:pt x="101834" y="738780"/>
                  </a:lnTo>
                  <a:lnTo>
                    <a:pt x="103755" y="737672"/>
                  </a:lnTo>
                  <a:lnTo>
                    <a:pt x="105677" y="736847"/>
                  </a:lnTo>
                  <a:lnTo>
                    <a:pt x="107598" y="736391"/>
                  </a:lnTo>
                  <a:lnTo>
                    <a:pt x="109520" y="736339"/>
                  </a:lnTo>
                  <a:lnTo>
                    <a:pt x="111441" y="736655"/>
                  </a:lnTo>
                  <a:lnTo>
                    <a:pt x="113362" y="737228"/>
                  </a:lnTo>
                  <a:lnTo>
                    <a:pt x="115284" y="737899"/>
                  </a:lnTo>
                  <a:lnTo>
                    <a:pt x="117205" y="738490"/>
                  </a:lnTo>
                  <a:lnTo>
                    <a:pt x="119127" y="738885"/>
                  </a:lnTo>
                  <a:lnTo>
                    <a:pt x="121048" y="739061"/>
                  </a:lnTo>
                  <a:lnTo>
                    <a:pt x="122969" y="739078"/>
                  </a:lnTo>
                  <a:lnTo>
                    <a:pt x="124891" y="739052"/>
                  </a:lnTo>
                  <a:lnTo>
                    <a:pt x="126812" y="739117"/>
                  </a:lnTo>
                  <a:lnTo>
                    <a:pt x="128734" y="739369"/>
                  </a:lnTo>
                  <a:lnTo>
                    <a:pt x="130655" y="739838"/>
                  </a:lnTo>
                  <a:lnTo>
                    <a:pt x="132576" y="740468"/>
                  </a:lnTo>
                  <a:lnTo>
                    <a:pt x="134498" y="741131"/>
                  </a:lnTo>
                  <a:lnTo>
                    <a:pt x="136419" y="741664"/>
                  </a:lnTo>
                  <a:lnTo>
                    <a:pt x="138341" y="741911"/>
                  </a:lnTo>
                  <a:lnTo>
                    <a:pt x="140262" y="741767"/>
                  </a:lnTo>
                  <a:lnTo>
                    <a:pt x="142183" y="741211"/>
                  </a:lnTo>
                  <a:lnTo>
                    <a:pt x="144105" y="740312"/>
                  </a:lnTo>
                  <a:lnTo>
                    <a:pt x="146026" y="739217"/>
                  </a:lnTo>
                  <a:lnTo>
                    <a:pt x="147948" y="738135"/>
                  </a:lnTo>
                  <a:lnTo>
                    <a:pt x="149869" y="737285"/>
                  </a:lnTo>
                  <a:lnTo>
                    <a:pt x="151791" y="736827"/>
                  </a:lnTo>
                  <a:lnTo>
                    <a:pt x="153712" y="736857"/>
                  </a:lnTo>
                  <a:lnTo>
                    <a:pt x="155633" y="737397"/>
                  </a:lnTo>
                  <a:lnTo>
                    <a:pt x="157555" y="738393"/>
                  </a:lnTo>
                  <a:lnTo>
                    <a:pt x="159476" y="739732"/>
                  </a:lnTo>
                  <a:lnTo>
                    <a:pt x="161398" y="741267"/>
                  </a:lnTo>
                  <a:lnTo>
                    <a:pt x="163319" y="742839"/>
                  </a:lnTo>
                  <a:lnTo>
                    <a:pt x="165240" y="744308"/>
                  </a:lnTo>
                  <a:lnTo>
                    <a:pt x="167162" y="745571"/>
                  </a:lnTo>
                  <a:lnTo>
                    <a:pt x="169083" y="746570"/>
                  </a:lnTo>
                  <a:lnTo>
                    <a:pt x="171005" y="747300"/>
                  </a:lnTo>
                  <a:lnTo>
                    <a:pt x="172926" y="747797"/>
                  </a:lnTo>
                  <a:lnTo>
                    <a:pt x="174847" y="748129"/>
                  </a:lnTo>
                  <a:lnTo>
                    <a:pt x="176769" y="748374"/>
                  </a:lnTo>
                  <a:lnTo>
                    <a:pt x="178690" y="748602"/>
                  </a:lnTo>
                  <a:lnTo>
                    <a:pt x="180612" y="748853"/>
                  </a:lnTo>
                  <a:lnTo>
                    <a:pt x="182533" y="749120"/>
                  </a:lnTo>
                  <a:lnTo>
                    <a:pt x="184454" y="749351"/>
                  </a:lnTo>
                  <a:lnTo>
                    <a:pt x="186376" y="749463"/>
                  </a:lnTo>
                  <a:lnTo>
                    <a:pt x="188297" y="749352"/>
                  </a:lnTo>
                  <a:lnTo>
                    <a:pt x="190219" y="748912"/>
                  </a:lnTo>
                  <a:lnTo>
                    <a:pt x="192140" y="748061"/>
                  </a:lnTo>
                  <a:lnTo>
                    <a:pt x="194061" y="746756"/>
                  </a:lnTo>
                  <a:lnTo>
                    <a:pt x="195983" y="745010"/>
                  </a:lnTo>
                  <a:lnTo>
                    <a:pt x="197904" y="742908"/>
                  </a:lnTo>
                  <a:lnTo>
                    <a:pt x="199826" y="740603"/>
                  </a:lnTo>
                  <a:lnTo>
                    <a:pt x="201747" y="738304"/>
                  </a:lnTo>
                  <a:lnTo>
                    <a:pt x="203668" y="736249"/>
                  </a:lnTo>
                  <a:lnTo>
                    <a:pt x="205590" y="734663"/>
                  </a:lnTo>
                  <a:lnTo>
                    <a:pt x="207511" y="733713"/>
                  </a:lnTo>
                  <a:lnTo>
                    <a:pt x="209433" y="733474"/>
                  </a:lnTo>
                  <a:lnTo>
                    <a:pt x="211354" y="733921"/>
                  </a:lnTo>
                  <a:lnTo>
                    <a:pt x="213275" y="734836"/>
                  </a:lnTo>
                  <a:lnTo>
                    <a:pt x="215197" y="735990"/>
                  </a:lnTo>
                  <a:lnTo>
                    <a:pt x="217118" y="737140"/>
                  </a:lnTo>
                  <a:lnTo>
                    <a:pt x="219040" y="738083"/>
                  </a:lnTo>
                  <a:lnTo>
                    <a:pt x="220961" y="738675"/>
                  </a:lnTo>
                  <a:lnTo>
                    <a:pt x="222883" y="738843"/>
                  </a:lnTo>
                  <a:lnTo>
                    <a:pt x="224804" y="738567"/>
                  </a:lnTo>
                  <a:lnTo>
                    <a:pt x="226725" y="737857"/>
                  </a:lnTo>
                  <a:lnTo>
                    <a:pt x="228647" y="736726"/>
                  </a:lnTo>
                  <a:lnTo>
                    <a:pt x="230568" y="735167"/>
                  </a:lnTo>
                  <a:lnTo>
                    <a:pt x="232490" y="733145"/>
                  </a:lnTo>
                  <a:lnTo>
                    <a:pt x="234411" y="730608"/>
                  </a:lnTo>
                  <a:lnTo>
                    <a:pt x="236332" y="727514"/>
                  </a:lnTo>
                  <a:lnTo>
                    <a:pt x="238254" y="723861"/>
                  </a:lnTo>
                  <a:lnTo>
                    <a:pt x="240175" y="719715"/>
                  </a:lnTo>
                  <a:lnTo>
                    <a:pt x="242097" y="715218"/>
                  </a:lnTo>
                  <a:lnTo>
                    <a:pt x="244018" y="710621"/>
                  </a:lnTo>
                  <a:lnTo>
                    <a:pt x="245939" y="706166"/>
                  </a:lnTo>
                  <a:lnTo>
                    <a:pt x="247861" y="702050"/>
                  </a:lnTo>
                  <a:lnTo>
                    <a:pt x="249782" y="698396"/>
                  </a:lnTo>
                  <a:lnTo>
                    <a:pt x="251704" y="695226"/>
                  </a:lnTo>
                  <a:lnTo>
                    <a:pt x="253625" y="692471"/>
                  </a:lnTo>
                  <a:lnTo>
                    <a:pt x="255546" y="689990"/>
                  </a:lnTo>
                  <a:lnTo>
                    <a:pt x="257468" y="687607"/>
                  </a:lnTo>
                  <a:lnTo>
                    <a:pt x="259389" y="685149"/>
                  </a:lnTo>
                  <a:lnTo>
                    <a:pt x="261311" y="682468"/>
                  </a:lnTo>
                  <a:lnTo>
                    <a:pt x="263232" y="679460"/>
                  </a:lnTo>
                  <a:lnTo>
                    <a:pt x="265153" y="676068"/>
                  </a:lnTo>
                  <a:lnTo>
                    <a:pt x="267075" y="672270"/>
                  </a:lnTo>
                  <a:lnTo>
                    <a:pt x="268996" y="668065"/>
                  </a:lnTo>
                  <a:lnTo>
                    <a:pt x="270918" y="663449"/>
                  </a:lnTo>
                  <a:lnTo>
                    <a:pt x="272839" y="658379"/>
                  </a:lnTo>
                  <a:lnTo>
                    <a:pt x="274760" y="652794"/>
                  </a:lnTo>
                  <a:lnTo>
                    <a:pt x="276682" y="646622"/>
                  </a:lnTo>
                  <a:lnTo>
                    <a:pt x="278603" y="639757"/>
                  </a:lnTo>
                  <a:lnTo>
                    <a:pt x="280525" y="632080"/>
                  </a:lnTo>
                  <a:lnTo>
                    <a:pt x="282446" y="623453"/>
                  </a:lnTo>
                  <a:lnTo>
                    <a:pt x="284367" y="613693"/>
                  </a:lnTo>
                  <a:lnTo>
                    <a:pt x="286289" y="602539"/>
                  </a:lnTo>
                  <a:lnTo>
                    <a:pt x="288210" y="589598"/>
                  </a:lnTo>
                  <a:lnTo>
                    <a:pt x="290132" y="574300"/>
                  </a:lnTo>
                  <a:lnTo>
                    <a:pt x="292053" y="555871"/>
                  </a:lnTo>
                  <a:lnTo>
                    <a:pt x="293975" y="533336"/>
                  </a:lnTo>
                  <a:lnTo>
                    <a:pt x="295896" y="505594"/>
                  </a:lnTo>
                  <a:lnTo>
                    <a:pt x="297817" y="471560"/>
                  </a:lnTo>
                  <a:lnTo>
                    <a:pt x="299739" y="430392"/>
                  </a:lnTo>
                  <a:lnTo>
                    <a:pt x="301660" y="381769"/>
                  </a:lnTo>
                  <a:lnTo>
                    <a:pt x="303582" y="326096"/>
                  </a:lnTo>
                  <a:lnTo>
                    <a:pt x="305503" y="265015"/>
                  </a:lnTo>
                  <a:lnTo>
                    <a:pt x="307424" y="201848"/>
                  </a:lnTo>
                  <a:lnTo>
                    <a:pt x="309346" y="140507"/>
                  </a:lnTo>
                  <a:lnTo>
                    <a:pt x="311267" y="85475"/>
                  </a:lnTo>
                  <a:lnTo>
                    <a:pt x="313189" y="41265"/>
                  </a:lnTo>
                  <a:lnTo>
                    <a:pt x="315110" y="11824"/>
                  </a:lnTo>
                  <a:lnTo>
                    <a:pt x="317031" y="0"/>
                  </a:lnTo>
                  <a:lnTo>
                    <a:pt x="318953" y="7151"/>
                  </a:lnTo>
                  <a:lnTo>
                    <a:pt x="320874" y="32993"/>
                  </a:lnTo>
                  <a:lnTo>
                    <a:pt x="322796" y="75681"/>
                  </a:lnTo>
                  <a:lnTo>
                    <a:pt x="324717" y="132104"/>
                  </a:lnTo>
                  <a:lnTo>
                    <a:pt x="326638" y="198327"/>
                  </a:lnTo>
                  <a:lnTo>
                    <a:pt x="328560" y="270082"/>
                  </a:lnTo>
                  <a:lnTo>
                    <a:pt x="330481" y="343232"/>
                  </a:lnTo>
                  <a:lnTo>
                    <a:pt x="332403" y="414128"/>
                  </a:lnTo>
                  <a:lnTo>
                    <a:pt x="334324" y="479859"/>
                  </a:lnTo>
                  <a:lnTo>
                    <a:pt x="336245" y="537790"/>
                  </a:lnTo>
                  <a:lnTo>
                    <a:pt x="338167" y="587217"/>
                  </a:lnTo>
                  <a:lnTo>
                    <a:pt x="340088" y="627883"/>
                  </a:lnTo>
                  <a:lnTo>
                    <a:pt x="342010" y="660110"/>
                  </a:lnTo>
                  <a:lnTo>
                    <a:pt x="343931" y="684654"/>
                  </a:lnTo>
                  <a:lnTo>
                    <a:pt x="345852" y="702536"/>
                  </a:lnTo>
                  <a:lnTo>
                    <a:pt x="347774" y="714888"/>
                  </a:lnTo>
                  <a:lnTo>
                    <a:pt x="349695" y="722830"/>
                  </a:lnTo>
                  <a:lnTo>
                    <a:pt x="351617" y="727386"/>
                  </a:lnTo>
                  <a:lnTo>
                    <a:pt x="353538" y="729439"/>
                  </a:lnTo>
                  <a:lnTo>
                    <a:pt x="355459" y="729722"/>
                  </a:lnTo>
                  <a:lnTo>
                    <a:pt x="357381" y="728831"/>
                  </a:lnTo>
                  <a:lnTo>
                    <a:pt x="359302" y="727246"/>
                  </a:lnTo>
                  <a:lnTo>
                    <a:pt x="361224" y="725348"/>
                  </a:lnTo>
                  <a:lnTo>
                    <a:pt x="363145" y="723429"/>
                  </a:lnTo>
                  <a:lnTo>
                    <a:pt x="365067" y="721684"/>
                  </a:lnTo>
                  <a:lnTo>
                    <a:pt x="366988" y="720208"/>
                  </a:lnTo>
                  <a:lnTo>
                    <a:pt x="368909" y="718948"/>
                  </a:lnTo>
                  <a:lnTo>
                    <a:pt x="370831" y="717734"/>
                  </a:lnTo>
                  <a:lnTo>
                    <a:pt x="372752" y="716319"/>
                  </a:lnTo>
                  <a:lnTo>
                    <a:pt x="374674" y="714411"/>
                  </a:lnTo>
                  <a:lnTo>
                    <a:pt x="376595" y="711697"/>
                  </a:lnTo>
                  <a:lnTo>
                    <a:pt x="378516" y="707884"/>
                  </a:lnTo>
                  <a:lnTo>
                    <a:pt x="380438" y="702713"/>
                  </a:lnTo>
                  <a:lnTo>
                    <a:pt x="382359" y="695976"/>
                  </a:lnTo>
                  <a:lnTo>
                    <a:pt x="384281" y="687541"/>
                  </a:lnTo>
                  <a:lnTo>
                    <a:pt x="386202" y="677388"/>
                  </a:lnTo>
                  <a:lnTo>
                    <a:pt x="388123" y="665652"/>
                  </a:lnTo>
                  <a:lnTo>
                    <a:pt x="390045" y="652683"/>
                  </a:lnTo>
                  <a:lnTo>
                    <a:pt x="391966" y="639080"/>
                  </a:lnTo>
                  <a:lnTo>
                    <a:pt x="393888" y="625694"/>
                  </a:lnTo>
                  <a:lnTo>
                    <a:pt x="395809" y="613563"/>
                  </a:lnTo>
                  <a:lnTo>
                    <a:pt x="397730" y="603875"/>
                  </a:lnTo>
                  <a:lnTo>
                    <a:pt x="399652" y="597737"/>
                  </a:lnTo>
                  <a:lnTo>
                    <a:pt x="401573" y="595634"/>
                  </a:lnTo>
                  <a:lnTo>
                    <a:pt x="403495" y="597725"/>
                  </a:lnTo>
                  <a:lnTo>
                    <a:pt x="405416" y="603735"/>
                  </a:lnTo>
                  <a:lnTo>
                    <a:pt x="407337" y="613044"/>
                  </a:lnTo>
                  <a:lnTo>
                    <a:pt x="409259" y="624820"/>
                  </a:lnTo>
                  <a:lnTo>
                    <a:pt x="411180" y="638167"/>
                  </a:lnTo>
                  <a:lnTo>
                    <a:pt x="413102" y="652248"/>
                  </a:lnTo>
                  <a:lnTo>
                    <a:pt x="415023" y="666357"/>
                  </a:lnTo>
                  <a:lnTo>
                    <a:pt x="416944" y="679945"/>
                  </a:lnTo>
                  <a:lnTo>
                    <a:pt x="418866" y="692616"/>
                  </a:lnTo>
                  <a:lnTo>
                    <a:pt x="420787" y="704103"/>
                  </a:lnTo>
                  <a:lnTo>
                    <a:pt x="422709" y="714237"/>
                  </a:lnTo>
                  <a:lnTo>
                    <a:pt x="424630" y="722935"/>
                  </a:lnTo>
                  <a:lnTo>
                    <a:pt x="426551" y="730179"/>
                  </a:lnTo>
                  <a:lnTo>
                    <a:pt x="428473" y="736010"/>
                  </a:lnTo>
                  <a:lnTo>
                    <a:pt x="430394" y="740472"/>
                  </a:lnTo>
                  <a:lnTo>
                    <a:pt x="432316" y="743819"/>
                  </a:lnTo>
                  <a:lnTo>
                    <a:pt x="434237" y="746245"/>
                  </a:lnTo>
                  <a:lnTo>
                    <a:pt x="436159" y="747953"/>
                  </a:lnTo>
                  <a:lnTo>
                    <a:pt x="438080" y="749139"/>
                  </a:lnTo>
                  <a:lnTo>
                    <a:pt x="440001" y="749973"/>
                  </a:lnTo>
                  <a:lnTo>
                    <a:pt x="441923" y="750585"/>
                  </a:lnTo>
                  <a:lnTo>
                    <a:pt x="443844" y="751066"/>
                  </a:lnTo>
                  <a:lnTo>
                    <a:pt x="445766" y="751470"/>
                  </a:lnTo>
                  <a:lnTo>
                    <a:pt x="447687" y="751819"/>
                  </a:lnTo>
                  <a:lnTo>
                    <a:pt x="449608" y="752121"/>
                  </a:lnTo>
                  <a:lnTo>
                    <a:pt x="451530" y="752373"/>
                  </a:lnTo>
                  <a:lnTo>
                    <a:pt x="453451" y="752573"/>
                  </a:lnTo>
                  <a:lnTo>
                    <a:pt x="455373" y="752723"/>
                  </a:lnTo>
                  <a:lnTo>
                    <a:pt x="457294" y="752829"/>
                  </a:lnTo>
                  <a:lnTo>
                    <a:pt x="459215" y="752898"/>
                  </a:lnTo>
                  <a:lnTo>
                    <a:pt x="461137" y="752940"/>
                  </a:lnTo>
                  <a:lnTo>
                    <a:pt x="463058" y="752964"/>
                  </a:lnTo>
                  <a:lnTo>
                    <a:pt x="464980" y="752978"/>
                  </a:lnTo>
                  <a:lnTo>
                    <a:pt x="466901" y="752985"/>
                  </a:lnTo>
                  <a:lnTo>
                    <a:pt x="468822" y="752988"/>
                  </a:lnTo>
                  <a:lnTo>
                    <a:pt x="470744" y="752990"/>
                  </a:lnTo>
                  <a:lnTo>
                    <a:pt x="472665" y="752991"/>
                  </a:lnTo>
                  <a:lnTo>
                    <a:pt x="474587" y="752991"/>
                  </a:lnTo>
                  <a:lnTo>
                    <a:pt x="476508" y="752991"/>
                  </a:lnTo>
                  <a:lnTo>
                    <a:pt x="478429" y="752991"/>
                  </a:lnTo>
                  <a:lnTo>
                    <a:pt x="480351" y="752991"/>
                  </a:lnTo>
                  <a:lnTo>
                    <a:pt x="482272" y="752991"/>
                  </a:lnTo>
                  <a:lnTo>
                    <a:pt x="484194" y="752991"/>
                  </a:lnTo>
                  <a:lnTo>
                    <a:pt x="486115" y="752991"/>
                  </a:lnTo>
                  <a:lnTo>
                    <a:pt x="488036" y="752991"/>
                  </a:lnTo>
                  <a:lnTo>
                    <a:pt x="489958" y="752991"/>
                  </a:lnTo>
                  <a:lnTo>
                    <a:pt x="491879" y="752991"/>
                  </a:lnTo>
                  <a:lnTo>
                    <a:pt x="493801" y="752991"/>
                  </a:lnTo>
                  <a:lnTo>
                    <a:pt x="495722" y="752991"/>
                  </a:lnTo>
                  <a:lnTo>
                    <a:pt x="497643" y="752991"/>
                  </a:lnTo>
                  <a:lnTo>
                    <a:pt x="499565" y="752991"/>
                  </a:lnTo>
                  <a:lnTo>
                    <a:pt x="501486" y="752991"/>
                  </a:lnTo>
                  <a:lnTo>
                    <a:pt x="503408" y="752991"/>
                  </a:lnTo>
                  <a:lnTo>
                    <a:pt x="505329" y="752991"/>
                  </a:lnTo>
                  <a:lnTo>
                    <a:pt x="507250" y="752991"/>
                  </a:lnTo>
                  <a:lnTo>
                    <a:pt x="509172" y="752991"/>
                  </a:lnTo>
                  <a:lnTo>
                    <a:pt x="511093" y="752991"/>
                  </a:lnTo>
                  <a:lnTo>
                    <a:pt x="513015" y="752991"/>
                  </a:lnTo>
                  <a:lnTo>
                    <a:pt x="514936" y="752991"/>
                  </a:lnTo>
                  <a:lnTo>
                    <a:pt x="516858" y="752991"/>
                  </a:lnTo>
                  <a:lnTo>
                    <a:pt x="518779" y="752991"/>
                  </a:lnTo>
                  <a:lnTo>
                    <a:pt x="520700" y="752991"/>
                  </a:lnTo>
                  <a:lnTo>
                    <a:pt x="522622" y="752991"/>
                  </a:lnTo>
                  <a:lnTo>
                    <a:pt x="524543" y="752991"/>
                  </a:lnTo>
                  <a:lnTo>
                    <a:pt x="526465" y="752991"/>
                  </a:lnTo>
                  <a:lnTo>
                    <a:pt x="528386" y="752991"/>
                  </a:lnTo>
                  <a:lnTo>
                    <a:pt x="530307" y="752991"/>
                  </a:lnTo>
                  <a:lnTo>
                    <a:pt x="532229" y="752991"/>
                  </a:lnTo>
                  <a:lnTo>
                    <a:pt x="534150" y="752991"/>
                  </a:lnTo>
                  <a:lnTo>
                    <a:pt x="536072" y="752991"/>
                  </a:lnTo>
                  <a:lnTo>
                    <a:pt x="537993" y="752991"/>
                  </a:lnTo>
                  <a:lnTo>
                    <a:pt x="539914" y="752991"/>
                  </a:lnTo>
                  <a:lnTo>
                    <a:pt x="541836" y="752991"/>
                  </a:lnTo>
                  <a:lnTo>
                    <a:pt x="543757" y="752991"/>
                  </a:lnTo>
                  <a:lnTo>
                    <a:pt x="545679" y="752991"/>
                  </a:lnTo>
                  <a:lnTo>
                    <a:pt x="547600" y="752991"/>
                  </a:lnTo>
                  <a:lnTo>
                    <a:pt x="549521" y="752991"/>
                  </a:lnTo>
                  <a:lnTo>
                    <a:pt x="551443" y="752991"/>
                  </a:lnTo>
                  <a:lnTo>
                    <a:pt x="553364" y="752991"/>
                  </a:lnTo>
                  <a:lnTo>
                    <a:pt x="555286" y="752991"/>
                  </a:lnTo>
                  <a:lnTo>
                    <a:pt x="557207" y="752991"/>
                  </a:lnTo>
                  <a:lnTo>
                    <a:pt x="559128" y="752991"/>
                  </a:lnTo>
                  <a:lnTo>
                    <a:pt x="561050" y="752991"/>
                  </a:lnTo>
                  <a:lnTo>
                    <a:pt x="562971" y="752991"/>
                  </a:lnTo>
                  <a:lnTo>
                    <a:pt x="564893" y="752991"/>
                  </a:lnTo>
                  <a:lnTo>
                    <a:pt x="566814" y="752991"/>
                  </a:lnTo>
                  <a:lnTo>
                    <a:pt x="568735" y="752991"/>
                  </a:lnTo>
                  <a:lnTo>
                    <a:pt x="570657" y="752991"/>
                  </a:lnTo>
                  <a:lnTo>
                    <a:pt x="572578" y="752991"/>
                  </a:lnTo>
                  <a:lnTo>
                    <a:pt x="574500" y="752991"/>
                  </a:lnTo>
                  <a:lnTo>
                    <a:pt x="576421" y="752991"/>
                  </a:lnTo>
                  <a:lnTo>
                    <a:pt x="578342" y="752991"/>
                  </a:lnTo>
                  <a:lnTo>
                    <a:pt x="580264" y="752991"/>
                  </a:lnTo>
                  <a:lnTo>
                    <a:pt x="582185" y="752991"/>
                  </a:lnTo>
                  <a:lnTo>
                    <a:pt x="584107" y="752991"/>
                  </a:lnTo>
                  <a:lnTo>
                    <a:pt x="586028" y="752991"/>
                  </a:lnTo>
                  <a:lnTo>
                    <a:pt x="587950" y="752991"/>
                  </a:lnTo>
                  <a:lnTo>
                    <a:pt x="589871" y="752991"/>
                  </a:lnTo>
                  <a:lnTo>
                    <a:pt x="591792" y="752991"/>
                  </a:lnTo>
                  <a:lnTo>
                    <a:pt x="593714" y="752991"/>
                  </a:lnTo>
                  <a:lnTo>
                    <a:pt x="595635" y="752991"/>
                  </a:lnTo>
                  <a:lnTo>
                    <a:pt x="597557" y="752991"/>
                  </a:lnTo>
                  <a:lnTo>
                    <a:pt x="599478" y="752991"/>
                  </a:lnTo>
                  <a:lnTo>
                    <a:pt x="601399" y="752991"/>
                  </a:lnTo>
                  <a:lnTo>
                    <a:pt x="603321" y="752991"/>
                  </a:lnTo>
                  <a:lnTo>
                    <a:pt x="605242" y="752991"/>
                  </a:lnTo>
                  <a:lnTo>
                    <a:pt x="607164" y="752991"/>
                  </a:lnTo>
                  <a:lnTo>
                    <a:pt x="609085" y="752991"/>
                  </a:lnTo>
                  <a:lnTo>
                    <a:pt x="611006" y="752991"/>
                  </a:lnTo>
                  <a:lnTo>
                    <a:pt x="612928" y="752991"/>
                  </a:lnTo>
                  <a:lnTo>
                    <a:pt x="614849" y="752991"/>
                  </a:lnTo>
                  <a:lnTo>
                    <a:pt x="616771" y="752991"/>
                  </a:lnTo>
                  <a:lnTo>
                    <a:pt x="618692" y="752991"/>
                  </a:lnTo>
                  <a:lnTo>
                    <a:pt x="620613" y="752991"/>
                  </a:lnTo>
                  <a:lnTo>
                    <a:pt x="622535" y="752991"/>
                  </a:lnTo>
                  <a:lnTo>
                    <a:pt x="624456" y="752991"/>
                  </a:lnTo>
                  <a:lnTo>
                    <a:pt x="626378" y="752991"/>
                  </a:lnTo>
                  <a:lnTo>
                    <a:pt x="628299" y="752991"/>
                  </a:lnTo>
                  <a:lnTo>
                    <a:pt x="630220" y="752991"/>
                  </a:lnTo>
                  <a:lnTo>
                    <a:pt x="632142" y="752991"/>
                  </a:lnTo>
                  <a:lnTo>
                    <a:pt x="634063" y="752991"/>
                  </a:lnTo>
                  <a:lnTo>
                    <a:pt x="635985" y="752991"/>
                  </a:lnTo>
                  <a:lnTo>
                    <a:pt x="637906" y="752991"/>
                  </a:lnTo>
                  <a:lnTo>
                    <a:pt x="639827" y="752991"/>
                  </a:lnTo>
                  <a:lnTo>
                    <a:pt x="641749" y="752991"/>
                  </a:lnTo>
                  <a:lnTo>
                    <a:pt x="643670" y="752991"/>
                  </a:lnTo>
                  <a:lnTo>
                    <a:pt x="645592" y="752991"/>
                  </a:lnTo>
                  <a:lnTo>
                    <a:pt x="647513" y="752991"/>
                  </a:lnTo>
                  <a:lnTo>
                    <a:pt x="649434" y="752991"/>
                  </a:lnTo>
                  <a:lnTo>
                    <a:pt x="651356" y="752991"/>
                  </a:lnTo>
                  <a:lnTo>
                    <a:pt x="653277" y="752991"/>
                  </a:lnTo>
                  <a:lnTo>
                    <a:pt x="655199" y="752991"/>
                  </a:lnTo>
                  <a:lnTo>
                    <a:pt x="657120" y="752991"/>
                  </a:lnTo>
                  <a:lnTo>
                    <a:pt x="659042" y="752991"/>
                  </a:lnTo>
                  <a:lnTo>
                    <a:pt x="660963" y="752991"/>
                  </a:lnTo>
                  <a:lnTo>
                    <a:pt x="662884" y="752991"/>
                  </a:lnTo>
                  <a:lnTo>
                    <a:pt x="664806" y="752991"/>
                  </a:lnTo>
                  <a:lnTo>
                    <a:pt x="666727" y="752991"/>
                  </a:lnTo>
                  <a:lnTo>
                    <a:pt x="668649" y="752991"/>
                  </a:lnTo>
                  <a:lnTo>
                    <a:pt x="670570" y="752991"/>
                  </a:lnTo>
                  <a:lnTo>
                    <a:pt x="672491" y="752991"/>
                  </a:lnTo>
                  <a:lnTo>
                    <a:pt x="674413" y="752991"/>
                  </a:lnTo>
                  <a:lnTo>
                    <a:pt x="676334" y="752991"/>
                  </a:lnTo>
                  <a:lnTo>
                    <a:pt x="678256" y="752991"/>
                  </a:lnTo>
                  <a:lnTo>
                    <a:pt x="680177" y="752991"/>
                  </a:lnTo>
                  <a:lnTo>
                    <a:pt x="682098" y="752991"/>
                  </a:lnTo>
                  <a:lnTo>
                    <a:pt x="684020" y="752991"/>
                  </a:lnTo>
                  <a:lnTo>
                    <a:pt x="685941" y="752991"/>
                  </a:lnTo>
                  <a:lnTo>
                    <a:pt x="687863" y="752991"/>
                  </a:lnTo>
                  <a:lnTo>
                    <a:pt x="689784" y="752991"/>
                  </a:lnTo>
                  <a:lnTo>
                    <a:pt x="691705" y="752991"/>
                  </a:lnTo>
                  <a:lnTo>
                    <a:pt x="693627" y="752991"/>
                  </a:lnTo>
                  <a:lnTo>
                    <a:pt x="695548" y="752991"/>
                  </a:lnTo>
                  <a:lnTo>
                    <a:pt x="697470" y="752991"/>
                  </a:lnTo>
                  <a:lnTo>
                    <a:pt x="699391" y="752991"/>
                  </a:lnTo>
                  <a:lnTo>
                    <a:pt x="701312" y="752991"/>
                  </a:lnTo>
                  <a:lnTo>
                    <a:pt x="703234" y="752991"/>
                  </a:lnTo>
                  <a:lnTo>
                    <a:pt x="705155" y="752991"/>
                  </a:lnTo>
                  <a:lnTo>
                    <a:pt x="707077" y="752991"/>
                  </a:lnTo>
                  <a:lnTo>
                    <a:pt x="708998" y="752991"/>
                  </a:lnTo>
                  <a:lnTo>
                    <a:pt x="710919" y="752991"/>
                  </a:lnTo>
                  <a:lnTo>
                    <a:pt x="712841" y="752991"/>
                  </a:lnTo>
                  <a:lnTo>
                    <a:pt x="714762" y="752991"/>
                  </a:lnTo>
                  <a:lnTo>
                    <a:pt x="716684" y="752991"/>
                  </a:lnTo>
                  <a:lnTo>
                    <a:pt x="718605" y="752991"/>
                  </a:lnTo>
                  <a:lnTo>
                    <a:pt x="720526" y="752991"/>
                  </a:lnTo>
                  <a:lnTo>
                    <a:pt x="722448" y="752991"/>
                  </a:lnTo>
                  <a:lnTo>
                    <a:pt x="724369" y="752991"/>
                  </a:lnTo>
                  <a:lnTo>
                    <a:pt x="726291" y="752991"/>
                  </a:lnTo>
                  <a:lnTo>
                    <a:pt x="728212" y="752991"/>
                  </a:lnTo>
                  <a:lnTo>
                    <a:pt x="730134" y="752991"/>
                  </a:lnTo>
                  <a:lnTo>
                    <a:pt x="732055" y="752991"/>
                  </a:lnTo>
                  <a:lnTo>
                    <a:pt x="733976" y="752991"/>
                  </a:lnTo>
                  <a:lnTo>
                    <a:pt x="735898" y="752991"/>
                  </a:lnTo>
                  <a:lnTo>
                    <a:pt x="737819" y="752991"/>
                  </a:lnTo>
                  <a:lnTo>
                    <a:pt x="739741" y="752991"/>
                  </a:lnTo>
                  <a:lnTo>
                    <a:pt x="741662" y="752991"/>
                  </a:lnTo>
                  <a:lnTo>
                    <a:pt x="743583" y="752991"/>
                  </a:lnTo>
                  <a:lnTo>
                    <a:pt x="745505" y="752991"/>
                  </a:lnTo>
                  <a:lnTo>
                    <a:pt x="747426" y="752991"/>
                  </a:lnTo>
                  <a:lnTo>
                    <a:pt x="749348" y="752991"/>
                  </a:lnTo>
                  <a:lnTo>
                    <a:pt x="751269" y="752991"/>
                  </a:lnTo>
                  <a:lnTo>
                    <a:pt x="753190" y="752991"/>
                  </a:lnTo>
                  <a:lnTo>
                    <a:pt x="755112" y="752991"/>
                  </a:lnTo>
                  <a:lnTo>
                    <a:pt x="757033" y="752991"/>
                  </a:lnTo>
                  <a:lnTo>
                    <a:pt x="758955" y="752991"/>
                  </a:lnTo>
                  <a:lnTo>
                    <a:pt x="760876" y="752991"/>
                  </a:lnTo>
                  <a:lnTo>
                    <a:pt x="762797" y="752991"/>
                  </a:lnTo>
                  <a:lnTo>
                    <a:pt x="764719" y="752991"/>
                  </a:lnTo>
                  <a:lnTo>
                    <a:pt x="766640" y="752991"/>
                  </a:lnTo>
                  <a:lnTo>
                    <a:pt x="768562" y="752991"/>
                  </a:lnTo>
                  <a:lnTo>
                    <a:pt x="770483" y="752991"/>
                  </a:lnTo>
                  <a:lnTo>
                    <a:pt x="772404" y="752991"/>
                  </a:lnTo>
                  <a:lnTo>
                    <a:pt x="774326" y="752991"/>
                  </a:lnTo>
                  <a:lnTo>
                    <a:pt x="776247" y="752991"/>
                  </a:lnTo>
                  <a:lnTo>
                    <a:pt x="778169" y="752991"/>
                  </a:lnTo>
                  <a:lnTo>
                    <a:pt x="780090" y="752991"/>
                  </a:lnTo>
                  <a:lnTo>
                    <a:pt x="782011" y="752991"/>
                  </a:lnTo>
                  <a:lnTo>
                    <a:pt x="783933" y="752991"/>
                  </a:lnTo>
                  <a:lnTo>
                    <a:pt x="785854" y="752991"/>
                  </a:lnTo>
                  <a:lnTo>
                    <a:pt x="787776" y="752991"/>
                  </a:lnTo>
                  <a:lnTo>
                    <a:pt x="789697" y="752991"/>
                  </a:lnTo>
                  <a:lnTo>
                    <a:pt x="791618" y="752991"/>
                  </a:lnTo>
                  <a:lnTo>
                    <a:pt x="793540" y="752991"/>
                  </a:lnTo>
                  <a:lnTo>
                    <a:pt x="795461" y="752991"/>
                  </a:lnTo>
                  <a:lnTo>
                    <a:pt x="797383" y="752991"/>
                  </a:lnTo>
                  <a:lnTo>
                    <a:pt x="799304" y="752991"/>
                  </a:lnTo>
                  <a:lnTo>
                    <a:pt x="801226" y="752991"/>
                  </a:lnTo>
                  <a:lnTo>
                    <a:pt x="803147" y="752991"/>
                  </a:lnTo>
                  <a:lnTo>
                    <a:pt x="805068" y="752991"/>
                  </a:lnTo>
                  <a:lnTo>
                    <a:pt x="806990" y="752991"/>
                  </a:lnTo>
                  <a:lnTo>
                    <a:pt x="808911" y="752991"/>
                  </a:lnTo>
                  <a:lnTo>
                    <a:pt x="810833" y="752991"/>
                  </a:lnTo>
                  <a:lnTo>
                    <a:pt x="812754" y="752991"/>
                  </a:lnTo>
                  <a:lnTo>
                    <a:pt x="814675" y="752991"/>
                  </a:lnTo>
                  <a:lnTo>
                    <a:pt x="816597" y="752991"/>
                  </a:lnTo>
                  <a:lnTo>
                    <a:pt x="818518" y="752991"/>
                  </a:lnTo>
                  <a:lnTo>
                    <a:pt x="820440" y="752991"/>
                  </a:lnTo>
                  <a:lnTo>
                    <a:pt x="822361" y="752991"/>
                  </a:lnTo>
                  <a:lnTo>
                    <a:pt x="824282" y="752991"/>
                  </a:lnTo>
                  <a:lnTo>
                    <a:pt x="826204" y="752991"/>
                  </a:lnTo>
                  <a:lnTo>
                    <a:pt x="828125" y="752991"/>
                  </a:lnTo>
                  <a:lnTo>
                    <a:pt x="830047" y="752991"/>
                  </a:lnTo>
                  <a:lnTo>
                    <a:pt x="831968" y="752991"/>
                  </a:lnTo>
                  <a:lnTo>
                    <a:pt x="833889" y="752991"/>
                  </a:lnTo>
                  <a:lnTo>
                    <a:pt x="835811" y="752991"/>
                  </a:lnTo>
                  <a:lnTo>
                    <a:pt x="837732" y="752991"/>
                  </a:lnTo>
                  <a:lnTo>
                    <a:pt x="839654" y="752991"/>
                  </a:lnTo>
                  <a:lnTo>
                    <a:pt x="841575" y="752991"/>
                  </a:lnTo>
                  <a:lnTo>
                    <a:pt x="843496" y="752991"/>
                  </a:lnTo>
                  <a:lnTo>
                    <a:pt x="845418" y="752991"/>
                  </a:lnTo>
                  <a:lnTo>
                    <a:pt x="847339" y="752991"/>
                  </a:lnTo>
                  <a:lnTo>
                    <a:pt x="849261" y="752991"/>
                  </a:lnTo>
                  <a:lnTo>
                    <a:pt x="851182" y="752991"/>
                  </a:lnTo>
                  <a:lnTo>
                    <a:pt x="853103" y="752991"/>
                  </a:lnTo>
                  <a:lnTo>
                    <a:pt x="855025" y="752991"/>
                  </a:lnTo>
                  <a:lnTo>
                    <a:pt x="856946" y="752991"/>
                  </a:lnTo>
                  <a:lnTo>
                    <a:pt x="858868" y="752991"/>
                  </a:lnTo>
                  <a:lnTo>
                    <a:pt x="860789" y="752991"/>
                  </a:lnTo>
                  <a:lnTo>
                    <a:pt x="862710" y="752991"/>
                  </a:lnTo>
                  <a:lnTo>
                    <a:pt x="864632" y="752991"/>
                  </a:lnTo>
                  <a:lnTo>
                    <a:pt x="866553" y="752991"/>
                  </a:lnTo>
                  <a:lnTo>
                    <a:pt x="868475" y="752991"/>
                  </a:lnTo>
                  <a:lnTo>
                    <a:pt x="870396" y="752991"/>
                  </a:lnTo>
                  <a:lnTo>
                    <a:pt x="872318" y="752991"/>
                  </a:lnTo>
                  <a:lnTo>
                    <a:pt x="874239" y="752991"/>
                  </a:lnTo>
                  <a:lnTo>
                    <a:pt x="876160" y="752991"/>
                  </a:lnTo>
                  <a:lnTo>
                    <a:pt x="878082" y="752991"/>
                  </a:lnTo>
                  <a:lnTo>
                    <a:pt x="880003" y="752991"/>
                  </a:lnTo>
                  <a:lnTo>
                    <a:pt x="881925" y="752991"/>
                  </a:lnTo>
                  <a:lnTo>
                    <a:pt x="883846" y="752991"/>
                  </a:lnTo>
                  <a:lnTo>
                    <a:pt x="885767" y="752991"/>
                  </a:lnTo>
                  <a:lnTo>
                    <a:pt x="887689" y="752991"/>
                  </a:lnTo>
                  <a:lnTo>
                    <a:pt x="889610" y="752991"/>
                  </a:lnTo>
                  <a:lnTo>
                    <a:pt x="891532" y="752991"/>
                  </a:lnTo>
                  <a:lnTo>
                    <a:pt x="893453" y="752991"/>
                  </a:lnTo>
                  <a:lnTo>
                    <a:pt x="895374" y="752991"/>
                  </a:lnTo>
                  <a:lnTo>
                    <a:pt x="897296" y="752991"/>
                  </a:lnTo>
                  <a:lnTo>
                    <a:pt x="899217" y="752991"/>
                  </a:lnTo>
                  <a:lnTo>
                    <a:pt x="901139" y="752991"/>
                  </a:lnTo>
                  <a:lnTo>
                    <a:pt x="903060" y="752991"/>
                  </a:lnTo>
                  <a:lnTo>
                    <a:pt x="904981" y="752991"/>
                  </a:lnTo>
                  <a:lnTo>
                    <a:pt x="906903" y="752991"/>
                  </a:lnTo>
                  <a:lnTo>
                    <a:pt x="908824" y="752991"/>
                  </a:lnTo>
                  <a:lnTo>
                    <a:pt x="910746" y="752991"/>
                  </a:lnTo>
                  <a:lnTo>
                    <a:pt x="912667" y="752991"/>
                  </a:lnTo>
                  <a:lnTo>
                    <a:pt x="914588" y="752991"/>
                  </a:lnTo>
                  <a:lnTo>
                    <a:pt x="916510" y="752991"/>
                  </a:lnTo>
                  <a:lnTo>
                    <a:pt x="918431" y="752991"/>
                  </a:lnTo>
                  <a:lnTo>
                    <a:pt x="920353" y="752991"/>
                  </a:lnTo>
                  <a:lnTo>
                    <a:pt x="922274" y="752991"/>
                  </a:lnTo>
                  <a:lnTo>
                    <a:pt x="924195" y="752991"/>
                  </a:lnTo>
                  <a:lnTo>
                    <a:pt x="926117" y="752991"/>
                  </a:lnTo>
                  <a:lnTo>
                    <a:pt x="928038" y="752991"/>
                  </a:lnTo>
                  <a:lnTo>
                    <a:pt x="929960" y="752991"/>
                  </a:lnTo>
                  <a:lnTo>
                    <a:pt x="931881" y="752991"/>
                  </a:lnTo>
                  <a:lnTo>
                    <a:pt x="933802" y="752991"/>
                  </a:lnTo>
                  <a:lnTo>
                    <a:pt x="935724" y="752991"/>
                  </a:lnTo>
                  <a:lnTo>
                    <a:pt x="937645" y="752991"/>
                  </a:lnTo>
                  <a:lnTo>
                    <a:pt x="939567" y="752991"/>
                  </a:lnTo>
                  <a:lnTo>
                    <a:pt x="941488" y="752991"/>
                  </a:lnTo>
                  <a:lnTo>
                    <a:pt x="943410" y="752991"/>
                  </a:lnTo>
                  <a:lnTo>
                    <a:pt x="945331" y="752991"/>
                  </a:lnTo>
                  <a:lnTo>
                    <a:pt x="947252" y="752991"/>
                  </a:lnTo>
                  <a:lnTo>
                    <a:pt x="949174" y="752991"/>
                  </a:lnTo>
                  <a:lnTo>
                    <a:pt x="951095" y="752991"/>
                  </a:lnTo>
                  <a:lnTo>
                    <a:pt x="953017" y="752991"/>
                  </a:lnTo>
                  <a:lnTo>
                    <a:pt x="954938" y="752991"/>
                  </a:lnTo>
                  <a:lnTo>
                    <a:pt x="956859" y="752991"/>
                  </a:lnTo>
                  <a:lnTo>
                    <a:pt x="958781" y="752991"/>
                  </a:lnTo>
                  <a:lnTo>
                    <a:pt x="960702" y="752991"/>
                  </a:lnTo>
                  <a:lnTo>
                    <a:pt x="962624" y="752991"/>
                  </a:lnTo>
                  <a:lnTo>
                    <a:pt x="964545" y="752991"/>
                  </a:lnTo>
                  <a:lnTo>
                    <a:pt x="966466" y="752991"/>
                  </a:lnTo>
                  <a:lnTo>
                    <a:pt x="968388" y="752991"/>
                  </a:lnTo>
                  <a:lnTo>
                    <a:pt x="970309" y="752991"/>
                  </a:lnTo>
                  <a:lnTo>
                    <a:pt x="972231" y="752991"/>
                  </a:lnTo>
                  <a:lnTo>
                    <a:pt x="974152" y="752991"/>
                  </a:lnTo>
                  <a:lnTo>
                    <a:pt x="976073" y="752991"/>
                  </a:lnTo>
                  <a:lnTo>
                    <a:pt x="977995" y="752991"/>
                  </a:lnTo>
                  <a:lnTo>
                    <a:pt x="979916" y="752991"/>
                  </a:lnTo>
                  <a:lnTo>
                    <a:pt x="981838" y="752991"/>
                  </a:lnTo>
                </a:path>
              </a:pathLst>
            </a:cu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4248562" y="2408803"/>
              <a:ext cx="981838" cy="374219"/>
            </a:xfrm>
            <a:custGeom>
              <a:avLst/>
              <a:pathLst>
                <a:path w="981838" h="374219">
                  <a:moveTo>
                    <a:pt x="0" y="374219"/>
                  </a:moveTo>
                  <a:lnTo>
                    <a:pt x="1921" y="374219"/>
                  </a:lnTo>
                  <a:lnTo>
                    <a:pt x="3842" y="374219"/>
                  </a:lnTo>
                  <a:lnTo>
                    <a:pt x="5764" y="374219"/>
                  </a:lnTo>
                  <a:lnTo>
                    <a:pt x="7685" y="374219"/>
                  </a:lnTo>
                  <a:lnTo>
                    <a:pt x="9607" y="374219"/>
                  </a:lnTo>
                  <a:lnTo>
                    <a:pt x="11528" y="374219"/>
                  </a:lnTo>
                  <a:lnTo>
                    <a:pt x="13449" y="374219"/>
                  </a:lnTo>
                  <a:lnTo>
                    <a:pt x="15371" y="374219"/>
                  </a:lnTo>
                  <a:lnTo>
                    <a:pt x="17292" y="374219"/>
                  </a:lnTo>
                  <a:lnTo>
                    <a:pt x="19214" y="374219"/>
                  </a:lnTo>
                  <a:lnTo>
                    <a:pt x="21135" y="374219"/>
                  </a:lnTo>
                  <a:lnTo>
                    <a:pt x="23056" y="374219"/>
                  </a:lnTo>
                  <a:lnTo>
                    <a:pt x="24978" y="374219"/>
                  </a:lnTo>
                  <a:lnTo>
                    <a:pt x="26899" y="374219"/>
                  </a:lnTo>
                  <a:lnTo>
                    <a:pt x="28821" y="374219"/>
                  </a:lnTo>
                  <a:lnTo>
                    <a:pt x="30742" y="374219"/>
                  </a:lnTo>
                  <a:lnTo>
                    <a:pt x="32663" y="374219"/>
                  </a:lnTo>
                  <a:lnTo>
                    <a:pt x="34585" y="374219"/>
                  </a:lnTo>
                  <a:lnTo>
                    <a:pt x="36506" y="374219"/>
                  </a:lnTo>
                  <a:lnTo>
                    <a:pt x="38428" y="374219"/>
                  </a:lnTo>
                  <a:lnTo>
                    <a:pt x="40349" y="374219"/>
                  </a:lnTo>
                  <a:lnTo>
                    <a:pt x="42270" y="374219"/>
                  </a:lnTo>
                  <a:lnTo>
                    <a:pt x="44192" y="374219"/>
                  </a:lnTo>
                  <a:lnTo>
                    <a:pt x="46113" y="374219"/>
                  </a:lnTo>
                  <a:lnTo>
                    <a:pt x="48035" y="374219"/>
                  </a:lnTo>
                  <a:lnTo>
                    <a:pt x="49956" y="374219"/>
                  </a:lnTo>
                  <a:lnTo>
                    <a:pt x="51877" y="374219"/>
                  </a:lnTo>
                  <a:lnTo>
                    <a:pt x="53799" y="374218"/>
                  </a:lnTo>
                  <a:lnTo>
                    <a:pt x="55720" y="374218"/>
                  </a:lnTo>
                  <a:lnTo>
                    <a:pt x="57642" y="374217"/>
                  </a:lnTo>
                  <a:lnTo>
                    <a:pt x="59563" y="374215"/>
                  </a:lnTo>
                  <a:lnTo>
                    <a:pt x="61484" y="374213"/>
                  </a:lnTo>
                  <a:lnTo>
                    <a:pt x="63406" y="374210"/>
                  </a:lnTo>
                  <a:lnTo>
                    <a:pt x="65327" y="374205"/>
                  </a:lnTo>
                  <a:lnTo>
                    <a:pt x="67249" y="374197"/>
                  </a:lnTo>
                  <a:lnTo>
                    <a:pt x="69170" y="374187"/>
                  </a:lnTo>
                  <a:lnTo>
                    <a:pt x="71091" y="374173"/>
                  </a:lnTo>
                  <a:lnTo>
                    <a:pt x="73013" y="374154"/>
                  </a:lnTo>
                  <a:lnTo>
                    <a:pt x="74934" y="374129"/>
                  </a:lnTo>
                  <a:lnTo>
                    <a:pt x="76856" y="374094"/>
                  </a:lnTo>
                  <a:lnTo>
                    <a:pt x="78777" y="374047"/>
                  </a:lnTo>
                  <a:lnTo>
                    <a:pt x="80699" y="373987"/>
                  </a:lnTo>
                  <a:lnTo>
                    <a:pt x="82620" y="373910"/>
                  </a:lnTo>
                  <a:lnTo>
                    <a:pt x="84541" y="373814"/>
                  </a:lnTo>
                  <a:lnTo>
                    <a:pt x="86463" y="373695"/>
                  </a:lnTo>
                  <a:lnTo>
                    <a:pt x="88384" y="373551"/>
                  </a:lnTo>
                  <a:lnTo>
                    <a:pt x="90306" y="373377"/>
                  </a:lnTo>
                  <a:lnTo>
                    <a:pt x="92227" y="373171"/>
                  </a:lnTo>
                  <a:lnTo>
                    <a:pt x="94148" y="372925"/>
                  </a:lnTo>
                  <a:lnTo>
                    <a:pt x="96070" y="372643"/>
                  </a:lnTo>
                  <a:lnTo>
                    <a:pt x="97991" y="372322"/>
                  </a:lnTo>
                  <a:lnTo>
                    <a:pt x="99913" y="371964"/>
                  </a:lnTo>
                  <a:lnTo>
                    <a:pt x="101834" y="371569"/>
                  </a:lnTo>
                  <a:lnTo>
                    <a:pt x="103755" y="371138"/>
                  </a:lnTo>
                  <a:lnTo>
                    <a:pt x="105677" y="370675"/>
                  </a:lnTo>
                  <a:lnTo>
                    <a:pt x="107598" y="370183"/>
                  </a:lnTo>
                  <a:lnTo>
                    <a:pt x="109520" y="369666"/>
                  </a:lnTo>
                  <a:lnTo>
                    <a:pt x="111441" y="369129"/>
                  </a:lnTo>
                  <a:lnTo>
                    <a:pt x="113362" y="368582"/>
                  </a:lnTo>
                  <a:lnTo>
                    <a:pt x="115284" y="368030"/>
                  </a:lnTo>
                  <a:lnTo>
                    <a:pt x="117205" y="367478"/>
                  </a:lnTo>
                  <a:lnTo>
                    <a:pt x="119127" y="366933"/>
                  </a:lnTo>
                  <a:lnTo>
                    <a:pt x="121048" y="366401"/>
                  </a:lnTo>
                  <a:lnTo>
                    <a:pt x="122969" y="365887"/>
                  </a:lnTo>
                  <a:lnTo>
                    <a:pt x="124891" y="365395"/>
                  </a:lnTo>
                  <a:lnTo>
                    <a:pt x="126812" y="364936"/>
                  </a:lnTo>
                  <a:lnTo>
                    <a:pt x="128734" y="364510"/>
                  </a:lnTo>
                  <a:lnTo>
                    <a:pt x="130655" y="364120"/>
                  </a:lnTo>
                  <a:lnTo>
                    <a:pt x="132576" y="363770"/>
                  </a:lnTo>
                  <a:lnTo>
                    <a:pt x="134498" y="363462"/>
                  </a:lnTo>
                  <a:lnTo>
                    <a:pt x="136419" y="363199"/>
                  </a:lnTo>
                  <a:lnTo>
                    <a:pt x="138341" y="362983"/>
                  </a:lnTo>
                  <a:lnTo>
                    <a:pt x="140262" y="362814"/>
                  </a:lnTo>
                  <a:lnTo>
                    <a:pt x="142183" y="362698"/>
                  </a:lnTo>
                  <a:lnTo>
                    <a:pt x="144105" y="362636"/>
                  </a:lnTo>
                  <a:lnTo>
                    <a:pt x="146026" y="362624"/>
                  </a:lnTo>
                  <a:lnTo>
                    <a:pt x="147948" y="362659"/>
                  </a:lnTo>
                  <a:lnTo>
                    <a:pt x="149869" y="362739"/>
                  </a:lnTo>
                  <a:lnTo>
                    <a:pt x="151791" y="362861"/>
                  </a:lnTo>
                  <a:lnTo>
                    <a:pt x="153712" y="363022"/>
                  </a:lnTo>
                  <a:lnTo>
                    <a:pt x="155633" y="363216"/>
                  </a:lnTo>
                  <a:lnTo>
                    <a:pt x="157555" y="363439"/>
                  </a:lnTo>
                  <a:lnTo>
                    <a:pt x="159476" y="363684"/>
                  </a:lnTo>
                  <a:lnTo>
                    <a:pt x="161398" y="363943"/>
                  </a:lnTo>
                  <a:lnTo>
                    <a:pt x="163319" y="364209"/>
                  </a:lnTo>
                  <a:lnTo>
                    <a:pt x="165240" y="364473"/>
                  </a:lnTo>
                  <a:lnTo>
                    <a:pt x="167162" y="364731"/>
                  </a:lnTo>
                  <a:lnTo>
                    <a:pt x="169083" y="364976"/>
                  </a:lnTo>
                  <a:lnTo>
                    <a:pt x="171005" y="365203"/>
                  </a:lnTo>
                  <a:lnTo>
                    <a:pt x="172926" y="365409"/>
                  </a:lnTo>
                  <a:lnTo>
                    <a:pt x="174847" y="365591"/>
                  </a:lnTo>
                  <a:lnTo>
                    <a:pt x="176769" y="365745"/>
                  </a:lnTo>
                  <a:lnTo>
                    <a:pt x="178690" y="365874"/>
                  </a:lnTo>
                  <a:lnTo>
                    <a:pt x="180612" y="365983"/>
                  </a:lnTo>
                  <a:lnTo>
                    <a:pt x="182533" y="366074"/>
                  </a:lnTo>
                  <a:lnTo>
                    <a:pt x="184454" y="366153"/>
                  </a:lnTo>
                  <a:lnTo>
                    <a:pt x="186376" y="366225"/>
                  </a:lnTo>
                  <a:lnTo>
                    <a:pt x="188297" y="366296"/>
                  </a:lnTo>
                  <a:lnTo>
                    <a:pt x="190219" y="366372"/>
                  </a:lnTo>
                  <a:lnTo>
                    <a:pt x="192140" y="366460"/>
                  </a:lnTo>
                  <a:lnTo>
                    <a:pt x="194061" y="366567"/>
                  </a:lnTo>
                  <a:lnTo>
                    <a:pt x="195983" y="366695"/>
                  </a:lnTo>
                  <a:lnTo>
                    <a:pt x="197904" y="366847"/>
                  </a:lnTo>
                  <a:lnTo>
                    <a:pt x="199826" y="367022"/>
                  </a:lnTo>
                  <a:lnTo>
                    <a:pt x="201747" y="367221"/>
                  </a:lnTo>
                  <a:lnTo>
                    <a:pt x="203668" y="367441"/>
                  </a:lnTo>
                  <a:lnTo>
                    <a:pt x="205590" y="367678"/>
                  </a:lnTo>
                  <a:lnTo>
                    <a:pt x="207511" y="367928"/>
                  </a:lnTo>
                  <a:lnTo>
                    <a:pt x="209433" y="368182"/>
                  </a:lnTo>
                  <a:lnTo>
                    <a:pt x="211354" y="368433"/>
                  </a:lnTo>
                  <a:lnTo>
                    <a:pt x="213275" y="368671"/>
                  </a:lnTo>
                  <a:lnTo>
                    <a:pt x="215197" y="368888"/>
                  </a:lnTo>
                  <a:lnTo>
                    <a:pt x="217118" y="369077"/>
                  </a:lnTo>
                  <a:lnTo>
                    <a:pt x="219040" y="369228"/>
                  </a:lnTo>
                  <a:lnTo>
                    <a:pt x="220961" y="369335"/>
                  </a:lnTo>
                  <a:lnTo>
                    <a:pt x="222883" y="369391"/>
                  </a:lnTo>
                  <a:lnTo>
                    <a:pt x="224804" y="369391"/>
                  </a:lnTo>
                  <a:lnTo>
                    <a:pt x="226725" y="369321"/>
                  </a:lnTo>
                  <a:lnTo>
                    <a:pt x="228647" y="369186"/>
                  </a:lnTo>
                  <a:lnTo>
                    <a:pt x="230568" y="368987"/>
                  </a:lnTo>
                  <a:lnTo>
                    <a:pt x="232490" y="368724"/>
                  </a:lnTo>
                  <a:lnTo>
                    <a:pt x="234411" y="368401"/>
                  </a:lnTo>
                  <a:lnTo>
                    <a:pt x="236332" y="368022"/>
                  </a:lnTo>
                  <a:lnTo>
                    <a:pt x="238254" y="367592"/>
                  </a:lnTo>
                  <a:lnTo>
                    <a:pt x="240175" y="367118"/>
                  </a:lnTo>
                  <a:lnTo>
                    <a:pt x="242097" y="366607"/>
                  </a:lnTo>
                  <a:lnTo>
                    <a:pt x="244018" y="366070"/>
                  </a:lnTo>
                  <a:lnTo>
                    <a:pt x="245939" y="365519"/>
                  </a:lnTo>
                  <a:lnTo>
                    <a:pt x="247861" y="364963"/>
                  </a:lnTo>
                  <a:lnTo>
                    <a:pt x="249782" y="364412"/>
                  </a:lnTo>
                  <a:lnTo>
                    <a:pt x="251704" y="363873"/>
                  </a:lnTo>
                  <a:lnTo>
                    <a:pt x="253625" y="363353"/>
                  </a:lnTo>
                  <a:lnTo>
                    <a:pt x="255546" y="362859"/>
                  </a:lnTo>
                  <a:lnTo>
                    <a:pt x="257468" y="362394"/>
                  </a:lnTo>
                  <a:lnTo>
                    <a:pt x="259389" y="361963"/>
                  </a:lnTo>
                  <a:lnTo>
                    <a:pt x="261311" y="361565"/>
                  </a:lnTo>
                  <a:lnTo>
                    <a:pt x="263232" y="361197"/>
                  </a:lnTo>
                  <a:lnTo>
                    <a:pt x="265153" y="360854"/>
                  </a:lnTo>
                  <a:lnTo>
                    <a:pt x="267075" y="360530"/>
                  </a:lnTo>
                  <a:lnTo>
                    <a:pt x="268996" y="360219"/>
                  </a:lnTo>
                  <a:lnTo>
                    <a:pt x="270918" y="359912"/>
                  </a:lnTo>
                  <a:lnTo>
                    <a:pt x="272839" y="359601"/>
                  </a:lnTo>
                  <a:lnTo>
                    <a:pt x="274760" y="359275"/>
                  </a:lnTo>
                  <a:lnTo>
                    <a:pt x="276682" y="358917"/>
                  </a:lnTo>
                  <a:lnTo>
                    <a:pt x="278603" y="358516"/>
                  </a:lnTo>
                  <a:lnTo>
                    <a:pt x="280525" y="358061"/>
                  </a:lnTo>
                  <a:lnTo>
                    <a:pt x="282446" y="357539"/>
                  </a:lnTo>
                  <a:lnTo>
                    <a:pt x="284367" y="356936"/>
                  </a:lnTo>
                  <a:lnTo>
                    <a:pt x="286289" y="356239"/>
                  </a:lnTo>
                  <a:lnTo>
                    <a:pt x="288210" y="355437"/>
                  </a:lnTo>
                  <a:lnTo>
                    <a:pt x="290132" y="354518"/>
                  </a:lnTo>
                  <a:lnTo>
                    <a:pt x="292053" y="353463"/>
                  </a:lnTo>
                  <a:lnTo>
                    <a:pt x="293975" y="352256"/>
                  </a:lnTo>
                  <a:lnTo>
                    <a:pt x="295896" y="350903"/>
                  </a:lnTo>
                  <a:lnTo>
                    <a:pt x="297817" y="349401"/>
                  </a:lnTo>
                  <a:lnTo>
                    <a:pt x="299739" y="347749"/>
                  </a:lnTo>
                  <a:lnTo>
                    <a:pt x="301660" y="345949"/>
                  </a:lnTo>
                  <a:lnTo>
                    <a:pt x="303582" y="344005"/>
                  </a:lnTo>
                  <a:lnTo>
                    <a:pt x="305503" y="341925"/>
                  </a:lnTo>
                  <a:lnTo>
                    <a:pt x="307424" y="339716"/>
                  </a:lnTo>
                  <a:lnTo>
                    <a:pt x="309346" y="337380"/>
                  </a:lnTo>
                  <a:lnTo>
                    <a:pt x="311267" y="334937"/>
                  </a:lnTo>
                  <a:lnTo>
                    <a:pt x="313189" y="332403"/>
                  </a:lnTo>
                  <a:lnTo>
                    <a:pt x="315110" y="329787"/>
                  </a:lnTo>
                  <a:lnTo>
                    <a:pt x="317031" y="327097"/>
                  </a:lnTo>
                  <a:lnTo>
                    <a:pt x="318953" y="324336"/>
                  </a:lnTo>
                  <a:lnTo>
                    <a:pt x="320874" y="321504"/>
                  </a:lnTo>
                  <a:lnTo>
                    <a:pt x="322796" y="318594"/>
                  </a:lnTo>
                  <a:lnTo>
                    <a:pt x="324717" y="315596"/>
                  </a:lnTo>
                  <a:lnTo>
                    <a:pt x="326638" y="312472"/>
                  </a:lnTo>
                  <a:lnTo>
                    <a:pt x="328560" y="309210"/>
                  </a:lnTo>
                  <a:lnTo>
                    <a:pt x="330481" y="305774"/>
                  </a:lnTo>
                  <a:lnTo>
                    <a:pt x="332403" y="302126"/>
                  </a:lnTo>
                  <a:lnTo>
                    <a:pt x="334324" y="298220"/>
                  </a:lnTo>
                  <a:lnTo>
                    <a:pt x="336245" y="294008"/>
                  </a:lnTo>
                  <a:lnTo>
                    <a:pt x="338167" y="289433"/>
                  </a:lnTo>
                  <a:lnTo>
                    <a:pt x="340088" y="284439"/>
                  </a:lnTo>
                  <a:lnTo>
                    <a:pt x="342010" y="278932"/>
                  </a:lnTo>
                  <a:lnTo>
                    <a:pt x="343931" y="272816"/>
                  </a:lnTo>
                  <a:lnTo>
                    <a:pt x="345852" y="266075"/>
                  </a:lnTo>
                  <a:lnTo>
                    <a:pt x="347774" y="258653"/>
                  </a:lnTo>
                  <a:lnTo>
                    <a:pt x="349695" y="250497"/>
                  </a:lnTo>
                  <a:lnTo>
                    <a:pt x="351617" y="241565"/>
                  </a:lnTo>
                  <a:lnTo>
                    <a:pt x="353538" y="231822"/>
                  </a:lnTo>
                  <a:lnTo>
                    <a:pt x="355459" y="221248"/>
                  </a:lnTo>
                  <a:lnTo>
                    <a:pt x="357381" y="209838"/>
                  </a:lnTo>
                  <a:lnTo>
                    <a:pt x="359302" y="197520"/>
                  </a:lnTo>
                  <a:lnTo>
                    <a:pt x="361224" y="184403"/>
                  </a:lnTo>
                  <a:lnTo>
                    <a:pt x="363145" y="170595"/>
                  </a:lnTo>
                  <a:lnTo>
                    <a:pt x="365067" y="156194"/>
                  </a:lnTo>
                  <a:lnTo>
                    <a:pt x="366988" y="141326"/>
                  </a:lnTo>
                  <a:lnTo>
                    <a:pt x="368909" y="126143"/>
                  </a:lnTo>
                  <a:lnTo>
                    <a:pt x="370831" y="110821"/>
                  </a:lnTo>
                  <a:lnTo>
                    <a:pt x="372752" y="95559"/>
                  </a:lnTo>
                  <a:lnTo>
                    <a:pt x="374674" y="80582"/>
                  </a:lnTo>
                  <a:lnTo>
                    <a:pt x="376595" y="66238"/>
                  </a:lnTo>
                  <a:lnTo>
                    <a:pt x="378516" y="52733"/>
                  </a:lnTo>
                  <a:lnTo>
                    <a:pt x="380438" y="40308"/>
                  </a:lnTo>
                  <a:lnTo>
                    <a:pt x="382359" y="29193"/>
                  </a:lnTo>
                  <a:lnTo>
                    <a:pt x="384281" y="19604"/>
                  </a:lnTo>
                  <a:lnTo>
                    <a:pt x="386202" y="11730"/>
                  </a:lnTo>
                  <a:lnTo>
                    <a:pt x="388123" y="5736"/>
                  </a:lnTo>
                  <a:lnTo>
                    <a:pt x="390045" y="1750"/>
                  </a:lnTo>
                  <a:lnTo>
                    <a:pt x="391966" y="0"/>
                  </a:lnTo>
                  <a:lnTo>
                    <a:pt x="393888" y="576"/>
                  </a:lnTo>
                  <a:lnTo>
                    <a:pt x="395809" y="3277"/>
                  </a:lnTo>
                  <a:lnTo>
                    <a:pt x="397730" y="8038"/>
                  </a:lnTo>
                  <a:lnTo>
                    <a:pt x="399652" y="14758"/>
                  </a:lnTo>
                  <a:lnTo>
                    <a:pt x="401573" y="23297"/>
                  </a:lnTo>
                  <a:lnTo>
                    <a:pt x="403495" y="33488"/>
                  </a:lnTo>
                  <a:lnTo>
                    <a:pt x="405416" y="45138"/>
                  </a:lnTo>
                  <a:lnTo>
                    <a:pt x="407337" y="58032"/>
                  </a:lnTo>
                  <a:lnTo>
                    <a:pt x="409259" y="72030"/>
                  </a:lnTo>
                  <a:lnTo>
                    <a:pt x="411180" y="86768"/>
                  </a:lnTo>
                  <a:lnTo>
                    <a:pt x="413102" y="101987"/>
                  </a:lnTo>
                  <a:lnTo>
                    <a:pt x="415023" y="117472"/>
                  </a:lnTo>
                  <a:lnTo>
                    <a:pt x="416944" y="133022"/>
                  </a:lnTo>
                  <a:lnTo>
                    <a:pt x="418866" y="148456"/>
                  </a:lnTo>
                  <a:lnTo>
                    <a:pt x="420787" y="163611"/>
                  </a:lnTo>
                  <a:lnTo>
                    <a:pt x="422709" y="178350"/>
                  </a:lnTo>
                  <a:lnTo>
                    <a:pt x="424630" y="192546"/>
                  </a:lnTo>
                  <a:lnTo>
                    <a:pt x="426551" y="206024"/>
                  </a:lnTo>
                  <a:lnTo>
                    <a:pt x="428473" y="218800"/>
                  </a:lnTo>
                  <a:lnTo>
                    <a:pt x="430394" y="230842"/>
                  </a:lnTo>
                  <a:lnTo>
                    <a:pt x="432316" y="242134"/>
                  </a:lnTo>
                  <a:lnTo>
                    <a:pt x="434237" y="252676"/>
                  </a:lnTo>
                  <a:lnTo>
                    <a:pt x="436159" y="262481"/>
                  </a:lnTo>
                  <a:lnTo>
                    <a:pt x="438080" y="271574"/>
                  </a:lnTo>
                  <a:lnTo>
                    <a:pt x="440001" y="279989"/>
                  </a:lnTo>
                  <a:lnTo>
                    <a:pt x="441923" y="287723"/>
                  </a:lnTo>
                  <a:lnTo>
                    <a:pt x="443844" y="294826"/>
                  </a:lnTo>
                  <a:lnTo>
                    <a:pt x="445766" y="301395"/>
                  </a:lnTo>
                  <a:lnTo>
                    <a:pt x="447687" y="307472"/>
                  </a:lnTo>
                  <a:lnTo>
                    <a:pt x="449608" y="313101"/>
                  </a:lnTo>
                  <a:lnTo>
                    <a:pt x="451530" y="318319"/>
                  </a:lnTo>
                  <a:lnTo>
                    <a:pt x="453451" y="323162"/>
                  </a:lnTo>
                  <a:lnTo>
                    <a:pt x="455373" y="327661"/>
                  </a:lnTo>
                  <a:lnTo>
                    <a:pt x="457294" y="331843"/>
                  </a:lnTo>
                  <a:lnTo>
                    <a:pt x="459215" y="335694"/>
                  </a:lnTo>
                  <a:lnTo>
                    <a:pt x="461137" y="339261"/>
                  </a:lnTo>
                  <a:lnTo>
                    <a:pt x="463058" y="342565"/>
                  </a:lnTo>
                  <a:lnTo>
                    <a:pt x="464980" y="345612"/>
                  </a:lnTo>
                  <a:lnTo>
                    <a:pt x="466901" y="348408"/>
                  </a:lnTo>
                  <a:lnTo>
                    <a:pt x="468822" y="350957"/>
                  </a:lnTo>
                  <a:lnTo>
                    <a:pt x="470744" y="353261"/>
                  </a:lnTo>
                  <a:lnTo>
                    <a:pt x="472665" y="355321"/>
                  </a:lnTo>
                  <a:lnTo>
                    <a:pt x="474587" y="357134"/>
                  </a:lnTo>
                  <a:lnTo>
                    <a:pt x="476508" y="358677"/>
                  </a:lnTo>
                  <a:lnTo>
                    <a:pt x="478429" y="359985"/>
                  </a:lnTo>
                  <a:lnTo>
                    <a:pt x="480351" y="361062"/>
                  </a:lnTo>
                  <a:lnTo>
                    <a:pt x="482272" y="361916"/>
                  </a:lnTo>
                  <a:lnTo>
                    <a:pt x="484194" y="362554"/>
                  </a:lnTo>
                  <a:lnTo>
                    <a:pt x="486115" y="362985"/>
                  </a:lnTo>
                  <a:lnTo>
                    <a:pt x="488036" y="363220"/>
                  </a:lnTo>
                  <a:lnTo>
                    <a:pt x="489958" y="363270"/>
                  </a:lnTo>
                  <a:lnTo>
                    <a:pt x="491879" y="363136"/>
                  </a:lnTo>
                  <a:lnTo>
                    <a:pt x="493801" y="362833"/>
                  </a:lnTo>
                  <a:lnTo>
                    <a:pt x="495722" y="362387"/>
                  </a:lnTo>
                  <a:lnTo>
                    <a:pt x="497643" y="361810"/>
                  </a:lnTo>
                  <a:lnTo>
                    <a:pt x="499565" y="361112"/>
                  </a:lnTo>
                  <a:lnTo>
                    <a:pt x="501486" y="360303"/>
                  </a:lnTo>
                  <a:lnTo>
                    <a:pt x="503408" y="359392"/>
                  </a:lnTo>
                  <a:lnTo>
                    <a:pt x="505329" y="358383"/>
                  </a:lnTo>
                  <a:lnTo>
                    <a:pt x="507250" y="357282"/>
                  </a:lnTo>
                  <a:lnTo>
                    <a:pt x="509172" y="356079"/>
                  </a:lnTo>
                  <a:lnTo>
                    <a:pt x="511093" y="354781"/>
                  </a:lnTo>
                  <a:lnTo>
                    <a:pt x="513015" y="353386"/>
                  </a:lnTo>
                  <a:lnTo>
                    <a:pt x="514936" y="351888"/>
                  </a:lnTo>
                  <a:lnTo>
                    <a:pt x="516858" y="350280"/>
                  </a:lnTo>
                  <a:lnTo>
                    <a:pt x="518779" y="348552"/>
                  </a:lnTo>
                  <a:lnTo>
                    <a:pt x="520700" y="346693"/>
                  </a:lnTo>
                  <a:lnTo>
                    <a:pt x="522622" y="344693"/>
                  </a:lnTo>
                  <a:lnTo>
                    <a:pt x="524543" y="342538"/>
                  </a:lnTo>
                  <a:lnTo>
                    <a:pt x="526465" y="340202"/>
                  </a:lnTo>
                  <a:lnTo>
                    <a:pt x="528386" y="337697"/>
                  </a:lnTo>
                  <a:lnTo>
                    <a:pt x="530307" y="335022"/>
                  </a:lnTo>
                  <a:lnTo>
                    <a:pt x="532229" y="332182"/>
                  </a:lnTo>
                  <a:lnTo>
                    <a:pt x="534150" y="329184"/>
                  </a:lnTo>
                  <a:lnTo>
                    <a:pt x="536072" y="326044"/>
                  </a:lnTo>
                  <a:lnTo>
                    <a:pt x="537993" y="322785"/>
                  </a:lnTo>
                  <a:lnTo>
                    <a:pt x="539914" y="319437"/>
                  </a:lnTo>
                  <a:lnTo>
                    <a:pt x="541836" y="316038"/>
                  </a:lnTo>
                  <a:lnTo>
                    <a:pt x="543757" y="312649"/>
                  </a:lnTo>
                  <a:lnTo>
                    <a:pt x="545679" y="309328"/>
                  </a:lnTo>
                  <a:lnTo>
                    <a:pt x="547600" y="306135"/>
                  </a:lnTo>
                  <a:lnTo>
                    <a:pt x="549521" y="303132"/>
                  </a:lnTo>
                  <a:lnTo>
                    <a:pt x="551443" y="300382"/>
                  </a:lnTo>
                  <a:lnTo>
                    <a:pt x="553364" y="297944"/>
                  </a:lnTo>
                  <a:lnTo>
                    <a:pt x="555286" y="295875"/>
                  </a:lnTo>
                  <a:lnTo>
                    <a:pt x="557207" y="294224"/>
                  </a:lnTo>
                  <a:lnTo>
                    <a:pt x="559128" y="293097"/>
                  </a:lnTo>
                  <a:lnTo>
                    <a:pt x="561050" y="292472"/>
                  </a:lnTo>
                  <a:lnTo>
                    <a:pt x="562971" y="292352"/>
                  </a:lnTo>
                  <a:lnTo>
                    <a:pt x="564893" y="292733"/>
                  </a:lnTo>
                  <a:lnTo>
                    <a:pt x="566814" y="293603"/>
                  </a:lnTo>
                  <a:lnTo>
                    <a:pt x="568735" y="294938"/>
                  </a:lnTo>
                  <a:lnTo>
                    <a:pt x="570657" y="296703"/>
                  </a:lnTo>
                  <a:lnTo>
                    <a:pt x="572578" y="298858"/>
                  </a:lnTo>
                  <a:lnTo>
                    <a:pt x="574500" y="301366"/>
                  </a:lnTo>
                  <a:lnTo>
                    <a:pt x="576421" y="304189"/>
                  </a:lnTo>
                  <a:lnTo>
                    <a:pt x="578342" y="307235"/>
                  </a:lnTo>
                  <a:lnTo>
                    <a:pt x="580264" y="310457"/>
                  </a:lnTo>
                  <a:lnTo>
                    <a:pt x="582185" y="313805"/>
                  </a:lnTo>
                  <a:lnTo>
                    <a:pt x="584107" y="317236"/>
                  </a:lnTo>
                  <a:lnTo>
                    <a:pt x="586028" y="320710"/>
                  </a:lnTo>
                  <a:lnTo>
                    <a:pt x="587950" y="324189"/>
                  </a:lnTo>
                  <a:lnTo>
                    <a:pt x="589871" y="327639"/>
                  </a:lnTo>
                  <a:lnTo>
                    <a:pt x="591792" y="331023"/>
                  </a:lnTo>
                  <a:lnTo>
                    <a:pt x="593714" y="334308"/>
                  </a:lnTo>
                  <a:lnTo>
                    <a:pt x="595635" y="337475"/>
                  </a:lnTo>
                  <a:lnTo>
                    <a:pt x="597557" y="340503"/>
                  </a:lnTo>
                  <a:lnTo>
                    <a:pt x="599478" y="343375"/>
                  </a:lnTo>
                  <a:lnTo>
                    <a:pt x="601399" y="346076"/>
                  </a:lnTo>
                  <a:lnTo>
                    <a:pt x="603321" y="348593"/>
                  </a:lnTo>
                  <a:lnTo>
                    <a:pt x="605242" y="350917"/>
                  </a:lnTo>
                  <a:lnTo>
                    <a:pt x="607164" y="353044"/>
                  </a:lnTo>
                  <a:lnTo>
                    <a:pt x="609085" y="354945"/>
                  </a:lnTo>
                  <a:lnTo>
                    <a:pt x="611006" y="356648"/>
                  </a:lnTo>
                  <a:lnTo>
                    <a:pt x="612928" y="358165"/>
                  </a:lnTo>
                  <a:lnTo>
                    <a:pt x="614849" y="359505"/>
                  </a:lnTo>
                  <a:lnTo>
                    <a:pt x="616771" y="360683"/>
                  </a:lnTo>
                  <a:lnTo>
                    <a:pt x="618692" y="361711"/>
                  </a:lnTo>
                  <a:lnTo>
                    <a:pt x="620613" y="362608"/>
                  </a:lnTo>
                  <a:lnTo>
                    <a:pt x="622535" y="363390"/>
                  </a:lnTo>
                  <a:lnTo>
                    <a:pt x="624456" y="364071"/>
                  </a:lnTo>
                  <a:lnTo>
                    <a:pt x="626378" y="364666"/>
                  </a:lnTo>
                  <a:lnTo>
                    <a:pt x="628299" y="365200"/>
                  </a:lnTo>
                  <a:lnTo>
                    <a:pt x="630220" y="365687"/>
                  </a:lnTo>
                  <a:lnTo>
                    <a:pt x="632142" y="366138"/>
                  </a:lnTo>
                  <a:lnTo>
                    <a:pt x="634063" y="366564"/>
                  </a:lnTo>
                  <a:lnTo>
                    <a:pt x="635985" y="366972"/>
                  </a:lnTo>
                  <a:lnTo>
                    <a:pt x="637906" y="367368"/>
                  </a:lnTo>
                  <a:lnTo>
                    <a:pt x="639827" y="367758"/>
                  </a:lnTo>
                  <a:lnTo>
                    <a:pt x="641749" y="368144"/>
                  </a:lnTo>
                  <a:lnTo>
                    <a:pt x="643670" y="368526"/>
                  </a:lnTo>
                  <a:lnTo>
                    <a:pt x="645592" y="368906"/>
                  </a:lnTo>
                  <a:lnTo>
                    <a:pt x="647513" y="369280"/>
                  </a:lnTo>
                  <a:lnTo>
                    <a:pt x="649434" y="369648"/>
                  </a:lnTo>
                  <a:lnTo>
                    <a:pt x="651356" y="370005"/>
                  </a:lnTo>
                  <a:lnTo>
                    <a:pt x="653277" y="370350"/>
                  </a:lnTo>
                  <a:lnTo>
                    <a:pt x="655199" y="370679"/>
                  </a:lnTo>
                  <a:lnTo>
                    <a:pt x="657120" y="370989"/>
                  </a:lnTo>
                  <a:lnTo>
                    <a:pt x="659042" y="371274"/>
                  </a:lnTo>
                  <a:lnTo>
                    <a:pt x="660963" y="371536"/>
                  </a:lnTo>
                  <a:lnTo>
                    <a:pt x="662884" y="371773"/>
                  </a:lnTo>
                  <a:lnTo>
                    <a:pt x="664806" y="371987"/>
                  </a:lnTo>
                  <a:lnTo>
                    <a:pt x="666727" y="372178"/>
                  </a:lnTo>
                  <a:lnTo>
                    <a:pt x="668649" y="372347"/>
                  </a:lnTo>
                  <a:lnTo>
                    <a:pt x="670570" y="372496"/>
                  </a:lnTo>
                  <a:lnTo>
                    <a:pt x="672491" y="372629"/>
                  </a:lnTo>
                  <a:lnTo>
                    <a:pt x="674413" y="372748"/>
                  </a:lnTo>
                  <a:lnTo>
                    <a:pt x="676334" y="372854"/>
                  </a:lnTo>
                  <a:lnTo>
                    <a:pt x="678256" y="372953"/>
                  </a:lnTo>
                  <a:lnTo>
                    <a:pt x="680177" y="373047"/>
                  </a:lnTo>
                  <a:lnTo>
                    <a:pt x="682098" y="373137"/>
                  </a:lnTo>
                  <a:lnTo>
                    <a:pt x="684020" y="373224"/>
                  </a:lnTo>
                  <a:lnTo>
                    <a:pt x="685941" y="373310"/>
                  </a:lnTo>
                  <a:lnTo>
                    <a:pt x="687863" y="373395"/>
                  </a:lnTo>
                  <a:lnTo>
                    <a:pt x="689784" y="373478"/>
                  </a:lnTo>
                  <a:lnTo>
                    <a:pt x="691705" y="373560"/>
                  </a:lnTo>
                  <a:lnTo>
                    <a:pt x="693627" y="373638"/>
                  </a:lnTo>
                  <a:lnTo>
                    <a:pt x="695548" y="373713"/>
                  </a:lnTo>
                  <a:lnTo>
                    <a:pt x="697470" y="373783"/>
                  </a:lnTo>
                  <a:lnTo>
                    <a:pt x="699391" y="373848"/>
                  </a:lnTo>
                  <a:lnTo>
                    <a:pt x="701312" y="373907"/>
                  </a:lnTo>
                  <a:lnTo>
                    <a:pt x="703234" y="373961"/>
                  </a:lnTo>
                  <a:lnTo>
                    <a:pt x="705155" y="374008"/>
                  </a:lnTo>
                  <a:lnTo>
                    <a:pt x="707077" y="374049"/>
                  </a:lnTo>
                  <a:lnTo>
                    <a:pt x="708998" y="374084"/>
                  </a:lnTo>
                  <a:lnTo>
                    <a:pt x="710919" y="374113"/>
                  </a:lnTo>
                  <a:lnTo>
                    <a:pt x="712841" y="374137"/>
                  </a:lnTo>
                  <a:lnTo>
                    <a:pt x="714762" y="374156"/>
                  </a:lnTo>
                  <a:lnTo>
                    <a:pt x="716684" y="374172"/>
                  </a:lnTo>
                  <a:lnTo>
                    <a:pt x="718605" y="374184"/>
                  </a:lnTo>
                  <a:lnTo>
                    <a:pt x="720526" y="374194"/>
                  </a:lnTo>
                  <a:lnTo>
                    <a:pt x="722448" y="374201"/>
                  </a:lnTo>
                  <a:lnTo>
                    <a:pt x="724369" y="374206"/>
                  </a:lnTo>
                  <a:lnTo>
                    <a:pt x="726291" y="374210"/>
                  </a:lnTo>
                  <a:lnTo>
                    <a:pt x="728212" y="374213"/>
                  </a:lnTo>
                  <a:lnTo>
                    <a:pt x="730134" y="374215"/>
                  </a:lnTo>
                  <a:lnTo>
                    <a:pt x="732055" y="374216"/>
                  </a:lnTo>
                  <a:lnTo>
                    <a:pt x="733976" y="374217"/>
                  </a:lnTo>
                  <a:lnTo>
                    <a:pt x="735898" y="374218"/>
                  </a:lnTo>
                  <a:lnTo>
                    <a:pt x="737819" y="374219"/>
                  </a:lnTo>
                  <a:lnTo>
                    <a:pt x="739741" y="374219"/>
                  </a:lnTo>
                  <a:lnTo>
                    <a:pt x="741662" y="374219"/>
                  </a:lnTo>
                  <a:lnTo>
                    <a:pt x="743583" y="374219"/>
                  </a:lnTo>
                  <a:lnTo>
                    <a:pt x="745505" y="374219"/>
                  </a:lnTo>
                  <a:lnTo>
                    <a:pt x="747426" y="374219"/>
                  </a:lnTo>
                  <a:lnTo>
                    <a:pt x="749348" y="374219"/>
                  </a:lnTo>
                  <a:lnTo>
                    <a:pt x="751269" y="374219"/>
                  </a:lnTo>
                  <a:lnTo>
                    <a:pt x="753190" y="374219"/>
                  </a:lnTo>
                  <a:lnTo>
                    <a:pt x="755112" y="374219"/>
                  </a:lnTo>
                  <a:lnTo>
                    <a:pt x="757033" y="374219"/>
                  </a:lnTo>
                  <a:lnTo>
                    <a:pt x="758955" y="374219"/>
                  </a:lnTo>
                  <a:lnTo>
                    <a:pt x="760876" y="374219"/>
                  </a:lnTo>
                  <a:lnTo>
                    <a:pt x="762797" y="374219"/>
                  </a:lnTo>
                  <a:lnTo>
                    <a:pt x="764719" y="374219"/>
                  </a:lnTo>
                  <a:lnTo>
                    <a:pt x="766640" y="374219"/>
                  </a:lnTo>
                  <a:lnTo>
                    <a:pt x="768562" y="374219"/>
                  </a:lnTo>
                  <a:lnTo>
                    <a:pt x="770483" y="374219"/>
                  </a:lnTo>
                  <a:lnTo>
                    <a:pt x="772404" y="374219"/>
                  </a:lnTo>
                  <a:lnTo>
                    <a:pt x="774326" y="374219"/>
                  </a:lnTo>
                  <a:lnTo>
                    <a:pt x="776247" y="374219"/>
                  </a:lnTo>
                  <a:lnTo>
                    <a:pt x="778169" y="374219"/>
                  </a:lnTo>
                  <a:lnTo>
                    <a:pt x="780090" y="374219"/>
                  </a:lnTo>
                  <a:lnTo>
                    <a:pt x="782011" y="374219"/>
                  </a:lnTo>
                  <a:lnTo>
                    <a:pt x="783933" y="374219"/>
                  </a:lnTo>
                  <a:lnTo>
                    <a:pt x="785854" y="374219"/>
                  </a:lnTo>
                  <a:lnTo>
                    <a:pt x="787776" y="374219"/>
                  </a:lnTo>
                  <a:lnTo>
                    <a:pt x="789697" y="374219"/>
                  </a:lnTo>
                  <a:lnTo>
                    <a:pt x="791618" y="374219"/>
                  </a:lnTo>
                  <a:lnTo>
                    <a:pt x="793540" y="374219"/>
                  </a:lnTo>
                  <a:lnTo>
                    <a:pt x="795461" y="374219"/>
                  </a:lnTo>
                  <a:lnTo>
                    <a:pt x="797383" y="374219"/>
                  </a:lnTo>
                  <a:lnTo>
                    <a:pt x="799304" y="374219"/>
                  </a:lnTo>
                  <a:lnTo>
                    <a:pt x="801226" y="374219"/>
                  </a:lnTo>
                  <a:lnTo>
                    <a:pt x="803147" y="374219"/>
                  </a:lnTo>
                  <a:lnTo>
                    <a:pt x="805068" y="374219"/>
                  </a:lnTo>
                  <a:lnTo>
                    <a:pt x="806990" y="374219"/>
                  </a:lnTo>
                  <a:lnTo>
                    <a:pt x="808911" y="374219"/>
                  </a:lnTo>
                  <a:lnTo>
                    <a:pt x="810833" y="374219"/>
                  </a:lnTo>
                  <a:lnTo>
                    <a:pt x="812754" y="374219"/>
                  </a:lnTo>
                  <a:lnTo>
                    <a:pt x="814675" y="374219"/>
                  </a:lnTo>
                  <a:lnTo>
                    <a:pt x="816597" y="374219"/>
                  </a:lnTo>
                  <a:lnTo>
                    <a:pt x="818518" y="374219"/>
                  </a:lnTo>
                  <a:lnTo>
                    <a:pt x="820440" y="374219"/>
                  </a:lnTo>
                  <a:lnTo>
                    <a:pt x="822361" y="374219"/>
                  </a:lnTo>
                  <a:lnTo>
                    <a:pt x="824282" y="374219"/>
                  </a:lnTo>
                  <a:lnTo>
                    <a:pt x="826204" y="374219"/>
                  </a:lnTo>
                  <a:lnTo>
                    <a:pt x="828125" y="374219"/>
                  </a:lnTo>
                  <a:lnTo>
                    <a:pt x="830047" y="374219"/>
                  </a:lnTo>
                  <a:lnTo>
                    <a:pt x="831968" y="374219"/>
                  </a:lnTo>
                  <a:lnTo>
                    <a:pt x="833889" y="374219"/>
                  </a:lnTo>
                  <a:lnTo>
                    <a:pt x="835811" y="374219"/>
                  </a:lnTo>
                  <a:lnTo>
                    <a:pt x="837732" y="374219"/>
                  </a:lnTo>
                  <a:lnTo>
                    <a:pt x="839654" y="374219"/>
                  </a:lnTo>
                  <a:lnTo>
                    <a:pt x="841575" y="374219"/>
                  </a:lnTo>
                  <a:lnTo>
                    <a:pt x="843496" y="374219"/>
                  </a:lnTo>
                  <a:lnTo>
                    <a:pt x="845418" y="374219"/>
                  </a:lnTo>
                  <a:lnTo>
                    <a:pt x="847339" y="374219"/>
                  </a:lnTo>
                  <a:lnTo>
                    <a:pt x="849261" y="374219"/>
                  </a:lnTo>
                  <a:lnTo>
                    <a:pt x="851182" y="374219"/>
                  </a:lnTo>
                  <a:lnTo>
                    <a:pt x="853103" y="374219"/>
                  </a:lnTo>
                  <a:lnTo>
                    <a:pt x="855025" y="374219"/>
                  </a:lnTo>
                  <a:lnTo>
                    <a:pt x="856946" y="374219"/>
                  </a:lnTo>
                  <a:lnTo>
                    <a:pt x="858868" y="374219"/>
                  </a:lnTo>
                  <a:lnTo>
                    <a:pt x="860789" y="374219"/>
                  </a:lnTo>
                  <a:lnTo>
                    <a:pt x="862710" y="374219"/>
                  </a:lnTo>
                  <a:lnTo>
                    <a:pt x="864632" y="374219"/>
                  </a:lnTo>
                  <a:lnTo>
                    <a:pt x="866553" y="374219"/>
                  </a:lnTo>
                  <a:lnTo>
                    <a:pt x="868475" y="374219"/>
                  </a:lnTo>
                  <a:lnTo>
                    <a:pt x="870396" y="374219"/>
                  </a:lnTo>
                  <a:lnTo>
                    <a:pt x="872318" y="374219"/>
                  </a:lnTo>
                  <a:lnTo>
                    <a:pt x="874239" y="374219"/>
                  </a:lnTo>
                  <a:lnTo>
                    <a:pt x="876160" y="374219"/>
                  </a:lnTo>
                  <a:lnTo>
                    <a:pt x="878082" y="374219"/>
                  </a:lnTo>
                  <a:lnTo>
                    <a:pt x="880003" y="374219"/>
                  </a:lnTo>
                  <a:lnTo>
                    <a:pt x="881925" y="374219"/>
                  </a:lnTo>
                  <a:lnTo>
                    <a:pt x="883846" y="374219"/>
                  </a:lnTo>
                  <a:lnTo>
                    <a:pt x="885767" y="374219"/>
                  </a:lnTo>
                  <a:lnTo>
                    <a:pt x="887689" y="374219"/>
                  </a:lnTo>
                  <a:lnTo>
                    <a:pt x="889610" y="374219"/>
                  </a:lnTo>
                  <a:lnTo>
                    <a:pt x="891532" y="374219"/>
                  </a:lnTo>
                  <a:lnTo>
                    <a:pt x="893453" y="374219"/>
                  </a:lnTo>
                  <a:lnTo>
                    <a:pt x="895374" y="374219"/>
                  </a:lnTo>
                  <a:lnTo>
                    <a:pt x="897296" y="374219"/>
                  </a:lnTo>
                  <a:lnTo>
                    <a:pt x="899217" y="374219"/>
                  </a:lnTo>
                  <a:lnTo>
                    <a:pt x="901139" y="374219"/>
                  </a:lnTo>
                  <a:lnTo>
                    <a:pt x="903060" y="374219"/>
                  </a:lnTo>
                  <a:lnTo>
                    <a:pt x="904981" y="374219"/>
                  </a:lnTo>
                  <a:lnTo>
                    <a:pt x="906903" y="374219"/>
                  </a:lnTo>
                  <a:lnTo>
                    <a:pt x="908824" y="374219"/>
                  </a:lnTo>
                  <a:lnTo>
                    <a:pt x="910746" y="374219"/>
                  </a:lnTo>
                  <a:lnTo>
                    <a:pt x="912667" y="374219"/>
                  </a:lnTo>
                  <a:lnTo>
                    <a:pt x="914588" y="374219"/>
                  </a:lnTo>
                  <a:lnTo>
                    <a:pt x="916510" y="374219"/>
                  </a:lnTo>
                  <a:lnTo>
                    <a:pt x="918431" y="374219"/>
                  </a:lnTo>
                  <a:lnTo>
                    <a:pt x="920353" y="374219"/>
                  </a:lnTo>
                  <a:lnTo>
                    <a:pt x="922274" y="374219"/>
                  </a:lnTo>
                  <a:lnTo>
                    <a:pt x="924195" y="374219"/>
                  </a:lnTo>
                  <a:lnTo>
                    <a:pt x="926117" y="374219"/>
                  </a:lnTo>
                  <a:lnTo>
                    <a:pt x="928038" y="374219"/>
                  </a:lnTo>
                  <a:lnTo>
                    <a:pt x="929960" y="374219"/>
                  </a:lnTo>
                  <a:lnTo>
                    <a:pt x="931881" y="374219"/>
                  </a:lnTo>
                  <a:lnTo>
                    <a:pt x="933802" y="374219"/>
                  </a:lnTo>
                  <a:lnTo>
                    <a:pt x="935724" y="374219"/>
                  </a:lnTo>
                  <a:lnTo>
                    <a:pt x="937645" y="374219"/>
                  </a:lnTo>
                  <a:lnTo>
                    <a:pt x="939567" y="374219"/>
                  </a:lnTo>
                  <a:lnTo>
                    <a:pt x="941488" y="374219"/>
                  </a:lnTo>
                  <a:lnTo>
                    <a:pt x="943410" y="374219"/>
                  </a:lnTo>
                  <a:lnTo>
                    <a:pt x="945331" y="374219"/>
                  </a:lnTo>
                  <a:lnTo>
                    <a:pt x="947252" y="374219"/>
                  </a:lnTo>
                  <a:lnTo>
                    <a:pt x="949174" y="374219"/>
                  </a:lnTo>
                  <a:lnTo>
                    <a:pt x="951095" y="374219"/>
                  </a:lnTo>
                  <a:lnTo>
                    <a:pt x="953017" y="374219"/>
                  </a:lnTo>
                  <a:lnTo>
                    <a:pt x="954938" y="374219"/>
                  </a:lnTo>
                  <a:lnTo>
                    <a:pt x="956859" y="374219"/>
                  </a:lnTo>
                  <a:lnTo>
                    <a:pt x="958781" y="374219"/>
                  </a:lnTo>
                  <a:lnTo>
                    <a:pt x="960702" y="374219"/>
                  </a:lnTo>
                  <a:lnTo>
                    <a:pt x="962624" y="374219"/>
                  </a:lnTo>
                  <a:lnTo>
                    <a:pt x="964545" y="374219"/>
                  </a:lnTo>
                  <a:lnTo>
                    <a:pt x="966466" y="374219"/>
                  </a:lnTo>
                  <a:lnTo>
                    <a:pt x="968388" y="374219"/>
                  </a:lnTo>
                  <a:lnTo>
                    <a:pt x="970309" y="374219"/>
                  </a:lnTo>
                  <a:lnTo>
                    <a:pt x="972231" y="374219"/>
                  </a:lnTo>
                  <a:lnTo>
                    <a:pt x="974152" y="374219"/>
                  </a:lnTo>
                  <a:lnTo>
                    <a:pt x="976073" y="374219"/>
                  </a:lnTo>
                  <a:lnTo>
                    <a:pt x="977995" y="374219"/>
                  </a:lnTo>
                  <a:lnTo>
                    <a:pt x="979916" y="374219"/>
                  </a:lnTo>
                  <a:lnTo>
                    <a:pt x="981838" y="374219"/>
                  </a:lnTo>
                  <a:lnTo>
                    <a:pt x="979916" y="374219"/>
                  </a:lnTo>
                  <a:lnTo>
                    <a:pt x="977995" y="374219"/>
                  </a:lnTo>
                  <a:lnTo>
                    <a:pt x="976073" y="374219"/>
                  </a:lnTo>
                  <a:lnTo>
                    <a:pt x="974152" y="374219"/>
                  </a:lnTo>
                  <a:lnTo>
                    <a:pt x="972231" y="374219"/>
                  </a:lnTo>
                  <a:lnTo>
                    <a:pt x="970309" y="374219"/>
                  </a:lnTo>
                  <a:lnTo>
                    <a:pt x="968388" y="374219"/>
                  </a:lnTo>
                  <a:lnTo>
                    <a:pt x="966466" y="374219"/>
                  </a:lnTo>
                  <a:lnTo>
                    <a:pt x="964545" y="374219"/>
                  </a:lnTo>
                  <a:lnTo>
                    <a:pt x="962624" y="374219"/>
                  </a:lnTo>
                  <a:lnTo>
                    <a:pt x="960702" y="374219"/>
                  </a:lnTo>
                  <a:lnTo>
                    <a:pt x="958781" y="374219"/>
                  </a:lnTo>
                  <a:lnTo>
                    <a:pt x="956859" y="374219"/>
                  </a:lnTo>
                  <a:lnTo>
                    <a:pt x="954938" y="374219"/>
                  </a:lnTo>
                  <a:lnTo>
                    <a:pt x="953017" y="374219"/>
                  </a:lnTo>
                  <a:lnTo>
                    <a:pt x="951095" y="374219"/>
                  </a:lnTo>
                  <a:lnTo>
                    <a:pt x="949174" y="374219"/>
                  </a:lnTo>
                  <a:lnTo>
                    <a:pt x="947252" y="374219"/>
                  </a:lnTo>
                  <a:lnTo>
                    <a:pt x="945331" y="374219"/>
                  </a:lnTo>
                  <a:lnTo>
                    <a:pt x="943410" y="374219"/>
                  </a:lnTo>
                  <a:lnTo>
                    <a:pt x="941488" y="374219"/>
                  </a:lnTo>
                  <a:lnTo>
                    <a:pt x="939567" y="374219"/>
                  </a:lnTo>
                  <a:lnTo>
                    <a:pt x="937645" y="374219"/>
                  </a:lnTo>
                  <a:lnTo>
                    <a:pt x="935724" y="374219"/>
                  </a:lnTo>
                  <a:lnTo>
                    <a:pt x="933802" y="374219"/>
                  </a:lnTo>
                  <a:lnTo>
                    <a:pt x="931881" y="374219"/>
                  </a:lnTo>
                  <a:lnTo>
                    <a:pt x="929960" y="374219"/>
                  </a:lnTo>
                  <a:lnTo>
                    <a:pt x="928038" y="374219"/>
                  </a:lnTo>
                  <a:lnTo>
                    <a:pt x="926117" y="374219"/>
                  </a:lnTo>
                  <a:lnTo>
                    <a:pt x="924195" y="374219"/>
                  </a:lnTo>
                  <a:lnTo>
                    <a:pt x="922274" y="374219"/>
                  </a:lnTo>
                  <a:lnTo>
                    <a:pt x="920353" y="374219"/>
                  </a:lnTo>
                  <a:lnTo>
                    <a:pt x="918431" y="374219"/>
                  </a:lnTo>
                  <a:lnTo>
                    <a:pt x="916510" y="374219"/>
                  </a:lnTo>
                  <a:lnTo>
                    <a:pt x="914588" y="374219"/>
                  </a:lnTo>
                  <a:lnTo>
                    <a:pt x="912667" y="374219"/>
                  </a:lnTo>
                  <a:lnTo>
                    <a:pt x="910746" y="374219"/>
                  </a:lnTo>
                  <a:lnTo>
                    <a:pt x="908824" y="374219"/>
                  </a:lnTo>
                  <a:lnTo>
                    <a:pt x="906903" y="374219"/>
                  </a:lnTo>
                  <a:lnTo>
                    <a:pt x="904981" y="374219"/>
                  </a:lnTo>
                  <a:lnTo>
                    <a:pt x="903060" y="374219"/>
                  </a:lnTo>
                  <a:lnTo>
                    <a:pt x="901139" y="374219"/>
                  </a:lnTo>
                  <a:lnTo>
                    <a:pt x="899217" y="374219"/>
                  </a:lnTo>
                  <a:lnTo>
                    <a:pt x="897296" y="374219"/>
                  </a:lnTo>
                  <a:lnTo>
                    <a:pt x="895374" y="374219"/>
                  </a:lnTo>
                  <a:lnTo>
                    <a:pt x="893453" y="374219"/>
                  </a:lnTo>
                  <a:lnTo>
                    <a:pt x="891532" y="374219"/>
                  </a:lnTo>
                  <a:lnTo>
                    <a:pt x="889610" y="374219"/>
                  </a:lnTo>
                  <a:lnTo>
                    <a:pt x="887689" y="374219"/>
                  </a:lnTo>
                  <a:lnTo>
                    <a:pt x="885767" y="374219"/>
                  </a:lnTo>
                  <a:lnTo>
                    <a:pt x="883846" y="374219"/>
                  </a:lnTo>
                  <a:lnTo>
                    <a:pt x="881925" y="374219"/>
                  </a:lnTo>
                  <a:lnTo>
                    <a:pt x="880003" y="374219"/>
                  </a:lnTo>
                  <a:lnTo>
                    <a:pt x="878082" y="374219"/>
                  </a:lnTo>
                  <a:lnTo>
                    <a:pt x="876160" y="374219"/>
                  </a:lnTo>
                  <a:lnTo>
                    <a:pt x="874239" y="374219"/>
                  </a:lnTo>
                  <a:lnTo>
                    <a:pt x="872318" y="374219"/>
                  </a:lnTo>
                  <a:lnTo>
                    <a:pt x="870396" y="374219"/>
                  </a:lnTo>
                  <a:lnTo>
                    <a:pt x="868475" y="374219"/>
                  </a:lnTo>
                  <a:lnTo>
                    <a:pt x="866553" y="374219"/>
                  </a:lnTo>
                  <a:lnTo>
                    <a:pt x="864632" y="374219"/>
                  </a:lnTo>
                  <a:lnTo>
                    <a:pt x="862710" y="374219"/>
                  </a:lnTo>
                  <a:lnTo>
                    <a:pt x="860789" y="374219"/>
                  </a:lnTo>
                  <a:lnTo>
                    <a:pt x="858868" y="374219"/>
                  </a:lnTo>
                  <a:lnTo>
                    <a:pt x="856946" y="374219"/>
                  </a:lnTo>
                  <a:lnTo>
                    <a:pt x="855025" y="374219"/>
                  </a:lnTo>
                  <a:lnTo>
                    <a:pt x="853103" y="374219"/>
                  </a:lnTo>
                  <a:lnTo>
                    <a:pt x="851182" y="374219"/>
                  </a:lnTo>
                  <a:lnTo>
                    <a:pt x="849261" y="374219"/>
                  </a:lnTo>
                  <a:lnTo>
                    <a:pt x="847339" y="374219"/>
                  </a:lnTo>
                  <a:lnTo>
                    <a:pt x="845418" y="374219"/>
                  </a:lnTo>
                  <a:lnTo>
                    <a:pt x="843496" y="374219"/>
                  </a:lnTo>
                  <a:lnTo>
                    <a:pt x="841575" y="374219"/>
                  </a:lnTo>
                  <a:lnTo>
                    <a:pt x="839654" y="374219"/>
                  </a:lnTo>
                  <a:lnTo>
                    <a:pt x="837732" y="374219"/>
                  </a:lnTo>
                  <a:lnTo>
                    <a:pt x="835811" y="374219"/>
                  </a:lnTo>
                  <a:lnTo>
                    <a:pt x="833889" y="374219"/>
                  </a:lnTo>
                  <a:lnTo>
                    <a:pt x="831968" y="374219"/>
                  </a:lnTo>
                  <a:lnTo>
                    <a:pt x="830047" y="374219"/>
                  </a:lnTo>
                  <a:lnTo>
                    <a:pt x="828125" y="374219"/>
                  </a:lnTo>
                  <a:lnTo>
                    <a:pt x="826204" y="374219"/>
                  </a:lnTo>
                  <a:lnTo>
                    <a:pt x="824282" y="374219"/>
                  </a:lnTo>
                  <a:lnTo>
                    <a:pt x="822361" y="374219"/>
                  </a:lnTo>
                  <a:lnTo>
                    <a:pt x="820440" y="374219"/>
                  </a:lnTo>
                  <a:lnTo>
                    <a:pt x="818518" y="374219"/>
                  </a:lnTo>
                  <a:lnTo>
                    <a:pt x="816597" y="374219"/>
                  </a:lnTo>
                  <a:lnTo>
                    <a:pt x="814675" y="374219"/>
                  </a:lnTo>
                  <a:lnTo>
                    <a:pt x="812754" y="374219"/>
                  </a:lnTo>
                  <a:lnTo>
                    <a:pt x="810833" y="374219"/>
                  </a:lnTo>
                  <a:lnTo>
                    <a:pt x="808911" y="374219"/>
                  </a:lnTo>
                  <a:lnTo>
                    <a:pt x="806990" y="374219"/>
                  </a:lnTo>
                  <a:lnTo>
                    <a:pt x="805068" y="374219"/>
                  </a:lnTo>
                  <a:lnTo>
                    <a:pt x="803147" y="374219"/>
                  </a:lnTo>
                  <a:lnTo>
                    <a:pt x="801226" y="374219"/>
                  </a:lnTo>
                  <a:lnTo>
                    <a:pt x="799304" y="374219"/>
                  </a:lnTo>
                  <a:lnTo>
                    <a:pt x="797383" y="374219"/>
                  </a:lnTo>
                  <a:lnTo>
                    <a:pt x="795461" y="374219"/>
                  </a:lnTo>
                  <a:lnTo>
                    <a:pt x="793540" y="374219"/>
                  </a:lnTo>
                  <a:lnTo>
                    <a:pt x="791618" y="374219"/>
                  </a:lnTo>
                  <a:lnTo>
                    <a:pt x="789697" y="374219"/>
                  </a:lnTo>
                  <a:lnTo>
                    <a:pt x="787776" y="374219"/>
                  </a:lnTo>
                  <a:lnTo>
                    <a:pt x="785854" y="374219"/>
                  </a:lnTo>
                  <a:lnTo>
                    <a:pt x="783933" y="374219"/>
                  </a:lnTo>
                  <a:lnTo>
                    <a:pt x="782011" y="374219"/>
                  </a:lnTo>
                  <a:lnTo>
                    <a:pt x="780090" y="374219"/>
                  </a:lnTo>
                  <a:lnTo>
                    <a:pt x="778169" y="374219"/>
                  </a:lnTo>
                  <a:lnTo>
                    <a:pt x="776247" y="374219"/>
                  </a:lnTo>
                  <a:lnTo>
                    <a:pt x="774326" y="374219"/>
                  </a:lnTo>
                  <a:lnTo>
                    <a:pt x="772404" y="374219"/>
                  </a:lnTo>
                  <a:lnTo>
                    <a:pt x="770483" y="374219"/>
                  </a:lnTo>
                  <a:lnTo>
                    <a:pt x="768562" y="374219"/>
                  </a:lnTo>
                  <a:lnTo>
                    <a:pt x="766640" y="374219"/>
                  </a:lnTo>
                  <a:lnTo>
                    <a:pt x="764719" y="374219"/>
                  </a:lnTo>
                  <a:lnTo>
                    <a:pt x="762797" y="374219"/>
                  </a:lnTo>
                  <a:lnTo>
                    <a:pt x="760876" y="374219"/>
                  </a:lnTo>
                  <a:lnTo>
                    <a:pt x="758955" y="374219"/>
                  </a:lnTo>
                  <a:lnTo>
                    <a:pt x="757033" y="374219"/>
                  </a:lnTo>
                  <a:lnTo>
                    <a:pt x="755112" y="374219"/>
                  </a:lnTo>
                  <a:lnTo>
                    <a:pt x="753190" y="374219"/>
                  </a:lnTo>
                  <a:lnTo>
                    <a:pt x="751269" y="374219"/>
                  </a:lnTo>
                  <a:lnTo>
                    <a:pt x="749348" y="374219"/>
                  </a:lnTo>
                  <a:lnTo>
                    <a:pt x="747426" y="374219"/>
                  </a:lnTo>
                  <a:lnTo>
                    <a:pt x="745505" y="374219"/>
                  </a:lnTo>
                  <a:lnTo>
                    <a:pt x="743583" y="374219"/>
                  </a:lnTo>
                  <a:lnTo>
                    <a:pt x="741662" y="374219"/>
                  </a:lnTo>
                  <a:lnTo>
                    <a:pt x="739741" y="374219"/>
                  </a:lnTo>
                  <a:lnTo>
                    <a:pt x="737819" y="374219"/>
                  </a:lnTo>
                  <a:lnTo>
                    <a:pt x="735898" y="374219"/>
                  </a:lnTo>
                  <a:lnTo>
                    <a:pt x="733976" y="374219"/>
                  </a:lnTo>
                  <a:lnTo>
                    <a:pt x="732055" y="374219"/>
                  </a:lnTo>
                  <a:lnTo>
                    <a:pt x="730134" y="374219"/>
                  </a:lnTo>
                  <a:lnTo>
                    <a:pt x="728212" y="374219"/>
                  </a:lnTo>
                  <a:lnTo>
                    <a:pt x="726291" y="374219"/>
                  </a:lnTo>
                  <a:lnTo>
                    <a:pt x="724369" y="374219"/>
                  </a:lnTo>
                  <a:lnTo>
                    <a:pt x="722448" y="374219"/>
                  </a:lnTo>
                  <a:lnTo>
                    <a:pt x="720526" y="374219"/>
                  </a:lnTo>
                  <a:lnTo>
                    <a:pt x="718605" y="374219"/>
                  </a:lnTo>
                  <a:lnTo>
                    <a:pt x="716684" y="374219"/>
                  </a:lnTo>
                  <a:lnTo>
                    <a:pt x="714762" y="374219"/>
                  </a:lnTo>
                  <a:lnTo>
                    <a:pt x="712841" y="374219"/>
                  </a:lnTo>
                  <a:lnTo>
                    <a:pt x="710919" y="374219"/>
                  </a:lnTo>
                  <a:lnTo>
                    <a:pt x="708998" y="374219"/>
                  </a:lnTo>
                  <a:lnTo>
                    <a:pt x="707077" y="374219"/>
                  </a:lnTo>
                  <a:lnTo>
                    <a:pt x="705155" y="374219"/>
                  </a:lnTo>
                  <a:lnTo>
                    <a:pt x="703234" y="374219"/>
                  </a:lnTo>
                  <a:lnTo>
                    <a:pt x="701312" y="374219"/>
                  </a:lnTo>
                  <a:lnTo>
                    <a:pt x="699391" y="374219"/>
                  </a:lnTo>
                  <a:lnTo>
                    <a:pt x="697470" y="374219"/>
                  </a:lnTo>
                  <a:lnTo>
                    <a:pt x="695548" y="374219"/>
                  </a:lnTo>
                  <a:lnTo>
                    <a:pt x="693627" y="374219"/>
                  </a:lnTo>
                  <a:lnTo>
                    <a:pt x="691705" y="374219"/>
                  </a:lnTo>
                  <a:lnTo>
                    <a:pt x="689784" y="374219"/>
                  </a:lnTo>
                  <a:lnTo>
                    <a:pt x="687863" y="374219"/>
                  </a:lnTo>
                  <a:lnTo>
                    <a:pt x="685941" y="374219"/>
                  </a:lnTo>
                  <a:lnTo>
                    <a:pt x="684020" y="374219"/>
                  </a:lnTo>
                  <a:lnTo>
                    <a:pt x="682098" y="374219"/>
                  </a:lnTo>
                  <a:lnTo>
                    <a:pt x="680177" y="374219"/>
                  </a:lnTo>
                  <a:lnTo>
                    <a:pt x="678256" y="374219"/>
                  </a:lnTo>
                  <a:lnTo>
                    <a:pt x="676334" y="374219"/>
                  </a:lnTo>
                  <a:lnTo>
                    <a:pt x="674413" y="374219"/>
                  </a:lnTo>
                  <a:lnTo>
                    <a:pt x="672491" y="374219"/>
                  </a:lnTo>
                  <a:lnTo>
                    <a:pt x="670570" y="374219"/>
                  </a:lnTo>
                  <a:lnTo>
                    <a:pt x="668649" y="374219"/>
                  </a:lnTo>
                  <a:lnTo>
                    <a:pt x="666727" y="374219"/>
                  </a:lnTo>
                  <a:lnTo>
                    <a:pt x="664806" y="374219"/>
                  </a:lnTo>
                  <a:lnTo>
                    <a:pt x="662884" y="374219"/>
                  </a:lnTo>
                  <a:lnTo>
                    <a:pt x="660963" y="374219"/>
                  </a:lnTo>
                  <a:lnTo>
                    <a:pt x="659042" y="374219"/>
                  </a:lnTo>
                  <a:lnTo>
                    <a:pt x="657120" y="374219"/>
                  </a:lnTo>
                  <a:lnTo>
                    <a:pt x="655199" y="374219"/>
                  </a:lnTo>
                  <a:lnTo>
                    <a:pt x="653277" y="374219"/>
                  </a:lnTo>
                  <a:lnTo>
                    <a:pt x="651356" y="374219"/>
                  </a:lnTo>
                  <a:lnTo>
                    <a:pt x="649434" y="374219"/>
                  </a:lnTo>
                  <a:lnTo>
                    <a:pt x="647513" y="374219"/>
                  </a:lnTo>
                  <a:lnTo>
                    <a:pt x="645592" y="374219"/>
                  </a:lnTo>
                  <a:lnTo>
                    <a:pt x="643670" y="374219"/>
                  </a:lnTo>
                  <a:lnTo>
                    <a:pt x="641749" y="374219"/>
                  </a:lnTo>
                  <a:lnTo>
                    <a:pt x="639827" y="374219"/>
                  </a:lnTo>
                  <a:lnTo>
                    <a:pt x="637906" y="374219"/>
                  </a:lnTo>
                  <a:lnTo>
                    <a:pt x="635985" y="374219"/>
                  </a:lnTo>
                  <a:lnTo>
                    <a:pt x="634063" y="374219"/>
                  </a:lnTo>
                  <a:lnTo>
                    <a:pt x="632142" y="374219"/>
                  </a:lnTo>
                  <a:lnTo>
                    <a:pt x="630220" y="374219"/>
                  </a:lnTo>
                  <a:lnTo>
                    <a:pt x="628299" y="374219"/>
                  </a:lnTo>
                  <a:lnTo>
                    <a:pt x="626378" y="374219"/>
                  </a:lnTo>
                  <a:lnTo>
                    <a:pt x="624456" y="374219"/>
                  </a:lnTo>
                  <a:lnTo>
                    <a:pt x="622535" y="374219"/>
                  </a:lnTo>
                  <a:lnTo>
                    <a:pt x="620613" y="374219"/>
                  </a:lnTo>
                  <a:lnTo>
                    <a:pt x="618692" y="374219"/>
                  </a:lnTo>
                  <a:lnTo>
                    <a:pt x="616771" y="374219"/>
                  </a:lnTo>
                  <a:lnTo>
                    <a:pt x="614849" y="374219"/>
                  </a:lnTo>
                  <a:lnTo>
                    <a:pt x="612928" y="374219"/>
                  </a:lnTo>
                  <a:lnTo>
                    <a:pt x="611006" y="374219"/>
                  </a:lnTo>
                  <a:lnTo>
                    <a:pt x="609085" y="374219"/>
                  </a:lnTo>
                  <a:lnTo>
                    <a:pt x="607164" y="374219"/>
                  </a:lnTo>
                  <a:lnTo>
                    <a:pt x="605242" y="374219"/>
                  </a:lnTo>
                  <a:lnTo>
                    <a:pt x="603321" y="374219"/>
                  </a:lnTo>
                  <a:lnTo>
                    <a:pt x="601399" y="374219"/>
                  </a:lnTo>
                  <a:lnTo>
                    <a:pt x="599478" y="374219"/>
                  </a:lnTo>
                  <a:lnTo>
                    <a:pt x="597557" y="374219"/>
                  </a:lnTo>
                  <a:lnTo>
                    <a:pt x="595635" y="374219"/>
                  </a:lnTo>
                  <a:lnTo>
                    <a:pt x="593714" y="374219"/>
                  </a:lnTo>
                  <a:lnTo>
                    <a:pt x="591792" y="374219"/>
                  </a:lnTo>
                  <a:lnTo>
                    <a:pt x="589871" y="374219"/>
                  </a:lnTo>
                  <a:lnTo>
                    <a:pt x="587950" y="374219"/>
                  </a:lnTo>
                  <a:lnTo>
                    <a:pt x="586028" y="374219"/>
                  </a:lnTo>
                  <a:lnTo>
                    <a:pt x="584107" y="374219"/>
                  </a:lnTo>
                  <a:lnTo>
                    <a:pt x="582185" y="374219"/>
                  </a:lnTo>
                  <a:lnTo>
                    <a:pt x="580264" y="374219"/>
                  </a:lnTo>
                  <a:lnTo>
                    <a:pt x="578342" y="374219"/>
                  </a:lnTo>
                  <a:lnTo>
                    <a:pt x="576421" y="374219"/>
                  </a:lnTo>
                  <a:lnTo>
                    <a:pt x="574500" y="374219"/>
                  </a:lnTo>
                  <a:lnTo>
                    <a:pt x="572578" y="374219"/>
                  </a:lnTo>
                  <a:lnTo>
                    <a:pt x="570657" y="374219"/>
                  </a:lnTo>
                  <a:lnTo>
                    <a:pt x="568735" y="374219"/>
                  </a:lnTo>
                  <a:lnTo>
                    <a:pt x="566814" y="374219"/>
                  </a:lnTo>
                  <a:lnTo>
                    <a:pt x="564893" y="374219"/>
                  </a:lnTo>
                  <a:lnTo>
                    <a:pt x="562971" y="374219"/>
                  </a:lnTo>
                  <a:lnTo>
                    <a:pt x="561050" y="374219"/>
                  </a:lnTo>
                  <a:lnTo>
                    <a:pt x="559128" y="374219"/>
                  </a:lnTo>
                  <a:lnTo>
                    <a:pt x="557207" y="374219"/>
                  </a:lnTo>
                  <a:lnTo>
                    <a:pt x="555286" y="374219"/>
                  </a:lnTo>
                  <a:lnTo>
                    <a:pt x="553364" y="374219"/>
                  </a:lnTo>
                  <a:lnTo>
                    <a:pt x="551443" y="374219"/>
                  </a:lnTo>
                  <a:lnTo>
                    <a:pt x="549521" y="374219"/>
                  </a:lnTo>
                  <a:lnTo>
                    <a:pt x="547600" y="374219"/>
                  </a:lnTo>
                  <a:lnTo>
                    <a:pt x="545679" y="374219"/>
                  </a:lnTo>
                  <a:lnTo>
                    <a:pt x="543757" y="374219"/>
                  </a:lnTo>
                  <a:lnTo>
                    <a:pt x="541836" y="374219"/>
                  </a:lnTo>
                  <a:lnTo>
                    <a:pt x="539914" y="374219"/>
                  </a:lnTo>
                  <a:lnTo>
                    <a:pt x="537993" y="374219"/>
                  </a:lnTo>
                  <a:lnTo>
                    <a:pt x="536072" y="374219"/>
                  </a:lnTo>
                  <a:lnTo>
                    <a:pt x="534150" y="374219"/>
                  </a:lnTo>
                  <a:lnTo>
                    <a:pt x="532229" y="374219"/>
                  </a:lnTo>
                  <a:lnTo>
                    <a:pt x="530307" y="374219"/>
                  </a:lnTo>
                  <a:lnTo>
                    <a:pt x="528386" y="374219"/>
                  </a:lnTo>
                  <a:lnTo>
                    <a:pt x="526465" y="374219"/>
                  </a:lnTo>
                  <a:lnTo>
                    <a:pt x="524543" y="374219"/>
                  </a:lnTo>
                  <a:lnTo>
                    <a:pt x="522622" y="374219"/>
                  </a:lnTo>
                  <a:lnTo>
                    <a:pt x="520700" y="374219"/>
                  </a:lnTo>
                  <a:lnTo>
                    <a:pt x="518779" y="374219"/>
                  </a:lnTo>
                  <a:lnTo>
                    <a:pt x="516858" y="374219"/>
                  </a:lnTo>
                  <a:lnTo>
                    <a:pt x="514936" y="374219"/>
                  </a:lnTo>
                  <a:lnTo>
                    <a:pt x="513015" y="374219"/>
                  </a:lnTo>
                  <a:lnTo>
                    <a:pt x="511093" y="374219"/>
                  </a:lnTo>
                  <a:lnTo>
                    <a:pt x="509172" y="374219"/>
                  </a:lnTo>
                  <a:lnTo>
                    <a:pt x="507250" y="374219"/>
                  </a:lnTo>
                  <a:lnTo>
                    <a:pt x="505329" y="374219"/>
                  </a:lnTo>
                  <a:lnTo>
                    <a:pt x="503408" y="374219"/>
                  </a:lnTo>
                  <a:lnTo>
                    <a:pt x="501486" y="374219"/>
                  </a:lnTo>
                  <a:lnTo>
                    <a:pt x="499565" y="374219"/>
                  </a:lnTo>
                  <a:lnTo>
                    <a:pt x="497643" y="374219"/>
                  </a:lnTo>
                  <a:lnTo>
                    <a:pt x="495722" y="374219"/>
                  </a:lnTo>
                  <a:lnTo>
                    <a:pt x="493801" y="374219"/>
                  </a:lnTo>
                  <a:lnTo>
                    <a:pt x="491879" y="374219"/>
                  </a:lnTo>
                  <a:lnTo>
                    <a:pt x="489958" y="374219"/>
                  </a:lnTo>
                  <a:lnTo>
                    <a:pt x="488036" y="374219"/>
                  </a:lnTo>
                  <a:lnTo>
                    <a:pt x="486115" y="374219"/>
                  </a:lnTo>
                  <a:lnTo>
                    <a:pt x="484194" y="374219"/>
                  </a:lnTo>
                  <a:lnTo>
                    <a:pt x="482272" y="374219"/>
                  </a:lnTo>
                  <a:lnTo>
                    <a:pt x="480351" y="374219"/>
                  </a:lnTo>
                  <a:lnTo>
                    <a:pt x="478429" y="374219"/>
                  </a:lnTo>
                  <a:lnTo>
                    <a:pt x="476508" y="374219"/>
                  </a:lnTo>
                  <a:lnTo>
                    <a:pt x="474587" y="374219"/>
                  </a:lnTo>
                  <a:lnTo>
                    <a:pt x="472665" y="374219"/>
                  </a:lnTo>
                  <a:lnTo>
                    <a:pt x="470744" y="374219"/>
                  </a:lnTo>
                  <a:lnTo>
                    <a:pt x="468822" y="374219"/>
                  </a:lnTo>
                  <a:lnTo>
                    <a:pt x="466901" y="374219"/>
                  </a:lnTo>
                  <a:lnTo>
                    <a:pt x="464980" y="374219"/>
                  </a:lnTo>
                  <a:lnTo>
                    <a:pt x="463058" y="374219"/>
                  </a:lnTo>
                  <a:lnTo>
                    <a:pt x="461137" y="374219"/>
                  </a:lnTo>
                  <a:lnTo>
                    <a:pt x="459215" y="374219"/>
                  </a:lnTo>
                  <a:lnTo>
                    <a:pt x="457294" y="374219"/>
                  </a:lnTo>
                  <a:lnTo>
                    <a:pt x="455373" y="374219"/>
                  </a:lnTo>
                  <a:lnTo>
                    <a:pt x="453451" y="374219"/>
                  </a:lnTo>
                  <a:lnTo>
                    <a:pt x="451530" y="374219"/>
                  </a:lnTo>
                  <a:lnTo>
                    <a:pt x="449608" y="374219"/>
                  </a:lnTo>
                  <a:lnTo>
                    <a:pt x="447687" y="374219"/>
                  </a:lnTo>
                  <a:lnTo>
                    <a:pt x="445766" y="374219"/>
                  </a:lnTo>
                  <a:lnTo>
                    <a:pt x="443844" y="374219"/>
                  </a:lnTo>
                  <a:lnTo>
                    <a:pt x="441923" y="374219"/>
                  </a:lnTo>
                  <a:lnTo>
                    <a:pt x="440001" y="374219"/>
                  </a:lnTo>
                  <a:lnTo>
                    <a:pt x="438080" y="374219"/>
                  </a:lnTo>
                  <a:lnTo>
                    <a:pt x="436159" y="374219"/>
                  </a:lnTo>
                  <a:lnTo>
                    <a:pt x="434237" y="374219"/>
                  </a:lnTo>
                  <a:lnTo>
                    <a:pt x="432316" y="374219"/>
                  </a:lnTo>
                  <a:lnTo>
                    <a:pt x="430394" y="374219"/>
                  </a:lnTo>
                  <a:lnTo>
                    <a:pt x="428473" y="374219"/>
                  </a:lnTo>
                  <a:lnTo>
                    <a:pt x="426551" y="374219"/>
                  </a:lnTo>
                  <a:lnTo>
                    <a:pt x="424630" y="374219"/>
                  </a:lnTo>
                  <a:lnTo>
                    <a:pt x="422709" y="374219"/>
                  </a:lnTo>
                  <a:lnTo>
                    <a:pt x="420787" y="374219"/>
                  </a:lnTo>
                  <a:lnTo>
                    <a:pt x="418866" y="374219"/>
                  </a:lnTo>
                  <a:lnTo>
                    <a:pt x="416944" y="374219"/>
                  </a:lnTo>
                  <a:lnTo>
                    <a:pt x="415023" y="374219"/>
                  </a:lnTo>
                  <a:lnTo>
                    <a:pt x="413102" y="374219"/>
                  </a:lnTo>
                  <a:lnTo>
                    <a:pt x="411180" y="374219"/>
                  </a:lnTo>
                  <a:lnTo>
                    <a:pt x="409259" y="374219"/>
                  </a:lnTo>
                  <a:lnTo>
                    <a:pt x="407337" y="374219"/>
                  </a:lnTo>
                  <a:lnTo>
                    <a:pt x="405416" y="374219"/>
                  </a:lnTo>
                  <a:lnTo>
                    <a:pt x="403495" y="374219"/>
                  </a:lnTo>
                  <a:lnTo>
                    <a:pt x="401573" y="374219"/>
                  </a:lnTo>
                  <a:lnTo>
                    <a:pt x="399652" y="374219"/>
                  </a:lnTo>
                  <a:lnTo>
                    <a:pt x="397730" y="374219"/>
                  </a:lnTo>
                  <a:lnTo>
                    <a:pt x="395809" y="374219"/>
                  </a:lnTo>
                  <a:lnTo>
                    <a:pt x="393888" y="374219"/>
                  </a:lnTo>
                  <a:lnTo>
                    <a:pt x="391966" y="374219"/>
                  </a:lnTo>
                  <a:lnTo>
                    <a:pt x="390045" y="374219"/>
                  </a:lnTo>
                  <a:lnTo>
                    <a:pt x="388123" y="374219"/>
                  </a:lnTo>
                  <a:lnTo>
                    <a:pt x="386202" y="374219"/>
                  </a:lnTo>
                  <a:lnTo>
                    <a:pt x="384281" y="374219"/>
                  </a:lnTo>
                  <a:lnTo>
                    <a:pt x="382359" y="374219"/>
                  </a:lnTo>
                  <a:lnTo>
                    <a:pt x="380438" y="374219"/>
                  </a:lnTo>
                  <a:lnTo>
                    <a:pt x="378516" y="374219"/>
                  </a:lnTo>
                  <a:lnTo>
                    <a:pt x="376595" y="374219"/>
                  </a:lnTo>
                  <a:lnTo>
                    <a:pt x="374674" y="374219"/>
                  </a:lnTo>
                  <a:lnTo>
                    <a:pt x="372752" y="374219"/>
                  </a:lnTo>
                  <a:lnTo>
                    <a:pt x="370831" y="374219"/>
                  </a:lnTo>
                  <a:lnTo>
                    <a:pt x="368909" y="374219"/>
                  </a:lnTo>
                  <a:lnTo>
                    <a:pt x="366988" y="374219"/>
                  </a:lnTo>
                  <a:lnTo>
                    <a:pt x="365067" y="374219"/>
                  </a:lnTo>
                  <a:lnTo>
                    <a:pt x="363145" y="374219"/>
                  </a:lnTo>
                  <a:lnTo>
                    <a:pt x="361224" y="374219"/>
                  </a:lnTo>
                  <a:lnTo>
                    <a:pt x="359302" y="374219"/>
                  </a:lnTo>
                  <a:lnTo>
                    <a:pt x="357381" y="374219"/>
                  </a:lnTo>
                  <a:lnTo>
                    <a:pt x="355459" y="374219"/>
                  </a:lnTo>
                  <a:lnTo>
                    <a:pt x="353538" y="374219"/>
                  </a:lnTo>
                  <a:lnTo>
                    <a:pt x="351617" y="374219"/>
                  </a:lnTo>
                  <a:lnTo>
                    <a:pt x="349695" y="374219"/>
                  </a:lnTo>
                  <a:lnTo>
                    <a:pt x="347774" y="374219"/>
                  </a:lnTo>
                  <a:lnTo>
                    <a:pt x="345852" y="374219"/>
                  </a:lnTo>
                  <a:lnTo>
                    <a:pt x="343931" y="374219"/>
                  </a:lnTo>
                  <a:lnTo>
                    <a:pt x="342010" y="374219"/>
                  </a:lnTo>
                  <a:lnTo>
                    <a:pt x="340088" y="374219"/>
                  </a:lnTo>
                  <a:lnTo>
                    <a:pt x="338167" y="374219"/>
                  </a:lnTo>
                  <a:lnTo>
                    <a:pt x="336245" y="374219"/>
                  </a:lnTo>
                  <a:lnTo>
                    <a:pt x="334324" y="374219"/>
                  </a:lnTo>
                  <a:lnTo>
                    <a:pt x="332403" y="374219"/>
                  </a:lnTo>
                  <a:lnTo>
                    <a:pt x="330481" y="374219"/>
                  </a:lnTo>
                  <a:lnTo>
                    <a:pt x="328560" y="374219"/>
                  </a:lnTo>
                  <a:lnTo>
                    <a:pt x="326638" y="374219"/>
                  </a:lnTo>
                  <a:lnTo>
                    <a:pt x="324717" y="374219"/>
                  </a:lnTo>
                  <a:lnTo>
                    <a:pt x="322796" y="374219"/>
                  </a:lnTo>
                  <a:lnTo>
                    <a:pt x="320874" y="374219"/>
                  </a:lnTo>
                  <a:lnTo>
                    <a:pt x="318953" y="374219"/>
                  </a:lnTo>
                  <a:lnTo>
                    <a:pt x="317031" y="374219"/>
                  </a:lnTo>
                  <a:lnTo>
                    <a:pt x="315110" y="374219"/>
                  </a:lnTo>
                  <a:lnTo>
                    <a:pt x="313189" y="374219"/>
                  </a:lnTo>
                  <a:lnTo>
                    <a:pt x="311267" y="374219"/>
                  </a:lnTo>
                  <a:lnTo>
                    <a:pt x="309346" y="374219"/>
                  </a:lnTo>
                  <a:lnTo>
                    <a:pt x="307424" y="374219"/>
                  </a:lnTo>
                  <a:lnTo>
                    <a:pt x="305503" y="374219"/>
                  </a:lnTo>
                  <a:lnTo>
                    <a:pt x="303582" y="374219"/>
                  </a:lnTo>
                  <a:lnTo>
                    <a:pt x="301660" y="374219"/>
                  </a:lnTo>
                  <a:lnTo>
                    <a:pt x="299739" y="374219"/>
                  </a:lnTo>
                  <a:lnTo>
                    <a:pt x="297817" y="374219"/>
                  </a:lnTo>
                  <a:lnTo>
                    <a:pt x="295896" y="374219"/>
                  </a:lnTo>
                  <a:lnTo>
                    <a:pt x="293975" y="374219"/>
                  </a:lnTo>
                  <a:lnTo>
                    <a:pt x="292053" y="374219"/>
                  </a:lnTo>
                  <a:lnTo>
                    <a:pt x="290132" y="374219"/>
                  </a:lnTo>
                  <a:lnTo>
                    <a:pt x="288210" y="374219"/>
                  </a:lnTo>
                  <a:lnTo>
                    <a:pt x="286289" y="374219"/>
                  </a:lnTo>
                  <a:lnTo>
                    <a:pt x="284367" y="374219"/>
                  </a:lnTo>
                  <a:lnTo>
                    <a:pt x="282446" y="374219"/>
                  </a:lnTo>
                  <a:lnTo>
                    <a:pt x="280525" y="374219"/>
                  </a:lnTo>
                  <a:lnTo>
                    <a:pt x="278603" y="374219"/>
                  </a:lnTo>
                  <a:lnTo>
                    <a:pt x="276682" y="374219"/>
                  </a:lnTo>
                  <a:lnTo>
                    <a:pt x="274760" y="374219"/>
                  </a:lnTo>
                  <a:lnTo>
                    <a:pt x="272839" y="374219"/>
                  </a:lnTo>
                  <a:lnTo>
                    <a:pt x="270918" y="374219"/>
                  </a:lnTo>
                  <a:lnTo>
                    <a:pt x="268996" y="374219"/>
                  </a:lnTo>
                  <a:lnTo>
                    <a:pt x="267075" y="374219"/>
                  </a:lnTo>
                  <a:lnTo>
                    <a:pt x="265153" y="374219"/>
                  </a:lnTo>
                  <a:lnTo>
                    <a:pt x="263232" y="374219"/>
                  </a:lnTo>
                  <a:lnTo>
                    <a:pt x="261311" y="374219"/>
                  </a:lnTo>
                  <a:lnTo>
                    <a:pt x="259389" y="374219"/>
                  </a:lnTo>
                  <a:lnTo>
                    <a:pt x="257468" y="374219"/>
                  </a:lnTo>
                  <a:lnTo>
                    <a:pt x="255546" y="374219"/>
                  </a:lnTo>
                  <a:lnTo>
                    <a:pt x="253625" y="374219"/>
                  </a:lnTo>
                  <a:lnTo>
                    <a:pt x="251704" y="374219"/>
                  </a:lnTo>
                  <a:lnTo>
                    <a:pt x="249782" y="374219"/>
                  </a:lnTo>
                  <a:lnTo>
                    <a:pt x="247861" y="374219"/>
                  </a:lnTo>
                  <a:lnTo>
                    <a:pt x="245939" y="374219"/>
                  </a:lnTo>
                  <a:lnTo>
                    <a:pt x="244018" y="374219"/>
                  </a:lnTo>
                  <a:lnTo>
                    <a:pt x="242097" y="374219"/>
                  </a:lnTo>
                  <a:lnTo>
                    <a:pt x="240175" y="374219"/>
                  </a:lnTo>
                  <a:lnTo>
                    <a:pt x="238254" y="374219"/>
                  </a:lnTo>
                  <a:lnTo>
                    <a:pt x="236332" y="374219"/>
                  </a:lnTo>
                  <a:lnTo>
                    <a:pt x="234411" y="374219"/>
                  </a:lnTo>
                  <a:lnTo>
                    <a:pt x="232490" y="374219"/>
                  </a:lnTo>
                  <a:lnTo>
                    <a:pt x="230568" y="374219"/>
                  </a:lnTo>
                  <a:lnTo>
                    <a:pt x="228647" y="374219"/>
                  </a:lnTo>
                  <a:lnTo>
                    <a:pt x="226725" y="374219"/>
                  </a:lnTo>
                  <a:lnTo>
                    <a:pt x="224804" y="374219"/>
                  </a:lnTo>
                  <a:lnTo>
                    <a:pt x="222883" y="374219"/>
                  </a:lnTo>
                  <a:lnTo>
                    <a:pt x="220961" y="374219"/>
                  </a:lnTo>
                  <a:lnTo>
                    <a:pt x="219040" y="374219"/>
                  </a:lnTo>
                  <a:lnTo>
                    <a:pt x="217118" y="374219"/>
                  </a:lnTo>
                  <a:lnTo>
                    <a:pt x="215197" y="374219"/>
                  </a:lnTo>
                  <a:lnTo>
                    <a:pt x="213275" y="374219"/>
                  </a:lnTo>
                  <a:lnTo>
                    <a:pt x="211354" y="374219"/>
                  </a:lnTo>
                  <a:lnTo>
                    <a:pt x="209433" y="374219"/>
                  </a:lnTo>
                  <a:lnTo>
                    <a:pt x="207511" y="374219"/>
                  </a:lnTo>
                  <a:lnTo>
                    <a:pt x="205590" y="374219"/>
                  </a:lnTo>
                  <a:lnTo>
                    <a:pt x="203668" y="374219"/>
                  </a:lnTo>
                  <a:lnTo>
                    <a:pt x="201747" y="374219"/>
                  </a:lnTo>
                  <a:lnTo>
                    <a:pt x="199826" y="374219"/>
                  </a:lnTo>
                  <a:lnTo>
                    <a:pt x="197904" y="374219"/>
                  </a:lnTo>
                  <a:lnTo>
                    <a:pt x="195983" y="374219"/>
                  </a:lnTo>
                  <a:lnTo>
                    <a:pt x="194061" y="374219"/>
                  </a:lnTo>
                  <a:lnTo>
                    <a:pt x="192140" y="374219"/>
                  </a:lnTo>
                  <a:lnTo>
                    <a:pt x="190219" y="374219"/>
                  </a:lnTo>
                  <a:lnTo>
                    <a:pt x="188297" y="374219"/>
                  </a:lnTo>
                  <a:lnTo>
                    <a:pt x="186376" y="374219"/>
                  </a:lnTo>
                  <a:lnTo>
                    <a:pt x="184454" y="374219"/>
                  </a:lnTo>
                  <a:lnTo>
                    <a:pt x="182533" y="374219"/>
                  </a:lnTo>
                  <a:lnTo>
                    <a:pt x="180612" y="374219"/>
                  </a:lnTo>
                  <a:lnTo>
                    <a:pt x="178690" y="374219"/>
                  </a:lnTo>
                  <a:lnTo>
                    <a:pt x="176769" y="374219"/>
                  </a:lnTo>
                  <a:lnTo>
                    <a:pt x="174847" y="374219"/>
                  </a:lnTo>
                  <a:lnTo>
                    <a:pt x="172926" y="374219"/>
                  </a:lnTo>
                  <a:lnTo>
                    <a:pt x="171005" y="374219"/>
                  </a:lnTo>
                  <a:lnTo>
                    <a:pt x="169083" y="374219"/>
                  </a:lnTo>
                  <a:lnTo>
                    <a:pt x="167162" y="374219"/>
                  </a:lnTo>
                  <a:lnTo>
                    <a:pt x="165240" y="374219"/>
                  </a:lnTo>
                  <a:lnTo>
                    <a:pt x="163319" y="374219"/>
                  </a:lnTo>
                  <a:lnTo>
                    <a:pt x="161398" y="374219"/>
                  </a:lnTo>
                  <a:lnTo>
                    <a:pt x="159476" y="374219"/>
                  </a:lnTo>
                  <a:lnTo>
                    <a:pt x="157555" y="374219"/>
                  </a:lnTo>
                  <a:lnTo>
                    <a:pt x="155633" y="374219"/>
                  </a:lnTo>
                  <a:lnTo>
                    <a:pt x="153712" y="374219"/>
                  </a:lnTo>
                  <a:lnTo>
                    <a:pt x="151791" y="374219"/>
                  </a:lnTo>
                  <a:lnTo>
                    <a:pt x="149869" y="374219"/>
                  </a:lnTo>
                  <a:lnTo>
                    <a:pt x="147948" y="374219"/>
                  </a:lnTo>
                  <a:lnTo>
                    <a:pt x="146026" y="374219"/>
                  </a:lnTo>
                  <a:lnTo>
                    <a:pt x="144105" y="374219"/>
                  </a:lnTo>
                  <a:lnTo>
                    <a:pt x="142183" y="374219"/>
                  </a:lnTo>
                  <a:lnTo>
                    <a:pt x="140262" y="374219"/>
                  </a:lnTo>
                  <a:lnTo>
                    <a:pt x="138341" y="374219"/>
                  </a:lnTo>
                  <a:lnTo>
                    <a:pt x="136419" y="374219"/>
                  </a:lnTo>
                  <a:lnTo>
                    <a:pt x="134498" y="374219"/>
                  </a:lnTo>
                  <a:lnTo>
                    <a:pt x="132576" y="374219"/>
                  </a:lnTo>
                  <a:lnTo>
                    <a:pt x="130655" y="374219"/>
                  </a:lnTo>
                  <a:lnTo>
                    <a:pt x="128734" y="374219"/>
                  </a:lnTo>
                  <a:lnTo>
                    <a:pt x="126812" y="374219"/>
                  </a:lnTo>
                  <a:lnTo>
                    <a:pt x="124891" y="374219"/>
                  </a:lnTo>
                  <a:lnTo>
                    <a:pt x="122969" y="374219"/>
                  </a:lnTo>
                  <a:lnTo>
                    <a:pt x="121048" y="374219"/>
                  </a:lnTo>
                  <a:lnTo>
                    <a:pt x="119127" y="374219"/>
                  </a:lnTo>
                  <a:lnTo>
                    <a:pt x="117205" y="374219"/>
                  </a:lnTo>
                  <a:lnTo>
                    <a:pt x="115284" y="374219"/>
                  </a:lnTo>
                  <a:lnTo>
                    <a:pt x="113362" y="374219"/>
                  </a:lnTo>
                  <a:lnTo>
                    <a:pt x="111441" y="374219"/>
                  </a:lnTo>
                  <a:lnTo>
                    <a:pt x="109520" y="374219"/>
                  </a:lnTo>
                  <a:lnTo>
                    <a:pt x="107598" y="374219"/>
                  </a:lnTo>
                  <a:lnTo>
                    <a:pt x="105677" y="374219"/>
                  </a:lnTo>
                  <a:lnTo>
                    <a:pt x="103755" y="374219"/>
                  </a:lnTo>
                  <a:lnTo>
                    <a:pt x="101834" y="374219"/>
                  </a:lnTo>
                  <a:lnTo>
                    <a:pt x="99913" y="374219"/>
                  </a:lnTo>
                  <a:lnTo>
                    <a:pt x="97991" y="374219"/>
                  </a:lnTo>
                  <a:lnTo>
                    <a:pt x="96070" y="374219"/>
                  </a:lnTo>
                  <a:lnTo>
                    <a:pt x="94148" y="374219"/>
                  </a:lnTo>
                  <a:lnTo>
                    <a:pt x="92227" y="374219"/>
                  </a:lnTo>
                  <a:lnTo>
                    <a:pt x="90306" y="374219"/>
                  </a:lnTo>
                  <a:lnTo>
                    <a:pt x="88384" y="374219"/>
                  </a:lnTo>
                  <a:lnTo>
                    <a:pt x="86463" y="374219"/>
                  </a:lnTo>
                  <a:lnTo>
                    <a:pt x="84541" y="374219"/>
                  </a:lnTo>
                  <a:lnTo>
                    <a:pt x="82620" y="374219"/>
                  </a:lnTo>
                  <a:lnTo>
                    <a:pt x="80699" y="374219"/>
                  </a:lnTo>
                  <a:lnTo>
                    <a:pt x="78777" y="374219"/>
                  </a:lnTo>
                  <a:lnTo>
                    <a:pt x="76856" y="374219"/>
                  </a:lnTo>
                  <a:lnTo>
                    <a:pt x="74934" y="374219"/>
                  </a:lnTo>
                  <a:lnTo>
                    <a:pt x="73013" y="374219"/>
                  </a:lnTo>
                  <a:lnTo>
                    <a:pt x="71091" y="374219"/>
                  </a:lnTo>
                  <a:lnTo>
                    <a:pt x="69170" y="374219"/>
                  </a:lnTo>
                  <a:lnTo>
                    <a:pt x="67249" y="374219"/>
                  </a:lnTo>
                  <a:lnTo>
                    <a:pt x="65327" y="374219"/>
                  </a:lnTo>
                  <a:lnTo>
                    <a:pt x="63406" y="374219"/>
                  </a:lnTo>
                  <a:lnTo>
                    <a:pt x="61484" y="374219"/>
                  </a:lnTo>
                  <a:lnTo>
                    <a:pt x="59563" y="374219"/>
                  </a:lnTo>
                  <a:lnTo>
                    <a:pt x="57642" y="374219"/>
                  </a:lnTo>
                  <a:lnTo>
                    <a:pt x="55720" y="374219"/>
                  </a:lnTo>
                  <a:lnTo>
                    <a:pt x="53799" y="374219"/>
                  </a:lnTo>
                  <a:lnTo>
                    <a:pt x="51877" y="374219"/>
                  </a:lnTo>
                  <a:lnTo>
                    <a:pt x="49956" y="374219"/>
                  </a:lnTo>
                  <a:lnTo>
                    <a:pt x="48035" y="374219"/>
                  </a:lnTo>
                  <a:lnTo>
                    <a:pt x="46113" y="374219"/>
                  </a:lnTo>
                  <a:lnTo>
                    <a:pt x="44192" y="374219"/>
                  </a:lnTo>
                  <a:lnTo>
                    <a:pt x="42270" y="374219"/>
                  </a:lnTo>
                  <a:lnTo>
                    <a:pt x="40349" y="374219"/>
                  </a:lnTo>
                  <a:lnTo>
                    <a:pt x="38428" y="374219"/>
                  </a:lnTo>
                  <a:lnTo>
                    <a:pt x="36506" y="374219"/>
                  </a:lnTo>
                  <a:lnTo>
                    <a:pt x="34585" y="374219"/>
                  </a:lnTo>
                  <a:lnTo>
                    <a:pt x="32663" y="374219"/>
                  </a:lnTo>
                  <a:lnTo>
                    <a:pt x="30742" y="374219"/>
                  </a:lnTo>
                  <a:lnTo>
                    <a:pt x="28821" y="374219"/>
                  </a:lnTo>
                  <a:lnTo>
                    <a:pt x="26899" y="374219"/>
                  </a:lnTo>
                  <a:lnTo>
                    <a:pt x="24978" y="374219"/>
                  </a:lnTo>
                  <a:lnTo>
                    <a:pt x="23056" y="374219"/>
                  </a:lnTo>
                  <a:lnTo>
                    <a:pt x="21135" y="374219"/>
                  </a:lnTo>
                  <a:lnTo>
                    <a:pt x="19214" y="374219"/>
                  </a:lnTo>
                  <a:lnTo>
                    <a:pt x="17292" y="374219"/>
                  </a:lnTo>
                  <a:lnTo>
                    <a:pt x="15371" y="374219"/>
                  </a:lnTo>
                  <a:lnTo>
                    <a:pt x="13449" y="374219"/>
                  </a:lnTo>
                  <a:lnTo>
                    <a:pt x="11528" y="374219"/>
                  </a:lnTo>
                  <a:lnTo>
                    <a:pt x="9607" y="374219"/>
                  </a:lnTo>
                  <a:lnTo>
                    <a:pt x="7685" y="374219"/>
                  </a:lnTo>
                  <a:lnTo>
                    <a:pt x="5764" y="374219"/>
                  </a:lnTo>
                  <a:lnTo>
                    <a:pt x="3842" y="374219"/>
                  </a:lnTo>
                  <a:lnTo>
                    <a:pt x="1921" y="37421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4248562" y="2408803"/>
              <a:ext cx="981838" cy="374219"/>
            </a:xfrm>
            <a:custGeom>
              <a:avLst/>
              <a:pathLst>
                <a:path w="981838" h="374219">
                  <a:moveTo>
                    <a:pt x="0" y="374219"/>
                  </a:moveTo>
                  <a:lnTo>
                    <a:pt x="1921" y="374219"/>
                  </a:lnTo>
                  <a:lnTo>
                    <a:pt x="3842" y="374219"/>
                  </a:lnTo>
                  <a:lnTo>
                    <a:pt x="5764" y="374219"/>
                  </a:lnTo>
                  <a:lnTo>
                    <a:pt x="7685" y="374219"/>
                  </a:lnTo>
                  <a:lnTo>
                    <a:pt x="9607" y="374219"/>
                  </a:lnTo>
                  <a:lnTo>
                    <a:pt x="11528" y="374219"/>
                  </a:lnTo>
                  <a:lnTo>
                    <a:pt x="13449" y="374219"/>
                  </a:lnTo>
                  <a:lnTo>
                    <a:pt x="15371" y="374219"/>
                  </a:lnTo>
                  <a:lnTo>
                    <a:pt x="17292" y="374219"/>
                  </a:lnTo>
                  <a:lnTo>
                    <a:pt x="19214" y="374219"/>
                  </a:lnTo>
                  <a:lnTo>
                    <a:pt x="21135" y="374219"/>
                  </a:lnTo>
                  <a:lnTo>
                    <a:pt x="23056" y="374219"/>
                  </a:lnTo>
                  <a:lnTo>
                    <a:pt x="24978" y="374219"/>
                  </a:lnTo>
                  <a:lnTo>
                    <a:pt x="26899" y="374219"/>
                  </a:lnTo>
                  <a:lnTo>
                    <a:pt x="28821" y="374219"/>
                  </a:lnTo>
                  <a:lnTo>
                    <a:pt x="30742" y="374219"/>
                  </a:lnTo>
                  <a:lnTo>
                    <a:pt x="32663" y="374219"/>
                  </a:lnTo>
                  <a:lnTo>
                    <a:pt x="34585" y="374219"/>
                  </a:lnTo>
                  <a:lnTo>
                    <a:pt x="36506" y="374219"/>
                  </a:lnTo>
                  <a:lnTo>
                    <a:pt x="38428" y="374219"/>
                  </a:lnTo>
                  <a:lnTo>
                    <a:pt x="40349" y="374219"/>
                  </a:lnTo>
                  <a:lnTo>
                    <a:pt x="42270" y="374219"/>
                  </a:lnTo>
                  <a:lnTo>
                    <a:pt x="44192" y="374219"/>
                  </a:lnTo>
                  <a:lnTo>
                    <a:pt x="46113" y="374219"/>
                  </a:lnTo>
                  <a:lnTo>
                    <a:pt x="48035" y="374219"/>
                  </a:lnTo>
                  <a:lnTo>
                    <a:pt x="49956" y="374219"/>
                  </a:lnTo>
                  <a:lnTo>
                    <a:pt x="51877" y="374219"/>
                  </a:lnTo>
                  <a:lnTo>
                    <a:pt x="53799" y="374218"/>
                  </a:lnTo>
                  <a:lnTo>
                    <a:pt x="55720" y="374218"/>
                  </a:lnTo>
                  <a:lnTo>
                    <a:pt x="57642" y="374217"/>
                  </a:lnTo>
                  <a:lnTo>
                    <a:pt x="59563" y="374215"/>
                  </a:lnTo>
                  <a:lnTo>
                    <a:pt x="61484" y="374213"/>
                  </a:lnTo>
                  <a:lnTo>
                    <a:pt x="63406" y="374210"/>
                  </a:lnTo>
                  <a:lnTo>
                    <a:pt x="65327" y="374205"/>
                  </a:lnTo>
                  <a:lnTo>
                    <a:pt x="67249" y="374197"/>
                  </a:lnTo>
                  <a:lnTo>
                    <a:pt x="69170" y="374187"/>
                  </a:lnTo>
                  <a:lnTo>
                    <a:pt x="71091" y="374173"/>
                  </a:lnTo>
                  <a:lnTo>
                    <a:pt x="73013" y="374154"/>
                  </a:lnTo>
                  <a:lnTo>
                    <a:pt x="74934" y="374129"/>
                  </a:lnTo>
                  <a:lnTo>
                    <a:pt x="76856" y="374094"/>
                  </a:lnTo>
                  <a:lnTo>
                    <a:pt x="78777" y="374047"/>
                  </a:lnTo>
                  <a:lnTo>
                    <a:pt x="80699" y="373987"/>
                  </a:lnTo>
                  <a:lnTo>
                    <a:pt x="82620" y="373910"/>
                  </a:lnTo>
                  <a:lnTo>
                    <a:pt x="84541" y="373814"/>
                  </a:lnTo>
                  <a:lnTo>
                    <a:pt x="86463" y="373695"/>
                  </a:lnTo>
                  <a:lnTo>
                    <a:pt x="88384" y="373551"/>
                  </a:lnTo>
                  <a:lnTo>
                    <a:pt x="90306" y="373377"/>
                  </a:lnTo>
                  <a:lnTo>
                    <a:pt x="92227" y="373171"/>
                  </a:lnTo>
                  <a:lnTo>
                    <a:pt x="94148" y="372925"/>
                  </a:lnTo>
                  <a:lnTo>
                    <a:pt x="96070" y="372643"/>
                  </a:lnTo>
                  <a:lnTo>
                    <a:pt x="97991" y="372322"/>
                  </a:lnTo>
                  <a:lnTo>
                    <a:pt x="99913" y="371964"/>
                  </a:lnTo>
                  <a:lnTo>
                    <a:pt x="101834" y="371569"/>
                  </a:lnTo>
                  <a:lnTo>
                    <a:pt x="103755" y="371138"/>
                  </a:lnTo>
                  <a:lnTo>
                    <a:pt x="105677" y="370675"/>
                  </a:lnTo>
                  <a:lnTo>
                    <a:pt x="107598" y="370183"/>
                  </a:lnTo>
                  <a:lnTo>
                    <a:pt x="109520" y="369666"/>
                  </a:lnTo>
                  <a:lnTo>
                    <a:pt x="111441" y="369129"/>
                  </a:lnTo>
                  <a:lnTo>
                    <a:pt x="113362" y="368582"/>
                  </a:lnTo>
                  <a:lnTo>
                    <a:pt x="115284" y="368030"/>
                  </a:lnTo>
                  <a:lnTo>
                    <a:pt x="117205" y="367478"/>
                  </a:lnTo>
                  <a:lnTo>
                    <a:pt x="119127" y="366933"/>
                  </a:lnTo>
                  <a:lnTo>
                    <a:pt x="121048" y="366401"/>
                  </a:lnTo>
                  <a:lnTo>
                    <a:pt x="122969" y="365887"/>
                  </a:lnTo>
                  <a:lnTo>
                    <a:pt x="124891" y="365395"/>
                  </a:lnTo>
                  <a:lnTo>
                    <a:pt x="126812" y="364936"/>
                  </a:lnTo>
                  <a:lnTo>
                    <a:pt x="128734" y="364510"/>
                  </a:lnTo>
                  <a:lnTo>
                    <a:pt x="130655" y="364120"/>
                  </a:lnTo>
                  <a:lnTo>
                    <a:pt x="132576" y="363770"/>
                  </a:lnTo>
                  <a:lnTo>
                    <a:pt x="134498" y="363462"/>
                  </a:lnTo>
                  <a:lnTo>
                    <a:pt x="136419" y="363199"/>
                  </a:lnTo>
                  <a:lnTo>
                    <a:pt x="138341" y="362983"/>
                  </a:lnTo>
                  <a:lnTo>
                    <a:pt x="140262" y="362814"/>
                  </a:lnTo>
                  <a:lnTo>
                    <a:pt x="142183" y="362698"/>
                  </a:lnTo>
                  <a:lnTo>
                    <a:pt x="144105" y="362636"/>
                  </a:lnTo>
                  <a:lnTo>
                    <a:pt x="146026" y="362624"/>
                  </a:lnTo>
                  <a:lnTo>
                    <a:pt x="147948" y="362659"/>
                  </a:lnTo>
                  <a:lnTo>
                    <a:pt x="149869" y="362739"/>
                  </a:lnTo>
                  <a:lnTo>
                    <a:pt x="151791" y="362861"/>
                  </a:lnTo>
                  <a:lnTo>
                    <a:pt x="153712" y="363022"/>
                  </a:lnTo>
                  <a:lnTo>
                    <a:pt x="155633" y="363216"/>
                  </a:lnTo>
                  <a:lnTo>
                    <a:pt x="157555" y="363439"/>
                  </a:lnTo>
                  <a:lnTo>
                    <a:pt x="159476" y="363684"/>
                  </a:lnTo>
                  <a:lnTo>
                    <a:pt x="161398" y="363943"/>
                  </a:lnTo>
                  <a:lnTo>
                    <a:pt x="163319" y="364209"/>
                  </a:lnTo>
                  <a:lnTo>
                    <a:pt x="165240" y="364473"/>
                  </a:lnTo>
                  <a:lnTo>
                    <a:pt x="167162" y="364731"/>
                  </a:lnTo>
                  <a:lnTo>
                    <a:pt x="169083" y="364976"/>
                  </a:lnTo>
                  <a:lnTo>
                    <a:pt x="171005" y="365203"/>
                  </a:lnTo>
                  <a:lnTo>
                    <a:pt x="172926" y="365409"/>
                  </a:lnTo>
                  <a:lnTo>
                    <a:pt x="174847" y="365591"/>
                  </a:lnTo>
                  <a:lnTo>
                    <a:pt x="176769" y="365745"/>
                  </a:lnTo>
                  <a:lnTo>
                    <a:pt x="178690" y="365874"/>
                  </a:lnTo>
                  <a:lnTo>
                    <a:pt x="180612" y="365983"/>
                  </a:lnTo>
                  <a:lnTo>
                    <a:pt x="182533" y="366074"/>
                  </a:lnTo>
                  <a:lnTo>
                    <a:pt x="184454" y="366153"/>
                  </a:lnTo>
                  <a:lnTo>
                    <a:pt x="186376" y="366225"/>
                  </a:lnTo>
                  <a:lnTo>
                    <a:pt x="188297" y="366296"/>
                  </a:lnTo>
                  <a:lnTo>
                    <a:pt x="190219" y="366372"/>
                  </a:lnTo>
                  <a:lnTo>
                    <a:pt x="192140" y="366460"/>
                  </a:lnTo>
                  <a:lnTo>
                    <a:pt x="194061" y="366567"/>
                  </a:lnTo>
                  <a:lnTo>
                    <a:pt x="195983" y="366695"/>
                  </a:lnTo>
                  <a:lnTo>
                    <a:pt x="197904" y="366847"/>
                  </a:lnTo>
                  <a:lnTo>
                    <a:pt x="199826" y="367022"/>
                  </a:lnTo>
                  <a:lnTo>
                    <a:pt x="201747" y="367221"/>
                  </a:lnTo>
                  <a:lnTo>
                    <a:pt x="203668" y="367441"/>
                  </a:lnTo>
                  <a:lnTo>
                    <a:pt x="205590" y="367678"/>
                  </a:lnTo>
                  <a:lnTo>
                    <a:pt x="207511" y="367928"/>
                  </a:lnTo>
                  <a:lnTo>
                    <a:pt x="209433" y="368182"/>
                  </a:lnTo>
                  <a:lnTo>
                    <a:pt x="211354" y="368433"/>
                  </a:lnTo>
                  <a:lnTo>
                    <a:pt x="213275" y="368671"/>
                  </a:lnTo>
                  <a:lnTo>
                    <a:pt x="215197" y="368888"/>
                  </a:lnTo>
                  <a:lnTo>
                    <a:pt x="217118" y="369077"/>
                  </a:lnTo>
                  <a:lnTo>
                    <a:pt x="219040" y="369228"/>
                  </a:lnTo>
                  <a:lnTo>
                    <a:pt x="220961" y="369335"/>
                  </a:lnTo>
                  <a:lnTo>
                    <a:pt x="222883" y="369391"/>
                  </a:lnTo>
                  <a:lnTo>
                    <a:pt x="224804" y="369391"/>
                  </a:lnTo>
                  <a:lnTo>
                    <a:pt x="226725" y="369321"/>
                  </a:lnTo>
                  <a:lnTo>
                    <a:pt x="228647" y="369186"/>
                  </a:lnTo>
                  <a:lnTo>
                    <a:pt x="230568" y="368987"/>
                  </a:lnTo>
                  <a:lnTo>
                    <a:pt x="232490" y="368724"/>
                  </a:lnTo>
                  <a:lnTo>
                    <a:pt x="234411" y="368401"/>
                  </a:lnTo>
                  <a:lnTo>
                    <a:pt x="236332" y="368022"/>
                  </a:lnTo>
                  <a:lnTo>
                    <a:pt x="238254" y="367592"/>
                  </a:lnTo>
                  <a:lnTo>
                    <a:pt x="240175" y="367118"/>
                  </a:lnTo>
                  <a:lnTo>
                    <a:pt x="242097" y="366607"/>
                  </a:lnTo>
                  <a:lnTo>
                    <a:pt x="244018" y="366070"/>
                  </a:lnTo>
                  <a:lnTo>
                    <a:pt x="245939" y="365519"/>
                  </a:lnTo>
                  <a:lnTo>
                    <a:pt x="247861" y="364963"/>
                  </a:lnTo>
                  <a:lnTo>
                    <a:pt x="249782" y="364412"/>
                  </a:lnTo>
                  <a:lnTo>
                    <a:pt x="251704" y="363873"/>
                  </a:lnTo>
                  <a:lnTo>
                    <a:pt x="253625" y="363353"/>
                  </a:lnTo>
                  <a:lnTo>
                    <a:pt x="255546" y="362859"/>
                  </a:lnTo>
                  <a:lnTo>
                    <a:pt x="257468" y="362394"/>
                  </a:lnTo>
                  <a:lnTo>
                    <a:pt x="259389" y="361963"/>
                  </a:lnTo>
                  <a:lnTo>
                    <a:pt x="261311" y="361565"/>
                  </a:lnTo>
                  <a:lnTo>
                    <a:pt x="263232" y="361197"/>
                  </a:lnTo>
                  <a:lnTo>
                    <a:pt x="265153" y="360854"/>
                  </a:lnTo>
                  <a:lnTo>
                    <a:pt x="267075" y="360530"/>
                  </a:lnTo>
                  <a:lnTo>
                    <a:pt x="268996" y="360219"/>
                  </a:lnTo>
                  <a:lnTo>
                    <a:pt x="270918" y="359912"/>
                  </a:lnTo>
                  <a:lnTo>
                    <a:pt x="272839" y="359601"/>
                  </a:lnTo>
                  <a:lnTo>
                    <a:pt x="274760" y="359275"/>
                  </a:lnTo>
                  <a:lnTo>
                    <a:pt x="276682" y="358917"/>
                  </a:lnTo>
                  <a:lnTo>
                    <a:pt x="278603" y="358516"/>
                  </a:lnTo>
                  <a:lnTo>
                    <a:pt x="280525" y="358061"/>
                  </a:lnTo>
                  <a:lnTo>
                    <a:pt x="282446" y="357539"/>
                  </a:lnTo>
                  <a:lnTo>
                    <a:pt x="284367" y="356936"/>
                  </a:lnTo>
                  <a:lnTo>
                    <a:pt x="286289" y="356239"/>
                  </a:lnTo>
                  <a:lnTo>
                    <a:pt x="288210" y="355437"/>
                  </a:lnTo>
                  <a:lnTo>
                    <a:pt x="290132" y="354518"/>
                  </a:lnTo>
                  <a:lnTo>
                    <a:pt x="292053" y="353463"/>
                  </a:lnTo>
                  <a:lnTo>
                    <a:pt x="293975" y="352256"/>
                  </a:lnTo>
                  <a:lnTo>
                    <a:pt x="295896" y="350903"/>
                  </a:lnTo>
                  <a:lnTo>
                    <a:pt x="297817" y="349401"/>
                  </a:lnTo>
                  <a:lnTo>
                    <a:pt x="299739" y="347749"/>
                  </a:lnTo>
                  <a:lnTo>
                    <a:pt x="301660" y="345949"/>
                  </a:lnTo>
                  <a:lnTo>
                    <a:pt x="303582" y="344005"/>
                  </a:lnTo>
                  <a:lnTo>
                    <a:pt x="305503" y="341925"/>
                  </a:lnTo>
                  <a:lnTo>
                    <a:pt x="307424" y="339716"/>
                  </a:lnTo>
                  <a:lnTo>
                    <a:pt x="309346" y="337380"/>
                  </a:lnTo>
                  <a:lnTo>
                    <a:pt x="311267" y="334937"/>
                  </a:lnTo>
                  <a:lnTo>
                    <a:pt x="313189" y="332403"/>
                  </a:lnTo>
                  <a:lnTo>
                    <a:pt x="315110" y="329787"/>
                  </a:lnTo>
                  <a:lnTo>
                    <a:pt x="317031" y="327097"/>
                  </a:lnTo>
                  <a:lnTo>
                    <a:pt x="318953" y="324336"/>
                  </a:lnTo>
                  <a:lnTo>
                    <a:pt x="320874" y="321504"/>
                  </a:lnTo>
                  <a:lnTo>
                    <a:pt x="322796" y="318594"/>
                  </a:lnTo>
                  <a:lnTo>
                    <a:pt x="324717" y="315596"/>
                  </a:lnTo>
                  <a:lnTo>
                    <a:pt x="326638" y="312472"/>
                  </a:lnTo>
                  <a:lnTo>
                    <a:pt x="328560" y="309210"/>
                  </a:lnTo>
                  <a:lnTo>
                    <a:pt x="330481" y="305774"/>
                  </a:lnTo>
                  <a:lnTo>
                    <a:pt x="332403" y="302126"/>
                  </a:lnTo>
                  <a:lnTo>
                    <a:pt x="334324" y="298220"/>
                  </a:lnTo>
                  <a:lnTo>
                    <a:pt x="336245" y="294008"/>
                  </a:lnTo>
                  <a:lnTo>
                    <a:pt x="338167" y="289433"/>
                  </a:lnTo>
                  <a:lnTo>
                    <a:pt x="340088" y="284439"/>
                  </a:lnTo>
                  <a:lnTo>
                    <a:pt x="342010" y="278932"/>
                  </a:lnTo>
                  <a:lnTo>
                    <a:pt x="343931" y="272816"/>
                  </a:lnTo>
                  <a:lnTo>
                    <a:pt x="345852" y="266075"/>
                  </a:lnTo>
                  <a:lnTo>
                    <a:pt x="347774" y="258653"/>
                  </a:lnTo>
                  <a:lnTo>
                    <a:pt x="349695" y="250497"/>
                  </a:lnTo>
                  <a:lnTo>
                    <a:pt x="351617" y="241565"/>
                  </a:lnTo>
                  <a:lnTo>
                    <a:pt x="353538" y="231822"/>
                  </a:lnTo>
                  <a:lnTo>
                    <a:pt x="355459" y="221248"/>
                  </a:lnTo>
                  <a:lnTo>
                    <a:pt x="357381" y="209838"/>
                  </a:lnTo>
                  <a:lnTo>
                    <a:pt x="359302" y="197520"/>
                  </a:lnTo>
                  <a:lnTo>
                    <a:pt x="361224" y="184403"/>
                  </a:lnTo>
                  <a:lnTo>
                    <a:pt x="363145" y="170595"/>
                  </a:lnTo>
                  <a:lnTo>
                    <a:pt x="365067" y="156194"/>
                  </a:lnTo>
                  <a:lnTo>
                    <a:pt x="366988" y="141326"/>
                  </a:lnTo>
                  <a:lnTo>
                    <a:pt x="368909" y="126143"/>
                  </a:lnTo>
                  <a:lnTo>
                    <a:pt x="370831" y="110821"/>
                  </a:lnTo>
                  <a:lnTo>
                    <a:pt x="372752" y="95559"/>
                  </a:lnTo>
                  <a:lnTo>
                    <a:pt x="374674" y="80582"/>
                  </a:lnTo>
                  <a:lnTo>
                    <a:pt x="376595" y="66238"/>
                  </a:lnTo>
                  <a:lnTo>
                    <a:pt x="378516" y="52733"/>
                  </a:lnTo>
                  <a:lnTo>
                    <a:pt x="380438" y="40308"/>
                  </a:lnTo>
                  <a:lnTo>
                    <a:pt x="382359" y="29193"/>
                  </a:lnTo>
                  <a:lnTo>
                    <a:pt x="384281" y="19604"/>
                  </a:lnTo>
                  <a:lnTo>
                    <a:pt x="386202" y="11730"/>
                  </a:lnTo>
                  <a:lnTo>
                    <a:pt x="388123" y="5736"/>
                  </a:lnTo>
                  <a:lnTo>
                    <a:pt x="390045" y="1750"/>
                  </a:lnTo>
                  <a:lnTo>
                    <a:pt x="391966" y="0"/>
                  </a:lnTo>
                  <a:lnTo>
                    <a:pt x="393888" y="576"/>
                  </a:lnTo>
                  <a:lnTo>
                    <a:pt x="395809" y="3277"/>
                  </a:lnTo>
                  <a:lnTo>
                    <a:pt x="397730" y="8038"/>
                  </a:lnTo>
                  <a:lnTo>
                    <a:pt x="399652" y="14758"/>
                  </a:lnTo>
                  <a:lnTo>
                    <a:pt x="401573" y="23297"/>
                  </a:lnTo>
                  <a:lnTo>
                    <a:pt x="403495" y="33488"/>
                  </a:lnTo>
                  <a:lnTo>
                    <a:pt x="405416" y="45138"/>
                  </a:lnTo>
                  <a:lnTo>
                    <a:pt x="407337" y="58032"/>
                  </a:lnTo>
                  <a:lnTo>
                    <a:pt x="409259" y="72030"/>
                  </a:lnTo>
                  <a:lnTo>
                    <a:pt x="411180" y="86768"/>
                  </a:lnTo>
                  <a:lnTo>
                    <a:pt x="413102" y="101987"/>
                  </a:lnTo>
                  <a:lnTo>
                    <a:pt x="415023" y="117472"/>
                  </a:lnTo>
                  <a:lnTo>
                    <a:pt x="416944" y="133022"/>
                  </a:lnTo>
                  <a:lnTo>
                    <a:pt x="418866" y="148456"/>
                  </a:lnTo>
                  <a:lnTo>
                    <a:pt x="420787" y="163611"/>
                  </a:lnTo>
                  <a:lnTo>
                    <a:pt x="422709" y="178350"/>
                  </a:lnTo>
                  <a:lnTo>
                    <a:pt x="424630" y="192546"/>
                  </a:lnTo>
                  <a:lnTo>
                    <a:pt x="426551" y="206024"/>
                  </a:lnTo>
                  <a:lnTo>
                    <a:pt x="428473" y="218800"/>
                  </a:lnTo>
                  <a:lnTo>
                    <a:pt x="430394" y="230842"/>
                  </a:lnTo>
                  <a:lnTo>
                    <a:pt x="432316" y="242134"/>
                  </a:lnTo>
                  <a:lnTo>
                    <a:pt x="434237" y="252676"/>
                  </a:lnTo>
                  <a:lnTo>
                    <a:pt x="436159" y="262481"/>
                  </a:lnTo>
                  <a:lnTo>
                    <a:pt x="438080" y="271574"/>
                  </a:lnTo>
                  <a:lnTo>
                    <a:pt x="440001" y="279989"/>
                  </a:lnTo>
                  <a:lnTo>
                    <a:pt x="441923" y="287723"/>
                  </a:lnTo>
                  <a:lnTo>
                    <a:pt x="443844" y="294826"/>
                  </a:lnTo>
                  <a:lnTo>
                    <a:pt x="445766" y="301395"/>
                  </a:lnTo>
                  <a:lnTo>
                    <a:pt x="447687" y="307472"/>
                  </a:lnTo>
                  <a:lnTo>
                    <a:pt x="449608" y="313101"/>
                  </a:lnTo>
                  <a:lnTo>
                    <a:pt x="451530" y="318319"/>
                  </a:lnTo>
                  <a:lnTo>
                    <a:pt x="453451" y="323162"/>
                  </a:lnTo>
                  <a:lnTo>
                    <a:pt x="455373" y="327661"/>
                  </a:lnTo>
                  <a:lnTo>
                    <a:pt x="457294" y="331843"/>
                  </a:lnTo>
                  <a:lnTo>
                    <a:pt x="459215" y="335694"/>
                  </a:lnTo>
                  <a:lnTo>
                    <a:pt x="461137" y="339261"/>
                  </a:lnTo>
                  <a:lnTo>
                    <a:pt x="463058" y="342565"/>
                  </a:lnTo>
                  <a:lnTo>
                    <a:pt x="464980" y="345612"/>
                  </a:lnTo>
                  <a:lnTo>
                    <a:pt x="466901" y="348408"/>
                  </a:lnTo>
                  <a:lnTo>
                    <a:pt x="468822" y="350957"/>
                  </a:lnTo>
                  <a:lnTo>
                    <a:pt x="470744" y="353261"/>
                  </a:lnTo>
                  <a:lnTo>
                    <a:pt x="472665" y="355321"/>
                  </a:lnTo>
                  <a:lnTo>
                    <a:pt x="474587" y="357134"/>
                  </a:lnTo>
                  <a:lnTo>
                    <a:pt x="476508" y="358677"/>
                  </a:lnTo>
                  <a:lnTo>
                    <a:pt x="478429" y="359985"/>
                  </a:lnTo>
                  <a:lnTo>
                    <a:pt x="480351" y="361062"/>
                  </a:lnTo>
                  <a:lnTo>
                    <a:pt x="482272" y="361916"/>
                  </a:lnTo>
                  <a:lnTo>
                    <a:pt x="484194" y="362554"/>
                  </a:lnTo>
                  <a:lnTo>
                    <a:pt x="486115" y="362985"/>
                  </a:lnTo>
                  <a:lnTo>
                    <a:pt x="488036" y="363220"/>
                  </a:lnTo>
                  <a:lnTo>
                    <a:pt x="489958" y="363270"/>
                  </a:lnTo>
                  <a:lnTo>
                    <a:pt x="491879" y="363136"/>
                  </a:lnTo>
                  <a:lnTo>
                    <a:pt x="493801" y="362833"/>
                  </a:lnTo>
                  <a:lnTo>
                    <a:pt x="495722" y="362387"/>
                  </a:lnTo>
                  <a:lnTo>
                    <a:pt x="497643" y="361810"/>
                  </a:lnTo>
                  <a:lnTo>
                    <a:pt x="499565" y="361112"/>
                  </a:lnTo>
                  <a:lnTo>
                    <a:pt x="501486" y="360303"/>
                  </a:lnTo>
                  <a:lnTo>
                    <a:pt x="503408" y="359392"/>
                  </a:lnTo>
                  <a:lnTo>
                    <a:pt x="505329" y="358383"/>
                  </a:lnTo>
                  <a:lnTo>
                    <a:pt x="507250" y="357282"/>
                  </a:lnTo>
                  <a:lnTo>
                    <a:pt x="509172" y="356079"/>
                  </a:lnTo>
                  <a:lnTo>
                    <a:pt x="511093" y="354781"/>
                  </a:lnTo>
                  <a:lnTo>
                    <a:pt x="513015" y="353386"/>
                  </a:lnTo>
                  <a:lnTo>
                    <a:pt x="514936" y="351888"/>
                  </a:lnTo>
                  <a:lnTo>
                    <a:pt x="516858" y="350280"/>
                  </a:lnTo>
                  <a:lnTo>
                    <a:pt x="518779" y="348552"/>
                  </a:lnTo>
                  <a:lnTo>
                    <a:pt x="520700" y="346693"/>
                  </a:lnTo>
                  <a:lnTo>
                    <a:pt x="522622" y="344693"/>
                  </a:lnTo>
                  <a:lnTo>
                    <a:pt x="524543" y="342538"/>
                  </a:lnTo>
                  <a:lnTo>
                    <a:pt x="526465" y="340202"/>
                  </a:lnTo>
                  <a:lnTo>
                    <a:pt x="528386" y="337697"/>
                  </a:lnTo>
                  <a:lnTo>
                    <a:pt x="530307" y="335022"/>
                  </a:lnTo>
                  <a:lnTo>
                    <a:pt x="532229" y="332182"/>
                  </a:lnTo>
                  <a:lnTo>
                    <a:pt x="534150" y="329184"/>
                  </a:lnTo>
                  <a:lnTo>
                    <a:pt x="536072" y="326044"/>
                  </a:lnTo>
                  <a:lnTo>
                    <a:pt x="537993" y="322785"/>
                  </a:lnTo>
                  <a:lnTo>
                    <a:pt x="539914" y="319437"/>
                  </a:lnTo>
                  <a:lnTo>
                    <a:pt x="541836" y="316038"/>
                  </a:lnTo>
                  <a:lnTo>
                    <a:pt x="543757" y="312649"/>
                  </a:lnTo>
                  <a:lnTo>
                    <a:pt x="545679" y="309328"/>
                  </a:lnTo>
                  <a:lnTo>
                    <a:pt x="547600" y="306135"/>
                  </a:lnTo>
                  <a:lnTo>
                    <a:pt x="549521" y="303132"/>
                  </a:lnTo>
                  <a:lnTo>
                    <a:pt x="551443" y="300382"/>
                  </a:lnTo>
                  <a:lnTo>
                    <a:pt x="553364" y="297944"/>
                  </a:lnTo>
                  <a:lnTo>
                    <a:pt x="555286" y="295875"/>
                  </a:lnTo>
                  <a:lnTo>
                    <a:pt x="557207" y="294224"/>
                  </a:lnTo>
                  <a:lnTo>
                    <a:pt x="559128" y="293097"/>
                  </a:lnTo>
                  <a:lnTo>
                    <a:pt x="561050" y="292472"/>
                  </a:lnTo>
                  <a:lnTo>
                    <a:pt x="562971" y="292352"/>
                  </a:lnTo>
                  <a:lnTo>
                    <a:pt x="564893" y="292733"/>
                  </a:lnTo>
                  <a:lnTo>
                    <a:pt x="566814" y="293603"/>
                  </a:lnTo>
                  <a:lnTo>
                    <a:pt x="568735" y="294938"/>
                  </a:lnTo>
                  <a:lnTo>
                    <a:pt x="570657" y="296703"/>
                  </a:lnTo>
                  <a:lnTo>
                    <a:pt x="572578" y="298858"/>
                  </a:lnTo>
                  <a:lnTo>
                    <a:pt x="574500" y="301366"/>
                  </a:lnTo>
                  <a:lnTo>
                    <a:pt x="576421" y="304189"/>
                  </a:lnTo>
                  <a:lnTo>
                    <a:pt x="578342" y="307235"/>
                  </a:lnTo>
                  <a:lnTo>
                    <a:pt x="580264" y="310457"/>
                  </a:lnTo>
                  <a:lnTo>
                    <a:pt x="582185" y="313805"/>
                  </a:lnTo>
                  <a:lnTo>
                    <a:pt x="584107" y="317236"/>
                  </a:lnTo>
                  <a:lnTo>
                    <a:pt x="586028" y="320710"/>
                  </a:lnTo>
                  <a:lnTo>
                    <a:pt x="587950" y="324189"/>
                  </a:lnTo>
                  <a:lnTo>
                    <a:pt x="589871" y="327639"/>
                  </a:lnTo>
                  <a:lnTo>
                    <a:pt x="591792" y="331023"/>
                  </a:lnTo>
                  <a:lnTo>
                    <a:pt x="593714" y="334308"/>
                  </a:lnTo>
                  <a:lnTo>
                    <a:pt x="595635" y="337475"/>
                  </a:lnTo>
                  <a:lnTo>
                    <a:pt x="597557" y="340503"/>
                  </a:lnTo>
                  <a:lnTo>
                    <a:pt x="599478" y="343375"/>
                  </a:lnTo>
                  <a:lnTo>
                    <a:pt x="601399" y="346076"/>
                  </a:lnTo>
                  <a:lnTo>
                    <a:pt x="603321" y="348593"/>
                  </a:lnTo>
                  <a:lnTo>
                    <a:pt x="605242" y="350917"/>
                  </a:lnTo>
                  <a:lnTo>
                    <a:pt x="607164" y="353044"/>
                  </a:lnTo>
                  <a:lnTo>
                    <a:pt x="609085" y="354945"/>
                  </a:lnTo>
                  <a:lnTo>
                    <a:pt x="611006" y="356648"/>
                  </a:lnTo>
                  <a:lnTo>
                    <a:pt x="612928" y="358165"/>
                  </a:lnTo>
                  <a:lnTo>
                    <a:pt x="614849" y="359505"/>
                  </a:lnTo>
                  <a:lnTo>
                    <a:pt x="616771" y="360683"/>
                  </a:lnTo>
                  <a:lnTo>
                    <a:pt x="618692" y="361711"/>
                  </a:lnTo>
                  <a:lnTo>
                    <a:pt x="620613" y="362608"/>
                  </a:lnTo>
                  <a:lnTo>
                    <a:pt x="622535" y="363390"/>
                  </a:lnTo>
                  <a:lnTo>
                    <a:pt x="624456" y="364071"/>
                  </a:lnTo>
                  <a:lnTo>
                    <a:pt x="626378" y="364666"/>
                  </a:lnTo>
                  <a:lnTo>
                    <a:pt x="628299" y="365200"/>
                  </a:lnTo>
                  <a:lnTo>
                    <a:pt x="630220" y="365687"/>
                  </a:lnTo>
                  <a:lnTo>
                    <a:pt x="632142" y="366138"/>
                  </a:lnTo>
                  <a:lnTo>
                    <a:pt x="634063" y="366564"/>
                  </a:lnTo>
                  <a:lnTo>
                    <a:pt x="635985" y="366972"/>
                  </a:lnTo>
                  <a:lnTo>
                    <a:pt x="637906" y="367368"/>
                  </a:lnTo>
                  <a:lnTo>
                    <a:pt x="639827" y="367758"/>
                  </a:lnTo>
                  <a:lnTo>
                    <a:pt x="641749" y="368144"/>
                  </a:lnTo>
                  <a:lnTo>
                    <a:pt x="643670" y="368526"/>
                  </a:lnTo>
                  <a:lnTo>
                    <a:pt x="645592" y="368906"/>
                  </a:lnTo>
                  <a:lnTo>
                    <a:pt x="647513" y="369280"/>
                  </a:lnTo>
                  <a:lnTo>
                    <a:pt x="649434" y="369648"/>
                  </a:lnTo>
                  <a:lnTo>
                    <a:pt x="651356" y="370005"/>
                  </a:lnTo>
                  <a:lnTo>
                    <a:pt x="653277" y="370350"/>
                  </a:lnTo>
                  <a:lnTo>
                    <a:pt x="655199" y="370679"/>
                  </a:lnTo>
                  <a:lnTo>
                    <a:pt x="657120" y="370989"/>
                  </a:lnTo>
                  <a:lnTo>
                    <a:pt x="659042" y="371274"/>
                  </a:lnTo>
                  <a:lnTo>
                    <a:pt x="660963" y="371536"/>
                  </a:lnTo>
                  <a:lnTo>
                    <a:pt x="662884" y="371773"/>
                  </a:lnTo>
                  <a:lnTo>
                    <a:pt x="664806" y="371987"/>
                  </a:lnTo>
                  <a:lnTo>
                    <a:pt x="666727" y="372178"/>
                  </a:lnTo>
                  <a:lnTo>
                    <a:pt x="668649" y="372347"/>
                  </a:lnTo>
                  <a:lnTo>
                    <a:pt x="670570" y="372496"/>
                  </a:lnTo>
                  <a:lnTo>
                    <a:pt x="672491" y="372629"/>
                  </a:lnTo>
                  <a:lnTo>
                    <a:pt x="674413" y="372748"/>
                  </a:lnTo>
                  <a:lnTo>
                    <a:pt x="676334" y="372854"/>
                  </a:lnTo>
                  <a:lnTo>
                    <a:pt x="678256" y="372953"/>
                  </a:lnTo>
                  <a:lnTo>
                    <a:pt x="680177" y="373047"/>
                  </a:lnTo>
                  <a:lnTo>
                    <a:pt x="682098" y="373137"/>
                  </a:lnTo>
                  <a:lnTo>
                    <a:pt x="684020" y="373224"/>
                  </a:lnTo>
                  <a:lnTo>
                    <a:pt x="685941" y="373310"/>
                  </a:lnTo>
                  <a:lnTo>
                    <a:pt x="687863" y="373395"/>
                  </a:lnTo>
                  <a:lnTo>
                    <a:pt x="689784" y="373478"/>
                  </a:lnTo>
                  <a:lnTo>
                    <a:pt x="691705" y="373560"/>
                  </a:lnTo>
                  <a:lnTo>
                    <a:pt x="693627" y="373638"/>
                  </a:lnTo>
                  <a:lnTo>
                    <a:pt x="695548" y="373713"/>
                  </a:lnTo>
                  <a:lnTo>
                    <a:pt x="697470" y="373783"/>
                  </a:lnTo>
                  <a:lnTo>
                    <a:pt x="699391" y="373848"/>
                  </a:lnTo>
                  <a:lnTo>
                    <a:pt x="701312" y="373907"/>
                  </a:lnTo>
                  <a:lnTo>
                    <a:pt x="703234" y="373961"/>
                  </a:lnTo>
                  <a:lnTo>
                    <a:pt x="705155" y="374008"/>
                  </a:lnTo>
                  <a:lnTo>
                    <a:pt x="707077" y="374049"/>
                  </a:lnTo>
                  <a:lnTo>
                    <a:pt x="708998" y="374084"/>
                  </a:lnTo>
                  <a:lnTo>
                    <a:pt x="710919" y="374113"/>
                  </a:lnTo>
                  <a:lnTo>
                    <a:pt x="712841" y="374137"/>
                  </a:lnTo>
                  <a:lnTo>
                    <a:pt x="714762" y="374156"/>
                  </a:lnTo>
                  <a:lnTo>
                    <a:pt x="716684" y="374172"/>
                  </a:lnTo>
                  <a:lnTo>
                    <a:pt x="718605" y="374184"/>
                  </a:lnTo>
                  <a:lnTo>
                    <a:pt x="720526" y="374194"/>
                  </a:lnTo>
                  <a:lnTo>
                    <a:pt x="722448" y="374201"/>
                  </a:lnTo>
                  <a:lnTo>
                    <a:pt x="724369" y="374206"/>
                  </a:lnTo>
                  <a:lnTo>
                    <a:pt x="726291" y="374210"/>
                  </a:lnTo>
                  <a:lnTo>
                    <a:pt x="728212" y="374213"/>
                  </a:lnTo>
                  <a:lnTo>
                    <a:pt x="730134" y="374215"/>
                  </a:lnTo>
                  <a:lnTo>
                    <a:pt x="732055" y="374216"/>
                  </a:lnTo>
                  <a:lnTo>
                    <a:pt x="733976" y="374217"/>
                  </a:lnTo>
                  <a:lnTo>
                    <a:pt x="735898" y="374218"/>
                  </a:lnTo>
                  <a:lnTo>
                    <a:pt x="737819" y="374219"/>
                  </a:lnTo>
                  <a:lnTo>
                    <a:pt x="739741" y="374219"/>
                  </a:lnTo>
                  <a:lnTo>
                    <a:pt x="741662" y="374219"/>
                  </a:lnTo>
                  <a:lnTo>
                    <a:pt x="743583" y="374219"/>
                  </a:lnTo>
                  <a:lnTo>
                    <a:pt x="745505" y="374219"/>
                  </a:lnTo>
                  <a:lnTo>
                    <a:pt x="747426" y="374219"/>
                  </a:lnTo>
                  <a:lnTo>
                    <a:pt x="749348" y="374219"/>
                  </a:lnTo>
                  <a:lnTo>
                    <a:pt x="751269" y="374219"/>
                  </a:lnTo>
                  <a:lnTo>
                    <a:pt x="753190" y="374219"/>
                  </a:lnTo>
                  <a:lnTo>
                    <a:pt x="755112" y="374219"/>
                  </a:lnTo>
                  <a:lnTo>
                    <a:pt x="757033" y="374219"/>
                  </a:lnTo>
                  <a:lnTo>
                    <a:pt x="758955" y="374219"/>
                  </a:lnTo>
                  <a:lnTo>
                    <a:pt x="760876" y="374219"/>
                  </a:lnTo>
                  <a:lnTo>
                    <a:pt x="762797" y="374219"/>
                  </a:lnTo>
                  <a:lnTo>
                    <a:pt x="764719" y="374219"/>
                  </a:lnTo>
                  <a:lnTo>
                    <a:pt x="766640" y="374219"/>
                  </a:lnTo>
                  <a:lnTo>
                    <a:pt x="768562" y="374219"/>
                  </a:lnTo>
                  <a:lnTo>
                    <a:pt x="770483" y="374219"/>
                  </a:lnTo>
                  <a:lnTo>
                    <a:pt x="772404" y="374219"/>
                  </a:lnTo>
                  <a:lnTo>
                    <a:pt x="774326" y="374219"/>
                  </a:lnTo>
                  <a:lnTo>
                    <a:pt x="776247" y="374219"/>
                  </a:lnTo>
                  <a:lnTo>
                    <a:pt x="778169" y="374219"/>
                  </a:lnTo>
                  <a:lnTo>
                    <a:pt x="780090" y="374219"/>
                  </a:lnTo>
                  <a:lnTo>
                    <a:pt x="782011" y="374219"/>
                  </a:lnTo>
                  <a:lnTo>
                    <a:pt x="783933" y="374219"/>
                  </a:lnTo>
                  <a:lnTo>
                    <a:pt x="785854" y="374219"/>
                  </a:lnTo>
                  <a:lnTo>
                    <a:pt x="787776" y="374219"/>
                  </a:lnTo>
                  <a:lnTo>
                    <a:pt x="789697" y="374219"/>
                  </a:lnTo>
                  <a:lnTo>
                    <a:pt x="791618" y="374219"/>
                  </a:lnTo>
                  <a:lnTo>
                    <a:pt x="793540" y="374219"/>
                  </a:lnTo>
                  <a:lnTo>
                    <a:pt x="795461" y="374219"/>
                  </a:lnTo>
                  <a:lnTo>
                    <a:pt x="797383" y="374219"/>
                  </a:lnTo>
                  <a:lnTo>
                    <a:pt x="799304" y="374219"/>
                  </a:lnTo>
                  <a:lnTo>
                    <a:pt x="801226" y="374219"/>
                  </a:lnTo>
                  <a:lnTo>
                    <a:pt x="803147" y="374219"/>
                  </a:lnTo>
                  <a:lnTo>
                    <a:pt x="805068" y="374219"/>
                  </a:lnTo>
                  <a:lnTo>
                    <a:pt x="806990" y="374219"/>
                  </a:lnTo>
                  <a:lnTo>
                    <a:pt x="808911" y="374219"/>
                  </a:lnTo>
                  <a:lnTo>
                    <a:pt x="810833" y="374219"/>
                  </a:lnTo>
                  <a:lnTo>
                    <a:pt x="812754" y="374219"/>
                  </a:lnTo>
                  <a:lnTo>
                    <a:pt x="814675" y="374219"/>
                  </a:lnTo>
                  <a:lnTo>
                    <a:pt x="816597" y="374219"/>
                  </a:lnTo>
                  <a:lnTo>
                    <a:pt x="818518" y="374219"/>
                  </a:lnTo>
                  <a:lnTo>
                    <a:pt x="820440" y="374219"/>
                  </a:lnTo>
                  <a:lnTo>
                    <a:pt x="822361" y="374219"/>
                  </a:lnTo>
                  <a:lnTo>
                    <a:pt x="824282" y="374219"/>
                  </a:lnTo>
                  <a:lnTo>
                    <a:pt x="826204" y="374219"/>
                  </a:lnTo>
                  <a:lnTo>
                    <a:pt x="828125" y="374219"/>
                  </a:lnTo>
                  <a:lnTo>
                    <a:pt x="830047" y="374219"/>
                  </a:lnTo>
                  <a:lnTo>
                    <a:pt x="831968" y="374219"/>
                  </a:lnTo>
                  <a:lnTo>
                    <a:pt x="833889" y="374219"/>
                  </a:lnTo>
                  <a:lnTo>
                    <a:pt x="835811" y="374219"/>
                  </a:lnTo>
                  <a:lnTo>
                    <a:pt x="837732" y="374219"/>
                  </a:lnTo>
                  <a:lnTo>
                    <a:pt x="839654" y="374219"/>
                  </a:lnTo>
                  <a:lnTo>
                    <a:pt x="841575" y="374219"/>
                  </a:lnTo>
                  <a:lnTo>
                    <a:pt x="843496" y="374219"/>
                  </a:lnTo>
                  <a:lnTo>
                    <a:pt x="845418" y="374219"/>
                  </a:lnTo>
                  <a:lnTo>
                    <a:pt x="847339" y="374219"/>
                  </a:lnTo>
                  <a:lnTo>
                    <a:pt x="849261" y="374219"/>
                  </a:lnTo>
                  <a:lnTo>
                    <a:pt x="851182" y="374219"/>
                  </a:lnTo>
                  <a:lnTo>
                    <a:pt x="853103" y="374219"/>
                  </a:lnTo>
                  <a:lnTo>
                    <a:pt x="855025" y="374219"/>
                  </a:lnTo>
                  <a:lnTo>
                    <a:pt x="856946" y="374219"/>
                  </a:lnTo>
                  <a:lnTo>
                    <a:pt x="858868" y="374219"/>
                  </a:lnTo>
                  <a:lnTo>
                    <a:pt x="860789" y="374219"/>
                  </a:lnTo>
                  <a:lnTo>
                    <a:pt x="862710" y="374219"/>
                  </a:lnTo>
                  <a:lnTo>
                    <a:pt x="864632" y="374219"/>
                  </a:lnTo>
                  <a:lnTo>
                    <a:pt x="866553" y="374219"/>
                  </a:lnTo>
                  <a:lnTo>
                    <a:pt x="868475" y="374219"/>
                  </a:lnTo>
                  <a:lnTo>
                    <a:pt x="870396" y="374219"/>
                  </a:lnTo>
                  <a:lnTo>
                    <a:pt x="872318" y="374219"/>
                  </a:lnTo>
                  <a:lnTo>
                    <a:pt x="874239" y="374219"/>
                  </a:lnTo>
                  <a:lnTo>
                    <a:pt x="876160" y="374219"/>
                  </a:lnTo>
                  <a:lnTo>
                    <a:pt x="878082" y="374219"/>
                  </a:lnTo>
                  <a:lnTo>
                    <a:pt x="880003" y="374219"/>
                  </a:lnTo>
                  <a:lnTo>
                    <a:pt x="881925" y="374219"/>
                  </a:lnTo>
                  <a:lnTo>
                    <a:pt x="883846" y="374219"/>
                  </a:lnTo>
                  <a:lnTo>
                    <a:pt x="885767" y="374219"/>
                  </a:lnTo>
                  <a:lnTo>
                    <a:pt x="887689" y="374219"/>
                  </a:lnTo>
                  <a:lnTo>
                    <a:pt x="889610" y="374219"/>
                  </a:lnTo>
                  <a:lnTo>
                    <a:pt x="891532" y="374219"/>
                  </a:lnTo>
                  <a:lnTo>
                    <a:pt x="893453" y="374219"/>
                  </a:lnTo>
                  <a:lnTo>
                    <a:pt x="895374" y="374219"/>
                  </a:lnTo>
                  <a:lnTo>
                    <a:pt x="897296" y="374219"/>
                  </a:lnTo>
                  <a:lnTo>
                    <a:pt x="899217" y="374219"/>
                  </a:lnTo>
                  <a:lnTo>
                    <a:pt x="901139" y="374219"/>
                  </a:lnTo>
                  <a:lnTo>
                    <a:pt x="903060" y="374219"/>
                  </a:lnTo>
                  <a:lnTo>
                    <a:pt x="904981" y="374219"/>
                  </a:lnTo>
                  <a:lnTo>
                    <a:pt x="906903" y="374219"/>
                  </a:lnTo>
                  <a:lnTo>
                    <a:pt x="908824" y="374219"/>
                  </a:lnTo>
                  <a:lnTo>
                    <a:pt x="910746" y="374219"/>
                  </a:lnTo>
                  <a:lnTo>
                    <a:pt x="912667" y="374219"/>
                  </a:lnTo>
                  <a:lnTo>
                    <a:pt x="914588" y="374219"/>
                  </a:lnTo>
                  <a:lnTo>
                    <a:pt x="916510" y="374219"/>
                  </a:lnTo>
                  <a:lnTo>
                    <a:pt x="918431" y="374219"/>
                  </a:lnTo>
                  <a:lnTo>
                    <a:pt x="920353" y="374219"/>
                  </a:lnTo>
                  <a:lnTo>
                    <a:pt x="922274" y="374219"/>
                  </a:lnTo>
                  <a:lnTo>
                    <a:pt x="924195" y="374219"/>
                  </a:lnTo>
                  <a:lnTo>
                    <a:pt x="926117" y="374219"/>
                  </a:lnTo>
                  <a:lnTo>
                    <a:pt x="928038" y="374219"/>
                  </a:lnTo>
                  <a:lnTo>
                    <a:pt x="929960" y="374219"/>
                  </a:lnTo>
                  <a:lnTo>
                    <a:pt x="931881" y="374219"/>
                  </a:lnTo>
                  <a:lnTo>
                    <a:pt x="933802" y="374219"/>
                  </a:lnTo>
                  <a:lnTo>
                    <a:pt x="935724" y="374219"/>
                  </a:lnTo>
                  <a:lnTo>
                    <a:pt x="937645" y="374219"/>
                  </a:lnTo>
                  <a:lnTo>
                    <a:pt x="939567" y="374219"/>
                  </a:lnTo>
                  <a:lnTo>
                    <a:pt x="941488" y="374219"/>
                  </a:lnTo>
                  <a:lnTo>
                    <a:pt x="943410" y="374219"/>
                  </a:lnTo>
                  <a:lnTo>
                    <a:pt x="945331" y="374219"/>
                  </a:lnTo>
                  <a:lnTo>
                    <a:pt x="947252" y="374219"/>
                  </a:lnTo>
                  <a:lnTo>
                    <a:pt x="949174" y="374219"/>
                  </a:lnTo>
                  <a:lnTo>
                    <a:pt x="951095" y="374219"/>
                  </a:lnTo>
                  <a:lnTo>
                    <a:pt x="953017" y="374219"/>
                  </a:lnTo>
                  <a:lnTo>
                    <a:pt x="954938" y="374219"/>
                  </a:lnTo>
                  <a:lnTo>
                    <a:pt x="956859" y="374219"/>
                  </a:lnTo>
                  <a:lnTo>
                    <a:pt x="958781" y="374219"/>
                  </a:lnTo>
                  <a:lnTo>
                    <a:pt x="960702" y="374219"/>
                  </a:lnTo>
                  <a:lnTo>
                    <a:pt x="962624" y="374219"/>
                  </a:lnTo>
                  <a:lnTo>
                    <a:pt x="964545" y="374219"/>
                  </a:lnTo>
                  <a:lnTo>
                    <a:pt x="966466" y="374219"/>
                  </a:lnTo>
                  <a:lnTo>
                    <a:pt x="968388" y="374219"/>
                  </a:lnTo>
                  <a:lnTo>
                    <a:pt x="970309" y="374219"/>
                  </a:lnTo>
                  <a:lnTo>
                    <a:pt x="972231" y="374219"/>
                  </a:lnTo>
                  <a:lnTo>
                    <a:pt x="974152" y="374219"/>
                  </a:lnTo>
                  <a:lnTo>
                    <a:pt x="976073" y="374219"/>
                  </a:lnTo>
                  <a:lnTo>
                    <a:pt x="977995" y="374219"/>
                  </a:lnTo>
                  <a:lnTo>
                    <a:pt x="979916" y="374219"/>
                  </a:lnTo>
                  <a:lnTo>
                    <a:pt x="981838" y="374219"/>
                  </a:lnTo>
                </a:path>
              </a:pathLst>
            </a:cu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4248562" y="2565083"/>
              <a:ext cx="981838" cy="217939"/>
            </a:xfrm>
            <a:custGeom>
              <a:avLst/>
              <a:pathLst>
                <a:path w="981838" h="217939">
                  <a:moveTo>
                    <a:pt x="0" y="217939"/>
                  </a:moveTo>
                  <a:lnTo>
                    <a:pt x="1921" y="217939"/>
                  </a:lnTo>
                  <a:lnTo>
                    <a:pt x="3842" y="217939"/>
                  </a:lnTo>
                  <a:lnTo>
                    <a:pt x="5764" y="217939"/>
                  </a:lnTo>
                  <a:lnTo>
                    <a:pt x="7685" y="217939"/>
                  </a:lnTo>
                  <a:lnTo>
                    <a:pt x="9607" y="217939"/>
                  </a:lnTo>
                  <a:lnTo>
                    <a:pt x="11528" y="217939"/>
                  </a:lnTo>
                  <a:lnTo>
                    <a:pt x="13449" y="217939"/>
                  </a:lnTo>
                  <a:lnTo>
                    <a:pt x="15371" y="217939"/>
                  </a:lnTo>
                  <a:lnTo>
                    <a:pt x="17292" y="217939"/>
                  </a:lnTo>
                  <a:lnTo>
                    <a:pt x="19214" y="217939"/>
                  </a:lnTo>
                  <a:lnTo>
                    <a:pt x="21135" y="217939"/>
                  </a:lnTo>
                  <a:lnTo>
                    <a:pt x="23056" y="217939"/>
                  </a:lnTo>
                  <a:lnTo>
                    <a:pt x="24978" y="217939"/>
                  </a:lnTo>
                  <a:lnTo>
                    <a:pt x="26899" y="217939"/>
                  </a:lnTo>
                  <a:lnTo>
                    <a:pt x="28821" y="217939"/>
                  </a:lnTo>
                  <a:lnTo>
                    <a:pt x="30742" y="217939"/>
                  </a:lnTo>
                  <a:lnTo>
                    <a:pt x="32663" y="217939"/>
                  </a:lnTo>
                  <a:lnTo>
                    <a:pt x="34585" y="217939"/>
                  </a:lnTo>
                  <a:lnTo>
                    <a:pt x="36506" y="217939"/>
                  </a:lnTo>
                  <a:lnTo>
                    <a:pt x="38428" y="217938"/>
                  </a:lnTo>
                  <a:lnTo>
                    <a:pt x="40349" y="217938"/>
                  </a:lnTo>
                  <a:lnTo>
                    <a:pt x="42270" y="217938"/>
                  </a:lnTo>
                  <a:lnTo>
                    <a:pt x="44192" y="217938"/>
                  </a:lnTo>
                  <a:lnTo>
                    <a:pt x="46113" y="217937"/>
                  </a:lnTo>
                  <a:lnTo>
                    <a:pt x="48035" y="217937"/>
                  </a:lnTo>
                  <a:lnTo>
                    <a:pt x="49956" y="217936"/>
                  </a:lnTo>
                  <a:lnTo>
                    <a:pt x="51877" y="217936"/>
                  </a:lnTo>
                  <a:lnTo>
                    <a:pt x="53799" y="217935"/>
                  </a:lnTo>
                  <a:lnTo>
                    <a:pt x="55720" y="217934"/>
                  </a:lnTo>
                  <a:lnTo>
                    <a:pt x="57642" y="217932"/>
                  </a:lnTo>
                  <a:lnTo>
                    <a:pt x="59563" y="217931"/>
                  </a:lnTo>
                  <a:lnTo>
                    <a:pt x="61484" y="217928"/>
                  </a:lnTo>
                  <a:lnTo>
                    <a:pt x="63406" y="217926"/>
                  </a:lnTo>
                  <a:lnTo>
                    <a:pt x="65327" y="217923"/>
                  </a:lnTo>
                  <a:lnTo>
                    <a:pt x="67249" y="217919"/>
                  </a:lnTo>
                  <a:lnTo>
                    <a:pt x="69170" y="217914"/>
                  </a:lnTo>
                  <a:lnTo>
                    <a:pt x="71091" y="217909"/>
                  </a:lnTo>
                  <a:lnTo>
                    <a:pt x="73013" y="217902"/>
                  </a:lnTo>
                  <a:lnTo>
                    <a:pt x="74934" y="217894"/>
                  </a:lnTo>
                  <a:lnTo>
                    <a:pt x="76856" y="217885"/>
                  </a:lnTo>
                  <a:lnTo>
                    <a:pt x="78777" y="217874"/>
                  </a:lnTo>
                  <a:lnTo>
                    <a:pt x="80699" y="217861"/>
                  </a:lnTo>
                  <a:lnTo>
                    <a:pt x="82620" y="217845"/>
                  </a:lnTo>
                  <a:lnTo>
                    <a:pt x="84541" y="217827"/>
                  </a:lnTo>
                  <a:lnTo>
                    <a:pt x="86463" y="217807"/>
                  </a:lnTo>
                  <a:lnTo>
                    <a:pt x="88384" y="217782"/>
                  </a:lnTo>
                  <a:lnTo>
                    <a:pt x="90306" y="217754"/>
                  </a:lnTo>
                  <a:lnTo>
                    <a:pt x="92227" y="217721"/>
                  </a:lnTo>
                  <a:lnTo>
                    <a:pt x="94148" y="217684"/>
                  </a:lnTo>
                  <a:lnTo>
                    <a:pt x="96070" y="217643"/>
                  </a:lnTo>
                  <a:lnTo>
                    <a:pt x="97991" y="217594"/>
                  </a:lnTo>
                  <a:lnTo>
                    <a:pt x="99913" y="217540"/>
                  </a:lnTo>
                  <a:lnTo>
                    <a:pt x="101834" y="217478"/>
                  </a:lnTo>
                  <a:lnTo>
                    <a:pt x="103755" y="217410"/>
                  </a:lnTo>
                  <a:lnTo>
                    <a:pt x="105677" y="217334"/>
                  </a:lnTo>
                  <a:lnTo>
                    <a:pt x="107598" y="217249"/>
                  </a:lnTo>
                  <a:lnTo>
                    <a:pt x="109520" y="217154"/>
                  </a:lnTo>
                  <a:lnTo>
                    <a:pt x="111441" y="217050"/>
                  </a:lnTo>
                  <a:lnTo>
                    <a:pt x="113362" y="216936"/>
                  </a:lnTo>
                  <a:lnTo>
                    <a:pt x="115284" y="216812"/>
                  </a:lnTo>
                  <a:lnTo>
                    <a:pt x="117205" y="216676"/>
                  </a:lnTo>
                  <a:lnTo>
                    <a:pt x="119127" y="216528"/>
                  </a:lnTo>
                  <a:lnTo>
                    <a:pt x="121048" y="216369"/>
                  </a:lnTo>
                  <a:lnTo>
                    <a:pt x="122969" y="216199"/>
                  </a:lnTo>
                  <a:lnTo>
                    <a:pt x="124891" y="216017"/>
                  </a:lnTo>
                  <a:lnTo>
                    <a:pt x="126812" y="215824"/>
                  </a:lnTo>
                  <a:lnTo>
                    <a:pt x="128734" y="215617"/>
                  </a:lnTo>
                  <a:lnTo>
                    <a:pt x="130655" y="215399"/>
                  </a:lnTo>
                  <a:lnTo>
                    <a:pt x="132576" y="215172"/>
                  </a:lnTo>
                  <a:lnTo>
                    <a:pt x="134498" y="214935"/>
                  </a:lnTo>
                  <a:lnTo>
                    <a:pt x="136419" y="214688"/>
                  </a:lnTo>
                  <a:lnTo>
                    <a:pt x="138341" y="214431"/>
                  </a:lnTo>
                  <a:lnTo>
                    <a:pt x="140262" y="214167"/>
                  </a:lnTo>
                  <a:lnTo>
                    <a:pt x="142183" y="213898"/>
                  </a:lnTo>
                  <a:lnTo>
                    <a:pt x="144105" y="213623"/>
                  </a:lnTo>
                  <a:lnTo>
                    <a:pt x="146026" y="213345"/>
                  </a:lnTo>
                  <a:lnTo>
                    <a:pt x="147948" y="213065"/>
                  </a:lnTo>
                  <a:lnTo>
                    <a:pt x="149869" y="212784"/>
                  </a:lnTo>
                  <a:lnTo>
                    <a:pt x="151791" y="212505"/>
                  </a:lnTo>
                  <a:lnTo>
                    <a:pt x="153712" y="212228"/>
                  </a:lnTo>
                  <a:lnTo>
                    <a:pt x="155633" y="211955"/>
                  </a:lnTo>
                  <a:lnTo>
                    <a:pt x="157555" y="211691"/>
                  </a:lnTo>
                  <a:lnTo>
                    <a:pt x="159476" y="211435"/>
                  </a:lnTo>
                  <a:lnTo>
                    <a:pt x="161398" y="211189"/>
                  </a:lnTo>
                  <a:lnTo>
                    <a:pt x="163319" y="210953"/>
                  </a:lnTo>
                  <a:lnTo>
                    <a:pt x="165240" y="210730"/>
                  </a:lnTo>
                  <a:lnTo>
                    <a:pt x="167162" y="210525"/>
                  </a:lnTo>
                  <a:lnTo>
                    <a:pt x="169083" y="210335"/>
                  </a:lnTo>
                  <a:lnTo>
                    <a:pt x="171005" y="210162"/>
                  </a:lnTo>
                  <a:lnTo>
                    <a:pt x="172926" y="210007"/>
                  </a:lnTo>
                  <a:lnTo>
                    <a:pt x="174847" y="209869"/>
                  </a:lnTo>
                  <a:lnTo>
                    <a:pt x="176769" y="209754"/>
                  </a:lnTo>
                  <a:lnTo>
                    <a:pt x="178690" y="209659"/>
                  </a:lnTo>
                  <a:lnTo>
                    <a:pt x="180612" y="209584"/>
                  </a:lnTo>
                  <a:lnTo>
                    <a:pt x="182533" y="209527"/>
                  </a:lnTo>
                  <a:lnTo>
                    <a:pt x="184454" y="209490"/>
                  </a:lnTo>
                  <a:lnTo>
                    <a:pt x="186376" y="209474"/>
                  </a:lnTo>
                  <a:lnTo>
                    <a:pt x="188297" y="209479"/>
                  </a:lnTo>
                  <a:lnTo>
                    <a:pt x="190219" y="209500"/>
                  </a:lnTo>
                  <a:lnTo>
                    <a:pt x="192140" y="209538"/>
                  </a:lnTo>
                  <a:lnTo>
                    <a:pt x="194061" y="209590"/>
                  </a:lnTo>
                  <a:lnTo>
                    <a:pt x="195983" y="209659"/>
                  </a:lnTo>
                  <a:lnTo>
                    <a:pt x="197904" y="209743"/>
                  </a:lnTo>
                  <a:lnTo>
                    <a:pt x="199826" y="209838"/>
                  </a:lnTo>
                  <a:lnTo>
                    <a:pt x="201747" y="209942"/>
                  </a:lnTo>
                  <a:lnTo>
                    <a:pt x="203668" y="210056"/>
                  </a:lnTo>
                  <a:lnTo>
                    <a:pt x="205590" y="210178"/>
                  </a:lnTo>
                  <a:lnTo>
                    <a:pt x="207511" y="210308"/>
                  </a:lnTo>
                  <a:lnTo>
                    <a:pt x="209433" y="210442"/>
                  </a:lnTo>
                  <a:lnTo>
                    <a:pt x="211354" y="210579"/>
                  </a:lnTo>
                  <a:lnTo>
                    <a:pt x="213275" y="210720"/>
                  </a:lnTo>
                  <a:lnTo>
                    <a:pt x="215197" y="210861"/>
                  </a:lnTo>
                  <a:lnTo>
                    <a:pt x="217118" y="211004"/>
                  </a:lnTo>
                  <a:lnTo>
                    <a:pt x="219040" y="211146"/>
                  </a:lnTo>
                  <a:lnTo>
                    <a:pt x="220961" y="211287"/>
                  </a:lnTo>
                  <a:lnTo>
                    <a:pt x="222883" y="211427"/>
                  </a:lnTo>
                  <a:lnTo>
                    <a:pt x="224804" y="211564"/>
                  </a:lnTo>
                  <a:lnTo>
                    <a:pt x="226725" y="211699"/>
                  </a:lnTo>
                  <a:lnTo>
                    <a:pt x="228647" y="211830"/>
                  </a:lnTo>
                  <a:lnTo>
                    <a:pt x="230568" y="211959"/>
                  </a:lnTo>
                  <a:lnTo>
                    <a:pt x="232490" y="212084"/>
                  </a:lnTo>
                  <a:lnTo>
                    <a:pt x="234411" y="212207"/>
                  </a:lnTo>
                  <a:lnTo>
                    <a:pt x="236332" y="212325"/>
                  </a:lnTo>
                  <a:lnTo>
                    <a:pt x="238254" y="212440"/>
                  </a:lnTo>
                  <a:lnTo>
                    <a:pt x="240175" y="212551"/>
                  </a:lnTo>
                  <a:lnTo>
                    <a:pt x="242097" y="212660"/>
                  </a:lnTo>
                  <a:lnTo>
                    <a:pt x="244018" y="212765"/>
                  </a:lnTo>
                  <a:lnTo>
                    <a:pt x="245939" y="212867"/>
                  </a:lnTo>
                  <a:lnTo>
                    <a:pt x="247861" y="212964"/>
                  </a:lnTo>
                  <a:lnTo>
                    <a:pt x="249782" y="213059"/>
                  </a:lnTo>
                  <a:lnTo>
                    <a:pt x="251704" y="213149"/>
                  </a:lnTo>
                  <a:lnTo>
                    <a:pt x="253625" y="213236"/>
                  </a:lnTo>
                  <a:lnTo>
                    <a:pt x="255546" y="213318"/>
                  </a:lnTo>
                  <a:lnTo>
                    <a:pt x="257468" y="213396"/>
                  </a:lnTo>
                  <a:lnTo>
                    <a:pt x="259389" y="213468"/>
                  </a:lnTo>
                  <a:lnTo>
                    <a:pt x="261311" y="213535"/>
                  </a:lnTo>
                  <a:lnTo>
                    <a:pt x="263232" y="213596"/>
                  </a:lnTo>
                  <a:lnTo>
                    <a:pt x="265153" y="213651"/>
                  </a:lnTo>
                  <a:lnTo>
                    <a:pt x="267075" y="213697"/>
                  </a:lnTo>
                  <a:lnTo>
                    <a:pt x="268996" y="213736"/>
                  </a:lnTo>
                  <a:lnTo>
                    <a:pt x="270918" y="213768"/>
                  </a:lnTo>
                  <a:lnTo>
                    <a:pt x="272839" y="213791"/>
                  </a:lnTo>
                  <a:lnTo>
                    <a:pt x="274760" y="213803"/>
                  </a:lnTo>
                  <a:lnTo>
                    <a:pt x="276682" y="213805"/>
                  </a:lnTo>
                  <a:lnTo>
                    <a:pt x="278603" y="213796"/>
                  </a:lnTo>
                  <a:lnTo>
                    <a:pt x="280525" y="213777"/>
                  </a:lnTo>
                  <a:lnTo>
                    <a:pt x="282446" y="213747"/>
                  </a:lnTo>
                  <a:lnTo>
                    <a:pt x="284367" y="213705"/>
                  </a:lnTo>
                  <a:lnTo>
                    <a:pt x="286289" y="213648"/>
                  </a:lnTo>
                  <a:lnTo>
                    <a:pt x="288210" y="213580"/>
                  </a:lnTo>
                  <a:lnTo>
                    <a:pt x="290132" y="213500"/>
                  </a:lnTo>
                  <a:lnTo>
                    <a:pt x="292053" y="213407"/>
                  </a:lnTo>
                  <a:lnTo>
                    <a:pt x="293975" y="213302"/>
                  </a:lnTo>
                  <a:lnTo>
                    <a:pt x="295896" y="213182"/>
                  </a:lnTo>
                  <a:lnTo>
                    <a:pt x="297817" y="213049"/>
                  </a:lnTo>
                  <a:lnTo>
                    <a:pt x="299739" y="212904"/>
                  </a:lnTo>
                  <a:lnTo>
                    <a:pt x="301660" y="212748"/>
                  </a:lnTo>
                  <a:lnTo>
                    <a:pt x="303582" y="212579"/>
                  </a:lnTo>
                  <a:lnTo>
                    <a:pt x="305503" y="212395"/>
                  </a:lnTo>
                  <a:lnTo>
                    <a:pt x="307424" y="212199"/>
                  </a:lnTo>
                  <a:lnTo>
                    <a:pt x="309346" y="211991"/>
                  </a:lnTo>
                  <a:lnTo>
                    <a:pt x="311267" y="211771"/>
                  </a:lnTo>
                  <a:lnTo>
                    <a:pt x="313189" y="211540"/>
                  </a:lnTo>
                  <a:lnTo>
                    <a:pt x="315110" y="211293"/>
                  </a:lnTo>
                  <a:lnTo>
                    <a:pt x="317031" y="211034"/>
                  </a:lnTo>
                  <a:lnTo>
                    <a:pt x="318953" y="210762"/>
                  </a:lnTo>
                  <a:lnTo>
                    <a:pt x="320874" y="210476"/>
                  </a:lnTo>
                  <a:lnTo>
                    <a:pt x="322796" y="210177"/>
                  </a:lnTo>
                  <a:lnTo>
                    <a:pt x="324717" y="209859"/>
                  </a:lnTo>
                  <a:lnTo>
                    <a:pt x="326638" y="209525"/>
                  </a:lnTo>
                  <a:lnTo>
                    <a:pt x="328560" y="209173"/>
                  </a:lnTo>
                  <a:lnTo>
                    <a:pt x="330481" y="208803"/>
                  </a:lnTo>
                  <a:lnTo>
                    <a:pt x="332403" y="208415"/>
                  </a:lnTo>
                  <a:lnTo>
                    <a:pt x="334324" y="208000"/>
                  </a:lnTo>
                  <a:lnTo>
                    <a:pt x="336245" y="207560"/>
                  </a:lnTo>
                  <a:lnTo>
                    <a:pt x="338167" y="207095"/>
                  </a:lnTo>
                  <a:lnTo>
                    <a:pt x="340088" y="206603"/>
                  </a:lnTo>
                  <a:lnTo>
                    <a:pt x="342010" y="206082"/>
                  </a:lnTo>
                  <a:lnTo>
                    <a:pt x="343931" y="205525"/>
                  </a:lnTo>
                  <a:lnTo>
                    <a:pt x="345852" y="204928"/>
                  </a:lnTo>
                  <a:lnTo>
                    <a:pt x="347774" y="204294"/>
                  </a:lnTo>
                  <a:lnTo>
                    <a:pt x="349695" y="203622"/>
                  </a:lnTo>
                  <a:lnTo>
                    <a:pt x="351617" y="202908"/>
                  </a:lnTo>
                  <a:lnTo>
                    <a:pt x="353538" y="202145"/>
                  </a:lnTo>
                  <a:lnTo>
                    <a:pt x="355459" y="201326"/>
                  </a:lnTo>
                  <a:lnTo>
                    <a:pt x="357381" y="200456"/>
                  </a:lnTo>
                  <a:lnTo>
                    <a:pt x="359302" y="199534"/>
                  </a:lnTo>
                  <a:lnTo>
                    <a:pt x="361224" y="198557"/>
                  </a:lnTo>
                  <a:lnTo>
                    <a:pt x="363145" y="197519"/>
                  </a:lnTo>
                  <a:lnTo>
                    <a:pt x="365067" y="196406"/>
                  </a:lnTo>
                  <a:lnTo>
                    <a:pt x="366988" y="195229"/>
                  </a:lnTo>
                  <a:lnTo>
                    <a:pt x="368909" y="193987"/>
                  </a:lnTo>
                  <a:lnTo>
                    <a:pt x="370831" y="192678"/>
                  </a:lnTo>
                  <a:lnTo>
                    <a:pt x="372752" y="191297"/>
                  </a:lnTo>
                  <a:lnTo>
                    <a:pt x="374674" y="189823"/>
                  </a:lnTo>
                  <a:lnTo>
                    <a:pt x="376595" y="188273"/>
                  </a:lnTo>
                  <a:lnTo>
                    <a:pt x="378516" y="186646"/>
                  </a:lnTo>
                  <a:lnTo>
                    <a:pt x="380438" y="184941"/>
                  </a:lnTo>
                  <a:lnTo>
                    <a:pt x="382359" y="183154"/>
                  </a:lnTo>
                  <a:lnTo>
                    <a:pt x="384281" y="181259"/>
                  </a:lnTo>
                  <a:lnTo>
                    <a:pt x="386202" y="179275"/>
                  </a:lnTo>
                  <a:lnTo>
                    <a:pt x="388123" y="177204"/>
                  </a:lnTo>
                  <a:lnTo>
                    <a:pt x="390045" y="175042"/>
                  </a:lnTo>
                  <a:lnTo>
                    <a:pt x="391966" y="172789"/>
                  </a:lnTo>
                  <a:lnTo>
                    <a:pt x="393888" y="170415"/>
                  </a:lnTo>
                  <a:lnTo>
                    <a:pt x="395809" y="167939"/>
                  </a:lnTo>
                  <a:lnTo>
                    <a:pt x="397730" y="165363"/>
                  </a:lnTo>
                  <a:lnTo>
                    <a:pt x="399652" y="162685"/>
                  </a:lnTo>
                  <a:lnTo>
                    <a:pt x="401573" y="159903"/>
                  </a:lnTo>
                  <a:lnTo>
                    <a:pt x="403495" y="156991"/>
                  </a:lnTo>
                  <a:lnTo>
                    <a:pt x="405416" y="153960"/>
                  </a:lnTo>
                  <a:lnTo>
                    <a:pt x="407337" y="150818"/>
                  </a:lnTo>
                  <a:lnTo>
                    <a:pt x="409259" y="147564"/>
                  </a:lnTo>
                  <a:lnTo>
                    <a:pt x="411180" y="144197"/>
                  </a:lnTo>
                  <a:lnTo>
                    <a:pt x="413102" y="140694"/>
                  </a:lnTo>
                  <a:lnTo>
                    <a:pt x="415023" y="137058"/>
                  </a:lnTo>
                  <a:lnTo>
                    <a:pt x="416944" y="133307"/>
                  </a:lnTo>
                  <a:lnTo>
                    <a:pt x="418866" y="129440"/>
                  </a:lnTo>
                  <a:lnTo>
                    <a:pt x="420787" y="125459"/>
                  </a:lnTo>
                  <a:lnTo>
                    <a:pt x="422709" y="121349"/>
                  </a:lnTo>
                  <a:lnTo>
                    <a:pt x="424630" y="117109"/>
                  </a:lnTo>
                  <a:lnTo>
                    <a:pt x="426551" y="112764"/>
                  </a:lnTo>
                  <a:lnTo>
                    <a:pt x="428473" y="108317"/>
                  </a:lnTo>
                  <a:lnTo>
                    <a:pt x="430394" y="103774"/>
                  </a:lnTo>
                  <a:lnTo>
                    <a:pt x="432316" y="99134"/>
                  </a:lnTo>
                  <a:lnTo>
                    <a:pt x="434237" y="94396"/>
                  </a:lnTo>
                  <a:lnTo>
                    <a:pt x="436159" y="89590"/>
                  </a:lnTo>
                  <a:lnTo>
                    <a:pt x="438080" y="84727"/>
                  </a:lnTo>
                  <a:lnTo>
                    <a:pt x="440001" y="79817"/>
                  </a:lnTo>
                  <a:lnTo>
                    <a:pt x="441923" y="74871"/>
                  </a:lnTo>
                  <a:lnTo>
                    <a:pt x="443844" y="69906"/>
                  </a:lnTo>
                  <a:lnTo>
                    <a:pt x="445766" y="64945"/>
                  </a:lnTo>
                  <a:lnTo>
                    <a:pt x="447687" y="60005"/>
                  </a:lnTo>
                  <a:lnTo>
                    <a:pt x="449608" y="55102"/>
                  </a:lnTo>
                  <a:lnTo>
                    <a:pt x="451530" y="50253"/>
                  </a:lnTo>
                  <a:lnTo>
                    <a:pt x="453451" y="45510"/>
                  </a:lnTo>
                  <a:lnTo>
                    <a:pt x="455373" y="40875"/>
                  </a:lnTo>
                  <a:lnTo>
                    <a:pt x="457294" y="36368"/>
                  </a:lnTo>
                  <a:lnTo>
                    <a:pt x="459215" y="32006"/>
                  </a:lnTo>
                  <a:lnTo>
                    <a:pt x="461137" y="27811"/>
                  </a:lnTo>
                  <a:lnTo>
                    <a:pt x="463058" y="23865"/>
                  </a:lnTo>
                  <a:lnTo>
                    <a:pt x="464980" y="20149"/>
                  </a:lnTo>
                  <a:lnTo>
                    <a:pt x="466901" y="16673"/>
                  </a:lnTo>
                  <a:lnTo>
                    <a:pt x="468822" y="13457"/>
                  </a:lnTo>
                  <a:lnTo>
                    <a:pt x="470744" y="10517"/>
                  </a:lnTo>
                  <a:lnTo>
                    <a:pt x="472665" y="7948"/>
                  </a:lnTo>
                  <a:lnTo>
                    <a:pt x="474587" y="5722"/>
                  </a:lnTo>
                  <a:lnTo>
                    <a:pt x="476508" y="3830"/>
                  </a:lnTo>
                  <a:lnTo>
                    <a:pt x="478429" y="2283"/>
                  </a:lnTo>
                  <a:lnTo>
                    <a:pt x="480351" y="1090"/>
                  </a:lnTo>
                  <a:lnTo>
                    <a:pt x="482272" y="336"/>
                  </a:lnTo>
                  <a:lnTo>
                    <a:pt x="484194" y="0"/>
                  </a:lnTo>
                  <a:lnTo>
                    <a:pt x="486115" y="39"/>
                  </a:lnTo>
                  <a:lnTo>
                    <a:pt x="488036" y="457"/>
                  </a:lnTo>
                  <a:lnTo>
                    <a:pt x="489958" y="1251"/>
                  </a:lnTo>
                  <a:lnTo>
                    <a:pt x="491879" y="2479"/>
                  </a:lnTo>
                  <a:lnTo>
                    <a:pt x="493801" y="4131"/>
                  </a:lnTo>
                  <a:lnTo>
                    <a:pt x="495722" y="6140"/>
                  </a:lnTo>
                  <a:lnTo>
                    <a:pt x="497643" y="8495"/>
                  </a:lnTo>
                  <a:lnTo>
                    <a:pt x="499565" y="11186"/>
                  </a:lnTo>
                  <a:lnTo>
                    <a:pt x="501486" y="14235"/>
                  </a:lnTo>
                  <a:lnTo>
                    <a:pt x="503408" y="17643"/>
                  </a:lnTo>
                  <a:lnTo>
                    <a:pt x="505329" y="21328"/>
                  </a:lnTo>
                  <a:lnTo>
                    <a:pt x="507250" y="25273"/>
                  </a:lnTo>
                  <a:lnTo>
                    <a:pt x="509172" y="29457"/>
                  </a:lnTo>
                  <a:lnTo>
                    <a:pt x="511093" y="33877"/>
                  </a:lnTo>
                  <a:lnTo>
                    <a:pt x="513015" y="38532"/>
                  </a:lnTo>
                  <a:lnTo>
                    <a:pt x="514936" y="43347"/>
                  </a:lnTo>
                  <a:lnTo>
                    <a:pt x="516858" y="48300"/>
                  </a:lnTo>
                  <a:lnTo>
                    <a:pt x="518779" y="53371"/>
                  </a:lnTo>
                  <a:lnTo>
                    <a:pt x="520700" y="58540"/>
                  </a:lnTo>
                  <a:lnTo>
                    <a:pt x="522622" y="63791"/>
                  </a:lnTo>
                  <a:lnTo>
                    <a:pt x="524543" y="69077"/>
                  </a:lnTo>
                  <a:lnTo>
                    <a:pt x="526465" y="74377"/>
                  </a:lnTo>
                  <a:lnTo>
                    <a:pt x="528386" y="79674"/>
                  </a:lnTo>
                  <a:lnTo>
                    <a:pt x="530307" y="84948"/>
                  </a:lnTo>
                  <a:lnTo>
                    <a:pt x="532229" y="90159"/>
                  </a:lnTo>
                  <a:lnTo>
                    <a:pt x="534150" y="95298"/>
                  </a:lnTo>
                  <a:lnTo>
                    <a:pt x="536072" y="100352"/>
                  </a:lnTo>
                  <a:lnTo>
                    <a:pt x="537993" y="105306"/>
                  </a:lnTo>
                  <a:lnTo>
                    <a:pt x="539914" y="110149"/>
                  </a:lnTo>
                  <a:lnTo>
                    <a:pt x="541836" y="114831"/>
                  </a:lnTo>
                  <a:lnTo>
                    <a:pt x="543757" y="119366"/>
                  </a:lnTo>
                  <a:lnTo>
                    <a:pt x="545679" y="123753"/>
                  </a:lnTo>
                  <a:lnTo>
                    <a:pt x="547600" y="127985"/>
                  </a:lnTo>
                  <a:lnTo>
                    <a:pt x="549521" y="132057"/>
                  </a:lnTo>
                  <a:lnTo>
                    <a:pt x="551443" y="135927"/>
                  </a:lnTo>
                  <a:lnTo>
                    <a:pt x="553364" y="139612"/>
                  </a:lnTo>
                  <a:lnTo>
                    <a:pt x="555286" y="143127"/>
                  </a:lnTo>
                  <a:lnTo>
                    <a:pt x="557207" y="146472"/>
                  </a:lnTo>
                  <a:lnTo>
                    <a:pt x="559128" y="149648"/>
                  </a:lnTo>
                  <a:lnTo>
                    <a:pt x="561050" y="152626"/>
                  </a:lnTo>
                  <a:lnTo>
                    <a:pt x="562971" y="155419"/>
                  </a:lnTo>
                  <a:lnTo>
                    <a:pt x="564893" y="158054"/>
                  </a:lnTo>
                  <a:lnTo>
                    <a:pt x="566814" y="160534"/>
                  </a:lnTo>
                  <a:lnTo>
                    <a:pt x="568735" y="162864"/>
                  </a:lnTo>
                  <a:lnTo>
                    <a:pt x="570657" y="165032"/>
                  </a:lnTo>
                  <a:lnTo>
                    <a:pt x="572578" y="167040"/>
                  </a:lnTo>
                  <a:lnTo>
                    <a:pt x="574500" y="168922"/>
                  </a:lnTo>
                  <a:lnTo>
                    <a:pt x="576421" y="170683"/>
                  </a:lnTo>
                  <a:lnTo>
                    <a:pt x="578342" y="172331"/>
                  </a:lnTo>
                  <a:lnTo>
                    <a:pt x="580264" y="173861"/>
                  </a:lnTo>
                  <a:lnTo>
                    <a:pt x="582185" y="175274"/>
                  </a:lnTo>
                  <a:lnTo>
                    <a:pt x="584107" y="176598"/>
                  </a:lnTo>
                  <a:lnTo>
                    <a:pt x="586028" y="177841"/>
                  </a:lnTo>
                  <a:lnTo>
                    <a:pt x="587950" y="179008"/>
                  </a:lnTo>
                  <a:lnTo>
                    <a:pt x="589871" y="180103"/>
                  </a:lnTo>
                  <a:lnTo>
                    <a:pt x="591792" y="181122"/>
                  </a:lnTo>
                  <a:lnTo>
                    <a:pt x="593714" y="182087"/>
                  </a:lnTo>
                  <a:lnTo>
                    <a:pt x="595635" y="183005"/>
                  </a:lnTo>
                  <a:lnTo>
                    <a:pt x="597557" y="183880"/>
                  </a:lnTo>
                  <a:lnTo>
                    <a:pt x="599478" y="184715"/>
                  </a:lnTo>
                  <a:lnTo>
                    <a:pt x="601399" y="185507"/>
                  </a:lnTo>
                  <a:lnTo>
                    <a:pt x="603321" y="186271"/>
                  </a:lnTo>
                  <a:lnTo>
                    <a:pt x="605242" y="187010"/>
                  </a:lnTo>
                  <a:lnTo>
                    <a:pt x="607164" y="187725"/>
                  </a:lnTo>
                  <a:lnTo>
                    <a:pt x="609085" y="188421"/>
                  </a:lnTo>
                  <a:lnTo>
                    <a:pt x="611006" y="189092"/>
                  </a:lnTo>
                  <a:lnTo>
                    <a:pt x="612928" y="189747"/>
                  </a:lnTo>
                  <a:lnTo>
                    <a:pt x="614849" y="190386"/>
                  </a:lnTo>
                  <a:lnTo>
                    <a:pt x="616771" y="191010"/>
                  </a:lnTo>
                  <a:lnTo>
                    <a:pt x="618692" y="191618"/>
                  </a:lnTo>
                  <a:lnTo>
                    <a:pt x="620613" y="192207"/>
                  </a:lnTo>
                  <a:lnTo>
                    <a:pt x="622535" y="192778"/>
                  </a:lnTo>
                  <a:lnTo>
                    <a:pt x="624456" y="193331"/>
                  </a:lnTo>
                  <a:lnTo>
                    <a:pt x="626378" y="193866"/>
                  </a:lnTo>
                  <a:lnTo>
                    <a:pt x="628299" y="194380"/>
                  </a:lnTo>
                  <a:lnTo>
                    <a:pt x="630220" y="194866"/>
                  </a:lnTo>
                  <a:lnTo>
                    <a:pt x="632142" y="195325"/>
                  </a:lnTo>
                  <a:lnTo>
                    <a:pt x="634063" y="195756"/>
                  </a:lnTo>
                  <a:lnTo>
                    <a:pt x="635985" y="196157"/>
                  </a:lnTo>
                  <a:lnTo>
                    <a:pt x="637906" y="196526"/>
                  </a:lnTo>
                  <a:lnTo>
                    <a:pt x="639827" y="196854"/>
                  </a:lnTo>
                  <a:lnTo>
                    <a:pt x="641749" y="197139"/>
                  </a:lnTo>
                  <a:lnTo>
                    <a:pt x="643670" y="197383"/>
                  </a:lnTo>
                  <a:lnTo>
                    <a:pt x="645592" y="197583"/>
                  </a:lnTo>
                  <a:lnTo>
                    <a:pt x="647513" y="197739"/>
                  </a:lnTo>
                  <a:lnTo>
                    <a:pt x="649434" y="197841"/>
                  </a:lnTo>
                  <a:lnTo>
                    <a:pt x="651356" y="197883"/>
                  </a:lnTo>
                  <a:lnTo>
                    <a:pt x="653277" y="197873"/>
                  </a:lnTo>
                  <a:lnTo>
                    <a:pt x="655199" y="197810"/>
                  </a:lnTo>
                  <a:lnTo>
                    <a:pt x="657120" y="197692"/>
                  </a:lnTo>
                  <a:lnTo>
                    <a:pt x="659042" y="197514"/>
                  </a:lnTo>
                  <a:lnTo>
                    <a:pt x="660963" y="197265"/>
                  </a:lnTo>
                  <a:lnTo>
                    <a:pt x="662884" y="196959"/>
                  </a:lnTo>
                  <a:lnTo>
                    <a:pt x="664806" y="196596"/>
                  </a:lnTo>
                  <a:lnTo>
                    <a:pt x="666727" y="196176"/>
                  </a:lnTo>
                  <a:lnTo>
                    <a:pt x="668649" y="195698"/>
                  </a:lnTo>
                  <a:lnTo>
                    <a:pt x="670570" y="195150"/>
                  </a:lnTo>
                  <a:lnTo>
                    <a:pt x="672491" y="194549"/>
                  </a:lnTo>
                  <a:lnTo>
                    <a:pt x="674413" y="193896"/>
                  </a:lnTo>
                  <a:lnTo>
                    <a:pt x="676334" y="193194"/>
                  </a:lnTo>
                  <a:lnTo>
                    <a:pt x="678256" y="192445"/>
                  </a:lnTo>
                  <a:lnTo>
                    <a:pt x="680177" y="191639"/>
                  </a:lnTo>
                  <a:lnTo>
                    <a:pt x="682098" y="190793"/>
                  </a:lnTo>
                  <a:lnTo>
                    <a:pt x="684020" y="189911"/>
                  </a:lnTo>
                  <a:lnTo>
                    <a:pt x="685941" y="188996"/>
                  </a:lnTo>
                  <a:lnTo>
                    <a:pt x="687863" y="188052"/>
                  </a:lnTo>
                  <a:lnTo>
                    <a:pt x="689784" y="187077"/>
                  </a:lnTo>
                  <a:lnTo>
                    <a:pt x="691705" y="186083"/>
                  </a:lnTo>
                  <a:lnTo>
                    <a:pt x="693627" y="185075"/>
                  </a:lnTo>
                  <a:lnTo>
                    <a:pt x="695548" y="184058"/>
                  </a:lnTo>
                  <a:lnTo>
                    <a:pt x="697470" y="183035"/>
                  </a:lnTo>
                  <a:lnTo>
                    <a:pt x="699391" y="182012"/>
                  </a:lnTo>
                  <a:lnTo>
                    <a:pt x="701312" y="180997"/>
                  </a:lnTo>
                  <a:lnTo>
                    <a:pt x="703234" y="179994"/>
                  </a:lnTo>
                  <a:lnTo>
                    <a:pt x="705155" y="179006"/>
                  </a:lnTo>
                  <a:lnTo>
                    <a:pt x="707077" y="178040"/>
                  </a:lnTo>
                  <a:lnTo>
                    <a:pt x="708998" y="177104"/>
                  </a:lnTo>
                  <a:lnTo>
                    <a:pt x="710919" y="176205"/>
                  </a:lnTo>
                  <a:lnTo>
                    <a:pt x="712841" y="175343"/>
                  </a:lnTo>
                  <a:lnTo>
                    <a:pt x="714762" y="174522"/>
                  </a:lnTo>
                  <a:lnTo>
                    <a:pt x="716684" y="173746"/>
                  </a:lnTo>
                  <a:lnTo>
                    <a:pt x="718605" y="173027"/>
                  </a:lnTo>
                  <a:lnTo>
                    <a:pt x="720526" y="172371"/>
                  </a:lnTo>
                  <a:lnTo>
                    <a:pt x="722448" y="171775"/>
                  </a:lnTo>
                  <a:lnTo>
                    <a:pt x="724369" y="171240"/>
                  </a:lnTo>
                  <a:lnTo>
                    <a:pt x="726291" y="170769"/>
                  </a:lnTo>
                  <a:lnTo>
                    <a:pt x="728212" y="170373"/>
                  </a:lnTo>
                  <a:lnTo>
                    <a:pt x="730134" y="170063"/>
                  </a:lnTo>
                  <a:lnTo>
                    <a:pt x="732055" y="169825"/>
                  </a:lnTo>
                  <a:lnTo>
                    <a:pt x="733976" y="169662"/>
                  </a:lnTo>
                  <a:lnTo>
                    <a:pt x="735898" y="169575"/>
                  </a:lnTo>
                  <a:lnTo>
                    <a:pt x="737819" y="169570"/>
                  </a:lnTo>
                  <a:lnTo>
                    <a:pt x="739741" y="169662"/>
                  </a:lnTo>
                  <a:lnTo>
                    <a:pt x="741662" y="169832"/>
                  </a:lnTo>
                  <a:lnTo>
                    <a:pt x="743583" y="170080"/>
                  </a:lnTo>
                  <a:lnTo>
                    <a:pt x="745505" y="170404"/>
                  </a:lnTo>
                  <a:lnTo>
                    <a:pt x="747426" y="170807"/>
                  </a:lnTo>
                  <a:lnTo>
                    <a:pt x="749348" y="171306"/>
                  </a:lnTo>
                  <a:lnTo>
                    <a:pt x="751269" y="171877"/>
                  </a:lnTo>
                  <a:lnTo>
                    <a:pt x="753190" y="172518"/>
                  </a:lnTo>
                  <a:lnTo>
                    <a:pt x="755112" y="173227"/>
                  </a:lnTo>
                  <a:lnTo>
                    <a:pt x="757033" y="174001"/>
                  </a:lnTo>
                  <a:lnTo>
                    <a:pt x="758955" y="174854"/>
                  </a:lnTo>
                  <a:lnTo>
                    <a:pt x="760876" y="175765"/>
                  </a:lnTo>
                  <a:lnTo>
                    <a:pt x="762797" y="176728"/>
                  </a:lnTo>
                  <a:lnTo>
                    <a:pt x="764719" y="177741"/>
                  </a:lnTo>
                  <a:lnTo>
                    <a:pt x="766640" y="178799"/>
                  </a:lnTo>
                  <a:lnTo>
                    <a:pt x="768562" y="179907"/>
                  </a:lnTo>
                  <a:lnTo>
                    <a:pt x="770483" y="181051"/>
                  </a:lnTo>
                  <a:lnTo>
                    <a:pt x="772404" y="182224"/>
                  </a:lnTo>
                  <a:lnTo>
                    <a:pt x="774326" y="183423"/>
                  </a:lnTo>
                  <a:lnTo>
                    <a:pt x="776247" y="184642"/>
                  </a:lnTo>
                  <a:lnTo>
                    <a:pt x="778169" y="185879"/>
                  </a:lnTo>
                  <a:lnTo>
                    <a:pt x="780090" y="187126"/>
                  </a:lnTo>
                  <a:lnTo>
                    <a:pt x="782011" y="188377"/>
                  </a:lnTo>
                  <a:lnTo>
                    <a:pt x="783933" y="189628"/>
                  </a:lnTo>
                  <a:lnTo>
                    <a:pt x="785854" y="190874"/>
                  </a:lnTo>
                  <a:lnTo>
                    <a:pt x="787776" y="192111"/>
                  </a:lnTo>
                  <a:lnTo>
                    <a:pt x="789697" y="193330"/>
                  </a:lnTo>
                  <a:lnTo>
                    <a:pt x="791618" y="194531"/>
                  </a:lnTo>
                  <a:lnTo>
                    <a:pt x="793540" y="195711"/>
                  </a:lnTo>
                  <a:lnTo>
                    <a:pt x="795461" y="196865"/>
                  </a:lnTo>
                  <a:lnTo>
                    <a:pt x="797383" y="197988"/>
                  </a:lnTo>
                  <a:lnTo>
                    <a:pt x="799304" y="199072"/>
                  </a:lnTo>
                  <a:lnTo>
                    <a:pt x="801226" y="200121"/>
                  </a:lnTo>
                  <a:lnTo>
                    <a:pt x="803147" y="201134"/>
                  </a:lnTo>
                  <a:lnTo>
                    <a:pt x="805068" y="202109"/>
                  </a:lnTo>
                  <a:lnTo>
                    <a:pt x="806990" y="203039"/>
                  </a:lnTo>
                  <a:lnTo>
                    <a:pt x="808911" y="203918"/>
                  </a:lnTo>
                  <a:lnTo>
                    <a:pt x="810833" y="204755"/>
                  </a:lnTo>
                  <a:lnTo>
                    <a:pt x="812754" y="205547"/>
                  </a:lnTo>
                  <a:lnTo>
                    <a:pt x="814675" y="206296"/>
                  </a:lnTo>
                  <a:lnTo>
                    <a:pt x="816597" y="207000"/>
                  </a:lnTo>
                  <a:lnTo>
                    <a:pt x="818518" y="207647"/>
                  </a:lnTo>
                  <a:lnTo>
                    <a:pt x="820440" y="208252"/>
                  </a:lnTo>
                  <a:lnTo>
                    <a:pt x="822361" y="208814"/>
                  </a:lnTo>
                  <a:lnTo>
                    <a:pt x="824282" y="209334"/>
                  </a:lnTo>
                  <a:lnTo>
                    <a:pt x="826204" y="209815"/>
                  </a:lnTo>
                  <a:lnTo>
                    <a:pt x="828125" y="210244"/>
                  </a:lnTo>
                  <a:lnTo>
                    <a:pt x="830047" y="210636"/>
                  </a:lnTo>
                  <a:lnTo>
                    <a:pt x="831968" y="210993"/>
                  </a:lnTo>
                  <a:lnTo>
                    <a:pt x="833889" y="211316"/>
                  </a:lnTo>
                  <a:lnTo>
                    <a:pt x="835811" y="211608"/>
                  </a:lnTo>
                  <a:lnTo>
                    <a:pt x="837732" y="211861"/>
                  </a:lnTo>
                  <a:lnTo>
                    <a:pt x="839654" y="212086"/>
                  </a:lnTo>
                  <a:lnTo>
                    <a:pt x="841575" y="212286"/>
                  </a:lnTo>
                  <a:lnTo>
                    <a:pt x="843496" y="212463"/>
                  </a:lnTo>
                  <a:lnTo>
                    <a:pt x="845418" y="212619"/>
                  </a:lnTo>
                  <a:lnTo>
                    <a:pt x="847339" y="212751"/>
                  </a:lnTo>
                  <a:lnTo>
                    <a:pt x="849261" y="212865"/>
                  </a:lnTo>
                  <a:lnTo>
                    <a:pt x="851182" y="212965"/>
                  </a:lnTo>
                  <a:lnTo>
                    <a:pt x="853103" y="213052"/>
                  </a:lnTo>
                  <a:lnTo>
                    <a:pt x="855025" y="213129"/>
                  </a:lnTo>
                  <a:lnTo>
                    <a:pt x="856946" y="213194"/>
                  </a:lnTo>
                  <a:lnTo>
                    <a:pt x="858868" y="213252"/>
                  </a:lnTo>
                  <a:lnTo>
                    <a:pt x="860789" y="213305"/>
                  </a:lnTo>
                  <a:lnTo>
                    <a:pt x="862710" y="213354"/>
                  </a:lnTo>
                  <a:lnTo>
                    <a:pt x="864632" y="213400"/>
                  </a:lnTo>
                  <a:lnTo>
                    <a:pt x="866553" y="213445"/>
                  </a:lnTo>
                  <a:lnTo>
                    <a:pt x="868475" y="213489"/>
                  </a:lnTo>
                  <a:lnTo>
                    <a:pt x="870396" y="213535"/>
                  </a:lnTo>
                  <a:lnTo>
                    <a:pt x="872318" y="213583"/>
                  </a:lnTo>
                  <a:lnTo>
                    <a:pt x="874239" y="213633"/>
                  </a:lnTo>
                  <a:lnTo>
                    <a:pt x="876160" y="213686"/>
                  </a:lnTo>
                  <a:lnTo>
                    <a:pt x="878082" y="213744"/>
                  </a:lnTo>
                  <a:lnTo>
                    <a:pt x="880003" y="213806"/>
                  </a:lnTo>
                  <a:lnTo>
                    <a:pt x="881925" y="213872"/>
                  </a:lnTo>
                  <a:lnTo>
                    <a:pt x="883846" y="213942"/>
                  </a:lnTo>
                  <a:lnTo>
                    <a:pt x="885767" y="214016"/>
                  </a:lnTo>
                  <a:lnTo>
                    <a:pt x="887689" y="214096"/>
                  </a:lnTo>
                  <a:lnTo>
                    <a:pt x="889610" y="214180"/>
                  </a:lnTo>
                  <a:lnTo>
                    <a:pt x="891532" y="214267"/>
                  </a:lnTo>
                  <a:lnTo>
                    <a:pt x="893453" y="214358"/>
                  </a:lnTo>
                  <a:lnTo>
                    <a:pt x="895374" y="214451"/>
                  </a:lnTo>
                  <a:lnTo>
                    <a:pt x="897296" y="214548"/>
                  </a:lnTo>
                  <a:lnTo>
                    <a:pt x="899217" y="214646"/>
                  </a:lnTo>
                  <a:lnTo>
                    <a:pt x="901139" y="214746"/>
                  </a:lnTo>
                  <a:lnTo>
                    <a:pt x="903060" y="214846"/>
                  </a:lnTo>
                  <a:lnTo>
                    <a:pt x="904981" y="214947"/>
                  </a:lnTo>
                  <a:lnTo>
                    <a:pt x="906903" y="215047"/>
                  </a:lnTo>
                  <a:lnTo>
                    <a:pt x="908824" y="215147"/>
                  </a:lnTo>
                  <a:lnTo>
                    <a:pt x="910746" y="215246"/>
                  </a:lnTo>
                  <a:lnTo>
                    <a:pt x="912667" y="215343"/>
                  </a:lnTo>
                  <a:lnTo>
                    <a:pt x="914588" y="215439"/>
                  </a:lnTo>
                  <a:lnTo>
                    <a:pt x="916510" y="215532"/>
                  </a:lnTo>
                  <a:lnTo>
                    <a:pt x="918431" y="215622"/>
                  </a:lnTo>
                  <a:lnTo>
                    <a:pt x="920353" y="215710"/>
                  </a:lnTo>
                  <a:lnTo>
                    <a:pt x="922274" y="215796"/>
                  </a:lnTo>
                  <a:lnTo>
                    <a:pt x="924195" y="215879"/>
                  </a:lnTo>
                  <a:lnTo>
                    <a:pt x="926117" y="215959"/>
                  </a:lnTo>
                  <a:lnTo>
                    <a:pt x="928038" y="216037"/>
                  </a:lnTo>
                  <a:lnTo>
                    <a:pt x="929960" y="216112"/>
                  </a:lnTo>
                  <a:lnTo>
                    <a:pt x="931881" y="216184"/>
                  </a:lnTo>
                  <a:lnTo>
                    <a:pt x="933802" y="216255"/>
                  </a:lnTo>
                  <a:lnTo>
                    <a:pt x="935724" y="216323"/>
                  </a:lnTo>
                  <a:lnTo>
                    <a:pt x="937645" y="216389"/>
                  </a:lnTo>
                  <a:lnTo>
                    <a:pt x="939567" y="216454"/>
                  </a:lnTo>
                  <a:lnTo>
                    <a:pt x="941488" y="216517"/>
                  </a:lnTo>
                  <a:lnTo>
                    <a:pt x="943410" y="216579"/>
                  </a:lnTo>
                  <a:lnTo>
                    <a:pt x="945331" y="216639"/>
                  </a:lnTo>
                  <a:lnTo>
                    <a:pt x="947252" y="216698"/>
                  </a:lnTo>
                  <a:lnTo>
                    <a:pt x="949174" y="216756"/>
                  </a:lnTo>
                  <a:lnTo>
                    <a:pt x="951095" y="216814"/>
                  </a:lnTo>
                  <a:lnTo>
                    <a:pt x="953017" y="216870"/>
                  </a:lnTo>
                  <a:lnTo>
                    <a:pt x="954938" y="216926"/>
                  </a:lnTo>
                  <a:lnTo>
                    <a:pt x="956859" y="216980"/>
                  </a:lnTo>
                  <a:lnTo>
                    <a:pt x="958781" y="217034"/>
                  </a:lnTo>
                  <a:lnTo>
                    <a:pt x="960702" y="217087"/>
                  </a:lnTo>
                  <a:lnTo>
                    <a:pt x="962624" y="217138"/>
                  </a:lnTo>
                  <a:lnTo>
                    <a:pt x="964545" y="217189"/>
                  </a:lnTo>
                  <a:lnTo>
                    <a:pt x="966466" y="217238"/>
                  </a:lnTo>
                  <a:lnTo>
                    <a:pt x="968388" y="217286"/>
                  </a:lnTo>
                  <a:lnTo>
                    <a:pt x="970309" y="217332"/>
                  </a:lnTo>
                  <a:lnTo>
                    <a:pt x="972231" y="217377"/>
                  </a:lnTo>
                  <a:lnTo>
                    <a:pt x="974152" y="217421"/>
                  </a:lnTo>
                  <a:lnTo>
                    <a:pt x="976073" y="217462"/>
                  </a:lnTo>
                  <a:lnTo>
                    <a:pt x="977995" y="217502"/>
                  </a:lnTo>
                  <a:lnTo>
                    <a:pt x="979916" y="217539"/>
                  </a:lnTo>
                  <a:lnTo>
                    <a:pt x="981838" y="217575"/>
                  </a:lnTo>
                  <a:lnTo>
                    <a:pt x="981838" y="217939"/>
                  </a:lnTo>
                  <a:lnTo>
                    <a:pt x="979916" y="217939"/>
                  </a:lnTo>
                  <a:lnTo>
                    <a:pt x="977995" y="217939"/>
                  </a:lnTo>
                  <a:lnTo>
                    <a:pt x="976073" y="217939"/>
                  </a:lnTo>
                  <a:lnTo>
                    <a:pt x="974152" y="217939"/>
                  </a:lnTo>
                  <a:lnTo>
                    <a:pt x="972231" y="217939"/>
                  </a:lnTo>
                  <a:lnTo>
                    <a:pt x="970309" y="217939"/>
                  </a:lnTo>
                  <a:lnTo>
                    <a:pt x="968388" y="217939"/>
                  </a:lnTo>
                  <a:lnTo>
                    <a:pt x="966466" y="217939"/>
                  </a:lnTo>
                  <a:lnTo>
                    <a:pt x="964545" y="217939"/>
                  </a:lnTo>
                  <a:lnTo>
                    <a:pt x="962624" y="217939"/>
                  </a:lnTo>
                  <a:lnTo>
                    <a:pt x="960702" y="217939"/>
                  </a:lnTo>
                  <a:lnTo>
                    <a:pt x="958781" y="217939"/>
                  </a:lnTo>
                  <a:lnTo>
                    <a:pt x="956859" y="217939"/>
                  </a:lnTo>
                  <a:lnTo>
                    <a:pt x="954938" y="217939"/>
                  </a:lnTo>
                  <a:lnTo>
                    <a:pt x="953017" y="217939"/>
                  </a:lnTo>
                  <a:lnTo>
                    <a:pt x="951095" y="217939"/>
                  </a:lnTo>
                  <a:lnTo>
                    <a:pt x="949174" y="217939"/>
                  </a:lnTo>
                  <a:lnTo>
                    <a:pt x="947252" y="217939"/>
                  </a:lnTo>
                  <a:lnTo>
                    <a:pt x="945331" y="217939"/>
                  </a:lnTo>
                  <a:lnTo>
                    <a:pt x="943410" y="217939"/>
                  </a:lnTo>
                  <a:lnTo>
                    <a:pt x="941488" y="217939"/>
                  </a:lnTo>
                  <a:lnTo>
                    <a:pt x="939567" y="217939"/>
                  </a:lnTo>
                  <a:lnTo>
                    <a:pt x="937645" y="217939"/>
                  </a:lnTo>
                  <a:lnTo>
                    <a:pt x="935724" y="217939"/>
                  </a:lnTo>
                  <a:lnTo>
                    <a:pt x="933802" y="217939"/>
                  </a:lnTo>
                  <a:lnTo>
                    <a:pt x="931881" y="217939"/>
                  </a:lnTo>
                  <a:lnTo>
                    <a:pt x="929960" y="217939"/>
                  </a:lnTo>
                  <a:lnTo>
                    <a:pt x="928038" y="217939"/>
                  </a:lnTo>
                  <a:lnTo>
                    <a:pt x="926117" y="217939"/>
                  </a:lnTo>
                  <a:lnTo>
                    <a:pt x="924195" y="217939"/>
                  </a:lnTo>
                  <a:lnTo>
                    <a:pt x="922274" y="217939"/>
                  </a:lnTo>
                  <a:lnTo>
                    <a:pt x="920353" y="217939"/>
                  </a:lnTo>
                  <a:lnTo>
                    <a:pt x="918431" y="217939"/>
                  </a:lnTo>
                  <a:lnTo>
                    <a:pt x="916510" y="217939"/>
                  </a:lnTo>
                  <a:lnTo>
                    <a:pt x="914588" y="217939"/>
                  </a:lnTo>
                  <a:lnTo>
                    <a:pt x="912667" y="217939"/>
                  </a:lnTo>
                  <a:lnTo>
                    <a:pt x="910746" y="217939"/>
                  </a:lnTo>
                  <a:lnTo>
                    <a:pt x="908824" y="217939"/>
                  </a:lnTo>
                  <a:lnTo>
                    <a:pt x="906903" y="217939"/>
                  </a:lnTo>
                  <a:lnTo>
                    <a:pt x="904981" y="217939"/>
                  </a:lnTo>
                  <a:lnTo>
                    <a:pt x="903060" y="217939"/>
                  </a:lnTo>
                  <a:lnTo>
                    <a:pt x="901139" y="217939"/>
                  </a:lnTo>
                  <a:lnTo>
                    <a:pt x="899217" y="217939"/>
                  </a:lnTo>
                  <a:lnTo>
                    <a:pt x="897296" y="217939"/>
                  </a:lnTo>
                  <a:lnTo>
                    <a:pt x="895374" y="217939"/>
                  </a:lnTo>
                  <a:lnTo>
                    <a:pt x="893453" y="217939"/>
                  </a:lnTo>
                  <a:lnTo>
                    <a:pt x="891532" y="217939"/>
                  </a:lnTo>
                  <a:lnTo>
                    <a:pt x="889610" y="217939"/>
                  </a:lnTo>
                  <a:lnTo>
                    <a:pt x="887689" y="217939"/>
                  </a:lnTo>
                  <a:lnTo>
                    <a:pt x="885767" y="217939"/>
                  </a:lnTo>
                  <a:lnTo>
                    <a:pt x="883846" y="217939"/>
                  </a:lnTo>
                  <a:lnTo>
                    <a:pt x="881925" y="217939"/>
                  </a:lnTo>
                  <a:lnTo>
                    <a:pt x="880003" y="217939"/>
                  </a:lnTo>
                  <a:lnTo>
                    <a:pt x="878082" y="217939"/>
                  </a:lnTo>
                  <a:lnTo>
                    <a:pt x="876160" y="217939"/>
                  </a:lnTo>
                  <a:lnTo>
                    <a:pt x="874239" y="217939"/>
                  </a:lnTo>
                  <a:lnTo>
                    <a:pt x="872318" y="217939"/>
                  </a:lnTo>
                  <a:lnTo>
                    <a:pt x="870396" y="217939"/>
                  </a:lnTo>
                  <a:lnTo>
                    <a:pt x="868475" y="217939"/>
                  </a:lnTo>
                  <a:lnTo>
                    <a:pt x="866553" y="217939"/>
                  </a:lnTo>
                  <a:lnTo>
                    <a:pt x="864632" y="217939"/>
                  </a:lnTo>
                  <a:lnTo>
                    <a:pt x="862710" y="217939"/>
                  </a:lnTo>
                  <a:lnTo>
                    <a:pt x="860789" y="217939"/>
                  </a:lnTo>
                  <a:lnTo>
                    <a:pt x="858868" y="217939"/>
                  </a:lnTo>
                  <a:lnTo>
                    <a:pt x="856946" y="217939"/>
                  </a:lnTo>
                  <a:lnTo>
                    <a:pt x="855025" y="217939"/>
                  </a:lnTo>
                  <a:lnTo>
                    <a:pt x="853103" y="217939"/>
                  </a:lnTo>
                  <a:lnTo>
                    <a:pt x="851182" y="217939"/>
                  </a:lnTo>
                  <a:lnTo>
                    <a:pt x="849261" y="217939"/>
                  </a:lnTo>
                  <a:lnTo>
                    <a:pt x="847339" y="217939"/>
                  </a:lnTo>
                  <a:lnTo>
                    <a:pt x="845418" y="217939"/>
                  </a:lnTo>
                  <a:lnTo>
                    <a:pt x="843496" y="217939"/>
                  </a:lnTo>
                  <a:lnTo>
                    <a:pt x="841575" y="217939"/>
                  </a:lnTo>
                  <a:lnTo>
                    <a:pt x="839654" y="217939"/>
                  </a:lnTo>
                  <a:lnTo>
                    <a:pt x="837732" y="217939"/>
                  </a:lnTo>
                  <a:lnTo>
                    <a:pt x="835811" y="217939"/>
                  </a:lnTo>
                  <a:lnTo>
                    <a:pt x="833889" y="217939"/>
                  </a:lnTo>
                  <a:lnTo>
                    <a:pt x="831968" y="217939"/>
                  </a:lnTo>
                  <a:lnTo>
                    <a:pt x="830047" y="217939"/>
                  </a:lnTo>
                  <a:lnTo>
                    <a:pt x="828125" y="217939"/>
                  </a:lnTo>
                  <a:lnTo>
                    <a:pt x="826204" y="217939"/>
                  </a:lnTo>
                  <a:lnTo>
                    <a:pt x="824282" y="217939"/>
                  </a:lnTo>
                  <a:lnTo>
                    <a:pt x="822361" y="217939"/>
                  </a:lnTo>
                  <a:lnTo>
                    <a:pt x="820440" y="217939"/>
                  </a:lnTo>
                  <a:lnTo>
                    <a:pt x="818518" y="217939"/>
                  </a:lnTo>
                  <a:lnTo>
                    <a:pt x="816597" y="217939"/>
                  </a:lnTo>
                  <a:lnTo>
                    <a:pt x="814675" y="217939"/>
                  </a:lnTo>
                  <a:lnTo>
                    <a:pt x="812754" y="217939"/>
                  </a:lnTo>
                  <a:lnTo>
                    <a:pt x="810833" y="217939"/>
                  </a:lnTo>
                  <a:lnTo>
                    <a:pt x="808911" y="217939"/>
                  </a:lnTo>
                  <a:lnTo>
                    <a:pt x="806990" y="217939"/>
                  </a:lnTo>
                  <a:lnTo>
                    <a:pt x="805068" y="217939"/>
                  </a:lnTo>
                  <a:lnTo>
                    <a:pt x="803147" y="217939"/>
                  </a:lnTo>
                  <a:lnTo>
                    <a:pt x="801226" y="217939"/>
                  </a:lnTo>
                  <a:lnTo>
                    <a:pt x="799304" y="217939"/>
                  </a:lnTo>
                  <a:lnTo>
                    <a:pt x="797383" y="217939"/>
                  </a:lnTo>
                  <a:lnTo>
                    <a:pt x="795461" y="217939"/>
                  </a:lnTo>
                  <a:lnTo>
                    <a:pt x="793540" y="217939"/>
                  </a:lnTo>
                  <a:lnTo>
                    <a:pt x="791618" y="217939"/>
                  </a:lnTo>
                  <a:lnTo>
                    <a:pt x="789697" y="217939"/>
                  </a:lnTo>
                  <a:lnTo>
                    <a:pt x="787776" y="217939"/>
                  </a:lnTo>
                  <a:lnTo>
                    <a:pt x="785854" y="217939"/>
                  </a:lnTo>
                  <a:lnTo>
                    <a:pt x="783933" y="217939"/>
                  </a:lnTo>
                  <a:lnTo>
                    <a:pt x="782011" y="217939"/>
                  </a:lnTo>
                  <a:lnTo>
                    <a:pt x="780090" y="217939"/>
                  </a:lnTo>
                  <a:lnTo>
                    <a:pt x="778169" y="217939"/>
                  </a:lnTo>
                  <a:lnTo>
                    <a:pt x="776247" y="217939"/>
                  </a:lnTo>
                  <a:lnTo>
                    <a:pt x="774326" y="217939"/>
                  </a:lnTo>
                  <a:lnTo>
                    <a:pt x="772404" y="217939"/>
                  </a:lnTo>
                  <a:lnTo>
                    <a:pt x="770483" y="217939"/>
                  </a:lnTo>
                  <a:lnTo>
                    <a:pt x="768562" y="217939"/>
                  </a:lnTo>
                  <a:lnTo>
                    <a:pt x="766640" y="217939"/>
                  </a:lnTo>
                  <a:lnTo>
                    <a:pt x="764719" y="217939"/>
                  </a:lnTo>
                  <a:lnTo>
                    <a:pt x="762797" y="217939"/>
                  </a:lnTo>
                  <a:lnTo>
                    <a:pt x="760876" y="217939"/>
                  </a:lnTo>
                  <a:lnTo>
                    <a:pt x="758955" y="217939"/>
                  </a:lnTo>
                  <a:lnTo>
                    <a:pt x="757033" y="217939"/>
                  </a:lnTo>
                  <a:lnTo>
                    <a:pt x="755112" y="217939"/>
                  </a:lnTo>
                  <a:lnTo>
                    <a:pt x="753190" y="217939"/>
                  </a:lnTo>
                  <a:lnTo>
                    <a:pt x="751269" y="217939"/>
                  </a:lnTo>
                  <a:lnTo>
                    <a:pt x="749348" y="217939"/>
                  </a:lnTo>
                  <a:lnTo>
                    <a:pt x="747426" y="217939"/>
                  </a:lnTo>
                  <a:lnTo>
                    <a:pt x="745505" y="217939"/>
                  </a:lnTo>
                  <a:lnTo>
                    <a:pt x="743583" y="217939"/>
                  </a:lnTo>
                  <a:lnTo>
                    <a:pt x="741662" y="217939"/>
                  </a:lnTo>
                  <a:lnTo>
                    <a:pt x="739741" y="217939"/>
                  </a:lnTo>
                  <a:lnTo>
                    <a:pt x="737819" y="217939"/>
                  </a:lnTo>
                  <a:lnTo>
                    <a:pt x="735898" y="217939"/>
                  </a:lnTo>
                  <a:lnTo>
                    <a:pt x="733976" y="217939"/>
                  </a:lnTo>
                  <a:lnTo>
                    <a:pt x="732055" y="217939"/>
                  </a:lnTo>
                  <a:lnTo>
                    <a:pt x="730134" y="217939"/>
                  </a:lnTo>
                  <a:lnTo>
                    <a:pt x="728212" y="217939"/>
                  </a:lnTo>
                  <a:lnTo>
                    <a:pt x="726291" y="217939"/>
                  </a:lnTo>
                  <a:lnTo>
                    <a:pt x="724369" y="217939"/>
                  </a:lnTo>
                  <a:lnTo>
                    <a:pt x="722448" y="217939"/>
                  </a:lnTo>
                  <a:lnTo>
                    <a:pt x="720526" y="217939"/>
                  </a:lnTo>
                  <a:lnTo>
                    <a:pt x="718605" y="217939"/>
                  </a:lnTo>
                  <a:lnTo>
                    <a:pt x="716684" y="217939"/>
                  </a:lnTo>
                  <a:lnTo>
                    <a:pt x="714762" y="217939"/>
                  </a:lnTo>
                  <a:lnTo>
                    <a:pt x="712841" y="217939"/>
                  </a:lnTo>
                  <a:lnTo>
                    <a:pt x="710919" y="217939"/>
                  </a:lnTo>
                  <a:lnTo>
                    <a:pt x="708998" y="217939"/>
                  </a:lnTo>
                  <a:lnTo>
                    <a:pt x="707077" y="217939"/>
                  </a:lnTo>
                  <a:lnTo>
                    <a:pt x="705155" y="217939"/>
                  </a:lnTo>
                  <a:lnTo>
                    <a:pt x="703234" y="217939"/>
                  </a:lnTo>
                  <a:lnTo>
                    <a:pt x="701312" y="217939"/>
                  </a:lnTo>
                  <a:lnTo>
                    <a:pt x="699391" y="217939"/>
                  </a:lnTo>
                  <a:lnTo>
                    <a:pt x="697470" y="217939"/>
                  </a:lnTo>
                  <a:lnTo>
                    <a:pt x="695548" y="217939"/>
                  </a:lnTo>
                  <a:lnTo>
                    <a:pt x="693627" y="217939"/>
                  </a:lnTo>
                  <a:lnTo>
                    <a:pt x="691705" y="217939"/>
                  </a:lnTo>
                  <a:lnTo>
                    <a:pt x="689784" y="217939"/>
                  </a:lnTo>
                  <a:lnTo>
                    <a:pt x="687863" y="217939"/>
                  </a:lnTo>
                  <a:lnTo>
                    <a:pt x="685941" y="217939"/>
                  </a:lnTo>
                  <a:lnTo>
                    <a:pt x="684020" y="217939"/>
                  </a:lnTo>
                  <a:lnTo>
                    <a:pt x="682098" y="217939"/>
                  </a:lnTo>
                  <a:lnTo>
                    <a:pt x="680177" y="217939"/>
                  </a:lnTo>
                  <a:lnTo>
                    <a:pt x="678256" y="217939"/>
                  </a:lnTo>
                  <a:lnTo>
                    <a:pt x="676334" y="217939"/>
                  </a:lnTo>
                  <a:lnTo>
                    <a:pt x="674413" y="217939"/>
                  </a:lnTo>
                  <a:lnTo>
                    <a:pt x="672491" y="217939"/>
                  </a:lnTo>
                  <a:lnTo>
                    <a:pt x="670570" y="217939"/>
                  </a:lnTo>
                  <a:lnTo>
                    <a:pt x="668649" y="217939"/>
                  </a:lnTo>
                  <a:lnTo>
                    <a:pt x="666727" y="217939"/>
                  </a:lnTo>
                  <a:lnTo>
                    <a:pt x="664806" y="217939"/>
                  </a:lnTo>
                  <a:lnTo>
                    <a:pt x="662884" y="217939"/>
                  </a:lnTo>
                  <a:lnTo>
                    <a:pt x="660963" y="217939"/>
                  </a:lnTo>
                  <a:lnTo>
                    <a:pt x="659042" y="217939"/>
                  </a:lnTo>
                  <a:lnTo>
                    <a:pt x="657120" y="217939"/>
                  </a:lnTo>
                  <a:lnTo>
                    <a:pt x="655199" y="217939"/>
                  </a:lnTo>
                  <a:lnTo>
                    <a:pt x="653277" y="217939"/>
                  </a:lnTo>
                  <a:lnTo>
                    <a:pt x="651356" y="217939"/>
                  </a:lnTo>
                  <a:lnTo>
                    <a:pt x="649434" y="217939"/>
                  </a:lnTo>
                  <a:lnTo>
                    <a:pt x="647513" y="217939"/>
                  </a:lnTo>
                  <a:lnTo>
                    <a:pt x="645592" y="217939"/>
                  </a:lnTo>
                  <a:lnTo>
                    <a:pt x="643670" y="217939"/>
                  </a:lnTo>
                  <a:lnTo>
                    <a:pt x="641749" y="217939"/>
                  </a:lnTo>
                  <a:lnTo>
                    <a:pt x="639827" y="217939"/>
                  </a:lnTo>
                  <a:lnTo>
                    <a:pt x="637906" y="217939"/>
                  </a:lnTo>
                  <a:lnTo>
                    <a:pt x="635985" y="217939"/>
                  </a:lnTo>
                  <a:lnTo>
                    <a:pt x="634063" y="217939"/>
                  </a:lnTo>
                  <a:lnTo>
                    <a:pt x="632142" y="217939"/>
                  </a:lnTo>
                  <a:lnTo>
                    <a:pt x="630220" y="217939"/>
                  </a:lnTo>
                  <a:lnTo>
                    <a:pt x="628299" y="217939"/>
                  </a:lnTo>
                  <a:lnTo>
                    <a:pt x="626378" y="217939"/>
                  </a:lnTo>
                  <a:lnTo>
                    <a:pt x="624456" y="217939"/>
                  </a:lnTo>
                  <a:lnTo>
                    <a:pt x="622535" y="217939"/>
                  </a:lnTo>
                  <a:lnTo>
                    <a:pt x="620613" y="217939"/>
                  </a:lnTo>
                  <a:lnTo>
                    <a:pt x="618692" y="217939"/>
                  </a:lnTo>
                  <a:lnTo>
                    <a:pt x="616771" y="217939"/>
                  </a:lnTo>
                  <a:lnTo>
                    <a:pt x="614849" y="217939"/>
                  </a:lnTo>
                  <a:lnTo>
                    <a:pt x="612928" y="217939"/>
                  </a:lnTo>
                  <a:lnTo>
                    <a:pt x="611006" y="217939"/>
                  </a:lnTo>
                  <a:lnTo>
                    <a:pt x="609085" y="217939"/>
                  </a:lnTo>
                  <a:lnTo>
                    <a:pt x="607164" y="217939"/>
                  </a:lnTo>
                  <a:lnTo>
                    <a:pt x="605242" y="217939"/>
                  </a:lnTo>
                  <a:lnTo>
                    <a:pt x="603321" y="217939"/>
                  </a:lnTo>
                  <a:lnTo>
                    <a:pt x="601399" y="217939"/>
                  </a:lnTo>
                  <a:lnTo>
                    <a:pt x="599478" y="217939"/>
                  </a:lnTo>
                  <a:lnTo>
                    <a:pt x="597557" y="217939"/>
                  </a:lnTo>
                  <a:lnTo>
                    <a:pt x="595635" y="217939"/>
                  </a:lnTo>
                  <a:lnTo>
                    <a:pt x="593714" y="217939"/>
                  </a:lnTo>
                  <a:lnTo>
                    <a:pt x="591792" y="217939"/>
                  </a:lnTo>
                  <a:lnTo>
                    <a:pt x="589871" y="217939"/>
                  </a:lnTo>
                  <a:lnTo>
                    <a:pt x="587950" y="217939"/>
                  </a:lnTo>
                  <a:lnTo>
                    <a:pt x="586028" y="217939"/>
                  </a:lnTo>
                  <a:lnTo>
                    <a:pt x="584107" y="217939"/>
                  </a:lnTo>
                  <a:lnTo>
                    <a:pt x="582185" y="217939"/>
                  </a:lnTo>
                  <a:lnTo>
                    <a:pt x="580264" y="217939"/>
                  </a:lnTo>
                  <a:lnTo>
                    <a:pt x="578342" y="217939"/>
                  </a:lnTo>
                  <a:lnTo>
                    <a:pt x="576421" y="217939"/>
                  </a:lnTo>
                  <a:lnTo>
                    <a:pt x="574500" y="217939"/>
                  </a:lnTo>
                  <a:lnTo>
                    <a:pt x="572578" y="217939"/>
                  </a:lnTo>
                  <a:lnTo>
                    <a:pt x="570657" y="217939"/>
                  </a:lnTo>
                  <a:lnTo>
                    <a:pt x="568735" y="217939"/>
                  </a:lnTo>
                  <a:lnTo>
                    <a:pt x="566814" y="217939"/>
                  </a:lnTo>
                  <a:lnTo>
                    <a:pt x="564893" y="217939"/>
                  </a:lnTo>
                  <a:lnTo>
                    <a:pt x="562971" y="217939"/>
                  </a:lnTo>
                  <a:lnTo>
                    <a:pt x="561050" y="217939"/>
                  </a:lnTo>
                  <a:lnTo>
                    <a:pt x="559128" y="217939"/>
                  </a:lnTo>
                  <a:lnTo>
                    <a:pt x="557207" y="217939"/>
                  </a:lnTo>
                  <a:lnTo>
                    <a:pt x="555286" y="217939"/>
                  </a:lnTo>
                  <a:lnTo>
                    <a:pt x="553364" y="217939"/>
                  </a:lnTo>
                  <a:lnTo>
                    <a:pt x="551443" y="217939"/>
                  </a:lnTo>
                  <a:lnTo>
                    <a:pt x="549521" y="217939"/>
                  </a:lnTo>
                  <a:lnTo>
                    <a:pt x="547600" y="217939"/>
                  </a:lnTo>
                  <a:lnTo>
                    <a:pt x="545679" y="217939"/>
                  </a:lnTo>
                  <a:lnTo>
                    <a:pt x="543757" y="217939"/>
                  </a:lnTo>
                  <a:lnTo>
                    <a:pt x="541836" y="217939"/>
                  </a:lnTo>
                  <a:lnTo>
                    <a:pt x="539914" y="217939"/>
                  </a:lnTo>
                  <a:lnTo>
                    <a:pt x="537993" y="217939"/>
                  </a:lnTo>
                  <a:lnTo>
                    <a:pt x="536072" y="217939"/>
                  </a:lnTo>
                  <a:lnTo>
                    <a:pt x="534150" y="217939"/>
                  </a:lnTo>
                  <a:lnTo>
                    <a:pt x="532229" y="217939"/>
                  </a:lnTo>
                  <a:lnTo>
                    <a:pt x="530307" y="217939"/>
                  </a:lnTo>
                  <a:lnTo>
                    <a:pt x="528386" y="217939"/>
                  </a:lnTo>
                  <a:lnTo>
                    <a:pt x="526465" y="217939"/>
                  </a:lnTo>
                  <a:lnTo>
                    <a:pt x="524543" y="217939"/>
                  </a:lnTo>
                  <a:lnTo>
                    <a:pt x="522622" y="217939"/>
                  </a:lnTo>
                  <a:lnTo>
                    <a:pt x="520700" y="217939"/>
                  </a:lnTo>
                  <a:lnTo>
                    <a:pt x="518779" y="217939"/>
                  </a:lnTo>
                  <a:lnTo>
                    <a:pt x="516858" y="217939"/>
                  </a:lnTo>
                  <a:lnTo>
                    <a:pt x="514936" y="217939"/>
                  </a:lnTo>
                  <a:lnTo>
                    <a:pt x="513015" y="217939"/>
                  </a:lnTo>
                  <a:lnTo>
                    <a:pt x="511093" y="217939"/>
                  </a:lnTo>
                  <a:lnTo>
                    <a:pt x="509172" y="217939"/>
                  </a:lnTo>
                  <a:lnTo>
                    <a:pt x="507250" y="217939"/>
                  </a:lnTo>
                  <a:lnTo>
                    <a:pt x="505329" y="217939"/>
                  </a:lnTo>
                  <a:lnTo>
                    <a:pt x="503408" y="217939"/>
                  </a:lnTo>
                  <a:lnTo>
                    <a:pt x="501486" y="217939"/>
                  </a:lnTo>
                  <a:lnTo>
                    <a:pt x="499565" y="217939"/>
                  </a:lnTo>
                  <a:lnTo>
                    <a:pt x="497643" y="217939"/>
                  </a:lnTo>
                  <a:lnTo>
                    <a:pt x="495722" y="217939"/>
                  </a:lnTo>
                  <a:lnTo>
                    <a:pt x="493801" y="217939"/>
                  </a:lnTo>
                  <a:lnTo>
                    <a:pt x="491879" y="217939"/>
                  </a:lnTo>
                  <a:lnTo>
                    <a:pt x="489958" y="217939"/>
                  </a:lnTo>
                  <a:lnTo>
                    <a:pt x="488036" y="217939"/>
                  </a:lnTo>
                  <a:lnTo>
                    <a:pt x="486115" y="217939"/>
                  </a:lnTo>
                  <a:lnTo>
                    <a:pt x="484194" y="217939"/>
                  </a:lnTo>
                  <a:lnTo>
                    <a:pt x="482272" y="217939"/>
                  </a:lnTo>
                  <a:lnTo>
                    <a:pt x="480351" y="217939"/>
                  </a:lnTo>
                  <a:lnTo>
                    <a:pt x="478429" y="217939"/>
                  </a:lnTo>
                  <a:lnTo>
                    <a:pt x="476508" y="217939"/>
                  </a:lnTo>
                  <a:lnTo>
                    <a:pt x="474587" y="217939"/>
                  </a:lnTo>
                  <a:lnTo>
                    <a:pt x="472665" y="217939"/>
                  </a:lnTo>
                  <a:lnTo>
                    <a:pt x="470744" y="217939"/>
                  </a:lnTo>
                  <a:lnTo>
                    <a:pt x="468822" y="217939"/>
                  </a:lnTo>
                  <a:lnTo>
                    <a:pt x="466901" y="217939"/>
                  </a:lnTo>
                  <a:lnTo>
                    <a:pt x="464980" y="217939"/>
                  </a:lnTo>
                  <a:lnTo>
                    <a:pt x="463058" y="217939"/>
                  </a:lnTo>
                  <a:lnTo>
                    <a:pt x="461137" y="217939"/>
                  </a:lnTo>
                  <a:lnTo>
                    <a:pt x="459215" y="217939"/>
                  </a:lnTo>
                  <a:lnTo>
                    <a:pt x="457294" y="217939"/>
                  </a:lnTo>
                  <a:lnTo>
                    <a:pt x="455373" y="217939"/>
                  </a:lnTo>
                  <a:lnTo>
                    <a:pt x="453451" y="217939"/>
                  </a:lnTo>
                  <a:lnTo>
                    <a:pt x="451530" y="217939"/>
                  </a:lnTo>
                  <a:lnTo>
                    <a:pt x="449608" y="217939"/>
                  </a:lnTo>
                  <a:lnTo>
                    <a:pt x="447687" y="217939"/>
                  </a:lnTo>
                  <a:lnTo>
                    <a:pt x="445766" y="217939"/>
                  </a:lnTo>
                  <a:lnTo>
                    <a:pt x="443844" y="217939"/>
                  </a:lnTo>
                  <a:lnTo>
                    <a:pt x="441923" y="217939"/>
                  </a:lnTo>
                  <a:lnTo>
                    <a:pt x="440001" y="217939"/>
                  </a:lnTo>
                  <a:lnTo>
                    <a:pt x="438080" y="217939"/>
                  </a:lnTo>
                  <a:lnTo>
                    <a:pt x="436159" y="217939"/>
                  </a:lnTo>
                  <a:lnTo>
                    <a:pt x="434237" y="217939"/>
                  </a:lnTo>
                  <a:lnTo>
                    <a:pt x="432316" y="217939"/>
                  </a:lnTo>
                  <a:lnTo>
                    <a:pt x="430394" y="217939"/>
                  </a:lnTo>
                  <a:lnTo>
                    <a:pt x="428473" y="217939"/>
                  </a:lnTo>
                  <a:lnTo>
                    <a:pt x="426551" y="217939"/>
                  </a:lnTo>
                  <a:lnTo>
                    <a:pt x="424630" y="217939"/>
                  </a:lnTo>
                  <a:lnTo>
                    <a:pt x="422709" y="217939"/>
                  </a:lnTo>
                  <a:lnTo>
                    <a:pt x="420787" y="217939"/>
                  </a:lnTo>
                  <a:lnTo>
                    <a:pt x="418866" y="217939"/>
                  </a:lnTo>
                  <a:lnTo>
                    <a:pt x="416944" y="217939"/>
                  </a:lnTo>
                  <a:lnTo>
                    <a:pt x="415023" y="217939"/>
                  </a:lnTo>
                  <a:lnTo>
                    <a:pt x="413102" y="217939"/>
                  </a:lnTo>
                  <a:lnTo>
                    <a:pt x="411180" y="217939"/>
                  </a:lnTo>
                  <a:lnTo>
                    <a:pt x="409259" y="217939"/>
                  </a:lnTo>
                  <a:lnTo>
                    <a:pt x="407337" y="217939"/>
                  </a:lnTo>
                  <a:lnTo>
                    <a:pt x="405416" y="217939"/>
                  </a:lnTo>
                  <a:lnTo>
                    <a:pt x="403495" y="217939"/>
                  </a:lnTo>
                  <a:lnTo>
                    <a:pt x="401573" y="217939"/>
                  </a:lnTo>
                  <a:lnTo>
                    <a:pt x="399652" y="217939"/>
                  </a:lnTo>
                  <a:lnTo>
                    <a:pt x="397730" y="217939"/>
                  </a:lnTo>
                  <a:lnTo>
                    <a:pt x="395809" y="217939"/>
                  </a:lnTo>
                  <a:lnTo>
                    <a:pt x="393888" y="217939"/>
                  </a:lnTo>
                  <a:lnTo>
                    <a:pt x="391966" y="217939"/>
                  </a:lnTo>
                  <a:lnTo>
                    <a:pt x="390045" y="217939"/>
                  </a:lnTo>
                  <a:lnTo>
                    <a:pt x="388123" y="217939"/>
                  </a:lnTo>
                  <a:lnTo>
                    <a:pt x="386202" y="217939"/>
                  </a:lnTo>
                  <a:lnTo>
                    <a:pt x="384281" y="217939"/>
                  </a:lnTo>
                  <a:lnTo>
                    <a:pt x="382359" y="217939"/>
                  </a:lnTo>
                  <a:lnTo>
                    <a:pt x="380438" y="217939"/>
                  </a:lnTo>
                  <a:lnTo>
                    <a:pt x="378516" y="217939"/>
                  </a:lnTo>
                  <a:lnTo>
                    <a:pt x="376595" y="217939"/>
                  </a:lnTo>
                  <a:lnTo>
                    <a:pt x="374674" y="217939"/>
                  </a:lnTo>
                  <a:lnTo>
                    <a:pt x="372752" y="217939"/>
                  </a:lnTo>
                  <a:lnTo>
                    <a:pt x="370831" y="217939"/>
                  </a:lnTo>
                  <a:lnTo>
                    <a:pt x="368909" y="217939"/>
                  </a:lnTo>
                  <a:lnTo>
                    <a:pt x="366988" y="217939"/>
                  </a:lnTo>
                  <a:lnTo>
                    <a:pt x="365067" y="217939"/>
                  </a:lnTo>
                  <a:lnTo>
                    <a:pt x="363145" y="217939"/>
                  </a:lnTo>
                  <a:lnTo>
                    <a:pt x="361224" y="217939"/>
                  </a:lnTo>
                  <a:lnTo>
                    <a:pt x="359302" y="217939"/>
                  </a:lnTo>
                  <a:lnTo>
                    <a:pt x="357381" y="217939"/>
                  </a:lnTo>
                  <a:lnTo>
                    <a:pt x="355459" y="217939"/>
                  </a:lnTo>
                  <a:lnTo>
                    <a:pt x="353538" y="217939"/>
                  </a:lnTo>
                  <a:lnTo>
                    <a:pt x="351617" y="217939"/>
                  </a:lnTo>
                  <a:lnTo>
                    <a:pt x="349695" y="217939"/>
                  </a:lnTo>
                  <a:lnTo>
                    <a:pt x="347774" y="217939"/>
                  </a:lnTo>
                  <a:lnTo>
                    <a:pt x="345852" y="217939"/>
                  </a:lnTo>
                  <a:lnTo>
                    <a:pt x="343931" y="217939"/>
                  </a:lnTo>
                  <a:lnTo>
                    <a:pt x="342010" y="217939"/>
                  </a:lnTo>
                  <a:lnTo>
                    <a:pt x="340088" y="217939"/>
                  </a:lnTo>
                  <a:lnTo>
                    <a:pt x="338167" y="217939"/>
                  </a:lnTo>
                  <a:lnTo>
                    <a:pt x="336245" y="217939"/>
                  </a:lnTo>
                  <a:lnTo>
                    <a:pt x="334324" y="217939"/>
                  </a:lnTo>
                  <a:lnTo>
                    <a:pt x="332403" y="217939"/>
                  </a:lnTo>
                  <a:lnTo>
                    <a:pt x="330481" y="217939"/>
                  </a:lnTo>
                  <a:lnTo>
                    <a:pt x="328560" y="217939"/>
                  </a:lnTo>
                  <a:lnTo>
                    <a:pt x="326638" y="217939"/>
                  </a:lnTo>
                  <a:lnTo>
                    <a:pt x="324717" y="217939"/>
                  </a:lnTo>
                  <a:lnTo>
                    <a:pt x="322796" y="217939"/>
                  </a:lnTo>
                  <a:lnTo>
                    <a:pt x="320874" y="217939"/>
                  </a:lnTo>
                  <a:lnTo>
                    <a:pt x="318953" y="217939"/>
                  </a:lnTo>
                  <a:lnTo>
                    <a:pt x="317031" y="217939"/>
                  </a:lnTo>
                  <a:lnTo>
                    <a:pt x="315110" y="217939"/>
                  </a:lnTo>
                  <a:lnTo>
                    <a:pt x="313189" y="217939"/>
                  </a:lnTo>
                  <a:lnTo>
                    <a:pt x="311267" y="217939"/>
                  </a:lnTo>
                  <a:lnTo>
                    <a:pt x="309346" y="217939"/>
                  </a:lnTo>
                  <a:lnTo>
                    <a:pt x="307424" y="217939"/>
                  </a:lnTo>
                  <a:lnTo>
                    <a:pt x="305503" y="217939"/>
                  </a:lnTo>
                  <a:lnTo>
                    <a:pt x="303582" y="217939"/>
                  </a:lnTo>
                  <a:lnTo>
                    <a:pt x="301660" y="217939"/>
                  </a:lnTo>
                  <a:lnTo>
                    <a:pt x="299739" y="217939"/>
                  </a:lnTo>
                  <a:lnTo>
                    <a:pt x="297817" y="217939"/>
                  </a:lnTo>
                  <a:lnTo>
                    <a:pt x="295896" y="217939"/>
                  </a:lnTo>
                  <a:lnTo>
                    <a:pt x="293975" y="217939"/>
                  </a:lnTo>
                  <a:lnTo>
                    <a:pt x="292053" y="217939"/>
                  </a:lnTo>
                  <a:lnTo>
                    <a:pt x="290132" y="217939"/>
                  </a:lnTo>
                  <a:lnTo>
                    <a:pt x="288210" y="217939"/>
                  </a:lnTo>
                  <a:lnTo>
                    <a:pt x="286289" y="217939"/>
                  </a:lnTo>
                  <a:lnTo>
                    <a:pt x="284367" y="217939"/>
                  </a:lnTo>
                  <a:lnTo>
                    <a:pt x="282446" y="217939"/>
                  </a:lnTo>
                  <a:lnTo>
                    <a:pt x="280525" y="217939"/>
                  </a:lnTo>
                  <a:lnTo>
                    <a:pt x="278603" y="217939"/>
                  </a:lnTo>
                  <a:lnTo>
                    <a:pt x="276682" y="217939"/>
                  </a:lnTo>
                  <a:lnTo>
                    <a:pt x="274760" y="217939"/>
                  </a:lnTo>
                  <a:lnTo>
                    <a:pt x="272839" y="217939"/>
                  </a:lnTo>
                  <a:lnTo>
                    <a:pt x="270918" y="217939"/>
                  </a:lnTo>
                  <a:lnTo>
                    <a:pt x="268996" y="217939"/>
                  </a:lnTo>
                  <a:lnTo>
                    <a:pt x="267075" y="217939"/>
                  </a:lnTo>
                  <a:lnTo>
                    <a:pt x="265153" y="217939"/>
                  </a:lnTo>
                  <a:lnTo>
                    <a:pt x="263232" y="217939"/>
                  </a:lnTo>
                  <a:lnTo>
                    <a:pt x="261311" y="217939"/>
                  </a:lnTo>
                  <a:lnTo>
                    <a:pt x="259389" y="217939"/>
                  </a:lnTo>
                  <a:lnTo>
                    <a:pt x="257468" y="217939"/>
                  </a:lnTo>
                  <a:lnTo>
                    <a:pt x="255546" y="217939"/>
                  </a:lnTo>
                  <a:lnTo>
                    <a:pt x="253625" y="217939"/>
                  </a:lnTo>
                  <a:lnTo>
                    <a:pt x="251704" y="217939"/>
                  </a:lnTo>
                  <a:lnTo>
                    <a:pt x="249782" y="217939"/>
                  </a:lnTo>
                  <a:lnTo>
                    <a:pt x="247861" y="217939"/>
                  </a:lnTo>
                  <a:lnTo>
                    <a:pt x="245939" y="217939"/>
                  </a:lnTo>
                  <a:lnTo>
                    <a:pt x="244018" y="217939"/>
                  </a:lnTo>
                  <a:lnTo>
                    <a:pt x="242097" y="217939"/>
                  </a:lnTo>
                  <a:lnTo>
                    <a:pt x="240175" y="217939"/>
                  </a:lnTo>
                  <a:lnTo>
                    <a:pt x="238254" y="217939"/>
                  </a:lnTo>
                  <a:lnTo>
                    <a:pt x="236332" y="217939"/>
                  </a:lnTo>
                  <a:lnTo>
                    <a:pt x="234411" y="217939"/>
                  </a:lnTo>
                  <a:lnTo>
                    <a:pt x="232490" y="217939"/>
                  </a:lnTo>
                  <a:lnTo>
                    <a:pt x="230568" y="217939"/>
                  </a:lnTo>
                  <a:lnTo>
                    <a:pt x="228647" y="217939"/>
                  </a:lnTo>
                  <a:lnTo>
                    <a:pt x="226725" y="217939"/>
                  </a:lnTo>
                  <a:lnTo>
                    <a:pt x="224804" y="217939"/>
                  </a:lnTo>
                  <a:lnTo>
                    <a:pt x="222883" y="217939"/>
                  </a:lnTo>
                  <a:lnTo>
                    <a:pt x="220961" y="217939"/>
                  </a:lnTo>
                  <a:lnTo>
                    <a:pt x="219040" y="217939"/>
                  </a:lnTo>
                  <a:lnTo>
                    <a:pt x="217118" y="217939"/>
                  </a:lnTo>
                  <a:lnTo>
                    <a:pt x="215197" y="217939"/>
                  </a:lnTo>
                  <a:lnTo>
                    <a:pt x="213275" y="217939"/>
                  </a:lnTo>
                  <a:lnTo>
                    <a:pt x="211354" y="217939"/>
                  </a:lnTo>
                  <a:lnTo>
                    <a:pt x="209433" y="217939"/>
                  </a:lnTo>
                  <a:lnTo>
                    <a:pt x="207511" y="217939"/>
                  </a:lnTo>
                  <a:lnTo>
                    <a:pt x="205590" y="217939"/>
                  </a:lnTo>
                  <a:lnTo>
                    <a:pt x="203668" y="217939"/>
                  </a:lnTo>
                  <a:lnTo>
                    <a:pt x="201747" y="217939"/>
                  </a:lnTo>
                  <a:lnTo>
                    <a:pt x="199826" y="217939"/>
                  </a:lnTo>
                  <a:lnTo>
                    <a:pt x="197904" y="217939"/>
                  </a:lnTo>
                  <a:lnTo>
                    <a:pt x="195983" y="217939"/>
                  </a:lnTo>
                  <a:lnTo>
                    <a:pt x="194061" y="217939"/>
                  </a:lnTo>
                  <a:lnTo>
                    <a:pt x="192140" y="217939"/>
                  </a:lnTo>
                  <a:lnTo>
                    <a:pt x="190219" y="217939"/>
                  </a:lnTo>
                  <a:lnTo>
                    <a:pt x="188297" y="217939"/>
                  </a:lnTo>
                  <a:lnTo>
                    <a:pt x="186376" y="217939"/>
                  </a:lnTo>
                  <a:lnTo>
                    <a:pt x="184454" y="217939"/>
                  </a:lnTo>
                  <a:lnTo>
                    <a:pt x="182533" y="217939"/>
                  </a:lnTo>
                  <a:lnTo>
                    <a:pt x="180612" y="217939"/>
                  </a:lnTo>
                  <a:lnTo>
                    <a:pt x="178690" y="217939"/>
                  </a:lnTo>
                  <a:lnTo>
                    <a:pt x="176769" y="217939"/>
                  </a:lnTo>
                  <a:lnTo>
                    <a:pt x="174847" y="217939"/>
                  </a:lnTo>
                  <a:lnTo>
                    <a:pt x="172926" y="217939"/>
                  </a:lnTo>
                  <a:lnTo>
                    <a:pt x="171005" y="217939"/>
                  </a:lnTo>
                  <a:lnTo>
                    <a:pt x="169083" y="217939"/>
                  </a:lnTo>
                  <a:lnTo>
                    <a:pt x="167162" y="217939"/>
                  </a:lnTo>
                  <a:lnTo>
                    <a:pt x="165240" y="217939"/>
                  </a:lnTo>
                  <a:lnTo>
                    <a:pt x="163319" y="217939"/>
                  </a:lnTo>
                  <a:lnTo>
                    <a:pt x="161398" y="217939"/>
                  </a:lnTo>
                  <a:lnTo>
                    <a:pt x="159476" y="217939"/>
                  </a:lnTo>
                  <a:lnTo>
                    <a:pt x="157555" y="217939"/>
                  </a:lnTo>
                  <a:lnTo>
                    <a:pt x="155633" y="217939"/>
                  </a:lnTo>
                  <a:lnTo>
                    <a:pt x="153712" y="217939"/>
                  </a:lnTo>
                  <a:lnTo>
                    <a:pt x="151791" y="217939"/>
                  </a:lnTo>
                  <a:lnTo>
                    <a:pt x="149869" y="217939"/>
                  </a:lnTo>
                  <a:lnTo>
                    <a:pt x="147948" y="217939"/>
                  </a:lnTo>
                  <a:lnTo>
                    <a:pt x="146026" y="217939"/>
                  </a:lnTo>
                  <a:lnTo>
                    <a:pt x="144105" y="217939"/>
                  </a:lnTo>
                  <a:lnTo>
                    <a:pt x="142183" y="217939"/>
                  </a:lnTo>
                  <a:lnTo>
                    <a:pt x="140262" y="217939"/>
                  </a:lnTo>
                  <a:lnTo>
                    <a:pt x="138341" y="217939"/>
                  </a:lnTo>
                  <a:lnTo>
                    <a:pt x="136419" y="217939"/>
                  </a:lnTo>
                  <a:lnTo>
                    <a:pt x="134498" y="217939"/>
                  </a:lnTo>
                  <a:lnTo>
                    <a:pt x="132576" y="217939"/>
                  </a:lnTo>
                  <a:lnTo>
                    <a:pt x="130655" y="217939"/>
                  </a:lnTo>
                  <a:lnTo>
                    <a:pt x="128734" y="217939"/>
                  </a:lnTo>
                  <a:lnTo>
                    <a:pt x="126812" y="217939"/>
                  </a:lnTo>
                  <a:lnTo>
                    <a:pt x="124891" y="217939"/>
                  </a:lnTo>
                  <a:lnTo>
                    <a:pt x="122969" y="217939"/>
                  </a:lnTo>
                  <a:lnTo>
                    <a:pt x="121048" y="217939"/>
                  </a:lnTo>
                  <a:lnTo>
                    <a:pt x="119127" y="217939"/>
                  </a:lnTo>
                  <a:lnTo>
                    <a:pt x="117205" y="217939"/>
                  </a:lnTo>
                  <a:lnTo>
                    <a:pt x="115284" y="217939"/>
                  </a:lnTo>
                  <a:lnTo>
                    <a:pt x="113362" y="217939"/>
                  </a:lnTo>
                  <a:lnTo>
                    <a:pt x="111441" y="217939"/>
                  </a:lnTo>
                  <a:lnTo>
                    <a:pt x="109520" y="217939"/>
                  </a:lnTo>
                  <a:lnTo>
                    <a:pt x="107598" y="217939"/>
                  </a:lnTo>
                  <a:lnTo>
                    <a:pt x="105677" y="217939"/>
                  </a:lnTo>
                  <a:lnTo>
                    <a:pt x="103755" y="217939"/>
                  </a:lnTo>
                  <a:lnTo>
                    <a:pt x="101834" y="217939"/>
                  </a:lnTo>
                  <a:lnTo>
                    <a:pt x="99913" y="217939"/>
                  </a:lnTo>
                  <a:lnTo>
                    <a:pt x="97991" y="217939"/>
                  </a:lnTo>
                  <a:lnTo>
                    <a:pt x="96070" y="217939"/>
                  </a:lnTo>
                  <a:lnTo>
                    <a:pt x="94148" y="217939"/>
                  </a:lnTo>
                  <a:lnTo>
                    <a:pt x="92227" y="217939"/>
                  </a:lnTo>
                  <a:lnTo>
                    <a:pt x="90306" y="217939"/>
                  </a:lnTo>
                  <a:lnTo>
                    <a:pt x="88384" y="217939"/>
                  </a:lnTo>
                  <a:lnTo>
                    <a:pt x="86463" y="217939"/>
                  </a:lnTo>
                  <a:lnTo>
                    <a:pt x="84541" y="217939"/>
                  </a:lnTo>
                  <a:lnTo>
                    <a:pt x="82620" y="217939"/>
                  </a:lnTo>
                  <a:lnTo>
                    <a:pt x="80699" y="217939"/>
                  </a:lnTo>
                  <a:lnTo>
                    <a:pt x="78777" y="217939"/>
                  </a:lnTo>
                  <a:lnTo>
                    <a:pt x="76856" y="217939"/>
                  </a:lnTo>
                  <a:lnTo>
                    <a:pt x="74934" y="217939"/>
                  </a:lnTo>
                  <a:lnTo>
                    <a:pt x="73013" y="217939"/>
                  </a:lnTo>
                  <a:lnTo>
                    <a:pt x="71091" y="217939"/>
                  </a:lnTo>
                  <a:lnTo>
                    <a:pt x="69170" y="217939"/>
                  </a:lnTo>
                  <a:lnTo>
                    <a:pt x="67249" y="217939"/>
                  </a:lnTo>
                  <a:lnTo>
                    <a:pt x="65327" y="217939"/>
                  </a:lnTo>
                  <a:lnTo>
                    <a:pt x="63406" y="217939"/>
                  </a:lnTo>
                  <a:lnTo>
                    <a:pt x="61484" y="217939"/>
                  </a:lnTo>
                  <a:lnTo>
                    <a:pt x="59563" y="217939"/>
                  </a:lnTo>
                  <a:lnTo>
                    <a:pt x="57642" y="217939"/>
                  </a:lnTo>
                  <a:lnTo>
                    <a:pt x="55720" y="217939"/>
                  </a:lnTo>
                  <a:lnTo>
                    <a:pt x="53799" y="217939"/>
                  </a:lnTo>
                  <a:lnTo>
                    <a:pt x="51877" y="217939"/>
                  </a:lnTo>
                  <a:lnTo>
                    <a:pt x="49956" y="217939"/>
                  </a:lnTo>
                  <a:lnTo>
                    <a:pt x="48035" y="217939"/>
                  </a:lnTo>
                  <a:lnTo>
                    <a:pt x="46113" y="217939"/>
                  </a:lnTo>
                  <a:lnTo>
                    <a:pt x="44192" y="217939"/>
                  </a:lnTo>
                  <a:lnTo>
                    <a:pt x="42270" y="217939"/>
                  </a:lnTo>
                  <a:lnTo>
                    <a:pt x="40349" y="217939"/>
                  </a:lnTo>
                  <a:lnTo>
                    <a:pt x="38428" y="217939"/>
                  </a:lnTo>
                  <a:lnTo>
                    <a:pt x="36506" y="217939"/>
                  </a:lnTo>
                  <a:lnTo>
                    <a:pt x="34585" y="217939"/>
                  </a:lnTo>
                  <a:lnTo>
                    <a:pt x="32663" y="217939"/>
                  </a:lnTo>
                  <a:lnTo>
                    <a:pt x="30742" y="217939"/>
                  </a:lnTo>
                  <a:lnTo>
                    <a:pt x="28821" y="217939"/>
                  </a:lnTo>
                  <a:lnTo>
                    <a:pt x="26899" y="217939"/>
                  </a:lnTo>
                  <a:lnTo>
                    <a:pt x="24978" y="217939"/>
                  </a:lnTo>
                  <a:lnTo>
                    <a:pt x="23056" y="217939"/>
                  </a:lnTo>
                  <a:lnTo>
                    <a:pt x="21135" y="217939"/>
                  </a:lnTo>
                  <a:lnTo>
                    <a:pt x="19214" y="217939"/>
                  </a:lnTo>
                  <a:lnTo>
                    <a:pt x="17292" y="217939"/>
                  </a:lnTo>
                  <a:lnTo>
                    <a:pt x="15371" y="217939"/>
                  </a:lnTo>
                  <a:lnTo>
                    <a:pt x="13449" y="217939"/>
                  </a:lnTo>
                  <a:lnTo>
                    <a:pt x="11528" y="217939"/>
                  </a:lnTo>
                  <a:lnTo>
                    <a:pt x="9607" y="217939"/>
                  </a:lnTo>
                  <a:lnTo>
                    <a:pt x="7685" y="217939"/>
                  </a:lnTo>
                  <a:lnTo>
                    <a:pt x="5764" y="217939"/>
                  </a:lnTo>
                  <a:lnTo>
                    <a:pt x="3842" y="217939"/>
                  </a:lnTo>
                  <a:lnTo>
                    <a:pt x="1921" y="21793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4248562" y="2565083"/>
              <a:ext cx="981838" cy="217939"/>
            </a:xfrm>
            <a:custGeom>
              <a:avLst/>
              <a:pathLst>
                <a:path w="981838" h="217939">
                  <a:moveTo>
                    <a:pt x="0" y="217939"/>
                  </a:moveTo>
                  <a:lnTo>
                    <a:pt x="1921" y="217939"/>
                  </a:lnTo>
                  <a:lnTo>
                    <a:pt x="3842" y="217939"/>
                  </a:lnTo>
                  <a:lnTo>
                    <a:pt x="5764" y="217939"/>
                  </a:lnTo>
                  <a:lnTo>
                    <a:pt x="7685" y="217939"/>
                  </a:lnTo>
                  <a:lnTo>
                    <a:pt x="9607" y="217939"/>
                  </a:lnTo>
                  <a:lnTo>
                    <a:pt x="11528" y="217939"/>
                  </a:lnTo>
                  <a:lnTo>
                    <a:pt x="13449" y="217939"/>
                  </a:lnTo>
                  <a:lnTo>
                    <a:pt x="15371" y="217939"/>
                  </a:lnTo>
                  <a:lnTo>
                    <a:pt x="17292" y="217939"/>
                  </a:lnTo>
                  <a:lnTo>
                    <a:pt x="19214" y="217939"/>
                  </a:lnTo>
                  <a:lnTo>
                    <a:pt x="21135" y="217939"/>
                  </a:lnTo>
                  <a:lnTo>
                    <a:pt x="23056" y="217939"/>
                  </a:lnTo>
                  <a:lnTo>
                    <a:pt x="24978" y="217939"/>
                  </a:lnTo>
                  <a:lnTo>
                    <a:pt x="26899" y="217939"/>
                  </a:lnTo>
                  <a:lnTo>
                    <a:pt x="28821" y="217939"/>
                  </a:lnTo>
                  <a:lnTo>
                    <a:pt x="30742" y="217939"/>
                  </a:lnTo>
                  <a:lnTo>
                    <a:pt x="32663" y="217939"/>
                  </a:lnTo>
                  <a:lnTo>
                    <a:pt x="34585" y="217939"/>
                  </a:lnTo>
                  <a:lnTo>
                    <a:pt x="36506" y="217939"/>
                  </a:lnTo>
                  <a:lnTo>
                    <a:pt x="38428" y="217938"/>
                  </a:lnTo>
                  <a:lnTo>
                    <a:pt x="40349" y="217938"/>
                  </a:lnTo>
                  <a:lnTo>
                    <a:pt x="42270" y="217938"/>
                  </a:lnTo>
                  <a:lnTo>
                    <a:pt x="44192" y="217938"/>
                  </a:lnTo>
                  <a:lnTo>
                    <a:pt x="46113" y="217937"/>
                  </a:lnTo>
                  <a:lnTo>
                    <a:pt x="48035" y="217937"/>
                  </a:lnTo>
                  <a:lnTo>
                    <a:pt x="49956" y="217936"/>
                  </a:lnTo>
                  <a:lnTo>
                    <a:pt x="51877" y="217936"/>
                  </a:lnTo>
                  <a:lnTo>
                    <a:pt x="53799" y="217935"/>
                  </a:lnTo>
                  <a:lnTo>
                    <a:pt x="55720" y="217934"/>
                  </a:lnTo>
                  <a:lnTo>
                    <a:pt x="57642" y="217932"/>
                  </a:lnTo>
                  <a:lnTo>
                    <a:pt x="59563" y="217931"/>
                  </a:lnTo>
                  <a:lnTo>
                    <a:pt x="61484" y="217928"/>
                  </a:lnTo>
                  <a:lnTo>
                    <a:pt x="63406" y="217926"/>
                  </a:lnTo>
                  <a:lnTo>
                    <a:pt x="65327" y="217923"/>
                  </a:lnTo>
                  <a:lnTo>
                    <a:pt x="67249" y="217919"/>
                  </a:lnTo>
                  <a:lnTo>
                    <a:pt x="69170" y="217914"/>
                  </a:lnTo>
                  <a:lnTo>
                    <a:pt x="71091" y="217909"/>
                  </a:lnTo>
                  <a:lnTo>
                    <a:pt x="73013" y="217902"/>
                  </a:lnTo>
                  <a:lnTo>
                    <a:pt x="74934" y="217894"/>
                  </a:lnTo>
                  <a:lnTo>
                    <a:pt x="76856" y="217885"/>
                  </a:lnTo>
                  <a:lnTo>
                    <a:pt x="78777" y="217874"/>
                  </a:lnTo>
                  <a:lnTo>
                    <a:pt x="80699" y="217861"/>
                  </a:lnTo>
                  <a:lnTo>
                    <a:pt x="82620" y="217845"/>
                  </a:lnTo>
                  <a:lnTo>
                    <a:pt x="84541" y="217827"/>
                  </a:lnTo>
                  <a:lnTo>
                    <a:pt x="86463" y="217807"/>
                  </a:lnTo>
                  <a:lnTo>
                    <a:pt x="88384" y="217782"/>
                  </a:lnTo>
                  <a:lnTo>
                    <a:pt x="90306" y="217754"/>
                  </a:lnTo>
                  <a:lnTo>
                    <a:pt x="92227" y="217721"/>
                  </a:lnTo>
                  <a:lnTo>
                    <a:pt x="94148" y="217684"/>
                  </a:lnTo>
                  <a:lnTo>
                    <a:pt x="96070" y="217643"/>
                  </a:lnTo>
                  <a:lnTo>
                    <a:pt x="97991" y="217594"/>
                  </a:lnTo>
                  <a:lnTo>
                    <a:pt x="99913" y="217540"/>
                  </a:lnTo>
                  <a:lnTo>
                    <a:pt x="101834" y="217478"/>
                  </a:lnTo>
                  <a:lnTo>
                    <a:pt x="103755" y="217410"/>
                  </a:lnTo>
                  <a:lnTo>
                    <a:pt x="105677" y="217334"/>
                  </a:lnTo>
                  <a:lnTo>
                    <a:pt x="107598" y="217249"/>
                  </a:lnTo>
                  <a:lnTo>
                    <a:pt x="109520" y="217154"/>
                  </a:lnTo>
                  <a:lnTo>
                    <a:pt x="111441" y="217050"/>
                  </a:lnTo>
                  <a:lnTo>
                    <a:pt x="113362" y="216936"/>
                  </a:lnTo>
                  <a:lnTo>
                    <a:pt x="115284" y="216812"/>
                  </a:lnTo>
                  <a:lnTo>
                    <a:pt x="117205" y="216676"/>
                  </a:lnTo>
                  <a:lnTo>
                    <a:pt x="119127" y="216528"/>
                  </a:lnTo>
                  <a:lnTo>
                    <a:pt x="121048" y="216369"/>
                  </a:lnTo>
                  <a:lnTo>
                    <a:pt x="122969" y="216199"/>
                  </a:lnTo>
                  <a:lnTo>
                    <a:pt x="124891" y="216017"/>
                  </a:lnTo>
                  <a:lnTo>
                    <a:pt x="126812" y="215824"/>
                  </a:lnTo>
                  <a:lnTo>
                    <a:pt x="128734" y="215617"/>
                  </a:lnTo>
                  <a:lnTo>
                    <a:pt x="130655" y="215399"/>
                  </a:lnTo>
                  <a:lnTo>
                    <a:pt x="132576" y="215172"/>
                  </a:lnTo>
                  <a:lnTo>
                    <a:pt x="134498" y="214935"/>
                  </a:lnTo>
                  <a:lnTo>
                    <a:pt x="136419" y="214688"/>
                  </a:lnTo>
                  <a:lnTo>
                    <a:pt x="138341" y="214431"/>
                  </a:lnTo>
                  <a:lnTo>
                    <a:pt x="140262" y="214167"/>
                  </a:lnTo>
                  <a:lnTo>
                    <a:pt x="142183" y="213898"/>
                  </a:lnTo>
                  <a:lnTo>
                    <a:pt x="144105" y="213623"/>
                  </a:lnTo>
                  <a:lnTo>
                    <a:pt x="146026" y="213345"/>
                  </a:lnTo>
                  <a:lnTo>
                    <a:pt x="147948" y="213065"/>
                  </a:lnTo>
                  <a:lnTo>
                    <a:pt x="149869" y="212784"/>
                  </a:lnTo>
                  <a:lnTo>
                    <a:pt x="151791" y="212505"/>
                  </a:lnTo>
                  <a:lnTo>
                    <a:pt x="153712" y="212228"/>
                  </a:lnTo>
                  <a:lnTo>
                    <a:pt x="155633" y="211955"/>
                  </a:lnTo>
                  <a:lnTo>
                    <a:pt x="157555" y="211691"/>
                  </a:lnTo>
                  <a:lnTo>
                    <a:pt x="159476" y="211435"/>
                  </a:lnTo>
                  <a:lnTo>
                    <a:pt x="161398" y="211189"/>
                  </a:lnTo>
                  <a:lnTo>
                    <a:pt x="163319" y="210953"/>
                  </a:lnTo>
                  <a:lnTo>
                    <a:pt x="165240" y="210730"/>
                  </a:lnTo>
                  <a:lnTo>
                    <a:pt x="167162" y="210525"/>
                  </a:lnTo>
                  <a:lnTo>
                    <a:pt x="169083" y="210335"/>
                  </a:lnTo>
                  <a:lnTo>
                    <a:pt x="171005" y="210162"/>
                  </a:lnTo>
                  <a:lnTo>
                    <a:pt x="172926" y="210007"/>
                  </a:lnTo>
                  <a:lnTo>
                    <a:pt x="174847" y="209869"/>
                  </a:lnTo>
                  <a:lnTo>
                    <a:pt x="176769" y="209754"/>
                  </a:lnTo>
                  <a:lnTo>
                    <a:pt x="178690" y="209659"/>
                  </a:lnTo>
                  <a:lnTo>
                    <a:pt x="180612" y="209584"/>
                  </a:lnTo>
                  <a:lnTo>
                    <a:pt x="182533" y="209527"/>
                  </a:lnTo>
                  <a:lnTo>
                    <a:pt x="184454" y="209490"/>
                  </a:lnTo>
                  <a:lnTo>
                    <a:pt x="186376" y="209474"/>
                  </a:lnTo>
                  <a:lnTo>
                    <a:pt x="188297" y="209479"/>
                  </a:lnTo>
                  <a:lnTo>
                    <a:pt x="190219" y="209500"/>
                  </a:lnTo>
                  <a:lnTo>
                    <a:pt x="192140" y="209538"/>
                  </a:lnTo>
                  <a:lnTo>
                    <a:pt x="194061" y="209590"/>
                  </a:lnTo>
                  <a:lnTo>
                    <a:pt x="195983" y="209659"/>
                  </a:lnTo>
                  <a:lnTo>
                    <a:pt x="197904" y="209743"/>
                  </a:lnTo>
                  <a:lnTo>
                    <a:pt x="199826" y="209838"/>
                  </a:lnTo>
                  <a:lnTo>
                    <a:pt x="201747" y="209942"/>
                  </a:lnTo>
                  <a:lnTo>
                    <a:pt x="203668" y="210056"/>
                  </a:lnTo>
                  <a:lnTo>
                    <a:pt x="205590" y="210178"/>
                  </a:lnTo>
                  <a:lnTo>
                    <a:pt x="207511" y="210308"/>
                  </a:lnTo>
                  <a:lnTo>
                    <a:pt x="209433" y="210442"/>
                  </a:lnTo>
                  <a:lnTo>
                    <a:pt x="211354" y="210579"/>
                  </a:lnTo>
                  <a:lnTo>
                    <a:pt x="213275" y="210720"/>
                  </a:lnTo>
                  <a:lnTo>
                    <a:pt x="215197" y="210861"/>
                  </a:lnTo>
                  <a:lnTo>
                    <a:pt x="217118" y="211004"/>
                  </a:lnTo>
                  <a:lnTo>
                    <a:pt x="219040" y="211146"/>
                  </a:lnTo>
                  <a:lnTo>
                    <a:pt x="220961" y="211287"/>
                  </a:lnTo>
                  <a:lnTo>
                    <a:pt x="222883" y="211427"/>
                  </a:lnTo>
                  <a:lnTo>
                    <a:pt x="224804" y="211564"/>
                  </a:lnTo>
                  <a:lnTo>
                    <a:pt x="226725" y="211699"/>
                  </a:lnTo>
                  <a:lnTo>
                    <a:pt x="228647" y="211830"/>
                  </a:lnTo>
                  <a:lnTo>
                    <a:pt x="230568" y="211959"/>
                  </a:lnTo>
                  <a:lnTo>
                    <a:pt x="232490" y="212084"/>
                  </a:lnTo>
                  <a:lnTo>
                    <a:pt x="234411" y="212207"/>
                  </a:lnTo>
                  <a:lnTo>
                    <a:pt x="236332" y="212325"/>
                  </a:lnTo>
                  <a:lnTo>
                    <a:pt x="238254" y="212440"/>
                  </a:lnTo>
                  <a:lnTo>
                    <a:pt x="240175" y="212551"/>
                  </a:lnTo>
                  <a:lnTo>
                    <a:pt x="242097" y="212660"/>
                  </a:lnTo>
                  <a:lnTo>
                    <a:pt x="244018" y="212765"/>
                  </a:lnTo>
                  <a:lnTo>
                    <a:pt x="245939" y="212867"/>
                  </a:lnTo>
                  <a:lnTo>
                    <a:pt x="247861" y="212964"/>
                  </a:lnTo>
                  <a:lnTo>
                    <a:pt x="249782" y="213059"/>
                  </a:lnTo>
                  <a:lnTo>
                    <a:pt x="251704" y="213149"/>
                  </a:lnTo>
                  <a:lnTo>
                    <a:pt x="253625" y="213236"/>
                  </a:lnTo>
                  <a:lnTo>
                    <a:pt x="255546" y="213318"/>
                  </a:lnTo>
                  <a:lnTo>
                    <a:pt x="257468" y="213396"/>
                  </a:lnTo>
                  <a:lnTo>
                    <a:pt x="259389" y="213468"/>
                  </a:lnTo>
                  <a:lnTo>
                    <a:pt x="261311" y="213535"/>
                  </a:lnTo>
                  <a:lnTo>
                    <a:pt x="263232" y="213596"/>
                  </a:lnTo>
                  <a:lnTo>
                    <a:pt x="265153" y="213651"/>
                  </a:lnTo>
                  <a:lnTo>
                    <a:pt x="267075" y="213697"/>
                  </a:lnTo>
                  <a:lnTo>
                    <a:pt x="268996" y="213736"/>
                  </a:lnTo>
                  <a:lnTo>
                    <a:pt x="270918" y="213768"/>
                  </a:lnTo>
                  <a:lnTo>
                    <a:pt x="272839" y="213791"/>
                  </a:lnTo>
                  <a:lnTo>
                    <a:pt x="274760" y="213803"/>
                  </a:lnTo>
                  <a:lnTo>
                    <a:pt x="276682" y="213805"/>
                  </a:lnTo>
                  <a:lnTo>
                    <a:pt x="278603" y="213796"/>
                  </a:lnTo>
                  <a:lnTo>
                    <a:pt x="280525" y="213777"/>
                  </a:lnTo>
                  <a:lnTo>
                    <a:pt x="282446" y="213747"/>
                  </a:lnTo>
                  <a:lnTo>
                    <a:pt x="284367" y="213705"/>
                  </a:lnTo>
                  <a:lnTo>
                    <a:pt x="286289" y="213648"/>
                  </a:lnTo>
                  <a:lnTo>
                    <a:pt x="288210" y="213580"/>
                  </a:lnTo>
                  <a:lnTo>
                    <a:pt x="290132" y="213500"/>
                  </a:lnTo>
                  <a:lnTo>
                    <a:pt x="292053" y="213407"/>
                  </a:lnTo>
                  <a:lnTo>
                    <a:pt x="293975" y="213302"/>
                  </a:lnTo>
                  <a:lnTo>
                    <a:pt x="295896" y="213182"/>
                  </a:lnTo>
                  <a:lnTo>
                    <a:pt x="297817" y="213049"/>
                  </a:lnTo>
                  <a:lnTo>
                    <a:pt x="299739" y="212904"/>
                  </a:lnTo>
                  <a:lnTo>
                    <a:pt x="301660" y="212748"/>
                  </a:lnTo>
                  <a:lnTo>
                    <a:pt x="303582" y="212579"/>
                  </a:lnTo>
                  <a:lnTo>
                    <a:pt x="305503" y="212395"/>
                  </a:lnTo>
                  <a:lnTo>
                    <a:pt x="307424" y="212199"/>
                  </a:lnTo>
                  <a:lnTo>
                    <a:pt x="309346" y="211991"/>
                  </a:lnTo>
                  <a:lnTo>
                    <a:pt x="311267" y="211771"/>
                  </a:lnTo>
                  <a:lnTo>
                    <a:pt x="313189" y="211540"/>
                  </a:lnTo>
                  <a:lnTo>
                    <a:pt x="315110" y="211293"/>
                  </a:lnTo>
                  <a:lnTo>
                    <a:pt x="317031" y="211034"/>
                  </a:lnTo>
                  <a:lnTo>
                    <a:pt x="318953" y="210762"/>
                  </a:lnTo>
                  <a:lnTo>
                    <a:pt x="320874" y="210476"/>
                  </a:lnTo>
                  <a:lnTo>
                    <a:pt x="322796" y="210177"/>
                  </a:lnTo>
                  <a:lnTo>
                    <a:pt x="324717" y="209859"/>
                  </a:lnTo>
                  <a:lnTo>
                    <a:pt x="326638" y="209525"/>
                  </a:lnTo>
                  <a:lnTo>
                    <a:pt x="328560" y="209173"/>
                  </a:lnTo>
                  <a:lnTo>
                    <a:pt x="330481" y="208803"/>
                  </a:lnTo>
                  <a:lnTo>
                    <a:pt x="332403" y="208415"/>
                  </a:lnTo>
                  <a:lnTo>
                    <a:pt x="334324" y="208000"/>
                  </a:lnTo>
                  <a:lnTo>
                    <a:pt x="336245" y="207560"/>
                  </a:lnTo>
                  <a:lnTo>
                    <a:pt x="338167" y="207095"/>
                  </a:lnTo>
                  <a:lnTo>
                    <a:pt x="340088" y="206603"/>
                  </a:lnTo>
                  <a:lnTo>
                    <a:pt x="342010" y="206082"/>
                  </a:lnTo>
                  <a:lnTo>
                    <a:pt x="343931" y="205525"/>
                  </a:lnTo>
                  <a:lnTo>
                    <a:pt x="345852" y="204928"/>
                  </a:lnTo>
                  <a:lnTo>
                    <a:pt x="347774" y="204294"/>
                  </a:lnTo>
                  <a:lnTo>
                    <a:pt x="349695" y="203622"/>
                  </a:lnTo>
                  <a:lnTo>
                    <a:pt x="351617" y="202908"/>
                  </a:lnTo>
                  <a:lnTo>
                    <a:pt x="353538" y="202145"/>
                  </a:lnTo>
                  <a:lnTo>
                    <a:pt x="355459" y="201326"/>
                  </a:lnTo>
                  <a:lnTo>
                    <a:pt x="357381" y="200456"/>
                  </a:lnTo>
                  <a:lnTo>
                    <a:pt x="359302" y="199534"/>
                  </a:lnTo>
                  <a:lnTo>
                    <a:pt x="361224" y="198557"/>
                  </a:lnTo>
                  <a:lnTo>
                    <a:pt x="363145" y="197519"/>
                  </a:lnTo>
                  <a:lnTo>
                    <a:pt x="365067" y="196406"/>
                  </a:lnTo>
                  <a:lnTo>
                    <a:pt x="366988" y="195229"/>
                  </a:lnTo>
                  <a:lnTo>
                    <a:pt x="368909" y="193987"/>
                  </a:lnTo>
                  <a:lnTo>
                    <a:pt x="370831" y="192678"/>
                  </a:lnTo>
                  <a:lnTo>
                    <a:pt x="372752" y="191297"/>
                  </a:lnTo>
                  <a:lnTo>
                    <a:pt x="374674" y="189823"/>
                  </a:lnTo>
                  <a:lnTo>
                    <a:pt x="376595" y="188273"/>
                  </a:lnTo>
                  <a:lnTo>
                    <a:pt x="378516" y="186646"/>
                  </a:lnTo>
                  <a:lnTo>
                    <a:pt x="380438" y="184941"/>
                  </a:lnTo>
                  <a:lnTo>
                    <a:pt x="382359" y="183154"/>
                  </a:lnTo>
                  <a:lnTo>
                    <a:pt x="384281" y="181259"/>
                  </a:lnTo>
                  <a:lnTo>
                    <a:pt x="386202" y="179275"/>
                  </a:lnTo>
                  <a:lnTo>
                    <a:pt x="388123" y="177204"/>
                  </a:lnTo>
                  <a:lnTo>
                    <a:pt x="390045" y="175042"/>
                  </a:lnTo>
                  <a:lnTo>
                    <a:pt x="391966" y="172789"/>
                  </a:lnTo>
                  <a:lnTo>
                    <a:pt x="393888" y="170415"/>
                  </a:lnTo>
                  <a:lnTo>
                    <a:pt x="395809" y="167939"/>
                  </a:lnTo>
                  <a:lnTo>
                    <a:pt x="397730" y="165363"/>
                  </a:lnTo>
                  <a:lnTo>
                    <a:pt x="399652" y="162685"/>
                  </a:lnTo>
                  <a:lnTo>
                    <a:pt x="401573" y="159903"/>
                  </a:lnTo>
                  <a:lnTo>
                    <a:pt x="403495" y="156991"/>
                  </a:lnTo>
                  <a:lnTo>
                    <a:pt x="405416" y="153960"/>
                  </a:lnTo>
                  <a:lnTo>
                    <a:pt x="407337" y="150818"/>
                  </a:lnTo>
                  <a:lnTo>
                    <a:pt x="409259" y="147564"/>
                  </a:lnTo>
                  <a:lnTo>
                    <a:pt x="411180" y="144197"/>
                  </a:lnTo>
                  <a:lnTo>
                    <a:pt x="413102" y="140694"/>
                  </a:lnTo>
                  <a:lnTo>
                    <a:pt x="415023" y="137058"/>
                  </a:lnTo>
                  <a:lnTo>
                    <a:pt x="416944" y="133307"/>
                  </a:lnTo>
                  <a:lnTo>
                    <a:pt x="418866" y="129440"/>
                  </a:lnTo>
                  <a:lnTo>
                    <a:pt x="420787" y="125459"/>
                  </a:lnTo>
                  <a:lnTo>
                    <a:pt x="422709" y="121349"/>
                  </a:lnTo>
                  <a:lnTo>
                    <a:pt x="424630" y="117109"/>
                  </a:lnTo>
                  <a:lnTo>
                    <a:pt x="426551" y="112764"/>
                  </a:lnTo>
                  <a:lnTo>
                    <a:pt x="428473" y="108317"/>
                  </a:lnTo>
                  <a:lnTo>
                    <a:pt x="430394" y="103774"/>
                  </a:lnTo>
                  <a:lnTo>
                    <a:pt x="432316" y="99134"/>
                  </a:lnTo>
                  <a:lnTo>
                    <a:pt x="434237" y="94396"/>
                  </a:lnTo>
                  <a:lnTo>
                    <a:pt x="436159" y="89590"/>
                  </a:lnTo>
                  <a:lnTo>
                    <a:pt x="438080" y="84727"/>
                  </a:lnTo>
                  <a:lnTo>
                    <a:pt x="440001" y="79817"/>
                  </a:lnTo>
                  <a:lnTo>
                    <a:pt x="441923" y="74871"/>
                  </a:lnTo>
                  <a:lnTo>
                    <a:pt x="443844" y="69906"/>
                  </a:lnTo>
                  <a:lnTo>
                    <a:pt x="445766" y="64945"/>
                  </a:lnTo>
                  <a:lnTo>
                    <a:pt x="447687" y="60005"/>
                  </a:lnTo>
                  <a:lnTo>
                    <a:pt x="449608" y="55102"/>
                  </a:lnTo>
                  <a:lnTo>
                    <a:pt x="451530" y="50253"/>
                  </a:lnTo>
                  <a:lnTo>
                    <a:pt x="453451" y="45510"/>
                  </a:lnTo>
                  <a:lnTo>
                    <a:pt x="455373" y="40875"/>
                  </a:lnTo>
                  <a:lnTo>
                    <a:pt x="457294" y="36368"/>
                  </a:lnTo>
                  <a:lnTo>
                    <a:pt x="459215" y="32006"/>
                  </a:lnTo>
                  <a:lnTo>
                    <a:pt x="461137" y="27811"/>
                  </a:lnTo>
                  <a:lnTo>
                    <a:pt x="463058" y="23865"/>
                  </a:lnTo>
                  <a:lnTo>
                    <a:pt x="464980" y="20149"/>
                  </a:lnTo>
                  <a:lnTo>
                    <a:pt x="466901" y="16673"/>
                  </a:lnTo>
                  <a:lnTo>
                    <a:pt x="468822" y="13457"/>
                  </a:lnTo>
                  <a:lnTo>
                    <a:pt x="470744" y="10517"/>
                  </a:lnTo>
                  <a:lnTo>
                    <a:pt x="472665" y="7948"/>
                  </a:lnTo>
                  <a:lnTo>
                    <a:pt x="474587" y="5722"/>
                  </a:lnTo>
                  <a:lnTo>
                    <a:pt x="476508" y="3830"/>
                  </a:lnTo>
                  <a:lnTo>
                    <a:pt x="478429" y="2283"/>
                  </a:lnTo>
                  <a:lnTo>
                    <a:pt x="480351" y="1090"/>
                  </a:lnTo>
                  <a:lnTo>
                    <a:pt x="482272" y="336"/>
                  </a:lnTo>
                  <a:lnTo>
                    <a:pt x="484194" y="0"/>
                  </a:lnTo>
                  <a:lnTo>
                    <a:pt x="486115" y="39"/>
                  </a:lnTo>
                  <a:lnTo>
                    <a:pt x="488036" y="457"/>
                  </a:lnTo>
                  <a:lnTo>
                    <a:pt x="489958" y="1251"/>
                  </a:lnTo>
                  <a:lnTo>
                    <a:pt x="491879" y="2479"/>
                  </a:lnTo>
                  <a:lnTo>
                    <a:pt x="493801" y="4131"/>
                  </a:lnTo>
                  <a:lnTo>
                    <a:pt x="495722" y="6140"/>
                  </a:lnTo>
                  <a:lnTo>
                    <a:pt x="497643" y="8495"/>
                  </a:lnTo>
                  <a:lnTo>
                    <a:pt x="499565" y="11186"/>
                  </a:lnTo>
                  <a:lnTo>
                    <a:pt x="501486" y="14235"/>
                  </a:lnTo>
                  <a:lnTo>
                    <a:pt x="503408" y="17643"/>
                  </a:lnTo>
                  <a:lnTo>
                    <a:pt x="505329" y="21328"/>
                  </a:lnTo>
                  <a:lnTo>
                    <a:pt x="507250" y="25273"/>
                  </a:lnTo>
                  <a:lnTo>
                    <a:pt x="509172" y="29457"/>
                  </a:lnTo>
                  <a:lnTo>
                    <a:pt x="511093" y="33877"/>
                  </a:lnTo>
                  <a:lnTo>
                    <a:pt x="513015" y="38532"/>
                  </a:lnTo>
                  <a:lnTo>
                    <a:pt x="514936" y="43347"/>
                  </a:lnTo>
                  <a:lnTo>
                    <a:pt x="516858" y="48300"/>
                  </a:lnTo>
                  <a:lnTo>
                    <a:pt x="518779" y="53371"/>
                  </a:lnTo>
                  <a:lnTo>
                    <a:pt x="520700" y="58540"/>
                  </a:lnTo>
                  <a:lnTo>
                    <a:pt x="522622" y="63791"/>
                  </a:lnTo>
                  <a:lnTo>
                    <a:pt x="524543" y="69077"/>
                  </a:lnTo>
                  <a:lnTo>
                    <a:pt x="526465" y="74377"/>
                  </a:lnTo>
                  <a:lnTo>
                    <a:pt x="528386" y="79674"/>
                  </a:lnTo>
                  <a:lnTo>
                    <a:pt x="530307" y="84948"/>
                  </a:lnTo>
                  <a:lnTo>
                    <a:pt x="532229" y="90159"/>
                  </a:lnTo>
                  <a:lnTo>
                    <a:pt x="534150" y="95298"/>
                  </a:lnTo>
                  <a:lnTo>
                    <a:pt x="536072" y="100352"/>
                  </a:lnTo>
                  <a:lnTo>
                    <a:pt x="537993" y="105306"/>
                  </a:lnTo>
                  <a:lnTo>
                    <a:pt x="539914" y="110149"/>
                  </a:lnTo>
                  <a:lnTo>
                    <a:pt x="541836" y="114831"/>
                  </a:lnTo>
                  <a:lnTo>
                    <a:pt x="543757" y="119366"/>
                  </a:lnTo>
                  <a:lnTo>
                    <a:pt x="545679" y="123753"/>
                  </a:lnTo>
                  <a:lnTo>
                    <a:pt x="547600" y="127985"/>
                  </a:lnTo>
                  <a:lnTo>
                    <a:pt x="549521" y="132057"/>
                  </a:lnTo>
                  <a:lnTo>
                    <a:pt x="551443" y="135927"/>
                  </a:lnTo>
                  <a:lnTo>
                    <a:pt x="553364" y="139612"/>
                  </a:lnTo>
                  <a:lnTo>
                    <a:pt x="555286" y="143127"/>
                  </a:lnTo>
                  <a:lnTo>
                    <a:pt x="557207" y="146472"/>
                  </a:lnTo>
                  <a:lnTo>
                    <a:pt x="559128" y="149648"/>
                  </a:lnTo>
                  <a:lnTo>
                    <a:pt x="561050" y="152626"/>
                  </a:lnTo>
                  <a:lnTo>
                    <a:pt x="562971" y="155419"/>
                  </a:lnTo>
                  <a:lnTo>
                    <a:pt x="564893" y="158054"/>
                  </a:lnTo>
                  <a:lnTo>
                    <a:pt x="566814" y="160534"/>
                  </a:lnTo>
                  <a:lnTo>
                    <a:pt x="568735" y="162864"/>
                  </a:lnTo>
                  <a:lnTo>
                    <a:pt x="570657" y="165032"/>
                  </a:lnTo>
                  <a:lnTo>
                    <a:pt x="572578" y="167040"/>
                  </a:lnTo>
                  <a:lnTo>
                    <a:pt x="574500" y="168922"/>
                  </a:lnTo>
                  <a:lnTo>
                    <a:pt x="576421" y="170683"/>
                  </a:lnTo>
                  <a:lnTo>
                    <a:pt x="578342" y="172331"/>
                  </a:lnTo>
                  <a:lnTo>
                    <a:pt x="580264" y="173861"/>
                  </a:lnTo>
                  <a:lnTo>
                    <a:pt x="582185" y="175274"/>
                  </a:lnTo>
                  <a:lnTo>
                    <a:pt x="584107" y="176598"/>
                  </a:lnTo>
                  <a:lnTo>
                    <a:pt x="586028" y="177841"/>
                  </a:lnTo>
                  <a:lnTo>
                    <a:pt x="587950" y="179008"/>
                  </a:lnTo>
                  <a:lnTo>
                    <a:pt x="589871" y="180103"/>
                  </a:lnTo>
                  <a:lnTo>
                    <a:pt x="591792" y="181122"/>
                  </a:lnTo>
                  <a:lnTo>
                    <a:pt x="593714" y="182087"/>
                  </a:lnTo>
                  <a:lnTo>
                    <a:pt x="595635" y="183005"/>
                  </a:lnTo>
                  <a:lnTo>
                    <a:pt x="597557" y="183880"/>
                  </a:lnTo>
                  <a:lnTo>
                    <a:pt x="599478" y="184715"/>
                  </a:lnTo>
                  <a:lnTo>
                    <a:pt x="601399" y="185507"/>
                  </a:lnTo>
                  <a:lnTo>
                    <a:pt x="603321" y="186271"/>
                  </a:lnTo>
                  <a:lnTo>
                    <a:pt x="605242" y="187010"/>
                  </a:lnTo>
                  <a:lnTo>
                    <a:pt x="607164" y="187725"/>
                  </a:lnTo>
                  <a:lnTo>
                    <a:pt x="609085" y="188421"/>
                  </a:lnTo>
                  <a:lnTo>
                    <a:pt x="611006" y="189092"/>
                  </a:lnTo>
                  <a:lnTo>
                    <a:pt x="612928" y="189747"/>
                  </a:lnTo>
                  <a:lnTo>
                    <a:pt x="614849" y="190386"/>
                  </a:lnTo>
                  <a:lnTo>
                    <a:pt x="616771" y="191010"/>
                  </a:lnTo>
                  <a:lnTo>
                    <a:pt x="618692" y="191618"/>
                  </a:lnTo>
                  <a:lnTo>
                    <a:pt x="620613" y="192207"/>
                  </a:lnTo>
                  <a:lnTo>
                    <a:pt x="622535" y="192778"/>
                  </a:lnTo>
                  <a:lnTo>
                    <a:pt x="624456" y="193331"/>
                  </a:lnTo>
                  <a:lnTo>
                    <a:pt x="626378" y="193866"/>
                  </a:lnTo>
                  <a:lnTo>
                    <a:pt x="628299" y="194380"/>
                  </a:lnTo>
                  <a:lnTo>
                    <a:pt x="630220" y="194866"/>
                  </a:lnTo>
                  <a:lnTo>
                    <a:pt x="632142" y="195325"/>
                  </a:lnTo>
                  <a:lnTo>
                    <a:pt x="634063" y="195756"/>
                  </a:lnTo>
                  <a:lnTo>
                    <a:pt x="635985" y="196157"/>
                  </a:lnTo>
                  <a:lnTo>
                    <a:pt x="637906" y="196526"/>
                  </a:lnTo>
                  <a:lnTo>
                    <a:pt x="639827" y="196854"/>
                  </a:lnTo>
                  <a:lnTo>
                    <a:pt x="641749" y="197139"/>
                  </a:lnTo>
                  <a:lnTo>
                    <a:pt x="643670" y="197383"/>
                  </a:lnTo>
                  <a:lnTo>
                    <a:pt x="645592" y="197583"/>
                  </a:lnTo>
                  <a:lnTo>
                    <a:pt x="647513" y="197739"/>
                  </a:lnTo>
                  <a:lnTo>
                    <a:pt x="649434" y="197841"/>
                  </a:lnTo>
                  <a:lnTo>
                    <a:pt x="651356" y="197883"/>
                  </a:lnTo>
                  <a:lnTo>
                    <a:pt x="653277" y="197873"/>
                  </a:lnTo>
                  <a:lnTo>
                    <a:pt x="655199" y="197810"/>
                  </a:lnTo>
                  <a:lnTo>
                    <a:pt x="657120" y="197692"/>
                  </a:lnTo>
                  <a:lnTo>
                    <a:pt x="659042" y="197514"/>
                  </a:lnTo>
                  <a:lnTo>
                    <a:pt x="660963" y="197265"/>
                  </a:lnTo>
                  <a:lnTo>
                    <a:pt x="662884" y="196959"/>
                  </a:lnTo>
                  <a:lnTo>
                    <a:pt x="664806" y="196596"/>
                  </a:lnTo>
                  <a:lnTo>
                    <a:pt x="666727" y="196176"/>
                  </a:lnTo>
                  <a:lnTo>
                    <a:pt x="668649" y="195698"/>
                  </a:lnTo>
                  <a:lnTo>
                    <a:pt x="670570" y="195150"/>
                  </a:lnTo>
                  <a:lnTo>
                    <a:pt x="672491" y="194549"/>
                  </a:lnTo>
                  <a:lnTo>
                    <a:pt x="674413" y="193896"/>
                  </a:lnTo>
                  <a:lnTo>
                    <a:pt x="676334" y="193194"/>
                  </a:lnTo>
                  <a:lnTo>
                    <a:pt x="678256" y="192445"/>
                  </a:lnTo>
                  <a:lnTo>
                    <a:pt x="680177" y="191639"/>
                  </a:lnTo>
                  <a:lnTo>
                    <a:pt x="682098" y="190793"/>
                  </a:lnTo>
                  <a:lnTo>
                    <a:pt x="684020" y="189911"/>
                  </a:lnTo>
                  <a:lnTo>
                    <a:pt x="685941" y="188996"/>
                  </a:lnTo>
                  <a:lnTo>
                    <a:pt x="687863" y="188052"/>
                  </a:lnTo>
                  <a:lnTo>
                    <a:pt x="689784" y="187077"/>
                  </a:lnTo>
                  <a:lnTo>
                    <a:pt x="691705" y="186083"/>
                  </a:lnTo>
                  <a:lnTo>
                    <a:pt x="693627" y="185075"/>
                  </a:lnTo>
                  <a:lnTo>
                    <a:pt x="695548" y="184058"/>
                  </a:lnTo>
                  <a:lnTo>
                    <a:pt x="697470" y="183035"/>
                  </a:lnTo>
                  <a:lnTo>
                    <a:pt x="699391" y="182012"/>
                  </a:lnTo>
                  <a:lnTo>
                    <a:pt x="701312" y="180997"/>
                  </a:lnTo>
                  <a:lnTo>
                    <a:pt x="703234" y="179994"/>
                  </a:lnTo>
                  <a:lnTo>
                    <a:pt x="705155" y="179006"/>
                  </a:lnTo>
                  <a:lnTo>
                    <a:pt x="707077" y="178040"/>
                  </a:lnTo>
                  <a:lnTo>
                    <a:pt x="708998" y="177104"/>
                  </a:lnTo>
                  <a:lnTo>
                    <a:pt x="710919" y="176205"/>
                  </a:lnTo>
                  <a:lnTo>
                    <a:pt x="712841" y="175343"/>
                  </a:lnTo>
                  <a:lnTo>
                    <a:pt x="714762" y="174522"/>
                  </a:lnTo>
                  <a:lnTo>
                    <a:pt x="716684" y="173746"/>
                  </a:lnTo>
                  <a:lnTo>
                    <a:pt x="718605" y="173027"/>
                  </a:lnTo>
                  <a:lnTo>
                    <a:pt x="720526" y="172371"/>
                  </a:lnTo>
                  <a:lnTo>
                    <a:pt x="722448" y="171775"/>
                  </a:lnTo>
                  <a:lnTo>
                    <a:pt x="724369" y="171240"/>
                  </a:lnTo>
                  <a:lnTo>
                    <a:pt x="726291" y="170769"/>
                  </a:lnTo>
                  <a:lnTo>
                    <a:pt x="728212" y="170373"/>
                  </a:lnTo>
                  <a:lnTo>
                    <a:pt x="730134" y="170063"/>
                  </a:lnTo>
                  <a:lnTo>
                    <a:pt x="732055" y="169825"/>
                  </a:lnTo>
                  <a:lnTo>
                    <a:pt x="733976" y="169662"/>
                  </a:lnTo>
                  <a:lnTo>
                    <a:pt x="735898" y="169575"/>
                  </a:lnTo>
                  <a:lnTo>
                    <a:pt x="737819" y="169570"/>
                  </a:lnTo>
                  <a:lnTo>
                    <a:pt x="739741" y="169662"/>
                  </a:lnTo>
                  <a:lnTo>
                    <a:pt x="741662" y="169832"/>
                  </a:lnTo>
                  <a:lnTo>
                    <a:pt x="743583" y="170080"/>
                  </a:lnTo>
                  <a:lnTo>
                    <a:pt x="745505" y="170404"/>
                  </a:lnTo>
                  <a:lnTo>
                    <a:pt x="747426" y="170807"/>
                  </a:lnTo>
                  <a:lnTo>
                    <a:pt x="749348" y="171306"/>
                  </a:lnTo>
                  <a:lnTo>
                    <a:pt x="751269" y="171877"/>
                  </a:lnTo>
                  <a:lnTo>
                    <a:pt x="753190" y="172518"/>
                  </a:lnTo>
                  <a:lnTo>
                    <a:pt x="755112" y="173227"/>
                  </a:lnTo>
                  <a:lnTo>
                    <a:pt x="757033" y="174001"/>
                  </a:lnTo>
                  <a:lnTo>
                    <a:pt x="758955" y="174854"/>
                  </a:lnTo>
                  <a:lnTo>
                    <a:pt x="760876" y="175765"/>
                  </a:lnTo>
                  <a:lnTo>
                    <a:pt x="762797" y="176728"/>
                  </a:lnTo>
                  <a:lnTo>
                    <a:pt x="764719" y="177741"/>
                  </a:lnTo>
                  <a:lnTo>
                    <a:pt x="766640" y="178799"/>
                  </a:lnTo>
                  <a:lnTo>
                    <a:pt x="768562" y="179907"/>
                  </a:lnTo>
                  <a:lnTo>
                    <a:pt x="770483" y="181051"/>
                  </a:lnTo>
                  <a:lnTo>
                    <a:pt x="772404" y="182224"/>
                  </a:lnTo>
                  <a:lnTo>
                    <a:pt x="774326" y="183423"/>
                  </a:lnTo>
                  <a:lnTo>
                    <a:pt x="776247" y="184642"/>
                  </a:lnTo>
                  <a:lnTo>
                    <a:pt x="778169" y="185879"/>
                  </a:lnTo>
                  <a:lnTo>
                    <a:pt x="780090" y="187126"/>
                  </a:lnTo>
                  <a:lnTo>
                    <a:pt x="782011" y="188377"/>
                  </a:lnTo>
                  <a:lnTo>
                    <a:pt x="783933" y="189628"/>
                  </a:lnTo>
                  <a:lnTo>
                    <a:pt x="785854" y="190874"/>
                  </a:lnTo>
                  <a:lnTo>
                    <a:pt x="787776" y="192111"/>
                  </a:lnTo>
                  <a:lnTo>
                    <a:pt x="789697" y="193330"/>
                  </a:lnTo>
                  <a:lnTo>
                    <a:pt x="791618" y="194531"/>
                  </a:lnTo>
                  <a:lnTo>
                    <a:pt x="793540" y="195711"/>
                  </a:lnTo>
                  <a:lnTo>
                    <a:pt x="795461" y="196865"/>
                  </a:lnTo>
                  <a:lnTo>
                    <a:pt x="797383" y="197988"/>
                  </a:lnTo>
                  <a:lnTo>
                    <a:pt x="799304" y="199072"/>
                  </a:lnTo>
                  <a:lnTo>
                    <a:pt x="801226" y="200121"/>
                  </a:lnTo>
                  <a:lnTo>
                    <a:pt x="803147" y="201134"/>
                  </a:lnTo>
                  <a:lnTo>
                    <a:pt x="805068" y="202109"/>
                  </a:lnTo>
                  <a:lnTo>
                    <a:pt x="806990" y="203039"/>
                  </a:lnTo>
                  <a:lnTo>
                    <a:pt x="808911" y="203918"/>
                  </a:lnTo>
                  <a:lnTo>
                    <a:pt x="810833" y="204755"/>
                  </a:lnTo>
                  <a:lnTo>
                    <a:pt x="812754" y="205547"/>
                  </a:lnTo>
                  <a:lnTo>
                    <a:pt x="814675" y="206296"/>
                  </a:lnTo>
                  <a:lnTo>
                    <a:pt x="816597" y="207000"/>
                  </a:lnTo>
                  <a:lnTo>
                    <a:pt x="818518" y="207647"/>
                  </a:lnTo>
                  <a:lnTo>
                    <a:pt x="820440" y="208252"/>
                  </a:lnTo>
                  <a:lnTo>
                    <a:pt x="822361" y="208814"/>
                  </a:lnTo>
                  <a:lnTo>
                    <a:pt x="824282" y="209334"/>
                  </a:lnTo>
                  <a:lnTo>
                    <a:pt x="826204" y="209815"/>
                  </a:lnTo>
                  <a:lnTo>
                    <a:pt x="828125" y="210244"/>
                  </a:lnTo>
                  <a:lnTo>
                    <a:pt x="830047" y="210636"/>
                  </a:lnTo>
                  <a:lnTo>
                    <a:pt x="831968" y="210993"/>
                  </a:lnTo>
                  <a:lnTo>
                    <a:pt x="833889" y="211316"/>
                  </a:lnTo>
                  <a:lnTo>
                    <a:pt x="835811" y="211608"/>
                  </a:lnTo>
                  <a:lnTo>
                    <a:pt x="837732" y="211861"/>
                  </a:lnTo>
                  <a:lnTo>
                    <a:pt x="839654" y="212086"/>
                  </a:lnTo>
                  <a:lnTo>
                    <a:pt x="841575" y="212286"/>
                  </a:lnTo>
                  <a:lnTo>
                    <a:pt x="843496" y="212463"/>
                  </a:lnTo>
                  <a:lnTo>
                    <a:pt x="845418" y="212619"/>
                  </a:lnTo>
                  <a:lnTo>
                    <a:pt x="847339" y="212751"/>
                  </a:lnTo>
                  <a:lnTo>
                    <a:pt x="849261" y="212865"/>
                  </a:lnTo>
                  <a:lnTo>
                    <a:pt x="851182" y="212965"/>
                  </a:lnTo>
                  <a:lnTo>
                    <a:pt x="853103" y="213052"/>
                  </a:lnTo>
                  <a:lnTo>
                    <a:pt x="855025" y="213129"/>
                  </a:lnTo>
                  <a:lnTo>
                    <a:pt x="856946" y="213194"/>
                  </a:lnTo>
                  <a:lnTo>
                    <a:pt x="858868" y="213252"/>
                  </a:lnTo>
                  <a:lnTo>
                    <a:pt x="860789" y="213305"/>
                  </a:lnTo>
                  <a:lnTo>
                    <a:pt x="862710" y="213354"/>
                  </a:lnTo>
                  <a:lnTo>
                    <a:pt x="864632" y="213400"/>
                  </a:lnTo>
                  <a:lnTo>
                    <a:pt x="866553" y="213445"/>
                  </a:lnTo>
                  <a:lnTo>
                    <a:pt x="868475" y="213489"/>
                  </a:lnTo>
                  <a:lnTo>
                    <a:pt x="870396" y="213535"/>
                  </a:lnTo>
                  <a:lnTo>
                    <a:pt x="872318" y="213583"/>
                  </a:lnTo>
                  <a:lnTo>
                    <a:pt x="874239" y="213633"/>
                  </a:lnTo>
                  <a:lnTo>
                    <a:pt x="876160" y="213686"/>
                  </a:lnTo>
                  <a:lnTo>
                    <a:pt x="878082" y="213744"/>
                  </a:lnTo>
                  <a:lnTo>
                    <a:pt x="880003" y="213806"/>
                  </a:lnTo>
                  <a:lnTo>
                    <a:pt x="881925" y="213872"/>
                  </a:lnTo>
                  <a:lnTo>
                    <a:pt x="883846" y="213942"/>
                  </a:lnTo>
                  <a:lnTo>
                    <a:pt x="885767" y="214016"/>
                  </a:lnTo>
                  <a:lnTo>
                    <a:pt x="887689" y="214096"/>
                  </a:lnTo>
                  <a:lnTo>
                    <a:pt x="889610" y="214180"/>
                  </a:lnTo>
                  <a:lnTo>
                    <a:pt x="891532" y="214267"/>
                  </a:lnTo>
                  <a:lnTo>
                    <a:pt x="893453" y="214358"/>
                  </a:lnTo>
                  <a:lnTo>
                    <a:pt x="895374" y="214451"/>
                  </a:lnTo>
                  <a:lnTo>
                    <a:pt x="897296" y="214548"/>
                  </a:lnTo>
                  <a:lnTo>
                    <a:pt x="899217" y="214646"/>
                  </a:lnTo>
                  <a:lnTo>
                    <a:pt x="901139" y="214746"/>
                  </a:lnTo>
                  <a:lnTo>
                    <a:pt x="903060" y="214846"/>
                  </a:lnTo>
                  <a:lnTo>
                    <a:pt x="904981" y="214947"/>
                  </a:lnTo>
                  <a:lnTo>
                    <a:pt x="906903" y="215047"/>
                  </a:lnTo>
                  <a:lnTo>
                    <a:pt x="908824" y="215147"/>
                  </a:lnTo>
                  <a:lnTo>
                    <a:pt x="910746" y="215246"/>
                  </a:lnTo>
                  <a:lnTo>
                    <a:pt x="912667" y="215343"/>
                  </a:lnTo>
                  <a:lnTo>
                    <a:pt x="914588" y="215439"/>
                  </a:lnTo>
                  <a:lnTo>
                    <a:pt x="916510" y="215532"/>
                  </a:lnTo>
                  <a:lnTo>
                    <a:pt x="918431" y="215622"/>
                  </a:lnTo>
                  <a:lnTo>
                    <a:pt x="920353" y="215710"/>
                  </a:lnTo>
                  <a:lnTo>
                    <a:pt x="922274" y="215796"/>
                  </a:lnTo>
                  <a:lnTo>
                    <a:pt x="924195" y="215879"/>
                  </a:lnTo>
                  <a:lnTo>
                    <a:pt x="926117" y="215959"/>
                  </a:lnTo>
                  <a:lnTo>
                    <a:pt x="928038" y="216037"/>
                  </a:lnTo>
                  <a:lnTo>
                    <a:pt x="929960" y="216112"/>
                  </a:lnTo>
                  <a:lnTo>
                    <a:pt x="931881" y="216184"/>
                  </a:lnTo>
                  <a:lnTo>
                    <a:pt x="933802" y="216255"/>
                  </a:lnTo>
                  <a:lnTo>
                    <a:pt x="935724" y="216323"/>
                  </a:lnTo>
                  <a:lnTo>
                    <a:pt x="937645" y="216389"/>
                  </a:lnTo>
                  <a:lnTo>
                    <a:pt x="939567" y="216454"/>
                  </a:lnTo>
                  <a:lnTo>
                    <a:pt x="941488" y="216517"/>
                  </a:lnTo>
                  <a:lnTo>
                    <a:pt x="943410" y="216579"/>
                  </a:lnTo>
                  <a:lnTo>
                    <a:pt x="945331" y="216639"/>
                  </a:lnTo>
                  <a:lnTo>
                    <a:pt x="947252" y="216698"/>
                  </a:lnTo>
                  <a:lnTo>
                    <a:pt x="949174" y="216756"/>
                  </a:lnTo>
                  <a:lnTo>
                    <a:pt x="951095" y="216814"/>
                  </a:lnTo>
                  <a:lnTo>
                    <a:pt x="953017" y="216870"/>
                  </a:lnTo>
                  <a:lnTo>
                    <a:pt x="954938" y="216926"/>
                  </a:lnTo>
                  <a:lnTo>
                    <a:pt x="956859" y="216980"/>
                  </a:lnTo>
                  <a:lnTo>
                    <a:pt x="958781" y="217034"/>
                  </a:lnTo>
                  <a:lnTo>
                    <a:pt x="960702" y="217087"/>
                  </a:lnTo>
                  <a:lnTo>
                    <a:pt x="962624" y="217138"/>
                  </a:lnTo>
                  <a:lnTo>
                    <a:pt x="964545" y="217189"/>
                  </a:lnTo>
                  <a:lnTo>
                    <a:pt x="966466" y="217238"/>
                  </a:lnTo>
                  <a:lnTo>
                    <a:pt x="968388" y="217286"/>
                  </a:lnTo>
                  <a:lnTo>
                    <a:pt x="970309" y="217332"/>
                  </a:lnTo>
                  <a:lnTo>
                    <a:pt x="972231" y="217377"/>
                  </a:lnTo>
                  <a:lnTo>
                    <a:pt x="974152" y="217421"/>
                  </a:lnTo>
                  <a:lnTo>
                    <a:pt x="976073" y="217462"/>
                  </a:lnTo>
                  <a:lnTo>
                    <a:pt x="977995" y="217502"/>
                  </a:lnTo>
                  <a:lnTo>
                    <a:pt x="979916" y="217539"/>
                  </a:lnTo>
                  <a:lnTo>
                    <a:pt x="981838" y="217575"/>
                  </a:lnTo>
                </a:path>
              </a:pathLst>
            </a:cu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4199470" y="2873724"/>
              <a:ext cx="1080021" cy="0"/>
            </a:xfrm>
            <a:custGeom>
              <a:avLst/>
              <a:pathLst>
                <a:path w="1080021" h="0">
                  <a:moveTo>
                    <a:pt x="0" y="0"/>
                  </a:moveTo>
                  <a:lnTo>
                    <a:pt x="10800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4248562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4494021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4739481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4984941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5230400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tx99"/>
            <p:cNvSpPr/>
            <p:nvPr/>
          </p:nvSpPr>
          <p:spPr>
            <a:xfrm>
              <a:off x="4170881" y="2934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4416341" y="2934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4661800" y="2934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4907260" y="2936026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5121641" y="2934662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4696814" y="3085448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105" name="rc105"/>
            <p:cNvSpPr/>
            <p:nvPr/>
          </p:nvSpPr>
          <p:spPr>
            <a:xfrm>
              <a:off x="3158944" y="3353201"/>
              <a:ext cx="3161073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tx106"/>
            <p:cNvSpPr/>
            <p:nvPr/>
          </p:nvSpPr>
          <p:spPr>
            <a:xfrm>
              <a:off x="3228533" y="3480881"/>
              <a:ext cx="8461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Window</a:t>
              </a:r>
            </a:p>
          </p:txBody>
        </p:sp>
        <p:sp>
          <p:nvSpPr>
            <p:cNvPr id="107" name="rc107"/>
            <p:cNvSpPr/>
            <p:nvPr/>
          </p:nvSpPr>
          <p:spPr>
            <a:xfrm>
              <a:off x="4155372" y="3422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4173372" y="3440790"/>
              <a:ext cx="183455" cy="183455"/>
            </a:xfrm>
            <a:prstGeom prst="rect">
              <a:avLst/>
            </a:pr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4618781" y="3422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4636781" y="3440790"/>
              <a:ext cx="183455" cy="183455"/>
            </a:xfrm>
            <a:prstGeom prst="rect">
              <a:avLst/>
            </a:pr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5044090" y="3422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5062091" y="3440790"/>
              <a:ext cx="183455" cy="183455"/>
            </a:xfrm>
            <a:prstGeom prst="rect">
              <a:avLst/>
            </a:pr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5469400" y="3422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5487400" y="3440790"/>
              <a:ext cx="183455" cy="183455"/>
            </a:xfrm>
            <a:prstGeom prst="rect">
              <a:avLst/>
            </a:pr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5894709" y="3422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5912709" y="3440790"/>
              <a:ext cx="183456" cy="183455"/>
            </a:xfrm>
            <a:prstGeom prst="rect">
              <a:avLst/>
            </a:pr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tx117"/>
            <p:cNvSpPr/>
            <p:nvPr/>
          </p:nvSpPr>
          <p:spPr>
            <a:xfrm>
              <a:off x="4444417" y="3492191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4907826" y="34908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5333136" y="349219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5758445" y="3492518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6183754" y="34908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22" name="rc122"/>
            <p:cNvSpPr/>
            <p:nvPr/>
          </p:nvSpPr>
          <p:spPr>
            <a:xfrm>
              <a:off x="5349081" y="581025"/>
              <a:ext cx="1219200" cy="32003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5418670" y="878303"/>
              <a:ext cx="1080021" cy="19954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5467762" y="2354937"/>
              <a:ext cx="981838" cy="428085"/>
            </a:xfrm>
            <a:custGeom>
              <a:avLst/>
              <a:pathLst>
                <a:path w="981838" h="428085">
                  <a:moveTo>
                    <a:pt x="0" y="428085"/>
                  </a:moveTo>
                  <a:lnTo>
                    <a:pt x="1921" y="428085"/>
                  </a:lnTo>
                  <a:lnTo>
                    <a:pt x="3842" y="428085"/>
                  </a:lnTo>
                  <a:lnTo>
                    <a:pt x="5764" y="428085"/>
                  </a:lnTo>
                  <a:lnTo>
                    <a:pt x="7685" y="428085"/>
                  </a:lnTo>
                  <a:lnTo>
                    <a:pt x="9607" y="428085"/>
                  </a:lnTo>
                  <a:lnTo>
                    <a:pt x="11528" y="428085"/>
                  </a:lnTo>
                  <a:lnTo>
                    <a:pt x="13449" y="428085"/>
                  </a:lnTo>
                  <a:lnTo>
                    <a:pt x="15371" y="428085"/>
                  </a:lnTo>
                  <a:lnTo>
                    <a:pt x="17292" y="428085"/>
                  </a:lnTo>
                  <a:lnTo>
                    <a:pt x="19214" y="428084"/>
                  </a:lnTo>
                  <a:lnTo>
                    <a:pt x="21135" y="428084"/>
                  </a:lnTo>
                  <a:lnTo>
                    <a:pt x="23056" y="428084"/>
                  </a:lnTo>
                  <a:lnTo>
                    <a:pt x="24978" y="428083"/>
                  </a:lnTo>
                  <a:lnTo>
                    <a:pt x="26899" y="428081"/>
                  </a:lnTo>
                  <a:lnTo>
                    <a:pt x="28821" y="428079"/>
                  </a:lnTo>
                  <a:lnTo>
                    <a:pt x="30742" y="428074"/>
                  </a:lnTo>
                  <a:lnTo>
                    <a:pt x="32663" y="428065"/>
                  </a:lnTo>
                  <a:lnTo>
                    <a:pt x="34585" y="428050"/>
                  </a:lnTo>
                  <a:lnTo>
                    <a:pt x="36506" y="428025"/>
                  </a:lnTo>
                  <a:lnTo>
                    <a:pt x="38428" y="427986"/>
                  </a:lnTo>
                  <a:lnTo>
                    <a:pt x="40349" y="427922"/>
                  </a:lnTo>
                  <a:lnTo>
                    <a:pt x="42270" y="427824"/>
                  </a:lnTo>
                  <a:lnTo>
                    <a:pt x="44192" y="427676"/>
                  </a:lnTo>
                  <a:lnTo>
                    <a:pt x="46113" y="427443"/>
                  </a:lnTo>
                  <a:lnTo>
                    <a:pt x="48035" y="427093"/>
                  </a:lnTo>
                  <a:lnTo>
                    <a:pt x="49956" y="426583"/>
                  </a:lnTo>
                  <a:lnTo>
                    <a:pt x="51877" y="425856"/>
                  </a:lnTo>
                  <a:lnTo>
                    <a:pt x="53799" y="424841"/>
                  </a:lnTo>
                  <a:lnTo>
                    <a:pt x="55720" y="423455"/>
                  </a:lnTo>
                  <a:lnTo>
                    <a:pt x="57642" y="421600"/>
                  </a:lnTo>
                  <a:lnTo>
                    <a:pt x="59563" y="419166"/>
                  </a:lnTo>
                  <a:lnTo>
                    <a:pt x="61484" y="416036"/>
                  </a:lnTo>
                  <a:lnTo>
                    <a:pt x="63406" y="412085"/>
                  </a:lnTo>
                  <a:lnTo>
                    <a:pt x="65327" y="407055"/>
                  </a:lnTo>
                  <a:lnTo>
                    <a:pt x="67249" y="400952"/>
                  </a:lnTo>
                  <a:lnTo>
                    <a:pt x="69170" y="393705"/>
                  </a:lnTo>
                  <a:lnTo>
                    <a:pt x="71091" y="385278"/>
                  </a:lnTo>
                  <a:lnTo>
                    <a:pt x="73013" y="375683"/>
                  </a:lnTo>
                  <a:lnTo>
                    <a:pt x="74934" y="364982"/>
                  </a:lnTo>
                  <a:lnTo>
                    <a:pt x="76856" y="353293"/>
                  </a:lnTo>
                  <a:lnTo>
                    <a:pt x="78777" y="340786"/>
                  </a:lnTo>
                  <a:lnTo>
                    <a:pt x="80699" y="327680"/>
                  </a:lnTo>
                  <a:lnTo>
                    <a:pt x="82620" y="314235"/>
                  </a:lnTo>
                  <a:lnTo>
                    <a:pt x="84541" y="300792"/>
                  </a:lnTo>
                  <a:lnTo>
                    <a:pt x="86463" y="287660"/>
                  </a:lnTo>
                  <a:lnTo>
                    <a:pt x="88384" y="275094"/>
                  </a:lnTo>
                  <a:lnTo>
                    <a:pt x="90306" y="263306"/>
                  </a:lnTo>
                  <a:lnTo>
                    <a:pt x="92227" y="252452"/>
                  </a:lnTo>
                  <a:lnTo>
                    <a:pt x="94148" y="242626"/>
                  </a:lnTo>
                  <a:lnTo>
                    <a:pt x="96070" y="233853"/>
                  </a:lnTo>
                  <a:lnTo>
                    <a:pt x="97991" y="226099"/>
                  </a:lnTo>
                  <a:lnTo>
                    <a:pt x="99913" y="219277"/>
                  </a:lnTo>
                  <a:lnTo>
                    <a:pt x="101834" y="213311"/>
                  </a:lnTo>
                  <a:lnTo>
                    <a:pt x="103755" y="207989"/>
                  </a:lnTo>
                  <a:lnTo>
                    <a:pt x="105677" y="203132"/>
                  </a:lnTo>
                  <a:lnTo>
                    <a:pt x="107598" y="198617"/>
                  </a:lnTo>
                  <a:lnTo>
                    <a:pt x="109520" y="194348"/>
                  </a:lnTo>
                  <a:lnTo>
                    <a:pt x="111441" y="190267"/>
                  </a:lnTo>
                  <a:lnTo>
                    <a:pt x="113362" y="186343"/>
                  </a:lnTo>
                  <a:lnTo>
                    <a:pt x="115284" y="182577"/>
                  </a:lnTo>
                  <a:lnTo>
                    <a:pt x="117205" y="178984"/>
                  </a:lnTo>
                  <a:lnTo>
                    <a:pt x="119127" y="175587"/>
                  </a:lnTo>
                  <a:lnTo>
                    <a:pt x="121048" y="172430"/>
                  </a:lnTo>
                  <a:lnTo>
                    <a:pt x="122969" y="169478"/>
                  </a:lnTo>
                  <a:lnTo>
                    <a:pt x="124891" y="166686"/>
                  </a:lnTo>
                  <a:lnTo>
                    <a:pt x="126812" y="163980"/>
                  </a:lnTo>
                  <a:lnTo>
                    <a:pt x="128734" y="161256"/>
                  </a:lnTo>
                  <a:lnTo>
                    <a:pt x="130655" y="158381"/>
                  </a:lnTo>
                  <a:lnTo>
                    <a:pt x="132576" y="155205"/>
                  </a:lnTo>
                  <a:lnTo>
                    <a:pt x="134498" y="151566"/>
                  </a:lnTo>
                  <a:lnTo>
                    <a:pt x="136419" y="147304"/>
                  </a:lnTo>
                  <a:lnTo>
                    <a:pt x="138341" y="142230"/>
                  </a:lnTo>
                  <a:lnTo>
                    <a:pt x="140262" y="136154"/>
                  </a:lnTo>
                  <a:lnTo>
                    <a:pt x="142183" y="129068"/>
                  </a:lnTo>
                  <a:lnTo>
                    <a:pt x="144105" y="120938"/>
                  </a:lnTo>
                  <a:lnTo>
                    <a:pt x="146026" y="111780"/>
                  </a:lnTo>
                  <a:lnTo>
                    <a:pt x="147948" y="101660"/>
                  </a:lnTo>
                  <a:lnTo>
                    <a:pt x="149869" y="90701"/>
                  </a:lnTo>
                  <a:lnTo>
                    <a:pt x="151791" y="79080"/>
                  </a:lnTo>
                  <a:lnTo>
                    <a:pt x="153712" y="67028"/>
                  </a:lnTo>
                  <a:lnTo>
                    <a:pt x="155633" y="54831"/>
                  </a:lnTo>
                  <a:lnTo>
                    <a:pt x="157555" y="42874"/>
                  </a:lnTo>
                  <a:lnTo>
                    <a:pt x="159476" y="31609"/>
                  </a:lnTo>
                  <a:lnTo>
                    <a:pt x="161398" y="21441"/>
                  </a:lnTo>
                  <a:lnTo>
                    <a:pt x="163319" y="12792"/>
                  </a:lnTo>
                  <a:lnTo>
                    <a:pt x="165240" y="6080"/>
                  </a:lnTo>
                  <a:lnTo>
                    <a:pt x="167162" y="1698"/>
                  </a:lnTo>
                  <a:lnTo>
                    <a:pt x="169083" y="0"/>
                  </a:lnTo>
                  <a:lnTo>
                    <a:pt x="171005" y="1276"/>
                  </a:lnTo>
                  <a:lnTo>
                    <a:pt x="172926" y="5743"/>
                  </a:lnTo>
                  <a:lnTo>
                    <a:pt x="174847" y="13527"/>
                  </a:lnTo>
                  <a:lnTo>
                    <a:pt x="176769" y="25051"/>
                  </a:lnTo>
                  <a:lnTo>
                    <a:pt x="178690" y="39768"/>
                  </a:lnTo>
                  <a:lnTo>
                    <a:pt x="180612" y="57417"/>
                  </a:lnTo>
                  <a:lnTo>
                    <a:pt x="182533" y="77653"/>
                  </a:lnTo>
                  <a:lnTo>
                    <a:pt x="184454" y="100056"/>
                  </a:lnTo>
                  <a:lnTo>
                    <a:pt x="186376" y="124142"/>
                  </a:lnTo>
                  <a:lnTo>
                    <a:pt x="188297" y="149388"/>
                  </a:lnTo>
                  <a:lnTo>
                    <a:pt x="190219" y="175257"/>
                  </a:lnTo>
                  <a:lnTo>
                    <a:pt x="192140" y="201215"/>
                  </a:lnTo>
                  <a:lnTo>
                    <a:pt x="194061" y="226723"/>
                  </a:lnTo>
                  <a:lnTo>
                    <a:pt x="195983" y="251204"/>
                  </a:lnTo>
                  <a:lnTo>
                    <a:pt x="197904" y="274345"/>
                  </a:lnTo>
                  <a:lnTo>
                    <a:pt x="199826" y="295872"/>
                  </a:lnTo>
                  <a:lnTo>
                    <a:pt x="201747" y="315592"/>
                  </a:lnTo>
                  <a:lnTo>
                    <a:pt x="203668" y="333387"/>
                  </a:lnTo>
                  <a:lnTo>
                    <a:pt x="205590" y="349213"/>
                  </a:lnTo>
                  <a:lnTo>
                    <a:pt x="207511" y="363088"/>
                  </a:lnTo>
                  <a:lnTo>
                    <a:pt x="209433" y="375084"/>
                  </a:lnTo>
                  <a:lnTo>
                    <a:pt x="211354" y="385315"/>
                  </a:lnTo>
                  <a:lnTo>
                    <a:pt x="213275" y="393810"/>
                  </a:lnTo>
                  <a:lnTo>
                    <a:pt x="215197" y="400818"/>
                  </a:lnTo>
                  <a:lnTo>
                    <a:pt x="217118" y="406591"/>
                  </a:lnTo>
                  <a:lnTo>
                    <a:pt x="219040" y="411295"/>
                  </a:lnTo>
                  <a:lnTo>
                    <a:pt x="220961" y="415089"/>
                  </a:lnTo>
                  <a:lnTo>
                    <a:pt x="222883" y="418116"/>
                  </a:lnTo>
                  <a:lnTo>
                    <a:pt x="224804" y="420508"/>
                  </a:lnTo>
                  <a:lnTo>
                    <a:pt x="226725" y="422380"/>
                  </a:lnTo>
                  <a:lnTo>
                    <a:pt x="228647" y="423830"/>
                  </a:lnTo>
                  <a:lnTo>
                    <a:pt x="230568" y="424942"/>
                  </a:lnTo>
                  <a:lnTo>
                    <a:pt x="232490" y="425763"/>
                  </a:lnTo>
                  <a:lnTo>
                    <a:pt x="234411" y="426386"/>
                  </a:lnTo>
                  <a:lnTo>
                    <a:pt x="236332" y="426855"/>
                  </a:lnTo>
                  <a:lnTo>
                    <a:pt x="238254" y="427204"/>
                  </a:lnTo>
                  <a:lnTo>
                    <a:pt x="240175" y="427462"/>
                  </a:lnTo>
                  <a:lnTo>
                    <a:pt x="242097" y="427649"/>
                  </a:lnTo>
                  <a:lnTo>
                    <a:pt x="244018" y="427785"/>
                  </a:lnTo>
                  <a:lnTo>
                    <a:pt x="245939" y="427881"/>
                  </a:lnTo>
                  <a:lnTo>
                    <a:pt x="247861" y="427948"/>
                  </a:lnTo>
                  <a:lnTo>
                    <a:pt x="249782" y="427994"/>
                  </a:lnTo>
                  <a:lnTo>
                    <a:pt x="251704" y="428025"/>
                  </a:lnTo>
                  <a:lnTo>
                    <a:pt x="253625" y="428046"/>
                  </a:lnTo>
                  <a:lnTo>
                    <a:pt x="255546" y="428060"/>
                  </a:lnTo>
                  <a:lnTo>
                    <a:pt x="257468" y="428069"/>
                  </a:lnTo>
                  <a:lnTo>
                    <a:pt x="259389" y="428075"/>
                  </a:lnTo>
                  <a:lnTo>
                    <a:pt x="261311" y="428079"/>
                  </a:lnTo>
                  <a:lnTo>
                    <a:pt x="263232" y="428081"/>
                  </a:lnTo>
                  <a:lnTo>
                    <a:pt x="265153" y="428083"/>
                  </a:lnTo>
                  <a:lnTo>
                    <a:pt x="267075" y="428083"/>
                  </a:lnTo>
                  <a:lnTo>
                    <a:pt x="268996" y="428084"/>
                  </a:lnTo>
                  <a:lnTo>
                    <a:pt x="270918" y="428084"/>
                  </a:lnTo>
                  <a:lnTo>
                    <a:pt x="272839" y="428084"/>
                  </a:lnTo>
                  <a:lnTo>
                    <a:pt x="274760" y="428085"/>
                  </a:lnTo>
                  <a:lnTo>
                    <a:pt x="276682" y="428085"/>
                  </a:lnTo>
                  <a:lnTo>
                    <a:pt x="278603" y="428085"/>
                  </a:lnTo>
                  <a:lnTo>
                    <a:pt x="280525" y="428085"/>
                  </a:lnTo>
                  <a:lnTo>
                    <a:pt x="282446" y="428085"/>
                  </a:lnTo>
                  <a:lnTo>
                    <a:pt x="284367" y="428085"/>
                  </a:lnTo>
                  <a:lnTo>
                    <a:pt x="286289" y="428085"/>
                  </a:lnTo>
                  <a:lnTo>
                    <a:pt x="288210" y="428085"/>
                  </a:lnTo>
                  <a:lnTo>
                    <a:pt x="290132" y="428085"/>
                  </a:lnTo>
                  <a:lnTo>
                    <a:pt x="292053" y="428085"/>
                  </a:lnTo>
                  <a:lnTo>
                    <a:pt x="293975" y="428085"/>
                  </a:lnTo>
                  <a:lnTo>
                    <a:pt x="295896" y="428085"/>
                  </a:lnTo>
                  <a:lnTo>
                    <a:pt x="297817" y="428085"/>
                  </a:lnTo>
                  <a:lnTo>
                    <a:pt x="299739" y="428085"/>
                  </a:lnTo>
                  <a:lnTo>
                    <a:pt x="301660" y="428085"/>
                  </a:lnTo>
                  <a:lnTo>
                    <a:pt x="303582" y="428085"/>
                  </a:lnTo>
                  <a:lnTo>
                    <a:pt x="305503" y="428085"/>
                  </a:lnTo>
                  <a:lnTo>
                    <a:pt x="307424" y="428085"/>
                  </a:lnTo>
                  <a:lnTo>
                    <a:pt x="309346" y="428085"/>
                  </a:lnTo>
                  <a:lnTo>
                    <a:pt x="311267" y="428085"/>
                  </a:lnTo>
                  <a:lnTo>
                    <a:pt x="313189" y="428085"/>
                  </a:lnTo>
                  <a:lnTo>
                    <a:pt x="315110" y="428085"/>
                  </a:lnTo>
                  <a:lnTo>
                    <a:pt x="317031" y="428085"/>
                  </a:lnTo>
                  <a:lnTo>
                    <a:pt x="318953" y="428085"/>
                  </a:lnTo>
                  <a:lnTo>
                    <a:pt x="320874" y="428085"/>
                  </a:lnTo>
                  <a:lnTo>
                    <a:pt x="322796" y="428085"/>
                  </a:lnTo>
                  <a:lnTo>
                    <a:pt x="324717" y="428085"/>
                  </a:lnTo>
                  <a:lnTo>
                    <a:pt x="326638" y="428085"/>
                  </a:lnTo>
                  <a:lnTo>
                    <a:pt x="328560" y="428085"/>
                  </a:lnTo>
                  <a:lnTo>
                    <a:pt x="330481" y="428085"/>
                  </a:lnTo>
                  <a:lnTo>
                    <a:pt x="332403" y="428085"/>
                  </a:lnTo>
                  <a:lnTo>
                    <a:pt x="334324" y="428085"/>
                  </a:lnTo>
                  <a:lnTo>
                    <a:pt x="336245" y="428085"/>
                  </a:lnTo>
                  <a:lnTo>
                    <a:pt x="338167" y="428085"/>
                  </a:lnTo>
                  <a:lnTo>
                    <a:pt x="340088" y="428085"/>
                  </a:lnTo>
                  <a:lnTo>
                    <a:pt x="342010" y="428085"/>
                  </a:lnTo>
                  <a:lnTo>
                    <a:pt x="343931" y="428085"/>
                  </a:lnTo>
                  <a:lnTo>
                    <a:pt x="345852" y="428085"/>
                  </a:lnTo>
                  <a:lnTo>
                    <a:pt x="347774" y="428085"/>
                  </a:lnTo>
                  <a:lnTo>
                    <a:pt x="349695" y="428085"/>
                  </a:lnTo>
                  <a:lnTo>
                    <a:pt x="351617" y="428085"/>
                  </a:lnTo>
                  <a:lnTo>
                    <a:pt x="353538" y="428085"/>
                  </a:lnTo>
                  <a:lnTo>
                    <a:pt x="355459" y="428085"/>
                  </a:lnTo>
                  <a:lnTo>
                    <a:pt x="357381" y="428085"/>
                  </a:lnTo>
                  <a:lnTo>
                    <a:pt x="359302" y="428085"/>
                  </a:lnTo>
                  <a:lnTo>
                    <a:pt x="361224" y="428085"/>
                  </a:lnTo>
                  <a:lnTo>
                    <a:pt x="363145" y="428085"/>
                  </a:lnTo>
                  <a:lnTo>
                    <a:pt x="365067" y="428085"/>
                  </a:lnTo>
                  <a:lnTo>
                    <a:pt x="366988" y="428085"/>
                  </a:lnTo>
                  <a:lnTo>
                    <a:pt x="368909" y="428085"/>
                  </a:lnTo>
                  <a:lnTo>
                    <a:pt x="370831" y="428085"/>
                  </a:lnTo>
                  <a:lnTo>
                    <a:pt x="372752" y="428085"/>
                  </a:lnTo>
                  <a:lnTo>
                    <a:pt x="374674" y="428085"/>
                  </a:lnTo>
                  <a:lnTo>
                    <a:pt x="376595" y="428085"/>
                  </a:lnTo>
                  <a:lnTo>
                    <a:pt x="378516" y="428085"/>
                  </a:lnTo>
                  <a:lnTo>
                    <a:pt x="380438" y="428085"/>
                  </a:lnTo>
                  <a:lnTo>
                    <a:pt x="382359" y="428085"/>
                  </a:lnTo>
                  <a:lnTo>
                    <a:pt x="384281" y="428085"/>
                  </a:lnTo>
                  <a:lnTo>
                    <a:pt x="386202" y="428085"/>
                  </a:lnTo>
                  <a:lnTo>
                    <a:pt x="388123" y="428085"/>
                  </a:lnTo>
                  <a:lnTo>
                    <a:pt x="390045" y="428085"/>
                  </a:lnTo>
                  <a:lnTo>
                    <a:pt x="391966" y="428085"/>
                  </a:lnTo>
                  <a:lnTo>
                    <a:pt x="393888" y="428085"/>
                  </a:lnTo>
                  <a:lnTo>
                    <a:pt x="395809" y="428085"/>
                  </a:lnTo>
                  <a:lnTo>
                    <a:pt x="397730" y="428085"/>
                  </a:lnTo>
                  <a:lnTo>
                    <a:pt x="399652" y="428085"/>
                  </a:lnTo>
                  <a:lnTo>
                    <a:pt x="401573" y="428085"/>
                  </a:lnTo>
                  <a:lnTo>
                    <a:pt x="403495" y="428085"/>
                  </a:lnTo>
                  <a:lnTo>
                    <a:pt x="405416" y="428085"/>
                  </a:lnTo>
                  <a:lnTo>
                    <a:pt x="407337" y="428085"/>
                  </a:lnTo>
                  <a:lnTo>
                    <a:pt x="409259" y="428085"/>
                  </a:lnTo>
                  <a:lnTo>
                    <a:pt x="411180" y="428085"/>
                  </a:lnTo>
                  <a:lnTo>
                    <a:pt x="413102" y="428085"/>
                  </a:lnTo>
                  <a:lnTo>
                    <a:pt x="415023" y="428085"/>
                  </a:lnTo>
                  <a:lnTo>
                    <a:pt x="416944" y="428085"/>
                  </a:lnTo>
                  <a:lnTo>
                    <a:pt x="418866" y="428085"/>
                  </a:lnTo>
                  <a:lnTo>
                    <a:pt x="420787" y="428085"/>
                  </a:lnTo>
                  <a:lnTo>
                    <a:pt x="422709" y="428085"/>
                  </a:lnTo>
                  <a:lnTo>
                    <a:pt x="424630" y="428085"/>
                  </a:lnTo>
                  <a:lnTo>
                    <a:pt x="426551" y="428085"/>
                  </a:lnTo>
                  <a:lnTo>
                    <a:pt x="428473" y="428085"/>
                  </a:lnTo>
                  <a:lnTo>
                    <a:pt x="430394" y="428085"/>
                  </a:lnTo>
                  <a:lnTo>
                    <a:pt x="432316" y="428085"/>
                  </a:lnTo>
                  <a:lnTo>
                    <a:pt x="434237" y="428085"/>
                  </a:lnTo>
                  <a:lnTo>
                    <a:pt x="436159" y="428085"/>
                  </a:lnTo>
                  <a:lnTo>
                    <a:pt x="438080" y="428085"/>
                  </a:lnTo>
                  <a:lnTo>
                    <a:pt x="440001" y="428085"/>
                  </a:lnTo>
                  <a:lnTo>
                    <a:pt x="441923" y="428085"/>
                  </a:lnTo>
                  <a:lnTo>
                    <a:pt x="443844" y="428085"/>
                  </a:lnTo>
                  <a:lnTo>
                    <a:pt x="445766" y="428085"/>
                  </a:lnTo>
                  <a:lnTo>
                    <a:pt x="447687" y="428085"/>
                  </a:lnTo>
                  <a:lnTo>
                    <a:pt x="449608" y="428085"/>
                  </a:lnTo>
                  <a:lnTo>
                    <a:pt x="451530" y="428085"/>
                  </a:lnTo>
                  <a:lnTo>
                    <a:pt x="453451" y="428085"/>
                  </a:lnTo>
                  <a:lnTo>
                    <a:pt x="455373" y="428085"/>
                  </a:lnTo>
                  <a:lnTo>
                    <a:pt x="457294" y="428085"/>
                  </a:lnTo>
                  <a:lnTo>
                    <a:pt x="459215" y="428085"/>
                  </a:lnTo>
                  <a:lnTo>
                    <a:pt x="461137" y="428085"/>
                  </a:lnTo>
                  <a:lnTo>
                    <a:pt x="463058" y="428085"/>
                  </a:lnTo>
                  <a:lnTo>
                    <a:pt x="464980" y="428085"/>
                  </a:lnTo>
                  <a:lnTo>
                    <a:pt x="466901" y="428085"/>
                  </a:lnTo>
                  <a:lnTo>
                    <a:pt x="468822" y="428085"/>
                  </a:lnTo>
                  <a:lnTo>
                    <a:pt x="470744" y="428085"/>
                  </a:lnTo>
                  <a:lnTo>
                    <a:pt x="472665" y="428085"/>
                  </a:lnTo>
                  <a:lnTo>
                    <a:pt x="474587" y="428085"/>
                  </a:lnTo>
                  <a:lnTo>
                    <a:pt x="476508" y="428085"/>
                  </a:lnTo>
                  <a:lnTo>
                    <a:pt x="478429" y="428085"/>
                  </a:lnTo>
                  <a:lnTo>
                    <a:pt x="480351" y="428085"/>
                  </a:lnTo>
                  <a:lnTo>
                    <a:pt x="482272" y="428085"/>
                  </a:lnTo>
                  <a:lnTo>
                    <a:pt x="484194" y="428085"/>
                  </a:lnTo>
                  <a:lnTo>
                    <a:pt x="486115" y="428085"/>
                  </a:lnTo>
                  <a:lnTo>
                    <a:pt x="488036" y="428085"/>
                  </a:lnTo>
                  <a:lnTo>
                    <a:pt x="489958" y="428085"/>
                  </a:lnTo>
                  <a:lnTo>
                    <a:pt x="491879" y="428085"/>
                  </a:lnTo>
                  <a:lnTo>
                    <a:pt x="493801" y="428085"/>
                  </a:lnTo>
                  <a:lnTo>
                    <a:pt x="495722" y="428085"/>
                  </a:lnTo>
                  <a:lnTo>
                    <a:pt x="497643" y="428085"/>
                  </a:lnTo>
                  <a:lnTo>
                    <a:pt x="499565" y="428085"/>
                  </a:lnTo>
                  <a:lnTo>
                    <a:pt x="501486" y="428085"/>
                  </a:lnTo>
                  <a:lnTo>
                    <a:pt x="503408" y="428085"/>
                  </a:lnTo>
                  <a:lnTo>
                    <a:pt x="505329" y="428085"/>
                  </a:lnTo>
                  <a:lnTo>
                    <a:pt x="507250" y="428085"/>
                  </a:lnTo>
                  <a:lnTo>
                    <a:pt x="509172" y="428085"/>
                  </a:lnTo>
                  <a:lnTo>
                    <a:pt x="511093" y="428085"/>
                  </a:lnTo>
                  <a:lnTo>
                    <a:pt x="513015" y="428085"/>
                  </a:lnTo>
                  <a:lnTo>
                    <a:pt x="514936" y="428085"/>
                  </a:lnTo>
                  <a:lnTo>
                    <a:pt x="516858" y="428085"/>
                  </a:lnTo>
                  <a:lnTo>
                    <a:pt x="518779" y="428085"/>
                  </a:lnTo>
                  <a:lnTo>
                    <a:pt x="520700" y="428085"/>
                  </a:lnTo>
                  <a:lnTo>
                    <a:pt x="522622" y="428085"/>
                  </a:lnTo>
                  <a:lnTo>
                    <a:pt x="524543" y="428085"/>
                  </a:lnTo>
                  <a:lnTo>
                    <a:pt x="526465" y="428085"/>
                  </a:lnTo>
                  <a:lnTo>
                    <a:pt x="528386" y="428085"/>
                  </a:lnTo>
                  <a:lnTo>
                    <a:pt x="530307" y="428085"/>
                  </a:lnTo>
                  <a:lnTo>
                    <a:pt x="532229" y="428085"/>
                  </a:lnTo>
                  <a:lnTo>
                    <a:pt x="534150" y="428085"/>
                  </a:lnTo>
                  <a:lnTo>
                    <a:pt x="536072" y="428085"/>
                  </a:lnTo>
                  <a:lnTo>
                    <a:pt x="537993" y="428085"/>
                  </a:lnTo>
                  <a:lnTo>
                    <a:pt x="539914" y="428085"/>
                  </a:lnTo>
                  <a:lnTo>
                    <a:pt x="541836" y="428085"/>
                  </a:lnTo>
                  <a:lnTo>
                    <a:pt x="543757" y="428085"/>
                  </a:lnTo>
                  <a:lnTo>
                    <a:pt x="545679" y="428085"/>
                  </a:lnTo>
                  <a:lnTo>
                    <a:pt x="547600" y="428085"/>
                  </a:lnTo>
                  <a:lnTo>
                    <a:pt x="549521" y="428085"/>
                  </a:lnTo>
                  <a:lnTo>
                    <a:pt x="551443" y="428085"/>
                  </a:lnTo>
                  <a:lnTo>
                    <a:pt x="553364" y="428085"/>
                  </a:lnTo>
                  <a:lnTo>
                    <a:pt x="555286" y="428085"/>
                  </a:lnTo>
                  <a:lnTo>
                    <a:pt x="557207" y="428085"/>
                  </a:lnTo>
                  <a:lnTo>
                    <a:pt x="559128" y="428085"/>
                  </a:lnTo>
                  <a:lnTo>
                    <a:pt x="561050" y="428085"/>
                  </a:lnTo>
                  <a:lnTo>
                    <a:pt x="562971" y="428085"/>
                  </a:lnTo>
                  <a:lnTo>
                    <a:pt x="564893" y="428085"/>
                  </a:lnTo>
                  <a:lnTo>
                    <a:pt x="566814" y="428085"/>
                  </a:lnTo>
                  <a:lnTo>
                    <a:pt x="568735" y="428085"/>
                  </a:lnTo>
                  <a:lnTo>
                    <a:pt x="570657" y="428085"/>
                  </a:lnTo>
                  <a:lnTo>
                    <a:pt x="572578" y="428085"/>
                  </a:lnTo>
                  <a:lnTo>
                    <a:pt x="574500" y="428085"/>
                  </a:lnTo>
                  <a:lnTo>
                    <a:pt x="576421" y="428085"/>
                  </a:lnTo>
                  <a:lnTo>
                    <a:pt x="578342" y="428085"/>
                  </a:lnTo>
                  <a:lnTo>
                    <a:pt x="580264" y="428085"/>
                  </a:lnTo>
                  <a:lnTo>
                    <a:pt x="582185" y="428085"/>
                  </a:lnTo>
                  <a:lnTo>
                    <a:pt x="584107" y="428085"/>
                  </a:lnTo>
                  <a:lnTo>
                    <a:pt x="586028" y="428085"/>
                  </a:lnTo>
                  <a:lnTo>
                    <a:pt x="587950" y="428085"/>
                  </a:lnTo>
                  <a:lnTo>
                    <a:pt x="589871" y="428085"/>
                  </a:lnTo>
                  <a:lnTo>
                    <a:pt x="591792" y="428085"/>
                  </a:lnTo>
                  <a:lnTo>
                    <a:pt x="593714" y="428085"/>
                  </a:lnTo>
                  <a:lnTo>
                    <a:pt x="595635" y="428085"/>
                  </a:lnTo>
                  <a:lnTo>
                    <a:pt x="597557" y="428085"/>
                  </a:lnTo>
                  <a:lnTo>
                    <a:pt x="599478" y="428085"/>
                  </a:lnTo>
                  <a:lnTo>
                    <a:pt x="601399" y="428085"/>
                  </a:lnTo>
                  <a:lnTo>
                    <a:pt x="603321" y="428085"/>
                  </a:lnTo>
                  <a:lnTo>
                    <a:pt x="605242" y="428085"/>
                  </a:lnTo>
                  <a:lnTo>
                    <a:pt x="607164" y="428085"/>
                  </a:lnTo>
                  <a:lnTo>
                    <a:pt x="609085" y="428085"/>
                  </a:lnTo>
                  <a:lnTo>
                    <a:pt x="611006" y="428085"/>
                  </a:lnTo>
                  <a:lnTo>
                    <a:pt x="612928" y="428085"/>
                  </a:lnTo>
                  <a:lnTo>
                    <a:pt x="614849" y="428085"/>
                  </a:lnTo>
                  <a:lnTo>
                    <a:pt x="616771" y="428085"/>
                  </a:lnTo>
                  <a:lnTo>
                    <a:pt x="618692" y="428085"/>
                  </a:lnTo>
                  <a:lnTo>
                    <a:pt x="620613" y="428085"/>
                  </a:lnTo>
                  <a:lnTo>
                    <a:pt x="622535" y="428085"/>
                  </a:lnTo>
                  <a:lnTo>
                    <a:pt x="624456" y="428085"/>
                  </a:lnTo>
                  <a:lnTo>
                    <a:pt x="626378" y="428085"/>
                  </a:lnTo>
                  <a:lnTo>
                    <a:pt x="628299" y="428085"/>
                  </a:lnTo>
                  <a:lnTo>
                    <a:pt x="630220" y="428085"/>
                  </a:lnTo>
                  <a:lnTo>
                    <a:pt x="632142" y="428085"/>
                  </a:lnTo>
                  <a:lnTo>
                    <a:pt x="634063" y="428085"/>
                  </a:lnTo>
                  <a:lnTo>
                    <a:pt x="635985" y="428085"/>
                  </a:lnTo>
                  <a:lnTo>
                    <a:pt x="637906" y="428085"/>
                  </a:lnTo>
                  <a:lnTo>
                    <a:pt x="639827" y="428085"/>
                  </a:lnTo>
                  <a:lnTo>
                    <a:pt x="641749" y="428085"/>
                  </a:lnTo>
                  <a:lnTo>
                    <a:pt x="643670" y="428085"/>
                  </a:lnTo>
                  <a:lnTo>
                    <a:pt x="645592" y="428085"/>
                  </a:lnTo>
                  <a:lnTo>
                    <a:pt x="647513" y="428085"/>
                  </a:lnTo>
                  <a:lnTo>
                    <a:pt x="649434" y="428085"/>
                  </a:lnTo>
                  <a:lnTo>
                    <a:pt x="651356" y="428085"/>
                  </a:lnTo>
                  <a:lnTo>
                    <a:pt x="653277" y="428085"/>
                  </a:lnTo>
                  <a:lnTo>
                    <a:pt x="655199" y="428085"/>
                  </a:lnTo>
                  <a:lnTo>
                    <a:pt x="657120" y="428085"/>
                  </a:lnTo>
                  <a:lnTo>
                    <a:pt x="659042" y="428085"/>
                  </a:lnTo>
                  <a:lnTo>
                    <a:pt x="660963" y="428085"/>
                  </a:lnTo>
                  <a:lnTo>
                    <a:pt x="662884" y="428085"/>
                  </a:lnTo>
                  <a:lnTo>
                    <a:pt x="664806" y="428085"/>
                  </a:lnTo>
                  <a:lnTo>
                    <a:pt x="666727" y="428085"/>
                  </a:lnTo>
                  <a:lnTo>
                    <a:pt x="668649" y="428085"/>
                  </a:lnTo>
                  <a:lnTo>
                    <a:pt x="670570" y="428085"/>
                  </a:lnTo>
                  <a:lnTo>
                    <a:pt x="672491" y="428085"/>
                  </a:lnTo>
                  <a:lnTo>
                    <a:pt x="674413" y="428085"/>
                  </a:lnTo>
                  <a:lnTo>
                    <a:pt x="676334" y="428085"/>
                  </a:lnTo>
                  <a:lnTo>
                    <a:pt x="678256" y="428085"/>
                  </a:lnTo>
                  <a:lnTo>
                    <a:pt x="680177" y="428085"/>
                  </a:lnTo>
                  <a:lnTo>
                    <a:pt x="682098" y="428085"/>
                  </a:lnTo>
                  <a:lnTo>
                    <a:pt x="684020" y="428085"/>
                  </a:lnTo>
                  <a:lnTo>
                    <a:pt x="685941" y="428085"/>
                  </a:lnTo>
                  <a:lnTo>
                    <a:pt x="687863" y="428085"/>
                  </a:lnTo>
                  <a:lnTo>
                    <a:pt x="689784" y="428085"/>
                  </a:lnTo>
                  <a:lnTo>
                    <a:pt x="691705" y="428085"/>
                  </a:lnTo>
                  <a:lnTo>
                    <a:pt x="693627" y="428085"/>
                  </a:lnTo>
                  <a:lnTo>
                    <a:pt x="695548" y="428085"/>
                  </a:lnTo>
                  <a:lnTo>
                    <a:pt x="697470" y="428085"/>
                  </a:lnTo>
                  <a:lnTo>
                    <a:pt x="699391" y="428085"/>
                  </a:lnTo>
                  <a:lnTo>
                    <a:pt x="701312" y="428085"/>
                  </a:lnTo>
                  <a:lnTo>
                    <a:pt x="703234" y="428085"/>
                  </a:lnTo>
                  <a:lnTo>
                    <a:pt x="705155" y="428085"/>
                  </a:lnTo>
                  <a:lnTo>
                    <a:pt x="707077" y="428085"/>
                  </a:lnTo>
                  <a:lnTo>
                    <a:pt x="708998" y="428085"/>
                  </a:lnTo>
                  <a:lnTo>
                    <a:pt x="710919" y="428085"/>
                  </a:lnTo>
                  <a:lnTo>
                    <a:pt x="712841" y="428085"/>
                  </a:lnTo>
                  <a:lnTo>
                    <a:pt x="714762" y="428085"/>
                  </a:lnTo>
                  <a:lnTo>
                    <a:pt x="716684" y="428085"/>
                  </a:lnTo>
                  <a:lnTo>
                    <a:pt x="718605" y="428085"/>
                  </a:lnTo>
                  <a:lnTo>
                    <a:pt x="720526" y="428085"/>
                  </a:lnTo>
                  <a:lnTo>
                    <a:pt x="722448" y="428085"/>
                  </a:lnTo>
                  <a:lnTo>
                    <a:pt x="724369" y="428085"/>
                  </a:lnTo>
                  <a:lnTo>
                    <a:pt x="726291" y="428085"/>
                  </a:lnTo>
                  <a:lnTo>
                    <a:pt x="728212" y="428085"/>
                  </a:lnTo>
                  <a:lnTo>
                    <a:pt x="730134" y="428085"/>
                  </a:lnTo>
                  <a:lnTo>
                    <a:pt x="732055" y="428085"/>
                  </a:lnTo>
                  <a:lnTo>
                    <a:pt x="733976" y="428085"/>
                  </a:lnTo>
                  <a:lnTo>
                    <a:pt x="735898" y="428085"/>
                  </a:lnTo>
                  <a:lnTo>
                    <a:pt x="737819" y="428085"/>
                  </a:lnTo>
                  <a:lnTo>
                    <a:pt x="739741" y="428085"/>
                  </a:lnTo>
                  <a:lnTo>
                    <a:pt x="741662" y="428085"/>
                  </a:lnTo>
                  <a:lnTo>
                    <a:pt x="743583" y="428085"/>
                  </a:lnTo>
                  <a:lnTo>
                    <a:pt x="745505" y="428085"/>
                  </a:lnTo>
                  <a:lnTo>
                    <a:pt x="747426" y="428085"/>
                  </a:lnTo>
                  <a:lnTo>
                    <a:pt x="749348" y="428085"/>
                  </a:lnTo>
                  <a:lnTo>
                    <a:pt x="751269" y="428085"/>
                  </a:lnTo>
                  <a:lnTo>
                    <a:pt x="753190" y="428085"/>
                  </a:lnTo>
                  <a:lnTo>
                    <a:pt x="755112" y="428085"/>
                  </a:lnTo>
                  <a:lnTo>
                    <a:pt x="757033" y="428085"/>
                  </a:lnTo>
                  <a:lnTo>
                    <a:pt x="758955" y="428085"/>
                  </a:lnTo>
                  <a:lnTo>
                    <a:pt x="760876" y="428085"/>
                  </a:lnTo>
                  <a:lnTo>
                    <a:pt x="762797" y="428085"/>
                  </a:lnTo>
                  <a:lnTo>
                    <a:pt x="764719" y="428085"/>
                  </a:lnTo>
                  <a:lnTo>
                    <a:pt x="766640" y="428085"/>
                  </a:lnTo>
                  <a:lnTo>
                    <a:pt x="768562" y="428085"/>
                  </a:lnTo>
                  <a:lnTo>
                    <a:pt x="770483" y="428085"/>
                  </a:lnTo>
                  <a:lnTo>
                    <a:pt x="772404" y="428085"/>
                  </a:lnTo>
                  <a:lnTo>
                    <a:pt x="774326" y="428085"/>
                  </a:lnTo>
                  <a:lnTo>
                    <a:pt x="776247" y="428085"/>
                  </a:lnTo>
                  <a:lnTo>
                    <a:pt x="778169" y="428085"/>
                  </a:lnTo>
                  <a:lnTo>
                    <a:pt x="780090" y="428085"/>
                  </a:lnTo>
                  <a:lnTo>
                    <a:pt x="782011" y="428085"/>
                  </a:lnTo>
                  <a:lnTo>
                    <a:pt x="783933" y="428085"/>
                  </a:lnTo>
                  <a:lnTo>
                    <a:pt x="785854" y="428085"/>
                  </a:lnTo>
                  <a:lnTo>
                    <a:pt x="787776" y="428085"/>
                  </a:lnTo>
                  <a:lnTo>
                    <a:pt x="789697" y="428085"/>
                  </a:lnTo>
                  <a:lnTo>
                    <a:pt x="791618" y="428085"/>
                  </a:lnTo>
                  <a:lnTo>
                    <a:pt x="793540" y="428085"/>
                  </a:lnTo>
                  <a:lnTo>
                    <a:pt x="795461" y="428085"/>
                  </a:lnTo>
                  <a:lnTo>
                    <a:pt x="797383" y="428085"/>
                  </a:lnTo>
                  <a:lnTo>
                    <a:pt x="799304" y="428085"/>
                  </a:lnTo>
                  <a:lnTo>
                    <a:pt x="801226" y="428085"/>
                  </a:lnTo>
                  <a:lnTo>
                    <a:pt x="803147" y="428085"/>
                  </a:lnTo>
                  <a:lnTo>
                    <a:pt x="805068" y="428085"/>
                  </a:lnTo>
                  <a:lnTo>
                    <a:pt x="806990" y="428085"/>
                  </a:lnTo>
                  <a:lnTo>
                    <a:pt x="808911" y="428085"/>
                  </a:lnTo>
                  <a:lnTo>
                    <a:pt x="810833" y="428085"/>
                  </a:lnTo>
                  <a:lnTo>
                    <a:pt x="812754" y="428085"/>
                  </a:lnTo>
                  <a:lnTo>
                    <a:pt x="814675" y="428085"/>
                  </a:lnTo>
                  <a:lnTo>
                    <a:pt x="816597" y="428085"/>
                  </a:lnTo>
                  <a:lnTo>
                    <a:pt x="818518" y="428085"/>
                  </a:lnTo>
                  <a:lnTo>
                    <a:pt x="820440" y="428085"/>
                  </a:lnTo>
                  <a:lnTo>
                    <a:pt x="822361" y="428085"/>
                  </a:lnTo>
                  <a:lnTo>
                    <a:pt x="824282" y="428085"/>
                  </a:lnTo>
                  <a:lnTo>
                    <a:pt x="826204" y="428085"/>
                  </a:lnTo>
                  <a:lnTo>
                    <a:pt x="828125" y="428085"/>
                  </a:lnTo>
                  <a:lnTo>
                    <a:pt x="830047" y="428085"/>
                  </a:lnTo>
                  <a:lnTo>
                    <a:pt x="831968" y="428085"/>
                  </a:lnTo>
                  <a:lnTo>
                    <a:pt x="833889" y="428085"/>
                  </a:lnTo>
                  <a:lnTo>
                    <a:pt x="835811" y="428085"/>
                  </a:lnTo>
                  <a:lnTo>
                    <a:pt x="837732" y="428085"/>
                  </a:lnTo>
                  <a:lnTo>
                    <a:pt x="839654" y="428085"/>
                  </a:lnTo>
                  <a:lnTo>
                    <a:pt x="841575" y="428085"/>
                  </a:lnTo>
                  <a:lnTo>
                    <a:pt x="843496" y="428085"/>
                  </a:lnTo>
                  <a:lnTo>
                    <a:pt x="845418" y="428085"/>
                  </a:lnTo>
                  <a:lnTo>
                    <a:pt x="847339" y="428085"/>
                  </a:lnTo>
                  <a:lnTo>
                    <a:pt x="849261" y="428085"/>
                  </a:lnTo>
                  <a:lnTo>
                    <a:pt x="851182" y="428085"/>
                  </a:lnTo>
                  <a:lnTo>
                    <a:pt x="853103" y="428085"/>
                  </a:lnTo>
                  <a:lnTo>
                    <a:pt x="855025" y="428085"/>
                  </a:lnTo>
                  <a:lnTo>
                    <a:pt x="856946" y="428085"/>
                  </a:lnTo>
                  <a:lnTo>
                    <a:pt x="858868" y="428085"/>
                  </a:lnTo>
                  <a:lnTo>
                    <a:pt x="860789" y="428085"/>
                  </a:lnTo>
                  <a:lnTo>
                    <a:pt x="862710" y="428085"/>
                  </a:lnTo>
                  <a:lnTo>
                    <a:pt x="864632" y="428085"/>
                  </a:lnTo>
                  <a:lnTo>
                    <a:pt x="866553" y="428085"/>
                  </a:lnTo>
                  <a:lnTo>
                    <a:pt x="868475" y="428085"/>
                  </a:lnTo>
                  <a:lnTo>
                    <a:pt x="870396" y="428085"/>
                  </a:lnTo>
                  <a:lnTo>
                    <a:pt x="872318" y="428085"/>
                  </a:lnTo>
                  <a:lnTo>
                    <a:pt x="874239" y="428085"/>
                  </a:lnTo>
                  <a:lnTo>
                    <a:pt x="876160" y="428085"/>
                  </a:lnTo>
                  <a:lnTo>
                    <a:pt x="878082" y="428085"/>
                  </a:lnTo>
                  <a:lnTo>
                    <a:pt x="880003" y="428085"/>
                  </a:lnTo>
                  <a:lnTo>
                    <a:pt x="881925" y="428085"/>
                  </a:lnTo>
                  <a:lnTo>
                    <a:pt x="883846" y="428085"/>
                  </a:lnTo>
                  <a:lnTo>
                    <a:pt x="885767" y="428085"/>
                  </a:lnTo>
                  <a:lnTo>
                    <a:pt x="887689" y="428085"/>
                  </a:lnTo>
                  <a:lnTo>
                    <a:pt x="889610" y="428085"/>
                  </a:lnTo>
                  <a:lnTo>
                    <a:pt x="891532" y="428085"/>
                  </a:lnTo>
                  <a:lnTo>
                    <a:pt x="893453" y="428085"/>
                  </a:lnTo>
                  <a:lnTo>
                    <a:pt x="895374" y="428085"/>
                  </a:lnTo>
                  <a:lnTo>
                    <a:pt x="897296" y="428085"/>
                  </a:lnTo>
                  <a:lnTo>
                    <a:pt x="899217" y="428085"/>
                  </a:lnTo>
                  <a:lnTo>
                    <a:pt x="901139" y="428085"/>
                  </a:lnTo>
                  <a:lnTo>
                    <a:pt x="903060" y="428085"/>
                  </a:lnTo>
                  <a:lnTo>
                    <a:pt x="904981" y="428085"/>
                  </a:lnTo>
                  <a:lnTo>
                    <a:pt x="906903" y="428085"/>
                  </a:lnTo>
                  <a:lnTo>
                    <a:pt x="908824" y="428085"/>
                  </a:lnTo>
                  <a:lnTo>
                    <a:pt x="910746" y="428085"/>
                  </a:lnTo>
                  <a:lnTo>
                    <a:pt x="912667" y="428085"/>
                  </a:lnTo>
                  <a:lnTo>
                    <a:pt x="914588" y="428085"/>
                  </a:lnTo>
                  <a:lnTo>
                    <a:pt x="916510" y="428085"/>
                  </a:lnTo>
                  <a:lnTo>
                    <a:pt x="918431" y="428085"/>
                  </a:lnTo>
                  <a:lnTo>
                    <a:pt x="920353" y="428085"/>
                  </a:lnTo>
                  <a:lnTo>
                    <a:pt x="922274" y="428085"/>
                  </a:lnTo>
                  <a:lnTo>
                    <a:pt x="924195" y="428085"/>
                  </a:lnTo>
                  <a:lnTo>
                    <a:pt x="926117" y="428085"/>
                  </a:lnTo>
                  <a:lnTo>
                    <a:pt x="928038" y="428085"/>
                  </a:lnTo>
                  <a:lnTo>
                    <a:pt x="929960" y="428085"/>
                  </a:lnTo>
                  <a:lnTo>
                    <a:pt x="931881" y="428085"/>
                  </a:lnTo>
                  <a:lnTo>
                    <a:pt x="933802" y="428085"/>
                  </a:lnTo>
                  <a:lnTo>
                    <a:pt x="935724" y="428085"/>
                  </a:lnTo>
                  <a:lnTo>
                    <a:pt x="937645" y="428085"/>
                  </a:lnTo>
                  <a:lnTo>
                    <a:pt x="939567" y="428085"/>
                  </a:lnTo>
                  <a:lnTo>
                    <a:pt x="941488" y="428085"/>
                  </a:lnTo>
                  <a:lnTo>
                    <a:pt x="943410" y="428085"/>
                  </a:lnTo>
                  <a:lnTo>
                    <a:pt x="945331" y="428085"/>
                  </a:lnTo>
                  <a:lnTo>
                    <a:pt x="947252" y="428085"/>
                  </a:lnTo>
                  <a:lnTo>
                    <a:pt x="949174" y="428085"/>
                  </a:lnTo>
                  <a:lnTo>
                    <a:pt x="951095" y="428085"/>
                  </a:lnTo>
                  <a:lnTo>
                    <a:pt x="953017" y="428085"/>
                  </a:lnTo>
                  <a:lnTo>
                    <a:pt x="954938" y="428085"/>
                  </a:lnTo>
                  <a:lnTo>
                    <a:pt x="956859" y="428085"/>
                  </a:lnTo>
                  <a:lnTo>
                    <a:pt x="958781" y="428085"/>
                  </a:lnTo>
                  <a:lnTo>
                    <a:pt x="960702" y="428085"/>
                  </a:lnTo>
                  <a:lnTo>
                    <a:pt x="962624" y="428085"/>
                  </a:lnTo>
                  <a:lnTo>
                    <a:pt x="964545" y="428085"/>
                  </a:lnTo>
                  <a:lnTo>
                    <a:pt x="966466" y="428085"/>
                  </a:lnTo>
                  <a:lnTo>
                    <a:pt x="968388" y="428085"/>
                  </a:lnTo>
                  <a:lnTo>
                    <a:pt x="970309" y="428085"/>
                  </a:lnTo>
                  <a:lnTo>
                    <a:pt x="972231" y="428085"/>
                  </a:lnTo>
                  <a:lnTo>
                    <a:pt x="974152" y="428085"/>
                  </a:lnTo>
                  <a:lnTo>
                    <a:pt x="976073" y="428085"/>
                  </a:lnTo>
                  <a:lnTo>
                    <a:pt x="977995" y="428085"/>
                  </a:lnTo>
                  <a:lnTo>
                    <a:pt x="979916" y="428085"/>
                  </a:lnTo>
                  <a:lnTo>
                    <a:pt x="981838" y="428085"/>
                  </a:lnTo>
                  <a:lnTo>
                    <a:pt x="979916" y="428085"/>
                  </a:lnTo>
                  <a:lnTo>
                    <a:pt x="977995" y="428085"/>
                  </a:lnTo>
                  <a:lnTo>
                    <a:pt x="976073" y="428085"/>
                  </a:lnTo>
                  <a:lnTo>
                    <a:pt x="974152" y="428085"/>
                  </a:lnTo>
                  <a:lnTo>
                    <a:pt x="972231" y="428085"/>
                  </a:lnTo>
                  <a:lnTo>
                    <a:pt x="970309" y="428085"/>
                  </a:lnTo>
                  <a:lnTo>
                    <a:pt x="968388" y="428085"/>
                  </a:lnTo>
                  <a:lnTo>
                    <a:pt x="966466" y="428085"/>
                  </a:lnTo>
                  <a:lnTo>
                    <a:pt x="964545" y="428085"/>
                  </a:lnTo>
                  <a:lnTo>
                    <a:pt x="962624" y="428085"/>
                  </a:lnTo>
                  <a:lnTo>
                    <a:pt x="960702" y="428085"/>
                  </a:lnTo>
                  <a:lnTo>
                    <a:pt x="958781" y="428085"/>
                  </a:lnTo>
                  <a:lnTo>
                    <a:pt x="956859" y="428085"/>
                  </a:lnTo>
                  <a:lnTo>
                    <a:pt x="954938" y="428085"/>
                  </a:lnTo>
                  <a:lnTo>
                    <a:pt x="953017" y="428085"/>
                  </a:lnTo>
                  <a:lnTo>
                    <a:pt x="951095" y="428085"/>
                  </a:lnTo>
                  <a:lnTo>
                    <a:pt x="949174" y="428085"/>
                  </a:lnTo>
                  <a:lnTo>
                    <a:pt x="947252" y="428085"/>
                  </a:lnTo>
                  <a:lnTo>
                    <a:pt x="945331" y="428085"/>
                  </a:lnTo>
                  <a:lnTo>
                    <a:pt x="943410" y="428085"/>
                  </a:lnTo>
                  <a:lnTo>
                    <a:pt x="941488" y="428085"/>
                  </a:lnTo>
                  <a:lnTo>
                    <a:pt x="939567" y="428085"/>
                  </a:lnTo>
                  <a:lnTo>
                    <a:pt x="937645" y="428085"/>
                  </a:lnTo>
                  <a:lnTo>
                    <a:pt x="935724" y="428085"/>
                  </a:lnTo>
                  <a:lnTo>
                    <a:pt x="933802" y="428085"/>
                  </a:lnTo>
                  <a:lnTo>
                    <a:pt x="931881" y="428085"/>
                  </a:lnTo>
                  <a:lnTo>
                    <a:pt x="929960" y="428085"/>
                  </a:lnTo>
                  <a:lnTo>
                    <a:pt x="928038" y="428085"/>
                  </a:lnTo>
                  <a:lnTo>
                    <a:pt x="926117" y="428085"/>
                  </a:lnTo>
                  <a:lnTo>
                    <a:pt x="924195" y="428085"/>
                  </a:lnTo>
                  <a:lnTo>
                    <a:pt x="922274" y="428085"/>
                  </a:lnTo>
                  <a:lnTo>
                    <a:pt x="920353" y="428085"/>
                  </a:lnTo>
                  <a:lnTo>
                    <a:pt x="918431" y="428085"/>
                  </a:lnTo>
                  <a:lnTo>
                    <a:pt x="916510" y="428085"/>
                  </a:lnTo>
                  <a:lnTo>
                    <a:pt x="914588" y="428085"/>
                  </a:lnTo>
                  <a:lnTo>
                    <a:pt x="912667" y="428085"/>
                  </a:lnTo>
                  <a:lnTo>
                    <a:pt x="910746" y="428085"/>
                  </a:lnTo>
                  <a:lnTo>
                    <a:pt x="908824" y="428085"/>
                  </a:lnTo>
                  <a:lnTo>
                    <a:pt x="906903" y="428085"/>
                  </a:lnTo>
                  <a:lnTo>
                    <a:pt x="904981" y="428085"/>
                  </a:lnTo>
                  <a:lnTo>
                    <a:pt x="903060" y="428085"/>
                  </a:lnTo>
                  <a:lnTo>
                    <a:pt x="901139" y="428085"/>
                  </a:lnTo>
                  <a:lnTo>
                    <a:pt x="899217" y="428085"/>
                  </a:lnTo>
                  <a:lnTo>
                    <a:pt x="897296" y="428085"/>
                  </a:lnTo>
                  <a:lnTo>
                    <a:pt x="895374" y="428085"/>
                  </a:lnTo>
                  <a:lnTo>
                    <a:pt x="893453" y="428085"/>
                  </a:lnTo>
                  <a:lnTo>
                    <a:pt x="891532" y="428085"/>
                  </a:lnTo>
                  <a:lnTo>
                    <a:pt x="889610" y="428085"/>
                  </a:lnTo>
                  <a:lnTo>
                    <a:pt x="887689" y="428085"/>
                  </a:lnTo>
                  <a:lnTo>
                    <a:pt x="885767" y="428085"/>
                  </a:lnTo>
                  <a:lnTo>
                    <a:pt x="883846" y="428085"/>
                  </a:lnTo>
                  <a:lnTo>
                    <a:pt x="881925" y="428085"/>
                  </a:lnTo>
                  <a:lnTo>
                    <a:pt x="880003" y="428085"/>
                  </a:lnTo>
                  <a:lnTo>
                    <a:pt x="878082" y="428085"/>
                  </a:lnTo>
                  <a:lnTo>
                    <a:pt x="876160" y="428085"/>
                  </a:lnTo>
                  <a:lnTo>
                    <a:pt x="874239" y="428085"/>
                  </a:lnTo>
                  <a:lnTo>
                    <a:pt x="872318" y="428085"/>
                  </a:lnTo>
                  <a:lnTo>
                    <a:pt x="870396" y="428085"/>
                  </a:lnTo>
                  <a:lnTo>
                    <a:pt x="868475" y="428085"/>
                  </a:lnTo>
                  <a:lnTo>
                    <a:pt x="866553" y="428085"/>
                  </a:lnTo>
                  <a:lnTo>
                    <a:pt x="864632" y="428085"/>
                  </a:lnTo>
                  <a:lnTo>
                    <a:pt x="862710" y="428085"/>
                  </a:lnTo>
                  <a:lnTo>
                    <a:pt x="860789" y="428085"/>
                  </a:lnTo>
                  <a:lnTo>
                    <a:pt x="858868" y="428085"/>
                  </a:lnTo>
                  <a:lnTo>
                    <a:pt x="856946" y="428085"/>
                  </a:lnTo>
                  <a:lnTo>
                    <a:pt x="855025" y="428085"/>
                  </a:lnTo>
                  <a:lnTo>
                    <a:pt x="853103" y="428085"/>
                  </a:lnTo>
                  <a:lnTo>
                    <a:pt x="851182" y="428085"/>
                  </a:lnTo>
                  <a:lnTo>
                    <a:pt x="849261" y="428085"/>
                  </a:lnTo>
                  <a:lnTo>
                    <a:pt x="847339" y="428085"/>
                  </a:lnTo>
                  <a:lnTo>
                    <a:pt x="845418" y="428085"/>
                  </a:lnTo>
                  <a:lnTo>
                    <a:pt x="843496" y="428085"/>
                  </a:lnTo>
                  <a:lnTo>
                    <a:pt x="841575" y="428085"/>
                  </a:lnTo>
                  <a:lnTo>
                    <a:pt x="839654" y="428085"/>
                  </a:lnTo>
                  <a:lnTo>
                    <a:pt x="837732" y="428085"/>
                  </a:lnTo>
                  <a:lnTo>
                    <a:pt x="835811" y="428085"/>
                  </a:lnTo>
                  <a:lnTo>
                    <a:pt x="833889" y="428085"/>
                  </a:lnTo>
                  <a:lnTo>
                    <a:pt x="831968" y="428085"/>
                  </a:lnTo>
                  <a:lnTo>
                    <a:pt x="830047" y="428085"/>
                  </a:lnTo>
                  <a:lnTo>
                    <a:pt x="828125" y="428085"/>
                  </a:lnTo>
                  <a:lnTo>
                    <a:pt x="826204" y="428085"/>
                  </a:lnTo>
                  <a:lnTo>
                    <a:pt x="824282" y="428085"/>
                  </a:lnTo>
                  <a:lnTo>
                    <a:pt x="822361" y="428085"/>
                  </a:lnTo>
                  <a:lnTo>
                    <a:pt x="820440" y="428085"/>
                  </a:lnTo>
                  <a:lnTo>
                    <a:pt x="818518" y="428085"/>
                  </a:lnTo>
                  <a:lnTo>
                    <a:pt x="816597" y="428085"/>
                  </a:lnTo>
                  <a:lnTo>
                    <a:pt x="814675" y="428085"/>
                  </a:lnTo>
                  <a:lnTo>
                    <a:pt x="812754" y="428085"/>
                  </a:lnTo>
                  <a:lnTo>
                    <a:pt x="810833" y="428085"/>
                  </a:lnTo>
                  <a:lnTo>
                    <a:pt x="808911" y="428085"/>
                  </a:lnTo>
                  <a:lnTo>
                    <a:pt x="806990" y="428085"/>
                  </a:lnTo>
                  <a:lnTo>
                    <a:pt x="805068" y="428085"/>
                  </a:lnTo>
                  <a:lnTo>
                    <a:pt x="803147" y="428085"/>
                  </a:lnTo>
                  <a:lnTo>
                    <a:pt x="801226" y="428085"/>
                  </a:lnTo>
                  <a:lnTo>
                    <a:pt x="799304" y="428085"/>
                  </a:lnTo>
                  <a:lnTo>
                    <a:pt x="797383" y="428085"/>
                  </a:lnTo>
                  <a:lnTo>
                    <a:pt x="795461" y="428085"/>
                  </a:lnTo>
                  <a:lnTo>
                    <a:pt x="793540" y="428085"/>
                  </a:lnTo>
                  <a:lnTo>
                    <a:pt x="791618" y="428085"/>
                  </a:lnTo>
                  <a:lnTo>
                    <a:pt x="789697" y="428085"/>
                  </a:lnTo>
                  <a:lnTo>
                    <a:pt x="787776" y="428085"/>
                  </a:lnTo>
                  <a:lnTo>
                    <a:pt x="785854" y="428085"/>
                  </a:lnTo>
                  <a:lnTo>
                    <a:pt x="783933" y="428085"/>
                  </a:lnTo>
                  <a:lnTo>
                    <a:pt x="782011" y="428085"/>
                  </a:lnTo>
                  <a:lnTo>
                    <a:pt x="780090" y="428085"/>
                  </a:lnTo>
                  <a:lnTo>
                    <a:pt x="778169" y="428085"/>
                  </a:lnTo>
                  <a:lnTo>
                    <a:pt x="776247" y="428085"/>
                  </a:lnTo>
                  <a:lnTo>
                    <a:pt x="774326" y="428085"/>
                  </a:lnTo>
                  <a:lnTo>
                    <a:pt x="772404" y="428085"/>
                  </a:lnTo>
                  <a:lnTo>
                    <a:pt x="770483" y="428085"/>
                  </a:lnTo>
                  <a:lnTo>
                    <a:pt x="768562" y="428085"/>
                  </a:lnTo>
                  <a:lnTo>
                    <a:pt x="766640" y="428085"/>
                  </a:lnTo>
                  <a:lnTo>
                    <a:pt x="764719" y="428085"/>
                  </a:lnTo>
                  <a:lnTo>
                    <a:pt x="762797" y="428085"/>
                  </a:lnTo>
                  <a:lnTo>
                    <a:pt x="760876" y="428085"/>
                  </a:lnTo>
                  <a:lnTo>
                    <a:pt x="758955" y="428085"/>
                  </a:lnTo>
                  <a:lnTo>
                    <a:pt x="757033" y="428085"/>
                  </a:lnTo>
                  <a:lnTo>
                    <a:pt x="755112" y="428085"/>
                  </a:lnTo>
                  <a:lnTo>
                    <a:pt x="753190" y="428085"/>
                  </a:lnTo>
                  <a:lnTo>
                    <a:pt x="751269" y="428085"/>
                  </a:lnTo>
                  <a:lnTo>
                    <a:pt x="749348" y="428085"/>
                  </a:lnTo>
                  <a:lnTo>
                    <a:pt x="747426" y="428085"/>
                  </a:lnTo>
                  <a:lnTo>
                    <a:pt x="745505" y="428085"/>
                  </a:lnTo>
                  <a:lnTo>
                    <a:pt x="743583" y="428085"/>
                  </a:lnTo>
                  <a:lnTo>
                    <a:pt x="741662" y="428085"/>
                  </a:lnTo>
                  <a:lnTo>
                    <a:pt x="739741" y="428085"/>
                  </a:lnTo>
                  <a:lnTo>
                    <a:pt x="737819" y="428085"/>
                  </a:lnTo>
                  <a:lnTo>
                    <a:pt x="735898" y="428085"/>
                  </a:lnTo>
                  <a:lnTo>
                    <a:pt x="733976" y="428085"/>
                  </a:lnTo>
                  <a:lnTo>
                    <a:pt x="732055" y="428085"/>
                  </a:lnTo>
                  <a:lnTo>
                    <a:pt x="730134" y="428085"/>
                  </a:lnTo>
                  <a:lnTo>
                    <a:pt x="728212" y="428085"/>
                  </a:lnTo>
                  <a:lnTo>
                    <a:pt x="726291" y="428085"/>
                  </a:lnTo>
                  <a:lnTo>
                    <a:pt x="724369" y="428085"/>
                  </a:lnTo>
                  <a:lnTo>
                    <a:pt x="722448" y="428085"/>
                  </a:lnTo>
                  <a:lnTo>
                    <a:pt x="720526" y="428085"/>
                  </a:lnTo>
                  <a:lnTo>
                    <a:pt x="718605" y="428085"/>
                  </a:lnTo>
                  <a:lnTo>
                    <a:pt x="716684" y="428085"/>
                  </a:lnTo>
                  <a:lnTo>
                    <a:pt x="714762" y="428085"/>
                  </a:lnTo>
                  <a:lnTo>
                    <a:pt x="712841" y="428085"/>
                  </a:lnTo>
                  <a:lnTo>
                    <a:pt x="710919" y="428085"/>
                  </a:lnTo>
                  <a:lnTo>
                    <a:pt x="708998" y="428085"/>
                  </a:lnTo>
                  <a:lnTo>
                    <a:pt x="707077" y="428085"/>
                  </a:lnTo>
                  <a:lnTo>
                    <a:pt x="705155" y="428085"/>
                  </a:lnTo>
                  <a:lnTo>
                    <a:pt x="703234" y="428085"/>
                  </a:lnTo>
                  <a:lnTo>
                    <a:pt x="701312" y="428085"/>
                  </a:lnTo>
                  <a:lnTo>
                    <a:pt x="699391" y="428085"/>
                  </a:lnTo>
                  <a:lnTo>
                    <a:pt x="697470" y="428085"/>
                  </a:lnTo>
                  <a:lnTo>
                    <a:pt x="695548" y="428085"/>
                  </a:lnTo>
                  <a:lnTo>
                    <a:pt x="693627" y="428085"/>
                  </a:lnTo>
                  <a:lnTo>
                    <a:pt x="691705" y="428085"/>
                  </a:lnTo>
                  <a:lnTo>
                    <a:pt x="689784" y="428085"/>
                  </a:lnTo>
                  <a:lnTo>
                    <a:pt x="687863" y="428085"/>
                  </a:lnTo>
                  <a:lnTo>
                    <a:pt x="685941" y="428085"/>
                  </a:lnTo>
                  <a:lnTo>
                    <a:pt x="684020" y="428085"/>
                  </a:lnTo>
                  <a:lnTo>
                    <a:pt x="682098" y="428085"/>
                  </a:lnTo>
                  <a:lnTo>
                    <a:pt x="680177" y="428085"/>
                  </a:lnTo>
                  <a:lnTo>
                    <a:pt x="678256" y="428085"/>
                  </a:lnTo>
                  <a:lnTo>
                    <a:pt x="676334" y="428085"/>
                  </a:lnTo>
                  <a:lnTo>
                    <a:pt x="674413" y="428085"/>
                  </a:lnTo>
                  <a:lnTo>
                    <a:pt x="672491" y="428085"/>
                  </a:lnTo>
                  <a:lnTo>
                    <a:pt x="670570" y="428085"/>
                  </a:lnTo>
                  <a:lnTo>
                    <a:pt x="668649" y="428085"/>
                  </a:lnTo>
                  <a:lnTo>
                    <a:pt x="666727" y="428085"/>
                  </a:lnTo>
                  <a:lnTo>
                    <a:pt x="664806" y="428085"/>
                  </a:lnTo>
                  <a:lnTo>
                    <a:pt x="662884" y="428085"/>
                  </a:lnTo>
                  <a:lnTo>
                    <a:pt x="660963" y="428085"/>
                  </a:lnTo>
                  <a:lnTo>
                    <a:pt x="659042" y="428085"/>
                  </a:lnTo>
                  <a:lnTo>
                    <a:pt x="657120" y="428085"/>
                  </a:lnTo>
                  <a:lnTo>
                    <a:pt x="655199" y="428085"/>
                  </a:lnTo>
                  <a:lnTo>
                    <a:pt x="653277" y="428085"/>
                  </a:lnTo>
                  <a:lnTo>
                    <a:pt x="651356" y="428085"/>
                  </a:lnTo>
                  <a:lnTo>
                    <a:pt x="649434" y="428085"/>
                  </a:lnTo>
                  <a:lnTo>
                    <a:pt x="647513" y="428085"/>
                  </a:lnTo>
                  <a:lnTo>
                    <a:pt x="645592" y="428085"/>
                  </a:lnTo>
                  <a:lnTo>
                    <a:pt x="643670" y="428085"/>
                  </a:lnTo>
                  <a:lnTo>
                    <a:pt x="641749" y="428085"/>
                  </a:lnTo>
                  <a:lnTo>
                    <a:pt x="639827" y="428085"/>
                  </a:lnTo>
                  <a:lnTo>
                    <a:pt x="637906" y="428085"/>
                  </a:lnTo>
                  <a:lnTo>
                    <a:pt x="635985" y="428085"/>
                  </a:lnTo>
                  <a:lnTo>
                    <a:pt x="634063" y="428085"/>
                  </a:lnTo>
                  <a:lnTo>
                    <a:pt x="632142" y="428085"/>
                  </a:lnTo>
                  <a:lnTo>
                    <a:pt x="630220" y="428085"/>
                  </a:lnTo>
                  <a:lnTo>
                    <a:pt x="628299" y="428085"/>
                  </a:lnTo>
                  <a:lnTo>
                    <a:pt x="626378" y="428085"/>
                  </a:lnTo>
                  <a:lnTo>
                    <a:pt x="624456" y="428085"/>
                  </a:lnTo>
                  <a:lnTo>
                    <a:pt x="622535" y="428085"/>
                  </a:lnTo>
                  <a:lnTo>
                    <a:pt x="620613" y="428085"/>
                  </a:lnTo>
                  <a:lnTo>
                    <a:pt x="618692" y="428085"/>
                  </a:lnTo>
                  <a:lnTo>
                    <a:pt x="616771" y="428085"/>
                  </a:lnTo>
                  <a:lnTo>
                    <a:pt x="614849" y="428085"/>
                  </a:lnTo>
                  <a:lnTo>
                    <a:pt x="612928" y="428085"/>
                  </a:lnTo>
                  <a:lnTo>
                    <a:pt x="611006" y="428085"/>
                  </a:lnTo>
                  <a:lnTo>
                    <a:pt x="609085" y="428085"/>
                  </a:lnTo>
                  <a:lnTo>
                    <a:pt x="607164" y="428085"/>
                  </a:lnTo>
                  <a:lnTo>
                    <a:pt x="605242" y="428085"/>
                  </a:lnTo>
                  <a:lnTo>
                    <a:pt x="603321" y="428085"/>
                  </a:lnTo>
                  <a:lnTo>
                    <a:pt x="601399" y="428085"/>
                  </a:lnTo>
                  <a:lnTo>
                    <a:pt x="599478" y="428085"/>
                  </a:lnTo>
                  <a:lnTo>
                    <a:pt x="597557" y="428085"/>
                  </a:lnTo>
                  <a:lnTo>
                    <a:pt x="595635" y="428085"/>
                  </a:lnTo>
                  <a:lnTo>
                    <a:pt x="593714" y="428085"/>
                  </a:lnTo>
                  <a:lnTo>
                    <a:pt x="591792" y="428085"/>
                  </a:lnTo>
                  <a:lnTo>
                    <a:pt x="589871" y="428085"/>
                  </a:lnTo>
                  <a:lnTo>
                    <a:pt x="587950" y="428085"/>
                  </a:lnTo>
                  <a:lnTo>
                    <a:pt x="586028" y="428085"/>
                  </a:lnTo>
                  <a:lnTo>
                    <a:pt x="584107" y="428085"/>
                  </a:lnTo>
                  <a:lnTo>
                    <a:pt x="582185" y="428085"/>
                  </a:lnTo>
                  <a:lnTo>
                    <a:pt x="580264" y="428085"/>
                  </a:lnTo>
                  <a:lnTo>
                    <a:pt x="578342" y="428085"/>
                  </a:lnTo>
                  <a:lnTo>
                    <a:pt x="576421" y="428085"/>
                  </a:lnTo>
                  <a:lnTo>
                    <a:pt x="574500" y="428085"/>
                  </a:lnTo>
                  <a:lnTo>
                    <a:pt x="572578" y="428085"/>
                  </a:lnTo>
                  <a:lnTo>
                    <a:pt x="570657" y="428085"/>
                  </a:lnTo>
                  <a:lnTo>
                    <a:pt x="568735" y="428085"/>
                  </a:lnTo>
                  <a:lnTo>
                    <a:pt x="566814" y="428085"/>
                  </a:lnTo>
                  <a:lnTo>
                    <a:pt x="564893" y="428085"/>
                  </a:lnTo>
                  <a:lnTo>
                    <a:pt x="562971" y="428085"/>
                  </a:lnTo>
                  <a:lnTo>
                    <a:pt x="561050" y="428085"/>
                  </a:lnTo>
                  <a:lnTo>
                    <a:pt x="559128" y="428085"/>
                  </a:lnTo>
                  <a:lnTo>
                    <a:pt x="557207" y="428085"/>
                  </a:lnTo>
                  <a:lnTo>
                    <a:pt x="555286" y="428085"/>
                  </a:lnTo>
                  <a:lnTo>
                    <a:pt x="553364" y="428085"/>
                  </a:lnTo>
                  <a:lnTo>
                    <a:pt x="551443" y="428085"/>
                  </a:lnTo>
                  <a:lnTo>
                    <a:pt x="549521" y="428085"/>
                  </a:lnTo>
                  <a:lnTo>
                    <a:pt x="547600" y="428085"/>
                  </a:lnTo>
                  <a:lnTo>
                    <a:pt x="545679" y="428085"/>
                  </a:lnTo>
                  <a:lnTo>
                    <a:pt x="543757" y="428085"/>
                  </a:lnTo>
                  <a:lnTo>
                    <a:pt x="541836" y="428085"/>
                  </a:lnTo>
                  <a:lnTo>
                    <a:pt x="539914" y="428085"/>
                  </a:lnTo>
                  <a:lnTo>
                    <a:pt x="537993" y="428085"/>
                  </a:lnTo>
                  <a:lnTo>
                    <a:pt x="536072" y="428085"/>
                  </a:lnTo>
                  <a:lnTo>
                    <a:pt x="534150" y="428085"/>
                  </a:lnTo>
                  <a:lnTo>
                    <a:pt x="532229" y="428085"/>
                  </a:lnTo>
                  <a:lnTo>
                    <a:pt x="530307" y="428085"/>
                  </a:lnTo>
                  <a:lnTo>
                    <a:pt x="528386" y="428085"/>
                  </a:lnTo>
                  <a:lnTo>
                    <a:pt x="526465" y="428085"/>
                  </a:lnTo>
                  <a:lnTo>
                    <a:pt x="524543" y="428085"/>
                  </a:lnTo>
                  <a:lnTo>
                    <a:pt x="522622" y="428085"/>
                  </a:lnTo>
                  <a:lnTo>
                    <a:pt x="520700" y="428085"/>
                  </a:lnTo>
                  <a:lnTo>
                    <a:pt x="518779" y="428085"/>
                  </a:lnTo>
                  <a:lnTo>
                    <a:pt x="516858" y="428085"/>
                  </a:lnTo>
                  <a:lnTo>
                    <a:pt x="514936" y="428085"/>
                  </a:lnTo>
                  <a:lnTo>
                    <a:pt x="513015" y="428085"/>
                  </a:lnTo>
                  <a:lnTo>
                    <a:pt x="511093" y="428085"/>
                  </a:lnTo>
                  <a:lnTo>
                    <a:pt x="509172" y="428085"/>
                  </a:lnTo>
                  <a:lnTo>
                    <a:pt x="507250" y="428085"/>
                  </a:lnTo>
                  <a:lnTo>
                    <a:pt x="505329" y="428085"/>
                  </a:lnTo>
                  <a:lnTo>
                    <a:pt x="503408" y="428085"/>
                  </a:lnTo>
                  <a:lnTo>
                    <a:pt x="501486" y="428085"/>
                  </a:lnTo>
                  <a:lnTo>
                    <a:pt x="499565" y="428085"/>
                  </a:lnTo>
                  <a:lnTo>
                    <a:pt x="497643" y="428085"/>
                  </a:lnTo>
                  <a:lnTo>
                    <a:pt x="495722" y="428085"/>
                  </a:lnTo>
                  <a:lnTo>
                    <a:pt x="493801" y="428085"/>
                  </a:lnTo>
                  <a:lnTo>
                    <a:pt x="491879" y="428085"/>
                  </a:lnTo>
                  <a:lnTo>
                    <a:pt x="489958" y="428085"/>
                  </a:lnTo>
                  <a:lnTo>
                    <a:pt x="488036" y="428085"/>
                  </a:lnTo>
                  <a:lnTo>
                    <a:pt x="486115" y="428085"/>
                  </a:lnTo>
                  <a:lnTo>
                    <a:pt x="484194" y="428085"/>
                  </a:lnTo>
                  <a:lnTo>
                    <a:pt x="482272" y="428085"/>
                  </a:lnTo>
                  <a:lnTo>
                    <a:pt x="480351" y="428085"/>
                  </a:lnTo>
                  <a:lnTo>
                    <a:pt x="478429" y="428085"/>
                  </a:lnTo>
                  <a:lnTo>
                    <a:pt x="476508" y="428085"/>
                  </a:lnTo>
                  <a:lnTo>
                    <a:pt x="474587" y="428085"/>
                  </a:lnTo>
                  <a:lnTo>
                    <a:pt x="472665" y="428085"/>
                  </a:lnTo>
                  <a:lnTo>
                    <a:pt x="470744" y="428085"/>
                  </a:lnTo>
                  <a:lnTo>
                    <a:pt x="468822" y="428085"/>
                  </a:lnTo>
                  <a:lnTo>
                    <a:pt x="466901" y="428085"/>
                  </a:lnTo>
                  <a:lnTo>
                    <a:pt x="464980" y="428085"/>
                  </a:lnTo>
                  <a:lnTo>
                    <a:pt x="463058" y="428085"/>
                  </a:lnTo>
                  <a:lnTo>
                    <a:pt x="461137" y="428085"/>
                  </a:lnTo>
                  <a:lnTo>
                    <a:pt x="459215" y="428085"/>
                  </a:lnTo>
                  <a:lnTo>
                    <a:pt x="457294" y="428085"/>
                  </a:lnTo>
                  <a:lnTo>
                    <a:pt x="455373" y="428085"/>
                  </a:lnTo>
                  <a:lnTo>
                    <a:pt x="453451" y="428085"/>
                  </a:lnTo>
                  <a:lnTo>
                    <a:pt x="451530" y="428085"/>
                  </a:lnTo>
                  <a:lnTo>
                    <a:pt x="449608" y="428085"/>
                  </a:lnTo>
                  <a:lnTo>
                    <a:pt x="447687" y="428085"/>
                  </a:lnTo>
                  <a:lnTo>
                    <a:pt x="445766" y="428085"/>
                  </a:lnTo>
                  <a:lnTo>
                    <a:pt x="443844" y="428085"/>
                  </a:lnTo>
                  <a:lnTo>
                    <a:pt x="441923" y="428085"/>
                  </a:lnTo>
                  <a:lnTo>
                    <a:pt x="440001" y="428085"/>
                  </a:lnTo>
                  <a:lnTo>
                    <a:pt x="438080" y="428085"/>
                  </a:lnTo>
                  <a:lnTo>
                    <a:pt x="436159" y="428085"/>
                  </a:lnTo>
                  <a:lnTo>
                    <a:pt x="434237" y="428085"/>
                  </a:lnTo>
                  <a:lnTo>
                    <a:pt x="432316" y="428085"/>
                  </a:lnTo>
                  <a:lnTo>
                    <a:pt x="430394" y="428085"/>
                  </a:lnTo>
                  <a:lnTo>
                    <a:pt x="428473" y="428085"/>
                  </a:lnTo>
                  <a:lnTo>
                    <a:pt x="426551" y="428085"/>
                  </a:lnTo>
                  <a:lnTo>
                    <a:pt x="424630" y="428085"/>
                  </a:lnTo>
                  <a:lnTo>
                    <a:pt x="422709" y="428085"/>
                  </a:lnTo>
                  <a:lnTo>
                    <a:pt x="420787" y="428085"/>
                  </a:lnTo>
                  <a:lnTo>
                    <a:pt x="418866" y="428085"/>
                  </a:lnTo>
                  <a:lnTo>
                    <a:pt x="416944" y="428085"/>
                  </a:lnTo>
                  <a:lnTo>
                    <a:pt x="415023" y="428085"/>
                  </a:lnTo>
                  <a:lnTo>
                    <a:pt x="413102" y="428085"/>
                  </a:lnTo>
                  <a:lnTo>
                    <a:pt x="411180" y="428085"/>
                  </a:lnTo>
                  <a:lnTo>
                    <a:pt x="409259" y="428085"/>
                  </a:lnTo>
                  <a:lnTo>
                    <a:pt x="407337" y="428085"/>
                  </a:lnTo>
                  <a:lnTo>
                    <a:pt x="405416" y="428085"/>
                  </a:lnTo>
                  <a:lnTo>
                    <a:pt x="403495" y="428085"/>
                  </a:lnTo>
                  <a:lnTo>
                    <a:pt x="401573" y="428085"/>
                  </a:lnTo>
                  <a:lnTo>
                    <a:pt x="399652" y="428085"/>
                  </a:lnTo>
                  <a:lnTo>
                    <a:pt x="397730" y="428085"/>
                  </a:lnTo>
                  <a:lnTo>
                    <a:pt x="395809" y="428085"/>
                  </a:lnTo>
                  <a:lnTo>
                    <a:pt x="393888" y="428085"/>
                  </a:lnTo>
                  <a:lnTo>
                    <a:pt x="391966" y="428085"/>
                  </a:lnTo>
                  <a:lnTo>
                    <a:pt x="390045" y="428085"/>
                  </a:lnTo>
                  <a:lnTo>
                    <a:pt x="388123" y="428085"/>
                  </a:lnTo>
                  <a:lnTo>
                    <a:pt x="386202" y="428085"/>
                  </a:lnTo>
                  <a:lnTo>
                    <a:pt x="384281" y="428085"/>
                  </a:lnTo>
                  <a:lnTo>
                    <a:pt x="382359" y="428085"/>
                  </a:lnTo>
                  <a:lnTo>
                    <a:pt x="380438" y="428085"/>
                  </a:lnTo>
                  <a:lnTo>
                    <a:pt x="378516" y="428085"/>
                  </a:lnTo>
                  <a:lnTo>
                    <a:pt x="376595" y="428085"/>
                  </a:lnTo>
                  <a:lnTo>
                    <a:pt x="374674" y="428085"/>
                  </a:lnTo>
                  <a:lnTo>
                    <a:pt x="372752" y="428085"/>
                  </a:lnTo>
                  <a:lnTo>
                    <a:pt x="370831" y="428085"/>
                  </a:lnTo>
                  <a:lnTo>
                    <a:pt x="368909" y="428085"/>
                  </a:lnTo>
                  <a:lnTo>
                    <a:pt x="366988" y="428085"/>
                  </a:lnTo>
                  <a:lnTo>
                    <a:pt x="365067" y="428085"/>
                  </a:lnTo>
                  <a:lnTo>
                    <a:pt x="363145" y="428085"/>
                  </a:lnTo>
                  <a:lnTo>
                    <a:pt x="361224" y="428085"/>
                  </a:lnTo>
                  <a:lnTo>
                    <a:pt x="359302" y="428085"/>
                  </a:lnTo>
                  <a:lnTo>
                    <a:pt x="357381" y="428085"/>
                  </a:lnTo>
                  <a:lnTo>
                    <a:pt x="355459" y="428085"/>
                  </a:lnTo>
                  <a:lnTo>
                    <a:pt x="353538" y="428085"/>
                  </a:lnTo>
                  <a:lnTo>
                    <a:pt x="351617" y="428085"/>
                  </a:lnTo>
                  <a:lnTo>
                    <a:pt x="349695" y="428085"/>
                  </a:lnTo>
                  <a:lnTo>
                    <a:pt x="347774" y="428085"/>
                  </a:lnTo>
                  <a:lnTo>
                    <a:pt x="345852" y="428085"/>
                  </a:lnTo>
                  <a:lnTo>
                    <a:pt x="343931" y="428085"/>
                  </a:lnTo>
                  <a:lnTo>
                    <a:pt x="342010" y="428085"/>
                  </a:lnTo>
                  <a:lnTo>
                    <a:pt x="340088" y="428085"/>
                  </a:lnTo>
                  <a:lnTo>
                    <a:pt x="338167" y="428085"/>
                  </a:lnTo>
                  <a:lnTo>
                    <a:pt x="336245" y="428085"/>
                  </a:lnTo>
                  <a:lnTo>
                    <a:pt x="334324" y="428085"/>
                  </a:lnTo>
                  <a:lnTo>
                    <a:pt x="332403" y="428085"/>
                  </a:lnTo>
                  <a:lnTo>
                    <a:pt x="330481" y="428085"/>
                  </a:lnTo>
                  <a:lnTo>
                    <a:pt x="328560" y="428085"/>
                  </a:lnTo>
                  <a:lnTo>
                    <a:pt x="326638" y="428085"/>
                  </a:lnTo>
                  <a:lnTo>
                    <a:pt x="324717" y="428085"/>
                  </a:lnTo>
                  <a:lnTo>
                    <a:pt x="322796" y="428085"/>
                  </a:lnTo>
                  <a:lnTo>
                    <a:pt x="320874" y="428085"/>
                  </a:lnTo>
                  <a:lnTo>
                    <a:pt x="318953" y="428085"/>
                  </a:lnTo>
                  <a:lnTo>
                    <a:pt x="317031" y="428085"/>
                  </a:lnTo>
                  <a:lnTo>
                    <a:pt x="315110" y="428085"/>
                  </a:lnTo>
                  <a:lnTo>
                    <a:pt x="313189" y="428085"/>
                  </a:lnTo>
                  <a:lnTo>
                    <a:pt x="311267" y="428085"/>
                  </a:lnTo>
                  <a:lnTo>
                    <a:pt x="309346" y="428085"/>
                  </a:lnTo>
                  <a:lnTo>
                    <a:pt x="307424" y="428085"/>
                  </a:lnTo>
                  <a:lnTo>
                    <a:pt x="305503" y="428085"/>
                  </a:lnTo>
                  <a:lnTo>
                    <a:pt x="303582" y="428085"/>
                  </a:lnTo>
                  <a:lnTo>
                    <a:pt x="301660" y="428085"/>
                  </a:lnTo>
                  <a:lnTo>
                    <a:pt x="299739" y="428085"/>
                  </a:lnTo>
                  <a:lnTo>
                    <a:pt x="297817" y="428085"/>
                  </a:lnTo>
                  <a:lnTo>
                    <a:pt x="295896" y="428085"/>
                  </a:lnTo>
                  <a:lnTo>
                    <a:pt x="293975" y="428085"/>
                  </a:lnTo>
                  <a:lnTo>
                    <a:pt x="292053" y="428085"/>
                  </a:lnTo>
                  <a:lnTo>
                    <a:pt x="290132" y="428085"/>
                  </a:lnTo>
                  <a:lnTo>
                    <a:pt x="288210" y="428085"/>
                  </a:lnTo>
                  <a:lnTo>
                    <a:pt x="286289" y="428085"/>
                  </a:lnTo>
                  <a:lnTo>
                    <a:pt x="284367" y="428085"/>
                  </a:lnTo>
                  <a:lnTo>
                    <a:pt x="282446" y="428085"/>
                  </a:lnTo>
                  <a:lnTo>
                    <a:pt x="280525" y="428085"/>
                  </a:lnTo>
                  <a:lnTo>
                    <a:pt x="278603" y="428085"/>
                  </a:lnTo>
                  <a:lnTo>
                    <a:pt x="276682" y="428085"/>
                  </a:lnTo>
                  <a:lnTo>
                    <a:pt x="274760" y="428085"/>
                  </a:lnTo>
                  <a:lnTo>
                    <a:pt x="272839" y="428085"/>
                  </a:lnTo>
                  <a:lnTo>
                    <a:pt x="270918" y="428085"/>
                  </a:lnTo>
                  <a:lnTo>
                    <a:pt x="268996" y="428085"/>
                  </a:lnTo>
                  <a:lnTo>
                    <a:pt x="267075" y="428085"/>
                  </a:lnTo>
                  <a:lnTo>
                    <a:pt x="265153" y="428085"/>
                  </a:lnTo>
                  <a:lnTo>
                    <a:pt x="263232" y="428085"/>
                  </a:lnTo>
                  <a:lnTo>
                    <a:pt x="261311" y="428085"/>
                  </a:lnTo>
                  <a:lnTo>
                    <a:pt x="259389" y="428085"/>
                  </a:lnTo>
                  <a:lnTo>
                    <a:pt x="257468" y="428085"/>
                  </a:lnTo>
                  <a:lnTo>
                    <a:pt x="255546" y="428085"/>
                  </a:lnTo>
                  <a:lnTo>
                    <a:pt x="253625" y="428085"/>
                  </a:lnTo>
                  <a:lnTo>
                    <a:pt x="251704" y="428085"/>
                  </a:lnTo>
                  <a:lnTo>
                    <a:pt x="249782" y="428085"/>
                  </a:lnTo>
                  <a:lnTo>
                    <a:pt x="247861" y="428085"/>
                  </a:lnTo>
                  <a:lnTo>
                    <a:pt x="245939" y="428085"/>
                  </a:lnTo>
                  <a:lnTo>
                    <a:pt x="244018" y="428085"/>
                  </a:lnTo>
                  <a:lnTo>
                    <a:pt x="242097" y="428085"/>
                  </a:lnTo>
                  <a:lnTo>
                    <a:pt x="240175" y="428085"/>
                  </a:lnTo>
                  <a:lnTo>
                    <a:pt x="238254" y="428085"/>
                  </a:lnTo>
                  <a:lnTo>
                    <a:pt x="236332" y="428085"/>
                  </a:lnTo>
                  <a:lnTo>
                    <a:pt x="234411" y="428085"/>
                  </a:lnTo>
                  <a:lnTo>
                    <a:pt x="232490" y="428085"/>
                  </a:lnTo>
                  <a:lnTo>
                    <a:pt x="230568" y="428085"/>
                  </a:lnTo>
                  <a:lnTo>
                    <a:pt x="228647" y="428085"/>
                  </a:lnTo>
                  <a:lnTo>
                    <a:pt x="226725" y="428085"/>
                  </a:lnTo>
                  <a:lnTo>
                    <a:pt x="224804" y="428085"/>
                  </a:lnTo>
                  <a:lnTo>
                    <a:pt x="222883" y="428085"/>
                  </a:lnTo>
                  <a:lnTo>
                    <a:pt x="220961" y="428085"/>
                  </a:lnTo>
                  <a:lnTo>
                    <a:pt x="219040" y="428085"/>
                  </a:lnTo>
                  <a:lnTo>
                    <a:pt x="217118" y="428085"/>
                  </a:lnTo>
                  <a:lnTo>
                    <a:pt x="215197" y="428085"/>
                  </a:lnTo>
                  <a:lnTo>
                    <a:pt x="213275" y="428085"/>
                  </a:lnTo>
                  <a:lnTo>
                    <a:pt x="211354" y="428085"/>
                  </a:lnTo>
                  <a:lnTo>
                    <a:pt x="209433" y="428085"/>
                  </a:lnTo>
                  <a:lnTo>
                    <a:pt x="207511" y="428085"/>
                  </a:lnTo>
                  <a:lnTo>
                    <a:pt x="205590" y="428085"/>
                  </a:lnTo>
                  <a:lnTo>
                    <a:pt x="203668" y="428085"/>
                  </a:lnTo>
                  <a:lnTo>
                    <a:pt x="201747" y="428085"/>
                  </a:lnTo>
                  <a:lnTo>
                    <a:pt x="199826" y="428085"/>
                  </a:lnTo>
                  <a:lnTo>
                    <a:pt x="197904" y="428085"/>
                  </a:lnTo>
                  <a:lnTo>
                    <a:pt x="195983" y="428085"/>
                  </a:lnTo>
                  <a:lnTo>
                    <a:pt x="194061" y="428085"/>
                  </a:lnTo>
                  <a:lnTo>
                    <a:pt x="192140" y="428085"/>
                  </a:lnTo>
                  <a:lnTo>
                    <a:pt x="190219" y="428085"/>
                  </a:lnTo>
                  <a:lnTo>
                    <a:pt x="188297" y="428085"/>
                  </a:lnTo>
                  <a:lnTo>
                    <a:pt x="186376" y="428085"/>
                  </a:lnTo>
                  <a:lnTo>
                    <a:pt x="184454" y="428085"/>
                  </a:lnTo>
                  <a:lnTo>
                    <a:pt x="182533" y="428085"/>
                  </a:lnTo>
                  <a:lnTo>
                    <a:pt x="180612" y="428085"/>
                  </a:lnTo>
                  <a:lnTo>
                    <a:pt x="178690" y="428085"/>
                  </a:lnTo>
                  <a:lnTo>
                    <a:pt x="176769" y="428085"/>
                  </a:lnTo>
                  <a:lnTo>
                    <a:pt x="174847" y="428085"/>
                  </a:lnTo>
                  <a:lnTo>
                    <a:pt x="172926" y="428085"/>
                  </a:lnTo>
                  <a:lnTo>
                    <a:pt x="171005" y="428085"/>
                  </a:lnTo>
                  <a:lnTo>
                    <a:pt x="169083" y="428085"/>
                  </a:lnTo>
                  <a:lnTo>
                    <a:pt x="167162" y="428085"/>
                  </a:lnTo>
                  <a:lnTo>
                    <a:pt x="165240" y="428085"/>
                  </a:lnTo>
                  <a:lnTo>
                    <a:pt x="163319" y="428085"/>
                  </a:lnTo>
                  <a:lnTo>
                    <a:pt x="161398" y="428085"/>
                  </a:lnTo>
                  <a:lnTo>
                    <a:pt x="159476" y="428085"/>
                  </a:lnTo>
                  <a:lnTo>
                    <a:pt x="157555" y="428085"/>
                  </a:lnTo>
                  <a:lnTo>
                    <a:pt x="155633" y="428085"/>
                  </a:lnTo>
                  <a:lnTo>
                    <a:pt x="153712" y="428085"/>
                  </a:lnTo>
                  <a:lnTo>
                    <a:pt x="151791" y="428085"/>
                  </a:lnTo>
                  <a:lnTo>
                    <a:pt x="149869" y="428085"/>
                  </a:lnTo>
                  <a:lnTo>
                    <a:pt x="147948" y="428085"/>
                  </a:lnTo>
                  <a:lnTo>
                    <a:pt x="146026" y="428085"/>
                  </a:lnTo>
                  <a:lnTo>
                    <a:pt x="144105" y="428085"/>
                  </a:lnTo>
                  <a:lnTo>
                    <a:pt x="142183" y="428085"/>
                  </a:lnTo>
                  <a:lnTo>
                    <a:pt x="140262" y="428085"/>
                  </a:lnTo>
                  <a:lnTo>
                    <a:pt x="138341" y="428085"/>
                  </a:lnTo>
                  <a:lnTo>
                    <a:pt x="136419" y="428085"/>
                  </a:lnTo>
                  <a:lnTo>
                    <a:pt x="134498" y="428085"/>
                  </a:lnTo>
                  <a:lnTo>
                    <a:pt x="132576" y="428085"/>
                  </a:lnTo>
                  <a:lnTo>
                    <a:pt x="130655" y="428085"/>
                  </a:lnTo>
                  <a:lnTo>
                    <a:pt x="128734" y="428085"/>
                  </a:lnTo>
                  <a:lnTo>
                    <a:pt x="126812" y="428085"/>
                  </a:lnTo>
                  <a:lnTo>
                    <a:pt x="124891" y="428085"/>
                  </a:lnTo>
                  <a:lnTo>
                    <a:pt x="122969" y="428085"/>
                  </a:lnTo>
                  <a:lnTo>
                    <a:pt x="121048" y="428085"/>
                  </a:lnTo>
                  <a:lnTo>
                    <a:pt x="119127" y="428085"/>
                  </a:lnTo>
                  <a:lnTo>
                    <a:pt x="117205" y="428085"/>
                  </a:lnTo>
                  <a:lnTo>
                    <a:pt x="115284" y="428085"/>
                  </a:lnTo>
                  <a:lnTo>
                    <a:pt x="113362" y="428085"/>
                  </a:lnTo>
                  <a:lnTo>
                    <a:pt x="111441" y="428085"/>
                  </a:lnTo>
                  <a:lnTo>
                    <a:pt x="109520" y="428085"/>
                  </a:lnTo>
                  <a:lnTo>
                    <a:pt x="107598" y="428085"/>
                  </a:lnTo>
                  <a:lnTo>
                    <a:pt x="105677" y="428085"/>
                  </a:lnTo>
                  <a:lnTo>
                    <a:pt x="103755" y="428085"/>
                  </a:lnTo>
                  <a:lnTo>
                    <a:pt x="101834" y="428085"/>
                  </a:lnTo>
                  <a:lnTo>
                    <a:pt x="99913" y="428085"/>
                  </a:lnTo>
                  <a:lnTo>
                    <a:pt x="97991" y="428085"/>
                  </a:lnTo>
                  <a:lnTo>
                    <a:pt x="96070" y="428085"/>
                  </a:lnTo>
                  <a:lnTo>
                    <a:pt x="94148" y="428085"/>
                  </a:lnTo>
                  <a:lnTo>
                    <a:pt x="92227" y="428085"/>
                  </a:lnTo>
                  <a:lnTo>
                    <a:pt x="90306" y="428085"/>
                  </a:lnTo>
                  <a:lnTo>
                    <a:pt x="88384" y="428085"/>
                  </a:lnTo>
                  <a:lnTo>
                    <a:pt x="86463" y="428085"/>
                  </a:lnTo>
                  <a:lnTo>
                    <a:pt x="84541" y="428085"/>
                  </a:lnTo>
                  <a:lnTo>
                    <a:pt x="82620" y="428085"/>
                  </a:lnTo>
                  <a:lnTo>
                    <a:pt x="80699" y="428085"/>
                  </a:lnTo>
                  <a:lnTo>
                    <a:pt x="78777" y="428085"/>
                  </a:lnTo>
                  <a:lnTo>
                    <a:pt x="76856" y="428085"/>
                  </a:lnTo>
                  <a:lnTo>
                    <a:pt x="74934" y="428085"/>
                  </a:lnTo>
                  <a:lnTo>
                    <a:pt x="73013" y="428085"/>
                  </a:lnTo>
                  <a:lnTo>
                    <a:pt x="71091" y="428085"/>
                  </a:lnTo>
                  <a:lnTo>
                    <a:pt x="69170" y="428085"/>
                  </a:lnTo>
                  <a:lnTo>
                    <a:pt x="67249" y="428085"/>
                  </a:lnTo>
                  <a:lnTo>
                    <a:pt x="65327" y="428085"/>
                  </a:lnTo>
                  <a:lnTo>
                    <a:pt x="63406" y="428085"/>
                  </a:lnTo>
                  <a:lnTo>
                    <a:pt x="61484" y="428085"/>
                  </a:lnTo>
                  <a:lnTo>
                    <a:pt x="59563" y="428085"/>
                  </a:lnTo>
                  <a:lnTo>
                    <a:pt x="57642" y="428085"/>
                  </a:lnTo>
                  <a:lnTo>
                    <a:pt x="55720" y="428085"/>
                  </a:lnTo>
                  <a:lnTo>
                    <a:pt x="53799" y="428085"/>
                  </a:lnTo>
                  <a:lnTo>
                    <a:pt x="51877" y="428085"/>
                  </a:lnTo>
                  <a:lnTo>
                    <a:pt x="49956" y="428085"/>
                  </a:lnTo>
                  <a:lnTo>
                    <a:pt x="48035" y="428085"/>
                  </a:lnTo>
                  <a:lnTo>
                    <a:pt x="46113" y="428085"/>
                  </a:lnTo>
                  <a:lnTo>
                    <a:pt x="44192" y="428085"/>
                  </a:lnTo>
                  <a:lnTo>
                    <a:pt x="42270" y="428085"/>
                  </a:lnTo>
                  <a:lnTo>
                    <a:pt x="40349" y="428085"/>
                  </a:lnTo>
                  <a:lnTo>
                    <a:pt x="38428" y="428085"/>
                  </a:lnTo>
                  <a:lnTo>
                    <a:pt x="36506" y="428085"/>
                  </a:lnTo>
                  <a:lnTo>
                    <a:pt x="34585" y="428085"/>
                  </a:lnTo>
                  <a:lnTo>
                    <a:pt x="32663" y="428085"/>
                  </a:lnTo>
                  <a:lnTo>
                    <a:pt x="30742" y="428085"/>
                  </a:lnTo>
                  <a:lnTo>
                    <a:pt x="28821" y="428085"/>
                  </a:lnTo>
                  <a:lnTo>
                    <a:pt x="26899" y="428085"/>
                  </a:lnTo>
                  <a:lnTo>
                    <a:pt x="24978" y="428085"/>
                  </a:lnTo>
                  <a:lnTo>
                    <a:pt x="23056" y="428085"/>
                  </a:lnTo>
                  <a:lnTo>
                    <a:pt x="21135" y="428085"/>
                  </a:lnTo>
                  <a:lnTo>
                    <a:pt x="19214" y="428085"/>
                  </a:lnTo>
                  <a:lnTo>
                    <a:pt x="17292" y="428085"/>
                  </a:lnTo>
                  <a:lnTo>
                    <a:pt x="15371" y="428085"/>
                  </a:lnTo>
                  <a:lnTo>
                    <a:pt x="13449" y="428085"/>
                  </a:lnTo>
                  <a:lnTo>
                    <a:pt x="11528" y="428085"/>
                  </a:lnTo>
                  <a:lnTo>
                    <a:pt x="9607" y="428085"/>
                  </a:lnTo>
                  <a:lnTo>
                    <a:pt x="7685" y="428085"/>
                  </a:lnTo>
                  <a:lnTo>
                    <a:pt x="5764" y="428085"/>
                  </a:lnTo>
                  <a:lnTo>
                    <a:pt x="3842" y="428085"/>
                  </a:lnTo>
                  <a:lnTo>
                    <a:pt x="1921" y="428085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5467762" y="2354937"/>
              <a:ext cx="981838" cy="428085"/>
            </a:xfrm>
            <a:custGeom>
              <a:avLst/>
              <a:pathLst>
                <a:path w="981838" h="428085">
                  <a:moveTo>
                    <a:pt x="0" y="428085"/>
                  </a:moveTo>
                  <a:lnTo>
                    <a:pt x="1921" y="428085"/>
                  </a:lnTo>
                  <a:lnTo>
                    <a:pt x="3842" y="428085"/>
                  </a:lnTo>
                  <a:lnTo>
                    <a:pt x="5764" y="428085"/>
                  </a:lnTo>
                  <a:lnTo>
                    <a:pt x="7685" y="428085"/>
                  </a:lnTo>
                  <a:lnTo>
                    <a:pt x="9607" y="428085"/>
                  </a:lnTo>
                  <a:lnTo>
                    <a:pt x="11528" y="428085"/>
                  </a:lnTo>
                  <a:lnTo>
                    <a:pt x="13449" y="428085"/>
                  </a:lnTo>
                  <a:lnTo>
                    <a:pt x="15371" y="428085"/>
                  </a:lnTo>
                  <a:lnTo>
                    <a:pt x="17292" y="428085"/>
                  </a:lnTo>
                  <a:lnTo>
                    <a:pt x="19214" y="428084"/>
                  </a:lnTo>
                  <a:lnTo>
                    <a:pt x="21135" y="428084"/>
                  </a:lnTo>
                  <a:lnTo>
                    <a:pt x="23056" y="428084"/>
                  </a:lnTo>
                  <a:lnTo>
                    <a:pt x="24978" y="428083"/>
                  </a:lnTo>
                  <a:lnTo>
                    <a:pt x="26899" y="428081"/>
                  </a:lnTo>
                  <a:lnTo>
                    <a:pt x="28821" y="428079"/>
                  </a:lnTo>
                  <a:lnTo>
                    <a:pt x="30742" y="428074"/>
                  </a:lnTo>
                  <a:lnTo>
                    <a:pt x="32663" y="428065"/>
                  </a:lnTo>
                  <a:lnTo>
                    <a:pt x="34585" y="428050"/>
                  </a:lnTo>
                  <a:lnTo>
                    <a:pt x="36506" y="428025"/>
                  </a:lnTo>
                  <a:lnTo>
                    <a:pt x="38428" y="427986"/>
                  </a:lnTo>
                  <a:lnTo>
                    <a:pt x="40349" y="427922"/>
                  </a:lnTo>
                  <a:lnTo>
                    <a:pt x="42270" y="427824"/>
                  </a:lnTo>
                  <a:lnTo>
                    <a:pt x="44192" y="427676"/>
                  </a:lnTo>
                  <a:lnTo>
                    <a:pt x="46113" y="427443"/>
                  </a:lnTo>
                  <a:lnTo>
                    <a:pt x="48035" y="427093"/>
                  </a:lnTo>
                  <a:lnTo>
                    <a:pt x="49956" y="426583"/>
                  </a:lnTo>
                  <a:lnTo>
                    <a:pt x="51877" y="425856"/>
                  </a:lnTo>
                  <a:lnTo>
                    <a:pt x="53799" y="424841"/>
                  </a:lnTo>
                  <a:lnTo>
                    <a:pt x="55720" y="423455"/>
                  </a:lnTo>
                  <a:lnTo>
                    <a:pt x="57642" y="421600"/>
                  </a:lnTo>
                  <a:lnTo>
                    <a:pt x="59563" y="419166"/>
                  </a:lnTo>
                  <a:lnTo>
                    <a:pt x="61484" y="416036"/>
                  </a:lnTo>
                  <a:lnTo>
                    <a:pt x="63406" y="412085"/>
                  </a:lnTo>
                  <a:lnTo>
                    <a:pt x="65327" y="407055"/>
                  </a:lnTo>
                  <a:lnTo>
                    <a:pt x="67249" y="400952"/>
                  </a:lnTo>
                  <a:lnTo>
                    <a:pt x="69170" y="393705"/>
                  </a:lnTo>
                  <a:lnTo>
                    <a:pt x="71091" y="385278"/>
                  </a:lnTo>
                  <a:lnTo>
                    <a:pt x="73013" y="375683"/>
                  </a:lnTo>
                  <a:lnTo>
                    <a:pt x="74934" y="364982"/>
                  </a:lnTo>
                  <a:lnTo>
                    <a:pt x="76856" y="353293"/>
                  </a:lnTo>
                  <a:lnTo>
                    <a:pt x="78777" y="340786"/>
                  </a:lnTo>
                  <a:lnTo>
                    <a:pt x="80699" y="327680"/>
                  </a:lnTo>
                  <a:lnTo>
                    <a:pt x="82620" y="314235"/>
                  </a:lnTo>
                  <a:lnTo>
                    <a:pt x="84541" y="300792"/>
                  </a:lnTo>
                  <a:lnTo>
                    <a:pt x="86463" y="287660"/>
                  </a:lnTo>
                  <a:lnTo>
                    <a:pt x="88384" y="275094"/>
                  </a:lnTo>
                  <a:lnTo>
                    <a:pt x="90306" y="263306"/>
                  </a:lnTo>
                  <a:lnTo>
                    <a:pt x="92227" y="252452"/>
                  </a:lnTo>
                  <a:lnTo>
                    <a:pt x="94148" y="242626"/>
                  </a:lnTo>
                  <a:lnTo>
                    <a:pt x="96070" y="233853"/>
                  </a:lnTo>
                  <a:lnTo>
                    <a:pt x="97991" y="226099"/>
                  </a:lnTo>
                  <a:lnTo>
                    <a:pt x="99913" y="219277"/>
                  </a:lnTo>
                  <a:lnTo>
                    <a:pt x="101834" y="213311"/>
                  </a:lnTo>
                  <a:lnTo>
                    <a:pt x="103755" y="207989"/>
                  </a:lnTo>
                  <a:lnTo>
                    <a:pt x="105677" y="203132"/>
                  </a:lnTo>
                  <a:lnTo>
                    <a:pt x="107598" y="198617"/>
                  </a:lnTo>
                  <a:lnTo>
                    <a:pt x="109520" y="194348"/>
                  </a:lnTo>
                  <a:lnTo>
                    <a:pt x="111441" y="190267"/>
                  </a:lnTo>
                  <a:lnTo>
                    <a:pt x="113362" y="186343"/>
                  </a:lnTo>
                  <a:lnTo>
                    <a:pt x="115284" y="182577"/>
                  </a:lnTo>
                  <a:lnTo>
                    <a:pt x="117205" y="178984"/>
                  </a:lnTo>
                  <a:lnTo>
                    <a:pt x="119127" y="175587"/>
                  </a:lnTo>
                  <a:lnTo>
                    <a:pt x="121048" y="172430"/>
                  </a:lnTo>
                  <a:lnTo>
                    <a:pt x="122969" y="169478"/>
                  </a:lnTo>
                  <a:lnTo>
                    <a:pt x="124891" y="166686"/>
                  </a:lnTo>
                  <a:lnTo>
                    <a:pt x="126812" y="163980"/>
                  </a:lnTo>
                  <a:lnTo>
                    <a:pt x="128734" y="161256"/>
                  </a:lnTo>
                  <a:lnTo>
                    <a:pt x="130655" y="158381"/>
                  </a:lnTo>
                  <a:lnTo>
                    <a:pt x="132576" y="155205"/>
                  </a:lnTo>
                  <a:lnTo>
                    <a:pt x="134498" y="151566"/>
                  </a:lnTo>
                  <a:lnTo>
                    <a:pt x="136419" y="147304"/>
                  </a:lnTo>
                  <a:lnTo>
                    <a:pt x="138341" y="142230"/>
                  </a:lnTo>
                  <a:lnTo>
                    <a:pt x="140262" y="136154"/>
                  </a:lnTo>
                  <a:lnTo>
                    <a:pt x="142183" y="129068"/>
                  </a:lnTo>
                  <a:lnTo>
                    <a:pt x="144105" y="120938"/>
                  </a:lnTo>
                  <a:lnTo>
                    <a:pt x="146026" y="111780"/>
                  </a:lnTo>
                  <a:lnTo>
                    <a:pt x="147948" y="101660"/>
                  </a:lnTo>
                  <a:lnTo>
                    <a:pt x="149869" y="90701"/>
                  </a:lnTo>
                  <a:lnTo>
                    <a:pt x="151791" y="79080"/>
                  </a:lnTo>
                  <a:lnTo>
                    <a:pt x="153712" y="67028"/>
                  </a:lnTo>
                  <a:lnTo>
                    <a:pt x="155633" y="54831"/>
                  </a:lnTo>
                  <a:lnTo>
                    <a:pt x="157555" y="42874"/>
                  </a:lnTo>
                  <a:lnTo>
                    <a:pt x="159476" y="31609"/>
                  </a:lnTo>
                  <a:lnTo>
                    <a:pt x="161398" y="21441"/>
                  </a:lnTo>
                  <a:lnTo>
                    <a:pt x="163319" y="12792"/>
                  </a:lnTo>
                  <a:lnTo>
                    <a:pt x="165240" y="6080"/>
                  </a:lnTo>
                  <a:lnTo>
                    <a:pt x="167162" y="1698"/>
                  </a:lnTo>
                  <a:lnTo>
                    <a:pt x="169083" y="0"/>
                  </a:lnTo>
                  <a:lnTo>
                    <a:pt x="171005" y="1276"/>
                  </a:lnTo>
                  <a:lnTo>
                    <a:pt x="172926" y="5743"/>
                  </a:lnTo>
                  <a:lnTo>
                    <a:pt x="174847" y="13527"/>
                  </a:lnTo>
                  <a:lnTo>
                    <a:pt x="176769" y="25051"/>
                  </a:lnTo>
                  <a:lnTo>
                    <a:pt x="178690" y="39768"/>
                  </a:lnTo>
                  <a:lnTo>
                    <a:pt x="180612" y="57417"/>
                  </a:lnTo>
                  <a:lnTo>
                    <a:pt x="182533" y="77653"/>
                  </a:lnTo>
                  <a:lnTo>
                    <a:pt x="184454" y="100056"/>
                  </a:lnTo>
                  <a:lnTo>
                    <a:pt x="186376" y="124142"/>
                  </a:lnTo>
                  <a:lnTo>
                    <a:pt x="188297" y="149388"/>
                  </a:lnTo>
                  <a:lnTo>
                    <a:pt x="190219" y="175257"/>
                  </a:lnTo>
                  <a:lnTo>
                    <a:pt x="192140" y="201215"/>
                  </a:lnTo>
                  <a:lnTo>
                    <a:pt x="194061" y="226723"/>
                  </a:lnTo>
                  <a:lnTo>
                    <a:pt x="195983" y="251204"/>
                  </a:lnTo>
                  <a:lnTo>
                    <a:pt x="197904" y="274345"/>
                  </a:lnTo>
                  <a:lnTo>
                    <a:pt x="199826" y="295872"/>
                  </a:lnTo>
                  <a:lnTo>
                    <a:pt x="201747" y="315592"/>
                  </a:lnTo>
                  <a:lnTo>
                    <a:pt x="203668" y="333387"/>
                  </a:lnTo>
                  <a:lnTo>
                    <a:pt x="205590" y="349213"/>
                  </a:lnTo>
                  <a:lnTo>
                    <a:pt x="207511" y="363088"/>
                  </a:lnTo>
                  <a:lnTo>
                    <a:pt x="209433" y="375084"/>
                  </a:lnTo>
                  <a:lnTo>
                    <a:pt x="211354" y="385315"/>
                  </a:lnTo>
                  <a:lnTo>
                    <a:pt x="213275" y="393810"/>
                  </a:lnTo>
                  <a:lnTo>
                    <a:pt x="215197" y="400818"/>
                  </a:lnTo>
                  <a:lnTo>
                    <a:pt x="217118" y="406591"/>
                  </a:lnTo>
                  <a:lnTo>
                    <a:pt x="219040" y="411295"/>
                  </a:lnTo>
                  <a:lnTo>
                    <a:pt x="220961" y="415089"/>
                  </a:lnTo>
                  <a:lnTo>
                    <a:pt x="222883" y="418116"/>
                  </a:lnTo>
                  <a:lnTo>
                    <a:pt x="224804" y="420508"/>
                  </a:lnTo>
                  <a:lnTo>
                    <a:pt x="226725" y="422380"/>
                  </a:lnTo>
                  <a:lnTo>
                    <a:pt x="228647" y="423830"/>
                  </a:lnTo>
                  <a:lnTo>
                    <a:pt x="230568" y="424942"/>
                  </a:lnTo>
                  <a:lnTo>
                    <a:pt x="232490" y="425763"/>
                  </a:lnTo>
                  <a:lnTo>
                    <a:pt x="234411" y="426386"/>
                  </a:lnTo>
                  <a:lnTo>
                    <a:pt x="236332" y="426855"/>
                  </a:lnTo>
                  <a:lnTo>
                    <a:pt x="238254" y="427204"/>
                  </a:lnTo>
                  <a:lnTo>
                    <a:pt x="240175" y="427462"/>
                  </a:lnTo>
                  <a:lnTo>
                    <a:pt x="242097" y="427649"/>
                  </a:lnTo>
                  <a:lnTo>
                    <a:pt x="244018" y="427785"/>
                  </a:lnTo>
                  <a:lnTo>
                    <a:pt x="245939" y="427881"/>
                  </a:lnTo>
                  <a:lnTo>
                    <a:pt x="247861" y="427948"/>
                  </a:lnTo>
                  <a:lnTo>
                    <a:pt x="249782" y="427994"/>
                  </a:lnTo>
                  <a:lnTo>
                    <a:pt x="251704" y="428025"/>
                  </a:lnTo>
                  <a:lnTo>
                    <a:pt x="253625" y="428046"/>
                  </a:lnTo>
                  <a:lnTo>
                    <a:pt x="255546" y="428060"/>
                  </a:lnTo>
                  <a:lnTo>
                    <a:pt x="257468" y="428069"/>
                  </a:lnTo>
                  <a:lnTo>
                    <a:pt x="259389" y="428075"/>
                  </a:lnTo>
                  <a:lnTo>
                    <a:pt x="261311" y="428079"/>
                  </a:lnTo>
                  <a:lnTo>
                    <a:pt x="263232" y="428081"/>
                  </a:lnTo>
                  <a:lnTo>
                    <a:pt x="265153" y="428083"/>
                  </a:lnTo>
                  <a:lnTo>
                    <a:pt x="267075" y="428083"/>
                  </a:lnTo>
                  <a:lnTo>
                    <a:pt x="268996" y="428084"/>
                  </a:lnTo>
                  <a:lnTo>
                    <a:pt x="270918" y="428084"/>
                  </a:lnTo>
                  <a:lnTo>
                    <a:pt x="272839" y="428084"/>
                  </a:lnTo>
                  <a:lnTo>
                    <a:pt x="274760" y="428085"/>
                  </a:lnTo>
                  <a:lnTo>
                    <a:pt x="276682" y="428085"/>
                  </a:lnTo>
                  <a:lnTo>
                    <a:pt x="278603" y="428085"/>
                  </a:lnTo>
                  <a:lnTo>
                    <a:pt x="280525" y="428085"/>
                  </a:lnTo>
                  <a:lnTo>
                    <a:pt x="282446" y="428085"/>
                  </a:lnTo>
                  <a:lnTo>
                    <a:pt x="284367" y="428085"/>
                  </a:lnTo>
                  <a:lnTo>
                    <a:pt x="286289" y="428085"/>
                  </a:lnTo>
                  <a:lnTo>
                    <a:pt x="288210" y="428085"/>
                  </a:lnTo>
                  <a:lnTo>
                    <a:pt x="290132" y="428085"/>
                  </a:lnTo>
                  <a:lnTo>
                    <a:pt x="292053" y="428085"/>
                  </a:lnTo>
                  <a:lnTo>
                    <a:pt x="293975" y="428085"/>
                  </a:lnTo>
                  <a:lnTo>
                    <a:pt x="295896" y="428085"/>
                  </a:lnTo>
                  <a:lnTo>
                    <a:pt x="297817" y="428085"/>
                  </a:lnTo>
                  <a:lnTo>
                    <a:pt x="299739" y="428085"/>
                  </a:lnTo>
                  <a:lnTo>
                    <a:pt x="301660" y="428085"/>
                  </a:lnTo>
                  <a:lnTo>
                    <a:pt x="303582" y="428085"/>
                  </a:lnTo>
                  <a:lnTo>
                    <a:pt x="305503" y="428085"/>
                  </a:lnTo>
                  <a:lnTo>
                    <a:pt x="307424" y="428085"/>
                  </a:lnTo>
                  <a:lnTo>
                    <a:pt x="309346" y="428085"/>
                  </a:lnTo>
                  <a:lnTo>
                    <a:pt x="311267" y="428085"/>
                  </a:lnTo>
                  <a:lnTo>
                    <a:pt x="313189" y="428085"/>
                  </a:lnTo>
                  <a:lnTo>
                    <a:pt x="315110" y="428085"/>
                  </a:lnTo>
                  <a:lnTo>
                    <a:pt x="317031" y="428085"/>
                  </a:lnTo>
                  <a:lnTo>
                    <a:pt x="318953" y="428085"/>
                  </a:lnTo>
                  <a:lnTo>
                    <a:pt x="320874" y="428085"/>
                  </a:lnTo>
                  <a:lnTo>
                    <a:pt x="322796" y="428085"/>
                  </a:lnTo>
                  <a:lnTo>
                    <a:pt x="324717" y="428085"/>
                  </a:lnTo>
                  <a:lnTo>
                    <a:pt x="326638" y="428085"/>
                  </a:lnTo>
                  <a:lnTo>
                    <a:pt x="328560" y="428085"/>
                  </a:lnTo>
                  <a:lnTo>
                    <a:pt x="330481" y="428085"/>
                  </a:lnTo>
                  <a:lnTo>
                    <a:pt x="332403" y="428085"/>
                  </a:lnTo>
                  <a:lnTo>
                    <a:pt x="334324" y="428085"/>
                  </a:lnTo>
                  <a:lnTo>
                    <a:pt x="336245" y="428085"/>
                  </a:lnTo>
                  <a:lnTo>
                    <a:pt x="338167" y="428085"/>
                  </a:lnTo>
                  <a:lnTo>
                    <a:pt x="340088" y="428085"/>
                  </a:lnTo>
                  <a:lnTo>
                    <a:pt x="342010" y="428085"/>
                  </a:lnTo>
                  <a:lnTo>
                    <a:pt x="343931" y="428085"/>
                  </a:lnTo>
                  <a:lnTo>
                    <a:pt x="345852" y="428085"/>
                  </a:lnTo>
                  <a:lnTo>
                    <a:pt x="347774" y="428085"/>
                  </a:lnTo>
                  <a:lnTo>
                    <a:pt x="349695" y="428085"/>
                  </a:lnTo>
                  <a:lnTo>
                    <a:pt x="351617" y="428085"/>
                  </a:lnTo>
                  <a:lnTo>
                    <a:pt x="353538" y="428085"/>
                  </a:lnTo>
                  <a:lnTo>
                    <a:pt x="355459" y="428085"/>
                  </a:lnTo>
                  <a:lnTo>
                    <a:pt x="357381" y="428085"/>
                  </a:lnTo>
                  <a:lnTo>
                    <a:pt x="359302" y="428085"/>
                  </a:lnTo>
                  <a:lnTo>
                    <a:pt x="361224" y="428085"/>
                  </a:lnTo>
                  <a:lnTo>
                    <a:pt x="363145" y="428085"/>
                  </a:lnTo>
                  <a:lnTo>
                    <a:pt x="365067" y="428085"/>
                  </a:lnTo>
                  <a:lnTo>
                    <a:pt x="366988" y="428085"/>
                  </a:lnTo>
                  <a:lnTo>
                    <a:pt x="368909" y="428085"/>
                  </a:lnTo>
                  <a:lnTo>
                    <a:pt x="370831" y="428085"/>
                  </a:lnTo>
                  <a:lnTo>
                    <a:pt x="372752" y="428085"/>
                  </a:lnTo>
                  <a:lnTo>
                    <a:pt x="374674" y="428085"/>
                  </a:lnTo>
                  <a:lnTo>
                    <a:pt x="376595" y="428085"/>
                  </a:lnTo>
                  <a:lnTo>
                    <a:pt x="378516" y="428085"/>
                  </a:lnTo>
                  <a:lnTo>
                    <a:pt x="380438" y="428085"/>
                  </a:lnTo>
                  <a:lnTo>
                    <a:pt x="382359" y="428085"/>
                  </a:lnTo>
                  <a:lnTo>
                    <a:pt x="384281" y="428085"/>
                  </a:lnTo>
                  <a:lnTo>
                    <a:pt x="386202" y="428085"/>
                  </a:lnTo>
                  <a:lnTo>
                    <a:pt x="388123" y="428085"/>
                  </a:lnTo>
                  <a:lnTo>
                    <a:pt x="390045" y="428085"/>
                  </a:lnTo>
                  <a:lnTo>
                    <a:pt x="391966" y="428085"/>
                  </a:lnTo>
                  <a:lnTo>
                    <a:pt x="393888" y="428085"/>
                  </a:lnTo>
                  <a:lnTo>
                    <a:pt x="395809" y="428085"/>
                  </a:lnTo>
                  <a:lnTo>
                    <a:pt x="397730" y="428085"/>
                  </a:lnTo>
                  <a:lnTo>
                    <a:pt x="399652" y="428085"/>
                  </a:lnTo>
                  <a:lnTo>
                    <a:pt x="401573" y="428085"/>
                  </a:lnTo>
                  <a:lnTo>
                    <a:pt x="403495" y="428085"/>
                  </a:lnTo>
                  <a:lnTo>
                    <a:pt x="405416" y="428085"/>
                  </a:lnTo>
                  <a:lnTo>
                    <a:pt x="407337" y="428085"/>
                  </a:lnTo>
                  <a:lnTo>
                    <a:pt x="409259" y="428085"/>
                  </a:lnTo>
                  <a:lnTo>
                    <a:pt x="411180" y="428085"/>
                  </a:lnTo>
                  <a:lnTo>
                    <a:pt x="413102" y="428085"/>
                  </a:lnTo>
                  <a:lnTo>
                    <a:pt x="415023" y="428085"/>
                  </a:lnTo>
                  <a:lnTo>
                    <a:pt x="416944" y="428085"/>
                  </a:lnTo>
                  <a:lnTo>
                    <a:pt x="418866" y="428085"/>
                  </a:lnTo>
                  <a:lnTo>
                    <a:pt x="420787" y="428085"/>
                  </a:lnTo>
                  <a:lnTo>
                    <a:pt x="422709" y="428085"/>
                  </a:lnTo>
                  <a:lnTo>
                    <a:pt x="424630" y="428085"/>
                  </a:lnTo>
                  <a:lnTo>
                    <a:pt x="426551" y="428085"/>
                  </a:lnTo>
                  <a:lnTo>
                    <a:pt x="428473" y="428085"/>
                  </a:lnTo>
                  <a:lnTo>
                    <a:pt x="430394" y="428085"/>
                  </a:lnTo>
                  <a:lnTo>
                    <a:pt x="432316" y="428085"/>
                  </a:lnTo>
                  <a:lnTo>
                    <a:pt x="434237" y="428085"/>
                  </a:lnTo>
                  <a:lnTo>
                    <a:pt x="436159" y="428085"/>
                  </a:lnTo>
                  <a:lnTo>
                    <a:pt x="438080" y="428085"/>
                  </a:lnTo>
                  <a:lnTo>
                    <a:pt x="440001" y="428085"/>
                  </a:lnTo>
                  <a:lnTo>
                    <a:pt x="441923" y="428085"/>
                  </a:lnTo>
                  <a:lnTo>
                    <a:pt x="443844" y="428085"/>
                  </a:lnTo>
                  <a:lnTo>
                    <a:pt x="445766" y="428085"/>
                  </a:lnTo>
                  <a:lnTo>
                    <a:pt x="447687" y="428085"/>
                  </a:lnTo>
                  <a:lnTo>
                    <a:pt x="449608" y="428085"/>
                  </a:lnTo>
                  <a:lnTo>
                    <a:pt x="451530" y="428085"/>
                  </a:lnTo>
                  <a:lnTo>
                    <a:pt x="453451" y="428085"/>
                  </a:lnTo>
                  <a:lnTo>
                    <a:pt x="455373" y="428085"/>
                  </a:lnTo>
                  <a:lnTo>
                    <a:pt x="457294" y="428085"/>
                  </a:lnTo>
                  <a:lnTo>
                    <a:pt x="459215" y="428085"/>
                  </a:lnTo>
                  <a:lnTo>
                    <a:pt x="461137" y="428085"/>
                  </a:lnTo>
                  <a:lnTo>
                    <a:pt x="463058" y="428085"/>
                  </a:lnTo>
                  <a:lnTo>
                    <a:pt x="464980" y="428085"/>
                  </a:lnTo>
                  <a:lnTo>
                    <a:pt x="466901" y="428085"/>
                  </a:lnTo>
                  <a:lnTo>
                    <a:pt x="468822" y="428085"/>
                  </a:lnTo>
                  <a:lnTo>
                    <a:pt x="470744" y="428085"/>
                  </a:lnTo>
                  <a:lnTo>
                    <a:pt x="472665" y="428085"/>
                  </a:lnTo>
                  <a:lnTo>
                    <a:pt x="474587" y="428085"/>
                  </a:lnTo>
                  <a:lnTo>
                    <a:pt x="476508" y="428085"/>
                  </a:lnTo>
                  <a:lnTo>
                    <a:pt x="478429" y="428085"/>
                  </a:lnTo>
                  <a:lnTo>
                    <a:pt x="480351" y="428085"/>
                  </a:lnTo>
                  <a:lnTo>
                    <a:pt x="482272" y="428085"/>
                  </a:lnTo>
                  <a:lnTo>
                    <a:pt x="484194" y="428085"/>
                  </a:lnTo>
                  <a:lnTo>
                    <a:pt x="486115" y="428085"/>
                  </a:lnTo>
                  <a:lnTo>
                    <a:pt x="488036" y="428085"/>
                  </a:lnTo>
                  <a:lnTo>
                    <a:pt x="489958" y="428085"/>
                  </a:lnTo>
                  <a:lnTo>
                    <a:pt x="491879" y="428085"/>
                  </a:lnTo>
                  <a:lnTo>
                    <a:pt x="493801" y="428085"/>
                  </a:lnTo>
                  <a:lnTo>
                    <a:pt x="495722" y="428085"/>
                  </a:lnTo>
                  <a:lnTo>
                    <a:pt x="497643" y="428085"/>
                  </a:lnTo>
                  <a:lnTo>
                    <a:pt x="499565" y="428085"/>
                  </a:lnTo>
                  <a:lnTo>
                    <a:pt x="501486" y="428085"/>
                  </a:lnTo>
                  <a:lnTo>
                    <a:pt x="503408" y="428085"/>
                  </a:lnTo>
                  <a:lnTo>
                    <a:pt x="505329" y="428085"/>
                  </a:lnTo>
                  <a:lnTo>
                    <a:pt x="507250" y="428085"/>
                  </a:lnTo>
                  <a:lnTo>
                    <a:pt x="509172" y="428085"/>
                  </a:lnTo>
                  <a:lnTo>
                    <a:pt x="511093" y="428085"/>
                  </a:lnTo>
                  <a:lnTo>
                    <a:pt x="513015" y="428085"/>
                  </a:lnTo>
                  <a:lnTo>
                    <a:pt x="514936" y="428085"/>
                  </a:lnTo>
                  <a:lnTo>
                    <a:pt x="516858" y="428085"/>
                  </a:lnTo>
                  <a:lnTo>
                    <a:pt x="518779" y="428085"/>
                  </a:lnTo>
                  <a:lnTo>
                    <a:pt x="520700" y="428085"/>
                  </a:lnTo>
                  <a:lnTo>
                    <a:pt x="522622" y="428085"/>
                  </a:lnTo>
                  <a:lnTo>
                    <a:pt x="524543" y="428085"/>
                  </a:lnTo>
                  <a:lnTo>
                    <a:pt x="526465" y="428085"/>
                  </a:lnTo>
                  <a:lnTo>
                    <a:pt x="528386" y="428085"/>
                  </a:lnTo>
                  <a:lnTo>
                    <a:pt x="530307" y="428085"/>
                  </a:lnTo>
                  <a:lnTo>
                    <a:pt x="532229" y="428085"/>
                  </a:lnTo>
                  <a:lnTo>
                    <a:pt x="534150" y="428085"/>
                  </a:lnTo>
                  <a:lnTo>
                    <a:pt x="536072" y="428085"/>
                  </a:lnTo>
                  <a:lnTo>
                    <a:pt x="537993" y="428085"/>
                  </a:lnTo>
                  <a:lnTo>
                    <a:pt x="539914" y="428085"/>
                  </a:lnTo>
                  <a:lnTo>
                    <a:pt x="541836" y="428085"/>
                  </a:lnTo>
                  <a:lnTo>
                    <a:pt x="543757" y="428085"/>
                  </a:lnTo>
                  <a:lnTo>
                    <a:pt x="545679" y="428085"/>
                  </a:lnTo>
                  <a:lnTo>
                    <a:pt x="547600" y="428085"/>
                  </a:lnTo>
                  <a:lnTo>
                    <a:pt x="549521" y="428085"/>
                  </a:lnTo>
                  <a:lnTo>
                    <a:pt x="551443" y="428085"/>
                  </a:lnTo>
                  <a:lnTo>
                    <a:pt x="553364" y="428085"/>
                  </a:lnTo>
                  <a:lnTo>
                    <a:pt x="555286" y="428085"/>
                  </a:lnTo>
                  <a:lnTo>
                    <a:pt x="557207" y="428085"/>
                  </a:lnTo>
                  <a:lnTo>
                    <a:pt x="559128" y="428085"/>
                  </a:lnTo>
                  <a:lnTo>
                    <a:pt x="561050" y="428085"/>
                  </a:lnTo>
                  <a:lnTo>
                    <a:pt x="562971" y="428085"/>
                  </a:lnTo>
                  <a:lnTo>
                    <a:pt x="564893" y="428085"/>
                  </a:lnTo>
                  <a:lnTo>
                    <a:pt x="566814" y="428085"/>
                  </a:lnTo>
                  <a:lnTo>
                    <a:pt x="568735" y="428085"/>
                  </a:lnTo>
                  <a:lnTo>
                    <a:pt x="570657" y="428085"/>
                  </a:lnTo>
                  <a:lnTo>
                    <a:pt x="572578" y="428085"/>
                  </a:lnTo>
                  <a:lnTo>
                    <a:pt x="574500" y="428085"/>
                  </a:lnTo>
                  <a:lnTo>
                    <a:pt x="576421" y="428085"/>
                  </a:lnTo>
                  <a:lnTo>
                    <a:pt x="578342" y="428085"/>
                  </a:lnTo>
                  <a:lnTo>
                    <a:pt x="580264" y="428085"/>
                  </a:lnTo>
                  <a:lnTo>
                    <a:pt x="582185" y="428085"/>
                  </a:lnTo>
                  <a:lnTo>
                    <a:pt x="584107" y="428085"/>
                  </a:lnTo>
                  <a:lnTo>
                    <a:pt x="586028" y="428085"/>
                  </a:lnTo>
                  <a:lnTo>
                    <a:pt x="587950" y="428085"/>
                  </a:lnTo>
                  <a:lnTo>
                    <a:pt x="589871" y="428085"/>
                  </a:lnTo>
                  <a:lnTo>
                    <a:pt x="591792" y="428085"/>
                  </a:lnTo>
                  <a:lnTo>
                    <a:pt x="593714" y="428085"/>
                  </a:lnTo>
                  <a:lnTo>
                    <a:pt x="595635" y="428085"/>
                  </a:lnTo>
                  <a:lnTo>
                    <a:pt x="597557" y="428085"/>
                  </a:lnTo>
                  <a:lnTo>
                    <a:pt x="599478" y="428085"/>
                  </a:lnTo>
                  <a:lnTo>
                    <a:pt x="601399" y="428085"/>
                  </a:lnTo>
                  <a:lnTo>
                    <a:pt x="603321" y="428085"/>
                  </a:lnTo>
                  <a:lnTo>
                    <a:pt x="605242" y="428085"/>
                  </a:lnTo>
                  <a:lnTo>
                    <a:pt x="607164" y="428085"/>
                  </a:lnTo>
                  <a:lnTo>
                    <a:pt x="609085" y="428085"/>
                  </a:lnTo>
                  <a:lnTo>
                    <a:pt x="611006" y="428085"/>
                  </a:lnTo>
                  <a:lnTo>
                    <a:pt x="612928" y="428085"/>
                  </a:lnTo>
                  <a:lnTo>
                    <a:pt x="614849" y="428085"/>
                  </a:lnTo>
                  <a:lnTo>
                    <a:pt x="616771" y="428085"/>
                  </a:lnTo>
                  <a:lnTo>
                    <a:pt x="618692" y="428085"/>
                  </a:lnTo>
                  <a:lnTo>
                    <a:pt x="620613" y="428085"/>
                  </a:lnTo>
                  <a:lnTo>
                    <a:pt x="622535" y="428085"/>
                  </a:lnTo>
                  <a:lnTo>
                    <a:pt x="624456" y="428085"/>
                  </a:lnTo>
                  <a:lnTo>
                    <a:pt x="626378" y="428085"/>
                  </a:lnTo>
                  <a:lnTo>
                    <a:pt x="628299" y="428085"/>
                  </a:lnTo>
                  <a:lnTo>
                    <a:pt x="630220" y="428085"/>
                  </a:lnTo>
                  <a:lnTo>
                    <a:pt x="632142" y="428085"/>
                  </a:lnTo>
                  <a:lnTo>
                    <a:pt x="634063" y="428085"/>
                  </a:lnTo>
                  <a:lnTo>
                    <a:pt x="635985" y="428085"/>
                  </a:lnTo>
                  <a:lnTo>
                    <a:pt x="637906" y="428085"/>
                  </a:lnTo>
                  <a:lnTo>
                    <a:pt x="639827" y="428085"/>
                  </a:lnTo>
                  <a:lnTo>
                    <a:pt x="641749" y="428085"/>
                  </a:lnTo>
                  <a:lnTo>
                    <a:pt x="643670" y="428085"/>
                  </a:lnTo>
                  <a:lnTo>
                    <a:pt x="645592" y="428085"/>
                  </a:lnTo>
                  <a:lnTo>
                    <a:pt x="647513" y="428085"/>
                  </a:lnTo>
                  <a:lnTo>
                    <a:pt x="649434" y="428085"/>
                  </a:lnTo>
                  <a:lnTo>
                    <a:pt x="651356" y="428085"/>
                  </a:lnTo>
                  <a:lnTo>
                    <a:pt x="653277" y="428085"/>
                  </a:lnTo>
                  <a:lnTo>
                    <a:pt x="655199" y="428085"/>
                  </a:lnTo>
                  <a:lnTo>
                    <a:pt x="657120" y="428085"/>
                  </a:lnTo>
                  <a:lnTo>
                    <a:pt x="659042" y="428085"/>
                  </a:lnTo>
                  <a:lnTo>
                    <a:pt x="660963" y="428085"/>
                  </a:lnTo>
                  <a:lnTo>
                    <a:pt x="662884" y="428085"/>
                  </a:lnTo>
                  <a:lnTo>
                    <a:pt x="664806" y="428085"/>
                  </a:lnTo>
                  <a:lnTo>
                    <a:pt x="666727" y="428085"/>
                  </a:lnTo>
                  <a:lnTo>
                    <a:pt x="668649" y="428085"/>
                  </a:lnTo>
                  <a:lnTo>
                    <a:pt x="670570" y="428085"/>
                  </a:lnTo>
                  <a:lnTo>
                    <a:pt x="672491" y="428085"/>
                  </a:lnTo>
                  <a:lnTo>
                    <a:pt x="674413" y="428085"/>
                  </a:lnTo>
                  <a:lnTo>
                    <a:pt x="676334" y="428085"/>
                  </a:lnTo>
                  <a:lnTo>
                    <a:pt x="678256" y="428085"/>
                  </a:lnTo>
                  <a:lnTo>
                    <a:pt x="680177" y="428085"/>
                  </a:lnTo>
                  <a:lnTo>
                    <a:pt x="682098" y="428085"/>
                  </a:lnTo>
                  <a:lnTo>
                    <a:pt x="684020" y="428085"/>
                  </a:lnTo>
                  <a:lnTo>
                    <a:pt x="685941" y="428085"/>
                  </a:lnTo>
                  <a:lnTo>
                    <a:pt x="687863" y="428085"/>
                  </a:lnTo>
                  <a:lnTo>
                    <a:pt x="689784" y="428085"/>
                  </a:lnTo>
                  <a:lnTo>
                    <a:pt x="691705" y="428085"/>
                  </a:lnTo>
                  <a:lnTo>
                    <a:pt x="693627" y="428085"/>
                  </a:lnTo>
                  <a:lnTo>
                    <a:pt x="695548" y="428085"/>
                  </a:lnTo>
                  <a:lnTo>
                    <a:pt x="697470" y="428085"/>
                  </a:lnTo>
                  <a:lnTo>
                    <a:pt x="699391" y="428085"/>
                  </a:lnTo>
                  <a:lnTo>
                    <a:pt x="701312" y="428085"/>
                  </a:lnTo>
                  <a:lnTo>
                    <a:pt x="703234" y="428085"/>
                  </a:lnTo>
                  <a:lnTo>
                    <a:pt x="705155" y="428085"/>
                  </a:lnTo>
                  <a:lnTo>
                    <a:pt x="707077" y="428085"/>
                  </a:lnTo>
                  <a:lnTo>
                    <a:pt x="708998" y="428085"/>
                  </a:lnTo>
                  <a:lnTo>
                    <a:pt x="710919" y="428085"/>
                  </a:lnTo>
                  <a:lnTo>
                    <a:pt x="712841" y="428085"/>
                  </a:lnTo>
                  <a:lnTo>
                    <a:pt x="714762" y="428085"/>
                  </a:lnTo>
                  <a:lnTo>
                    <a:pt x="716684" y="428085"/>
                  </a:lnTo>
                  <a:lnTo>
                    <a:pt x="718605" y="428085"/>
                  </a:lnTo>
                  <a:lnTo>
                    <a:pt x="720526" y="428085"/>
                  </a:lnTo>
                  <a:lnTo>
                    <a:pt x="722448" y="428085"/>
                  </a:lnTo>
                  <a:lnTo>
                    <a:pt x="724369" y="428085"/>
                  </a:lnTo>
                  <a:lnTo>
                    <a:pt x="726291" y="428085"/>
                  </a:lnTo>
                  <a:lnTo>
                    <a:pt x="728212" y="428085"/>
                  </a:lnTo>
                  <a:lnTo>
                    <a:pt x="730134" y="428085"/>
                  </a:lnTo>
                  <a:lnTo>
                    <a:pt x="732055" y="428085"/>
                  </a:lnTo>
                  <a:lnTo>
                    <a:pt x="733976" y="428085"/>
                  </a:lnTo>
                  <a:lnTo>
                    <a:pt x="735898" y="428085"/>
                  </a:lnTo>
                  <a:lnTo>
                    <a:pt x="737819" y="428085"/>
                  </a:lnTo>
                  <a:lnTo>
                    <a:pt x="739741" y="428085"/>
                  </a:lnTo>
                  <a:lnTo>
                    <a:pt x="741662" y="428085"/>
                  </a:lnTo>
                  <a:lnTo>
                    <a:pt x="743583" y="428085"/>
                  </a:lnTo>
                  <a:lnTo>
                    <a:pt x="745505" y="428085"/>
                  </a:lnTo>
                  <a:lnTo>
                    <a:pt x="747426" y="428085"/>
                  </a:lnTo>
                  <a:lnTo>
                    <a:pt x="749348" y="428085"/>
                  </a:lnTo>
                  <a:lnTo>
                    <a:pt x="751269" y="428085"/>
                  </a:lnTo>
                  <a:lnTo>
                    <a:pt x="753190" y="428085"/>
                  </a:lnTo>
                  <a:lnTo>
                    <a:pt x="755112" y="428085"/>
                  </a:lnTo>
                  <a:lnTo>
                    <a:pt x="757033" y="428085"/>
                  </a:lnTo>
                  <a:lnTo>
                    <a:pt x="758955" y="428085"/>
                  </a:lnTo>
                  <a:lnTo>
                    <a:pt x="760876" y="428085"/>
                  </a:lnTo>
                  <a:lnTo>
                    <a:pt x="762797" y="428085"/>
                  </a:lnTo>
                  <a:lnTo>
                    <a:pt x="764719" y="428085"/>
                  </a:lnTo>
                  <a:lnTo>
                    <a:pt x="766640" y="428085"/>
                  </a:lnTo>
                  <a:lnTo>
                    <a:pt x="768562" y="428085"/>
                  </a:lnTo>
                  <a:lnTo>
                    <a:pt x="770483" y="428085"/>
                  </a:lnTo>
                  <a:lnTo>
                    <a:pt x="772404" y="428085"/>
                  </a:lnTo>
                  <a:lnTo>
                    <a:pt x="774326" y="428085"/>
                  </a:lnTo>
                  <a:lnTo>
                    <a:pt x="776247" y="428085"/>
                  </a:lnTo>
                  <a:lnTo>
                    <a:pt x="778169" y="428085"/>
                  </a:lnTo>
                  <a:lnTo>
                    <a:pt x="780090" y="428085"/>
                  </a:lnTo>
                  <a:lnTo>
                    <a:pt x="782011" y="428085"/>
                  </a:lnTo>
                  <a:lnTo>
                    <a:pt x="783933" y="428085"/>
                  </a:lnTo>
                  <a:lnTo>
                    <a:pt x="785854" y="428085"/>
                  </a:lnTo>
                  <a:lnTo>
                    <a:pt x="787776" y="428085"/>
                  </a:lnTo>
                  <a:lnTo>
                    <a:pt x="789697" y="428085"/>
                  </a:lnTo>
                  <a:lnTo>
                    <a:pt x="791618" y="428085"/>
                  </a:lnTo>
                  <a:lnTo>
                    <a:pt x="793540" y="428085"/>
                  </a:lnTo>
                  <a:lnTo>
                    <a:pt x="795461" y="428085"/>
                  </a:lnTo>
                  <a:lnTo>
                    <a:pt x="797383" y="428085"/>
                  </a:lnTo>
                  <a:lnTo>
                    <a:pt x="799304" y="428085"/>
                  </a:lnTo>
                  <a:lnTo>
                    <a:pt x="801226" y="428085"/>
                  </a:lnTo>
                  <a:lnTo>
                    <a:pt x="803147" y="428085"/>
                  </a:lnTo>
                  <a:lnTo>
                    <a:pt x="805068" y="428085"/>
                  </a:lnTo>
                  <a:lnTo>
                    <a:pt x="806990" y="428085"/>
                  </a:lnTo>
                  <a:lnTo>
                    <a:pt x="808911" y="428085"/>
                  </a:lnTo>
                  <a:lnTo>
                    <a:pt x="810833" y="428085"/>
                  </a:lnTo>
                  <a:lnTo>
                    <a:pt x="812754" y="428085"/>
                  </a:lnTo>
                  <a:lnTo>
                    <a:pt x="814675" y="428085"/>
                  </a:lnTo>
                  <a:lnTo>
                    <a:pt x="816597" y="428085"/>
                  </a:lnTo>
                  <a:lnTo>
                    <a:pt x="818518" y="428085"/>
                  </a:lnTo>
                  <a:lnTo>
                    <a:pt x="820440" y="428085"/>
                  </a:lnTo>
                  <a:lnTo>
                    <a:pt x="822361" y="428085"/>
                  </a:lnTo>
                  <a:lnTo>
                    <a:pt x="824282" y="428085"/>
                  </a:lnTo>
                  <a:lnTo>
                    <a:pt x="826204" y="428085"/>
                  </a:lnTo>
                  <a:lnTo>
                    <a:pt x="828125" y="428085"/>
                  </a:lnTo>
                  <a:lnTo>
                    <a:pt x="830047" y="428085"/>
                  </a:lnTo>
                  <a:lnTo>
                    <a:pt x="831968" y="428085"/>
                  </a:lnTo>
                  <a:lnTo>
                    <a:pt x="833889" y="428085"/>
                  </a:lnTo>
                  <a:lnTo>
                    <a:pt x="835811" y="428085"/>
                  </a:lnTo>
                  <a:lnTo>
                    <a:pt x="837732" y="428085"/>
                  </a:lnTo>
                  <a:lnTo>
                    <a:pt x="839654" y="428085"/>
                  </a:lnTo>
                  <a:lnTo>
                    <a:pt x="841575" y="428085"/>
                  </a:lnTo>
                  <a:lnTo>
                    <a:pt x="843496" y="428085"/>
                  </a:lnTo>
                  <a:lnTo>
                    <a:pt x="845418" y="428085"/>
                  </a:lnTo>
                  <a:lnTo>
                    <a:pt x="847339" y="428085"/>
                  </a:lnTo>
                  <a:lnTo>
                    <a:pt x="849261" y="428085"/>
                  </a:lnTo>
                  <a:lnTo>
                    <a:pt x="851182" y="428085"/>
                  </a:lnTo>
                  <a:lnTo>
                    <a:pt x="853103" y="428085"/>
                  </a:lnTo>
                  <a:lnTo>
                    <a:pt x="855025" y="428085"/>
                  </a:lnTo>
                  <a:lnTo>
                    <a:pt x="856946" y="428085"/>
                  </a:lnTo>
                  <a:lnTo>
                    <a:pt x="858868" y="428085"/>
                  </a:lnTo>
                  <a:lnTo>
                    <a:pt x="860789" y="428085"/>
                  </a:lnTo>
                  <a:lnTo>
                    <a:pt x="862710" y="428085"/>
                  </a:lnTo>
                  <a:lnTo>
                    <a:pt x="864632" y="428085"/>
                  </a:lnTo>
                  <a:lnTo>
                    <a:pt x="866553" y="428085"/>
                  </a:lnTo>
                  <a:lnTo>
                    <a:pt x="868475" y="428085"/>
                  </a:lnTo>
                  <a:lnTo>
                    <a:pt x="870396" y="428085"/>
                  </a:lnTo>
                  <a:lnTo>
                    <a:pt x="872318" y="428085"/>
                  </a:lnTo>
                  <a:lnTo>
                    <a:pt x="874239" y="428085"/>
                  </a:lnTo>
                  <a:lnTo>
                    <a:pt x="876160" y="428085"/>
                  </a:lnTo>
                  <a:lnTo>
                    <a:pt x="878082" y="428085"/>
                  </a:lnTo>
                  <a:lnTo>
                    <a:pt x="880003" y="428085"/>
                  </a:lnTo>
                  <a:lnTo>
                    <a:pt x="881925" y="428085"/>
                  </a:lnTo>
                  <a:lnTo>
                    <a:pt x="883846" y="428085"/>
                  </a:lnTo>
                  <a:lnTo>
                    <a:pt x="885767" y="428085"/>
                  </a:lnTo>
                  <a:lnTo>
                    <a:pt x="887689" y="428085"/>
                  </a:lnTo>
                  <a:lnTo>
                    <a:pt x="889610" y="428085"/>
                  </a:lnTo>
                  <a:lnTo>
                    <a:pt x="891532" y="428085"/>
                  </a:lnTo>
                  <a:lnTo>
                    <a:pt x="893453" y="428085"/>
                  </a:lnTo>
                  <a:lnTo>
                    <a:pt x="895374" y="428085"/>
                  </a:lnTo>
                  <a:lnTo>
                    <a:pt x="897296" y="428085"/>
                  </a:lnTo>
                  <a:lnTo>
                    <a:pt x="899217" y="428085"/>
                  </a:lnTo>
                  <a:lnTo>
                    <a:pt x="901139" y="428085"/>
                  </a:lnTo>
                  <a:lnTo>
                    <a:pt x="903060" y="428085"/>
                  </a:lnTo>
                  <a:lnTo>
                    <a:pt x="904981" y="428085"/>
                  </a:lnTo>
                  <a:lnTo>
                    <a:pt x="906903" y="428085"/>
                  </a:lnTo>
                  <a:lnTo>
                    <a:pt x="908824" y="428085"/>
                  </a:lnTo>
                  <a:lnTo>
                    <a:pt x="910746" y="428085"/>
                  </a:lnTo>
                  <a:lnTo>
                    <a:pt x="912667" y="428085"/>
                  </a:lnTo>
                  <a:lnTo>
                    <a:pt x="914588" y="428085"/>
                  </a:lnTo>
                  <a:lnTo>
                    <a:pt x="916510" y="428085"/>
                  </a:lnTo>
                  <a:lnTo>
                    <a:pt x="918431" y="428085"/>
                  </a:lnTo>
                  <a:lnTo>
                    <a:pt x="920353" y="428085"/>
                  </a:lnTo>
                  <a:lnTo>
                    <a:pt x="922274" y="428085"/>
                  </a:lnTo>
                  <a:lnTo>
                    <a:pt x="924195" y="428085"/>
                  </a:lnTo>
                  <a:lnTo>
                    <a:pt x="926117" y="428085"/>
                  </a:lnTo>
                  <a:lnTo>
                    <a:pt x="928038" y="428085"/>
                  </a:lnTo>
                  <a:lnTo>
                    <a:pt x="929960" y="428085"/>
                  </a:lnTo>
                  <a:lnTo>
                    <a:pt x="931881" y="428085"/>
                  </a:lnTo>
                  <a:lnTo>
                    <a:pt x="933802" y="428085"/>
                  </a:lnTo>
                  <a:lnTo>
                    <a:pt x="935724" y="428085"/>
                  </a:lnTo>
                  <a:lnTo>
                    <a:pt x="937645" y="428085"/>
                  </a:lnTo>
                  <a:lnTo>
                    <a:pt x="939567" y="428085"/>
                  </a:lnTo>
                  <a:lnTo>
                    <a:pt x="941488" y="428085"/>
                  </a:lnTo>
                  <a:lnTo>
                    <a:pt x="943410" y="428085"/>
                  </a:lnTo>
                  <a:lnTo>
                    <a:pt x="945331" y="428085"/>
                  </a:lnTo>
                  <a:lnTo>
                    <a:pt x="947252" y="428085"/>
                  </a:lnTo>
                  <a:lnTo>
                    <a:pt x="949174" y="428085"/>
                  </a:lnTo>
                  <a:lnTo>
                    <a:pt x="951095" y="428085"/>
                  </a:lnTo>
                  <a:lnTo>
                    <a:pt x="953017" y="428085"/>
                  </a:lnTo>
                  <a:lnTo>
                    <a:pt x="954938" y="428085"/>
                  </a:lnTo>
                  <a:lnTo>
                    <a:pt x="956859" y="428085"/>
                  </a:lnTo>
                  <a:lnTo>
                    <a:pt x="958781" y="428085"/>
                  </a:lnTo>
                  <a:lnTo>
                    <a:pt x="960702" y="428085"/>
                  </a:lnTo>
                  <a:lnTo>
                    <a:pt x="962624" y="428085"/>
                  </a:lnTo>
                  <a:lnTo>
                    <a:pt x="964545" y="428085"/>
                  </a:lnTo>
                  <a:lnTo>
                    <a:pt x="966466" y="428085"/>
                  </a:lnTo>
                  <a:lnTo>
                    <a:pt x="968388" y="428085"/>
                  </a:lnTo>
                  <a:lnTo>
                    <a:pt x="970309" y="428085"/>
                  </a:lnTo>
                  <a:lnTo>
                    <a:pt x="972231" y="428085"/>
                  </a:lnTo>
                  <a:lnTo>
                    <a:pt x="974152" y="428085"/>
                  </a:lnTo>
                  <a:lnTo>
                    <a:pt x="976073" y="428085"/>
                  </a:lnTo>
                  <a:lnTo>
                    <a:pt x="977995" y="428085"/>
                  </a:lnTo>
                  <a:lnTo>
                    <a:pt x="979916" y="428085"/>
                  </a:lnTo>
                  <a:lnTo>
                    <a:pt x="981838" y="428085"/>
                  </a:lnTo>
                </a:path>
              </a:pathLst>
            </a:custGeom>
            <a:ln w="27101" cap="flat">
              <a:solidFill>
                <a:srgbClr val="8E4C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5467762" y="2037991"/>
              <a:ext cx="981838" cy="745032"/>
            </a:xfrm>
            <a:custGeom>
              <a:avLst/>
              <a:pathLst>
                <a:path w="981838" h="745032">
                  <a:moveTo>
                    <a:pt x="0" y="745032"/>
                  </a:moveTo>
                  <a:lnTo>
                    <a:pt x="1921" y="745032"/>
                  </a:lnTo>
                  <a:lnTo>
                    <a:pt x="3842" y="745032"/>
                  </a:lnTo>
                  <a:lnTo>
                    <a:pt x="5764" y="745032"/>
                  </a:lnTo>
                  <a:lnTo>
                    <a:pt x="7685" y="745032"/>
                  </a:lnTo>
                  <a:lnTo>
                    <a:pt x="9607" y="745032"/>
                  </a:lnTo>
                  <a:lnTo>
                    <a:pt x="11528" y="745032"/>
                  </a:lnTo>
                  <a:lnTo>
                    <a:pt x="13449" y="745032"/>
                  </a:lnTo>
                  <a:lnTo>
                    <a:pt x="15371" y="745032"/>
                  </a:lnTo>
                  <a:lnTo>
                    <a:pt x="17292" y="745032"/>
                  </a:lnTo>
                  <a:lnTo>
                    <a:pt x="19214" y="745032"/>
                  </a:lnTo>
                  <a:lnTo>
                    <a:pt x="21135" y="745032"/>
                  </a:lnTo>
                  <a:lnTo>
                    <a:pt x="23056" y="745032"/>
                  </a:lnTo>
                  <a:lnTo>
                    <a:pt x="24978" y="745032"/>
                  </a:lnTo>
                  <a:lnTo>
                    <a:pt x="26899" y="745032"/>
                  </a:lnTo>
                  <a:lnTo>
                    <a:pt x="28821" y="745032"/>
                  </a:lnTo>
                  <a:lnTo>
                    <a:pt x="30742" y="745032"/>
                  </a:lnTo>
                  <a:lnTo>
                    <a:pt x="32663" y="745032"/>
                  </a:lnTo>
                  <a:lnTo>
                    <a:pt x="34585" y="745032"/>
                  </a:lnTo>
                  <a:lnTo>
                    <a:pt x="36506" y="745032"/>
                  </a:lnTo>
                  <a:lnTo>
                    <a:pt x="38428" y="745032"/>
                  </a:lnTo>
                  <a:lnTo>
                    <a:pt x="40349" y="745031"/>
                  </a:lnTo>
                  <a:lnTo>
                    <a:pt x="42270" y="745031"/>
                  </a:lnTo>
                  <a:lnTo>
                    <a:pt x="44192" y="745031"/>
                  </a:lnTo>
                  <a:lnTo>
                    <a:pt x="46113" y="745029"/>
                  </a:lnTo>
                  <a:lnTo>
                    <a:pt x="48035" y="745027"/>
                  </a:lnTo>
                  <a:lnTo>
                    <a:pt x="49956" y="745022"/>
                  </a:lnTo>
                  <a:lnTo>
                    <a:pt x="51877" y="745013"/>
                  </a:lnTo>
                  <a:lnTo>
                    <a:pt x="53799" y="744997"/>
                  </a:lnTo>
                  <a:lnTo>
                    <a:pt x="55720" y="744968"/>
                  </a:lnTo>
                  <a:lnTo>
                    <a:pt x="57642" y="744918"/>
                  </a:lnTo>
                  <a:lnTo>
                    <a:pt x="59563" y="744831"/>
                  </a:lnTo>
                  <a:lnTo>
                    <a:pt x="61484" y="744689"/>
                  </a:lnTo>
                  <a:lnTo>
                    <a:pt x="63406" y="744466"/>
                  </a:lnTo>
                  <a:lnTo>
                    <a:pt x="65327" y="744128"/>
                  </a:lnTo>
                  <a:lnTo>
                    <a:pt x="67249" y="743636"/>
                  </a:lnTo>
                  <a:lnTo>
                    <a:pt x="69170" y="742945"/>
                  </a:lnTo>
                  <a:lnTo>
                    <a:pt x="71091" y="742008"/>
                  </a:lnTo>
                  <a:lnTo>
                    <a:pt x="73013" y="740784"/>
                  </a:lnTo>
                  <a:lnTo>
                    <a:pt x="74934" y="739241"/>
                  </a:lnTo>
                  <a:lnTo>
                    <a:pt x="76856" y="737366"/>
                  </a:lnTo>
                  <a:lnTo>
                    <a:pt x="78777" y="735169"/>
                  </a:lnTo>
                  <a:lnTo>
                    <a:pt x="80699" y="732690"/>
                  </a:lnTo>
                  <a:lnTo>
                    <a:pt x="82620" y="729994"/>
                  </a:lnTo>
                  <a:lnTo>
                    <a:pt x="84541" y="727194"/>
                  </a:lnTo>
                  <a:lnTo>
                    <a:pt x="86463" y="724417"/>
                  </a:lnTo>
                  <a:lnTo>
                    <a:pt x="88384" y="721774"/>
                  </a:lnTo>
                  <a:lnTo>
                    <a:pt x="90306" y="719356"/>
                  </a:lnTo>
                  <a:lnTo>
                    <a:pt x="92227" y="717224"/>
                  </a:lnTo>
                  <a:lnTo>
                    <a:pt x="94148" y="715395"/>
                  </a:lnTo>
                  <a:lnTo>
                    <a:pt x="96070" y="713846"/>
                  </a:lnTo>
                  <a:lnTo>
                    <a:pt x="97991" y="712515"/>
                  </a:lnTo>
                  <a:lnTo>
                    <a:pt x="99913" y="711314"/>
                  </a:lnTo>
                  <a:lnTo>
                    <a:pt x="101834" y="710146"/>
                  </a:lnTo>
                  <a:lnTo>
                    <a:pt x="103755" y="708926"/>
                  </a:lnTo>
                  <a:lnTo>
                    <a:pt x="105677" y="707592"/>
                  </a:lnTo>
                  <a:lnTo>
                    <a:pt x="107598" y="706112"/>
                  </a:lnTo>
                  <a:lnTo>
                    <a:pt x="109520" y="704531"/>
                  </a:lnTo>
                  <a:lnTo>
                    <a:pt x="111441" y="702921"/>
                  </a:lnTo>
                  <a:lnTo>
                    <a:pt x="113362" y="701380"/>
                  </a:lnTo>
                  <a:lnTo>
                    <a:pt x="115284" y="700013"/>
                  </a:lnTo>
                  <a:lnTo>
                    <a:pt x="117205" y="698922"/>
                  </a:lnTo>
                  <a:lnTo>
                    <a:pt x="119127" y="698189"/>
                  </a:lnTo>
                  <a:lnTo>
                    <a:pt x="121048" y="697872"/>
                  </a:lnTo>
                  <a:lnTo>
                    <a:pt x="122969" y="697994"/>
                  </a:lnTo>
                  <a:lnTo>
                    <a:pt x="124891" y="698542"/>
                  </a:lnTo>
                  <a:lnTo>
                    <a:pt x="126812" y="699472"/>
                  </a:lnTo>
                  <a:lnTo>
                    <a:pt x="128734" y="700708"/>
                  </a:lnTo>
                  <a:lnTo>
                    <a:pt x="130655" y="702149"/>
                  </a:lnTo>
                  <a:lnTo>
                    <a:pt x="132576" y="703654"/>
                  </a:lnTo>
                  <a:lnTo>
                    <a:pt x="134498" y="705073"/>
                  </a:lnTo>
                  <a:lnTo>
                    <a:pt x="136419" y="706266"/>
                  </a:lnTo>
                  <a:lnTo>
                    <a:pt x="138341" y="707099"/>
                  </a:lnTo>
                  <a:lnTo>
                    <a:pt x="140262" y="707460"/>
                  </a:lnTo>
                  <a:lnTo>
                    <a:pt x="142183" y="707261"/>
                  </a:lnTo>
                  <a:lnTo>
                    <a:pt x="144105" y="706453"/>
                  </a:lnTo>
                  <a:lnTo>
                    <a:pt x="146026" y="705028"/>
                  </a:lnTo>
                  <a:lnTo>
                    <a:pt x="147948" y="703021"/>
                  </a:lnTo>
                  <a:lnTo>
                    <a:pt x="149869" y="700507"/>
                  </a:lnTo>
                  <a:lnTo>
                    <a:pt x="151791" y="697593"/>
                  </a:lnTo>
                  <a:lnTo>
                    <a:pt x="153712" y="694404"/>
                  </a:lnTo>
                  <a:lnTo>
                    <a:pt x="155633" y="691074"/>
                  </a:lnTo>
                  <a:lnTo>
                    <a:pt x="157555" y="687748"/>
                  </a:lnTo>
                  <a:lnTo>
                    <a:pt x="159476" y="684519"/>
                  </a:lnTo>
                  <a:lnTo>
                    <a:pt x="161398" y="681457"/>
                  </a:lnTo>
                  <a:lnTo>
                    <a:pt x="163319" y="678599"/>
                  </a:lnTo>
                  <a:lnTo>
                    <a:pt x="165240" y="675961"/>
                  </a:lnTo>
                  <a:lnTo>
                    <a:pt x="167162" y="673544"/>
                  </a:lnTo>
                  <a:lnTo>
                    <a:pt x="169083" y="671338"/>
                  </a:lnTo>
                  <a:lnTo>
                    <a:pt x="171005" y="669330"/>
                  </a:lnTo>
                  <a:lnTo>
                    <a:pt x="172926" y="667507"/>
                  </a:lnTo>
                  <a:lnTo>
                    <a:pt x="174847" y="665857"/>
                  </a:lnTo>
                  <a:lnTo>
                    <a:pt x="176769" y="664361"/>
                  </a:lnTo>
                  <a:lnTo>
                    <a:pt x="178690" y="662993"/>
                  </a:lnTo>
                  <a:lnTo>
                    <a:pt x="180612" y="661699"/>
                  </a:lnTo>
                  <a:lnTo>
                    <a:pt x="182533" y="660392"/>
                  </a:lnTo>
                  <a:lnTo>
                    <a:pt x="184454" y="658968"/>
                  </a:lnTo>
                  <a:lnTo>
                    <a:pt x="186376" y="657300"/>
                  </a:lnTo>
                  <a:lnTo>
                    <a:pt x="188297" y="655249"/>
                  </a:lnTo>
                  <a:lnTo>
                    <a:pt x="190219" y="652670"/>
                  </a:lnTo>
                  <a:lnTo>
                    <a:pt x="192140" y="649427"/>
                  </a:lnTo>
                  <a:lnTo>
                    <a:pt x="194061" y="645397"/>
                  </a:lnTo>
                  <a:lnTo>
                    <a:pt x="195983" y="640481"/>
                  </a:lnTo>
                  <a:lnTo>
                    <a:pt x="197904" y="634604"/>
                  </a:lnTo>
                  <a:lnTo>
                    <a:pt x="199826" y="627704"/>
                  </a:lnTo>
                  <a:lnTo>
                    <a:pt x="201747" y="619733"/>
                  </a:lnTo>
                  <a:lnTo>
                    <a:pt x="203668" y="610536"/>
                  </a:lnTo>
                  <a:lnTo>
                    <a:pt x="205590" y="600091"/>
                  </a:lnTo>
                  <a:lnTo>
                    <a:pt x="207511" y="588298"/>
                  </a:lnTo>
                  <a:lnTo>
                    <a:pt x="209433" y="575002"/>
                  </a:lnTo>
                  <a:lnTo>
                    <a:pt x="211354" y="560023"/>
                  </a:lnTo>
                  <a:lnTo>
                    <a:pt x="213275" y="543161"/>
                  </a:lnTo>
                  <a:lnTo>
                    <a:pt x="215197" y="524207"/>
                  </a:lnTo>
                  <a:lnTo>
                    <a:pt x="217118" y="502956"/>
                  </a:lnTo>
                  <a:lnTo>
                    <a:pt x="219040" y="479210"/>
                  </a:lnTo>
                  <a:lnTo>
                    <a:pt x="220961" y="452778"/>
                  </a:lnTo>
                  <a:lnTo>
                    <a:pt x="222883" y="423485"/>
                  </a:lnTo>
                  <a:lnTo>
                    <a:pt x="224804" y="391177"/>
                  </a:lnTo>
                  <a:lnTo>
                    <a:pt x="226725" y="355660"/>
                  </a:lnTo>
                  <a:lnTo>
                    <a:pt x="228647" y="316837"/>
                  </a:lnTo>
                  <a:lnTo>
                    <a:pt x="230568" y="275172"/>
                  </a:lnTo>
                  <a:lnTo>
                    <a:pt x="232490" y="231243"/>
                  </a:lnTo>
                  <a:lnTo>
                    <a:pt x="234411" y="186050"/>
                  </a:lnTo>
                  <a:lnTo>
                    <a:pt x="236332" y="141081"/>
                  </a:lnTo>
                  <a:lnTo>
                    <a:pt x="238254" y="98321"/>
                  </a:lnTo>
                  <a:lnTo>
                    <a:pt x="240175" y="60177"/>
                  </a:lnTo>
                  <a:lnTo>
                    <a:pt x="242097" y="29325"/>
                  </a:lnTo>
                  <a:lnTo>
                    <a:pt x="244018" y="8459"/>
                  </a:lnTo>
                  <a:lnTo>
                    <a:pt x="245939" y="0"/>
                  </a:lnTo>
                  <a:lnTo>
                    <a:pt x="247861" y="5765"/>
                  </a:lnTo>
                  <a:lnTo>
                    <a:pt x="249782" y="26683"/>
                  </a:lnTo>
                  <a:lnTo>
                    <a:pt x="251704" y="63550"/>
                  </a:lnTo>
                  <a:lnTo>
                    <a:pt x="253625" y="113831"/>
                  </a:lnTo>
                  <a:lnTo>
                    <a:pt x="255546" y="174505"/>
                  </a:lnTo>
                  <a:lnTo>
                    <a:pt x="257468" y="242196"/>
                  </a:lnTo>
                  <a:lnTo>
                    <a:pt x="259389" y="313229"/>
                  </a:lnTo>
                  <a:lnTo>
                    <a:pt x="261311" y="384011"/>
                  </a:lnTo>
                  <a:lnTo>
                    <a:pt x="263232" y="451372"/>
                  </a:lnTo>
                  <a:lnTo>
                    <a:pt x="265153" y="512813"/>
                  </a:lnTo>
                  <a:lnTo>
                    <a:pt x="267075" y="566644"/>
                  </a:lnTo>
                  <a:lnTo>
                    <a:pt x="268996" y="612013"/>
                  </a:lnTo>
                  <a:lnTo>
                    <a:pt x="270918" y="648821"/>
                  </a:lnTo>
                  <a:lnTo>
                    <a:pt x="272839" y="677584"/>
                  </a:lnTo>
                  <a:lnTo>
                    <a:pt x="274760" y="699099"/>
                  </a:lnTo>
                  <a:lnTo>
                    <a:pt x="276682" y="714403"/>
                  </a:lnTo>
                  <a:lnTo>
                    <a:pt x="278603" y="725197"/>
                  </a:lnTo>
                  <a:lnTo>
                    <a:pt x="280525" y="732567"/>
                  </a:lnTo>
                  <a:lnTo>
                    <a:pt x="282446" y="737436"/>
                  </a:lnTo>
                  <a:lnTo>
                    <a:pt x="284367" y="740547"/>
                  </a:lnTo>
                  <a:lnTo>
                    <a:pt x="286289" y="742468"/>
                  </a:lnTo>
                  <a:lnTo>
                    <a:pt x="288210" y="743614"/>
                  </a:lnTo>
                  <a:lnTo>
                    <a:pt x="290132" y="744273"/>
                  </a:lnTo>
                  <a:lnTo>
                    <a:pt x="292053" y="744640"/>
                  </a:lnTo>
                  <a:lnTo>
                    <a:pt x="293975" y="744836"/>
                  </a:lnTo>
                  <a:lnTo>
                    <a:pt x="295896" y="744938"/>
                  </a:lnTo>
                  <a:lnTo>
                    <a:pt x="297817" y="744988"/>
                  </a:lnTo>
                  <a:lnTo>
                    <a:pt x="299739" y="745011"/>
                  </a:lnTo>
                  <a:lnTo>
                    <a:pt x="301660" y="745022"/>
                  </a:lnTo>
                  <a:lnTo>
                    <a:pt x="303582" y="745027"/>
                  </a:lnTo>
                  <a:lnTo>
                    <a:pt x="305503" y="745030"/>
                  </a:lnTo>
                  <a:lnTo>
                    <a:pt x="307424" y="745031"/>
                  </a:lnTo>
                  <a:lnTo>
                    <a:pt x="309346" y="745031"/>
                  </a:lnTo>
                  <a:lnTo>
                    <a:pt x="311267" y="745031"/>
                  </a:lnTo>
                  <a:lnTo>
                    <a:pt x="313189" y="745032"/>
                  </a:lnTo>
                  <a:lnTo>
                    <a:pt x="315110" y="745032"/>
                  </a:lnTo>
                  <a:lnTo>
                    <a:pt x="317031" y="745032"/>
                  </a:lnTo>
                  <a:lnTo>
                    <a:pt x="318953" y="745032"/>
                  </a:lnTo>
                  <a:lnTo>
                    <a:pt x="320874" y="745032"/>
                  </a:lnTo>
                  <a:lnTo>
                    <a:pt x="322796" y="745032"/>
                  </a:lnTo>
                  <a:lnTo>
                    <a:pt x="324717" y="745032"/>
                  </a:lnTo>
                  <a:lnTo>
                    <a:pt x="326638" y="745032"/>
                  </a:lnTo>
                  <a:lnTo>
                    <a:pt x="328560" y="745032"/>
                  </a:lnTo>
                  <a:lnTo>
                    <a:pt x="330481" y="745032"/>
                  </a:lnTo>
                  <a:lnTo>
                    <a:pt x="332403" y="745032"/>
                  </a:lnTo>
                  <a:lnTo>
                    <a:pt x="334324" y="745032"/>
                  </a:lnTo>
                  <a:lnTo>
                    <a:pt x="336245" y="745032"/>
                  </a:lnTo>
                  <a:lnTo>
                    <a:pt x="338167" y="745032"/>
                  </a:lnTo>
                  <a:lnTo>
                    <a:pt x="340088" y="745032"/>
                  </a:lnTo>
                  <a:lnTo>
                    <a:pt x="342010" y="745032"/>
                  </a:lnTo>
                  <a:lnTo>
                    <a:pt x="343931" y="745032"/>
                  </a:lnTo>
                  <a:lnTo>
                    <a:pt x="345852" y="745032"/>
                  </a:lnTo>
                  <a:lnTo>
                    <a:pt x="347774" y="745032"/>
                  </a:lnTo>
                  <a:lnTo>
                    <a:pt x="349695" y="745032"/>
                  </a:lnTo>
                  <a:lnTo>
                    <a:pt x="351617" y="745032"/>
                  </a:lnTo>
                  <a:lnTo>
                    <a:pt x="353538" y="745032"/>
                  </a:lnTo>
                  <a:lnTo>
                    <a:pt x="355459" y="745032"/>
                  </a:lnTo>
                  <a:lnTo>
                    <a:pt x="357381" y="745032"/>
                  </a:lnTo>
                  <a:lnTo>
                    <a:pt x="359302" y="745032"/>
                  </a:lnTo>
                  <a:lnTo>
                    <a:pt x="361224" y="745032"/>
                  </a:lnTo>
                  <a:lnTo>
                    <a:pt x="363145" y="745032"/>
                  </a:lnTo>
                  <a:lnTo>
                    <a:pt x="365067" y="745032"/>
                  </a:lnTo>
                  <a:lnTo>
                    <a:pt x="366988" y="745032"/>
                  </a:lnTo>
                  <a:lnTo>
                    <a:pt x="368909" y="745032"/>
                  </a:lnTo>
                  <a:lnTo>
                    <a:pt x="370831" y="745032"/>
                  </a:lnTo>
                  <a:lnTo>
                    <a:pt x="372752" y="745032"/>
                  </a:lnTo>
                  <a:lnTo>
                    <a:pt x="374674" y="745032"/>
                  </a:lnTo>
                  <a:lnTo>
                    <a:pt x="376595" y="745032"/>
                  </a:lnTo>
                  <a:lnTo>
                    <a:pt x="378516" y="745032"/>
                  </a:lnTo>
                  <a:lnTo>
                    <a:pt x="380438" y="745032"/>
                  </a:lnTo>
                  <a:lnTo>
                    <a:pt x="382359" y="745032"/>
                  </a:lnTo>
                  <a:lnTo>
                    <a:pt x="384281" y="745032"/>
                  </a:lnTo>
                  <a:lnTo>
                    <a:pt x="386202" y="745032"/>
                  </a:lnTo>
                  <a:lnTo>
                    <a:pt x="388123" y="745032"/>
                  </a:lnTo>
                  <a:lnTo>
                    <a:pt x="390045" y="745032"/>
                  </a:lnTo>
                  <a:lnTo>
                    <a:pt x="391966" y="745032"/>
                  </a:lnTo>
                  <a:lnTo>
                    <a:pt x="393888" y="745032"/>
                  </a:lnTo>
                  <a:lnTo>
                    <a:pt x="395809" y="745032"/>
                  </a:lnTo>
                  <a:lnTo>
                    <a:pt x="397730" y="745032"/>
                  </a:lnTo>
                  <a:lnTo>
                    <a:pt x="399652" y="745032"/>
                  </a:lnTo>
                  <a:lnTo>
                    <a:pt x="401573" y="745032"/>
                  </a:lnTo>
                  <a:lnTo>
                    <a:pt x="403495" y="745032"/>
                  </a:lnTo>
                  <a:lnTo>
                    <a:pt x="405416" y="745032"/>
                  </a:lnTo>
                  <a:lnTo>
                    <a:pt x="407337" y="745032"/>
                  </a:lnTo>
                  <a:lnTo>
                    <a:pt x="409259" y="745032"/>
                  </a:lnTo>
                  <a:lnTo>
                    <a:pt x="411180" y="745032"/>
                  </a:lnTo>
                  <a:lnTo>
                    <a:pt x="413102" y="745032"/>
                  </a:lnTo>
                  <a:lnTo>
                    <a:pt x="415023" y="745032"/>
                  </a:lnTo>
                  <a:lnTo>
                    <a:pt x="416944" y="745032"/>
                  </a:lnTo>
                  <a:lnTo>
                    <a:pt x="418866" y="745032"/>
                  </a:lnTo>
                  <a:lnTo>
                    <a:pt x="420787" y="745032"/>
                  </a:lnTo>
                  <a:lnTo>
                    <a:pt x="422709" y="745032"/>
                  </a:lnTo>
                  <a:lnTo>
                    <a:pt x="424630" y="745032"/>
                  </a:lnTo>
                  <a:lnTo>
                    <a:pt x="426551" y="745032"/>
                  </a:lnTo>
                  <a:lnTo>
                    <a:pt x="428473" y="745032"/>
                  </a:lnTo>
                  <a:lnTo>
                    <a:pt x="430394" y="745032"/>
                  </a:lnTo>
                  <a:lnTo>
                    <a:pt x="432316" y="745032"/>
                  </a:lnTo>
                  <a:lnTo>
                    <a:pt x="434237" y="745032"/>
                  </a:lnTo>
                  <a:lnTo>
                    <a:pt x="436159" y="745032"/>
                  </a:lnTo>
                  <a:lnTo>
                    <a:pt x="438080" y="745032"/>
                  </a:lnTo>
                  <a:lnTo>
                    <a:pt x="440001" y="745032"/>
                  </a:lnTo>
                  <a:lnTo>
                    <a:pt x="441923" y="745032"/>
                  </a:lnTo>
                  <a:lnTo>
                    <a:pt x="443844" y="745032"/>
                  </a:lnTo>
                  <a:lnTo>
                    <a:pt x="445766" y="745032"/>
                  </a:lnTo>
                  <a:lnTo>
                    <a:pt x="447687" y="745032"/>
                  </a:lnTo>
                  <a:lnTo>
                    <a:pt x="449608" y="745032"/>
                  </a:lnTo>
                  <a:lnTo>
                    <a:pt x="451530" y="745032"/>
                  </a:lnTo>
                  <a:lnTo>
                    <a:pt x="453451" y="745032"/>
                  </a:lnTo>
                  <a:lnTo>
                    <a:pt x="455373" y="745032"/>
                  </a:lnTo>
                  <a:lnTo>
                    <a:pt x="457294" y="745032"/>
                  </a:lnTo>
                  <a:lnTo>
                    <a:pt x="459215" y="745032"/>
                  </a:lnTo>
                  <a:lnTo>
                    <a:pt x="461137" y="745032"/>
                  </a:lnTo>
                  <a:lnTo>
                    <a:pt x="463058" y="745032"/>
                  </a:lnTo>
                  <a:lnTo>
                    <a:pt x="464980" y="745032"/>
                  </a:lnTo>
                  <a:lnTo>
                    <a:pt x="466901" y="745032"/>
                  </a:lnTo>
                  <a:lnTo>
                    <a:pt x="468822" y="745032"/>
                  </a:lnTo>
                  <a:lnTo>
                    <a:pt x="470744" y="745032"/>
                  </a:lnTo>
                  <a:lnTo>
                    <a:pt x="472665" y="745032"/>
                  </a:lnTo>
                  <a:lnTo>
                    <a:pt x="474587" y="745032"/>
                  </a:lnTo>
                  <a:lnTo>
                    <a:pt x="476508" y="745032"/>
                  </a:lnTo>
                  <a:lnTo>
                    <a:pt x="478429" y="745032"/>
                  </a:lnTo>
                  <a:lnTo>
                    <a:pt x="480351" y="745032"/>
                  </a:lnTo>
                  <a:lnTo>
                    <a:pt x="482272" y="745032"/>
                  </a:lnTo>
                  <a:lnTo>
                    <a:pt x="484194" y="745032"/>
                  </a:lnTo>
                  <a:lnTo>
                    <a:pt x="486115" y="745032"/>
                  </a:lnTo>
                  <a:lnTo>
                    <a:pt x="488036" y="745032"/>
                  </a:lnTo>
                  <a:lnTo>
                    <a:pt x="489958" y="745032"/>
                  </a:lnTo>
                  <a:lnTo>
                    <a:pt x="491879" y="745032"/>
                  </a:lnTo>
                  <a:lnTo>
                    <a:pt x="493801" y="745032"/>
                  </a:lnTo>
                  <a:lnTo>
                    <a:pt x="495722" y="745032"/>
                  </a:lnTo>
                  <a:lnTo>
                    <a:pt x="497643" y="745032"/>
                  </a:lnTo>
                  <a:lnTo>
                    <a:pt x="499565" y="745032"/>
                  </a:lnTo>
                  <a:lnTo>
                    <a:pt x="501486" y="745032"/>
                  </a:lnTo>
                  <a:lnTo>
                    <a:pt x="503408" y="745032"/>
                  </a:lnTo>
                  <a:lnTo>
                    <a:pt x="505329" y="745032"/>
                  </a:lnTo>
                  <a:lnTo>
                    <a:pt x="507250" y="745032"/>
                  </a:lnTo>
                  <a:lnTo>
                    <a:pt x="509172" y="745032"/>
                  </a:lnTo>
                  <a:lnTo>
                    <a:pt x="511093" y="745032"/>
                  </a:lnTo>
                  <a:lnTo>
                    <a:pt x="513015" y="745032"/>
                  </a:lnTo>
                  <a:lnTo>
                    <a:pt x="514936" y="745032"/>
                  </a:lnTo>
                  <a:lnTo>
                    <a:pt x="516858" y="745032"/>
                  </a:lnTo>
                  <a:lnTo>
                    <a:pt x="518779" y="745032"/>
                  </a:lnTo>
                  <a:lnTo>
                    <a:pt x="520700" y="745032"/>
                  </a:lnTo>
                  <a:lnTo>
                    <a:pt x="522622" y="745032"/>
                  </a:lnTo>
                  <a:lnTo>
                    <a:pt x="524543" y="745032"/>
                  </a:lnTo>
                  <a:lnTo>
                    <a:pt x="526465" y="745032"/>
                  </a:lnTo>
                  <a:lnTo>
                    <a:pt x="528386" y="745032"/>
                  </a:lnTo>
                  <a:lnTo>
                    <a:pt x="530307" y="745032"/>
                  </a:lnTo>
                  <a:lnTo>
                    <a:pt x="532229" y="745032"/>
                  </a:lnTo>
                  <a:lnTo>
                    <a:pt x="534150" y="745032"/>
                  </a:lnTo>
                  <a:lnTo>
                    <a:pt x="536072" y="745032"/>
                  </a:lnTo>
                  <a:lnTo>
                    <a:pt x="537993" y="745032"/>
                  </a:lnTo>
                  <a:lnTo>
                    <a:pt x="539914" y="745032"/>
                  </a:lnTo>
                  <a:lnTo>
                    <a:pt x="541836" y="745032"/>
                  </a:lnTo>
                  <a:lnTo>
                    <a:pt x="543757" y="745032"/>
                  </a:lnTo>
                  <a:lnTo>
                    <a:pt x="545679" y="745032"/>
                  </a:lnTo>
                  <a:lnTo>
                    <a:pt x="547600" y="745032"/>
                  </a:lnTo>
                  <a:lnTo>
                    <a:pt x="549521" y="745032"/>
                  </a:lnTo>
                  <a:lnTo>
                    <a:pt x="551443" y="745032"/>
                  </a:lnTo>
                  <a:lnTo>
                    <a:pt x="553364" y="745032"/>
                  </a:lnTo>
                  <a:lnTo>
                    <a:pt x="555286" y="745032"/>
                  </a:lnTo>
                  <a:lnTo>
                    <a:pt x="557207" y="745032"/>
                  </a:lnTo>
                  <a:lnTo>
                    <a:pt x="559128" y="745032"/>
                  </a:lnTo>
                  <a:lnTo>
                    <a:pt x="561050" y="745032"/>
                  </a:lnTo>
                  <a:lnTo>
                    <a:pt x="562971" y="745032"/>
                  </a:lnTo>
                  <a:lnTo>
                    <a:pt x="564893" y="745032"/>
                  </a:lnTo>
                  <a:lnTo>
                    <a:pt x="566814" y="745032"/>
                  </a:lnTo>
                  <a:lnTo>
                    <a:pt x="568735" y="745032"/>
                  </a:lnTo>
                  <a:lnTo>
                    <a:pt x="570657" y="745032"/>
                  </a:lnTo>
                  <a:lnTo>
                    <a:pt x="572578" y="745032"/>
                  </a:lnTo>
                  <a:lnTo>
                    <a:pt x="574500" y="745032"/>
                  </a:lnTo>
                  <a:lnTo>
                    <a:pt x="576421" y="745032"/>
                  </a:lnTo>
                  <a:lnTo>
                    <a:pt x="578342" y="745032"/>
                  </a:lnTo>
                  <a:lnTo>
                    <a:pt x="580264" y="745032"/>
                  </a:lnTo>
                  <a:lnTo>
                    <a:pt x="582185" y="745032"/>
                  </a:lnTo>
                  <a:lnTo>
                    <a:pt x="584107" y="745032"/>
                  </a:lnTo>
                  <a:lnTo>
                    <a:pt x="586028" y="745032"/>
                  </a:lnTo>
                  <a:lnTo>
                    <a:pt x="587950" y="745032"/>
                  </a:lnTo>
                  <a:lnTo>
                    <a:pt x="589871" y="745032"/>
                  </a:lnTo>
                  <a:lnTo>
                    <a:pt x="591792" y="745032"/>
                  </a:lnTo>
                  <a:lnTo>
                    <a:pt x="593714" y="745032"/>
                  </a:lnTo>
                  <a:lnTo>
                    <a:pt x="595635" y="745032"/>
                  </a:lnTo>
                  <a:lnTo>
                    <a:pt x="597557" y="745032"/>
                  </a:lnTo>
                  <a:lnTo>
                    <a:pt x="599478" y="745032"/>
                  </a:lnTo>
                  <a:lnTo>
                    <a:pt x="601399" y="745032"/>
                  </a:lnTo>
                  <a:lnTo>
                    <a:pt x="603321" y="745032"/>
                  </a:lnTo>
                  <a:lnTo>
                    <a:pt x="605242" y="745032"/>
                  </a:lnTo>
                  <a:lnTo>
                    <a:pt x="607164" y="745032"/>
                  </a:lnTo>
                  <a:lnTo>
                    <a:pt x="609085" y="745032"/>
                  </a:lnTo>
                  <a:lnTo>
                    <a:pt x="611006" y="745032"/>
                  </a:lnTo>
                  <a:lnTo>
                    <a:pt x="612928" y="745032"/>
                  </a:lnTo>
                  <a:lnTo>
                    <a:pt x="614849" y="745032"/>
                  </a:lnTo>
                  <a:lnTo>
                    <a:pt x="616771" y="745032"/>
                  </a:lnTo>
                  <a:lnTo>
                    <a:pt x="618692" y="745032"/>
                  </a:lnTo>
                  <a:lnTo>
                    <a:pt x="620613" y="745032"/>
                  </a:lnTo>
                  <a:lnTo>
                    <a:pt x="622535" y="745032"/>
                  </a:lnTo>
                  <a:lnTo>
                    <a:pt x="624456" y="745032"/>
                  </a:lnTo>
                  <a:lnTo>
                    <a:pt x="626378" y="745032"/>
                  </a:lnTo>
                  <a:lnTo>
                    <a:pt x="628299" y="745032"/>
                  </a:lnTo>
                  <a:lnTo>
                    <a:pt x="630220" y="745032"/>
                  </a:lnTo>
                  <a:lnTo>
                    <a:pt x="632142" y="745032"/>
                  </a:lnTo>
                  <a:lnTo>
                    <a:pt x="634063" y="745032"/>
                  </a:lnTo>
                  <a:lnTo>
                    <a:pt x="635985" y="745032"/>
                  </a:lnTo>
                  <a:lnTo>
                    <a:pt x="637906" y="745032"/>
                  </a:lnTo>
                  <a:lnTo>
                    <a:pt x="639827" y="745032"/>
                  </a:lnTo>
                  <a:lnTo>
                    <a:pt x="641749" y="745032"/>
                  </a:lnTo>
                  <a:lnTo>
                    <a:pt x="643670" y="745032"/>
                  </a:lnTo>
                  <a:lnTo>
                    <a:pt x="645592" y="745032"/>
                  </a:lnTo>
                  <a:lnTo>
                    <a:pt x="647513" y="745032"/>
                  </a:lnTo>
                  <a:lnTo>
                    <a:pt x="649434" y="745032"/>
                  </a:lnTo>
                  <a:lnTo>
                    <a:pt x="651356" y="745032"/>
                  </a:lnTo>
                  <a:lnTo>
                    <a:pt x="653277" y="745032"/>
                  </a:lnTo>
                  <a:lnTo>
                    <a:pt x="655199" y="745032"/>
                  </a:lnTo>
                  <a:lnTo>
                    <a:pt x="657120" y="745032"/>
                  </a:lnTo>
                  <a:lnTo>
                    <a:pt x="659042" y="745032"/>
                  </a:lnTo>
                  <a:lnTo>
                    <a:pt x="660963" y="745032"/>
                  </a:lnTo>
                  <a:lnTo>
                    <a:pt x="662884" y="745032"/>
                  </a:lnTo>
                  <a:lnTo>
                    <a:pt x="664806" y="745032"/>
                  </a:lnTo>
                  <a:lnTo>
                    <a:pt x="666727" y="745032"/>
                  </a:lnTo>
                  <a:lnTo>
                    <a:pt x="668649" y="745032"/>
                  </a:lnTo>
                  <a:lnTo>
                    <a:pt x="670570" y="745032"/>
                  </a:lnTo>
                  <a:lnTo>
                    <a:pt x="672491" y="745032"/>
                  </a:lnTo>
                  <a:lnTo>
                    <a:pt x="674413" y="745032"/>
                  </a:lnTo>
                  <a:lnTo>
                    <a:pt x="676334" y="745032"/>
                  </a:lnTo>
                  <a:lnTo>
                    <a:pt x="678256" y="745032"/>
                  </a:lnTo>
                  <a:lnTo>
                    <a:pt x="680177" y="745032"/>
                  </a:lnTo>
                  <a:lnTo>
                    <a:pt x="682098" y="745032"/>
                  </a:lnTo>
                  <a:lnTo>
                    <a:pt x="684020" y="745032"/>
                  </a:lnTo>
                  <a:lnTo>
                    <a:pt x="685941" y="745032"/>
                  </a:lnTo>
                  <a:lnTo>
                    <a:pt x="687863" y="745032"/>
                  </a:lnTo>
                  <a:lnTo>
                    <a:pt x="689784" y="745032"/>
                  </a:lnTo>
                  <a:lnTo>
                    <a:pt x="691705" y="745032"/>
                  </a:lnTo>
                  <a:lnTo>
                    <a:pt x="693627" y="745032"/>
                  </a:lnTo>
                  <a:lnTo>
                    <a:pt x="695548" y="745032"/>
                  </a:lnTo>
                  <a:lnTo>
                    <a:pt x="697470" y="745032"/>
                  </a:lnTo>
                  <a:lnTo>
                    <a:pt x="699391" y="745032"/>
                  </a:lnTo>
                  <a:lnTo>
                    <a:pt x="701312" y="745032"/>
                  </a:lnTo>
                  <a:lnTo>
                    <a:pt x="703234" y="745032"/>
                  </a:lnTo>
                  <a:lnTo>
                    <a:pt x="705155" y="745032"/>
                  </a:lnTo>
                  <a:lnTo>
                    <a:pt x="707077" y="745032"/>
                  </a:lnTo>
                  <a:lnTo>
                    <a:pt x="708998" y="745032"/>
                  </a:lnTo>
                  <a:lnTo>
                    <a:pt x="710919" y="745032"/>
                  </a:lnTo>
                  <a:lnTo>
                    <a:pt x="712841" y="745032"/>
                  </a:lnTo>
                  <a:lnTo>
                    <a:pt x="714762" y="745032"/>
                  </a:lnTo>
                  <a:lnTo>
                    <a:pt x="716684" y="745032"/>
                  </a:lnTo>
                  <a:lnTo>
                    <a:pt x="718605" y="745032"/>
                  </a:lnTo>
                  <a:lnTo>
                    <a:pt x="720526" y="745032"/>
                  </a:lnTo>
                  <a:lnTo>
                    <a:pt x="722448" y="745032"/>
                  </a:lnTo>
                  <a:lnTo>
                    <a:pt x="724369" y="745032"/>
                  </a:lnTo>
                  <a:lnTo>
                    <a:pt x="726291" y="745032"/>
                  </a:lnTo>
                  <a:lnTo>
                    <a:pt x="728212" y="745032"/>
                  </a:lnTo>
                  <a:lnTo>
                    <a:pt x="730134" y="745032"/>
                  </a:lnTo>
                  <a:lnTo>
                    <a:pt x="732055" y="745032"/>
                  </a:lnTo>
                  <a:lnTo>
                    <a:pt x="733976" y="745032"/>
                  </a:lnTo>
                  <a:lnTo>
                    <a:pt x="735898" y="745032"/>
                  </a:lnTo>
                  <a:lnTo>
                    <a:pt x="737819" y="745032"/>
                  </a:lnTo>
                  <a:lnTo>
                    <a:pt x="739741" y="745032"/>
                  </a:lnTo>
                  <a:lnTo>
                    <a:pt x="741662" y="745032"/>
                  </a:lnTo>
                  <a:lnTo>
                    <a:pt x="743583" y="745032"/>
                  </a:lnTo>
                  <a:lnTo>
                    <a:pt x="745505" y="745032"/>
                  </a:lnTo>
                  <a:lnTo>
                    <a:pt x="747426" y="745032"/>
                  </a:lnTo>
                  <a:lnTo>
                    <a:pt x="749348" y="745032"/>
                  </a:lnTo>
                  <a:lnTo>
                    <a:pt x="751269" y="745032"/>
                  </a:lnTo>
                  <a:lnTo>
                    <a:pt x="753190" y="745032"/>
                  </a:lnTo>
                  <a:lnTo>
                    <a:pt x="755112" y="745032"/>
                  </a:lnTo>
                  <a:lnTo>
                    <a:pt x="757033" y="745032"/>
                  </a:lnTo>
                  <a:lnTo>
                    <a:pt x="758955" y="745032"/>
                  </a:lnTo>
                  <a:lnTo>
                    <a:pt x="760876" y="745032"/>
                  </a:lnTo>
                  <a:lnTo>
                    <a:pt x="762797" y="745032"/>
                  </a:lnTo>
                  <a:lnTo>
                    <a:pt x="764719" y="745032"/>
                  </a:lnTo>
                  <a:lnTo>
                    <a:pt x="766640" y="745032"/>
                  </a:lnTo>
                  <a:lnTo>
                    <a:pt x="768562" y="745032"/>
                  </a:lnTo>
                  <a:lnTo>
                    <a:pt x="770483" y="745032"/>
                  </a:lnTo>
                  <a:lnTo>
                    <a:pt x="772404" y="745032"/>
                  </a:lnTo>
                  <a:lnTo>
                    <a:pt x="774326" y="745031"/>
                  </a:lnTo>
                  <a:lnTo>
                    <a:pt x="776247" y="745031"/>
                  </a:lnTo>
                  <a:lnTo>
                    <a:pt x="778169" y="745031"/>
                  </a:lnTo>
                  <a:lnTo>
                    <a:pt x="780090" y="745031"/>
                  </a:lnTo>
                  <a:lnTo>
                    <a:pt x="782011" y="745030"/>
                  </a:lnTo>
                  <a:lnTo>
                    <a:pt x="783933" y="745028"/>
                  </a:lnTo>
                  <a:lnTo>
                    <a:pt x="785854" y="745024"/>
                  </a:lnTo>
                  <a:lnTo>
                    <a:pt x="787776" y="745019"/>
                  </a:lnTo>
                  <a:lnTo>
                    <a:pt x="789697" y="745010"/>
                  </a:lnTo>
                  <a:lnTo>
                    <a:pt x="791618" y="744996"/>
                  </a:lnTo>
                  <a:lnTo>
                    <a:pt x="793540" y="744975"/>
                  </a:lnTo>
                  <a:lnTo>
                    <a:pt x="795461" y="744944"/>
                  </a:lnTo>
                  <a:lnTo>
                    <a:pt x="797383" y="744901"/>
                  </a:lnTo>
                  <a:lnTo>
                    <a:pt x="799304" y="744843"/>
                  </a:lnTo>
                  <a:lnTo>
                    <a:pt x="801226" y="744767"/>
                  </a:lnTo>
                  <a:lnTo>
                    <a:pt x="803147" y="744673"/>
                  </a:lnTo>
                  <a:lnTo>
                    <a:pt x="805068" y="744559"/>
                  </a:lnTo>
                  <a:lnTo>
                    <a:pt x="806990" y="744428"/>
                  </a:lnTo>
                  <a:lnTo>
                    <a:pt x="808911" y="744286"/>
                  </a:lnTo>
                  <a:lnTo>
                    <a:pt x="810833" y="744141"/>
                  </a:lnTo>
                  <a:lnTo>
                    <a:pt x="812754" y="744002"/>
                  </a:lnTo>
                  <a:lnTo>
                    <a:pt x="814675" y="743878"/>
                  </a:lnTo>
                  <a:lnTo>
                    <a:pt x="816597" y="743780"/>
                  </a:lnTo>
                  <a:lnTo>
                    <a:pt x="818518" y="743716"/>
                  </a:lnTo>
                  <a:lnTo>
                    <a:pt x="820440" y="743692"/>
                  </a:lnTo>
                  <a:lnTo>
                    <a:pt x="822361" y="743710"/>
                  </a:lnTo>
                  <a:lnTo>
                    <a:pt x="824282" y="743769"/>
                  </a:lnTo>
                  <a:lnTo>
                    <a:pt x="826204" y="743864"/>
                  </a:lnTo>
                  <a:lnTo>
                    <a:pt x="828125" y="743986"/>
                  </a:lnTo>
                  <a:lnTo>
                    <a:pt x="830047" y="744126"/>
                  </a:lnTo>
                  <a:lnTo>
                    <a:pt x="831968" y="744272"/>
                  </a:lnTo>
                  <a:lnTo>
                    <a:pt x="833889" y="744413"/>
                  </a:lnTo>
                  <a:lnTo>
                    <a:pt x="835811" y="744544"/>
                  </a:lnTo>
                  <a:lnTo>
                    <a:pt x="837732" y="744659"/>
                  </a:lnTo>
                  <a:lnTo>
                    <a:pt x="839654" y="744756"/>
                  </a:lnTo>
                  <a:lnTo>
                    <a:pt x="841575" y="744835"/>
                  </a:lnTo>
                  <a:lnTo>
                    <a:pt x="843496" y="744895"/>
                  </a:lnTo>
                  <a:lnTo>
                    <a:pt x="845418" y="744940"/>
                  </a:lnTo>
                  <a:lnTo>
                    <a:pt x="847339" y="744972"/>
                  </a:lnTo>
                  <a:lnTo>
                    <a:pt x="849261" y="744995"/>
                  </a:lnTo>
                  <a:lnTo>
                    <a:pt x="851182" y="745009"/>
                  </a:lnTo>
                  <a:lnTo>
                    <a:pt x="853103" y="745018"/>
                  </a:lnTo>
                  <a:lnTo>
                    <a:pt x="855025" y="745024"/>
                  </a:lnTo>
                  <a:lnTo>
                    <a:pt x="856946" y="745027"/>
                  </a:lnTo>
                  <a:lnTo>
                    <a:pt x="858868" y="745029"/>
                  </a:lnTo>
                  <a:lnTo>
                    <a:pt x="860789" y="745030"/>
                  </a:lnTo>
                  <a:lnTo>
                    <a:pt x="862710" y="745031"/>
                  </a:lnTo>
                  <a:lnTo>
                    <a:pt x="864632" y="745031"/>
                  </a:lnTo>
                  <a:lnTo>
                    <a:pt x="866553" y="745031"/>
                  </a:lnTo>
                  <a:lnTo>
                    <a:pt x="868475" y="745032"/>
                  </a:lnTo>
                  <a:lnTo>
                    <a:pt x="870396" y="745032"/>
                  </a:lnTo>
                  <a:lnTo>
                    <a:pt x="872318" y="745032"/>
                  </a:lnTo>
                  <a:lnTo>
                    <a:pt x="874239" y="745032"/>
                  </a:lnTo>
                  <a:lnTo>
                    <a:pt x="876160" y="745032"/>
                  </a:lnTo>
                  <a:lnTo>
                    <a:pt x="878082" y="745032"/>
                  </a:lnTo>
                  <a:lnTo>
                    <a:pt x="880003" y="745032"/>
                  </a:lnTo>
                  <a:lnTo>
                    <a:pt x="881925" y="745032"/>
                  </a:lnTo>
                  <a:lnTo>
                    <a:pt x="883846" y="745032"/>
                  </a:lnTo>
                  <a:lnTo>
                    <a:pt x="885767" y="745032"/>
                  </a:lnTo>
                  <a:lnTo>
                    <a:pt x="887689" y="745032"/>
                  </a:lnTo>
                  <a:lnTo>
                    <a:pt x="889610" y="745032"/>
                  </a:lnTo>
                  <a:lnTo>
                    <a:pt x="891532" y="745032"/>
                  </a:lnTo>
                  <a:lnTo>
                    <a:pt x="893453" y="745032"/>
                  </a:lnTo>
                  <a:lnTo>
                    <a:pt x="895374" y="745032"/>
                  </a:lnTo>
                  <a:lnTo>
                    <a:pt x="897296" y="745032"/>
                  </a:lnTo>
                  <a:lnTo>
                    <a:pt x="899217" y="745032"/>
                  </a:lnTo>
                  <a:lnTo>
                    <a:pt x="901139" y="745032"/>
                  </a:lnTo>
                  <a:lnTo>
                    <a:pt x="903060" y="745032"/>
                  </a:lnTo>
                  <a:lnTo>
                    <a:pt x="904981" y="745032"/>
                  </a:lnTo>
                  <a:lnTo>
                    <a:pt x="906903" y="745032"/>
                  </a:lnTo>
                  <a:lnTo>
                    <a:pt x="908824" y="745032"/>
                  </a:lnTo>
                  <a:lnTo>
                    <a:pt x="910746" y="745032"/>
                  </a:lnTo>
                  <a:lnTo>
                    <a:pt x="912667" y="745032"/>
                  </a:lnTo>
                  <a:lnTo>
                    <a:pt x="914588" y="745032"/>
                  </a:lnTo>
                  <a:lnTo>
                    <a:pt x="916510" y="745032"/>
                  </a:lnTo>
                  <a:lnTo>
                    <a:pt x="918431" y="745032"/>
                  </a:lnTo>
                  <a:lnTo>
                    <a:pt x="920353" y="745032"/>
                  </a:lnTo>
                  <a:lnTo>
                    <a:pt x="922274" y="745032"/>
                  </a:lnTo>
                  <a:lnTo>
                    <a:pt x="924195" y="745032"/>
                  </a:lnTo>
                  <a:lnTo>
                    <a:pt x="926117" y="745032"/>
                  </a:lnTo>
                  <a:lnTo>
                    <a:pt x="928038" y="745032"/>
                  </a:lnTo>
                  <a:lnTo>
                    <a:pt x="929960" y="745032"/>
                  </a:lnTo>
                  <a:lnTo>
                    <a:pt x="931881" y="745032"/>
                  </a:lnTo>
                  <a:lnTo>
                    <a:pt x="933802" y="745032"/>
                  </a:lnTo>
                  <a:lnTo>
                    <a:pt x="935724" y="745032"/>
                  </a:lnTo>
                  <a:lnTo>
                    <a:pt x="937645" y="745032"/>
                  </a:lnTo>
                  <a:lnTo>
                    <a:pt x="939567" y="745032"/>
                  </a:lnTo>
                  <a:lnTo>
                    <a:pt x="941488" y="745032"/>
                  </a:lnTo>
                  <a:lnTo>
                    <a:pt x="943410" y="745032"/>
                  </a:lnTo>
                  <a:lnTo>
                    <a:pt x="945331" y="745032"/>
                  </a:lnTo>
                  <a:lnTo>
                    <a:pt x="947252" y="745032"/>
                  </a:lnTo>
                  <a:lnTo>
                    <a:pt x="949174" y="745032"/>
                  </a:lnTo>
                  <a:lnTo>
                    <a:pt x="951095" y="745032"/>
                  </a:lnTo>
                  <a:lnTo>
                    <a:pt x="953017" y="745032"/>
                  </a:lnTo>
                  <a:lnTo>
                    <a:pt x="954938" y="745032"/>
                  </a:lnTo>
                  <a:lnTo>
                    <a:pt x="956859" y="745032"/>
                  </a:lnTo>
                  <a:lnTo>
                    <a:pt x="958781" y="745032"/>
                  </a:lnTo>
                  <a:lnTo>
                    <a:pt x="960702" y="745032"/>
                  </a:lnTo>
                  <a:lnTo>
                    <a:pt x="962624" y="745032"/>
                  </a:lnTo>
                  <a:lnTo>
                    <a:pt x="964545" y="745032"/>
                  </a:lnTo>
                  <a:lnTo>
                    <a:pt x="966466" y="745032"/>
                  </a:lnTo>
                  <a:lnTo>
                    <a:pt x="968388" y="745032"/>
                  </a:lnTo>
                  <a:lnTo>
                    <a:pt x="970309" y="745032"/>
                  </a:lnTo>
                  <a:lnTo>
                    <a:pt x="972231" y="745032"/>
                  </a:lnTo>
                  <a:lnTo>
                    <a:pt x="974152" y="745032"/>
                  </a:lnTo>
                  <a:lnTo>
                    <a:pt x="976073" y="745032"/>
                  </a:lnTo>
                  <a:lnTo>
                    <a:pt x="977995" y="745032"/>
                  </a:lnTo>
                  <a:lnTo>
                    <a:pt x="979916" y="745032"/>
                  </a:lnTo>
                  <a:lnTo>
                    <a:pt x="981838" y="745032"/>
                  </a:lnTo>
                  <a:lnTo>
                    <a:pt x="979916" y="745032"/>
                  </a:lnTo>
                  <a:lnTo>
                    <a:pt x="977995" y="745032"/>
                  </a:lnTo>
                  <a:lnTo>
                    <a:pt x="976073" y="745032"/>
                  </a:lnTo>
                  <a:lnTo>
                    <a:pt x="974152" y="745032"/>
                  </a:lnTo>
                  <a:lnTo>
                    <a:pt x="972231" y="745032"/>
                  </a:lnTo>
                  <a:lnTo>
                    <a:pt x="970309" y="745032"/>
                  </a:lnTo>
                  <a:lnTo>
                    <a:pt x="968388" y="745032"/>
                  </a:lnTo>
                  <a:lnTo>
                    <a:pt x="966466" y="745032"/>
                  </a:lnTo>
                  <a:lnTo>
                    <a:pt x="964545" y="745032"/>
                  </a:lnTo>
                  <a:lnTo>
                    <a:pt x="962624" y="745032"/>
                  </a:lnTo>
                  <a:lnTo>
                    <a:pt x="960702" y="745032"/>
                  </a:lnTo>
                  <a:lnTo>
                    <a:pt x="958781" y="745032"/>
                  </a:lnTo>
                  <a:lnTo>
                    <a:pt x="956859" y="745032"/>
                  </a:lnTo>
                  <a:lnTo>
                    <a:pt x="954938" y="745032"/>
                  </a:lnTo>
                  <a:lnTo>
                    <a:pt x="953017" y="745032"/>
                  </a:lnTo>
                  <a:lnTo>
                    <a:pt x="951095" y="745032"/>
                  </a:lnTo>
                  <a:lnTo>
                    <a:pt x="949174" y="745032"/>
                  </a:lnTo>
                  <a:lnTo>
                    <a:pt x="947252" y="745032"/>
                  </a:lnTo>
                  <a:lnTo>
                    <a:pt x="945331" y="745032"/>
                  </a:lnTo>
                  <a:lnTo>
                    <a:pt x="943410" y="745032"/>
                  </a:lnTo>
                  <a:lnTo>
                    <a:pt x="941488" y="745032"/>
                  </a:lnTo>
                  <a:lnTo>
                    <a:pt x="939567" y="745032"/>
                  </a:lnTo>
                  <a:lnTo>
                    <a:pt x="937645" y="745032"/>
                  </a:lnTo>
                  <a:lnTo>
                    <a:pt x="935724" y="745032"/>
                  </a:lnTo>
                  <a:lnTo>
                    <a:pt x="933802" y="745032"/>
                  </a:lnTo>
                  <a:lnTo>
                    <a:pt x="931881" y="745032"/>
                  </a:lnTo>
                  <a:lnTo>
                    <a:pt x="929960" y="745032"/>
                  </a:lnTo>
                  <a:lnTo>
                    <a:pt x="928038" y="745032"/>
                  </a:lnTo>
                  <a:lnTo>
                    <a:pt x="926117" y="745032"/>
                  </a:lnTo>
                  <a:lnTo>
                    <a:pt x="924195" y="745032"/>
                  </a:lnTo>
                  <a:lnTo>
                    <a:pt x="922274" y="745032"/>
                  </a:lnTo>
                  <a:lnTo>
                    <a:pt x="920353" y="745032"/>
                  </a:lnTo>
                  <a:lnTo>
                    <a:pt x="918431" y="745032"/>
                  </a:lnTo>
                  <a:lnTo>
                    <a:pt x="916510" y="745032"/>
                  </a:lnTo>
                  <a:lnTo>
                    <a:pt x="914588" y="745032"/>
                  </a:lnTo>
                  <a:lnTo>
                    <a:pt x="912667" y="745032"/>
                  </a:lnTo>
                  <a:lnTo>
                    <a:pt x="910746" y="745032"/>
                  </a:lnTo>
                  <a:lnTo>
                    <a:pt x="908824" y="745032"/>
                  </a:lnTo>
                  <a:lnTo>
                    <a:pt x="906903" y="745032"/>
                  </a:lnTo>
                  <a:lnTo>
                    <a:pt x="904981" y="745032"/>
                  </a:lnTo>
                  <a:lnTo>
                    <a:pt x="903060" y="745032"/>
                  </a:lnTo>
                  <a:lnTo>
                    <a:pt x="901139" y="745032"/>
                  </a:lnTo>
                  <a:lnTo>
                    <a:pt x="899217" y="745032"/>
                  </a:lnTo>
                  <a:lnTo>
                    <a:pt x="897296" y="745032"/>
                  </a:lnTo>
                  <a:lnTo>
                    <a:pt x="895374" y="745032"/>
                  </a:lnTo>
                  <a:lnTo>
                    <a:pt x="893453" y="745032"/>
                  </a:lnTo>
                  <a:lnTo>
                    <a:pt x="891532" y="745032"/>
                  </a:lnTo>
                  <a:lnTo>
                    <a:pt x="889610" y="745032"/>
                  </a:lnTo>
                  <a:lnTo>
                    <a:pt x="887689" y="745032"/>
                  </a:lnTo>
                  <a:lnTo>
                    <a:pt x="885767" y="745032"/>
                  </a:lnTo>
                  <a:lnTo>
                    <a:pt x="883846" y="745032"/>
                  </a:lnTo>
                  <a:lnTo>
                    <a:pt x="881925" y="745032"/>
                  </a:lnTo>
                  <a:lnTo>
                    <a:pt x="880003" y="745032"/>
                  </a:lnTo>
                  <a:lnTo>
                    <a:pt x="878082" y="745032"/>
                  </a:lnTo>
                  <a:lnTo>
                    <a:pt x="876160" y="745032"/>
                  </a:lnTo>
                  <a:lnTo>
                    <a:pt x="874239" y="745032"/>
                  </a:lnTo>
                  <a:lnTo>
                    <a:pt x="872318" y="745032"/>
                  </a:lnTo>
                  <a:lnTo>
                    <a:pt x="870396" y="745032"/>
                  </a:lnTo>
                  <a:lnTo>
                    <a:pt x="868475" y="745032"/>
                  </a:lnTo>
                  <a:lnTo>
                    <a:pt x="866553" y="745032"/>
                  </a:lnTo>
                  <a:lnTo>
                    <a:pt x="864632" y="745032"/>
                  </a:lnTo>
                  <a:lnTo>
                    <a:pt x="862710" y="745032"/>
                  </a:lnTo>
                  <a:lnTo>
                    <a:pt x="860789" y="745032"/>
                  </a:lnTo>
                  <a:lnTo>
                    <a:pt x="858868" y="745032"/>
                  </a:lnTo>
                  <a:lnTo>
                    <a:pt x="856946" y="745032"/>
                  </a:lnTo>
                  <a:lnTo>
                    <a:pt x="855025" y="745032"/>
                  </a:lnTo>
                  <a:lnTo>
                    <a:pt x="853103" y="745032"/>
                  </a:lnTo>
                  <a:lnTo>
                    <a:pt x="851182" y="745032"/>
                  </a:lnTo>
                  <a:lnTo>
                    <a:pt x="849261" y="745032"/>
                  </a:lnTo>
                  <a:lnTo>
                    <a:pt x="847339" y="745032"/>
                  </a:lnTo>
                  <a:lnTo>
                    <a:pt x="845418" y="745032"/>
                  </a:lnTo>
                  <a:lnTo>
                    <a:pt x="843496" y="745032"/>
                  </a:lnTo>
                  <a:lnTo>
                    <a:pt x="841575" y="745032"/>
                  </a:lnTo>
                  <a:lnTo>
                    <a:pt x="839654" y="745032"/>
                  </a:lnTo>
                  <a:lnTo>
                    <a:pt x="837732" y="745032"/>
                  </a:lnTo>
                  <a:lnTo>
                    <a:pt x="835811" y="745032"/>
                  </a:lnTo>
                  <a:lnTo>
                    <a:pt x="833889" y="745032"/>
                  </a:lnTo>
                  <a:lnTo>
                    <a:pt x="831968" y="745032"/>
                  </a:lnTo>
                  <a:lnTo>
                    <a:pt x="830047" y="745032"/>
                  </a:lnTo>
                  <a:lnTo>
                    <a:pt x="828125" y="745032"/>
                  </a:lnTo>
                  <a:lnTo>
                    <a:pt x="826204" y="745032"/>
                  </a:lnTo>
                  <a:lnTo>
                    <a:pt x="824282" y="745032"/>
                  </a:lnTo>
                  <a:lnTo>
                    <a:pt x="822361" y="745032"/>
                  </a:lnTo>
                  <a:lnTo>
                    <a:pt x="820440" y="745032"/>
                  </a:lnTo>
                  <a:lnTo>
                    <a:pt x="818518" y="745032"/>
                  </a:lnTo>
                  <a:lnTo>
                    <a:pt x="816597" y="745032"/>
                  </a:lnTo>
                  <a:lnTo>
                    <a:pt x="814675" y="745032"/>
                  </a:lnTo>
                  <a:lnTo>
                    <a:pt x="812754" y="745032"/>
                  </a:lnTo>
                  <a:lnTo>
                    <a:pt x="810833" y="745032"/>
                  </a:lnTo>
                  <a:lnTo>
                    <a:pt x="808911" y="745032"/>
                  </a:lnTo>
                  <a:lnTo>
                    <a:pt x="806990" y="745032"/>
                  </a:lnTo>
                  <a:lnTo>
                    <a:pt x="805068" y="745032"/>
                  </a:lnTo>
                  <a:lnTo>
                    <a:pt x="803147" y="745032"/>
                  </a:lnTo>
                  <a:lnTo>
                    <a:pt x="801226" y="745032"/>
                  </a:lnTo>
                  <a:lnTo>
                    <a:pt x="799304" y="745032"/>
                  </a:lnTo>
                  <a:lnTo>
                    <a:pt x="797383" y="745032"/>
                  </a:lnTo>
                  <a:lnTo>
                    <a:pt x="795461" y="745032"/>
                  </a:lnTo>
                  <a:lnTo>
                    <a:pt x="793540" y="745032"/>
                  </a:lnTo>
                  <a:lnTo>
                    <a:pt x="791618" y="745032"/>
                  </a:lnTo>
                  <a:lnTo>
                    <a:pt x="789697" y="745032"/>
                  </a:lnTo>
                  <a:lnTo>
                    <a:pt x="787776" y="745032"/>
                  </a:lnTo>
                  <a:lnTo>
                    <a:pt x="785854" y="745032"/>
                  </a:lnTo>
                  <a:lnTo>
                    <a:pt x="783933" y="745032"/>
                  </a:lnTo>
                  <a:lnTo>
                    <a:pt x="782011" y="745032"/>
                  </a:lnTo>
                  <a:lnTo>
                    <a:pt x="780090" y="745032"/>
                  </a:lnTo>
                  <a:lnTo>
                    <a:pt x="778169" y="745032"/>
                  </a:lnTo>
                  <a:lnTo>
                    <a:pt x="776247" y="745032"/>
                  </a:lnTo>
                  <a:lnTo>
                    <a:pt x="774326" y="745032"/>
                  </a:lnTo>
                  <a:lnTo>
                    <a:pt x="772404" y="745032"/>
                  </a:lnTo>
                  <a:lnTo>
                    <a:pt x="770483" y="745032"/>
                  </a:lnTo>
                  <a:lnTo>
                    <a:pt x="768562" y="745032"/>
                  </a:lnTo>
                  <a:lnTo>
                    <a:pt x="766640" y="745032"/>
                  </a:lnTo>
                  <a:lnTo>
                    <a:pt x="764719" y="745032"/>
                  </a:lnTo>
                  <a:lnTo>
                    <a:pt x="762797" y="745032"/>
                  </a:lnTo>
                  <a:lnTo>
                    <a:pt x="760876" y="745032"/>
                  </a:lnTo>
                  <a:lnTo>
                    <a:pt x="758955" y="745032"/>
                  </a:lnTo>
                  <a:lnTo>
                    <a:pt x="757033" y="745032"/>
                  </a:lnTo>
                  <a:lnTo>
                    <a:pt x="755112" y="745032"/>
                  </a:lnTo>
                  <a:lnTo>
                    <a:pt x="753190" y="745032"/>
                  </a:lnTo>
                  <a:lnTo>
                    <a:pt x="751269" y="745032"/>
                  </a:lnTo>
                  <a:lnTo>
                    <a:pt x="749348" y="745032"/>
                  </a:lnTo>
                  <a:lnTo>
                    <a:pt x="747426" y="745032"/>
                  </a:lnTo>
                  <a:lnTo>
                    <a:pt x="745505" y="745032"/>
                  </a:lnTo>
                  <a:lnTo>
                    <a:pt x="743583" y="745032"/>
                  </a:lnTo>
                  <a:lnTo>
                    <a:pt x="741662" y="745032"/>
                  </a:lnTo>
                  <a:lnTo>
                    <a:pt x="739741" y="745032"/>
                  </a:lnTo>
                  <a:lnTo>
                    <a:pt x="737819" y="745032"/>
                  </a:lnTo>
                  <a:lnTo>
                    <a:pt x="735898" y="745032"/>
                  </a:lnTo>
                  <a:lnTo>
                    <a:pt x="733976" y="745032"/>
                  </a:lnTo>
                  <a:lnTo>
                    <a:pt x="732055" y="745032"/>
                  </a:lnTo>
                  <a:lnTo>
                    <a:pt x="730134" y="745032"/>
                  </a:lnTo>
                  <a:lnTo>
                    <a:pt x="728212" y="745032"/>
                  </a:lnTo>
                  <a:lnTo>
                    <a:pt x="726291" y="745032"/>
                  </a:lnTo>
                  <a:lnTo>
                    <a:pt x="724369" y="745032"/>
                  </a:lnTo>
                  <a:lnTo>
                    <a:pt x="722448" y="745032"/>
                  </a:lnTo>
                  <a:lnTo>
                    <a:pt x="720526" y="745032"/>
                  </a:lnTo>
                  <a:lnTo>
                    <a:pt x="718605" y="745032"/>
                  </a:lnTo>
                  <a:lnTo>
                    <a:pt x="716684" y="745032"/>
                  </a:lnTo>
                  <a:lnTo>
                    <a:pt x="714762" y="745032"/>
                  </a:lnTo>
                  <a:lnTo>
                    <a:pt x="712841" y="745032"/>
                  </a:lnTo>
                  <a:lnTo>
                    <a:pt x="710919" y="745032"/>
                  </a:lnTo>
                  <a:lnTo>
                    <a:pt x="708998" y="745032"/>
                  </a:lnTo>
                  <a:lnTo>
                    <a:pt x="707077" y="745032"/>
                  </a:lnTo>
                  <a:lnTo>
                    <a:pt x="705155" y="745032"/>
                  </a:lnTo>
                  <a:lnTo>
                    <a:pt x="703234" y="745032"/>
                  </a:lnTo>
                  <a:lnTo>
                    <a:pt x="701312" y="745032"/>
                  </a:lnTo>
                  <a:lnTo>
                    <a:pt x="699391" y="745032"/>
                  </a:lnTo>
                  <a:lnTo>
                    <a:pt x="697470" y="745032"/>
                  </a:lnTo>
                  <a:lnTo>
                    <a:pt x="695548" y="745032"/>
                  </a:lnTo>
                  <a:lnTo>
                    <a:pt x="693627" y="745032"/>
                  </a:lnTo>
                  <a:lnTo>
                    <a:pt x="691705" y="745032"/>
                  </a:lnTo>
                  <a:lnTo>
                    <a:pt x="689784" y="745032"/>
                  </a:lnTo>
                  <a:lnTo>
                    <a:pt x="687863" y="745032"/>
                  </a:lnTo>
                  <a:lnTo>
                    <a:pt x="685941" y="745032"/>
                  </a:lnTo>
                  <a:lnTo>
                    <a:pt x="684020" y="745032"/>
                  </a:lnTo>
                  <a:lnTo>
                    <a:pt x="682098" y="745032"/>
                  </a:lnTo>
                  <a:lnTo>
                    <a:pt x="680177" y="745032"/>
                  </a:lnTo>
                  <a:lnTo>
                    <a:pt x="678256" y="745032"/>
                  </a:lnTo>
                  <a:lnTo>
                    <a:pt x="676334" y="745032"/>
                  </a:lnTo>
                  <a:lnTo>
                    <a:pt x="674413" y="745032"/>
                  </a:lnTo>
                  <a:lnTo>
                    <a:pt x="672491" y="745032"/>
                  </a:lnTo>
                  <a:lnTo>
                    <a:pt x="670570" y="745032"/>
                  </a:lnTo>
                  <a:lnTo>
                    <a:pt x="668649" y="745032"/>
                  </a:lnTo>
                  <a:lnTo>
                    <a:pt x="666727" y="745032"/>
                  </a:lnTo>
                  <a:lnTo>
                    <a:pt x="664806" y="745032"/>
                  </a:lnTo>
                  <a:lnTo>
                    <a:pt x="662884" y="745032"/>
                  </a:lnTo>
                  <a:lnTo>
                    <a:pt x="660963" y="745032"/>
                  </a:lnTo>
                  <a:lnTo>
                    <a:pt x="659042" y="745032"/>
                  </a:lnTo>
                  <a:lnTo>
                    <a:pt x="657120" y="745032"/>
                  </a:lnTo>
                  <a:lnTo>
                    <a:pt x="655199" y="745032"/>
                  </a:lnTo>
                  <a:lnTo>
                    <a:pt x="653277" y="745032"/>
                  </a:lnTo>
                  <a:lnTo>
                    <a:pt x="651356" y="745032"/>
                  </a:lnTo>
                  <a:lnTo>
                    <a:pt x="649434" y="745032"/>
                  </a:lnTo>
                  <a:lnTo>
                    <a:pt x="647513" y="745032"/>
                  </a:lnTo>
                  <a:lnTo>
                    <a:pt x="645592" y="745032"/>
                  </a:lnTo>
                  <a:lnTo>
                    <a:pt x="643670" y="745032"/>
                  </a:lnTo>
                  <a:lnTo>
                    <a:pt x="641749" y="745032"/>
                  </a:lnTo>
                  <a:lnTo>
                    <a:pt x="639827" y="745032"/>
                  </a:lnTo>
                  <a:lnTo>
                    <a:pt x="637906" y="745032"/>
                  </a:lnTo>
                  <a:lnTo>
                    <a:pt x="635985" y="745032"/>
                  </a:lnTo>
                  <a:lnTo>
                    <a:pt x="634063" y="745032"/>
                  </a:lnTo>
                  <a:lnTo>
                    <a:pt x="632142" y="745032"/>
                  </a:lnTo>
                  <a:lnTo>
                    <a:pt x="630220" y="745032"/>
                  </a:lnTo>
                  <a:lnTo>
                    <a:pt x="628299" y="745032"/>
                  </a:lnTo>
                  <a:lnTo>
                    <a:pt x="626378" y="745032"/>
                  </a:lnTo>
                  <a:lnTo>
                    <a:pt x="624456" y="745032"/>
                  </a:lnTo>
                  <a:lnTo>
                    <a:pt x="622535" y="745032"/>
                  </a:lnTo>
                  <a:lnTo>
                    <a:pt x="620613" y="745032"/>
                  </a:lnTo>
                  <a:lnTo>
                    <a:pt x="618692" y="745032"/>
                  </a:lnTo>
                  <a:lnTo>
                    <a:pt x="616771" y="745032"/>
                  </a:lnTo>
                  <a:lnTo>
                    <a:pt x="614849" y="745032"/>
                  </a:lnTo>
                  <a:lnTo>
                    <a:pt x="612928" y="745032"/>
                  </a:lnTo>
                  <a:lnTo>
                    <a:pt x="611006" y="745032"/>
                  </a:lnTo>
                  <a:lnTo>
                    <a:pt x="609085" y="745032"/>
                  </a:lnTo>
                  <a:lnTo>
                    <a:pt x="607164" y="745032"/>
                  </a:lnTo>
                  <a:lnTo>
                    <a:pt x="605242" y="745032"/>
                  </a:lnTo>
                  <a:lnTo>
                    <a:pt x="603321" y="745032"/>
                  </a:lnTo>
                  <a:lnTo>
                    <a:pt x="601399" y="745032"/>
                  </a:lnTo>
                  <a:lnTo>
                    <a:pt x="599478" y="745032"/>
                  </a:lnTo>
                  <a:lnTo>
                    <a:pt x="597557" y="745032"/>
                  </a:lnTo>
                  <a:lnTo>
                    <a:pt x="595635" y="745032"/>
                  </a:lnTo>
                  <a:lnTo>
                    <a:pt x="593714" y="745032"/>
                  </a:lnTo>
                  <a:lnTo>
                    <a:pt x="591792" y="745032"/>
                  </a:lnTo>
                  <a:lnTo>
                    <a:pt x="589871" y="745032"/>
                  </a:lnTo>
                  <a:lnTo>
                    <a:pt x="587950" y="745032"/>
                  </a:lnTo>
                  <a:lnTo>
                    <a:pt x="586028" y="745032"/>
                  </a:lnTo>
                  <a:lnTo>
                    <a:pt x="584107" y="745032"/>
                  </a:lnTo>
                  <a:lnTo>
                    <a:pt x="582185" y="745032"/>
                  </a:lnTo>
                  <a:lnTo>
                    <a:pt x="580264" y="745032"/>
                  </a:lnTo>
                  <a:lnTo>
                    <a:pt x="578342" y="745032"/>
                  </a:lnTo>
                  <a:lnTo>
                    <a:pt x="576421" y="745032"/>
                  </a:lnTo>
                  <a:lnTo>
                    <a:pt x="574500" y="745032"/>
                  </a:lnTo>
                  <a:lnTo>
                    <a:pt x="572578" y="745032"/>
                  </a:lnTo>
                  <a:lnTo>
                    <a:pt x="570657" y="745032"/>
                  </a:lnTo>
                  <a:lnTo>
                    <a:pt x="568735" y="745032"/>
                  </a:lnTo>
                  <a:lnTo>
                    <a:pt x="566814" y="745032"/>
                  </a:lnTo>
                  <a:lnTo>
                    <a:pt x="564893" y="745032"/>
                  </a:lnTo>
                  <a:lnTo>
                    <a:pt x="562971" y="745032"/>
                  </a:lnTo>
                  <a:lnTo>
                    <a:pt x="561050" y="745032"/>
                  </a:lnTo>
                  <a:lnTo>
                    <a:pt x="559128" y="745032"/>
                  </a:lnTo>
                  <a:lnTo>
                    <a:pt x="557207" y="745032"/>
                  </a:lnTo>
                  <a:lnTo>
                    <a:pt x="555286" y="745032"/>
                  </a:lnTo>
                  <a:lnTo>
                    <a:pt x="553364" y="745032"/>
                  </a:lnTo>
                  <a:lnTo>
                    <a:pt x="551443" y="745032"/>
                  </a:lnTo>
                  <a:lnTo>
                    <a:pt x="549521" y="745032"/>
                  </a:lnTo>
                  <a:lnTo>
                    <a:pt x="547600" y="745032"/>
                  </a:lnTo>
                  <a:lnTo>
                    <a:pt x="545679" y="745032"/>
                  </a:lnTo>
                  <a:lnTo>
                    <a:pt x="543757" y="745032"/>
                  </a:lnTo>
                  <a:lnTo>
                    <a:pt x="541836" y="745032"/>
                  </a:lnTo>
                  <a:lnTo>
                    <a:pt x="539914" y="745032"/>
                  </a:lnTo>
                  <a:lnTo>
                    <a:pt x="537993" y="745032"/>
                  </a:lnTo>
                  <a:lnTo>
                    <a:pt x="536072" y="745032"/>
                  </a:lnTo>
                  <a:lnTo>
                    <a:pt x="534150" y="745032"/>
                  </a:lnTo>
                  <a:lnTo>
                    <a:pt x="532229" y="745032"/>
                  </a:lnTo>
                  <a:lnTo>
                    <a:pt x="530307" y="745032"/>
                  </a:lnTo>
                  <a:lnTo>
                    <a:pt x="528386" y="745032"/>
                  </a:lnTo>
                  <a:lnTo>
                    <a:pt x="526465" y="745032"/>
                  </a:lnTo>
                  <a:lnTo>
                    <a:pt x="524543" y="745032"/>
                  </a:lnTo>
                  <a:lnTo>
                    <a:pt x="522622" y="745032"/>
                  </a:lnTo>
                  <a:lnTo>
                    <a:pt x="520700" y="745032"/>
                  </a:lnTo>
                  <a:lnTo>
                    <a:pt x="518779" y="745032"/>
                  </a:lnTo>
                  <a:lnTo>
                    <a:pt x="516858" y="745032"/>
                  </a:lnTo>
                  <a:lnTo>
                    <a:pt x="514936" y="745032"/>
                  </a:lnTo>
                  <a:lnTo>
                    <a:pt x="513015" y="745032"/>
                  </a:lnTo>
                  <a:lnTo>
                    <a:pt x="511093" y="745032"/>
                  </a:lnTo>
                  <a:lnTo>
                    <a:pt x="509172" y="745032"/>
                  </a:lnTo>
                  <a:lnTo>
                    <a:pt x="507250" y="745032"/>
                  </a:lnTo>
                  <a:lnTo>
                    <a:pt x="505329" y="745032"/>
                  </a:lnTo>
                  <a:lnTo>
                    <a:pt x="503408" y="745032"/>
                  </a:lnTo>
                  <a:lnTo>
                    <a:pt x="501486" y="745032"/>
                  </a:lnTo>
                  <a:lnTo>
                    <a:pt x="499565" y="745032"/>
                  </a:lnTo>
                  <a:lnTo>
                    <a:pt x="497643" y="745032"/>
                  </a:lnTo>
                  <a:lnTo>
                    <a:pt x="495722" y="745032"/>
                  </a:lnTo>
                  <a:lnTo>
                    <a:pt x="493801" y="745032"/>
                  </a:lnTo>
                  <a:lnTo>
                    <a:pt x="491879" y="745032"/>
                  </a:lnTo>
                  <a:lnTo>
                    <a:pt x="489958" y="745032"/>
                  </a:lnTo>
                  <a:lnTo>
                    <a:pt x="488036" y="745032"/>
                  </a:lnTo>
                  <a:lnTo>
                    <a:pt x="486115" y="745032"/>
                  </a:lnTo>
                  <a:lnTo>
                    <a:pt x="484194" y="745032"/>
                  </a:lnTo>
                  <a:lnTo>
                    <a:pt x="482272" y="745032"/>
                  </a:lnTo>
                  <a:lnTo>
                    <a:pt x="480351" y="745032"/>
                  </a:lnTo>
                  <a:lnTo>
                    <a:pt x="478429" y="745032"/>
                  </a:lnTo>
                  <a:lnTo>
                    <a:pt x="476508" y="745032"/>
                  </a:lnTo>
                  <a:lnTo>
                    <a:pt x="474587" y="745032"/>
                  </a:lnTo>
                  <a:lnTo>
                    <a:pt x="472665" y="745032"/>
                  </a:lnTo>
                  <a:lnTo>
                    <a:pt x="470744" y="745032"/>
                  </a:lnTo>
                  <a:lnTo>
                    <a:pt x="468822" y="745032"/>
                  </a:lnTo>
                  <a:lnTo>
                    <a:pt x="466901" y="745032"/>
                  </a:lnTo>
                  <a:lnTo>
                    <a:pt x="464980" y="745032"/>
                  </a:lnTo>
                  <a:lnTo>
                    <a:pt x="463058" y="745032"/>
                  </a:lnTo>
                  <a:lnTo>
                    <a:pt x="461137" y="745032"/>
                  </a:lnTo>
                  <a:lnTo>
                    <a:pt x="459215" y="745032"/>
                  </a:lnTo>
                  <a:lnTo>
                    <a:pt x="457294" y="745032"/>
                  </a:lnTo>
                  <a:lnTo>
                    <a:pt x="455373" y="745032"/>
                  </a:lnTo>
                  <a:lnTo>
                    <a:pt x="453451" y="745032"/>
                  </a:lnTo>
                  <a:lnTo>
                    <a:pt x="451530" y="745032"/>
                  </a:lnTo>
                  <a:lnTo>
                    <a:pt x="449608" y="745032"/>
                  </a:lnTo>
                  <a:lnTo>
                    <a:pt x="447687" y="745032"/>
                  </a:lnTo>
                  <a:lnTo>
                    <a:pt x="445766" y="745032"/>
                  </a:lnTo>
                  <a:lnTo>
                    <a:pt x="443844" y="745032"/>
                  </a:lnTo>
                  <a:lnTo>
                    <a:pt x="441923" y="745032"/>
                  </a:lnTo>
                  <a:lnTo>
                    <a:pt x="440001" y="745032"/>
                  </a:lnTo>
                  <a:lnTo>
                    <a:pt x="438080" y="745032"/>
                  </a:lnTo>
                  <a:lnTo>
                    <a:pt x="436159" y="745032"/>
                  </a:lnTo>
                  <a:lnTo>
                    <a:pt x="434237" y="745032"/>
                  </a:lnTo>
                  <a:lnTo>
                    <a:pt x="432316" y="745032"/>
                  </a:lnTo>
                  <a:lnTo>
                    <a:pt x="430394" y="745032"/>
                  </a:lnTo>
                  <a:lnTo>
                    <a:pt x="428473" y="745032"/>
                  </a:lnTo>
                  <a:lnTo>
                    <a:pt x="426551" y="745032"/>
                  </a:lnTo>
                  <a:lnTo>
                    <a:pt x="424630" y="745032"/>
                  </a:lnTo>
                  <a:lnTo>
                    <a:pt x="422709" y="745032"/>
                  </a:lnTo>
                  <a:lnTo>
                    <a:pt x="420787" y="745032"/>
                  </a:lnTo>
                  <a:lnTo>
                    <a:pt x="418866" y="745032"/>
                  </a:lnTo>
                  <a:lnTo>
                    <a:pt x="416944" y="745032"/>
                  </a:lnTo>
                  <a:lnTo>
                    <a:pt x="415023" y="745032"/>
                  </a:lnTo>
                  <a:lnTo>
                    <a:pt x="413102" y="745032"/>
                  </a:lnTo>
                  <a:lnTo>
                    <a:pt x="411180" y="745032"/>
                  </a:lnTo>
                  <a:lnTo>
                    <a:pt x="409259" y="745032"/>
                  </a:lnTo>
                  <a:lnTo>
                    <a:pt x="407337" y="745032"/>
                  </a:lnTo>
                  <a:lnTo>
                    <a:pt x="405416" y="745032"/>
                  </a:lnTo>
                  <a:lnTo>
                    <a:pt x="403495" y="745032"/>
                  </a:lnTo>
                  <a:lnTo>
                    <a:pt x="401573" y="745032"/>
                  </a:lnTo>
                  <a:lnTo>
                    <a:pt x="399652" y="745032"/>
                  </a:lnTo>
                  <a:lnTo>
                    <a:pt x="397730" y="745032"/>
                  </a:lnTo>
                  <a:lnTo>
                    <a:pt x="395809" y="745032"/>
                  </a:lnTo>
                  <a:lnTo>
                    <a:pt x="393888" y="745032"/>
                  </a:lnTo>
                  <a:lnTo>
                    <a:pt x="391966" y="745032"/>
                  </a:lnTo>
                  <a:lnTo>
                    <a:pt x="390045" y="745032"/>
                  </a:lnTo>
                  <a:lnTo>
                    <a:pt x="388123" y="745032"/>
                  </a:lnTo>
                  <a:lnTo>
                    <a:pt x="386202" y="745032"/>
                  </a:lnTo>
                  <a:lnTo>
                    <a:pt x="384281" y="745032"/>
                  </a:lnTo>
                  <a:lnTo>
                    <a:pt x="382359" y="745032"/>
                  </a:lnTo>
                  <a:lnTo>
                    <a:pt x="380438" y="745032"/>
                  </a:lnTo>
                  <a:lnTo>
                    <a:pt x="378516" y="745032"/>
                  </a:lnTo>
                  <a:lnTo>
                    <a:pt x="376595" y="745032"/>
                  </a:lnTo>
                  <a:lnTo>
                    <a:pt x="374674" y="745032"/>
                  </a:lnTo>
                  <a:lnTo>
                    <a:pt x="372752" y="745032"/>
                  </a:lnTo>
                  <a:lnTo>
                    <a:pt x="370831" y="745032"/>
                  </a:lnTo>
                  <a:lnTo>
                    <a:pt x="368909" y="745032"/>
                  </a:lnTo>
                  <a:lnTo>
                    <a:pt x="366988" y="745032"/>
                  </a:lnTo>
                  <a:lnTo>
                    <a:pt x="365067" y="745032"/>
                  </a:lnTo>
                  <a:lnTo>
                    <a:pt x="363145" y="745032"/>
                  </a:lnTo>
                  <a:lnTo>
                    <a:pt x="361224" y="745032"/>
                  </a:lnTo>
                  <a:lnTo>
                    <a:pt x="359302" y="745032"/>
                  </a:lnTo>
                  <a:lnTo>
                    <a:pt x="357381" y="745032"/>
                  </a:lnTo>
                  <a:lnTo>
                    <a:pt x="355459" y="745032"/>
                  </a:lnTo>
                  <a:lnTo>
                    <a:pt x="353538" y="745032"/>
                  </a:lnTo>
                  <a:lnTo>
                    <a:pt x="351617" y="745032"/>
                  </a:lnTo>
                  <a:lnTo>
                    <a:pt x="349695" y="745032"/>
                  </a:lnTo>
                  <a:lnTo>
                    <a:pt x="347774" y="745032"/>
                  </a:lnTo>
                  <a:lnTo>
                    <a:pt x="345852" y="745032"/>
                  </a:lnTo>
                  <a:lnTo>
                    <a:pt x="343931" y="745032"/>
                  </a:lnTo>
                  <a:lnTo>
                    <a:pt x="342010" y="745032"/>
                  </a:lnTo>
                  <a:lnTo>
                    <a:pt x="340088" y="745032"/>
                  </a:lnTo>
                  <a:lnTo>
                    <a:pt x="338167" y="745032"/>
                  </a:lnTo>
                  <a:lnTo>
                    <a:pt x="336245" y="745032"/>
                  </a:lnTo>
                  <a:lnTo>
                    <a:pt x="334324" y="745032"/>
                  </a:lnTo>
                  <a:lnTo>
                    <a:pt x="332403" y="745032"/>
                  </a:lnTo>
                  <a:lnTo>
                    <a:pt x="330481" y="745032"/>
                  </a:lnTo>
                  <a:lnTo>
                    <a:pt x="328560" y="745032"/>
                  </a:lnTo>
                  <a:lnTo>
                    <a:pt x="326638" y="745032"/>
                  </a:lnTo>
                  <a:lnTo>
                    <a:pt x="324717" y="745032"/>
                  </a:lnTo>
                  <a:lnTo>
                    <a:pt x="322796" y="745032"/>
                  </a:lnTo>
                  <a:lnTo>
                    <a:pt x="320874" y="745032"/>
                  </a:lnTo>
                  <a:lnTo>
                    <a:pt x="318953" y="745032"/>
                  </a:lnTo>
                  <a:lnTo>
                    <a:pt x="317031" y="745032"/>
                  </a:lnTo>
                  <a:lnTo>
                    <a:pt x="315110" y="745032"/>
                  </a:lnTo>
                  <a:lnTo>
                    <a:pt x="313189" y="745032"/>
                  </a:lnTo>
                  <a:lnTo>
                    <a:pt x="311267" y="745032"/>
                  </a:lnTo>
                  <a:lnTo>
                    <a:pt x="309346" y="745032"/>
                  </a:lnTo>
                  <a:lnTo>
                    <a:pt x="307424" y="745032"/>
                  </a:lnTo>
                  <a:lnTo>
                    <a:pt x="305503" y="745032"/>
                  </a:lnTo>
                  <a:lnTo>
                    <a:pt x="303582" y="745032"/>
                  </a:lnTo>
                  <a:lnTo>
                    <a:pt x="301660" y="745032"/>
                  </a:lnTo>
                  <a:lnTo>
                    <a:pt x="299739" y="745032"/>
                  </a:lnTo>
                  <a:lnTo>
                    <a:pt x="297817" y="745032"/>
                  </a:lnTo>
                  <a:lnTo>
                    <a:pt x="295896" y="745032"/>
                  </a:lnTo>
                  <a:lnTo>
                    <a:pt x="293975" y="745032"/>
                  </a:lnTo>
                  <a:lnTo>
                    <a:pt x="292053" y="745032"/>
                  </a:lnTo>
                  <a:lnTo>
                    <a:pt x="290132" y="745032"/>
                  </a:lnTo>
                  <a:lnTo>
                    <a:pt x="288210" y="745032"/>
                  </a:lnTo>
                  <a:lnTo>
                    <a:pt x="286289" y="745032"/>
                  </a:lnTo>
                  <a:lnTo>
                    <a:pt x="284367" y="745032"/>
                  </a:lnTo>
                  <a:lnTo>
                    <a:pt x="282446" y="745032"/>
                  </a:lnTo>
                  <a:lnTo>
                    <a:pt x="280525" y="745032"/>
                  </a:lnTo>
                  <a:lnTo>
                    <a:pt x="278603" y="745032"/>
                  </a:lnTo>
                  <a:lnTo>
                    <a:pt x="276682" y="745032"/>
                  </a:lnTo>
                  <a:lnTo>
                    <a:pt x="274760" y="745032"/>
                  </a:lnTo>
                  <a:lnTo>
                    <a:pt x="272839" y="745032"/>
                  </a:lnTo>
                  <a:lnTo>
                    <a:pt x="270918" y="745032"/>
                  </a:lnTo>
                  <a:lnTo>
                    <a:pt x="268996" y="745032"/>
                  </a:lnTo>
                  <a:lnTo>
                    <a:pt x="267075" y="745032"/>
                  </a:lnTo>
                  <a:lnTo>
                    <a:pt x="265153" y="745032"/>
                  </a:lnTo>
                  <a:lnTo>
                    <a:pt x="263232" y="745032"/>
                  </a:lnTo>
                  <a:lnTo>
                    <a:pt x="261311" y="745032"/>
                  </a:lnTo>
                  <a:lnTo>
                    <a:pt x="259389" y="745032"/>
                  </a:lnTo>
                  <a:lnTo>
                    <a:pt x="257468" y="745032"/>
                  </a:lnTo>
                  <a:lnTo>
                    <a:pt x="255546" y="745032"/>
                  </a:lnTo>
                  <a:lnTo>
                    <a:pt x="253625" y="745032"/>
                  </a:lnTo>
                  <a:lnTo>
                    <a:pt x="251704" y="745032"/>
                  </a:lnTo>
                  <a:lnTo>
                    <a:pt x="249782" y="745032"/>
                  </a:lnTo>
                  <a:lnTo>
                    <a:pt x="247861" y="745032"/>
                  </a:lnTo>
                  <a:lnTo>
                    <a:pt x="245939" y="745032"/>
                  </a:lnTo>
                  <a:lnTo>
                    <a:pt x="244018" y="745032"/>
                  </a:lnTo>
                  <a:lnTo>
                    <a:pt x="242097" y="745032"/>
                  </a:lnTo>
                  <a:lnTo>
                    <a:pt x="240175" y="745032"/>
                  </a:lnTo>
                  <a:lnTo>
                    <a:pt x="238254" y="745032"/>
                  </a:lnTo>
                  <a:lnTo>
                    <a:pt x="236332" y="745032"/>
                  </a:lnTo>
                  <a:lnTo>
                    <a:pt x="234411" y="745032"/>
                  </a:lnTo>
                  <a:lnTo>
                    <a:pt x="232490" y="745032"/>
                  </a:lnTo>
                  <a:lnTo>
                    <a:pt x="230568" y="745032"/>
                  </a:lnTo>
                  <a:lnTo>
                    <a:pt x="228647" y="745032"/>
                  </a:lnTo>
                  <a:lnTo>
                    <a:pt x="226725" y="745032"/>
                  </a:lnTo>
                  <a:lnTo>
                    <a:pt x="224804" y="745032"/>
                  </a:lnTo>
                  <a:lnTo>
                    <a:pt x="222883" y="745032"/>
                  </a:lnTo>
                  <a:lnTo>
                    <a:pt x="220961" y="745032"/>
                  </a:lnTo>
                  <a:lnTo>
                    <a:pt x="219040" y="745032"/>
                  </a:lnTo>
                  <a:lnTo>
                    <a:pt x="217118" y="745032"/>
                  </a:lnTo>
                  <a:lnTo>
                    <a:pt x="215197" y="745032"/>
                  </a:lnTo>
                  <a:lnTo>
                    <a:pt x="213275" y="745032"/>
                  </a:lnTo>
                  <a:lnTo>
                    <a:pt x="211354" y="745032"/>
                  </a:lnTo>
                  <a:lnTo>
                    <a:pt x="209433" y="745032"/>
                  </a:lnTo>
                  <a:lnTo>
                    <a:pt x="207511" y="745032"/>
                  </a:lnTo>
                  <a:lnTo>
                    <a:pt x="205590" y="745032"/>
                  </a:lnTo>
                  <a:lnTo>
                    <a:pt x="203668" y="745032"/>
                  </a:lnTo>
                  <a:lnTo>
                    <a:pt x="201747" y="745032"/>
                  </a:lnTo>
                  <a:lnTo>
                    <a:pt x="199826" y="745032"/>
                  </a:lnTo>
                  <a:lnTo>
                    <a:pt x="197904" y="745032"/>
                  </a:lnTo>
                  <a:lnTo>
                    <a:pt x="195983" y="745032"/>
                  </a:lnTo>
                  <a:lnTo>
                    <a:pt x="194061" y="745032"/>
                  </a:lnTo>
                  <a:lnTo>
                    <a:pt x="192140" y="745032"/>
                  </a:lnTo>
                  <a:lnTo>
                    <a:pt x="190219" y="745032"/>
                  </a:lnTo>
                  <a:lnTo>
                    <a:pt x="188297" y="745032"/>
                  </a:lnTo>
                  <a:lnTo>
                    <a:pt x="186376" y="745032"/>
                  </a:lnTo>
                  <a:lnTo>
                    <a:pt x="184454" y="745032"/>
                  </a:lnTo>
                  <a:lnTo>
                    <a:pt x="182533" y="745032"/>
                  </a:lnTo>
                  <a:lnTo>
                    <a:pt x="180612" y="745032"/>
                  </a:lnTo>
                  <a:lnTo>
                    <a:pt x="178690" y="745032"/>
                  </a:lnTo>
                  <a:lnTo>
                    <a:pt x="176769" y="745032"/>
                  </a:lnTo>
                  <a:lnTo>
                    <a:pt x="174847" y="745032"/>
                  </a:lnTo>
                  <a:lnTo>
                    <a:pt x="172926" y="745032"/>
                  </a:lnTo>
                  <a:lnTo>
                    <a:pt x="171005" y="745032"/>
                  </a:lnTo>
                  <a:lnTo>
                    <a:pt x="169083" y="745032"/>
                  </a:lnTo>
                  <a:lnTo>
                    <a:pt x="167162" y="745032"/>
                  </a:lnTo>
                  <a:lnTo>
                    <a:pt x="165240" y="745032"/>
                  </a:lnTo>
                  <a:lnTo>
                    <a:pt x="163319" y="745032"/>
                  </a:lnTo>
                  <a:lnTo>
                    <a:pt x="161398" y="745032"/>
                  </a:lnTo>
                  <a:lnTo>
                    <a:pt x="159476" y="745032"/>
                  </a:lnTo>
                  <a:lnTo>
                    <a:pt x="157555" y="745032"/>
                  </a:lnTo>
                  <a:lnTo>
                    <a:pt x="155633" y="745032"/>
                  </a:lnTo>
                  <a:lnTo>
                    <a:pt x="153712" y="745032"/>
                  </a:lnTo>
                  <a:lnTo>
                    <a:pt x="151791" y="745032"/>
                  </a:lnTo>
                  <a:lnTo>
                    <a:pt x="149869" y="745032"/>
                  </a:lnTo>
                  <a:lnTo>
                    <a:pt x="147948" y="745032"/>
                  </a:lnTo>
                  <a:lnTo>
                    <a:pt x="146026" y="745032"/>
                  </a:lnTo>
                  <a:lnTo>
                    <a:pt x="144105" y="745032"/>
                  </a:lnTo>
                  <a:lnTo>
                    <a:pt x="142183" y="745032"/>
                  </a:lnTo>
                  <a:lnTo>
                    <a:pt x="140262" y="745032"/>
                  </a:lnTo>
                  <a:lnTo>
                    <a:pt x="138341" y="745032"/>
                  </a:lnTo>
                  <a:lnTo>
                    <a:pt x="136419" y="745032"/>
                  </a:lnTo>
                  <a:lnTo>
                    <a:pt x="134498" y="745032"/>
                  </a:lnTo>
                  <a:lnTo>
                    <a:pt x="132576" y="745032"/>
                  </a:lnTo>
                  <a:lnTo>
                    <a:pt x="130655" y="745032"/>
                  </a:lnTo>
                  <a:lnTo>
                    <a:pt x="128734" y="745032"/>
                  </a:lnTo>
                  <a:lnTo>
                    <a:pt x="126812" y="745032"/>
                  </a:lnTo>
                  <a:lnTo>
                    <a:pt x="124891" y="745032"/>
                  </a:lnTo>
                  <a:lnTo>
                    <a:pt x="122969" y="745032"/>
                  </a:lnTo>
                  <a:lnTo>
                    <a:pt x="121048" y="745032"/>
                  </a:lnTo>
                  <a:lnTo>
                    <a:pt x="119127" y="745032"/>
                  </a:lnTo>
                  <a:lnTo>
                    <a:pt x="117205" y="745032"/>
                  </a:lnTo>
                  <a:lnTo>
                    <a:pt x="115284" y="745032"/>
                  </a:lnTo>
                  <a:lnTo>
                    <a:pt x="113362" y="745032"/>
                  </a:lnTo>
                  <a:lnTo>
                    <a:pt x="111441" y="745032"/>
                  </a:lnTo>
                  <a:lnTo>
                    <a:pt x="109520" y="745032"/>
                  </a:lnTo>
                  <a:lnTo>
                    <a:pt x="107598" y="745032"/>
                  </a:lnTo>
                  <a:lnTo>
                    <a:pt x="105677" y="745032"/>
                  </a:lnTo>
                  <a:lnTo>
                    <a:pt x="103755" y="745032"/>
                  </a:lnTo>
                  <a:lnTo>
                    <a:pt x="101834" y="745032"/>
                  </a:lnTo>
                  <a:lnTo>
                    <a:pt x="99913" y="745032"/>
                  </a:lnTo>
                  <a:lnTo>
                    <a:pt x="97991" y="745032"/>
                  </a:lnTo>
                  <a:lnTo>
                    <a:pt x="96070" y="745032"/>
                  </a:lnTo>
                  <a:lnTo>
                    <a:pt x="94148" y="745032"/>
                  </a:lnTo>
                  <a:lnTo>
                    <a:pt x="92227" y="745032"/>
                  </a:lnTo>
                  <a:lnTo>
                    <a:pt x="90306" y="745032"/>
                  </a:lnTo>
                  <a:lnTo>
                    <a:pt x="88384" y="745032"/>
                  </a:lnTo>
                  <a:lnTo>
                    <a:pt x="86463" y="745032"/>
                  </a:lnTo>
                  <a:lnTo>
                    <a:pt x="84541" y="745032"/>
                  </a:lnTo>
                  <a:lnTo>
                    <a:pt x="82620" y="745032"/>
                  </a:lnTo>
                  <a:lnTo>
                    <a:pt x="80699" y="745032"/>
                  </a:lnTo>
                  <a:lnTo>
                    <a:pt x="78777" y="745032"/>
                  </a:lnTo>
                  <a:lnTo>
                    <a:pt x="76856" y="745032"/>
                  </a:lnTo>
                  <a:lnTo>
                    <a:pt x="74934" y="745032"/>
                  </a:lnTo>
                  <a:lnTo>
                    <a:pt x="73013" y="745032"/>
                  </a:lnTo>
                  <a:lnTo>
                    <a:pt x="71091" y="745032"/>
                  </a:lnTo>
                  <a:lnTo>
                    <a:pt x="69170" y="745032"/>
                  </a:lnTo>
                  <a:lnTo>
                    <a:pt x="67249" y="745032"/>
                  </a:lnTo>
                  <a:lnTo>
                    <a:pt x="65327" y="745032"/>
                  </a:lnTo>
                  <a:lnTo>
                    <a:pt x="63406" y="745032"/>
                  </a:lnTo>
                  <a:lnTo>
                    <a:pt x="61484" y="745032"/>
                  </a:lnTo>
                  <a:lnTo>
                    <a:pt x="59563" y="745032"/>
                  </a:lnTo>
                  <a:lnTo>
                    <a:pt x="57642" y="745032"/>
                  </a:lnTo>
                  <a:lnTo>
                    <a:pt x="55720" y="745032"/>
                  </a:lnTo>
                  <a:lnTo>
                    <a:pt x="53799" y="745032"/>
                  </a:lnTo>
                  <a:lnTo>
                    <a:pt x="51877" y="745032"/>
                  </a:lnTo>
                  <a:lnTo>
                    <a:pt x="49956" y="745032"/>
                  </a:lnTo>
                  <a:lnTo>
                    <a:pt x="48035" y="745032"/>
                  </a:lnTo>
                  <a:lnTo>
                    <a:pt x="46113" y="745032"/>
                  </a:lnTo>
                  <a:lnTo>
                    <a:pt x="44192" y="745032"/>
                  </a:lnTo>
                  <a:lnTo>
                    <a:pt x="42270" y="745032"/>
                  </a:lnTo>
                  <a:lnTo>
                    <a:pt x="40349" y="745032"/>
                  </a:lnTo>
                  <a:lnTo>
                    <a:pt x="38428" y="745032"/>
                  </a:lnTo>
                  <a:lnTo>
                    <a:pt x="36506" y="745032"/>
                  </a:lnTo>
                  <a:lnTo>
                    <a:pt x="34585" y="745032"/>
                  </a:lnTo>
                  <a:lnTo>
                    <a:pt x="32663" y="745032"/>
                  </a:lnTo>
                  <a:lnTo>
                    <a:pt x="30742" y="745032"/>
                  </a:lnTo>
                  <a:lnTo>
                    <a:pt x="28821" y="745032"/>
                  </a:lnTo>
                  <a:lnTo>
                    <a:pt x="26899" y="745032"/>
                  </a:lnTo>
                  <a:lnTo>
                    <a:pt x="24978" y="745032"/>
                  </a:lnTo>
                  <a:lnTo>
                    <a:pt x="23056" y="745032"/>
                  </a:lnTo>
                  <a:lnTo>
                    <a:pt x="21135" y="745032"/>
                  </a:lnTo>
                  <a:lnTo>
                    <a:pt x="19214" y="745032"/>
                  </a:lnTo>
                  <a:lnTo>
                    <a:pt x="17292" y="745032"/>
                  </a:lnTo>
                  <a:lnTo>
                    <a:pt x="15371" y="745032"/>
                  </a:lnTo>
                  <a:lnTo>
                    <a:pt x="13449" y="745032"/>
                  </a:lnTo>
                  <a:lnTo>
                    <a:pt x="11528" y="745032"/>
                  </a:lnTo>
                  <a:lnTo>
                    <a:pt x="9607" y="745032"/>
                  </a:lnTo>
                  <a:lnTo>
                    <a:pt x="7685" y="745032"/>
                  </a:lnTo>
                  <a:lnTo>
                    <a:pt x="5764" y="745032"/>
                  </a:lnTo>
                  <a:lnTo>
                    <a:pt x="3842" y="745032"/>
                  </a:lnTo>
                  <a:lnTo>
                    <a:pt x="1921" y="745032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5467762" y="2037991"/>
              <a:ext cx="981838" cy="745032"/>
            </a:xfrm>
            <a:custGeom>
              <a:avLst/>
              <a:pathLst>
                <a:path w="981838" h="745032">
                  <a:moveTo>
                    <a:pt x="0" y="745032"/>
                  </a:moveTo>
                  <a:lnTo>
                    <a:pt x="1921" y="745032"/>
                  </a:lnTo>
                  <a:lnTo>
                    <a:pt x="3842" y="745032"/>
                  </a:lnTo>
                  <a:lnTo>
                    <a:pt x="5764" y="745032"/>
                  </a:lnTo>
                  <a:lnTo>
                    <a:pt x="7685" y="745032"/>
                  </a:lnTo>
                  <a:lnTo>
                    <a:pt x="9607" y="745032"/>
                  </a:lnTo>
                  <a:lnTo>
                    <a:pt x="11528" y="745032"/>
                  </a:lnTo>
                  <a:lnTo>
                    <a:pt x="13449" y="745032"/>
                  </a:lnTo>
                  <a:lnTo>
                    <a:pt x="15371" y="745032"/>
                  </a:lnTo>
                  <a:lnTo>
                    <a:pt x="17292" y="745032"/>
                  </a:lnTo>
                  <a:lnTo>
                    <a:pt x="19214" y="745032"/>
                  </a:lnTo>
                  <a:lnTo>
                    <a:pt x="21135" y="745032"/>
                  </a:lnTo>
                  <a:lnTo>
                    <a:pt x="23056" y="745032"/>
                  </a:lnTo>
                  <a:lnTo>
                    <a:pt x="24978" y="745032"/>
                  </a:lnTo>
                  <a:lnTo>
                    <a:pt x="26899" y="745032"/>
                  </a:lnTo>
                  <a:lnTo>
                    <a:pt x="28821" y="745032"/>
                  </a:lnTo>
                  <a:lnTo>
                    <a:pt x="30742" y="745032"/>
                  </a:lnTo>
                  <a:lnTo>
                    <a:pt x="32663" y="745032"/>
                  </a:lnTo>
                  <a:lnTo>
                    <a:pt x="34585" y="745032"/>
                  </a:lnTo>
                  <a:lnTo>
                    <a:pt x="36506" y="745032"/>
                  </a:lnTo>
                  <a:lnTo>
                    <a:pt x="38428" y="745032"/>
                  </a:lnTo>
                  <a:lnTo>
                    <a:pt x="40349" y="745031"/>
                  </a:lnTo>
                  <a:lnTo>
                    <a:pt x="42270" y="745031"/>
                  </a:lnTo>
                  <a:lnTo>
                    <a:pt x="44192" y="745031"/>
                  </a:lnTo>
                  <a:lnTo>
                    <a:pt x="46113" y="745029"/>
                  </a:lnTo>
                  <a:lnTo>
                    <a:pt x="48035" y="745027"/>
                  </a:lnTo>
                  <a:lnTo>
                    <a:pt x="49956" y="745022"/>
                  </a:lnTo>
                  <a:lnTo>
                    <a:pt x="51877" y="745013"/>
                  </a:lnTo>
                  <a:lnTo>
                    <a:pt x="53799" y="744997"/>
                  </a:lnTo>
                  <a:lnTo>
                    <a:pt x="55720" y="744968"/>
                  </a:lnTo>
                  <a:lnTo>
                    <a:pt x="57642" y="744918"/>
                  </a:lnTo>
                  <a:lnTo>
                    <a:pt x="59563" y="744831"/>
                  </a:lnTo>
                  <a:lnTo>
                    <a:pt x="61484" y="744689"/>
                  </a:lnTo>
                  <a:lnTo>
                    <a:pt x="63406" y="744466"/>
                  </a:lnTo>
                  <a:lnTo>
                    <a:pt x="65327" y="744128"/>
                  </a:lnTo>
                  <a:lnTo>
                    <a:pt x="67249" y="743636"/>
                  </a:lnTo>
                  <a:lnTo>
                    <a:pt x="69170" y="742945"/>
                  </a:lnTo>
                  <a:lnTo>
                    <a:pt x="71091" y="742008"/>
                  </a:lnTo>
                  <a:lnTo>
                    <a:pt x="73013" y="740784"/>
                  </a:lnTo>
                  <a:lnTo>
                    <a:pt x="74934" y="739241"/>
                  </a:lnTo>
                  <a:lnTo>
                    <a:pt x="76856" y="737366"/>
                  </a:lnTo>
                  <a:lnTo>
                    <a:pt x="78777" y="735169"/>
                  </a:lnTo>
                  <a:lnTo>
                    <a:pt x="80699" y="732690"/>
                  </a:lnTo>
                  <a:lnTo>
                    <a:pt x="82620" y="729994"/>
                  </a:lnTo>
                  <a:lnTo>
                    <a:pt x="84541" y="727194"/>
                  </a:lnTo>
                  <a:lnTo>
                    <a:pt x="86463" y="724417"/>
                  </a:lnTo>
                  <a:lnTo>
                    <a:pt x="88384" y="721774"/>
                  </a:lnTo>
                  <a:lnTo>
                    <a:pt x="90306" y="719356"/>
                  </a:lnTo>
                  <a:lnTo>
                    <a:pt x="92227" y="717224"/>
                  </a:lnTo>
                  <a:lnTo>
                    <a:pt x="94148" y="715395"/>
                  </a:lnTo>
                  <a:lnTo>
                    <a:pt x="96070" y="713846"/>
                  </a:lnTo>
                  <a:lnTo>
                    <a:pt x="97991" y="712515"/>
                  </a:lnTo>
                  <a:lnTo>
                    <a:pt x="99913" y="711314"/>
                  </a:lnTo>
                  <a:lnTo>
                    <a:pt x="101834" y="710146"/>
                  </a:lnTo>
                  <a:lnTo>
                    <a:pt x="103755" y="708926"/>
                  </a:lnTo>
                  <a:lnTo>
                    <a:pt x="105677" y="707592"/>
                  </a:lnTo>
                  <a:lnTo>
                    <a:pt x="107598" y="706112"/>
                  </a:lnTo>
                  <a:lnTo>
                    <a:pt x="109520" y="704531"/>
                  </a:lnTo>
                  <a:lnTo>
                    <a:pt x="111441" y="702921"/>
                  </a:lnTo>
                  <a:lnTo>
                    <a:pt x="113362" y="701380"/>
                  </a:lnTo>
                  <a:lnTo>
                    <a:pt x="115284" y="700013"/>
                  </a:lnTo>
                  <a:lnTo>
                    <a:pt x="117205" y="698922"/>
                  </a:lnTo>
                  <a:lnTo>
                    <a:pt x="119127" y="698189"/>
                  </a:lnTo>
                  <a:lnTo>
                    <a:pt x="121048" y="697872"/>
                  </a:lnTo>
                  <a:lnTo>
                    <a:pt x="122969" y="697994"/>
                  </a:lnTo>
                  <a:lnTo>
                    <a:pt x="124891" y="698542"/>
                  </a:lnTo>
                  <a:lnTo>
                    <a:pt x="126812" y="699472"/>
                  </a:lnTo>
                  <a:lnTo>
                    <a:pt x="128734" y="700708"/>
                  </a:lnTo>
                  <a:lnTo>
                    <a:pt x="130655" y="702149"/>
                  </a:lnTo>
                  <a:lnTo>
                    <a:pt x="132576" y="703654"/>
                  </a:lnTo>
                  <a:lnTo>
                    <a:pt x="134498" y="705073"/>
                  </a:lnTo>
                  <a:lnTo>
                    <a:pt x="136419" y="706266"/>
                  </a:lnTo>
                  <a:lnTo>
                    <a:pt x="138341" y="707099"/>
                  </a:lnTo>
                  <a:lnTo>
                    <a:pt x="140262" y="707460"/>
                  </a:lnTo>
                  <a:lnTo>
                    <a:pt x="142183" y="707261"/>
                  </a:lnTo>
                  <a:lnTo>
                    <a:pt x="144105" y="706453"/>
                  </a:lnTo>
                  <a:lnTo>
                    <a:pt x="146026" y="705028"/>
                  </a:lnTo>
                  <a:lnTo>
                    <a:pt x="147948" y="703021"/>
                  </a:lnTo>
                  <a:lnTo>
                    <a:pt x="149869" y="700507"/>
                  </a:lnTo>
                  <a:lnTo>
                    <a:pt x="151791" y="697593"/>
                  </a:lnTo>
                  <a:lnTo>
                    <a:pt x="153712" y="694404"/>
                  </a:lnTo>
                  <a:lnTo>
                    <a:pt x="155633" y="691074"/>
                  </a:lnTo>
                  <a:lnTo>
                    <a:pt x="157555" y="687748"/>
                  </a:lnTo>
                  <a:lnTo>
                    <a:pt x="159476" y="684519"/>
                  </a:lnTo>
                  <a:lnTo>
                    <a:pt x="161398" y="681457"/>
                  </a:lnTo>
                  <a:lnTo>
                    <a:pt x="163319" y="678599"/>
                  </a:lnTo>
                  <a:lnTo>
                    <a:pt x="165240" y="675961"/>
                  </a:lnTo>
                  <a:lnTo>
                    <a:pt x="167162" y="673544"/>
                  </a:lnTo>
                  <a:lnTo>
                    <a:pt x="169083" y="671338"/>
                  </a:lnTo>
                  <a:lnTo>
                    <a:pt x="171005" y="669330"/>
                  </a:lnTo>
                  <a:lnTo>
                    <a:pt x="172926" y="667507"/>
                  </a:lnTo>
                  <a:lnTo>
                    <a:pt x="174847" y="665857"/>
                  </a:lnTo>
                  <a:lnTo>
                    <a:pt x="176769" y="664361"/>
                  </a:lnTo>
                  <a:lnTo>
                    <a:pt x="178690" y="662993"/>
                  </a:lnTo>
                  <a:lnTo>
                    <a:pt x="180612" y="661699"/>
                  </a:lnTo>
                  <a:lnTo>
                    <a:pt x="182533" y="660392"/>
                  </a:lnTo>
                  <a:lnTo>
                    <a:pt x="184454" y="658968"/>
                  </a:lnTo>
                  <a:lnTo>
                    <a:pt x="186376" y="657300"/>
                  </a:lnTo>
                  <a:lnTo>
                    <a:pt x="188297" y="655249"/>
                  </a:lnTo>
                  <a:lnTo>
                    <a:pt x="190219" y="652670"/>
                  </a:lnTo>
                  <a:lnTo>
                    <a:pt x="192140" y="649427"/>
                  </a:lnTo>
                  <a:lnTo>
                    <a:pt x="194061" y="645397"/>
                  </a:lnTo>
                  <a:lnTo>
                    <a:pt x="195983" y="640481"/>
                  </a:lnTo>
                  <a:lnTo>
                    <a:pt x="197904" y="634604"/>
                  </a:lnTo>
                  <a:lnTo>
                    <a:pt x="199826" y="627704"/>
                  </a:lnTo>
                  <a:lnTo>
                    <a:pt x="201747" y="619733"/>
                  </a:lnTo>
                  <a:lnTo>
                    <a:pt x="203668" y="610536"/>
                  </a:lnTo>
                  <a:lnTo>
                    <a:pt x="205590" y="600091"/>
                  </a:lnTo>
                  <a:lnTo>
                    <a:pt x="207511" y="588298"/>
                  </a:lnTo>
                  <a:lnTo>
                    <a:pt x="209433" y="575002"/>
                  </a:lnTo>
                  <a:lnTo>
                    <a:pt x="211354" y="560023"/>
                  </a:lnTo>
                  <a:lnTo>
                    <a:pt x="213275" y="543161"/>
                  </a:lnTo>
                  <a:lnTo>
                    <a:pt x="215197" y="524207"/>
                  </a:lnTo>
                  <a:lnTo>
                    <a:pt x="217118" y="502956"/>
                  </a:lnTo>
                  <a:lnTo>
                    <a:pt x="219040" y="479210"/>
                  </a:lnTo>
                  <a:lnTo>
                    <a:pt x="220961" y="452778"/>
                  </a:lnTo>
                  <a:lnTo>
                    <a:pt x="222883" y="423485"/>
                  </a:lnTo>
                  <a:lnTo>
                    <a:pt x="224804" y="391177"/>
                  </a:lnTo>
                  <a:lnTo>
                    <a:pt x="226725" y="355660"/>
                  </a:lnTo>
                  <a:lnTo>
                    <a:pt x="228647" y="316837"/>
                  </a:lnTo>
                  <a:lnTo>
                    <a:pt x="230568" y="275172"/>
                  </a:lnTo>
                  <a:lnTo>
                    <a:pt x="232490" y="231243"/>
                  </a:lnTo>
                  <a:lnTo>
                    <a:pt x="234411" y="186050"/>
                  </a:lnTo>
                  <a:lnTo>
                    <a:pt x="236332" y="141081"/>
                  </a:lnTo>
                  <a:lnTo>
                    <a:pt x="238254" y="98321"/>
                  </a:lnTo>
                  <a:lnTo>
                    <a:pt x="240175" y="60177"/>
                  </a:lnTo>
                  <a:lnTo>
                    <a:pt x="242097" y="29325"/>
                  </a:lnTo>
                  <a:lnTo>
                    <a:pt x="244018" y="8459"/>
                  </a:lnTo>
                  <a:lnTo>
                    <a:pt x="245939" y="0"/>
                  </a:lnTo>
                  <a:lnTo>
                    <a:pt x="247861" y="5765"/>
                  </a:lnTo>
                  <a:lnTo>
                    <a:pt x="249782" y="26683"/>
                  </a:lnTo>
                  <a:lnTo>
                    <a:pt x="251704" y="63550"/>
                  </a:lnTo>
                  <a:lnTo>
                    <a:pt x="253625" y="113831"/>
                  </a:lnTo>
                  <a:lnTo>
                    <a:pt x="255546" y="174505"/>
                  </a:lnTo>
                  <a:lnTo>
                    <a:pt x="257468" y="242196"/>
                  </a:lnTo>
                  <a:lnTo>
                    <a:pt x="259389" y="313229"/>
                  </a:lnTo>
                  <a:lnTo>
                    <a:pt x="261311" y="384011"/>
                  </a:lnTo>
                  <a:lnTo>
                    <a:pt x="263232" y="451372"/>
                  </a:lnTo>
                  <a:lnTo>
                    <a:pt x="265153" y="512813"/>
                  </a:lnTo>
                  <a:lnTo>
                    <a:pt x="267075" y="566644"/>
                  </a:lnTo>
                  <a:lnTo>
                    <a:pt x="268996" y="612013"/>
                  </a:lnTo>
                  <a:lnTo>
                    <a:pt x="270918" y="648821"/>
                  </a:lnTo>
                  <a:lnTo>
                    <a:pt x="272839" y="677584"/>
                  </a:lnTo>
                  <a:lnTo>
                    <a:pt x="274760" y="699099"/>
                  </a:lnTo>
                  <a:lnTo>
                    <a:pt x="276682" y="714403"/>
                  </a:lnTo>
                  <a:lnTo>
                    <a:pt x="278603" y="725197"/>
                  </a:lnTo>
                  <a:lnTo>
                    <a:pt x="280525" y="732567"/>
                  </a:lnTo>
                  <a:lnTo>
                    <a:pt x="282446" y="737436"/>
                  </a:lnTo>
                  <a:lnTo>
                    <a:pt x="284367" y="740547"/>
                  </a:lnTo>
                  <a:lnTo>
                    <a:pt x="286289" y="742468"/>
                  </a:lnTo>
                  <a:lnTo>
                    <a:pt x="288210" y="743614"/>
                  </a:lnTo>
                  <a:lnTo>
                    <a:pt x="290132" y="744273"/>
                  </a:lnTo>
                  <a:lnTo>
                    <a:pt x="292053" y="744640"/>
                  </a:lnTo>
                  <a:lnTo>
                    <a:pt x="293975" y="744836"/>
                  </a:lnTo>
                  <a:lnTo>
                    <a:pt x="295896" y="744938"/>
                  </a:lnTo>
                  <a:lnTo>
                    <a:pt x="297817" y="744988"/>
                  </a:lnTo>
                  <a:lnTo>
                    <a:pt x="299739" y="745011"/>
                  </a:lnTo>
                  <a:lnTo>
                    <a:pt x="301660" y="745022"/>
                  </a:lnTo>
                  <a:lnTo>
                    <a:pt x="303582" y="745027"/>
                  </a:lnTo>
                  <a:lnTo>
                    <a:pt x="305503" y="745030"/>
                  </a:lnTo>
                  <a:lnTo>
                    <a:pt x="307424" y="745031"/>
                  </a:lnTo>
                  <a:lnTo>
                    <a:pt x="309346" y="745031"/>
                  </a:lnTo>
                  <a:lnTo>
                    <a:pt x="311267" y="745031"/>
                  </a:lnTo>
                  <a:lnTo>
                    <a:pt x="313189" y="745032"/>
                  </a:lnTo>
                  <a:lnTo>
                    <a:pt x="315110" y="745032"/>
                  </a:lnTo>
                  <a:lnTo>
                    <a:pt x="317031" y="745032"/>
                  </a:lnTo>
                  <a:lnTo>
                    <a:pt x="318953" y="745032"/>
                  </a:lnTo>
                  <a:lnTo>
                    <a:pt x="320874" y="745032"/>
                  </a:lnTo>
                  <a:lnTo>
                    <a:pt x="322796" y="745032"/>
                  </a:lnTo>
                  <a:lnTo>
                    <a:pt x="324717" y="745032"/>
                  </a:lnTo>
                  <a:lnTo>
                    <a:pt x="326638" y="745032"/>
                  </a:lnTo>
                  <a:lnTo>
                    <a:pt x="328560" y="745032"/>
                  </a:lnTo>
                  <a:lnTo>
                    <a:pt x="330481" y="745032"/>
                  </a:lnTo>
                  <a:lnTo>
                    <a:pt x="332403" y="745032"/>
                  </a:lnTo>
                  <a:lnTo>
                    <a:pt x="334324" y="745032"/>
                  </a:lnTo>
                  <a:lnTo>
                    <a:pt x="336245" y="745032"/>
                  </a:lnTo>
                  <a:lnTo>
                    <a:pt x="338167" y="745032"/>
                  </a:lnTo>
                  <a:lnTo>
                    <a:pt x="340088" y="745032"/>
                  </a:lnTo>
                  <a:lnTo>
                    <a:pt x="342010" y="745032"/>
                  </a:lnTo>
                  <a:lnTo>
                    <a:pt x="343931" y="745032"/>
                  </a:lnTo>
                  <a:lnTo>
                    <a:pt x="345852" y="745032"/>
                  </a:lnTo>
                  <a:lnTo>
                    <a:pt x="347774" y="745032"/>
                  </a:lnTo>
                  <a:lnTo>
                    <a:pt x="349695" y="745032"/>
                  </a:lnTo>
                  <a:lnTo>
                    <a:pt x="351617" y="745032"/>
                  </a:lnTo>
                  <a:lnTo>
                    <a:pt x="353538" y="745032"/>
                  </a:lnTo>
                  <a:lnTo>
                    <a:pt x="355459" y="745032"/>
                  </a:lnTo>
                  <a:lnTo>
                    <a:pt x="357381" y="745032"/>
                  </a:lnTo>
                  <a:lnTo>
                    <a:pt x="359302" y="745032"/>
                  </a:lnTo>
                  <a:lnTo>
                    <a:pt x="361224" y="745032"/>
                  </a:lnTo>
                  <a:lnTo>
                    <a:pt x="363145" y="745032"/>
                  </a:lnTo>
                  <a:lnTo>
                    <a:pt x="365067" y="745032"/>
                  </a:lnTo>
                  <a:lnTo>
                    <a:pt x="366988" y="745032"/>
                  </a:lnTo>
                  <a:lnTo>
                    <a:pt x="368909" y="745032"/>
                  </a:lnTo>
                  <a:lnTo>
                    <a:pt x="370831" y="745032"/>
                  </a:lnTo>
                  <a:lnTo>
                    <a:pt x="372752" y="745032"/>
                  </a:lnTo>
                  <a:lnTo>
                    <a:pt x="374674" y="745032"/>
                  </a:lnTo>
                  <a:lnTo>
                    <a:pt x="376595" y="745032"/>
                  </a:lnTo>
                  <a:lnTo>
                    <a:pt x="378516" y="745032"/>
                  </a:lnTo>
                  <a:lnTo>
                    <a:pt x="380438" y="745032"/>
                  </a:lnTo>
                  <a:lnTo>
                    <a:pt x="382359" y="745032"/>
                  </a:lnTo>
                  <a:lnTo>
                    <a:pt x="384281" y="745032"/>
                  </a:lnTo>
                  <a:lnTo>
                    <a:pt x="386202" y="745032"/>
                  </a:lnTo>
                  <a:lnTo>
                    <a:pt x="388123" y="745032"/>
                  </a:lnTo>
                  <a:lnTo>
                    <a:pt x="390045" y="745032"/>
                  </a:lnTo>
                  <a:lnTo>
                    <a:pt x="391966" y="745032"/>
                  </a:lnTo>
                  <a:lnTo>
                    <a:pt x="393888" y="745032"/>
                  </a:lnTo>
                  <a:lnTo>
                    <a:pt x="395809" y="745032"/>
                  </a:lnTo>
                  <a:lnTo>
                    <a:pt x="397730" y="745032"/>
                  </a:lnTo>
                  <a:lnTo>
                    <a:pt x="399652" y="745032"/>
                  </a:lnTo>
                  <a:lnTo>
                    <a:pt x="401573" y="745032"/>
                  </a:lnTo>
                  <a:lnTo>
                    <a:pt x="403495" y="745032"/>
                  </a:lnTo>
                  <a:lnTo>
                    <a:pt x="405416" y="745032"/>
                  </a:lnTo>
                  <a:lnTo>
                    <a:pt x="407337" y="745032"/>
                  </a:lnTo>
                  <a:lnTo>
                    <a:pt x="409259" y="745032"/>
                  </a:lnTo>
                  <a:lnTo>
                    <a:pt x="411180" y="745032"/>
                  </a:lnTo>
                  <a:lnTo>
                    <a:pt x="413102" y="745032"/>
                  </a:lnTo>
                  <a:lnTo>
                    <a:pt x="415023" y="745032"/>
                  </a:lnTo>
                  <a:lnTo>
                    <a:pt x="416944" y="745032"/>
                  </a:lnTo>
                  <a:lnTo>
                    <a:pt x="418866" y="745032"/>
                  </a:lnTo>
                  <a:lnTo>
                    <a:pt x="420787" y="745032"/>
                  </a:lnTo>
                  <a:lnTo>
                    <a:pt x="422709" y="745032"/>
                  </a:lnTo>
                  <a:lnTo>
                    <a:pt x="424630" y="745032"/>
                  </a:lnTo>
                  <a:lnTo>
                    <a:pt x="426551" y="745032"/>
                  </a:lnTo>
                  <a:lnTo>
                    <a:pt x="428473" y="745032"/>
                  </a:lnTo>
                  <a:lnTo>
                    <a:pt x="430394" y="745032"/>
                  </a:lnTo>
                  <a:lnTo>
                    <a:pt x="432316" y="745032"/>
                  </a:lnTo>
                  <a:lnTo>
                    <a:pt x="434237" y="745032"/>
                  </a:lnTo>
                  <a:lnTo>
                    <a:pt x="436159" y="745032"/>
                  </a:lnTo>
                  <a:lnTo>
                    <a:pt x="438080" y="745032"/>
                  </a:lnTo>
                  <a:lnTo>
                    <a:pt x="440001" y="745032"/>
                  </a:lnTo>
                  <a:lnTo>
                    <a:pt x="441923" y="745032"/>
                  </a:lnTo>
                  <a:lnTo>
                    <a:pt x="443844" y="745032"/>
                  </a:lnTo>
                  <a:lnTo>
                    <a:pt x="445766" y="745032"/>
                  </a:lnTo>
                  <a:lnTo>
                    <a:pt x="447687" y="745032"/>
                  </a:lnTo>
                  <a:lnTo>
                    <a:pt x="449608" y="745032"/>
                  </a:lnTo>
                  <a:lnTo>
                    <a:pt x="451530" y="745032"/>
                  </a:lnTo>
                  <a:lnTo>
                    <a:pt x="453451" y="745032"/>
                  </a:lnTo>
                  <a:lnTo>
                    <a:pt x="455373" y="745032"/>
                  </a:lnTo>
                  <a:lnTo>
                    <a:pt x="457294" y="745032"/>
                  </a:lnTo>
                  <a:lnTo>
                    <a:pt x="459215" y="745032"/>
                  </a:lnTo>
                  <a:lnTo>
                    <a:pt x="461137" y="745032"/>
                  </a:lnTo>
                  <a:lnTo>
                    <a:pt x="463058" y="745032"/>
                  </a:lnTo>
                  <a:lnTo>
                    <a:pt x="464980" y="745032"/>
                  </a:lnTo>
                  <a:lnTo>
                    <a:pt x="466901" y="745032"/>
                  </a:lnTo>
                  <a:lnTo>
                    <a:pt x="468822" y="745032"/>
                  </a:lnTo>
                  <a:lnTo>
                    <a:pt x="470744" y="745032"/>
                  </a:lnTo>
                  <a:lnTo>
                    <a:pt x="472665" y="745032"/>
                  </a:lnTo>
                  <a:lnTo>
                    <a:pt x="474587" y="745032"/>
                  </a:lnTo>
                  <a:lnTo>
                    <a:pt x="476508" y="745032"/>
                  </a:lnTo>
                  <a:lnTo>
                    <a:pt x="478429" y="745032"/>
                  </a:lnTo>
                  <a:lnTo>
                    <a:pt x="480351" y="745032"/>
                  </a:lnTo>
                  <a:lnTo>
                    <a:pt x="482272" y="745032"/>
                  </a:lnTo>
                  <a:lnTo>
                    <a:pt x="484194" y="745032"/>
                  </a:lnTo>
                  <a:lnTo>
                    <a:pt x="486115" y="745032"/>
                  </a:lnTo>
                  <a:lnTo>
                    <a:pt x="488036" y="745032"/>
                  </a:lnTo>
                  <a:lnTo>
                    <a:pt x="489958" y="745032"/>
                  </a:lnTo>
                  <a:lnTo>
                    <a:pt x="491879" y="745032"/>
                  </a:lnTo>
                  <a:lnTo>
                    <a:pt x="493801" y="745032"/>
                  </a:lnTo>
                  <a:lnTo>
                    <a:pt x="495722" y="745032"/>
                  </a:lnTo>
                  <a:lnTo>
                    <a:pt x="497643" y="745032"/>
                  </a:lnTo>
                  <a:lnTo>
                    <a:pt x="499565" y="745032"/>
                  </a:lnTo>
                  <a:lnTo>
                    <a:pt x="501486" y="745032"/>
                  </a:lnTo>
                  <a:lnTo>
                    <a:pt x="503408" y="745032"/>
                  </a:lnTo>
                  <a:lnTo>
                    <a:pt x="505329" y="745032"/>
                  </a:lnTo>
                  <a:lnTo>
                    <a:pt x="507250" y="745032"/>
                  </a:lnTo>
                  <a:lnTo>
                    <a:pt x="509172" y="745032"/>
                  </a:lnTo>
                  <a:lnTo>
                    <a:pt x="511093" y="745032"/>
                  </a:lnTo>
                  <a:lnTo>
                    <a:pt x="513015" y="745032"/>
                  </a:lnTo>
                  <a:lnTo>
                    <a:pt x="514936" y="745032"/>
                  </a:lnTo>
                  <a:lnTo>
                    <a:pt x="516858" y="745032"/>
                  </a:lnTo>
                  <a:lnTo>
                    <a:pt x="518779" y="745032"/>
                  </a:lnTo>
                  <a:lnTo>
                    <a:pt x="520700" y="745032"/>
                  </a:lnTo>
                  <a:lnTo>
                    <a:pt x="522622" y="745032"/>
                  </a:lnTo>
                  <a:lnTo>
                    <a:pt x="524543" y="745032"/>
                  </a:lnTo>
                  <a:lnTo>
                    <a:pt x="526465" y="745032"/>
                  </a:lnTo>
                  <a:lnTo>
                    <a:pt x="528386" y="745032"/>
                  </a:lnTo>
                  <a:lnTo>
                    <a:pt x="530307" y="745032"/>
                  </a:lnTo>
                  <a:lnTo>
                    <a:pt x="532229" y="745032"/>
                  </a:lnTo>
                  <a:lnTo>
                    <a:pt x="534150" y="745032"/>
                  </a:lnTo>
                  <a:lnTo>
                    <a:pt x="536072" y="745032"/>
                  </a:lnTo>
                  <a:lnTo>
                    <a:pt x="537993" y="745032"/>
                  </a:lnTo>
                  <a:lnTo>
                    <a:pt x="539914" y="745032"/>
                  </a:lnTo>
                  <a:lnTo>
                    <a:pt x="541836" y="745032"/>
                  </a:lnTo>
                  <a:lnTo>
                    <a:pt x="543757" y="745032"/>
                  </a:lnTo>
                  <a:lnTo>
                    <a:pt x="545679" y="745032"/>
                  </a:lnTo>
                  <a:lnTo>
                    <a:pt x="547600" y="745032"/>
                  </a:lnTo>
                  <a:lnTo>
                    <a:pt x="549521" y="745032"/>
                  </a:lnTo>
                  <a:lnTo>
                    <a:pt x="551443" y="745032"/>
                  </a:lnTo>
                  <a:lnTo>
                    <a:pt x="553364" y="745032"/>
                  </a:lnTo>
                  <a:lnTo>
                    <a:pt x="555286" y="745032"/>
                  </a:lnTo>
                  <a:lnTo>
                    <a:pt x="557207" y="745032"/>
                  </a:lnTo>
                  <a:lnTo>
                    <a:pt x="559128" y="745032"/>
                  </a:lnTo>
                  <a:lnTo>
                    <a:pt x="561050" y="745032"/>
                  </a:lnTo>
                  <a:lnTo>
                    <a:pt x="562971" y="745032"/>
                  </a:lnTo>
                  <a:lnTo>
                    <a:pt x="564893" y="745032"/>
                  </a:lnTo>
                  <a:lnTo>
                    <a:pt x="566814" y="745032"/>
                  </a:lnTo>
                  <a:lnTo>
                    <a:pt x="568735" y="745032"/>
                  </a:lnTo>
                  <a:lnTo>
                    <a:pt x="570657" y="745032"/>
                  </a:lnTo>
                  <a:lnTo>
                    <a:pt x="572578" y="745032"/>
                  </a:lnTo>
                  <a:lnTo>
                    <a:pt x="574500" y="745032"/>
                  </a:lnTo>
                  <a:lnTo>
                    <a:pt x="576421" y="745032"/>
                  </a:lnTo>
                  <a:lnTo>
                    <a:pt x="578342" y="745032"/>
                  </a:lnTo>
                  <a:lnTo>
                    <a:pt x="580264" y="745032"/>
                  </a:lnTo>
                  <a:lnTo>
                    <a:pt x="582185" y="745032"/>
                  </a:lnTo>
                  <a:lnTo>
                    <a:pt x="584107" y="745032"/>
                  </a:lnTo>
                  <a:lnTo>
                    <a:pt x="586028" y="745032"/>
                  </a:lnTo>
                  <a:lnTo>
                    <a:pt x="587950" y="745032"/>
                  </a:lnTo>
                  <a:lnTo>
                    <a:pt x="589871" y="745032"/>
                  </a:lnTo>
                  <a:lnTo>
                    <a:pt x="591792" y="745032"/>
                  </a:lnTo>
                  <a:lnTo>
                    <a:pt x="593714" y="745032"/>
                  </a:lnTo>
                  <a:lnTo>
                    <a:pt x="595635" y="745032"/>
                  </a:lnTo>
                  <a:lnTo>
                    <a:pt x="597557" y="745032"/>
                  </a:lnTo>
                  <a:lnTo>
                    <a:pt x="599478" y="745032"/>
                  </a:lnTo>
                  <a:lnTo>
                    <a:pt x="601399" y="745032"/>
                  </a:lnTo>
                  <a:lnTo>
                    <a:pt x="603321" y="745032"/>
                  </a:lnTo>
                  <a:lnTo>
                    <a:pt x="605242" y="745032"/>
                  </a:lnTo>
                  <a:lnTo>
                    <a:pt x="607164" y="745032"/>
                  </a:lnTo>
                  <a:lnTo>
                    <a:pt x="609085" y="745032"/>
                  </a:lnTo>
                  <a:lnTo>
                    <a:pt x="611006" y="745032"/>
                  </a:lnTo>
                  <a:lnTo>
                    <a:pt x="612928" y="745032"/>
                  </a:lnTo>
                  <a:lnTo>
                    <a:pt x="614849" y="745032"/>
                  </a:lnTo>
                  <a:lnTo>
                    <a:pt x="616771" y="745032"/>
                  </a:lnTo>
                  <a:lnTo>
                    <a:pt x="618692" y="745032"/>
                  </a:lnTo>
                  <a:lnTo>
                    <a:pt x="620613" y="745032"/>
                  </a:lnTo>
                  <a:lnTo>
                    <a:pt x="622535" y="745032"/>
                  </a:lnTo>
                  <a:lnTo>
                    <a:pt x="624456" y="745032"/>
                  </a:lnTo>
                  <a:lnTo>
                    <a:pt x="626378" y="745032"/>
                  </a:lnTo>
                  <a:lnTo>
                    <a:pt x="628299" y="745032"/>
                  </a:lnTo>
                  <a:lnTo>
                    <a:pt x="630220" y="745032"/>
                  </a:lnTo>
                  <a:lnTo>
                    <a:pt x="632142" y="745032"/>
                  </a:lnTo>
                  <a:lnTo>
                    <a:pt x="634063" y="745032"/>
                  </a:lnTo>
                  <a:lnTo>
                    <a:pt x="635985" y="745032"/>
                  </a:lnTo>
                  <a:lnTo>
                    <a:pt x="637906" y="745032"/>
                  </a:lnTo>
                  <a:lnTo>
                    <a:pt x="639827" y="745032"/>
                  </a:lnTo>
                  <a:lnTo>
                    <a:pt x="641749" y="745032"/>
                  </a:lnTo>
                  <a:lnTo>
                    <a:pt x="643670" y="745032"/>
                  </a:lnTo>
                  <a:lnTo>
                    <a:pt x="645592" y="745032"/>
                  </a:lnTo>
                  <a:lnTo>
                    <a:pt x="647513" y="745032"/>
                  </a:lnTo>
                  <a:lnTo>
                    <a:pt x="649434" y="745032"/>
                  </a:lnTo>
                  <a:lnTo>
                    <a:pt x="651356" y="745032"/>
                  </a:lnTo>
                  <a:lnTo>
                    <a:pt x="653277" y="745032"/>
                  </a:lnTo>
                  <a:lnTo>
                    <a:pt x="655199" y="745032"/>
                  </a:lnTo>
                  <a:lnTo>
                    <a:pt x="657120" y="745032"/>
                  </a:lnTo>
                  <a:lnTo>
                    <a:pt x="659042" y="745032"/>
                  </a:lnTo>
                  <a:lnTo>
                    <a:pt x="660963" y="745032"/>
                  </a:lnTo>
                  <a:lnTo>
                    <a:pt x="662884" y="745032"/>
                  </a:lnTo>
                  <a:lnTo>
                    <a:pt x="664806" y="745032"/>
                  </a:lnTo>
                  <a:lnTo>
                    <a:pt x="666727" y="745032"/>
                  </a:lnTo>
                  <a:lnTo>
                    <a:pt x="668649" y="745032"/>
                  </a:lnTo>
                  <a:lnTo>
                    <a:pt x="670570" y="745032"/>
                  </a:lnTo>
                  <a:lnTo>
                    <a:pt x="672491" y="745032"/>
                  </a:lnTo>
                  <a:lnTo>
                    <a:pt x="674413" y="745032"/>
                  </a:lnTo>
                  <a:lnTo>
                    <a:pt x="676334" y="745032"/>
                  </a:lnTo>
                  <a:lnTo>
                    <a:pt x="678256" y="745032"/>
                  </a:lnTo>
                  <a:lnTo>
                    <a:pt x="680177" y="745032"/>
                  </a:lnTo>
                  <a:lnTo>
                    <a:pt x="682098" y="745032"/>
                  </a:lnTo>
                  <a:lnTo>
                    <a:pt x="684020" y="745032"/>
                  </a:lnTo>
                  <a:lnTo>
                    <a:pt x="685941" y="745032"/>
                  </a:lnTo>
                  <a:lnTo>
                    <a:pt x="687863" y="745032"/>
                  </a:lnTo>
                  <a:lnTo>
                    <a:pt x="689784" y="745032"/>
                  </a:lnTo>
                  <a:lnTo>
                    <a:pt x="691705" y="745032"/>
                  </a:lnTo>
                  <a:lnTo>
                    <a:pt x="693627" y="745032"/>
                  </a:lnTo>
                  <a:lnTo>
                    <a:pt x="695548" y="745032"/>
                  </a:lnTo>
                  <a:lnTo>
                    <a:pt x="697470" y="745032"/>
                  </a:lnTo>
                  <a:lnTo>
                    <a:pt x="699391" y="745032"/>
                  </a:lnTo>
                  <a:lnTo>
                    <a:pt x="701312" y="745032"/>
                  </a:lnTo>
                  <a:lnTo>
                    <a:pt x="703234" y="745032"/>
                  </a:lnTo>
                  <a:lnTo>
                    <a:pt x="705155" y="745032"/>
                  </a:lnTo>
                  <a:lnTo>
                    <a:pt x="707077" y="745032"/>
                  </a:lnTo>
                  <a:lnTo>
                    <a:pt x="708998" y="745032"/>
                  </a:lnTo>
                  <a:lnTo>
                    <a:pt x="710919" y="745032"/>
                  </a:lnTo>
                  <a:lnTo>
                    <a:pt x="712841" y="745032"/>
                  </a:lnTo>
                  <a:lnTo>
                    <a:pt x="714762" y="745032"/>
                  </a:lnTo>
                  <a:lnTo>
                    <a:pt x="716684" y="745032"/>
                  </a:lnTo>
                  <a:lnTo>
                    <a:pt x="718605" y="745032"/>
                  </a:lnTo>
                  <a:lnTo>
                    <a:pt x="720526" y="745032"/>
                  </a:lnTo>
                  <a:lnTo>
                    <a:pt x="722448" y="745032"/>
                  </a:lnTo>
                  <a:lnTo>
                    <a:pt x="724369" y="745032"/>
                  </a:lnTo>
                  <a:lnTo>
                    <a:pt x="726291" y="745032"/>
                  </a:lnTo>
                  <a:lnTo>
                    <a:pt x="728212" y="745032"/>
                  </a:lnTo>
                  <a:lnTo>
                    <a:pt x="730134" y="745032"/>
                  </a:lnTo>
                  <a:lnTo>
                    <a:pt x="732055" y="745032"/>
                  </a:lnTo>
                  <a:lnTo>
                    <a:pt x="733976" y="745032"/>
                  </a:lnTo>
                  <a:lnTo>
                    <a:pt x="735898" y="745032"/>
                  </a:lnTo>
                  <a:lnTo>
                    <a:pt x="737819" y="745032"/>
                  </a:lnTo>
                  <a:lnTo>
                    <a:pt x="739741" y="745032"/>
                  </a:lnTo>
                  <a:lnTo>
                    <a:pt x="741662" y="745032"/>
                  </a:lnTo>
                  <a:lnTo>
                    <a:pt x="743583" y="745032"/>
                  </a:lnTo>
                  <a:lnTo>
                    <a:pt x="745505" y="745032"/>
                  </a:lnTo>
                  <a:lnTo>
                    <a:pt x="747426" y="745032"/>
                  </a:lnTo>
                  <a:lnTo>
                    <a:pt x="749348" y="745032"/>
                  </a:lnTo>
                  <a:lnTo>
                    <a:pt x="751269" y="745032"/>
                  </a:lnTo>
                  <a:lnTo>
                    <a:pt x="753190" y="745032"/>
                  </a:lnTo>
                  <a:lnTo>
                    <a:pt x="755112" y="745032"/>
                  </a:lnTo>
                  <a:lnTo>
                    <a:pt x="757033" y="745032"/>
                  </a:lnTo>
                  <a:lnTo>
                    <a:pt x="758955" y="745032"/>
                  </a:lnTo>
                  <a:lnTo>
                    <a:pt x="760876" y="745032"/>
                  </a:lnTo>
                  <a:lnTo>
                    <a:pt x="762797" y="745032"/>
                  </a:lnTo>
                  <a:lnTo>
                    <a:pt x="764719" y="745032"/>
                  </a:lnTo>
                  <a:lnTo>
                    <a:pt x="766640" y="745032"/>
                  </a:lnTo>
                  <a:lnTo>
                    <a:pt x="768562" y="745032"/>
                  </a:lnTo>
                  <a:lnTo>
                    <a:pt x="770483" y="745032"/>
                  </a:lnTo>
                  <a:lnTo>
                    <a:pt x="772404" y="745032"/>
                  </a:lnTo>
                  <a:lnTo>
                    <a:pt x="774326" y="745031"/>
                  </a:lnTo>
                  <a:lnTo>
                    <a:pt x="776247" y="745031"/>
                  </a:lnTo>
                  <a:lnTo>
                    <a:pt x="778169" y="745031"/>
                  </a:lnTo>
                  <a:lnTo>
                    <a:pt x="780090" y="745031"/>
                  </a:lnTo>
                  <a:lnTo>
                    <a:pt x="782011" y="745030"/>
                  </a:lnTo>
                  <a:lnTo>
                    <a:pt x="783933" y="745028"/>
                  </a:lnTo>
                  <a:lnTo>
                    <a:pt x="785854" y="745024"/>
                  </a:lnTo>
                  <a:lnTo>
                    <a:pt x="787776" y="745019"/>
                  </a:lnTo>
                  <a:lnTo>
                    <a:pt x="789697" y="745010"/>
                  </a:lnTo>
                  <a:lnTo>
                    <a:pt x="791618" y="744996"/>
                  </a:lnTo>
                  <a:lnTo>
                    <a:pt x="793540" y="744975"/>
                  </a:lnTo>
                  <a:lnTo>
                    <a:pt x="795461" y="744944"/>
                  </a:lnTo>
                  <a:lnTo>
                    <a:pt x="797383" y="744901"/>
                  </a:lnTo>
                  <a:lnTo>
                    <a:pt x="799304" y="744843"/>
                  </a:lnTo>
                  <a:lnTo>
                    <a:pt x="801226" y="744767"/>
                  </a:lnTo>
                  <a:lnTo>
                    <a:pt x="803147" y="744673"/>
                  </a:lnTo>
                  <a:lnTo>
                    <a:pt x="805068" y="744559"/>
                  </a:lnTo>
                  <a:lnTo>
                    <a:pt x="806990" y="744428"/>
                  </a:lnTo>
                  <a:lnTo>
                    <a:pt x="808911" y="744286"/>
                  </a:lnTo>
                  <a:lnTo>
                    <a:pt x="810833" y="744141"/>
                  </a:lnTo>
                  <a:lnTo>
                    <a:pt x="812754" y="744002"/>
                  </a:lnTo>
                  <a:lnTo>
                    <a:pt x="814675" y="743878"/>
                  </a:lnTo>
                  <a:lnTo>
                    <a:pt x="816597" y="743780"/>
                  </a:lnTo>
                  <a:lnTo>
                    <a:pt x="818518" y="743716"/>
                  </a:lnTo>
                  <a:lnTo>
                    <a:pt x="820440" y="743692"/>
                  </a:lnTo>
                  <a:lnTo>
                    <a:pt x="822361" y="743710"/>
                  </a:lnTo>
                  <a:lnTo>
                    <a:pt x="824282" y="743769"/>
                  </a:lnTo>
                  <a:lnTo>
                    <a:pt x="826204" y="743864"/>
                  </a:lnTo>
                  <a:lnTo>
                    <a:pt x="828125" y="743986"/>
                  </a:lnTo>
                  <a:lnTo>
                    <a:pt x="830047" y="744126"/>
                  </a:lnTo>
                  <a:lnTo>
                    <a:pt x="831968" y="744272"/>
                  </a:lnTo>
                  <a:lnTo>
                    <a:pt x="833889" y="744413"/>
                  </a:lnTo>
                  <a:lnTo>
                    <a:pt x="835811" y="744544"/>
                  </a:lnTo>
                  <a:lnTo>
                    <a:pt x="837732" y="744659"/>
                  </a:lnTo>
                  <a:lnTo>
                    <a:pt x="839654" y="744756"/>
                  </a:lnTo>
                  <a:lnTo>
                    <a:pt x="841575" y="744835"/>
                  </a:lnTo>
                  <a:lnTo>
                    <a:pt x="843496" y="744895"/>
                  </a:lnTo>
                  <a:lnTo>
                    <a:pt x="845418" y="744940"/>
                  </a:lnTo>
                  <a:lnTo>
                    <a:pt x="847339" y="744972"/>
                  </a:lnTo>
                  <a:lnTo>
                    <a:pt x="849261" y="744995"/>
                  </a:lnTo>
                  <a:lnTo>
                    <a:pt x="851182" y="745009"/>
                  </a:lnTo>
                  <a:lnTo>
                    <a:pt x="853103" y="745018"/>
                  </a:lnTo>
                  <a:lnTo>
                    <a:pt x="855025" y="745024"/>
                  </a:lnTo>
                  <a:lnTo>
                    <a:pt x="856946" y="745027"/>
                  </a:lnTo>
                  <a:lnTo>
                    <a:pt x="858868" y="745029"/>
                  </a:lnTo>
                  <a:lnTo>
                    <a:pt x="860789" y="745030"/>
                  </a:lnTo>
                  <a:lnTo>
                    <a:pt x="862710" y="745031"/>
                  </a:lnTo>
                  <a:lnTo>
                    <a:pt x="864632" y="745031"/>
                  </a:lnTo>
                  <a:lnTo>
                    <a:pt x="866553" y="745031"/>
                  </a:lnTo>
                  <a:lnTo>
                    <a:pt x="868475" y="745032"/>
                  </a:lnTo>
                  <a:lnTo>
                    <a:pt x="870396" y="745032"/>
                  </a:lnTo>
                  <a:lnTo>
                    <a:pt x="872318" y="745032"/>
                  </a:lnTo>
                  <a:lnTo>
                    <a:pt x="874239" y="745032"/>
                  </a:lnTo>
                  <a:lnTo>
                    <a:pt x="876160" y="745032"/>
                  </a:lnTo>
                  <a:lnTo>
                    <a:pt x="878082" y="745032"/>
                  </a:lnTo>
                  <a:lnTo>
                    <a:pt x="880003" y="745032"/>
                  </a:lnTo>
                  <a:lnTo>
                    <a:pt x="881925" y="745032"/>
                  </a:lnTo>
                  <a:lnTo>
                    <a:pt x="883846" y="745032"/>
                  </a:lnTo>
                  <a:lnTo>
                    <a:pt x="885767" y="745032"/>
                  </a:lnTo>
                  <a:lnTo>
                    <a:pt x="887689" y="745032"/>
                  </a:lnTo>
                  <a:lnTo>
                    <a:pt x="889610" y="745032"/>
                  </a:lnTo>
                  <a:lnTo>
                    <a:pt x="891532" y="745032"/>
                  </a:lnTo>
                  <a:lnTo>
                    <a:pt x="893453" y="745032"/>
                  </a:lnTo>
                  <a:lnTo>
                    <a:pt x="895374" y="745032"/>
                  </a:lnTo>
                  <a:lnTo>
                    <a:pt x="897296" y="745032"/>
                  </a:lnTo>
                  <a:lnTo>
                    <a:pt x="899217" y="745032"/>
                  </a:lnTo>
                  <a:lnTo>
                    <a:pt x="901139" y="745032"/>
                  </a:lnTo>
                  <a:lnTo>
                    <a:pt x="903060" y="745032"/>
                  </a:lnTo>
                  <a:lnTo>
                    <a:pt x="904981" y="745032"/>
                  </a:lnTo>
                  <a:lnTo>
                    <a:pt x="906903" y="745032"/>
                  </a:lnTo>
                  <a:lnTo>
                    <a:pt x="908824" y="745032"/>
                  </a:lnTo>
                  <a:lnTo>
                    <a:pt x="910746" y="745032"/>
                  </a:lnTo>
                  <a:lnTo>
                    <a:pt x="912667" y="745032"/>
                  </a:lnTo>
                  <a:lnTo>
                    <a:pt x="914588" y="745032"/>
                  </a:lnTo>
                  <a:lnTo>
                    <a:pt x="916510" y="745032"/>
                  </a:lnTo>
                  <a:lnTo>
                    <a:pt x="918431" y="745032"/>
                  </a:lnTo>
                  <a:lnTo>
                    <a:pt x="920353" y="745032"/>
                  </a:lnTo>
                  <a:lnTo>
                    <a:pt x="922274" y="745032"/>
                  </a:lnTo>
                  <a:lnTo>
                    <a:pt x="924195" y="745032"/>
                  </a:lnTo>
                  <a:lnTo>
                    <a:pt x="926117" y="745032"/>
                  </a:lnTo>
                  <a:lnTo>
                    <a:pt x="928038" y="745032"/>
                  </a:lnTo>
                  <a:lnTo>
                    <a:pt x="929960" y="745032"/>
                  </a:lnTo>
                  <a:lnTo>
                    <a:pt x="931881" y="745032"/>
                  </a:lnTo>
                  <a:lnTo>
                    <a:pt x="933802" y="745032"/>
                  </a:lnTo>
                  <a:lnTo>
                    <a:pt x="935724" y="745032"/>
                  </a:lnTo>
                  <a:lnTo>
                    <a:pt x="937645" y="745032"/>
                  </a:lnTo>
                  <a:lnTo>
                    <a:pt x="939567" y="745032"/>
                  </a:lnTo>
                  <a:lnTo>
                    <a:pt x="941488" y="745032"/>
                  </a:lnTo>
                  <a:lnTo>
                    <a:pt x="943410" y="745032"/>
                  </a:lnTo>
                  <a:lnTo>
                    <a:pt x="945331" y="745032"/>
                  </a:lnTo>
                  <a:lnTo>
                    <a:pt x="947252" y="745032"/>
                  </a:lnTo>
                  <a:lnTo>
                    <a:pt x="949174" y="745032"/>
                  </a:lnTo>
                  <a:lnTo>
                    <a:pt x="951095" y="745032"/>
                  </a:lnTo>
                  <a:lnTo>
                    <a:pt x="953017" y="745032"/>
                  </a:lnTo>
                  <a:lnTo>
                    <a:pt x="954938" y="745032"/>
                  </a:lnTo>
                  <a:lnTo>
                    <a:pt x="956859" y="745032"/>
                  </a:lnTo>
                  <a:lnTo>
                    <a:pt x="958781" y="745032"/>
                  </a:lnTo>
                  <a:lnTo>
                    <a:pt x="960702" y="745032"/>
                  </a:lnTo>
                  <a:lnTo>
                    <a:pt x="962624" y="745032"/>
                  </a:lnTo>
                  <a:lnTo>
                    <a:pt x="964545" y="745032"/>
                  </a:lnTo>
                  <a:lnTo>
                    <a:pt x="966466" y="745032"/>
                  </a:lnTo>
                  <a:lnTo>
                    <a:pt x="968388" y="745032"/>
                  </a:lnTo>
                  <a:lnTo>
                    <a:pt x="970309" y="745032"/>
                  </a:lnTo>
                  <a:lnTo>
                    <a:pt x="972231" y="745032"/>
                  </a:lnTo>
                  <a:lnTo>
                    <a:pt x="974152" y="745032"/>
                  </a:lnTo>
                  <a:lnTo>
                    <a:pt x="976073" y="745032"/>
                  </a:lnTo>
                  <a:lnTo>
                    <a:pt x="977995" y="745032"/>
                  </a:lnTo>
                  <a:lnTo>
                    <a:pt x="979916" y="745032"/>
                  </a:lnTo>
                  <a:lnTo>
                    <a:pt x="981838" y="745032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5467762" y="2403014"/>
              <a:ext cx="981838" cy="380008"/>
            </a:xfrm>
            <a:custGeom>
              <a:avLst/>
              <a:pathLst>
                <a:path w="981838" h="380008">
                  <a:moveTo>
                    <a:pt x="0" y="380008"/>
                  </a:moveTo>
                  <a:lnTo>
                    <a:pt x="1921" y="380008"/>
                  </a:lnTo>
                  <a:lnTo>
                    <a:pt x="3842" y="380008"/>
                  </a:lnTo>
                  <a:lnTo>
                    <a:pt x="5764" y="380008"/>
                  </a:lnTo>
                  <a:lnTo>
                    <a:pt x="7685" y="380008"/>
                  </a:lnTo>
                  <a:lnTo>
                    <a:pt x="9607" y="380008"/>
                  </a:lnTo>
                  <a:lnTo>
                    <a:pt x="11528" y="380008"/>
                  </a:lnTo>
                  <a:lnTo>
                    <a:pt x="13449" y="380008"/>
                  </a:lnTo>
                  <a:lnTo>
                    <a:pt x="15371" y="380008"/>
                  </a:lnTo>
                  <a:lnTo>
                    <a:pt x="17292" y="380008"/>
                  </a:lnTo>
                  <a:lnTo>
                    <a:pt x="19214" y="380008"/>
                  </a:lnTo>
                  <a:lnTo>
                    <a:pt x="21135" y="380008"/>
                  </a:lnTo>
                  <a:lnTo>
                    <a:pt x="23056" y="380008"/>
                  </a:lnTo>
                  <a:lnTo>
                    <a:pt x="24978" y="380008"/>
                  </a:lnTo>
                  <a:lnTo>
                    <a:pt x="26899" y="380008"/>
                  </a:lnTo>
                  <a:lnTo>
                    <a:pt x="28821" y="380008"/>
                  </a:lnTo>
                  <a:lnTo>
                    <a:pt x="30742" y="380007"/>
                  </a:lnTo>
                  <a:lnTo>
                    <a:pt x="32663" y="380007"/>
                  </a:lnTo>
                  <a:lnTo>
                    <a:pt x="34585" y="380006"/>
                  </a:lnTo>
                  <a:lnTo>
                    <a:pt x="36506" y="380005"/>
                  </a:lnTo>
                  <a:lnTo>
                    <a:pt x="38428" y="380004"/>
                  </a:lnTo>
                  <a:lnTo>
                    <a:pt x="40349" y="380001"/>
                  </a:lnTo>
                  <a:lnTo>
                    <a:pt x="42270" y="379998"/>
                  </a:lnTo>
                  <a:lnTo>
                    <a:pt x="44192" y="379993"/>
                  </a:lnTo>
                  <a:lnTo>
                    <a:pt x="46113" y="379987"/>
                  </a:lnTo>
                  <a:lnTo>
                    <a:pt x="48035" y="379978"/>
                  </a:lnTo>
                  <a:lnTo>
                    <a:pt x="49956" y="379965"/>
                  </a:lnTo>
                  <a:lnTo>
                    <a:pt x="51877" y="379949"/>
                  </a:lnTo>
                  <a:lnTo>
                    <a:pt x="53799" y="379928"/>
                  </a:lnTo>
                  <a:lnTo>
                    <a:pt x="55720" y="379899"/>
                  </a:lnTo>
                  <a:lnTo>
                    <a:pt x="57642" y="379863"/>
                  </a:lnTo>
                  <a:lnTo>
                    <a:pt x="59563" y="379817"/>
                  </a:lnTo>
                  <a:lnTo>
                    <a:pt x="61484" y="379760"/>
                  </a:lnTo>
                  <a:lnTo>
                    <a:pt x="63406" y="379690"/>
                  </a:lnTo>
                  <a:lnTo>
                    <a:pt x="65327" y="379605"/>
                  </a:lnTo>
                  <a:lnTo>
                    <a:pt x="67249" y="379504"/>
                  </a:lnTo>
                  <a:lnTo>
                    <a:pt x="69170" y="379384"/>
                  </a:lnTo>
                  <a:lnTo>
                    <a:pt x="71091" y="379241"/>
                  </a:lnTo>
                  <a:lnTo>
                    <a:pt x="73013" y="379075"/>
                  </a:lnTo>
                  <a:lnTo>
                    <a:pt x="74934" y="378885"/>
                  </a:lnTo>
                  <a:lnTo>
                    <a:pt x="76856" y="378669"/>
                  </a:lnTo>
                  <a:lnTo>
                    <a:pt x="78777" y="378426"/>
                  </a:lnTo>
                  <a:lnTo>
                    <a:pt x="80699" y="378154"/>
                  </a:lnTo>
                  <a:lnTo>
                    <a:pt x="82620" y="377852"/>
                  </a:lnTo>
                  <a:lnTo>
                    <a:pt x="84541" y="377519"/>
                  </a:lnTo>
                  <a:lnTo>
                    <a:pt x="86463" y="377153"/>
                  </a:lnTo>
                  <a:lnTo>
                    <a:pt x="88384" y="376749"/>
                  </a:lnTo>
                  <a:lnTo>
                    <a:pt x="90306" y="376308"/>
                  </a:lnTo>
                  <a:lnTo>
                    <a:pt x="92227" y="375832"/>
                  </a:lnTo>
                  <a:lnTo>
                    <a:pt x="94148" y="375318"/>
                  </a:lnTo>
                  <a:lnTo>
                    <a:pt x="96070" y="374766"/>
                  </a:lnTo>
                  <a:lnTo>
                    <a:pt x="97991" y="374177"/>
                  </a:lnTo>
                  <a:lnTo>
                    <a:pt x="99913" y="373550"/>
                  </a:lnTo>
                  <a:lnTo>
                    <a:pt x="101834" y="372888"/>
                  </a:lnTo>
                  <a:lnTo>
                    <a:pt x="103755" y="372191"/>
                  </a:lnTo>
                  <a:lnTo>
                    <a:pt x="105677" y="371460"/>
                  </a:lnTo>
                  <a:lnTo>
                    <a:pt x="107598" y="370703"/>
                  </a:lnTo>
                  <a:lnTo>
                    <a:pt x="109520" y="369925"/>
                  </a:lnTo>
                  <a:lnTo>
                    <a:pt x="111441" y="369132"/>
                  </a:lnTo>
                  <a:lnTo>
                    <a:pt x="113362" y="368328"/>
                  </a:lnTo>
                  <a:lnTo>
                    <a:pt x="115284" y="367522"/>
                  </a:lnTo>
                  <a:lnTo>
                    <a:pt x="117205" y="366718"/>
                  </a:lnTo>
                  <a:lnTo>
                    <a:pt x="119127" y="365924"/>
                  </a:lnTo>
                  <a:lnTo>
                    <a:pt x="121048" y="365147"/>
                  </a:lnTo>
                  <a:lnTo>
                    <a:pt x="122969" y="364393"/>
                  </a:lnTo>
                  <a:lnTo>
                    <a:pt x="124891" y="363668"/>
                  </a:lnTo>
                  <a:lnTo>
                    <a:pt x="126812" y="362973"/>
                  </a:lnTo>
                  <a:lnTo>
                    <a:pt x="128734" y="362313"/>
                  </a:lnTo>
                  <a:lnTo>
                    <a:pt x="130655" y="361690"/>
                  </a:lnTo>
                  <a:lnTo>
                    <a:pt x="132576" y="361105"/>
                  </a:lnTo>
                  <a:lnTo>
                    <a:pt x="134498" y="360559"/>
                  </a:lnTo>
                  <a:lnTo>
                    <a:pt x="136419" y="360052"/>
                  </a:lnTo>
                  <a:lnTo>
                    <a:pt x="138341" y="359588"/>
                  </a:lnTo>
                  <a:lnTo>
                    <a:pt x="140262" y="359165"/>
                  </a:lnTo>
                  <a:lnTo>
                    <a:pt x="142183" y="358779"/>
                  </a:lnTo>
                  <a:lnTo>
                    <a:pt x="144105" y="358432"/>
                  </a:lnTo>
                  <a:lnTo>
                    <a:pt x="146026" y="358123"/>
                  </a:lnTo>
                  <a:lnTo>
                    <a:pt x="147948" y="357853"/>
                  </a:lnTo>
                  <a:lnTo>
                    <a:pt x="149869" y="357622"/>
                  </a:lnTo>
                  <a:lnTo>
                    <a:pt x="151791" y="357432"/>
                  </a:lnTo>
                  <a:lnTo>
                    <a:pt x="153712" y="357284"/>
                  </a:lnTo>
                  <a:lnTo>
                    <a:pt x="155633" y="357184"/>
                  </a:lnTo>
                  <a:lnTo>
                    <a:pt x="157555" y="357130"/>
                  </a:lnTo>
                  <a:lnTo>
                    <a:pt x="159476" y="357121"/>
                  </a:lnTo>
                  <a:lnTo>
                    <a:pt x="161398" y="357154"/>
                  </a:lnTo>
                  <a:lnTo>
                    <a:pt x="163319" y="357227"/>
                  </a:lnTo>
                  <a:lnTo>
                    <a:pt x="165240" y="357337"/>
                  </a:lnTo>
                  <a:lnTo>
                    <a:pt x="167162" y="357478"/>
                  </a:lnTo>
                  <a:lnTo>
                    <a:pt x="169083" y="357643"/>
                  </a:lnTo>
                  <a:lnTo>
                    <a:pt x="171005" y="357823"/>
                  </a:lnTo>
                  <a:lnTo>
                    <a:pt x="172926" y="358007"/>
                  </a:lnTo>
                  <a:lnTo>
                    <a:pt x="174847" y="358181"/>
                  </a:lnTo>
                  <a:lnTo>
                    <a:pt x="176769" y="358335"/>
                  </a:lnTo>
                  <a:lnTo>
                    <a:pt x="178690" y="358458"/>
                  </a:lnTo>
                  <a:lnTo>
                    <a:pt x="180612" y="358539"/>
                  </a:lnTo>
                  <a:lnTo>
                    <a:pt x="182533" y="358569"/>
                  </a:lnTo>
                  <a:lnTo>
                    <a:pt x="184454" y="358541"/>
                  </a:lnTo>
                  <a:lnTo>
                    <a:pt x="186376" y="358449"/>
                  </a:lnTo>
                  <a:lnTo>
                    <a:pt x="188297" y="358286"/>
                  </a:lnTo>
                  <a:lnTo>
                    <a:pt x="190219" y="358047"/>
                  </a:lnTo>
                  <a:lnTo>
                    <a:pt x="192140" y="357741"/>
                  </a:lnTo>
                  <a:lnTo>
                    <a:pt x="194061" y="357372"/>
                  </a:lnTo>
                  <a:lnTo>
                    <a:pt x="195983" y="356946"/>
                  </a:lnTo>
                  <a:lnTo>
                    <a:pt x="197904" y="356472"/>
                  </a:lnTo>
                  <a:lnTo>
                    <a:pt x="199826" y="355958"/>
                  </a:lnTo>
                  <a:lnTo>
                    <a:pt x="201747" y="355414"/>
                  </a:lnTo>
                  <a:lnTo>
                    <a:pt x="203668" y="354852"/>
                  </a:lnTo>
                  <a:lnTo>
                    <a:pt x="205590" y="354283"/>
                  </a:lnTo>
                  <a:lnTo>
                    <a:pt x="207511" y="353719"/>
                  </a:lnTo>
                  <a:lnTo>
                    <a:pt x="209433" y="353171"/>
                  </a:lnTo>
                  <a:lnTo>
                    <a:pt x="211354" y="352646"/>
                  </a:lnTo>
                  <a:lnTo>
                    <a:pt x="213275" y="352149"/>
                  </a:lnTo>
                  <a:lnTo>
                    <a:pt x="215197" y="351683"/>
                  </a:lnTo>
                  <a:lnTo>
                    <a:pt x="217118" y="351247"/>
                  </a:lnTo>
                  <a:lnTo>
                    <a:pt x="219040" y="350839"/>
                  </a:lnTo>
                  <a:lnTo>
                    <a:pt x="220961" y="350452"/>
                  </a:lnTo>
                  <a:lnTo>
                    <a:pt x="222883" y="350077"/>
                  </a:lnTo>
                  <a:lnTo>
                    <a:pt x="224804" y="349697"/>
                  </a:lnTo>
                  <a:lnTo>
                    <a:pt x="226725" y="349297"/>
                  </a:lnTo>
                  <a:lnTo>
                    <a:pt x="228647" y="348860"/>
                  </a:lnTo>
                  <a:lnTo>
                    <a:pt x="230568" y="348370"/>
                  </a:lnTo>
                  <a:lnTo>
                    <a:pt x="232490" y="347812"/>
                  </a:lnTo>
                  <a:lnTo>
                    <a:pt x="234411" y="347171"/>
                  </a:lnTo>
                  <a:lnTo>
                    <a:pt x="236332" y="346437"/>
                  </a:lnTo>
                  <a:lnTo>
                    <a:pt x="238254" y="345601"/>
                  </a:lnTo>
                  <a:lnTo>
                    <a:pt x="240175" y="344643"/>
                  </a:lnTo>
                  <a:lnTo>
                    <a:pt x="242097" y="343579"/>
                  </a:lnTo>
                  <a:lnTo>
                    <a:pt x="244018" y="342415"/>
                  </a:lnTo>
                  <a:lnTo>
                    <a:pt x="245939" y="341156"/>
                  </a:lnTo>
                  <a:lnTo>
                    <a:pt x="247861" y="339812"/>
                  </a:lnTo>
                  <a:lnTo>
                    <a:pt x="249782" y="338394"/>
                  </a:lnTo>
                  <a:lnTo>
                    <a:pt x="251704" y="336908"/>
                  </a:lnTo>
                  <a:lnTo>
                    <a:pt x="253625" y="335364"/>
                  </a:lnTo>
                  <a:lnTo>
                    <a:pt x="255546" y="333763"/>
                  </a:lnTo>
                  <a:lnTo>
                    <a:pt x="257468" y="332101"/>
                  </a:lnTo>
                  <a:lnTo>
                    <a:pt x="259389" y="330378"/>
                  </a:lnTo>
                  <a:lnTo>
                    <a:pt x="261311" y="328586"/>
                  </a:lnTo>
                  <a:lnTo>
                    <a:pt x="263232" y="326710"/>
                  </a:lnTo>
                  <a:lnTo>
                    <a:pt x="265153" y="324734"/>
                  </a:lnTo>
                  <a:lnTo>
                    <a:pt x="267075" y="322642"/>
                  </a:lnTo>
                  <a:lnTo>
                    <a:pt x="268996" y="320416"/>
                  </a:lnTo>
                  <a:lnTo>
                    <a:pt x="270918" y="318039"/>
                  </a:lnTo>
                  <a:lnTo>
                    <a:pt x="272839" y="315482"/>
                  </a:lnTo>
                  <a:lnTo>
                    <a:pt x="274760" y="312733"/>
                  </a:lnTo>
                  <a:lnTo>
                    <a:pt x="276682" y="309797"/>
                  </a:lnTo>
                  <a:lnTo>
                    <a:pt x="278603" y="306671"/>
                  </a:lnTo>
                  <a:lnTo>
                    <a:pt x="280525" y="303354"/>
                  </a:lnTo>
                  <a:lnTo>
                    <a:pt x="282446" y="299846"/>
                  </a:lnTo>
                  <a:lnTo>
                    <a:pt x="284367" y="296146"/>
                  </a:lnTo>
                  <a:lnTo>
                    <a:pt x="286289" y="292253"/>
                  </a:lnTo>
                  <a:lnTo>
                    <a:pt x="288210" y="288159"/>
                  </a:lnTo>
                  <a:lnTo>
                    <a:pt x="290132" y="283826"/>
                  </a:lnTo>
                  <a:lnTo>
                    <a:pt x="292053" y="279240"/>
                  </a:lnTo>
                  <a:lnTo>
                    <a:pt x="293975" y="274377"/>
                  </a:lnTo>
                  <a:lnTo>
                    <a:pt x="295896" y="269195"/>
                  </a:lnTo>
                  <a:lnTo>
                    <a:pt x="297817" y="263643"/>
                  </a:lnTo>
                  <a:lnTo>
                    <a:pt x="299739" y="257664"/>
                  </a:lnTo>
                  <a:lnTo>
                    <a:pt x="301660" y="251196"/>
                  </a:lnTo>
                  <a:lnTo>
                    <a:pt x="303582" y="244178"/>
                  </a:lnTo>
                  <a:lnTo>
                    <a:pt x="305503" y="236544"/>
                  </a:lnTo>
                  <a:lnTo>
                    <a:pt x="307424" y="228136"/>
                  </a:lnTo>
                  <a:lnTo>
                    <a:pt x="309346" y="218987"/>
                  </a:lnTo>
                  <a:lnTo>
                    <a:pt x="311267" y="209075"/>
                  </a:lnTo>
                  <a:lnTo>
                    <a:pt x="313189" y="198387"/>
                  </a:lnTo>
                  <a:lnTo>
                    <a:pt x="315110" y="186932"/>
                  </a:lnTo>
                  <a:lnTo>
                    <a:pt x="317031" y="174741"/>
                  </a:lnTo>
                  <a:lnTo>
                    <a:pt x="318953" y="161867"/>
                  </a:lnTo>
                  <a:lnTo>
                    <a:pt x="320874" y="148389"/>
                  </a:lnTo>
                  <a:lnTo>
                    <a:pt x="322796" y="134404"/>
                  </a:lnTo>
                  <a:lnTo>
                    <a:pt x="324717" y="120044"/>
                  </a:lnTo>
                  <a:lnTo>
                    <a:pt x="326638" y="105537"/>
                  </a:lnTo>
                  <a:lnTo>
                    <a:pt x="328560" y="91075"/>
                  </a:lnTo>
                  <a:lnTo>
                    <a:pt x="330481" y="76866"/>
                  </a:lnTo>
                  <a:lnTo>
                    <a:pt x="332403" y="63134"/>
                  </a:lnTo>
                  <a:lnTo>
                    <a:pt x="334324" y="50113"/>
                  </a:lnTo>
                  <a:lnTo>
                    <a:pt x="336245" y="38044"/>
                  </a:lnTo>
                  <a:lnTo>
                    <a:pt x="338167" y="27168"/>
                  </a:lnTo>
                  <a:lnTo>
                    <a:pt x="340088" y="17826"/>
                  </a:lnTo>
                  <a:lnTo>
                    <a:pt x="342010" y="10336"/>
                  </a:lnTo>
                  <a:lnTo>
                    <a:pt x="343931" y="4765"/>
                  </a:lnTo>
                  <a:lnTo>
                    <a:pt x="345852" y="1277"/>
                  </a:lnTo>
                  <a:lnTo>
                    <a:pt x="347774" y="0"/>
                  </a:lnTo>
                  <a:lnTo>
                    <a:pt x="349695" y="1021"/>
                  </a:lnTo>
                  <a:lnTo>
                    <a:pt x="351617" y="4387"/>
                  </a:lnTo>
                  <a:lnTo>
                    <a:pt x="353538" y="10097"/>
                  </a:lnTo>
                  <a:lnTo>
                    <a:pt x="355459" y="18101"/>
                  </a:lnTo>
                  <a:lnTo>
                    <a:pt x="357381" y="28494"/>
                  </a:lnTo>
                  <a:lnTo>
                    <a:pt x="359302" y="40989"/>
                  </a:lnTo>
                  <a:lnTo>
                    <a:pt x="361224" y="55262"/>
                  </a:lnTo>
                  <a:lnTo>
                    <a:pt x="363145" y="71073"/>
                  </a:lnTo>
                  <a:lnTo>
                    <a:pt x="365067" y="88156"/>
                  </a:lnTo>
                  <a:lnTo>
                    <a:pt x="366988" y="106229"/>
                  </a:lnTo>
                  <a:lnTo>
                    <a:pt x="368909" y="125000"/>
                  </a:lnTo>
                  <a:lnTo>
                    <a:pt x="370831" y="144176"/>
                  </a:lnTo>
                  <a:lnTo>
                    <a:pt x="372752" y="163472"/>
                  </a:lnTo>
                  <a:lnTo>
                    <a:pt x="374674" y="182559"/>
                  </a:lnTo>
                  <a:lnTo>
                    <a:pt x="376595" y="201174"/>
                  </a:lnTo>
                  <a:lnTo>
                    <a:pt x="378516" y="219121"/>
                  </a:lnTo>
                  <a:lnTo>
                    <a:pt x="380438" y="236235"/>
                  </a:lnTo>
                  <a:lnTo>
                    <a:pt x="382359" y="252382"/>
                  </a:lnTo>
                  <a:lnTo>
                    <a:pt x="384281" y="267465"/>
                  </a:lnTo>
                  <a:lnTo>
                    <a:pt x="386202" y="281418"/>
                  </a:lnTo>
                  <a:lnTo>
                    <a:pt x="388123" y="294205"/>
                  </a:lnTo>
                  <a:lnTo>
                    <a:pt x="390045" y="305801"/>
                  </a:lnTo>
                  <a:lnTo>
                    <a:pt x="391966" y="316094"/>
                  </a:lnTo>
                  <a:lnTo>
                    <a:pt x="393888" y="325285"/>
                  </a:lnTo>
                  <a:lnTo>
                    <a:pt x="395809" y="333429"/>
                  </a:lnTo>
                  <a:lnTo>
                    <a:pt x="397730" y="340591"/>
                  </a:lnTo>
                  <a:lnTo>
                    <a:pt x="399652" y="346842"/>
                  </a:lnTo>
                  <a:lnTo>
                    <a:pt x="401573" y="352255"/>
                  </a:lnTo>
                  <a:lnTo>
                    <a:pt x="403495" y="356903"/>
                  </a:lnTo>
                  <a:lnTo>
                    <a:pt x="405416" y="360862"/>
                  </a:lnTo>
                  <a:lnTo>
                    <a:pt x="407337" y="364174"/>
                  </a:lnTo>
                  <a:lnTo>
                    <a:pt x="409259" y="366897"/>
                  </a:lnTo>
                  <a:lnTo>
                    <a:pt x="411180" y="369150"/>
                  </a:lnTo>
                  <a:lnTo>
                    <a:pt x="413102" y="370990"/>
                  </a:lnTo>
                  <a:lnTo>
                    <a:pt x="415023" y="372469"/>
                  </a:lnTo>
                  <a:lnTo>
                    <a:pt x="416944" y="373634"/>
                  </a:lnTo>
                  <a:lnTo>
                    <a:pt x="418866" y="374528"/>
                  </a:lnTo>
                  <a:lnTo>
                    <a:pt x="420787" y="375188"/>
                  </a:lnTo>
                  <a:lnTo>
                    <a:pt x="422709" y="375651"/>
                  </a:lnTo>
                  <a:lnTo>
                    <a:pt x="424630" y="375936"/>
                  </a:lnTo>
                  <a:lnTo>
                    <a:pt x="426551" y="376081"/>
                  </a:lnTo>
                  <a:lnTo>
                    <a:pt x="428473" y="376122"/>
                  </a:lnTo>
                  <a:lnTo>
                    <a:pt x="430394" y="376080"/>
                  </a:lnTo>
                  <a:lnTo>
                    <a:pt x="432316" y="375974"/>
                  </a:lnTo>
                  <a:lnTo>
                    <a:pt x="434237" y="375825"/>
                  </a:lnTo>
                  <a:lnTo>
                    <a:pt x="436159" y="375646"/>
                  </a:lnTo>
                  <a:lnTo>
                    <a:pt x="438080" y="375454"/>
                  </a:lnTo>
                  <a:lnTo>
                    <a:pt x="440001" y="375260"/>
                  </a:lnTo>
                  <a:lnTo>
                    <a:pt x="441923" y="375077"/>
                  </a:lnTo>
                  <a:lnTo>
                    <a:pt x="443844" y="374915"/>
                  </a:lnTo>
                  <a:lnTo>
                    <a:pt x="445766" y="374777"/>
                  </a:lnTo>
                  <a:lnTo>
                    <a:pt x="447687" y="374668"/>
                  </a:lnTo>
                  <a:lnTo>
                    <a:pt x="449608" y="374588"/>
                  </a:lnTo>
                  <a:lnTo>
                    <a:pt x="451530" y="374537"/>
                  </a:lnTo>
                  <a:lnTo>
                    <a:pt x="453451" y="374513"/>
                  </a:lnTo>
                  <a:lnTo>
                    <a:pt x="455373" y="374511"/>
                  </a:lnTo>
                  <a:lnTo>
                    <a:pt x="457294" y="374526"/>
                  </a:lnTo>
                  <a:lnTo>
                    <a:pt x="459215" y="374552"/>
                  </a:lnTo>
                  <a:lnTo>
                    <a:pt x="461137" y="374579"/>
                  </a:lnTo>
                  <a:lnTo>
                    <a:pt x="463058" y="374600"/>
                  </a:lnTo>
                  <a:lnTo>
                    <a:pt x="464980" y="374608"/>
                  </a:lnTo>
                  <a:lnTo>
                    <a:pt x="466901" y="374595"/>
                  </a:lnTo>
                  <a:lnTo>
                    <a:pt x="468822" y="374555"/>
                  </a:lnTo>
                  <a:lnTo>
                    <a:pt x="470744" y="374485"/>
                  </a:lnTo>
                  <a:lnTo>
                    <a:pt x="472665" y="374379"/>
                  </a:lnTo>
                  <a:lnTo>
                    <a:pt x="474587" y="374235"/>
                  </a:lnTo>
                  <a:lnTo>
                    <a:pt x="476508" y="374048"/>
                  </a:lnTo>
                  <a:lnTo>
                    <a:pt x="478429" y="373823"/>
                  </a:lnTo>
                  <a:lnTo>
                    <a:pt x="480351" y="373564"/>
                  </a:lnTo>
                  <a:lnTo>
                    <a:pt x="482272" y="373274"/>
                  </a:lnTo>
                  <a:lnTo>
                    <a:pt x="484194" y="372958"/>
                  </a:lnTo>
                  <a:lnTo>
                    <a:pt x="486115" y="372622"/>
                  </a:lnTo>
                  <a:lnTo>
                    <a:pt x="488036" y="372272"/>
                  </a:lnTo>
                  <a:lnTo>
                    <a:pt x="489958" y="371915"/>
                  </a:lnTo>
                  <a:lnTo>
                    <a:pt x="491879" y="371557"/>
                  </a:lnTo>
                  <a:lnTo>
                    <a:pt x="493801" y="371206"/>
                  </a:lnTo>
                  <a:lnTo>
                    <a:pt x="495722" y="370866"/>
                  </a:lnTo>
                  <a:lnTo>
                    <a:pt x="497643" y="370541"/>
                  </a:lnTo>
                  <a:lnTo>
                    <a:pt x="499565" y="370232"/>
                  </a:lnTo>
                  <a:lnTo>
                    <a:pt x="501486" y="369939"/>
                  </a:lnTo>
                  <a:lnTo>
                    <a:pt x="503408" y="369659"/>
                  </a:lnTo>
                  <a:lnTo>
                    <a:pt x="505329" y="369389"/>
                  </a:lnTo>
                  <a:lnTo>
                    <a:pt x="507250" y="369123"/>
                  </a:lnTo>
                  <a:lnTo>
                    <a:pt x="509172" y="368849"/>
                  </a:lnTo>
                  <a:lnTo>
                    <a:pt x="511093" y="368554"/>
                  </a:lnTo>
                  <a:lnTo>
                    <a:pt x="513015" y="368227"/>
                  </a:lnTo>
                  <a:lnTo>
                    <a:pt x="514936" y="367853"/>
                  </a:lnTo>
                  <a:lnTo>
                    <a:pt x="516858" y="367417"/>
                  </a:lnTo>
                  <a:lnTo>
                    <a:pt x="518779" y="366903"/>
                  </a:lnTo>
                  <a:lnTo>
                    <a:pt x="520700" y="366296"/>
                  </a:lnTo>
                  <a:lnTo>
                    <a:pt x="522622" y="365580"/>
                  </a:lnTo>
                  <a:lnTo>
                    <a:pt x="524543" y="364741"/>
                  </a:lnTo>
                  <a:lnTo>
                    <a:pt x="526465" y="363742"/>
                  </a:lnTo>
                  <a:lnTo>
                    <a:pt x="528386" y="362592"/>
                  </a:lnTo>
                  <a:lnTo>
                    <a:pt x="530307" y="361281"/>
                  </a:lnTo>
                  <a:lnTo>
                    <a:pt x="532229" y="359805"/>
                  </a:lnTo>
                  <a:lnTo>
                    <a:pt x="534150" y="358162"/>
                  </a:lnTo>
                  <a:lnTo>
                    <a:pt x="536072" y="356354"/>
                  </a:lnTo>
                  <a:lnTo>
                    <a:pt x="537993" y="354385"/>
                  </a:lnTo>
                  <a:lnTo>
                    <a:pt x="539914" y="352266"/>
                  </a:lnTo>
                  <a:lnTo>
                    <a:pt x="541836" y="350007"/>
                  </a:lnTo>
                  <a:lnTo>
                    <a:pt x="543757" y="347620"/>
                  </a:lnTo>
                  <a:lnTo>
                    <a:pt x="545679" y="345144"/>
                  </a:lnTo>
                  <a:lnTo>
                    <a:pt x="547600" y="342608"/>
                  </a:lnTo>
                  <a:lnTo>
                    <a:pt x="549521" y="340042"/>
                  </a:lnTo>
                  <a:lnTo>
                    <a:pt x="551443" y="337477"/>
                  </a:lnTo>
                  <a:lnTo>
                    <a:pt x="553364" y="334947"/>
                  </a:lnTo>
                  <a:lnTo>
                    <a:pt x="555286" y="332486"/>
                  </a:lnTo>
                  <a:lnTo>
                    <a:pt x="557207" y="330127"/>
                  </a:lnTo>
                  <a:lnTo>
                    <a:pt x="559128" y="327914"/>
                  </a:lnTo>
                  <a:lnTo>
                    <a:pt x="561050" y="325886"/>
                  </a:lnTo>
                  <a:lnTo>
                    <a:pt x="562971" y="324058"/>
                  </a:lnTo>
                  <a:lnTo>
                    <a:pt x="564893" y="322450"/>
                  </a:lnTo>
                  <a:lnTo>
                    <a:pt x="566814" y="321079"/>
                  </a:lnTo>
                  <a:lnTo>
                    <a:pt x="568735" y="319960"/>
                  </a:lnTo>
                  <a:lnTo>
                    <a:pt x="570657" y="319101"/>
                  </a:lnTo>
                  <a:lnTo>
                    <a:pt x="572578" y="318507"/>
                  </a:lnTo>
                  <a:lnTo>
                    <a:pt x="574500" y="318181"/>
                  </a:lnTo>
                  <a:lnTo>
                    <a:pt x="576421" y="318145"/>
                  </a:lnTo>
                  <a:lnTo>
                    <a:pt x="578342" y="318383"/>
                  </a:lnTo>
                  <a:lnTo>
                    <a:pt x="580264" y="318873"/>
                  </a:lnTo>
                  <a:lnTo>
                    <a:pt x="582185" y="319607"/>
                  </a:lnTo>
                  <a:lnTo>
                    <a:pt x="584107" y="320575"/>
                  </a:lnTo>
                  <a:lnTo>
                    <a:pt x="586028" y="321767"/>
                  </a:lnTo>
                  <a:lnTo>
                    <a:pt x="587950" y="323171"/>
                  </a:lnTo>
                  <a:lnTo>
                    <a:pt x="589871" y="324774"/>
                  </a:lnTo>
                  <a:lnTo>
                    <a:pt x="591792" y="326564"/>
                  </a:lnTo>
                  <a:lnTo>
                    <a:pt x="593714" y="328543"/>
                  </a:lnTo>
                  <a:lnTo>
                    <a:pt x="595635" y="330674"/>
                  </a:lnTo>
                  <a:lnTo>
                    <a:pt x="597557" y="332936"/>
                  </a:lnTo>
                  <a:lnTo>
                    <a:pt x="599478" y="335307"/>
                  </a:lnTo>
                  <a:lnTo>
                    <a:pt x="601399" y="337767"/>
                  </a:lnTo>
                  <a:lnTo>
                    <a:pt x="603321" y="340294"/>
                  </a:lnTo>
                  <a:lnTo>
                    <a:pt x="605242" y="342863"/>
                  </a:lnTo>
                  <a:lnTo>
                    <a:pt x="607164" y="345451"/>
                  </a:lnTo>
                  <a:lnTo>
                    <a:pt x="609085" y="348033"/>
                  </a:lnTo>
                  <a:lnTo>
                    <a:pt x="611006" y="350579"/>
                  </a:lnTo>
                  <a:lnTo>
                    <a:pt x="612928" y="353066"/>
                  </a:lnTo>
                  <a:lnTo>
                    <a:pt x="614849" y="355476"/>
                  </a:lnTo>
                  <a:lnTo>
                    <a:pt x="616771" y="357792"/>
                  </a:lnTo>
                  <a:lnTo>
                    <a:pt x="618692" y="359999"/>
                  </a:lnTo>
                  <a:lnTo>
                    <a:pt x="620613" y="362087"/>
                  </a:lnTo>
                  <a:lnTo>
                    <a:pt x="622535" y="364047"/>
                  </a:lnTo>
                  <a:lnTo>
                    <a:pt x="624456" y="365873"/>
                  </a:lnTo>
                  <a:lnTo>
                    <a:pt x="626378" y="367555"/>
                  </a:lnTo>
                  <a:lnTo>
                    <a:pt x="628299" y="369088"/>
                  </a:lnTo>
                  <a:lnTo>
                    <a:pt x="630220" y="370487"/>
                  </a:lnTo>
                  <a:lnTo>
                    <a:pt x="632142" y="371756"/>
                  </a:lnTo>
                  <a:lnTo>
                    <a:pt x="634063" y="372900"/>
                  </a:lnTo>
                  <a:lnTo>
                    <a:pt x="635985" y="373926"/>
                  </a:lnTo>
                  <a:lnTo>
                    <a:pt x="637906" y="374840"/>
                  </a:lnTo>
                  <a:lnTo>
                    <a:pt x="639827" y="375649"/>
                  </a:lnTo>
                  <a:lnTo>
                    <a:pt x="641749" y="376360"/>
                  </a:lnTo>
                  <a:lnTo>
                    <a:pt x="643670" y="376974"/>
                  </a:lnTo>
                  <a:lnTo>
                    <a:pt x="645592" y="377502"/>
                  </a:lnTo>
                  <a:lnTo>
                    <a:pt x="647513" y="377956"/>
                  </a:lnTo>
                  <a:lnTo>
                    <a:pt x="649434" y="378343"/>
                  </a:lnTo>
                  <a:lnTo>
                    <a:pt x="651356" y="378671"/>
                  </a:lnTo>
                  <a:lnTo>
                    <a:pt x="653277" y="378946"/>
                  </a:lnTo>
                  <a:lnTo>
                    <a:pt x="655199" y="379173"/>
                  </a:lnTo>
                  <a:lnTo>
                    <a:pt x="657120" y="379360"/>
                  </a:lnTo>
                  <a:lnTo>
                    <a:pt x="659042" y="379510"/>
                  </a:lnTo>
                  <a:lnTo>
                    <a:pt x="660963" y="379628"/>
                  </a:lnTo>
                  <a:lnTo>
                    <a:pt x="662884" y="379721"/>
                  </a:lnTo>
                  <a:lnTo>
                    <a:pt x="664806" y="379794"/>
                  </a:lnTo>
                  <a:lnTo>
                    <a:pt x="666727" y="379851"/>
                  </a:lnTo>
                  <a:lnTo>
                    <a:pt x="668649" y="379894"/>
                  </a:lnTo>
                  <a:lnTo>
                    <a:pt x="670570" y="379926"/>
                  </a:lnTo>
                  <a:lnTo>
                    <a:pt x="672491" y="379950"/>
                  </a:lnTo>
                  <a:lnTo>
                    <a:pt x="674413" y="379968"/>
                  </a:lnTo>
                  <a:lnTo>
                    <a:pt x="676334" y="379981"/>
                  </a:lnTo>
                  <a:lnTo>
                    <a:pt x="678256" y="379989"/>
                  </a:lnTo>
                  <a:lnTo>
                    <a:pt x="680177" y="379995"/>
                  </a:lnTo>
                  <a:lnTo>
                    <a:pt x="682098" y="380000"/>
                  </a:lnTo>
                  <a:lnTo>
                    <a:pt x="684020" y="380003"/>
                  </a:lnTo>
                  <a:lnTo>
                    <a:pt x="685941" y="380005"/>
                  </a:lnTo>
                  <a:lnTo>
                    <a:pt x="687863" y="380006"/>
                  </a:lnTo>
                  <a:lnTo>
                    <a:pt x="689784" y="380007"/>
                  </a:lnTo>
                  <a:lnTo>
                    <a:pt x="691705" y="380007"/>
                  </a:lnTo>
                  <a:lnTo>
                    <a:pt x="693627" y="380008"/>
                  </a:lnTo>
                  <a:lnTo>
                    <a:pt x="695548" y="380008"/>
                  </a:lnTo>
                  <a:lnTo>
                    <a:pt x="697470" y="380008"/>
                  </a:lnTo>
                  <a:lnTo>
                    <a:pt x="699391" y="380008"/>
                  </a:lnTo>
                  <a:lnTo>
                    <a:pt x="701312" y="380008"/>
                  </a:lnTo>
                  <a:lnTo>
                    <a:pt x="703234" y="380008"/>
                  </a:lnTo>
                  <a:lnTo>
                    <a:pt x="705155" y="380008"/>
                  </a:lnTo>
                  <a:lnTo>
                    <a:pt x="707077" y="380008"/>
                  </a:lnTo>
                  <a:lnTo>
                    <a:pt x="708998" y="380008"/>
                  </a:lnTo>
                  <a:lnTo>
                    <a:pt x="710919" y="380008"/>
                  </a:lnTo>
                  <a:lnTo>
                    <a:pt x="712841" y="380008"/>
                  </a:lnTo>
                  <a:lnTo>
                    <a:pt x="714762" y="380008"/>
                  </a:lnTo>
                  <a:lnTo>
                    <a:pt x="716684" y="380008"/>
                  </a:lnTo>
                  <a:lnTo>
                    <a:pt x="718605" y="380008"/>
                  </a:lnTo>
                  <a:lnTo>
                    <a:pt x="720526" y="380008"/>
                  </a:lnTo>
                  <a:lnTo>
                    <a:pt x="722448" y="380008"/>
                  </a:lnTo>
                  <a:lnTo>
                    <a:pt x="724369" y="380008"/>
                  </a:lnTo>
                  <a:lnTo>
                    <a:pt x="726291" y="380008"/>
                  </a:lnTo>
                  <a:lnTo>
                    <a:pt x="728212" y="380008"/>
                  </a:lnTo>
                  <a:lnTo>
                    <a:pt x="730134" y="380008"/>
                  </a:lnTo>
                  <a:lnTo>
                    <a:pt x="732055" y="380008"/>
                  </a:lnTo>
                  <a:lnTo>
                    <a:pt x="733976" y="380008"/>
                  </a:lnTo>
                  <a:lnTo>
                    <a:pt x="735898" y="380008"/>
                  </a:lnTo>
                  <a:lnTo>
                    <a:pt x="737819" y="380008"/>
                  </a:lnTo>
                  <a:lnTo>
                    <a:pt x="739741" y="380008"/>
                  </a:lnTo>
                  <a:lnTo>
                    <a:pt x="741662" y="380008"/>
                  </a:lnTo>
                  <a:lnTo>
                    <a:pt x="743583" y="380008"/>
                  </a:lnTo>
                  <a:lnTo>
                    <a:pt x="745505" y="380008"/>
                  </a:lnTo>
                  <a:lnTo>
                    <a:pt x="747426" y="380008"/>
                  </a:lnTo>
                  <a:lnTo>
                    <a:pt x="749348" y="380008"/>
                  </a:lnTo>
                  <a:lnTo>
                    <a:pt x="751269" y="380008"/>
                  </a:lnTo>
                  <a:lnTo>
                    <a:pt x="753190" y="380008"/>
                  </a:lnTo>
                  <a:lnTo>
                    <a:pt x="755112" y="380008"/>
                  </a:lnTo>
                  <a:lnTo>
                    <a:pt x="757033" y="380008"/>
                  </a:lnTo>
                  <a:lnTo>
                    <a:pt x="758955" y="380008"/>
                  </a:lnTo>
                  <a:lnTo>
                    <a:pt x="760876" y="380008"/>
                  </a:lnTo>
                  <a:lnTo>
                    <a:pt x="762797" y="380008"/>
                  </a:lnTo>
                  <a:lnTo>
                    <a:pt x="764719" y="380008"/>
                  </a:lnTo>
                  <a:lnTo>
                    <a:pt x="766640" y="380008"/>
                  </a:lnTo>
                  <a:lnTo>
                    <a:pt x="768562" y="380008"/>
                  </a:lnTo>
                  <a:lnTo>
                    <a:pt x="770483" y="380008"/>
                  </a:lnTo>
                  <a:lnTo>
                    <a:pt x="772404" y="380008"/>
                  </a:lnTo>
                  <a:lnTo>
                    <a:pt x="774326" y="380008"/>
                  </a:lnTo>
                  <a:lnTo>
                    <a:pt x="776247" y="380008"/>
                  </a:lnTo>
                  <a:lnTo>
                    <a:pt x="778169" y="380008"/>
                  </a:lnTo>
                  <a:lnTo>
                    <a:pt x="780090" y="380008"/>
                  </a:lnTo>
                  <a:lnTo>
                    <a:pt x="782011" y="380008"/>
                  </a:lnTo>
                  <a:lnTo>
                    <a:pt x="783933" y="380008"/>
                  </a:lnTo>
                  <a:lnTo>
                    <a:pt x="785854" y="380008"/>
                  </a:lnTo>
                  <a:lnTo>
                    <a:pt x="787776" y="380008"/>
                  </a:lnTo>
                  <a:lnTo>
                    <a:pt x="789697" y="380008"/>
                  </a:lnTo>
                  <a:lnTo>
                    <a:pt x="791618" y="380008"/>
                  </a:lnTo>
                  <a:lnTo>
                    <a:pt x="793540" y="380008"/>
                  </a:lnTo>
                  <a:lnTo>
                    <a:pt x="795461" y="380008"/>
                  </a:lnTo>
                  <a:lnTo>
                    <a:pt x="797383" y="380008"/>
                  </a:lnTo>
                  <a:lnTo>
                    <a:pt x="799304" y="380008"/>
                  </a:lnTo>
                  <a:lnTo>
                    <a:pt x="801226" y="380008"/>
                  </a:lnTo>
                  <a:lnTo>
                    <a:pt x="803147" y="380008"/>
                  </a:lnTo>
                  <a:lnTo>
                    <a:pt x="805068" y="380008"/>
                  </a:lnTo>
                  <a:lnTo>
                    <a:pt x="806990" y="380008"/>
                  </a:lnTo>
                  <a:lnTo>
                    <a:pt x="808911" y="380008"/>
                  </a:lnTo>
                  <a:lnTo>
                    <a:pt x="810833" y="380008"/>
                  </a:lnTo>
                  <a:lnTo>
                    <a:pt x="812754" y="380008"/>
                  </a:lnTo>
                  <a:lnTo>
                    <a:pt x="814675" y="380008"/>
                  </a:lnTo>
                  <a:lnTo>
                    <a:pt x="816597" y="380008"/>
                  </a:lnTo>
                  <a:lnTo>
                    <a:pt x="818518" y="380008"/>
                  </a:lnTo>
                  <a:lnTo>
                    <a:pt x="820440" y="380008"/>
                  </a:lnTo>
                  <a:lnTo>
                    <a:pt x="822361" y="380008"/>
                  </a:lnTo>
                  <a:lnTo>
                    <a:pt x="824282" y="380008"/>
                  </a:lnTo>
                  <a:lnTo>
                    <a:pt x="826204" y="380008"/>
                  </a:lnTo>
                  <a:lnTo>
                    <a:pt x="828125" y="380008"/>
                  </a:lnTo>
                  <a:lnTo>
                    <a:pt x="830047" y="380008"/>
                  </a:lnTo>
                  <a:lnTo>
                    <a:pt x="831968" y="380008"/>
                  </a:lnTo>
                  <a:lnTo>
                    <a:pt x="833889" y="380008"/>
                  </a:lnTo>
                  <a:lnTo>
                    <a:pt x="835811" y="380008"/>
                  </a:lnTo>
                  <a:lnTo>
                    <a:pt x="837732" y="380008"/>
                  </a:lnTo>
                  <a:lnTo>
                    <a:pt x="839654" y="380008"/>
                  </a:lnTo>
                  <a:lnTo>
                    <a:pt x="841575" y="380008"/>
                  </a:lnTo>
                  <a:lnTo>
                    <a:pt x="843496" y="380008"/>
                  </a:lnTo>
                  <a:lnTo>
                    <a:pt x="845418" y="380008"/>
                  </a:lnTo>
                  <a:lnTo>
                    <a:pt x="847339" y="380008"/>
                  </a:lnTo>
                  <a:lnTo>
                    <a:pt x="849261" y="380008"/>
                  </a:lnTo>
                  <a:lnTo>
                    <a:pt x="851182" y="380008"/>
                  </a:lnTo>
                  <a:lnTo>
                    <a:pt x="853103" y="380008"/>
                  </a:lnTo>
                  <a:lnTo>
                    <a:pt x="855025" y="380008"/>
                  </a:lnTo>
                  <a:lnTo>
                    <a:pt x="856946" y="380008"/>
                  </a:lnTo>
                  <a:lnTo>
                    <a:pt x="858868" y="380008"/>
                  </a:lnTo>
                  <a:lnTo>
                    <a:pt x="860789" y="380008"/>
                  </a:lnTo>
                  <a:lnTo>
                    <a:pt x="862710" y="380008"/>
                  </a:lnTo>
                  <a:lnTo>
                    <a:pt x="864632" y="380008"/>
                  </a:lnTo>
                  <a:lnTo>
                    <a:pt x="866553" y="380008"/>
                  </a:lnTo>
                  <a:lnTo>
                    <a:pt x="868475" y="380008"/>
                  </a:lnTo>
                  <a:lnTo>
                    <a:pt x="870396" y="380008"/>
                  </a:lnTo>
                  <a:lnTo>
                    <a:pt x="872318" y="380008"/>
                  </a:lnTo>
                  <a:lnTo>
                    <a:pt x="874239" y="380008"/>
                  </a:lnTo>
                  <a:lnTo>
                    <a:pt x="876160" y="380008"/>
                  </a:lnTo>
                  <a:lnTo>
                    <a:pt x="878082" y="380008"/>
                  </a:lnTo>
                  <a:lnTo>
                    <a:pt x="880003" y="380008"/>
                  </a:lnTo>
                  <a:lnTo>
                    <a:pt x="881925" y="380008"/>
                  </a:lnTo>
                  <a:lnTo>
                    <a:pt x="883846" y="380008"/>
                  </a:lnTo>
                  <a:lnTo>
                    <a:pt x="885767" y="380008"/>
                  </a:lnTo>
                  <a:lnTo>
                    <a:pt x="887689" y="380008"/>
                  </a:lnTo>
                  <a:lnTo>
                    <a:pt x="889610" y="380008"/>
                  </a:lnTo>
                  <a:lnTo>
                    <a:pt x="891532" y="380008"/>
                  </a:lnTo>
                  <a:lnTo>
                    <a:pt x="893453" y="380008"/>
                  </a:lnTo>
                  <a:lnTo>
                    <a:pt x="895374" y="380008"/>
                  </a:lnTo>
                  <a:lnTo>
                    <a:pt x="897296" y="380008"/>
                  </a:lnTo>
                  <a:lnTo>
                    <a:pt x="899217" y="380008"/>
                  </a:lnTo>
                  <a:lnTo>
                    <a:pt x="901139" y="380008"/>
                  </a:lnTo>
                  <a:lnTo>
                    <a:pt x="903060" y="380008"/>
                  </a:lnTo>
                  <a:lnTo>
                    <a:pt x="904981" y="380008"/>
                  </a:lnTo>
                  <a:lnTo>
                    <a:pt x="906903" y="380008"/>
                  </a:lnTo>
                  <a:lnTo>
                    <a:pt x="908824" y="380008"/>
                  </a:lnTo>
                  <a:lnTo>
                    <a:pt x="910746" y="380008"/>
                  </a:lnTo>
                  <a:lnTo>
                    <a:pt x="912667" y="380008"/>
                  </a:lnTo>
                  <a:lnTo>
                    <a:pt x="914588" y="380008"/>
                  </a:lnTo>
                  <a:lnTo>
                    <a:pt x="916510" y="380008"/>
                  </a:lnTo>
                  <a:lnTo>
                    <a:pt x="918431" y="380008"/>
                  </a:lnTo>
                  <a:lnTo>
                    <a:pt x="920353" y="380008"/>
                  </a:lnTo>
                  <a:lnTo>
                    <a:pt x="922274" y="380008"/>
                  </a:lnTo>
                  <a:lnTo>
                    <a:pt x="924195" y="380008"/>
                  </a:lnTo>
                  <a:lnTo>
                    <a:pt x="926117" y="380008"/>
                  </a:lnTo>
                  <a:lnTo>
                    <a:pt x="928038" y="380008"/>
                  </a:lnTo>
                  <a:lnTo>
                    <a:pt x="929960" y="380008"/>
                  </a:lnTo>
                  <a:lnTo>
                    <a:pt x="931881" y="380008"/>
                  </a:lnTo>
                  <a:lnTo>
                    <a:pt x="933802" y="380008"/>
                  </a:lnTo>
                  <a:lnTo>
                    <a:pt x="935724" y="380008"/>
                  </a:lnTo>
                  <a:lnTo>
                    <a:pt x="937645" y="380008"/>
                  </a:lnTo>
                  <a:lnTo>
                    <a:pt x="939567" y="380008"/>
                  </a:lnTo>
                  <a:lnTo>
                    <a:pt x="941488" y="380008"/>
                  </a:lnTo>
                  <a:lnTo>
                    <a:pt x="943410" y="380008"/>
                  </a:lnTo>
                  <a:lnTo>
                    <a:pt x="945331" y="380008"/>
                  </a:lnTo>
                  <a:lnTo>
                    <a:pt x="947252" y="380008"/>
                  </a:lnTo>
                  <a:lnTo>
                    <a:pt x="949174" y="380008"/>
                  </a:lnTo>
                  <a:lnTo>
                    <a:pt x="951095" y="380008"/>
                  </a:lnTo>
                  <a:lnTo>
                    <a:pt x="953017" y="380008"/>
                  </a:lnTo>
                  <a:lnTo>
                    <a:pt x="954938" y="380008"/>
                  </a:lnTo>
                  <a:lnTo>
                    <a:pt x="956859" y="380008"/>
                  </a:lnTo>
                  <a:lnTo>
                    <a:pt x="958781" y="380008"/>
                  </a:lnTo>
                  <a:lnTo>
                    <a:pt x="960702" y="380008"/>
                  </a:lnTo>
                  <a:lnTo>
                    <a:pt x="962624" y="380008"/>
                  </a:lnTo>
                  <a:lnTo>
                    <a:pt x="964545" y="380008"/>
                  </a:lnTo>
                  <a:lnTo>
                    <a:pt x="966466" y="380008"/>
                  </a:lnTo>
                  <a:lnTo>
                    <a:pt x="968388" y="380008"/>
                  </a:lnTo>
                  <a:lnTo>
                    <a:pt x="970309" y="380008"/>
                  </a:lnTo>
                  <a:lnTo>
                    <a:pt x="972231" y="380008"/>
                  </a:lnTo>
                  <a:lnTo>
                    <a:pt x="974152" y="380008"/>
                  </a:lnTo>
                  <a:lnTo>
                    <a:pt x="976073" y="380008"/>
                  </a:lnTo>
                  <a:lnTo>
                    <a:pt x="977995" y="380008"/>
                  </a:lnTo>
                  <a:lnTo>
                    <a:pt x="979916" y="380008"/>
                  </a:lnTo>
                  <a:lnTo>
                    <a:pt x="981838" y="380008"/>
                  </a:lnTo>
                  <a:lnTo>
                    <a:pt x="979916" y="380008"/>
                  </a:lnTo>
                  <a:lnTo>
                    <a:pt x="977995" y="380008"/>
                  </a:lnTo>
                  <a:lnTo>
                    <a:pt x="976073" y="380008"/>
                  </a:lnTo>
                  <a:lnTo>
                    <a:pt x="974152" y="380008"/>
                  </a:lnTo>
                  <a:lnTo>
                    <a:pt x="972231" y="380008"/>
                  </a:lnTo>
                  <a:lnTo>
                    <a:pt x="970309" y="380008"/>
                  </a:lnTo>
                  <a:lnTo>
                    <a:pt x="968388" y="380008"/>
                  </a:lnTo>
                  <a:lnTo>
                    <a:pt x="966466" y="380008"/>
                  </a:lnTo>
                  <a:lnTo>
                    <a:pt x="964545" y="380008"/>
                  </a:lnTo>
                  <a:lnTo>
                    <a:pt x="962624" y="380008"/>
                  </a:lnTo>
                  <a:lnTo>
                    <a:pt x="960702" y="380008"/>
                  </a:lnTo>
                  <a:lnTo>
                    <a:pt x="958781" y="380008"/>
                  </a:lnTo>
                  <a:lnTo>
                    <a:pt x="956859" y="380008"/>
                  </a:lnTo>
                  <a:lnTo>
                    <a:pt x="954938" y="380008"/>
                  </a:lnTo>
                  <a:lnTo>
                    <a:pt x="953017" y="380008"/>
                  </a:lnTo>
                  <a:lnTo>
                    <a:pt x="951095" y="380008"/>
                  </a:lnTo>
                  <a:lnTo>
                    <a:pt x="949174" y="380008"/>
                  </a:lnTo>
                  <a:lnTo>
                    <a:pt x="947252" y="380008"/>
                  </a:lnTo>
                  <a:lnTo>
                    <a:pt x="945331" y="380008"/>
                  </a:lnTo>
                  <a:lnTo>
                    <a:pt x="943410" y="380008"/>
                  </a:lnTo>
                  <a:lnTo>
                    <a:pt x="941488" y="380008"/>
                  </a:lnTo>
                  <a:lnTo>
                    <a:pt x="939567" y="380008"/>
                  </a:lnTo>
                  <a:lnTo>
                    <a:pt x="937645" y="380008"/>
                  </a:lnTo>
                  <a:lnTo>
                    <a:pt x="935724" y="380008"/>
                  </a:lnTo>
                  <a:lnTo>
                    <a:pt x="933802" y="380008"/>
                  </a:lnTo>
                  <a:lnTo>
                    <a:pt x="931881" y="380008"/>
                  </a:lnTo>
                  <a:lnTo>
                    <a:pt x="929960" y="380008"/>
                  </a:lnTo>
                  <a:lnTo>
                    <a:pt x="928038" y="380008"/>
                  </a:lnTo>
                  <a:lnTo>
                    <a:pt x="926117" y="380008"/>
                  </a:lnTo>
                  <a:lnTo>
                    <a:pt x="924195" y="380008"/>
                  </a:lnTo>
                  <a:lnTo>
                    <a:pt x="922274" y="380008"/>
                  </a:lnTo>
                  <a:lnTo>
                    <a:pt x="920353" y="380008"/>
                  </a:lnTo>
                  <a:lnTo>
                    <a:pt x="918431" y="380008"/>
                  </a:lnTo>
                  <a:lnTo>
                    <a:pt x="916510" y="380008"/>
                  </a:lnTo>
                  <a:lnTo>
                    <a:pt x="914588" y="380008"/>
                  </a:lnTo>
                  <a:lnTo>
                    <a:pt x="912667" y="380008"/>
                  </a:lnTo>
                  <a:lnTo>
                    <a:pt x="910746" y="380008"/>
                  </a:lnTo>
                  <a:lnTo>
                    <a:pt x="908824" y="380008"/>
                  </a:lnTo>
                  <a:lnTo>
                    <a:pt x="906903" y="380008"/>
                  </a:lnTo>
                  <a:lnTo>
                    <a:pt x="904981" y="380008"/>
                  </a:lnTo>
                  <a:lnTo>
                    <a:pt x="903060" y="380008"/>
                  </a:lnTo>
                  <a:lnTo>
                    <a:pt x="901139" y="380008"/>
                  </a:lnTo>
                  <a:lnTo>
                    <a:pt x="899217" y="380008"/>
                  </a:lnTo>
                  <a:lnTo>
                    <a:pt x="897296" y="380008"/>
                  </a:lnTo>
                  <a:lnTo>
                    <a:pt x="895374" y="380008"/>
                  </a:lnTo>
                  <a:lnTo>
                    <a:pt x="893453" y="380008"/>
                  </a:lnTo>
                  <a:lnTo>
                    <a:pt x="891532" y="380008"/>
                  </a:lnTo>
                  <a:lnTo>
                    <a:pt x="889610" y="380008"/>
                  </a:lnTo>
                  <a:lnTo>
                    <a:pt x="887689" y="380008"/>
                  </a:lnTo>
                  <a:lnTo>
                    <a:pt x="885767" y="380008"/>
                  </a:lnTo>
                  <a:lnTo>
                    <a:pt x="883846" y="380008"/>
                  </a:lnTo>
                  <a:lnTo>
                    <a:pt x="881925" y="380008"/>
                  </a:lnTo>
                  <a:lnTo>
                    <a:pt x="880003" y="380008"/>
                  </a:lnTo>
                  <a:lnTo>
                    <a:pt x="878082" y="380008"/>
                  </a:lnTo>
                  <a:lnTo>
                    <a:pt x="876160" y="380008"/>
                  </a:lnTo>
                  <a:lnTo>
                    <a:pt x="874239" y="380008"/>
                  </a:lnTo>
                  <a:lnTo>
                    <a:pt x="872318" y="380008"/>
                  </a:lnTo>
                  <a:lnTo>
                    <a:pt x="870396" y="380008"/>
                  </a:lnTo>
                  <a:lnTo>
                    <a:pt x="868475" y="380008"/>
                  </a:lnTo>
                  <a:lnTo>
                    <a:pt x="866553" y="380008"/>
                  </a:lnTo>
                  <a:lnTo>
                    <a:pt x="864632" y="380008"/>
                  </a:lnTo>
                  <a:lnTo>
                    <a:pt x="862710" y="380008"/>
                  </a:lnTo>
                  <a:lnTo>
                    <a:pt x="860789" y="380008"/>
                  </a:lnTo>
                  <a:lnTo>
                    <a:pt x="858868" y="380008"/>
                  </a:lnTo>
                  <a:lnTo>
                    <a:pt x="856946" y="380008"/>
                  </a:lnTo>
                  <a:lnTo>
                    <a:pt x="855025" y="380008"/>
                  </a:lnTo>
                  <a:lnTo>
                    <a:pt x="853103" y="380008"/>
                  </a:lnTo>
                  <a:lnTo>
                    <a:pt x="851182" y="380008"/>
                  </a:lnTo>
                  <a:lnTo>
                    <a:pt x="849261" y="380008"/>
                  </a:lnTo>
                  <a:lnTo>
                    <a:pt x="847339" y="380008"/>
                  </a:lnTo>
                  <a:lnTo>
                    <a:pt x="845418" y="380008"/>
                  </a:lnTo>
                  <a:lnTo>
                    <a:pt x="843496" y="380008"/>
                  </a:lnTo>
                  <a:lnTo>
                    <a:pt x="841575" y="380008"/>
                  </a:lnTo>
                  <a:lnTo>
                    <a:pt x="839654" y="380008"/>
                  </a:lnTo>
                  <a:lnTo>
                    <a:pt x="837732" y="380008"/>
                  </a:lnTo>
                  <a:lnTo>
                    <a:pt x="835811" y="380008"/>
                  </a:lnTo>
                  <a:lnTo>
                    <a:pt x="833889" y="380008"/>
                  </a:lnTo>
                  <a:lnTo>
                    <a:pt x="831968" y="380008"/>
                  </a:lnTo>
                  <a:lnTo>
                    <a:pt x="830047" y="380008"/>
                  </a:lnTo>
                  <a:lnTo>
                    <a:pt x="828125" y="380008"/>
                  </a:lnTo>
                  <a:lnTo>
                    <a:pt x="826204" y="380008"/>
                  </a:lnTo>
                  <a:lnTo>
                    <a:pt x="824282" y="380008"/>
                  </a:lnTo>
                  <a:lnTo>
                    <a:pt x="822361" y="380008"/>
                  </a:lnTo>
                  <a:lnTo>
                    <a:pt x="820440" y="380008"/>
                  </a:lnTo>
                  <a:lnTo>
                    <a:pt x="818518" y="380008"/>
                  </a:lnTo>
                  <a:lnTo>
                    <a:pt x="816597" y="380008"/>
                  </a:lnTo>
                  <a:lnTo>
                    <a:pt x="814675" y="380008"/>
                  </a:lnTo>
                  <a:lnTo>
                    <a:pt x="812754" y="380008"/>
                  </a:lnTo>
                  <a:lnTo>
                    <a:pt x="810833" y="380008"/>
                  </a:lnTo>
                  <a:lnTo>
                    <a:pt x="808911" y="380008"/>
                  </a:lnTo>
                  <a:lnTo>
                    <a:pt x="806990" y="380008"/>
                  </a:lnTo>
                  <a:lnTo>
                    <a:pt x="805068" y="380008"/>
                  </a:lnTo>
                  <a:lnTo>
                    <a:pt x="803147" y="380008"/>
                  </a:lnTo>
                  <a:lnTo>
                    <a:pt x="801226" y="380008"/>
                  </a:lnTo>
                  <a:lnTo>
                    <a:pt x="799304" y="380008"/>
                  </a:lnTo>
                  <a:lnTo>
                    <a:pt x="797383" y="380008"/>
                  </a:lnTo>
                  <a:lnTo>
                    <a:pt x="795461" y="380008"/>
                  </a:lnTo>
                  <a:lnTo>
                    <a:pt x="793540" y="380008"/>
                  </a:lnTo>
                  <a:lnTo>
                    <a:pt x="791618" y="380008"/>
                  </a:lnTo>
                  <a:lnTo>
                    <a:pt x="789697" y="380008"/>
                  </a:lnTo>
                  <a:lnTo>
                    <a:pt x="787776" y="380008"/>
                  </a:lnTo>
                  <a:lnTo>
                    <a:pt x="785854" y="380008"/>
                  </a:lnTo>
                  <a:lnTo>
                    <a:pt x="783933" y="380008"/>
                  </a:lnTo>
                  <a:lnTo>
                    <a:pt x="782011" y="380008"/>
                  </a:lnTo>
                  <a:lnTo>
                    <a:pt x="780090" y="380008"/>
                  </a:lnTo>
                  <a:lnTo>
                    <a:pt x="778169" y="380008"/>
                  </a:lnTo>
                  <a:lnTo>
                    <a:pt x="776247" y="380008"/>
                  </a:lnTo>
                  <a:lnTo>
                    <a:pt x="774326" y="380008"/>
                  </a:lnTo>
                  <a:lnTo>
                    <a:pt x="772404" y="380008"/>
                  </a:lnTo>
                  <a:lnTo>
                    <a:pt x="770483" y="380008"/>
                  </a:lnTo>
                  <a:lnTo>
                    <a:pt x="768562" y="380008"/>
                  </a:lnTo>
                  <a:lnTo>
                    <a:pt x="766640" y="380008"/>
                  </a:lnTo>
                  <a:lnTo>
                    <a:pt x="764719" y="380008"/>
                  </a:lnTo>
                  <a:lnTo>
                    <a:pt x="762797" y="380008"/>
                  </a:lnTo>
                  <a:lnTo>
                    <a:pt x="760876" y="380008"/>
                  </a:lnTo>
                  <a:lnTo>
                    <a:pt x="758955" y="380008"/>
                  </a:lnTo>
                  <a:lnTo>
                    <a:pt x="757033" y="380008"/>
                  </a:lnTo>
                  <a:lnTo>
                    <a:pt x="755112" y="380008"/>
                  </a:lnTo>
                  <a:lnTo>
                    <a:pt x="753190" y="380008"/>
                  </a:lnTo>
                  <a:lnTo>
                    <a:pt x="751269" y="380008"/>
                  </a:lnTo>
                  <a:lnTo>
                    <a:pt x="749348" y="380008"/>
                  </a:lnTo>
                  <a:lnTo>
                    <a:pt x="747426" y="380008"/>
                  </a:lnTo>
                  <a:lnTo>
                    <a:pt x="745505" y="380008"/>
                  </a:lnTo>
                  <a:lnTo>
                    <a:pt x="743583" y="380008"/>
                  </a:lnTo>
                  <a:lnTo>
                    <a:pt x="741662" y="380008"/>
                  </a:lnTo>
                  <a:lnTo>
                    <a:pt x="739741" y="380008"/>
                  </a:lnTo>
                  <a:lnTo>
                    <a:pt x="737819" y="380008"/>
                  </a:lnTo>
                  <a:lnTo>
                    <a:pt x="735898" y="380008"/>
                  </a:lnTo>
                  <a:lnTo>
                    <a:pt x="733976" y="380008"/>
                  </a:lnTo>
                  <a:lnTo>
                    <a:pt x="732055" y="380008"/>
                  </a:lnTo>
                  <a:lnTo>
                    <a:pt x="730134" y="380008"/>
                  </a:lnTo>
                  <a:lnTo>
                    <a:pt x="728212" y="380008"/>
                  </a:lnTo>
                  <a:lnTo>
                    <a:pt x="726291" y="380008"/>
                  </a:lnTo>
                  <a:lnTo>
                    <a:pt x="724369" y="380008"/>
                  </a:lnTo>
                  <a:lnTo>
                    <a:pt x="722448" y="380008"/>
                  </a:lnTo>
                  <a:lnTo>
                    <a:pt x="720526" y="380008"/>
                  </a:lnTo>
                  <a:lnTo>
                    <a:pt x="718605" y="380008"/>
                  </a:lnTo>
                  <a:lnTo>
                    <a:pt x="716684" y="380008"/>
                  </a:lnTo>
                  <a:lnTo>
                    <a:pt x="714762" y="380008"/>
                  </a:lnTo>
                  <a:lnTo>
                    <a:pt x="712841" y="380008"/>
                  </a:lnTo>
                  <a:lnTo>
                    <a:pt x="710919" y="380008"/>
                  </a:lnTo>
                  <a:lnTo>
                    <a:pt x="708998" y="380008"/>
                  </a:lnTo>
                  <a:lnTo>
                    <a:pt x="707077" y="380008"/>
                  </a:lnTo>
                  <a:lnTo>
                    <a:pt x="705155" y="380008"/>
                  </a:lnTo>
                  <a:lnTo>
                    <a:pt x="703234" y="380008"/>
                  </a:lnTo>
                  <a:lnTo>
                    <a:pt x="701312" y="380008"/>
                  </a:lnTo>
                  <a:lnTo>
                    <a:pt x="699391" y="380008"/>
                  </a:lnTo>
                  <a:lnTo>
                    <a:pt x="697470" y="380008"/>
                  </a:lnTo>
                  <a:lnTo>
                    <a:pt x="695548" y="380008"/>
                  </a:lnTo>
                  <a:lnTo>
                    <a:pt x="693627" y="380008"/>
                  </a:lnTo>
                  <a:lnTo>
                    <a:pt x="691705" y="380008"/>
                  </a:lnTo>
                  <a:lnTo>
                    <a:pt x="689784" y="380008"/>
                  </a:lnTo>
                  <a:lnTo>
                    <a:pt x="687863" y="380008"/>
                  </a:lnTo>
                  <a:lnTo>
                    <a:pt x="685941" y="380008"/>
                  </a:lnTo>
                  <a:lnTo>
                    <a:pt x="684020" y="380008"/>
                  </a:lnTo>
                  <a:lnTo>
                    <a:pt x="682098" y="380008"/>
                  </a:lnTo>
                  <a:lnTo>
                    <a:pt x="680177" y="380008"/>
                  </a:lnTo>
                  <a:lnTo>
                    <a:pt x="678256" y="380008"/>
                  </a:lnTo>
                  <a:lnTo>
                    <a:pt x="676334" y="380008"/>
                  </a:lnTo>
                  <a:lnTo>
                    <a:pt x="674413" y="380008"/>
                  </a:lnTo>
                  <a:lnTo>
                    <a:pt x="672491" y="380008"/>
                  </a:lnTo>
                  <a:lnTo>
                    <a:pt x="670570" y="380008"/>
                  </a:lnTo>
                  <a:lnTo>
                    <a:pt x="668649" y="380008"/>
                  </a:lnTo>
                  <a:lnTo>
                    <a:pt x="666727" y="380008"/>
                  </a:lnTo>
                  <a:lnTo>
                    <a:pt x="664806" y="380008"/>
                  </a:lnTo>
                  <a:lnTo>
                    <a:pt x="662884" y="380008"/>
                  </a:lnTo>
                  <a:lnTo>
                    <a:pt x="660963" y="380008"/>
                  </a:lnTo>
                  <a:lnTo>
                    <a:pt x="659042" y="380008"/>
                  </a:lnTo>
                  <a:lnTo>
                    <a:pt x="657120" y="380008"/>
                  </a:lnTo>
                  <a:lnTo>
                    <a:pt x="655199" y="380008"/>
                  </a:lnTo>
                  <a:lnTo>
                    <a:pt x="653277" y="380008"/>
                  </a:lnTo>
                  <a:lnTo>
                    <a:pt x="651356" y="380008"/>
                  </a:lnTo>
                  <a:lnTo>
                    <a:pt x="649434" y="380008"/>
                  </a:lnTo>
                  <a:lnTo>
                    <a:pt x="647513" y="380008"/>
                  </a:lnTo>
                  <a:lnTo>
                    <a:pt x="645592" y="380008"/>
                  </a:lnTo>
                  <a:lnTo>
                    <a:pt x="643670" y="380008"/>
                  </a:lnTo>
                  <a:lnTo>
                    <a:pt x="641749" y="380008"/>
                  </a:lnTo>
                  <a:lnTo>
                    <a:pt x="639827" y="380008"/>
                  </a:lnTo>
                  <a:lnTo>
                    <a:pt x="637906" y="380008"/>
                  </a:lnTo>
                  <a:lnTo>
                    <a:pt x="635985" y="380008"/>
                  </a:lnTo>
                  <a:lnTo>
                    <a:pt x="634063" y="380008"/>
                  </a:lnTo>
                  <a:lnTo>
                    <a:pt x="632142" y="380008"/>
                  </a:lnTo>
                  <a:lnTo>
                    <a:pt x="630220" y="380008"/>
                  </a:lnTo>
                  <a:lnTo>
                    <a:pt x="628299" y="380008"/>
                  </a:lnTo>
                  <a:lnTo>
                    <a:pt x="626378" y="380008"/>
                  </a:lnTo>
                  <a:lnTo>
                    <a:pt x="624456" y="380008"/>
                  </a:lnTo>
                  <a:lnTo>
                    <a:pt x="622535" y="380008"/>
                  </a:lnTo>
                  <a:lnTo>
                    <a:pt x="620613" y="380008"/>
                  </a:lnTo>
                  <a:lnTo>
                    <a:pt x="618692" y="380008"/>
                  </a:lnTo>
                  <a:lnTo>
                    <a:pt x="616771" y="380008"/>
                  </a:lnTo>
                  <a:lnTo>
                    <a:pt x="614849" y="380008"/>
                  </a:lnTo>
                  <a:lnTo>
                    <a:pt x="612928" y="380008"/>
                  </a:lnTo>
                  <a:lnTo>
                    <a:pt x="611006" y="380008"/>
                  </a:lnTo>
                  <a:lnTo>
                    <a:pt x="609085" y="380008"/>
                  </a:lnTo>
                  <a:lnTo>
                    <a:pt x="607164" y="380008"/>
                  </a:lnTo>
                  <a:lnTo>
                    <a:pt x="605242" y="380008"/>
                  </a:lnTo>
                  <a:lnTo>
                    <a:pt x="603321" y="380008"/>
                  </a:lnTo>
                  <a:lnTo>
                    <a:pt x="601399" y="380008"/>
                  </a:lnTo>
                  <a:lnTo>
                    <a:pt x="599478" y="380008"/>
                  </a:lnTo>
                  <a:lnTo>
                    <a:pt x="597557" y="380008"/>
                  </a:lnTo>
                  <a:lnTo>
                    <a:pt x="595635" y="380008"/>
                  </a:lnTo>
                  <a:lnTo>
                    <a:pt x="593714" y="380008"/>
                  </a:lnTo>
                  <a:lnTo>
                    <a:pt x="591792" y="380008"/>
                  </a:lnTo>
                  <a:lnTo>
                    <a:pt x="589871" y="380008"/>
                  </a:lnTo>
                  <a:lnTo>
                    <a:pt x="587950" y="380008"/>
                  </a:lnTo>
                  <a:lnTo>
                    <a:pt x="586028" y="380008"/>
                  </a:lnTo>
                  <a:lnTo>
                    <a:pt x="584107" y="380008"/>
                  </a:lnTo>
                  <a:lnTo>
                    <a:pt x="582185" y="380008"/>
                  </a:lnTo>
                  <a:lnTo>
                    <a:pt x="580264" y="380008"/>
                  </a:lnTo>
                  <a:lnTo>
                    <a:pt x="578342" y="380008"/>
                  </a:lnTo>
                  <a:lnTo>
                    <a:pt x="576421" y="380008"/>
                  </a:lnTo>
                  <a:lnTo>
                    <a:pt x="574500" y="380008"/>
                  </a:lnTo>
                  <a:lnTo>
                    <a:pt x="572578" y="380008"/>
                  </a:lnTo>
                  <a:lnTo>
                    <a:pt x="570657" y="380008"/>
                  </a:lnTo>
                  <a:lnTo>
                    <a:pt x="568735" y="380008"/>
                  </a:lnTo>
                  <a:lnTo>
                    <a:pt x="566814" y="380008"/>
                  </a:lnTo>
                  <a:lnTo>
                    <a:pt x="564893" y="380008"/>
                  </a:lnTo>
                  <a:lnTo>
                    <a:pt x="562971" y="380008"/>
                  </a:lnTo>
                  <a:lnTo>
                    <a:pt x="561050" y="380008"/>
                  </a:lnTo>
                  <a:lnTo>
                    <a:pt x="559128" y="380008"/>
                  </a:lnTo>
                  <a:lnTo>
                    <a:pt x="557207" y="380008"/>
                  </a:lnTo>
                  <a:lnTo>
                    <a:pt x="555286" y="380008"/>
                  </a:lnTo>
                  <a:lnTo>
                    <a:pt x="553364" y="380008"/>
                  </a:lnTo>
                  <a:lnTo>
                    <a:pt x="551443" y="380008"/>
                  </a:lnTo>
                  <a:lnTo>
                    <a:pt x="549521" y="380008"/>
                  </a:lnTo>
                  <a:lnTo>
                    <a:pt x="547600" y="380008"/>
                  </a:lnTo>
                  <a:lnTo>
                    <a:pt x="545679" y="380008"/>
                  </a:lnTo>
                  <a:lnTo>
                    <a:pt x="543757" y="380008"/>
                  </a:lnTo>
                  <a:lnTo>
                    <a:pt x="541836" y="380008"/>
                  </a:lnTo>
                  <a:lnTo>
                    <a:pt x="539914" y="380008"/>
                  </a:lnTo>
                  <a:lnTo>
                    <a:pt x="537993" y="380008"/>
                  </a:lnTo>
                  <a:lnTo>
                    <a:pt x="536072" y="380008"/>
                  </a:lnTo>
                  <a:lnTo>
                    <a:pt x="534150" y="380008"/>
                  </a:lnTo>
                  <a:lnTo>
                    <a:pt x="532229" y="380008"/>
                  </a:lnTo>
                  <a:lnTo>
                    <a:pt x="530307" y="380008"/>
                  </a:lnTo>
                  <a:lnTo>
                    <a:pt x="528386" y="380008"/>
                  </a:lnTo>
                  <a:lnTo>
                    <a:pt x="526465" y="380008"/>
                  </a:lnTo>
                  <a:lnTo>
                    <a:pt x="524543" y="380008"/>
                  </a:lnTo>
                  <a:lnTo>
                    <a:pt x="522622" y="380008"/>
                  </a:lnTo>
                  <a:lnTo>
                    <a:pt x="520700" y="380008"/>
                  </a:lnTo>
                  <a:lnTo>
                    <a:pt x="518779" y="380008"/>
                  </a:lnTo>
                  <a:lnTo>
                    <a:pt x="516858" y="380008"/>
                  </a:lnTo>
                  <a:lnTo>
                    <a:pt x="514936" y="380008"/>
                  </a:lnTo>
                  <a:lnTo>
                    <a:pt x="513015" y="380008"/>
                  </a:lnTo>
                  <a:lnTo>
                    <a:pt x="511093" y="380008"/>
                  </a:lnTo>
                  <a:lnTo>
                    <a:pt x="509172" y="380008"/>
                  </a:lnTo>
                  <a:lnTo>
                    <a:pt x="507250" y="380008"/>
                  </a:lnTo>
                  <a:lnTo>
                    <a:pt x="505329" y="380008"/>
                  </a:lnTo>
                  <a:lnTo>
                    <a:pt x="503408" y="380008"/>
                  </a:lnTo>
                  <a:lnTo>
                    <a:pt x="501486" y="380008"/>
                  </a:lnTo>
                  <a:lnTo>
                    <a:pt x="499565" y="380008"/>
                  </a:lnTo>
                  <a:lnTo>
                    <a:pt x="497643" y="380008"/>
                  </a:lnTo>
                  <a:lnTo>
                    <a:pt x="495722" y="380008"/>
                  </a:lnTo>
                  <a:lnTo>
                    <a:pt x="493801" y="380008"/>
                  </a:lnTo>
                  <a:lnTo>
                    <a:pt x="491879" y="380008"/>
                  </a:lnTo>
                  <a:lnTo>
                    <a:pt x="489958" y="380008"/>
                  </a:lnTo>
                  <a:lnTo>
                    <a:pt x="488036" y="380008"/>
                  </a:lnTo>
                  <a:lnTo>
                    <a:pt x="486115" y="380008"/>
                  </a:lnTo>
                  <a:lnTo>
                    <a:pt x="484194" y="380008"/>
                  </a:lnTo>
                  <a:lnTo>
                    <a:pt x="482272" y="380008"/>
                  </a:lnTo>
                  <a:lnTo>
                    <a:pt x="480351" y="380008"/>
                  </a:lnTo>
                  <a:lnTo>
                    <a:pt x="478429" y="380008"/>
                  </a:lnTo>
                  <a:lnTo>
                    <a:pt x="476508" y="380008"/>
                  </a:lnTo>
                  <a:lnTo>
                    <a:pt x="474587" y="380008"/>
                  </a:lnTo>
                  <a:lnTo>
                    <a:pt x="472665" y="380008"/>
                  </a:lnTo>
                  <a:lnTo>
                    <a:pt x="470744" y="380008"/>
                  </a:lnTo>
                  <a:lnTo>
                    <a:pt x="468822" y="380008"/>
                  </a:lnTo>
                  <a:lnTo>
                    <a:pt x="466901" y="380008"/>
                  </a:lnTo>
                  <a:lnTo>
                    <a:pt x="464980" y="380008"/>
                  </a:lnTo>
                  <a:lnTo>
                    <a:pt x="463058" y="380008"/>
                  </a:lnTo>
                  <a:lnTo>
                    <a:pt x="461137" y="380008"/>
                  </a:lnTo>
                  <a:lnTo>
                    <a:pt x="459215" y="380008"/>
                  </a:lnTo>
                  <a:lnTo>
                    <a:pt x="457294" y="380008"/>
                  </a:lnTo>
                  <a:lnTo>
                    <a:pt x="455373" y="380008"/>
                  </a:lnTo>
                  <a:lnTo>
                    <a:pt x="453451" y="380008"/>
                  </a:lnTo>
                  <a:lnTo>
                    <a:pt x="451530" y="380008"/>
                  </a:lnTo>
                  <a:lnTo>
                    <a:pt x="449608" y="380008"/>
                  </a:lnTo>
                  <a:lnTo>
                    <a:pt x="447687" y="380008"/>
                  </a:lnTo>
                  <a:lnTo>
                    <a:pt x="445766" y="380008"/>
                  </a:lnTo>
                  <a:lnTo>
                    <a:pt x="443844" y="380008"/>
                  </a:lnTo>
                  <a:lnTo>
                    <a:pt x="441923" y="380008"/>
                  </a:lnTo>
                  <a:lnTo>
                    <a:pt x="440001" y="380008"/>
                  </a:lnTo>
                  <a:lnTo>
                    <a:pt x="438080" y="380008"/>
                  </a:lnTo>
                  <a:lnTo>
                    <a:pt x="436159" y="380008"/>
                  </a:lnTo>
                  <a:lnTo>
                    <a:pt x="434237" y="380008"/>
                  </a:lnTo>
                  <a:lnTo>
                    <a:pt x="432316" y="380008"/>
                  </a:lnTo>
                  <a:lnTo>
                    <a:pt x="430394" y="380008"/>
                  </a:lnTo>
                  <a:lnTo>
                    <a:pt x="428473" y="380008"/>
                  </a:lnTo>
                  <a:lnTo>
                    <a:pt x="426551" y="380008"/>
                  </a:lnTo>
                  <a:lnTo>
                    <a:pt x="424630" y="380008"/>
                  </a:lnTo>
                  <a:lnTo>
                    <a:pt x="422709" y="380008"/>
                  </a:lnTo>
                  <a:lnTo>
                    <a:pt x="420787" y="380008"/>
                  </a:lnTo>
                  <a:lnTo>
                    <a:pt x="418866" y="380008"/>
                  </a:lnTo>
                  <a:lnTo>
                    <a:pt x="416944" y="380008"/>
                  </a:lnTo>
                  <a:lnTo>
                    <a:pt x="415023" y="380008"/>
                  </a:lnTo>
                  <a:lnTo>
                    <a:pt x="413102" y="380008"/>
                  </a:lnTo>
                  <a:lnTo>
                    <a:pt x="411180" y="380008"/>
                  </a:lnTo>
                  <a:lnTo>
                    <a:pt x="409259" y="380008"/>
                  </a:lnTo>
                  <a:lnTo>
                    <a:pt x="407337" y="380008"/>
                  </a:lnTo>
                  <a:lnTo>
                    <a:pt x="405416" y="380008"/>
                  </a:lnTo>
                  <a:lnTo>
                    <a:pt x="403495" y="380008"/>
                  </a:lnTo>
                  <a:lnTo>
                    <a:pt x="401573" y="380008"/>
                  </a:lnTo>
                  <a:lnTo>
                    <a:pt x="399652" y="380008"/>
                  </a:lnTo>
                  <a:lnTo>
                    <a:pt x="397730" y="380008"/>
                  </a:lnTo>
                  <a:lnTo>
                    <a:pt x="395809" y="380008"/>
                  </a:lnTo>
                  <a:lnTo>
                    <a:pt x="393888" y="380008"/>
                  </a:lnTo>
                  <a:lnTo>
                    <a:pt x="391966" y="380008"/>
                  </a:lnTo>
                  <a:lnTo>
                    <a:pt x="390045" y="380008"/>
                  </a:lnTo>
                  <a:lnTo>
                    <a:pt x="388123" y="380008"/>
                  </a:lnTo>
                  <a:lnTo>
                    <a:pt x="386202" y="380008"/>
                  </a:lnTo>
                  <a:lnTo>
                    <a:pt x="384281" y="380008"/>
                  </a:lnTo>
                  <a:lnTo>
                    <a:pt x="382359" y="380008"/>
                  </a:lnTo>
                  <a:lnTo>
                    <a:pt x="380438" y="380008"/>
                  </a:lnTo>
                  <a:lnTo>
                    <a:pt x="378516" y="380008"/>
                  </a:lnTo>
                  <a:lnTo>
                    <a:pt x="376595" y="380008"/>
                  </a:lnTo>
                  <a:lnTo>
                    <a:pt x="374674" y="380008"/>
                  </a:lnTo>
                  <a:lnTo>
                    <a:pt x="372752" y="380008"/>
                  </a:lnTo>
                  <a:lnTo>
                    <a:pt x="370831" y="380008"/>
                  </a:lnTo>
                  <a:lnTo>
                    <a:pt x="368909" y="380008"/>
                  </a:lnTo>
                  <a:lnTo>
                    <a:pt x="366988" y="380008"/>
                  </a:lnTo>
                  <a:lnTo>
                    <a:pt x="365067" y="380008"/>
                  </a:lnTo>
                  <a:lnTo>
                    <a:pt x="363145" y="380008"/>
                  </a:lnTo>
                  <a:lnTo>
                    <a:pt x="361224" y="380008"/>
                  </a:lnTo>
                  <a:lnTo>
                    <a:pt x="359302" y="380008"/>
                  </a:lnTo>
                  <a:lnTo>
                    <a:pt x="357381" y="380008"/>
                  </a:lnTo>
                  <a:lnTo>
                    <a:pt x="355459" y="380008"/>
                  </a:lnTo>
                  <a:lnTo>
                    <a:pt x="353538" y="380008"/>
                  </a:lnTo>
                  <a:lnTo>
                    <a:pt x="351617" y="380008"/>
                  </a:lnTo>
                  <a:lnTo>
                    <a:pt x="349695" y="380008"/>
                  </a:lnTo>
                  <a:lnTo>
                    <a:pt x="347774" y="380008"/>
                  </a:lnTo>
                  <a:lnTo>
                    <a:pt x="345852" y="380008"/>
                  </a:lnTo>
                  <a:lnTo>
                    <a:pt x="343931" y="380008"/>
                  </a:lnTo>
                  <a:lnTo>
                    <a:pt x="342010" y="380008"/>
                  </a:lnTo>
                  <a:lnTo>
                    <a:pt x="340088" y="380008"/>
                  </a:lnTo>
                  <a:lnTo>
                    <a:pt x="338167" y="380008"/>
                  </a:lnTo>
                  <a:lnTo>
                    <a:pt x="336245" y="380008"/>
                  </a:lnTo>
                  <a:lnTo>
                    <a:pt x="334324" y="380008"/>
                  </a:lnTo>
                  <a:lnTo>
                    <a:pt x="332403" y="380008"/>
                  </a:lnTo>
                  <a:lnTo>
                    <a:pt x="330481" y="380008"/>
                  </a:lnTo>
                  <a:lnTo>
                    <a:pt x="328560" y="380008"/>
                  </a:lnTo>
                  <a:lnTo>
                    <a:pt x="326638" y="380008"/>
                  </a:lnTo>
                  <a:lnTo>
                    <a:pt x="324717" y="380008"/>
                  </a:lnTo>
                  <a:lnTo>
                    <a:pt x="322796" y="380008"/>
                  </a:lnTo>
                  <a:lnTo>
                    <a:pt x="320874" y="380008"/>
                  </a:lnTo>
                  <a:lnTo>
                    <a:pt x="318953" y="380008"/>
                  </a:lnTo>
                  <a:lnTo>
                    <a:pt x="317031" y="380008"/>
                  </a:lnTo>
                  <a:lnTo>
                    <a:pt x="315110" y="380008"/>
                  </a:lnTo>
                  <a:lnTo>
                    <a:pt x="313189" y="380008"/>
                  </a:lnTo>
                  <a:lnTo>
                    <a:pt x="311267" y="380008"/>
                  </a:lnTo>
                  <a:lnTo>
                    <a:pt x="309346" y="380008"/>
                  </a:lnTo>
                  <a:lnTo>
                    <a:pt x="307424" y="380008"/>
                  </a:lnTo>
                  <a:lnTo>
                    <a:pt x="305503" y="380008"/>
                  </a:lnTo>
                  <a:lnTo>
                    <a:pt x="303582" y="380008"/>
                  </a:lnTo>
                  <a:lnTo>
                    <a:pt x="301660" y="380008"/>
                  </a:lnTo>
                  <a:lnTo>
                    <a:pt x="299739" y="380008"/>
                  </a:lnTo>
                  <a:lnTo>
                    <a:pt x="297817" y="380008"/>
                  </a:lnTo>
                  <a:lnTo>
                    <a:pt x="295896" y="380008"/>
                  </a:lnTo>
                  <a:lnTo>
                    <a:pt x="293975" y="380008"/>
                  </a:lnTo>
                  <a:lnTo>
                    <a:pt x="292053" y="380008"/>
                  </a:lnTo>
                  <a:lnTo>
                    <a:pt x="290132" y="380008"/>
                  </a:lnTo>
                  <a:lnTo>
                    <a:pt x="288210" y="380008"/>
                  </a:lnTo>
                  <a:lnTo>
                    <a:pt x="286289" y="380008"/>
                  </a:lnTo>
                  <a:lnTo>
                    <a:pt x="284367" y="380008"/>
                  </a:lnTo>
                  <a:lnTo>
                    <a:pt x="282446" y="380008"/>
                  </a:lnTo>
                  <a:lnTo>
                    <a:pt x="280525" y="380008"/>
                  </a:lnTo>
                  <a:lnTo>
                    <a:pt x="278603" y="380008"/>
                  </a:lnTo>
                  <a:lnTo>
                    <a:pt x="276682" y="380008"/>
                  </a:lnTo>
                  <a:lnTo>
                    <a:pt x="274760" y="380008"/>
                  </a:lnTo>
                  <a:lnTo>
                    <a:pt x="272839" y="380008"/>
                  </a:lnTo>
                  <a:lnTo>
                    <a:pt x="270918" y="380008"/>
                  </a:lnTo>
                  <a:lnTo>
                    <a:pt x="268996" y="380008"/>
                  </a:lnTo>
                  <a:lnTo>
                    <a:pt x="267075" y="380008"/>
                  </a:lnTo>
                  <a:lnTo>
                    <a:pt x="265153" y="380008"/>
                  </a:lnTo>
                  <a:lnTo>
                    <a:pt x="263232" y="380008"/>
                  </a:lnTo>
                  <a:lnTo>
                    <a:pt x="261311" y="380008"/>
                  </a:lnTo>
                  <a:lnTo>
                    <a:pt x="259389" y="380008"/>
                  </a:lnTo>
                  <a:lnTo>
                    <a:pt x="257468" y="380008"/>
                  </a:lnTo>
                  <a:lnTo>
                    <a:pt x="255546" y="380008"/>
                  </a:lnTo>
                  <a:lnTo>
                    <a:pt x="253625" y="380008"/>
                  </a:lnTo>
                  <a:lnTo>
                    <a:pt x="251704" y="380008"/>
                  </a:lnTo>
                  <a:lnTo>
                    <a:pt x="249782" y="380008"/>
                  </a:lnTo>
                  <a:lnTo>
                    <a:pt x="247861" y="380008"/>
                  </a:lnTo>
                  <a:lnTo>
                    <a:pt x="245939" y="380008"/>
                  </a:lnTo>
                  <a:lnTo>
                    <a:pt x="244018" y="380008"/>
                  </a:lnTo>
                  <a:lnTo>
                    <a:pt x="242097" y="380008"/>
                  </a:lnTo>
                  <a:lnTo>
                    <a:pt x="240175" y="380008"/>
                  </a:lnTo>
                  <a:lnTo>
                    <a:pt x="238254" y="380008"/>
                  </a:lnTo>
                  <a:lnTo>
                    <a:pt x="236332" y="380008"/>
                  </a:lnTo>
                  <a:lnTo>
                    <a:pt x="234411" y="380008"/>
                  </a:lnTo>
                  <a:lnTo>
                    <a:pt x="232490" y="380008"/>
                  </a:lnTo>
                  <a:lnTo>
                    <a:pt x="230568" y="380008"/>
                  </a:lnTo>
                  <a:lnTo>
                    <a:pt x="228647" y="380008"/>
                  </a:lnTo>
                  <a:lnTo>
                    <a:pt x="226725" y="380008"/>
                  </a:lnTo>
                  <a:lnTo>
                    <a:pt x="224804" y="380008"/>
                  </a:lnTo>
                  <a:lnTo>
                    <a:pt x="222883" y="380008"/>
                  </a:lnTo>
                  <a:lnTo>
                    <a:pt x="220961" y="380008"/>
                  </a:lnTo>
                  <a:lnTo>
                    <a:pt x="219040" y="380008"/>
                  </a:lnTo>
                  <a:lnTo>
                    <a:pt x="217118" y="380008"/>
                  </a:lnTo>
                  <a:lnTo>
                    <a:pt x="215197" y="380008"/>
                  </a:lnTo>
                  <a:lnTo>
                    <a:pt x="213275" y="380008"/>
                  </a:lnTo>
                  <a:lnTo>
                    <a:pt x="211354" y="380008"/>
                  </a:lnTo>
                  <a:lnTo>
                    <a:pt x="209433" y="380008"/>
                  </a:lnTo>
                  <a:lnTo>
                    <a:pt x="207511" y="380008"/>
                  </a:lnTo>
                  <a:lnTo>
                    <a:pt x="205590" y="380008"/>
                  </a:lnTo>
                  <a:lnTo>
                    <a:pt x="203668" y="380008"/>
                  </a:lnTo>
                  <a:lnTo>
                    <a:pt x="201747" y="380008"/>
                  </a:lnTo>
                  <a:lnTo>
                    <a:pt x="199826" y="380008"/>
                  </a:lnTo>
                  <a:lnTo>
                    <a:pt x="197904" y="380008"/>
                  </a:lnTo>
                  <a:lnTo>
                    <a:pt x="195983" y="380008"/>
                  </a:lnTo>
                  <a:lnTo>
                    <a:pt x="194061" y="380008"/>
                  </a:lnTo>
                  <a:lnTo>
                    <a:pt x="192140" y="380008"/>
                  </a:lnTo>
                  <a:lnTo>
                    <a:pt x="190219" y="380008"/>
                  </a:lnTo>
                  <a:lnTo>
                    <a:pt x="188297" y="380008"/>
                  </a:lnTo>
                  <a:lnTo>
                    <a:pt x="186376" y="380008"/>
                  </a:lnTo>
                  <a:lnTo>
                    <a:pt x="184454" y="380008"/>
                  </a:lnTo>
                  <a:lnTo>
                    <a:pt x="182533" y="380008"/>
                  </a:lnTo>
                  <a:lnTo>
                    <a:pt x="180612" y="380008"/>
                  </a:lnTo>
                  <a:lnTo>
                    <a:pt x="178690" y="380008"/>
                  </a:lnTo>
                  <a:lnTo>
                    <a:pt x="176769" y="380008"/>
                  </a:lnTo>
                  <a:lnTo>
                    <a:pt x="174847" y="380008"/>
                  </a:lnTo>
                  <a:lnTo>
                    <a:pt x="172926" y="380008"/>
                  </a:lnTo>
                  <a:lnTo>
                    <a:pt x="171005" y="380008"/>
                  </a:lnTo>
                  <a:lnTo>
                    <a:pt x="169083" y="380008"/>
                  </a:lnTo>
                  <a:lnTo>
                    <a:pt x="167162" y="380008"/>
                  </a:lnTo>
                  <a:lnTo>
                    <a:pt x="165240" y="380008"/>
                  </a:lnTo>
                  <a:lnTo>
                    <a:pt x="163319" y="380008"/>
                  </a:lnTo>
                  <a:lnTo>
                    <a:pt x="161398" y="380008"/>
                  </a:lnTo>
                  <a:lnTo>
                    <a:pt x="159476" y="380008"/>
                  </a:lnTo>
                  <a:lnTo>
                    <a:pt x="157555" y="380008"/>
                  </a:lnTo>
                  <a:lnTo>
                    <a:pt x="155633" y="380008"/>
                  </a:lnTo>
                  <a:lnTo>
                    <a:pt x="153712" y="380008"/>
                  </a:lnTo>
                  <a:lnTo>
                    <a:pt x="151791" y="380008"/>
                  </a:lnTo>
                  <a:lnTo>
                    <a:pt x="149869" y="380008"/>
                  </a:lnTo>
                  <a:lnTo>
                    <a:pt x="147948" y="380008"/>
                  </a:lnTo>
                  <a:lnTo>
                    <a:pt x="146026" y="380008"/>
                  </a:lnTo>
                  <a:lnTo>
                    <a:pt x="144105" y="380008"/>
                  </a:lnTo>
                  <a:lnTo>
                    <a:pt x="142183" y="380008"/>
                  </a:lnTo>
                  <a:lnTo>
                    <a:pt x="140262" y="380008"/>
                  </a:lnTo>
                  <a:lnTo>
                    <a:pt x="138341" y="380008"/>
                  </a:lnTo>
                  <a:lnTo>
                    <a:pt x="136419" y="380008"/>
                  </a:lnTo>
                  <a:lnTo>
                    <a:pt x="134498" y="380008"/>
                  </a:lnTo>
                  <a:lnTo>
                    <a:pt x="132576" y="380008"/>
                  </a:lnTo>
                  <a:lnTo>
                    <a:pt x="130655" y="380008"/>
                  </a:lnTo>
                  <a:lnTo>
                    <a:pt x="128734" y="380008"/>
                  </a:lnTo>
                  <a:lnTo>
                    <a:pt x="126812" y="380008"/>
                  </a:lnTo>
                  <a:lnTo>
                    <a:pt x="124891" y="380008"/>
                  </a:lnTo>
                  <a:lnTo>
                    <a:pt x="122969" y="380008"/>
                  </a:lnTo>
                  <a:lnTo>
                    <a:pt x="121048" y="380008"/>
                  </a:lnTo>
                  <a:lnTo>
                    <a:pt x="119127" y="380008"/>
                  </a:lnTo>
                  <a:lnTo>
                    <a:pt x="117205" y="380008"/>
                  </a:lnTo>
                  <a:lnTo>
                    <a:pt x="115284" y="380008"/>
                  </a:lnTo>
                  <a:lnTo>
                    <a:pt x="113362" y="380008"/>
                  </a:lnTo>
                  <a:lnTo>
                    <a:pt x="111441" y="380008"/>
                  </a:lnTo>
                  <a:lnTo>
                    <a:pt x="109520" y="380008"/>
                  </a:lnTo>
                  <a:lnTo>
                    <a:pt x="107598" y="380008"/>
                  </a:lnTo>
                  <a:lnTo>
                    <a:pt x="105677" y="380008"/>
                  </a:lnTo>
                  <a:lnTo>
                    <a:pt x="103755" y="380008"/>
                  </a:lnTo>
                  <a:lnTo>
                    <a:pt x="101834" y="380008"/>
                  </a:lnTo>
                  <a:lnTo>
                    <a:pt x="99913" y="380008"/>
                  </a:lnTo>
                  <a:lnTo>
                    <a:pt x="97991" y="380008"/>
                  </a:lnTo>
                  <a:lnTo>
                    <a:pt x="96070" y="380008"/>
                  </a:lnTo>
                  <a:lnTo>
                    <a:pt x="94148" y="380008"/>
                  </a:lnTo>
                  <a:lnTo>
                    <a:pt x="92227" y="380008"/>
                  </a:lnTo>
                  <a:lnTo>
                    <a:pt x="90306" y="380008"/>
                  </a:lnTo>
                  <a:lnTo>
                    <a:pt x="88384" y="380008"/>
                  </a:lnTo>
                  <a:lnTo>
                    <a:pt x="86463" y="380008"/>
                  </a:lnTo>
                  <a:lnTo>
                    <a:pt x="84541" y="380008"/>
                  </a:lnTo>
                  <a:lnTo>
                    <a:pt x="82620" y="380008"/>
                  </a:lnTo>
                  <a:lnTo>
                    <a:pt x="80699" y="380008"/>
                  </a:lnTo>
                  <a:lnTo>
                    <a:pt x="78777" y="380008"/>
                  </a:lnTo>
                  <a:lnTo>
                    <a:pt x="76856" y="380008"/>
                  </a:lnTo>
                  <a:lnTo>
                    <a:pt x="74934" y="380008"/>
                  </a:lnTo>
                  <a:lnTo>
                    <a:pt x="73013" y="380008"/>
                  </a:lnTo>
                  <a:lnTo>
                    <a:pt x="71091" y="380008"/>
                  </a:lnTo>
                  <a:lnTo>
                    <a:pt x="69170" y="380008"/>
                  </a:lnTo>
                  <a:lnTo>
                    <a:pt x="67249" y="380008"/>
                  </a:lnTo>
                  <a:lnTo>
                    <a:pt x="65327" y="380008"/>
                  </a:lnTo>
                  <a:lnTo>
                    <a:pt x="63406" y="380008"/>
                  </a:lnTo>
                  <a:lnTo>
                    <a:pt x="61484" y="380008"/>
                  </a:lnTo>
                  <a:lnTo>
                    <a:pt x="59563" y="380008"/>
                  </a:lnTo>
                  <a:lnTo>
                    <a:pt x="57642" y="380008"/>
                  </a:lnTo>
                  <a:lnTo>
                    <a:pt x="55720" y="380008"/>
                  </a:lnTo>
                  <a:lnTo>
                    <a:pt x="53799" y="380008"/>
                  </a:lnTo>
                  <a:lnTo>
                    <a:pt x="51877" y="380008"/>
                  </a:lnTo>
                  <a:lnTo>
                    <a:pt x="49956" y="380008"/>
                  </a:lnTo>
                  <a:lnTo>
                    <a:pt x="48035" y="380008"/>
                  </a:lnTo>
                  <a:lnTo>
                    <a:pt x="46113" y="380008"/>
                  </a:lnTo>
                  <a:lnTo>
                    <a:pt x="44192" y="380008"/>
                  </a:lnTo>
                  <a:lnTo>
                    <a:pt x="42270" y="380008"/>
                  </a:lnTo>
                  <a:lnTo>
                    <a:pt x="40349" y="380008"/>
                  </a:lnTo>
                  <a:lnTo>
                    <a:pt x="38428" y="380008"/>
                  </a:lnTo>
                  <a:lnTo>
                    <a:pt x="36506" y="380008"/>
                  </a:lnTo>
                  <a:lnTo>
                    <a:pt x="34585" y="380008"/>
                  </a:lnTo>
                  <a:lnTo>
                    <a:pt x="32663" y="380008"/>
                  </a:lnTo>
                  <a:lnTo>
                    <a:pt x="30742" y="380008"/>
                  </a:lnTo>
                  <a:lnTo>
                    <a:pt x="28821" y="380008"/>
                  </a:lnTo>
                  <a:lnTo>
                    <a:pt x="26899" y="380008"/>
                  </a:lnTo>
                  <a:lnTo>
                    <a:pt x="24978" y="380008"/>
                  </a:lnTo>
                  <a:lnTo>
                    <a:pt x="23056" y="380008"/>
                  </a:lnTo>
                  <a:lnTo>
                    <a:pt x="21135" y="380008"/>
                  </a:lnTo>
                  <a:lnTo>
                    <a:pt x="19214" y="380008"/>
                  </a:lnTo>
                  <a:lnTo>
                    <a:pt x="17292" y="380008"/>
                  </a:lnTo>
                  <a:lnTo>
                    <a:pt x="15371" y="380008"/>
                  </a:lnTo>
                  <a:lnTo>
                    <a:pt x="13449" y="380008"/>
                  </a:lnTo>
                  <a:lnTo>
                    <a:pt x="11528" y="380008"/>
                  </a:lnTo>
                  <a:lnTo>
                    <a:pt x="9607" y="380008"/>
                  </a:lnTo>
                  <a:lnTo>
                    <a:pt x="7685" y="380008"/>
                  </a:lnTo>
                  <a:lnTo>
                    <a:pt x="5764" y="380008"/>
                  </a:lnTo>
                  <a:lnTo>
                    <a:pt x="3842" y="380008"/>
                  </a:lnTo>
                  <a:lnTo>
                    <a:pt x="1921" y="38000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5467762" y="2403014"/>
              <a:ext cx="981838" cy="380008"/>
            </a:xfrm>
            <a:custGeom>
              <a:avLst/>
              <a:pathLst>
                <a:path w="981838" h="380008">
                  <a:moveTo>
                    <a:pt x="0" y="380008"/>
                  </a:moveTo>
                  <a:lnTo>
                    <a:pt x="1921" y="380008"/>
                  </a:lnTo>
                  <a:lnTo>
                    <a:pt x="3842" y="380008"/>
                  </a:lnTo>
                  <a:lnTo>
                    <a:pt x="5764" y="380008"/>
                  </a:lnTo>
                  <a:lnTo>
                    <a:pt x="7685" y="380008"/>
                  </a:lnTo>
                  <a:lnTo>
                    <a:pt x="9607" y="380008"/>
                  </a:lnTo>
                  <a:lnTo>
                    <a:pt x="11528" y="380008"/>
                  </a:lnTo>
                  <a:lnTo>
                    <a:pt x="13449" y="380008"/>
                  </a:lnTo>
                  <a:lnTo>
                    <a:pt x="15371" y="380008"/>
                  </a:lnTo>
                  <a:lnTo>
                    <a:pt x="17292" y="380008"/>
                  </a:lnTo>
                  <a:lnTo>
                    <a:pt x="19214" y="380008"/>
                  </a:lnTo>
                  <a:lnTo>
                    <a:pt x="21135" y="380008"/>
                  </a:lnTo>
                  <a:lnTo>
                    <a:pt x="23056" y="380008"/>
                  </a:lnTo>
                  <a:lnTo>
                    <a:pt x="24978" y="380008"/>
                  </a:lnTo>
                  <a:lnTo>
                    <a:pt x="26899" y="380008"/>
                  </a:lnTo>
                  <a:lnTo>
                    <a:pt x="28821" y="380008"/>
                  </a:lnTo>
                  <a:lnTo>
                    <a:pt x="30742" y="380007"/>
                  </a:lnTo>
                  <a:lnTo>
                    <a:pt x="32663" y="380007"/>
                  </a:lnTo>
                  <a:lnTo>
                    <a:pt x="34585" y="380006"/>
                  </a:lnTo>
                  <a:lnTo>
                    <a:pt x="36506" y="380005"/>
                  </a:lnTo>
                  <a:lnTo>
                    <a:pt x="38428" y="380004"/>
                  </a:lnTo>
                  <a:lnTo>
                    <a:pt x="40349" y="380001"/>
                  </a:lnTo>
                  <a:lnTo>
                    <a:pt x="42270" y="379998"/>
                  </a:lnTo>
                  <a:lnTo>
                    <a:pt x="44192" y="379993"/>
                  </a:lnTo>
                  <a:lnTo>
                    <a:pt x="46113" y="379987"/>
                  </a:lnTo>
                  <a:lnTo>
                    <a:pt x="48035" y="379978"/>
                  </a:lnTo>
                  <a:lnTo>
                    <a:pt x="49956" y="379965"/>
                  </a:lnTo>
                  <a:lnTo>
                    <a:pt x="51877" y="379949"/>
                  </a:lnTo>
                  <a:lnTo>
                    <a:pt x="53799" y="379928"/>
                  </a:lnTo>
                  <a:lnTo>
                    <a:pt x="55720" y="379899"/>
                  </a:lnTo>
                  <a:lnTo>
                    <a:pt x="57642" y="379863"/>
                  </a:lnTo>
                  <a:lnTo>
                    <a:pt x="59563" y="379817"/>
                  </a:lnTo>
                  <a:lnTo>
                    <a:pt x="61484" y="379760"/>
                  </a:lnTo>
                  <a:lnTo>
                    <a:pt x="63406" y="379690"/>
                  </a:lnTo>
                  <a:lnTo>
                    <a:pt x="65327" y="379605"/>
                  </a:lnTo>
                  <a:lnTo>
                    <a:pt x="67249" y="379504"/>
                  </a:lnTo>
                  <a:lnTo>
                    <a:pt x="69170" y="379384"/>
                  </a:lnTo>
                  <a:lnTo>
                    <a:pt x="71091" y="379241"/>
                  </a:lnTo>
                  <a:lnTo>
                    <a:pt x="73013" y="379075"/>
                  </a:lnTo>
                  <a:lnTo>
                    <a:pt x="74934" y="378885"/>
                  </a:lnTo>
                  <a:lnTo>
                    <a:pt x="76856" y="378669"/>
                  </a:lnTo>
                  <a:lnTo>
                    <a:pt x="78777" y="378426"/>
                  </a:lnTo>
                  <a:lnTo>
                    <a:pt x="80699" y="378154"/>
                  </a:lnTo>
                  <a:lnTo>
                    <a:pt x="82620" y="377852"/>
                  </a:lnTo>
                  <a:lnTo>
                    <a:pt x="84541" y="377519"/>
                  </a:lnTo>
                  <a:lnTo>
                    <a:pt x="86463" y="377153"/>
                  </a:lnTo>
                  <a:lnTo>
                    <a:pt x="88384" y="376749"/>
                  </a:lnTo>
                  <a:lnTo>
                    <a:pt x="90306" y="376308"/>
                  </a:lnTo>
                  <a:lnTo>
                    <a:pt x="92227" y="375832"/>
                  </a:lnTo>
                  <a:lnTo>
                    <a:pt x="94148" y="375318"/>
                  </a:lnTo>
                  <a:lnTo>
                    <a:pt x="96070" y="374766"/>
                  </a:lnTo>
                  <a:lnTo>
                    <a:pt x="97991" y="374177"/>
                  </a:lnTo>
                  <a:lnTo>
                    <a:pt x="99913" y="373550"/>
                  </a:lnTo>
                  <a:lnTo>
                    <a:pt x="101834" y="372888"/>
                  </a:lnTo>
                  <a:lnTo>
                    <a:pt x="103755" y="372191"/>
                  </a:lnTo>
                  <a:lnTo>
                    <a:pt x="105677" y="371460"/>
                  </a:lnTo>
                  <a:lnTo>
                    <a:pt x="107598" y="370703"/>
                  </a:lnTo>
                  <a:lnTo>
                    <a:pt x="109520" y="369925"/>
                  </a:lnTo>
                  <a:lnTo>
                    <a:pt x="111441" y="369132"/>
                  </a:lnTo>
                  <a:lnTo>
                    <a:pt x="113362" y="368328"/>
                  </a:lnTo>
                  <a:lnTo>
                    <a:pt x="115284" y="367522"/>
                  </a:lnTo>
                  <a:lnTo>
                    <a:pt x="117205" y="366718"/>
                  </a:lnTo>
                  <a:lnTo>
                    <a:pt x="119127" y="365924"/>
                  </a:lnTo>
                  <a:lnTo>
                    <a:pt x="121048" y="365147"/>
                  </a:lnTo>
                  <a:lnTo>
                    <a:pt x="122969" y="364393"/>
                  </a:lnTo>
                  <a:lnTo>
                    <a:pt x="124891" y="363668"/>
                  </a:lnTo>
                  <a:lnTo>
                    <a:pt x="126812" y="362973"/>
                  </a:lnTo>
                  <a:lnTo>
                    <a:pt x="128734" y="362313"/>
                  </a:lnTo>
                  <a:lnTo>
                    <a:pt x="130655" y="361690"/>
                  </a:lnTo>
                  <a:lnTo>
                    <a:pt x="132576" y="361105"/>
                  </a:lnTo>
                  <a:lnTo>
                    <a:pt x="134498" y="360559"/>
                  </a:lnTo>
                  <a:lnTo>
                    <a:pt x="136419" y="360052"/>
                  </a:lnTo>
                  <a:lnTo>
                    <a:pt x="138341" y="359588"/>
                  </a:lnTo>
                  <a:lnTo>
                    <a:pt x="140262" y="359165"/>
                  </a:lnTo>
                  <a:lnTo>
                    <a:pt x="142183" y="358779"/>
                  </a:lnTo>
                  <a:lnTo>
                    <a:pt x="144105" y="358432"/>
                  </a:lnTo>
                  <a:lnTo>
                    <a:pt x="146026" y="358123"/>
                  </a:lnTo>
                  <a:lnTo>
                    <a:pt x="147948" y="357853"/>
                  </a:lnTo>
                  <a:lnTo>
                    <a:pt x="149869" y="357622"/>
                  </a:lnTo>
                  <a:lnTo>
                    <a:pt x="151791" y="357432"/>
                  </a:lnTo>
                  <a:lnTo>
                    <a:pt x="153712" y="357284"/>
                  </a:lnTo>
                  <a:lnTo>
                    <a:pt x="155633" y="357184"/>
                  </a:lnTo>
                  <a:lnTo>
                    <a:pt x="157555" y="357130"/>
                  </a:lnTo>
                  <a:lnTo>
                    <a:pt x="159476" y="357121"/>
                  </a:lnTo>
                  <a:lnTo>
                    <a:pt x="161398" y="357154"/>
                  </a:lnTo>
                  <a:lnTo>
                    <a:pt x="163319" y="357227"/>
                  </a:lnTo>
                  <a:lnTo>
                    <a:pt x="165240" y="357337"/>
                  </a:lnTo>
                  <a:lnTo>
                    <a:pt x="167162" y="357478"/>
                  </a:lnTo>
                  <a:lnTo>
                    <a:pt x="169083" y="357643"/>
                  </a:lnTo>
                  <a:lnTo>
                    <a:pt x="171005" y="357823"/>
                  </a:lnTo>
                  <a:lnTo>
                    <a:pt x="172926" y="358007"/>
                  </a:lnTo>
                  <a:lnTo>
                    <a:pt x="174847" y="358181"/>
                  </a:lnTo>
                  <a:lnTo>
                    <a:pt x="176769" y="358335"/>
                  </a:lnTo>
                  <a:lnTo>
                    <a:pt x="178690" y="358458"/>
                  </a:lnTo>
                  <a:lnTo>
                    <a:pt x="180612" y="358539"/>
                  </a:lnTo>
                  <a:lnTo>
                    <a:pt x="182533" y="358569"/>
                  </a:lnTo>
                  <a:lnTo>
                    <a:pt x="184454" y="358541"/>
                  </a:lnTo>
                  <a:lnTo>
                    <a:pt x="186376" y="358449"/>
                  </a:lnTo>
                  <a:lnTo>
                    <a:pt x="188297" y="358286"/>
                  </a:lnTo>
                  <a:lnTo>
                    <a:pt x="190219" y="358047"/>
                  </a:lnTo>
                  <a:lnTo>
                    <a:pt x="192140" y="357741"/>
                  </a:lnTo>
                  <a:lnTo>
                    <a:pt x="194061" y="357372"/>
                  </a:lnTo>
                  <a:lnTo>
                    <a:pt x="195983" y="356946"/>
                  </a:lnTo>
                  <a:lnTo>
                    <a:pt x="197904" y="356472"/>
                  </a:lnTo>
                  <a:lnTo>
                    <a:pt x="199826" y="355958"/>
                  </a:lnTo>
                  <a:lnTo>
                    <a:pt x="201747" y="355414"/>
                  </a:lnTo>
                  <a:lnTo>
                    <a:pt x="203668" y="354852"/>
                  </a:lnTo>
                  <a:lnTo>
                    <a:pt x="205590" y="354283"/>
                  </a:lnTo>
                  <a:lnTo>
                    <a:pt x="207511" y="353719"/>
                  </a:lnTo>
                  <a:lnTo>
                    <a:pt x="209433" y="353171"/>
                  </a:lnTo>
                  <a:lnTo>
                    <a:pt x="211354" y="352646"/>
                  </a:lnTo>
                  <a:lnTo>
                    <a:pt x="213275" y="352149"/>
                  </a:lnTo>
                  <a:lnTo>
                    <a:pt x="215197" y="351683"/>
                  </a:lnTo>
                  <a:lnTo>
                    <a:pt x="217118" y="351247"/>
                  </a:lnTo>
                  <a:lnTo>
                    <a:pt x="219040" y="350839"/>
                  </a:lnTo>
                  <a:lnTo>
                    <a:pt x="220961" y="350452"/>
                  </a:lnTo>
                  <a:lnTo>
                    <a:pt x="222883" y="350077"/>
                  </a:lnTo>
                  <a:lnTo>
                    <a:pt x="224804" y="349697"/>
                  </a:lnTo>
                  <a:lnTo>
                    <a:pt x="226725" y="349297"/>
                  </a:lnTo>
                  <a:lnTo>
                    <a:pt x="228647" y="348860"/>
                  </a:lnTo>
                  <a:lnTo>
                    <a:pt x="230568" y="348370"/>
                  </a:lnTo>
                  <a:lnTo>
                    <a:pt x="232490" y="347812"/>
                  </a:lnTo>
                  <a:lnTo>
                    <a:pt x="234411" y="347171"/>
                  </a:lnTo>
                  <a:lnTo>
                    <a:pt x="236332" y="346437"/>
                  </a:lnTo>
                  <a:lnTo>
                    <a:pt x="238254" y="345601"/>
                  </a:lnTo>
                  <a:lnTo>
                    <a:pt x="240175" y="344643"/>
                  </a:lnTo>
                  <a:lnTo>
                    <a:pt x="242097" y="343579"/>
                  </a:lnTo>
                  <a:lnTo>
                    <a:pt x="244018" y="342415"/>
                  </a:lnTo>
                  <a:lnTo>
                    <a:pt x="245939" y="341156"/>
                  </a:lnTo>
                  <a:lnTo>
                    <a:pt x="247861" y="339812"/>
                  </a:lnTo>
                  <a:lnTo>
                    <a:pt x="249782" y="338394"/>
                  </a:lnTo>
                  <a:lnTo>
                    <a:pt x="251704" y="336908"/>
                  </a:lnTo>
                  <a:lnTo>
                    <a:pt x="253625" y="335364"/>
                  </a:lnTo>
                  <a:lnTo>
                    <a:pt x="255546" y="333763"/>
                  </a:lnTo>
                  <a:lnTo>
                    <a:pt x="257468" y="332101"/>
                  </a:lnTo>
                  <a:lnTo>
                    <a:pt x="259389" y="330378"/>
                  </a:lnTo>
                  <a:lnTo>
                    <a:pt x="261311" y="328586"/>
                  </a:lnTo>
                  <a:lnTo>
                    <a:pt x="263232" y="326710"/>
                  </a:lnTo>
                  <a:lnTo>
                    <a:pt x="265153" y="324734"/>
                  </a:lnTo>
                  <a:lnTo>
                    <a:pt x="267075" y="322642"/>
                  </a:lnTo>
                  <a:lnTo>
                    <a:pt x="268996" y="320416"/>
                  </a:lnTo>
                  <a:lnTo>
                    <a:pt x="270918" y="318039"/>
                  </a:lnTo>
                  <a:lnTo>
                    <a:pt x="272839" y="315482"/>
                  </a:lnTo>
                  <a:lnTo>
                    <a:pt x="274760" y="312733"/>
                  </a:lnTo>
                  <a:lnTo>
                    <a:pt x="276682" y="309797"/>
                  </a:lnTo>
                  <a:lnTo>
                    <a:pt x="278603" y="306671"/>
                  </a:lnTo>
                  <a:lnTo>
                    <a:pt x="280525" y="303354"/>
                  </a:lnTo>
                  <a:lnTo>
                    <a:pt x="282446" y="299846"/>
                  </a:lnTo>
                  <a:lnTo>
                    <a:pt x="284367" y="296146"/>
                  </a:lnTo>
                  <a:lnTo>
                    <a:pt x="286289" y="292253"/>
                  </a:lnTo>
                  <a:lnTo>
                    <a:pt x="288210" y="288159"/>
                  </a:lnTo>
                  <a:lnTo>
                    <a:pt x="290132" y="283826"/>
                  </a:lnTo>
                  <a:lnTo>
                    <a:pt x="292053" y="279240"/>
                  </a:lnTo>
                  <a:lnTo>
                    <a:pt x="293975" y="274377"/>
                  </a:lnTo>
                  <a:lnTo>
                    <a:pt x="295896" y="269195"/>
                  </a:lnTo>
                  <a:lnTo>
                    <a:pt x="297817" y="263643"/>
                  </a:lnTo>
                  <a:lnTo>
                    <a:pt x="299739" y="257664"/>
                  </a:lnTo>
                  <a:lnTo>
                    <a:pt x="301660" y="251196"/>
                  </a:lnTo>
                  <a:lnTo>
                    <a:pt x="303582" y="244178"/>
                  </a:lnTo>
                  <a:lnTo>
                    <a:pt x="305503" y="236544"/>
                  </a:lnTo>
                  <a:lnTo>
                    <a:pt x="307424" y="228136"/>
                  </a:lnTo>
                  <a:lnTo>
                    <a:pt x="309346" y="218987"/>
                  </a:lnTo>
                  <a:lnTo>
                    <a:pt x="311267" y="209075"/>
                  </a:lnTo>
                  <a:lnTo>
                    <a:pt x="313189" y="198387"/>
                  </a:lnTo>
                  <a:lnTo>
                    <a:pt x="315110" y="186932"/>
                  </a:lnTo>
                  <a:lnTo>
                    <a:pt x="317031" y="174741"/>
                  </a:lnTo>
                  <a:lnTo>
                    <a:pt x="318953" y="161867"/>
                  </a:lnTo>
                  <a:lnTo>
                    <a:pt x="320874" y="148389"/>
                  </a:lnTo>
                  <a:lnTo>
                    <a:pt x="322796" y="134404"/>
                  </a:lnTo>
                  <a:lnTo>
                    <a:pt x="324717" y="120044"/>
                  </a:lnTo>
                  <a:lnTo>
                    <a:pt x="326638" y="105537"/>
                  </a:lnTo>
                  <a:lnTo>
                    <a:pt x="328560" y="91075"/>
                  </a:lnTo>
                  <a:lnTo>
                    <a:pt x="330481" y="76866"/>
                  </a:lnTo>
                  <a:lnTo>
                    <a:pt x="332403" y="63134"/>
                  </a:lnTo>
                  <a:lnTo>
                    <a:pt x="334324" y="50113"/>
                  </a:lnTo>
                  <a:lnTo>
                    <a:pt x="336245" y="38044"/>
                  </a:lnTo>
                  <a:lnTo>
                    <a:pt x="338167" y="27168"/>
                  </a:lnTo>
                  <a:lnTo>
                    <a:pt x="340088" y="17826"/>
                  </a:lnTo>
                  <a:lnTo>
                    <a:pt x="342010" y="10336"/>
                  </a:lnTo>
                  <a:lnTo>
                    <a:pt x="343931" y="4765"/>
                  </a:lnTo>
                  <a:lnTo>
                    <a:pt x="345852" y="1277"/>
                  </a:lnTo>
                  <a:lnTo>
                    <a:pt x="347774" y="0"/>
                  </a:lnTo>
                  <a:lnTo>
                    <a:pt x="349695" y="1021"/>
                  </a:lnTo>
                  <a:lnTo>
                    <a:pt x="351617" y="4387"/>
                  </a:lnTo>
                  <a:lnTo>
                    <a:pt x="353538" y="10097"/>
                  </a:lnTo>
                  <a:lnTo>
                    <a:pt x="355459" y="18101"/>
                  </a:lnTo>
                  <a:lnTo>
                    <a:pt x="357381" y="28494"/>
                  </a:lnTo>
                  <a:lnTo>
                    <a:pt x="359302" y="40989"/>
                  </a:lnTo>
                  <a:lnTo>
                    <a:pt x="361224" y="55262"/>
                  </a:lnTo>
                  <a:lnTo>
                    <a:pt x="363145" y="71073"/>
                  </a:lnTo>
                  <a:lnTo>
                    <a:pt x="365067" y="88156"/>
                  </a:lnTo>
                  <a:lnTo>
                    <a:pt x="366988" y="106229"/>
                  </a:lnTo>
                  <a:lnTo>
                    <a:pt x="368909" y="125000"/>
                  </a:lnTo>
                  <a:lnTo>
                    <a:pt x="370831" y="144176"/>
                  </a:lnTo>
                  <a:lnTo>
                    <a:pt x="372752" y="163472"/>
                  </a:lnTo>
                  <a:lnTo>
                    <a:pt x="374674" y="182559"/>
                  </a:lnTo>
                  <a:lnTo>
                    <a:pt x="376595" y="201174"/>
                  </a:lnTo>
                  <a:lnTo>
                    <a:pt x="378516" y="219121"/>
                  </a:lnTo>
                  <a:lnTo>
                    <a:pt x="380438" y="236235"/>
                  </a:lnTo>
                  <a:lnTo>
                    <a:pt x="382359" y="252382"/>
                  </a:lnTo>
                  <a:lnTo>
                    <a:pt x="384281" y="267465"/>
                  </a:lnTo>
                  <a:lnTo>
                    <a:pt x="386202" y="281418"/>
                  </a:lnTo>
                  <a:lnTo>
                    <a:pt x="388123" y="294205"/>
                  </a:lnTo>
                  <a:lnTo>
                    <a:pt x="390045" y="305801"/>
                  </a:lnTo>
                  <a:lnTo>
                    <a:pt x="391966" y="316094"/>
                  </a:lnTo>
                  <a:lnTo>
                    <a:pt x="393888" y="325285"/>
                  </a:lnTo>
                  <a:lnTo>
                    <a:pt x="395809" y="333429"/>
                  </a:lnTo>
                  <a:lnTo>
                    <a:pt x="397730" y="340591"/>
                  </a:lnTo>
                  <a:lnTo>
                    <a:pt x="399652" y="346842"/>
                  </a:lnTo>
                  <a:lnTo>
                    <a:pt x="401573" y="352255"/>
                  </a:lnTo>
                  <a:lnTo>
                    <a:pt x="403495" y="356903"/>
                  </a:lnTo>
                  <a:lnTo>
                    <a:pt x="405416" y="360862"/>
                  </a:lnTo>
                  <a:lnTo>
                    <a:pt x="407337" y="364174"/>
                  </a:lnTo>
                  <a:lnTo>
                    <a:pt x="409259" y="366897"/>
                  </a:lnTo>
                  <a:lnTo>
                    <a:pt x="411180" y="369150"/>
                  </a:lnTo>
                  <a:lnTo>
                    <a:pt x="413102" y="370990"/>
                  </a:lnTo>
                  <a:lnTo>
                    <a:pt x="415023" y="372469"/>
                  </a:lnTo>
                  <a:lnTo>
                    <a:pt x="416944" y="373634"/>
                  </a:lnTo>
                  <a:lnTo>
                    <a:pt x="418866" y="374528"/>
                  </a:lnTo>
                  <a:lnTo>
                    <a:pt x="420787" y="375188"/>
                  </a:lnTo>
                  <a:lnTo>
                    <a:pt x="422709" y="375651"/>
                  </a:lnTo>
                  <a:lnTo>
                    <a:pt x="424630" y="375936"/>
                  </a:lnTo>
                  <a:lnTo>
                    <a:pt x="426551" y="376081"/>
                  </a:lnTo>
                  <a:lnTo>
                    <a:pt x="428473" y="376122"/>
                  </a:lnTo>
                  <a:lnTo>
                    <a:pt x="430394" y="376080"/>
                  </a:lnTo>
                  <a:lnTo>
                    <a:pt x="432316" y="375974"/>
                  </a:lnTo>
                  <a:lnTo>
                    <a:pt x="434237" y="375825"/>
                  </a:lnTo>
                  <a:lnTo>
                    <a:pt x="436159" y="375646"/>
                  </a:lnTo>
                  <a:lnTo>
                    <a:pt x="438080" y="375454"/>
                  </a:lnTo>
                  <a:lnTo>
                    <a:pt x="440001" y="375260"/>
                  </a:lnTo>
                  <a:lnTo>
                    <a:pt x="441923" y="375077"/>
                  </a:lnTo>
                  <a:lnTo>
                    <a:pt x="443844" y="374915"/>
                  </a:lnTo>
                  <a:lnTo>
                    <a:pt x="445766" y="374777"/>
                  </a:lnTo>
                  <a:lnTo>
                    <a:pt x="447687" y="374668"/>
                  </a:lnTo>
                  <a:lnTo>
                    <a:pt x="449608" y="374588"/>
                  </a:lnTo>
                  <a:lnTo>
                    <a:pt x="451530" y="374537"/>
                  </a:lnTo>
                  <a:lnTo>
                    <a:pt x="453451" y="374513"/>
                  </a:lnTo>
                  <a:lnTo>
                    <a:pt x="455373" y="374511"/>
                  </a:lnTo>
                  <a:lnTo>
                    <a:pt x="457294" y="374526"/>
                  </a:lnTo>
                  <a:lnTo>
                    <a:pt x="459215" y="374552"/>
                  </a:lnTo>
                  <a:lnTo>
                    <a:pt x="461137" y="374579"/>
                  </a:lnTo>
                  <a:lnTo>
                    <a:pt x="463058" y="374600"/>
                  </a:lnTo>
                  <a:lnTo>
                    <a:pt x="464980" y="374608"/>
                  </a:lnTo>
                  <a:lnTo>
                    <a:pt x="466901" y="374595"/>
                  </a:lnTo>
                  <a:lnTo>
                    <a:pt x="468822" y="374555"/>
                  </a:lnTo>
                  <a:lnTo>
                    <a:pt x="470744" y="374485"/>
                  </a:lnTo>
                  <a:lnTo>
                    <a:pt x="472665" y="374379"/>
                  </a:lnTo>
                  <a:lnTo>
                    <a:pt x="474587" y="374235"/>
                  </a:lnTo>
                  <a:lnTo>
                    <a:pt x="476508" y="374048"/>
                  </a:lnTo>
                  <a:lnTo>
                    <a:pt x="478429" y="373823"/>
                  </a:lnTo>
                  <a:lnTo>
                    <a:pt x="480351" y="373564"/>
                  </a:lnTo>
                  <a:lnTo>
                    <a:pt x="482272" y="373274"/>
                  </a:lnTo>
                  <a:lnTo>
                    <a:pt x="484194" y="372958"/>
                  </a:lnTo>
                  <a:lnTo>
                    <a:pt x="486115" y="372622"/>
                  </a:lnTo>
                  <a:lnTo>
                    <a:pt x="488036" y="372272"/>
                  </a:lnTo>
                  <a:lnTo>
                    <a:pt x="489958" y="371915"/>
                  </a:lnTo>
                  <a:lnTo>
                    <a:pt x="491879" y="371557"/>
                  </a:lnTo>
                  <a:lnTo>
                    <a:pt x="493801" y="371206"/>
                  </a:lnTo>
                  <a:lnTo>
                    <a:pt x="495722" y="370866"/>
                  </a:lnTo>
                  <a:lnTo>
                    <a:pt x="497643" y="370541"/>
                  </a:lnTo>
                  <a:lnTo>
                    <a:pt x="499565" y="370232"/>
                  </a:lnTo>
                  <a:lnTo>
                    <a:pt x="501486" y="369939"/>
                  </a:lnTo>
                  <a:lnTo>
                    <a:pt x="503408" y="369659"/>
                  </a:lnTo>
                  <a:lnTo>
                    <a:pt x="505329" y="369389"/>
                  </a:lnTo>
                  <a:lnTo>
                    <a:pt x="507250" y="369123"/>
                  </a:lnTo>
                  <a:lnTo>
                    <a:pt x="509172" y="368849"/>
                  </a:lnTo>
                  <a:lnTo>
                    <a:pt x="511093" y="368554"/>
                  </a:lnTo>
                  <a:lnTo>
                    <a:pt x="513015" y="368227"/>
                  </a:lnTo>
                  <a:lnTo>
                    <a:pt x="514936" y="367853"/>
                  </a:lnTo>
                  <a:lnTo>
                    <a:pt x="516858" y="367417"/>
                  </a:lnTo>
                  <a:lnTo>
                    <a:pt x="518779" y="366903"/>
                  </a:lnTo>
                  <a:lnTo>
                    <a:pt x="520700" y="366296"/>
                  </a:lnTo>
                  <a:lnTo>
                    <a:pt x="522622" y="365580"/>
                  </a:lnTo>
                  <a:lnTo>
                    <a:pt x="524543" y="364741"/>
                  </a:lnTo>
                  <a:lnTo>
                    <a:pt x="526465" y="363742"/>
                  </a:lnTo>
                  <a:lnTo>
                    <a:pt x="528386" y="362592"/>
                  </a:lnTo>
                  <a:lnTo>
                    <a:pt x="530307" y="361281"/>
                  </a:lnTo>
                  <a:lnTo>
                    <a:pt x="532229" y="359805"/>
                  </a:lnTo>
                  <a:lnTo>
                    <a:pt x="534150" y="358162"/>
                  </a:lnTo>
                  <a:lnTo>
                    <a:pt x="536072" y="356354"/>
                  </a:lnTo>
                  <a:lnTo>
                    <a:pt x="537993" y="354385"/>
                  </a:lnTo>
                  <a:lnTo>
                    <a:pt x="539914" y="352266"/>
                  </a:lnTo>
                  <a:lnTo>
                    <a:pt x="541836" y="350007"/>
                  </a:lnTo>
                  <a:lnTo>
                    <a:pt x="543757" y="347620"/>
                  </a:lnTo>
                  <a:lnTo>
                    <a:pt x="545679" y="345144"/>
                  </a:lnTo>
                  <a:lnTo>
                    <a:pt x="547600" y="342608"/>
                  </a:lnTo>
                  <a:lnTo>
                    <a:pt x="549521" y="340042"/>
                  </a:lnTo>
                  <a:lnTo>
                    <a:pt x="551443" y="337477"/>
                  </a:lnTo>
                  <a:lnTo>
                    <a:pt x="553364" y="334947"/>
                  </a:lnTo>
                  <a:lnTo>
                    <a:pt x="555286" y="332486"/>
                  </a:lnTo>
                  <a:lnTo>
                    <a:pt x="557207" y="330127"/>
                  </a:lnTo>
                  <a:lnTo>
                    <a:pt x="559128" y="327914"/>
                  </a:lnTo>
                  <a:lnTo>
                    <a:pt x="561050" y="325886"/>
                  </a:lnTo>
                  <a:lnTo>
                    <a:pt x="562971" y="324058"/>
                  </a:lnTo>
                  <a:lnTo>
                    <a:pt x="564893" y="322450"/>
                  </a:lnTo>
                  <a:lnTo>
                    <a:pt x="566814" y="321079"/>
                  </a:lnTo>
                  <a:lnTo>
                    <a:pt x="568735" y="319960"/>
                  </a:lnTo>
                  <a:lnTo>
                    <a:pt x="570657" y="319101"/>
                  </a:lnTo>
                  <a:lnTo>
                    <a:pt x="572578" y="318507"/>
                  </a:lnTo>
                  <a:lnTo>
                    <a:pt x="574500" y="318181"/>
                  </a:lnTo>
                  <a:lnTo>
                    <a:pt x="576421" y="318145"/>
                  </a:lnTo>
                  <a:lnTo>
                    <a:pt x="578342" y="318383"/>
                  </a:lnTo>
                  <a:lnTo>
                    <a:pt x="580264" y="318873"/>
                  </a:lnTo>
                  <a:lnTo>
                    <a:pt x="582185" y="319607"/>
                  </a:lnTo>
                  <a:lnTo>
                    <a:pt x="584107" y="320575"/>
                  </a:lnTo>
                  <a:lnTo>
                    <a:pt x="586028" y="321767"/>
                  </a:lnTo>
                  <a:lnTo>
                    <a:pt x="587950" y="323171"/>
                  </a:lnTo>
                  <a:lnTo>
                    <a:pt x="589871" y="324774"/>
                  </a:lnTo>
                  <a:lnTo>
                    <a:pt x="591792" y="326564"/>
                  </a:lnTo>
                  <a:lnTo>
                    <a:pt x="593714" y="328543"/>
                  </a:lnTo>
                  <a:lnTo>
                    <a:pt x="595635" y="330674"/>
                  </a:lnTo>
                  <a:lnTo>
                    <a:pt x="597557" y="332936"/>
                  </a:lnTo>
                  <a:lnTo>
                    <a:pt x="599478" y="335307"/>
                  </a:lnTo>
                  <a:lnTo>
                    <a:pt x="601399" y="337767"/>
                  </a:lnTo>
                  <a:lnTo>
                    <a:pt x="603321" y="340294"/>
                  </a:lnTo>
                  <a:lnTo>
                    <a:pt x="605242" y="342863"/>
                  </a:lnTo>
                  <a:lnTo>
                    <a:pt x="607164" y="345451"/>
                  </a:lnTo>
                  <a:lnTo>
                    <a:pt x="609085" y="348033"/>
                  </a:lnTo>
                  <a:lnTo>
                    <a:pt x="611006" y="350579"/>
                  </a:lnTo>
                  <a:lnTo>
                    <a:pt x="612928" y="353066"/>
                  </a:lnTo>
                  <a:lnTo>
                    <a:pt x="614849" y="355476"/>
                  </a:lnTo>
                  <a:lnTo>
                    <a:pt x="616771" y="357792"/>
                  </a:lnTo>
                  <a:lnTo>
                    <a:pt x="618692" y="359999"/>
                  </a:lnTo>
                  <a:lnTo>
                    <a:pt x="620613" y="362087"/>
                  </a:lnTo>
                  <a:lnTo>
                    <a:pt x="622535" y="364047"/>
                  </a:lnTo>
                  <a:lnTo>
                    <a:pt x="624456" y="365873"/>
                  </a:lnTo>
                  <a:lnTo>
                    <a:pt x="626378" y="367555"/>
                  </a:lnTo>
                  <a:lnTo>
                    <a:pt x="628299" y="369088"/>
                  </a:lnTo>
                  <a:lnTo>
                    <a:pt x="630220" y="370487"/>
                  </a:lnTo>
                  <a:lnTo>
                    <a:pt x="632142" y="371756"/>
                  </a:lnTo>
                  <a:lnTo>
                    <a:pt x="634063" y="372900"/>
                  </a:lnTo>
                  <a:lnTo>
                    <a:pt x="635985" y="373926"/>
                  </a:lnTo>
                  <a:lnTo>
                    <a:pt x="637906" y="374840"/>
                  </a:lnTo>
                  <a:lnTo>
                    <a:pt x="639827" y="375649"/>
                  </a:lnTo>
                  <a:lnTo>
                    <a:pt x="641749" y="376360"/>
                  </a:lnTo>
                  <a:lnTo>
                    <a:pt x="643670" y="376974"/>
                  </a:lnTo>
                  <a:lnTo>
                    <a:pt x="645592" y="377502"/>
                  </a:lnTo>
                  <a:lnTo>
                    <a:pt x="647513" y="377956"/>
                  </a:lnTo>
                  <a:lnTo>
                    <a:pt x="649434" y="378343"/>
                  </a:lnTo>
                  <a:lnTo>
                    <a:pt x="651356" y="378671"/>
                  </a:lnTo>
                  <a:lnTo>
                    <a:pt x="653277" y="378946"/>
                  </a:lnTo>
                  <a:lnTo>
                    <a:pt x="655199" y="379173"/>
                  </a:lnTo>
                  <a:lnTo>
                    <a:pt x="657120" y="379360"/>
                  </a:lnTo>
                  <a:lnTo>
                    <a:pt x="659042" y="379510"/>
                  </a:lnTo>
                  <a:lnTo>
                    <a:pt x="660963" y="379628"/>
                  </a:lnTo>
                  <a:lnTo>
                    <a:pt x="662884" y="379721"/>
                  </a:lnTo>
                  <a:lnTo>
                    <a:pt x="664806" y="379794"/>
                  </a:lnTo>
                  <a:lnTo>
                    <a:pt x="666727" y="379851"/>
                  </a:lnTo>
                  <a:lnTo>
                    <a:pt x="668649" y="379894"/>
                  </a:lnTo>
                  <a:lnTo>
                    <a:pt x="670570" y="379926"/>
                  </a:lnTo>
                  <a:lnTo>
                    <a:pt x="672491" y="379950"/>
                  </a:lnTo>
                  <a:lnTo>
                    <a:pt x="674413" y="379968"/>
                  </a:lnTo>
                  <a:lnTo>
                    <a:pt x="676334" y="379981"/>
                  </a:lnTo>
                  <a:lnTo>
                    <a:pt x="678256" y="379989"/>
                  </a:lnTo>
                  <a:lnTo>
                    <a:pt x="680177" y="379995"/>
                  </a:lnTo>
                  <a:lnTo>
                    <a:pt x="682098" y="380000"/>
                  </a:lnTo>
                  <a:lnTo>
                    <a:pt x="684020" y="380003"/>
                  </a:lnTo>
                  <a:lnTo>
                    <a:pt x="685941" y="380005"/>
                  </a:lnTo>
                  <a:lnTo>
                    <a:pt x="687863" y="380006"/>
                  </a:lnTo>
                  <a:lnTo>
                    <a:pt x="689784" y="380007"/>
                  </a:lnTo>
                  <a:lnTo>
                    <a:pt x="691705" y="380007"/>
                  </a:lnTo>
                  <a:lnTo>
                    <a:pt x="693627" y="380008"/>
                  </a:lnTo>
                  <a:lnTo>
                    <a:pt x="695548" y="380008"/>
                  </a:lnTo>
                  <a:lnTo>
                    <a:pt x="697470" y="380008"/>
                  </a:lnTo>
                  <a:lnTo>
                    <a:pt x="699391" y="380008"/>
                  </a:lnTo>
                  <a:lnTo>
                    <a:pt x="701312" y="380008"/>
                  </a:lnTo>
                  <a:lnTo>
                    <a:pt x="703234" y="380008"/>
                  </a:lnTo>
                  <a:lnTo>
                    <a:pt x="705155" y="380008"/>
                  </a:lnTo>
                  <a:lnTo>
                    <a:pt x="707077" y="380008"/>
                  </a:lnTo>
                  <a:lnTo>
                    <a:pt x="708998" y="380008"/>
                  </a:lnTo>
                  <a:lnTo>
                    <a:pt x="710919" y="380008"/>
                  </a:lnTo>
                  <a:lnTo>
                    <a:pt x="712841" y="380008"/>
                  </a:lnTo>
                  <a:lnTo>
                    <a:pt x="714762" y="380008"/>
                  </a:lnTo>
                  <a:lnTo>
                    <a:pt x="716684" y="380008"/>
                  </a:lnTo>
                  <a:lnTo>
                    <a:pt x="718605" y="380008"/>
                  </a:lnTo>
                  <a:lnTo>
                    <a:pt x="720526" y="380008"/>
                  </a:lnTo>
                  <a:lnTo>
                    <a:pt x="722448" y="380008"/>
                  </a:lnTo>
                  <a:lnTo>
                    <a:pt x="724369" y="380008"/>
                  </a:lnTo>
                  <a:lnTo>
                    <a:pt x="726291" y="380008"/>
                  </a:lnTo>
                  <a:lnTo>
                    <a:pt x="728212" y="380008"/>
                  </a:lnTo>
                  <a:lnTo>
                    <a:pt x="730134" y="380008"/>
                  </a:lnTo>
                  <a:lnTo>
                    <a:pt x="732055" y="380008"/>
                  </a:lnTo>
                  <a:lnTo>
                    <a:pt x="733976" y="380008"/>
                  </a:lnTo>
                  <a:lnTo>
                    <a:pt x="735898" y="380008"/>
                  </a:lnTo>
                  <a:lnTo>
                    <a:pt x="737819" y="380008"/>
                  </a:lnTo>
                  <a:lnTo>
                    <a:pt x="739741" y="380008"/>
                  </a:lnTo>
                  <a:lnTo>
                    <a:pt x="741662" y="380008"/>
                  </a:lnTo>
                  <a:lnTo>
                    <a:pt x="743583" y="380008"/>
                  </a:lnTo>
                  <a:lnTo>
                    <a:pt x="745505" y="380008"/>
                  </a:lnTo>
                  <a:lnTo>
                    <a:pt x="747426" y="380008"/>
                  </a:lnTo>
                  <a:lnTo>
                    <a:pt x="749348" y="380008"/>
                  </a:lnTo>
                  <a:lnTo>
                    <a:pt x="751269" y="380008"/>
                  </a:lnTo>
                  <a:lnTo>
                    <a:pt x="753190" y="380008"/>
                  </a:lnTo>
                  <a:lnTo>
                    <a:pt x="755112" y="380008"/>
                  </a:lnTo>
                  <a:lnTo>
                    <a:pt x="757033" y="380008"/>
                  </a:lnTo>
                  <a:lnTo>
                    <a:pt x="758955" y="380008"/>
                  </a:lnTo>
                  <a:lnTo>
                    <a:pt x="760876" y="380008"/>
                  </a:lnTo>
                  <a:lnTo>
                    <a:pt x="762797" y="380008"/>
                  </a:lnTo>
                  <a:lnTo>
                    <a:pt x="764719" y="380008"/>
                  </a:lnTo>
                  <a:lnTo>
                    <a:pt x="766640" y="380008"/>
                  </a:lnTo>
                  <a:lnTo>
                    <a:pt x="768562" y="380008"/>
                  </a:lnTo>
                  <a:lnTo>
                    <a:pt x="770483" y="380008"/>
                  </a:lnTo>
                  <a:lnTo>
                    <a:pt x="772404" y="380008"/>
                  </a:lnTo>
                  <a:lnTo>
                    <a:pt x="774326" y="380008"/>
                  </a:lnTo>
                  <a:lnTo>
                    <a:pt x="776247" y="380008"/>
                  </a:lnTo>
                  <a:lnTo>
                    <a:pt x="778169" y="380008"/>
                  </a:lnTo>
                  <a:lnTo>
                    <a:pt x="780090" y="380008"/>
                  </a:lnTo>
                  <a:lnTo>
                    <a:pt x="782011" y="380008"/>
                  </a:lnTo>
                  <a:lnTo>
                    <a:pt x="783933" y="380008"/>
                  </a:lnTo>
                  <a:lnTo>
                    <a:pt x="785854" y="380008"/>
                  </a:lnTo>
                  <a:lnTo>
                    <a:pt x="787776" y="380008"/>
                  </a:lnTo>
                  <a:lnTo>
                    <a:pt x="789697" y="380008"/>
                  </a:lnTo>
                  <a:lnTo>
                    <a:pt x="791618" y="380008"/>
                  </a:lnTo>
                  <a:lnTo>
                    <a:pt x="793540" y="380008"/>
                  </a:lnTo>
                  <a:lnTo>
                    <a:pt x="795461" y="380008"/>
                  </a:lnTo>
                  <a:lnTo>
                    <a:pt x="797383" y="380008"/>
                  </a:lnTo>
                  <a:lnTo>
                    <a:pt x="799304" y="380008"/>
                  </a:lnTo>
                  <a:lnTo>
                    <a:pt x="801226" y="380008"/>
                  </a:lnTo>
                  <a:lnTo>
                    <a:pt x="803147" y="380008"/>
                  </a:lnTo>
                  <a:lnTo>
                    <a:pt x="805068" y="380008"/>
                  </a:lnTo>
                  <a:lnTo>
                    <a:pt x="806990" y="380008"/>
                  </a:lnTo>
                  <a:lnTo>
                    <a:pt x="808911" y="380008"/>
                  </a:lnTo>
                  <a:lnTo>
                    <a:pt x="810833" y="380008"/>
                  </a:lnTo>
                  <a:lnTo>
                    <a:pt x="812754" y="380008"/>
                  </a:lnTo>
                  <a:lnTo>
                    <a:pt x="814675" y="380008"/>
                  </a:lnTo>
                  <a:lnTo>
                    <a:pt x="816597" y="380008"/>
                  </a:lnTo>
                  <a:lnTo>
                    <a:pt x="818518" y="380008"/>
                  </a:lnTo>
                  <a:lnTo>
                    <a:pt x="820440" y="380008"/>
                  </a:lnTo>
                  <a:lnTo>
                    <a:pt x="822361" y="380008"/>
                  </a:lnTo>
                  <a:lnTo>
                    <a:pt x="824282" y="380008"/>
                  </a:lnTo>
                  <a:lnTo>
                    <a:pt x="826204" y="380008"/>
                  </a:lnTo>
                  <a:lnTo>
                    <a:pt x="828125" y="380008"/>
                  </a:lnTo>
                  <a:lnTo>
                    <a:pt x="830047" y="380008"/>
                  </a:lnTo>
                  <a:lnTo>
                    <a:pt x="831968" y="380008"/>
                  </a:lnTo>
                  <a:lnTo>
                    <a:pt x="833889" y="380008"/>
                  </a:lnTo>
                  <a:lnTo>
                    <a:pt x="835811" y="380008"/>
                  </a:lnTo>
                  <a:lnTo>
                    <a:pt x="837732" y="380008"/>
                  </a:lnTo>
                  <a:lnTo>
                    <a:pt x="839654" y="380008"/>
                  </a:lnTo>
                  <a:lnTo>
                    <a:pt x="841575" y="380008"/>
                  </a:lnTo>
                  <a:lnTo>
                    <a:pt x="843496" y="380008"/>
                  </a:lnTo>
                  <a:lnTo>
                    <a:pt x="845418" y="380008"/>
                  </a:lnTo>
                  <a:lnTo>
                    <a:pt x="847339" y="380008"/>
                  </a:lnTo>
                  <a:lnTo>
                    <a:pt x="849261" y="380008"/>
                  </a:lnTo>
                  <a:lnTo>
                    <a:pt x="851182" y="380008"/>
                  </a:lnTo>
                  <a:lnTo>
                    <a:pt x="853103" y="380008"/>
                  </a:lnTo>
                  <a:lnTo>
                    <a:pt x="855025" y="380008"/>
                  </a:lnTo>
                  <a:lnTo>
                    <a:pt x="856946" y="380008"/>
                  </a:lnTo>
                  <a:lnTo>
                    <a:pt x="858868" y="380008"/>
                  </a:lnTo>
                  <a:lnTo>
                    <a:pt x="860789" y="380008"/>
                  </a:lnTo>
                  <a:lnTo>
                    <a:pt x="862710" y="380008"/>
                  </a:lnTo>
                  <a:lnTo>
                    <a:pt x="864632" y="380008"/>
                  </a:lnTo>
                  <a:lnTo>
                    <a:pt x="866553" y="380008"/>
                  </a:lnTo>
                  <a:lnTo>
                    <a:pt x="868475" y="380008"/>
                  </a:lnTo>
                  <a:lnTo>
                    <a:pt x="870396" y="380008"/>
                  </a:lnTo>
                  <a:lnTo>
                    <a:pt x="872318" y="380008"/>
                  </a:lnTo>
                  <a:lnTo>
                    <a:pt x="874239" y="380008"/>
                  </a:lnTo>
                  <a:lnTo>
                    <a:pt x="876160" y="380008"/>
                  </a:lnTo>
                  <a:lnTo>
                    <a:pt x="878082" y="380008"/>
                  </a:lnTo>
                  <a:lnTo>
                    <a:pt x="880003" y="380008"/>
                  </a:lnTo>
                  <a:lnTo>
                    <a:pt x="881925" y="380008"/>
                  </a:lnTo>
                  <a:lnTo>
                    <a:pt x="883846" y="380008"/>
                  </a:lnTo>
                  <a:lnTo>
                    <a:pt x="885767" y="380008"/>
                  </a:lnTo>
                  <a:lnTo>
                    <a:pt x="887689" y="380008"/>
                  </a:lnTo>
                  <a:lnTo>
                    <a:pt x="889610" y="380008"/>
                  </a:lnTo>
                  <a:lnTo>
                    <a:pt x="891532" y="380008"/>
                  </a:lnTo>
                  <a:lnTo>
                    <a:pt x="893453" y="380008"/>
                  </a:lnTo>
                  <a:lnTo>
                    <a:pt x="895374" y="380008"/>
                  </a:lnTo>
                  <a:lnTo>
                    <a:pt x="897296" y="380008"/>
                  </a:lnTo>
                  <a:lnTo>
                    <a:pt x="899217" y="380008"/>
                  </a:lnTo>
                  <a:lnTo>
                    <a:pt x="901139" y="380008"/>
                  </a:lnTo>
                  <a:lnTo>
                    <a:pt x="903060" y="380008"/>
                  </a:lnTo>
                  <a:lnTo>
                    <a:pt x="904981" y="380008"/>
                  </a:lnTo>
                  <a:lnTo>
                    <a:pt x="906903" y="380008"/>
                  </a:lnTo>
                  <a:lnTo>
                    <a:pt x="908824" y="380008"/>
                  </a:lnTo>
                  <a:lnTo>
                    <a:pt x="910746" y="380008"/>
                  </a:lnTo>
                  <a:lnTo>
                    <a:pt x="912667" y="380008"/>
                  </a:lnTo>
                  <a:lnTo>
                    <a:pt x="914588" y="380008"/>
                  </a:lnTo>
                  <a:lnTo>
                    <a:pt x="916510" y="380008"/>
                  </a:lnTo>
                  <a:lnTo>
                    <a:pt x="918431" y="380008"/>
                  </a:lnTo>
                  <a:lnTo>
                    <a:pt x="920353" y="380008"/>
                  </a:lnTo>
                  <a:lnTo>
                    <a:pt x="922274" y="380008"/>
                  </a:lnTo>
                  <a:lnTo>
                    <a:pt x="924195" y="380008"/>
                  </a:lnTo>
                  <a:lnTo>
                    <a:pt x="926117" y="380008"/>
                  </a:lnTo>
                  <a:lnTo>
                    <a:pt x="928038" y="380008"/>
                  </a:lnTo>
                  <a:lnTo>
                    <a:pt x="929960" y="380008"/>
                  </a:lnTo>
                  <a:lnTo>
                    <a:pt x="931881" y="380008"/>
                  </a:lnTo>
                  <a:lnTo>
                    <a:pt x="933802" y="380008"/>
                  </a:lnTo>
                  <a:lnTo>
                    <a:pt x="935724" y="380008"/>
                  </a:lnTo>
                  <a:lnTo>
                    <a:pt x="937645" y="380008"/>
                  </a:lnTo>
                  <a:lnTo>
                    <a:pt x="939567" y="380008"/>
                  </a:lnTo>
                  <a:lnTo>
                    <a:pt x="941488" y="380008"/>
                  </a:lnTo>
                  <a:lnTo>
                    <a:pt x="943410" y="380008"/>
                  </a:lnTo>
                  <a:lnTo>
                    <a:pt x="945331" y="380008"/>
                  </a:lnTo>
                  <a:lnTo>
                    <a:pt x="947252" y="380008"/>
                  </a:lnTo>
                  <a:lnTo>
                    <a:pt x="949174" y="380008"/>
                  </a:lnTo>
                  <a:lnTo>
                    <a:pt x="951095" y="380008"/>
                  </a:lnTo>
                  <a:lnTo>
                    <a:pt x="953017" y="380008"/>
                  </a:lnTo>
                  <a:lnTo>
                    <a:pt x="954938" y="380008"/>
                  </a:lnTo>
                  <a:lnTo>
                    <a:pt x="956859" y="380008"/>
                  </a:lnTo>
                  <a:lnTo>
                    <a:pt x="958781" y="380008"/>
                  </a:lnTo>
                  <a:lnTo>
                    <a:pt x="960702" y="380008"/>
                  </a:lnTo>
                  <a:lnTo>
                    <a:pt x="962624" y="380008"/>
                  </a:lnTo>
                  <a:lnTo>
                    <a:pt x="964545" y="380008"/>
                  </a:lnTo>
                  <a:lnTo>
                    <a:pt x="966466" y="380008"/>
                  </a:lnTo>
                  <a:lnTo>
                    <a:pt x="968388" y="380008"/>
                  </a:lnTo>
                  <a:lnTo>
                    <a:pt x="970309" y="380008"/>
                  </a:lnTo>
                  <a:lnTo>
                    <a:pt x="972231" y="380008"/>
                  </a:lnTo>
                  <a:lnTo>
                    <a:pt x="974152" y="380008"/>
                  </a:lnTo>
                  <a:lnTo>
                    <a:pt x="976073" y="380008"/>
                  </a:lnTo>
                  <a:lnTo>
                    <a:pt x="977995" y="380008"/>
                  </a:lnTo>
                  <a:lnTo>
                    <a:pt x="979916" y="380008"/>
                  </a:lnTo>
                  <a:lnTo>
                    <a:pt x="981838" y="380008"/>
                  </a:lnTo>
                </a:path>
              </a:pathLst>
            </a:custGeom>
            <a:ln w="27101" cap="flat">
              <a:solidFill>
                <a:srgbClr val="D79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5467762" y="2540994"/>
              <a:ext cx="981838" cy="242028"/>
            </a:xfrm>
            <a:custGeom>
              <a:avLst/>
              <a:pathLst>
                <a:path w="981838" h="242028">
                  <a:moveTo>
                    <a:pt x="0" y="242028"/>
                  </a:moveTo>
                  <a:lnTo>
                    <a:pt x="1921" y="242028"/>
                  </a:lnTo>
                  <a:lnTo>
                    <a:pt x="3842" y="242028"/>
                  </a:lnTo>
                  <a:lnTo>
                    <a:pt x="5764" y="242028"/>
                  </a:lnTo>
                  <a:lnTo>
                    <a:pt x="7685" y="242028"/>
                  </a:lnTo>
                  <a:lnTo>
                    <a:pt x="9607" y="242028"/>
                  </a:lnTo>
                  <a:lnTo>
                    <a:pt x="11528" y="242028"/>
                  </a:lnTo>
                  <a:lnTo>
                    <a:pt x="13449" y="242028"/>
                  </a:lnTo>
                  <a:lnTo>
                    <a:pt x="15371" y="242028"/>
                  </a:lnTo>
                  <a:lnTo>
                    <a:pt x="17292" y="242028"/>
                  </a:lnTo>
                  <a:lnTo>
                    <a:pt x="19214" y="242027"/>
                  </a:lnTo>
                  <a:lnTo>
                    <a:pt x="21135" y="242027"/>
                  </a:lnTo>
                  <a:lnTo>
                    <a:pt x="23056" y="242027"/>
                  </a:lnTo>
                  <a:lnTo>
                    <a:pt x="24978" y="242027"/>
                  </a:lnTo>
                  <a:lnTo>
                    <a:pt x="26899" y="242027"/>
                  </a:lnTo>
                  <a:lnTo>
                    <a:pt x="28821" y="242027"/>
                  </a:lnTo>
                  <a:lnTo>
                    <a:pt x="30742" y="242027"/>
                  </a:lnTo>
                  <a:lnTo>
                    <a:pt x="32663" y="242027"/>
                  </a:lnTo>
                  <a:lnTo>
                    <a:pt x="34585" y="242026"/>
                  </a:lnTo>
                  <a:lnTo>
                    <a:pt x="36506" y="242026"/>
                  </a:lnTo>
                  <a:lnTo>
                    <a:pt x="38428" y="242025"/>
                  </a:lnTo>
                  <a:lnTo>
                    <a:pt x="40349" y="242025"/>
                  </a:lnTo>
                  <a:lnTo>
                    <a:pt x="42270" y="242024"/>
                  </a:lnTo>
                  <a:lnTo>
                    <a:pt x="44192" y="242023"/>
                  </a:lnTo>
                  <a:lnTo>
                    <a:pt x="46113" y="242021"/>
                  </a:lnTo>
                  <a:lnTo>
                    <a:pt x="48035" y="242020"/>
                  </a:lnTo>
                  <a:lnTo>
                    <a:pt x="49956" y="242017"/>
                  </a:lnTo>
                  <a:lnTo>
                    <a:pt x="51877" y="242014"/>
                  </a:lnTo>
                  <a:lnTo>
                    <a:pt x="53799" y="242011"/>
                  </a:lnTo>
                  <a:lnTo>
                    <a:pt x="55720" y="242007"/>
                  </a:lnTo>
                  <a:lnTo>
                    <a:pt x="57642" y="242001"/>
                  </a:lnTo>
                  <a:lnTo>
                    <a:pt x="59563" y="241995"/>
                  </a:lnTo>
                  <a:lnTo>
                    <a:pt x="61484" y="241987"/>
                  </a:lnTo>
                  <a:lnTo>
                    <a:pt x="63406" y="241977"/>
                  </a:lnTo>
                  <a:lnTo>
                    <a:pt x="65327" y="241966"/>
                  </a:lnTo>
                  <a:lnTo>
                    <a:pt x="67249" y="241952"/>
                  </a:lnTo>
                  <a:lnTo>
                    <a:pt x="69170" y="241936"/>
                  </a:lnTo>
                  <a:lnTo>
                    <a:pt x="71091" y="241917"/>
                  </a:lnTo>
                  <a:lnTo>
                    <a:pt x="73013" y="241894"/>
                  </a:lnTo>
                  <a:lnTo>
                    <a:pt x="74934" y="241868"/>
                  </a:lnTo>
                  <a:lnTo>
                    <a:pt x="76856" y="241837"/>
                  </a:lnTo>
                  <a:lnTo>
                    <a:pt x="78777" y="241802"/>
                  </a:lnTo>
                  <a:lnTo>
                    <a:pt x="80699" y="241763"/>
                  </a:lnTo>
                  <a:lnTo>
                    <a:pt x="82620" y="241717"/>
                  </a:lnTo>
                  <a:lnTo>
                    <a:pt x="84541" y="241666"/>
                  </a:lnTo>
                  <a:lnTo>
                    <a:pt x="86463" y="241607"/>
                  </a:lnTo>
                  <a:lnTo>
                    <a:pt x="88384" y="241542"/>
                  </a:lnTo>
                  <a:lnTo>
                    <a:pt x="90306" y="241469"/>
                  </a:lnTo>
                  <a:lnTo>
                    <a:pt x="92227" y="241389"/>
                  </a:lnTo>
                  <a:lnTo>
                    <a:pt x="94148" y="241302"/>
                  </a:lnTo>
                  <a:lnTo>
                    <a:pt x="96070" y="241204"/>
                  </a:lnTo>
                  <a:lnTo>
                    <a:pt x="97991" y="241098"/>
                  </a:lnTo>
                  <a:lnTo>
                    <a:pt x="99913" y="240984"/>
                  </a:lnTo>
                  <a:lnTo>
                    <a:pt x="101834" y="240860"/>
                  </a:lnTo>
                  <a:lnTo>
                    <a:pt x="103755" y="240729"/>
                  </a:lnTo>
                  <a:lnTo>
                    <a:pt x="105677" y="240588"/>
                  </a:lnTo>
                  <a:lnTo>
                    <a:pt x="107598" y="240437"/>
                  </a:lnTo>
                  <a:lnTo>
                    <a:pt x="109520" y="240278"/>
                  </a:lnTo>
                  <a:lnTo>
                    <a:pt x="111441" y="240110"/>
                  </a:lnTo>
                  <a:lnTo>
                    <a:pt x="113362" y="239934"/>
                  </a:lnTo>
                  <a:lnTo>
                    <a:pt x="115284" y="239752"/>
                  </a:lnTo>
                  <a:lnTo>
                    <a:pt x="117205" y="239562"/>
                  </a:lnTo>
                  <a:lnTo>
                    <a:pt x="119127" y="239363"/>
                  </a:lnTo>
                  <a:lnTo>
                    <a:pt x="121048" y="239159"/>
                  </a:lnTo>
                  <a:lnTo>
                    <a:pt x="122969" y="238949"/>
                  </a:lnTo>
                  <a:lnTo>
                    <a:pt x="124891" y="238733"/>
                  </a:lnTo>
                  <a:lnTo>
                    <a:pt x="126812" y="238513"/>
                  </a:lnTo>
                  <a:lnTo>
                    <a:pt x="128734" y="238289"/>
                  </a:lnTo>
                  <a:lnTo>
                    <a:pt x="130655" y="238059"/>
                  </a:lnTo>
                  <a:lnTo>
                    <a:pt x="132576" y="237827"/>
                  </a:lnTo>
                  <a:lnTo>
                    <a:pt x="134498" y="237591"/>
                  </a:lnTo>
                  <a:lnTo>
                    <a:pt x="136419" y="237353"/>
                  </a:lnTo>
                  <a:lnTo>
                    <a:pt x="138341" y="237113"/>
                  </a:lnTo>
                  <a:lnTo>
                    <a:pt x="140262" y="236870"/>
                  </a:lnTo>
                  <a:lnTo>
                    <a:pt x="142183" y="236625"/>
                  </a:lnTo>
                  <a:lnTo>
                    <a:pt x="144105" y="236379"/>
                  </a:lnTo>
                  <a:lnTo>
                    <a:pt x="146026" y="236133"/>
                  </a:lnTo>
                  <a:lnTo>
                    <a:pt x="147948" y="235885"/>
                  </a:lnTo>
                  <a:lnTo>
                    <a:pt x="149869" y="235637"/>
                  </a:lnTo>
                  <a:lnTo>
                    <a:pt x="151791" y="235388"/>
                  </a:lnTo>
                  <a:lnTo>
                    <a:pt x="153712" y="235140"/>
                  </a:lnTo>
                  <a:lnTo>
                    <a:pt x="155633" y="234893"/>
                  </a:lnTo>
                  <a:lnTo>
                    <a:pt x="157555" y="234647"/>
                  </a:lnTo>
                  <a:lnTo>
                    <a:pt x="159476" y="234402"/>
                  </a:lnTo>
                  <a:lnTo>
                    <a:pt x="161398" y="234159"/>
                  </a:lnTo>
                  <a:lnTo>
                    <a:pt x="163319" y="233918"/>
                  </a:lnTo>
                  <a:lnTo>
                    <a:pt x="165240" y="233681"/>
                  </a:lnTo>
                  <a:lnTo>
                    <a:pt x="167162" y="233448"/>
                  </a:lnTo>
                  <a:lnTo>
                    <a:pt x="169083" y="233218"/>
                  </a:lnTo>
                  <a:lnTo>
                    <a:pt x="171005" y="232993"/>
                  </a:lnTo>
                  <a:lnTo>
                    <a:pt x="172926" y="232773"/>
                  </a:lnTo>
                  <a:lnTo>
                    <a:pt x="174847" y="232560"/>
                  </a:lnTo>
                  <a:lnTo>
                    <a:pt x="176769" y="232353"/>
                  </a:lnTo>
                  <a:lnTo>
                    <a:pt x="178690" y="232152"/>
                  </a:lnTo>
                  <a:lnTo>
                    <a:pt x="180612" y="231957"/>
                  </a:lnTo>
                  <a:lnTo>
                    <a:pt x="182533" y="231769"/>
                  </a:lnTo>
                  <a:lnTo>
                    <a:pt x="184454" y="231587"/>
                  </a:lnTo>
                  <a:lnTo>
                    <a:pt x="186376" y="231412"/>
                  </a:lnTo>
                  <a:lnTo>
                    <a:pt x="188297" y="231244"/>
                  </a:lnTo>
                  <a:lnTo>
                    <a:pt x="190219" y="231080"/>
                  </a:lnTo>
                  <a:lnTo>
                    <a:pt x="192140" y="230920"/>
                  </a:lnTo>
                  <a:lnTo>
                    <a:pt x="194061" y="230765"/>
                  </a:lnTo>
                  <a:lnTo>
                    <a:pt x="195983" y="230612"/>
                  </a:lnTo>
                  <a:lnTo>
                    <a:pt x="197904" y="230461"/>
                  </a:lnTo>
                  <a:lnTo>
                    <a:pt x="199826" y="230310"/>
                  </a:lnTo>
                  <a:lnTo>
                    <a:pt x="201747" y="230158"/>
                  </a:lnTo>
                  <a:lnTo>
                    <a:pt x="203668" y="230004"/>
                  </a:lnTo>
                  <a:lnTo>
                    <a:pt x="205590" y="229847"/>
                  </a:lnTo>
                  <a:lnTo>
                    <a:pt x="207511" y="229686"/>
                  </a:lnTo>
                  <a:lnTo>
                    <a:pt x="209433" y="229518"/>
                  </a:lnTo>
                  <a:lnTo>
                    <a:pt x="211354" y="229344"/>
                  </a:lnTo>
                  <a:lnTo>
                    <a:pt x="213275" y="229163"/>
                  </a:lnTo>
                  <a:lnTo>
                    <a:pt x="215197" y="228974"/>
                  </a:lnTo>
                  <a:lnTo>
                    <a:pt x="217118" y="228778"/>
                  </a:lnTo>
                  <a:lnTo>
                    <a:pt x="219040" y="228573"/>
                  </a:lnTo>
                  <a:lnTo>
                    <a:pt x="220961" y="228358"/>
                  </a:lnTo>
                  <a:lnTo>
                    <a:pt x="222883" y="228136"/>
                  </a:lnTo>
                  <a:lnTo>
                    <a:pt x="224804" y="227907"/>
                  </a:lnTo>
                  <a:lnTo>
                    <a:pt x="226725" y="227671"/>
                  </a:lnTo>
                  <a:lnTo>
                    <a:pt x="228647" y="227430"/>
                  </a:lnTo>
                  <a:lnTo>
                    <a:pt x="230568" y="227184"/>
                  </a:lnTo>
                  <a:lnTo>
                    <a:pt x="232490" y="226933"/>
                  </a:lnTo>
                  <a:lnTo>
                    <a:pt x="234411" y="226681"/>
                  </a:lnTo>
                  <a:lnTo>
                    <a:pt x="236332" y="226427"/>
                  </a:lnTo>
                  <a:lnTo>
                    <a:pt x="238254" y="226173"/>
                  </a:lnTo>
                  <a:lnTo>
                    <a:pt x="240175" y="225920"/>
                  </a:lnTo>
                  <a:lnTo>
                    <a:pt x="242097" y="225670"/>
                  </a:lnTo>
                  <a:lnTo>
                    <a:pt x="244018" y="225423"/>
                  </a:lnTo>
                  <a:lnTo>
                    <a:pt x="245939" y="225181"/>
                  </a:lnTo>
                  <a:lnTo>
                    <a:pt x="247861" y="224943"/>
                  </a:lnTo>
                  <a:lnTo>
                    <a:pt x="249782" y="224710"/>
                  </a:lnTo>
                  <a:lnTo>
                    <a:pt x="251704" y="224483"/>
                  </a:lnTo>
                  <a:lnTo>
                    <a:pt x="253625" y="224263"/>
                  </a:lnTo>
                  <a:lnTo>
                    <a:pt x="255546" y="224049"/>
                  </a:lnTo>
                  <a:lnTo>
                    <a:pt x="257468" y="223841"/>
                  </a:lnTo>
                  <a:lnTo>
                    <a:pt x="259389" y="223639"/>
                  </a:lnTo>
                  <a:lnTo>
                    <a:pt x="261311" y="223442"/>
                  </a:lnTo>
                  <a:lnTo>
                    <a:pt x="263232" y="223251"/>
                  </a:lnTo>
                  <a:lnTo>
                    <a:pt x="265153" y="223064"/>
                  </a:lnTo>
                  <a:lnTo>
                    <a:pt x="267075" y="222883"/>
                  </a:lnTo>
                  <a:lnTo>
                    <a:pt x="268996" y="222704"/>
                  </a:lnTo>
                  <a:lnTo>
                    <a:pt x="270918" y="222529"/>
                  </a:lnTo>
                  <a:lnTo>
                    <a:pt x="272839" y="222356"/>
                  </a:lnTo>
                  <a:lnTo>
                    <a:pt x="274760" y="222185"/>
                  </a:lnTo>
                  <a:lnTo>
                    <a:pt x="276682" y="222015"/>
                  </a:lnTo>
                  <a:lnTo>
                    <a:pt x="278603" y="221846"/>
                  </a:lnTo>
                  <a:lnTo>
                    <a:pt x="280525" y="221676"/>
                  </a:lnTo>
                  <a:lnTo>
                    <a:pt x="282446" y="221505"/>
                  </a:lnTo>
                  <a:lnTo>
                    <a:pt x="284367" y="221333"/>
                  </a:lnTo>
                  <a:lnTo>
                    <a:pt x="286289" y="221158"/>
                  </a:lnTo>
                  <a:lnTo>
                    <a:pt x="288210" y="220980"/>
                  </a:lnTo>
                  <a:lnTo>
                    <a:pt x="290132" y="220797"/>
                  </a:lnTo>
                  <a:lnTo>
                    <a:pt x="292053" y="220609"/>
                  </a:lnTo>
                  <a:lnTo>
                    <a:pt x="293975" y="220416"/>
                  </a:lnTo>
                  <a:lnTo>
                    <a:pt x="295896" y="220216"/>
                  </a:lnTo>
                  <a:lnTo>
                    <a:pt x="297817" y="220009"/>
                  </a:lnTo>
                  <a:lnTo>
                    <a:pt x="299739" y="219793"/>
                  </a:lnTo>
                  <a:lnTo>
                    <a:pt x="301660" y="219568"/>
                  </a:lnTo>
                  <a:lnTo>
                    <a:pt x="303582" y="219332"/>
                  </a:lnTo>
                  <a:lnTo>
                    <a:pt x="305503" y="219087"/>
                  </a:lnTo>
                  <a:lnTo>
                    <a:pt x="307424" y="218831"/>
                  </a:lnTo>
                  <a:lnTo>
                    <a:pt x="309346" y="218563"/>
                  </a:lnTo>
                  <a:lnTo>
                    <a:pt x="311267" y="218280"/>
                  </a:lnTo>
                  <a:lnTo>
                    <a:pt x="313189" y="217984"/>
                  </a:lnTo>
                  <a:lnTo>
                    <a:pt x="315110" y="217674"/>
                  </a:lnTo>
                  <a:lnTo>
                    <a:pt x="317031" y="217349"/>
                  </a:lnTo>
                  <a:lnTo>
                    <a:pt x="318953" y="217010"/>
                  </a:lnTo>
                  <a:lnTo>
                    <a:pt x="320874" y="216656"/>
                  </a:lnTo>
                  <a:lnTo>
                    <a:pt x="322796" y="216281"/>
                  </a:lnTo>
                  <a:lnTo>
                    <a:pt x="324717" y="215888"/>
                  </a:lnTo>
                  <a:lnTo>
                    <a:pt x="326638" y="215477"/>
                  </a:lnTo>
                  <a:lnTo>
                    <a:pt x="328560" y="215047"/>
                  </a:lnTo>
                  <a:lnTo>
                    <a:pt x="330481" y="214595"/>
                  </a:lnTo>
                  <a:lnTo>
                    <a:pt x="332403" y="214122"/>
                  </a:lnTo>
                  <a:lnTo>
                    <a:pt x="334324" y="213619"/>
                  </a:lnTo>
                  <a:lnTo>
                    <a:pt x="336245" y="213090"/>
                  </a:lnTo>
                  <a:lnTo>
                    <a:pt x="338167" y="212533"/>
                  </a:lnTo>
                  <a:lnTo>
                    <a:pt x="340088" y="211946"/>
                  </a:lnTo>
                  <a:lnTo>
                    <a:pt x="342010" y="211329"/>
                  </a:lnTo>
                  <a:lnTo>
                    <a:pt x="343931" y="210676"/>
                  </a:lnTo>
                  <a:lnTo>
                    <a:pt x="345852" y="209979"/>
                  </a:lnTo>
                  <a:lnTo>
                    <a:pt x="347774" y="209242"/>
                  </a:lnTo>
                  <a:lnTo>
                    <a:pt x="349695" y="208465"/>
                  </a:lnTo>
                  <a:lnTo>
                    <a:pt x="351617" y="207644"/>
                  </a:lnTo>
                  <a:lnTo>
                    <a:pt x="353538" y="206778"/>
                  </a:lnTo>
                  <a:lnTo>
                    <a:pt x="355459" y="205863"/>
                  </a:lnTo>
                  <a:lnTo>
                    <a:pt x="357381" y="204889"/>
                  </a:lnTo>
                  <a:lnTo>
                    <a:pt x="359302" y="203864"/>
                  </a:lnTo>
                  <a:lnTo>
                    <a:pt x="361224" y="202787"/>
                  </a:lnTo>
                  <a:lnTo>
                    <a:pt x="363145" y="201658"/>
                  </a:lnTo>
                  <a:lnTo>
                    <a:pt x="365067" y="200476"/>
                  </a:lnTo>
                  <a:lnTo>
                    <a:pt x="366988" y="199235"/>
                  </a:lnTo>
                  <a:lnTo>
                    <a:pt x="368909" y="197931"/>
                  </a:lnTo>
                  <a:lnTo>
                    <a:pt x="370831" y="196573"/>
                  </a:lnTo>
                  <a:lnTo>
                    <a:pt x="372752" y="195161"/>
                  </a:lnTo>
                  <a:lnTo>
                    <a:pt x="374674" y="193694"/>
                  </a:lnTo>
                  <a:lnTo>
                    <a:pt x="376595" y="192174"/>
                  </a:lnTo>
                  <a:lnTo>
                    <a:pt x="378516" y="190593"/>
                  </a:lnTo>
                  <a:lnTo>
                    <a:pt x="380438" y="188950"/>
                  </a:lnTo>
                  <a:lnTo>
                    <a:pt x="382359" y="187252"/>
                  </a:lnTo>
                  <a:lnTo>
                    <a:pt x="384281" y="185497"/>
                  </a:lnTo>
                  <a:lnTo>
                    <a:pt x="386202" y="183684"/>
                  </a:lnTo>
                  <a:lnTo>
                    <a:pt x="388123" y="181812"/>
                  </a:lnTo>
                  <a:lnTo>
                    <a:pt x="390045" y="179868"/>
                  </a:lnTo>
                  <a:lnTo>
                    <a:pt x="391966" y="177850"/>
                  </a:lnTo>
                  <a:lnTo>
                    <a:pt x="393888" y="175761"/>
                  </a:lnTo>
                  <a:lnTo>
                    <a:pt x="395809" y="173595"/>
                  </a:lnTo>
                  <a:lnTo>
                    <a:pt x="397730" y="171348"/>
                  </a:lnTo>
                  <a:lnTo>
                    <a:pt x="399652" y="169013"/>
                  </a:lnTo>
                  <a:lnTo>
                    <a:pt x="401573" y="166567"/>
                  </a:lnTo>
                  <a:lnTo>
                    <a:pt x="403495" y="164007"/>
                  </a:lnTo>
                  <a:lnTo>
                    <a:pt x="405416" y="161334"/>
                  </a:lnTo>
                  <a:lnTo>
                    <a:pt x="407337" y="158539"/>
                  </a:lnTo>
                  <a:lnTo>
                    <a:pt x="409259" y="155616"/>
                  </a:lnTo>
                  <a:lnTo>
                    <a:pt x="411180" y="152555"/>
                  </a:lnTo>
                  <a:lnTo>
                    <a:pt x="413102" y="149319"/>
                  </a:lnTo>
                  <a:lnTo>
                    <a:pt x="415023" y="145917"/>
                  </a:lnTo>
                  <a:lnTo>
                    <a:pt x="416944" y="142352"/>
                  </a:lnTo>
                  <a:lnTo>
                    <a:pt x="418866" y="138619"/>
                  </a:lnTo>
                  <a:lnTo>
                    <a:pt x="420787" y="134714"/>
                  </a:lnTo>
                  <a:lnTo>
                    <a:pt x="422709" y="130633"/>
                  </a:lnTo>
                  <a:lnTo>
                    <a:pt x="424630" y="126335"/>
                  </a:lnTo>
                  <a:lnTo>
                    <a:pt x="426551" y="121855"/>
                  </a:lnTo>
                  <a:lnTo>
                    <a:pt x="428473" y="117201"/>
                  </a:lnTo>
                  <a:lnTo>
                    <a:pt x="430394" y="112380"/>
                  </a:lnTo>
                  <a:lnTo>
                    <a:pt x="432316" y="107399"/>
                  </a:lnTo>
                  <a:lnTo>
                    <a:pt x="434237" y="102266"/>
                  </a:lnTo>
                  <a:lnTo>
                    <a:pt x="436159" y="96964"/>
                  </a:lnTo>
                  <a:lnTo>
                    <a:pt x="438080" y="91545"/>
                  </a:lnTo>
                  <a:lnTo>
                    <a:pt x="440001" y="86029"/>
                  </a:lnTo>
                  <a:lnTo>
                    <a:pt x="441923" y="80435"/>
                  </a:lnTo>
                  <a:lnTo>
                    <a:pt x="443844" y="74785"/>
                  </a:lnTo>
                  <a:lnTo>
                    <a:pt x="445766" y="69102"/>
                  </a:lnTo>
                  <a:lnTo>
                    <a:pt x="447687" y="63422"/>
                  </a:lnTo>
                  <a:lnTo>
                    <a:pt x="449608" y="57780"/>
                  </a:lnTo>
                  <a:lnTo>
                    <a:pt x="451530" y="52207"/>
                  </a:lnTo>
                  <a:lnTo>
                    <a:pt x="453451" y="46731"/>
                  </a:lnTo>
                  <a:lnTo>
                    <a:pt x="455373" y="41384"/>
                  </a:lnTo>
                  <a:lnTo>
                    <a:pt x="457294" y="36206"/>
                  </a:lnTo>
                  <a:lnTo>
                    <a:pt x="459215" y="31274"/>
                  </a:lnTo>
                  <a:lnTo>
                    <a:pt x="461137" y="26587"/>
                  </a:lnTo>
                  <a:lnTo>
                    <a:pt x="463058" y="22174"/>
                  </a:lnTo>
                  <a:lnTo>
                    <a:pt x="464980" y="18063"/>
                  </a:lnTo>
                  <a:lnTo>
                    <a:pt x="466901" y="14285"/>
                  </a:lnTo>
                  <a:lnTo>
                    <a:pt x="468822" y="10894"/>
                  </a:lnTo>
                  <a:lnTo>
                    <a:pt x="470744" y="7969"/>
                  </a:lnTo>
                  <a:lnTo>
                    <a:pt x="472665" y="5465"/>
                  </a:lnTo>
                  <a:lnTo>
                    <a:pt x="474587" y="3401"/>
                  </a:lnTo>
                  <a:lnTo>
                    <a:pt x="476508" y="1792"/>
                  </a:lnTo>
                  <a:lnTo>
                    <a:pt x="478429" y="652"/>
                  </a:lnTo>
                  <a:lnTo>
                    <a:pt x="480351" y="43"/>
                  </a:lnTo>
                  <a:lnTo>
                    <a:pt x="482272" y="0"/>
                  </a:lnTo>
                  <a:lnTo>
                    <a:pt x="484194" y="449"/>
                  </a:lnTo>
                  <a:lnTo>
                    <a:pt x="486115" y="1390"/>
                  </a:lnTo>
                  <a:lnTo>
                    <a:pt x="488036" y="2817"/>
                  </a:lnTo>
                  <a:lnTo>
                    <a:pt x="489958" y="4724"/>
                  </a:lnTo>
                  <a:lnTo>
                    <a:pt x="491879" y="7157"/>
                  </a:lnTo>
                  <a:lnTo>
                    <a:pt x="493801" y="10097"/>
                  </a:lnTo>
                  <a:lnTo>
                    <a:pt x="495722" y="13462"/>
                  </a:lnTo>
                  <a:lnTo>
                    <a:pt x="497643" y="17234"/>
                  </a:lnTo>
                  <a:lnTo>
                    <a:pt x="499565" y="21390"/>
                  </a:lnTo>
                  <a:lnTo>
                    <a:pt x="501486" y="25905"/>
                  </a:lnTo>
                  <a:lnTo>
                    <a:pt x="503408" y="30800"/>
                  </a:lnTo>
                  <a:lnTo>
                    <a:pt x="505329" y="36016"/>
                  </a:lnTo>
                  <a:lnTo>
                    <a:pt x="507250" y="41491"/>
                  </a:lnTo>
                  <a:lnTo>
                    <a:pt x="509172" y="47196"/>
                  </a:lnTo>
                  <a:lnTo>
                    <a:pt x="511093" y="53102"/>
                  </a:lnTo>
                  <a:lnTo>
                    <a:pt x="513015" y="59180"/>
                  </a:lnTo>
                  <a:lnTo>
                    <a:pt x="514936" y="65419"/>
                  </a:lnTo>
                  <a:lnTo>
                    <a:pt x="516858" y="71765"/>
                  </a:lnTo>
                  <a:lnTo>
                    <a:pt x="518779" y="78182"/>
                  </a:lnTo>
                  <a:lnTo>
                    <a:pt x="520700" y="84643"/>
                  </a:lnTo>
                  <a:lnTo>
                    <a:pt x="522622" y="91124"/>
                  </a:lnTo>
                  <a:lnTo>
                    <a:pt x="524543" y="97603"/>
                  </a:lnTo>
                  <a:lnTo>
                    <a:pt x="526465" y="104046"/>
                  </a:lnTo>
                  <a:lnTo>
                    <a:pt x="528386" y="110430"/>
                  </a:lnTo>
                  <a:lnTo>
                    <a:pt x="530307" y="116740"/>
                  </a:lnTo>
                  <a:lnTo>
                    <a:pt x="532229" y="122958"/>
                  </a:lnTo>
                  <a:lnTo>
                    <a:pt x="534150" y="129071"/>
                  </a:lnTo>
                  <a:lnTo>
                    <a:pt x="536072" y="135065"/>
                  </a:lnTo>
                  <a:lnTo>
                    <a:pt x="537993" y="140891"/>
                  </a:lnTo>
                  <a:lnTo>
                    <a:pt x="539914" y="146566"/>
                  </a:lnTo>
                  <a:lnTo>
                    <a:pt x="541836" y="152084"/>
                  </a:lnTo>
                  <a:lnTo>
                    <a:pt x="543757" y="157436"/>
                  </a:lnTo>
                  <a:lnTo>
                    <a:pt x="545679" y="162616"/>
                  </a:lnTo>
                  <a:lnTo>
                    <a:pt x="547600" y="167616"/>
                  </a:lnTo>
                  <a:lnTo>
                    <a:pt x="549521" y="172387"/>
                  </a:lnTo>
                  <a:lnTo>
                    <a:pt x="551443" y="176969"/>
                  </a:lnTo>
                  <a:lnTo>
                    <a:pt x="553364" y="181361"/>
                  </a:lnTo>
                  <a:lnTo>
                    <a:pt x="555286" y="185559"/>
                  </a:lnTo>
                  <a:lnTo>
                    <a:pt x="557207" y="189565"/>
                  </a:lnTo>
                  <a:lnTo>
                    <a:pt x="559128" y="193369"/>
                  </a:lnTo>
                  <a:lnTo>
                    <a:pt x="561050" y="196939"/>
                  </a:lnTo>
                  <a:lnTo>
                    <a:pt x="562971" y="200318"/>
                  </a:lnTo>
                  <a:lnTo>
                    <a:pt x="564893" y="203508"/>
                  </a:lnTo>
                  <a:lnTo>
                    <a:pt x="566814" y="206514"/>
                  </a:lnTo>
                  <a:lnTo>
                    <a:pt x="568735" y="209337"/>
                  </a:lnTo>
                  <a:lnTo>
                    <a:pt x="570657" y="211972"/>
                  </a:lnTo>
                  <a:lnTo>
                    <a:pt x="572578" y="214403"/>
                  </a:lnTo>
                  <a:lnTo>
                    <a:pt x="574500" y="216669"/>
                  </a:lnTo>
                  <a:lnTo>
                    <a:pt x="576421" y="218776"/>
                  </a:lnTo>
                  <a:lnTo>
                    <a:pt x="578342" y="220731"/>
                  </a:lnTo>
                  <a:lnTo>
                    <a:pt x="580264" y="222539"/>
                  </a:lnTo>
                  <a:lnTo>
                    <a:pt x="582185" y="224196"/>
                  </a:lnTo>
                  <a:lnTo>
                    <a:pt x="584107" y="225702"/>
                  </a:lnTo>
                  <a:lnTo>
                    <a:pt x="586028" y="227086"/>
                  </a:lnTo>
                  <a:lnTo>
                    <a:pt x="587950" y="228356"/>
                  </a:lnTo>
                  <a:lnTo>
                    <a:pt x="589871" y="229519"/>
                  </a:lnTo>
                  <a:lnTo>
                    <a:pt x="591792" y="230582"/>
                  </a:lnTo>
                  <a:lnTo>
                    <a:pt x="593714" y="231541"/>
                  </a:lnTo>
                  <a:lnTo>
                    <a:pt x="595635" y="232406"/>
                  </a:lnTo>
                  <a:lnTo>
                    <a:pt x="597557" y="233196"/>
                  </a:lnTo>
                  <a:lnTo>
                    <a:pt x="599478" y="233915"/>
                  </a:lnTo>
                  <a:lnTo>
                    <a:pt x="601399" y="234572"/>
                  </a:lnTo>
                  <a:lnTo>
                    <a:pt x="603321" y="235170"/>
                  </a:lnTo>
                  <a:lnTo>
                    <a:pt x="605242" y="235709"/>
                  </a:lnTo>
                  <a:lnTo>
                    <a:pt x="607164" y="236198"/>
                  </a:lnTo>
                  <a:lnTo>
                    <a:pt x="609085" y="236647"/>
                  </a:lnTo>
                  <a:lnTo>
                    <a:pt x="611006" y="237060"/>
                  </a:lnTo>
                  <a:lnTo>
                    <a:pt x="612928" y="237441"/>
                  </a:lnTo>
                  <a:lnTo>
                    <a:pt x="614849" y="237792"/>
                  </a:lnTo>
                  <a:lnTo>
                    <a:pt x="616771" y="238113"/>
                  </a:lnTo>
                  <a:lnTo>
                    <a:pt x="618692" y="238411"/>
                  </a:lnTo>
                  <a:lnTo>
                    <a:pt x="620613" y="238689"/>
                  </a:lnTo>
                  <a:lnTo>
                    <a:pt x="622535" y="238948"/>
                  </a:lnTo>
                  <a:lnTo>
                    <a:pt x="624456" y="239192"/>
                  </a:lnTo>
                  <a:lnTo>
                    <a:pt x="626378" y="239420"/>
                  </a:lnTo>
                  <a:lnTo>
                    <a:pt x="628299" y="239633"/>
                  </a:lnTo>
                  <a:lnTo>
                    <a:pt x="630220" y="239832"/>
                  </a:lnTo>
                  <a:lnTo>
                    <a:pt x="632142" y="240020"/>
                  </a:lnTo>
                  <a:lnTo>
                    <a:pt x="634063" y="240197"/>
                  </a:lnTo>
                  <a:lnTo>
                    <a:pt x="635985" y="240363"/>
                  </a:lnTo>
                  <a:lnTo>
                    <a:pt x="637906" y="240519"/>
                  </a:lnTo>
                  <a:lnTo>
                    <a:pt x="639827" y="240663"/>
                  </a:lnTo>
                  <a:lnTo>
                    <a:pt x="641749" y="240798"/>
                  </a:lnTo>
                  <a:lnTo>
                    <a:pt x="643670" y="240923"/>
                  </a:lnTo>
                  <a:lnTo>
                    <a:pt x="645592" y="241039"/>
                  </a:lnTo>
                  <a:lnTo>
                    <a:pt x="647513" y="241146"/>
                  </a:lnTo>
                  <a:lnTo>
                    <a:pt x="649434" y="241245"/>
                  </a:lnTo>
                  <a:lnTo>
                    <a:pt x="651356" y="241333"/>
                  </a:lnTo>
                  <a:lnTo>
                    <a:pt x="653277" y="241413"/>
                  </a:lnTo>
                  <a:lnTo>
                    <a:pt x="655199" y="241485"/>
                  </a:lnTo>
                  <a:lnTo>
                    <a:pt x="657120" y="241550"/>
                  </a:lnTo>
                  <a:lnTo>
                    <a:pt x="659042" y="241608"/>
                  </a:lnTo>
                  <a:lnTo>
                    <a:pt x="660963" y="241658"/>
                  </a:lnTo>
                  <a:lnTo>
                    <a:pt x="662884" y="241700"/>
                  </a:lnTo>
                  <a:lnTo>
                    <a:pt x="664806" y="241736"/>
                  </a:lnTo>
                  <a:lnTo>
                    <a:pt x="666727" y="241765"/>
                  </a:lnTo>
                  <a:lnTo>
                    <a:pt x="668649" y="241789"/>
                  </a:lnTo>
                  <a:lnTo>
                    <a:pt x="670570" y="241807"/>
                  </a:lnTo>
                  <a:lnTo>
                    <a:pt x="672491" y="241820"/>
                  </a:lnTo>
                  <a:lnTo>
                    <a:pt x="674413" y="241826"/>
                  </a:lnTo>
                  <a:lnTo>
                    <a:pt x="676334" y="241828"/>
                  </a:lnTo>
                  <a:lnTo>
                    <a:pt x="678256" y="241825"/>
                  </a:lnTo>
                  <a:lnTo>
                    <a:pt x="680177" y="241818"/>
                  </a:lnTo>
                  <a:lnTo>
                    <a:pt x="682098" y="241806"/>
                  </a:lnTo>
                  <a:lnTo>
                    <a:pt x="684020" y="241790"/>
                  </a:lnTo>
                  <a:lnTo>
                    <a:pt x="685941" y="241769"/>
                  </a:lnTo>
                  <a:lnTo>
                    <a:pt x="687863" y="241744"/>
                  </a:lnTo>
                  <a:lnTo>
                    <a:pt x="689784" y="241716"/>
                  </a:lnTo>
                  <a:lnTo>
                    <a:pt x="691705" y="241684"/>
                  </a:lnTo>
                  <a:lnTo>
                    <a:pt x="693627" y="241649"/>
                  </a:lnTo>
                  <a:lnTo>
                    <a:pt x="695548" y="241610"/>
                  </a:lnTo>
                  <a:lnTo>
                    <a:pt x="697470" y="241569"/>
                  </a:lnTo>
                  <a:lnTo>
                    <a:pt x="699391" y="241524"/>
                  </a:lnTo>
                  <a:lnTo>
                    <a:pt x="701312" y="241478"/>
                  </a:lnTo>
                  <a:lnTo>
                    <a:pt x="703234" y="241430"/>
                  </a:lnTo>
                  <a:lnTo>
                    <a:pt x="705155" y="241380"/>
                  </a:lnTo>
                  <a:lnTo>
                    <a:pt x="707077" y="241329"/>
                  </a:lnTo>
                  <a:lnTo>
                    <a:pt x="708998" y="241277"/>
                  </a:lnTo>
                  <a:lnTo>
                    <a:pt x="710919" y="241225"/>
                  </a:lnTo>
                  <a:lnTo>
                    <a:pt x="712841" y="241173"/>
                  </a:lnTo>
                  <a:lnTo>
                    <a:pt x="714762" y="241121"/>
                  </a:lnTo>
                  <a:lnTo>
                    <a:pt x="716684" y="241070"/>
                  </a:lnTo>
                  <a:lnTo>
                    <a:pt x="718605" y="241020"/>
                  </a:lnTo>
                  <a:lnTo>
                    <a:pt x="720526" y="240972"/>
                  </a:lnTo>
                  <a:lnTo>
                    <a:pt x="722448" y="240926"/>
                  </a:lnTo>
                  <a:lnTo>
                    <a:pt x="724369" y="240881"/>
                  </a:lnTo>
                  <a:lnTo>
                    <a:pt x="726291" y="240839"/>
                  </a:lnTo>
                  <a:lnTo>
                    <a:pt x="728212" y="240798"/>
                  </a:lnTo>
                  <a:lnTo>
                    <a:pt x="730134" y="240760"/>
                  </a:lnTo>
                  <a:lnTo>
                    <a:pt x="732055" y="240724"/>
                  </a:lnTo>
                  <a:lnTo>
                    <a:pt x="733976" y="240690"/>
                  </a:lnTo>
                  <a:lnTo>
                    <a:pt x="735898" y="240657"/>
                  </a:lnTo>
                  <a:lnTo>
                    <a:pt x="737819" y="240625"/>
                  </a:lnTo>
                  <a:lnTo>
                    <a:pt x="739741" y="240593"/>
                  </a:lnTo>
                  <a:lnTo>
                    <a:pt x="741662" y="240561"/>
                  </a:lnTo>
                  <a:lnTo>
                    <a:pt x="743583" y="240529"/>
                  </a:lnTo>
                  <a:lnTo>
                    <a:pt x="745505" y="240494"/>
                  </a:lnTo>
                  <a:lnTo>
                    <a:pt x="747426" y="240458"/>
                  </a:lnTo>
                  <a:lnTo>
                    <a:pt x="749348" y="240419"/>
                  </a:lnTo>
                  <a:lnTo>
                    <a:pt x="751269" y="240376"/>
                  </a:lnTo>
                  <a:lnTo>
                    <a:pt x="753190" y="240328"/>
                  </a:lnTo>
                  <a:lnTo>
                    <a:pt x="755112" y="240275"/>
                  </a:lnTo>
                  <a:lnTo>
                    <a:pt x="757033" y="240216"/>
                  </a:lnTo>
                  <a:lnTo>
                    <a:pt x="758955" y="240151"/>
                  </a:lnTo>
                  <a:lnTo>
                    <a:pt x="760876" y="240079"/>
                  </a:lnTo>
                  <a:lnTo>
                    <a:pt x="762797" y="240001"/>
                  </a:lnTo>
                  <a:lnTo>
                    <a:pt x="764719" y="239913"/>
                  </a:lnTo>
                  <a:lnTo>
                    <a:pt x="766640" y="239819"/>
                  </a:lnTo>
                  <a:lnTo>
                    <a:pt x="768562" y="239717"/>
                  </a:lnTo>
                  <a:lnTo>
                    <a:pt x="770483" y="239609"/>
                  </a:lnTo>
                  <a:lnTo>
                    <a:pt x="772404" y="239494"/>
                  </a:lnTo>
                  <a:lnTo>
                    <a:pt x="774326" y="239373"/>
                  </a:lnTo>
                  <a:lnTo>
                    <a:pt x="776247" y="239245"/>
                  </a:lnTo>
                  <a:lnTo>
                    <a:pt x="778169" y="239112"/>
                  </a:lnTo>
                  <a:lnTo>
                    <a:pt x="780090" y="238976"/>
                  </a:lnTo>
                  <a:lnTo>
                    <a:pt x="782011" y="238838"/>
                  </a:lnTo>
                  <a:lnTo>
                    <a:pt x="783933" y="238697"/>
                  </a:lnTo>
                  <a:lnTo>
                    <a:pt x="785854" y="238555"/>
                  </a:lnTo>
                  <a:lnTo>
                    <a:pt x="787776" y="238414"/>
                  </a:lnTo>
                  <a:lnTo>
                    <a:pt x="789697" y="238275"/>
                  </a:lnTo>
                  <a:lnTo>
                    <a:pt x="791618" y="238139"/>
                  </a:lnTo>
                  <a:lnTo>
                    <a:pt x="793540" y="238006"/>
                  </a:lnTo>
                  <a:lnTo>
                    <a:pt x="795461" y="237878"/>
                  </a:lnTo>
                  <a:lnTo>
                    <a:pt x="797383" y="237756"/>
                  </a:lnTo>
                  <a:lnTo>
                    <a:pt x="799304" y="237641"/>
                  </a:lnTo>
                  <a:lnTo>
                    <a:pt x="801226" y="237533"/>
                  </a:lnTo>
                  <a:lnTo>
                    <a:pt x="803147" y="237432"/>
                  </a:lnTo>
                  <a:lnTo>
                    <a:pt x="805068" y="237339"/>
                  </a:lnTo>
                  <a:lnTo>
                    <a:pt x="806990" y="237252"/>
                  </a:lnTo>
                  <a:lnTo>
                    <a:pt x="808911" y="237174"/>
                  </a:lnTo>
                  <a:lnTo>
                    <a:pt x="810833" y="237104"/>
                  </a:lnTo>
                  <a:lnTo>
                    <a:pt x="812754" y="237039"/>
                  </a:lnTo>
                  <a:lnTo>
                    <a:pt x="814675" y="236979"/>
                  </a:lnTo>
                  <a:lnTo>
                    <a:pt x="816597" y="236923"/>
                  </a:lnTo>
                  <a:lnTo>
                    <a:pt x="818518" y="236870"/>
                  </a:lnTo>
                  <a:lnTo>
                    <a:pt x="820440" y="236818"/>
                  </a:lnTo>
                  <a:lnTo>
                    <a:pt x="822361" y="236764"/>
                  </a:lnTo>
                  <a:lnTo>
                    <a:pt x="824282" y="236707"/>
                  </a:lnTo>
                  <a:lnTo>
                    <a:pt x="826204" y="236646"/>
                  </a:lnTo>
                  <a:lnTo>
                    <a:pt x="828125" y="236577"/>
                  </a:lnTo>
                  <a:lnTo>
                    <a:pt x="830047" y="236500"/>
                  </a:lnTo>
                  <a:lnTo>
                    <a:pt x="831968" y="236409"/>
                  </a:lnTo>
                  <a:lnTo>
                    <a:pt x="833889" y="236303"/>
                  </a:lnTo>
                  <a:lnTo>
                    <a:pt x="835811" y="236182"/>
                  </a:lnTo>
                  <a:lnTo>
                    <a:pt x="837732" y="236043"/>
                  </a:lnTo>
                  <a:lnTo>
                    <a:pt x="839654" y="235884"/>
                  </a:lnTo>
                  <a:lnTo>
                    <a:pt x="841575" y="235705"/>
                  </a:lnTo>
                  <a:lnTo>
                    <a:pt x="843496" y="235499"/>
                  </a:lnTo>
                  <a:lnTo>
                    <a:pt x="845418" y="235267"/>
                  </a:lnTo>
                  <a:lnTo>
                    <a:pt x="847339" y="235011"/>
                  </a:lnTo>
                  <a:lnTo>
                    <a:pt x="849261" y="234730"/>
                  </a:lnTo>
                  <a:lnTo>
                    <a:pt x="851182" y="234424"/>
                  </a:lnTo>
                  <a:lnTo>
                    <a:pt x="853103" y="234093"/>
                  </a:lnTo>
                  <a:lnTo>
                    <a:pt x="855025" y="233730"/>
                  </a:lnTo>
                  <a:lnTo>
                    <a:pt x="856946" y="233343"/>
                  </a:lnTo>
                  <a:lnTo>
                    <a:pt x="858868" y="232933"/>
                  </a:lnTo>
                  <a:lnTo>
                    <a:pt x="860789" y="232502"/>
                  </a:lnTo>
                  <a:lnTo>
                    <a:pt x="862710" y="232049"/>
                  </a:lnTo>
                  <a:lnTo>
                    <a:pt x="864632" y="231578"/>
                  </a:lnTo>
                  <a:lnTo>
                    <a:pt x="866553" y="231086"/>
                  </a:lnTo>
                  <a:lnTo>
                    <a:pt x="868475" y="230580"/>
                  </a:lnTo>
                  <a:lnTo>
                    <a:pt x="870396" y="230062"/>
                  </a:lnTo>
                  <a:lnTo>
                    <a:pt x="872318" y="229534"/>
                  </a:lnTo>
                  <a:lnTo>
                    <a:pt x="874239" y="228999"/>
                  </a:lnTo>
                  <a:lnTo>
                    <a:pt x="876160" y="228458"/>
                  </a:lnTo>
                  <a:lnTo>
                    <a:pt x="878082" y="227914"/>
                  </a:lnTo>
                  <a:lnTo>
                    <a:pt x="880003" y="227370"/>
                  </a:lnTo>
                  <a:lnTo>
                    <a:pt x="881925" y="226829"/>
                  </a:lnTo>
                  <a:lnTo>
                    <a:pt x="883846" y="226291"/>
                  </a:lnTo>
                  <a:lnTo>
                    <a:pt x="885767" y="225760"/>
                  </a:lnTo>
                  <a:lnTo>
                    <a:pt x="887689" y="225237"/>
                  </a:lnTo>
                  <a:lnTo>
                    <a:pt x="889610" y="224726"/>
                  </a:lnTo>
                  <a:lnTo>
                    <a:pt x="891532" y="224226"/>
                  </a:lnTo>
                  <a:lnTo>
                    <a:pt x="893453" y="223740"/>
                  </a:lnTo>
                  <a:lnTo>
                    <a:pt x="895374" y="223268"/>
                  </a:lnTo>
                  <a:lnTo>
                    <a:pt x="897296" y="222812"/>
                  </a:lnTo>
                  <a:lnTo>
                    <a:pt x="899217" y="222373"/>
                  </a:lnTo>
                  <a:lnTo>
                    <a:pt x="901139" y="221955"/>
                  </a:lnTo>
                  <a:lnTo>
                    <a:pt x="903060" y="221556"/>
                  </a:lnTo>
                  <a:lnTo>
                    <a:pt x="904981" y="221176"/>
                  </a:lnTo>
                  <a:lnTo>
                    <a:pt x="906903" y="220816"/>
                  </a:lnTo>
                  <a:lnTo>
                    <a:pt x="908824" y="220477"/>
                  </a:lnTo>
                  <a:lnTo>
                    <a:pt x="910746" y="220161"/>
                  </a:lnTo>
                  <a:lnTo>
                    <a:pt x="912667" y="219869"/>
                  </a:lnTo>
                  <a:lnTo>
                    <a:pt x="914588" y="219600"/>
                  </a:lnTo>
                  <a:lnTo>
                    <a:pt x="916510" y="219353"/>
                  </a:lnTo>
                  <a:lnTo>
                    <a:pt x="918431" y="219128"/>
                  </a:lnTo>
                  <a:lnTo>
                    <a:pt x="920353" y="218925"/>
                  </a:lnTo>
                  <a:lnTo>
                    <a:pt x="922274" y="218749"/>
                  </a:lnTo>
                  <a:lnTo>
                    <a:pt x="924195" y="218597"/>
                  </a:lnTo>
                  <a:lnTo>
                    <a:pt x="926117" y="218469"/>
                  </a:lnTo>
                  <a:lnTo>
                    <a:pt x="928038" y="218363"/>
                  </a:lnTo>
                  <a:lnTo>
                    <a:pt x="929960" y="218280"/>
                  </a:lnTo>
                  <a:lnTo>
                    <a:pt x="931881" y="218220"/>
                  </a:lnTo>
                  <a:lnTo>
                    <a:pt x="933802" y="218187"/>
                  </a:lnTo>
                  <a:lnTo>
                    <a:pt x="935724" y="218179"/>
                  </a:lnTo>
                  <a:lnTo>
                    <a:pt x="937645" y="218196"/>
                  </a:lnTo>
                  <a:lnTo>
                    <a:pt x="939567" y="218237"/>
                  </a:lnTo>
                  <a:lnTo>
                    <a:pt x="941488" y="218302"/>
                  </a:lnTo>
                  <a:lnTo>
                    <a:pt x="943410" y="218394"/>
                  </a:lnTo>
                  <a:lnTo>
                    <a:pt x="945331" y="218518"/>
                  </a:lnTo>
                  <a:lnTo>
                    <a:pt x="947252" y="218671"/>
                  </a:lnTo>
                  <a:lnTo>
                    <a:pt x="949174" y="218855"/>
                  </a:lnTo>
                  <a:lnTo>
                    <a:pt x="951095" y="219069"/>
                  </a:lnTo>
                  <a:lnTo>
                    <a:pt x="953017" y="219316"/>
                  </a:lnTo>
                  <a:lnTo>
                    <a:pt x="954938" y="219597"/>
                  </a:lnTo>
                  <a:lnTo>
                    <a:pt x="956859" y="219920"/>
                  </a:lnTo>
                  <a:lnTo>
                    <a:pt x="958781" y="220281"/>
                  </a:lnTo>
                  <a:lnTo>
                    <a:pt x="960702" y="220680"/>
                  </a:lnTo>
                  <a:lnTo>
                    <a:pt x="962624" y="221117"/>
                  </a:lnTo>
                  <a:lnTo>
                    <a:pt x="964545" y="221593"/>
                  </a:lnTo>
                  <a:lnTo>
                    <a:pt x="966466" y="222108"/>
                  </a:lnTo>
                  <a:lnTo>
                    <a:pt x="968388" y="222669"/>
                  </a:lnTo>
                  <a:lnTo>
                    <a:pt x="970309" y="223268"/>
                  </a:lnTo>
                  <a:lnTo>
                    <a:pt x="972231" y="223902"/>
                  </a:lnTo>
                  <a:lnTo>
                    <a:pt x="974152" y="224568"/>
                  </a:lnTo>
                  <a:lnTo>
                    <a:pt x="976073" y="225265"/>
                  </a:lnTo>
                  <a:lnTo>
                    <a:pt x="977995" y="225989"/>
                  </a:lnTo>
                  <a:lnTo>
                    <a:pt x="979916" y="226742"/>
                  </a:lnTo>
                  <a:lnTo>
                    <a:pt x="981838" y="227512"/>
                  </a:lnTo>
                  <a:lnTo>
                    <a:pt x="981838" y="242028"/>
                  </a:lnTo>
                  <a:lnTo>
                    <a:pt x="979916" y="242028"/>
                  </a:lnTo>
                  <a:lnTo>
                    <a:pt x="977995" y="242028"/>
                  </a:lnTo>
                  <a:lnTo>
                    <a:pt x="976073" y="242028"/>
                  </a:lnTo>
                  <a:lnTo>
                    <a:pt x="974152" y="242028"/>
                  </a:lnTo>
                  <a:lnTo>
                    <a:pt x="972231" y="242028"/>
                  </a:lnTo>
                  <a:lnTo>
                    <a:pt x="970309" y="242028"/>
                  </a:lnTo>
                  <a:lnTo>
                    <a:pt x="968388" y="242028"/>
                  </a:lnTo>
                  <a:lnTo>
                    <a:pt x="966466" y="242028"/>
                  </a:lnTo>
                  <a:lnTo>
                    <a:pt x="964545" y="242028"/>
                  </a:lnTo>
                  <a:lnTo>
                    <a:pt x="962624" y="242028"/>
                  </a:lnTo>
                  <a:lnTo>
                    <a:pt x="960702" y="242028"/>
                  </a:lnTo>
                  <a:lnTo>
                    <a:pt x="958781" y="242028"/>
                  </a:lnTo>
                  <a:lnTo>
                    <a:pt x="956859" y="242028"/>
                  </a:lnTo>
                  <a:lnTo>
                    <a:pt x="954938" y="242028"/>
                  </a:lnTo>
                  <a:lnTo>
                    <a:pt x="953017" y="242028"/>
                  </a:lnTo>
                  <a:lnTo>
                    <a:pt x="951095" y="242028"/>
                  </a:lnTo>
                  <a:lnTo>
                    <a:pt x="949174" y="242028"/>
                  </a:lnTo>
                  <a:lnTo>
                    <a:pt x="947252" y="242028"/>
                  </a:lnTo>
                  <a:lnTo>
                    <a:pt x="945331" y="242028"/>
                  </a:lnTo>
                  <a:lnTo>
                    <a:pt x="943410" y="242028"/>
                  </a:lnTo>
                  <a:lnTo>
                    <a:pt x="941488" y="242028"/>
                  </a:lnTo>
                  <a:lnTo>
                    <a:pt x="939567" y="242028"/>
                  </a:lnTo>
                  <a:lnTo>
                    <a:pt x="937645" y="242028"/>
                  </a:lnTo>
                  <a:lnTo>
                    <a:pt x="935724" y="242028"/>
                  </a:lnTo>
                  <a:lnTo>
                    <a:pt x="933802" y="242028"/>
                  </a:lnTo>
                  <a:lnTo>
                    <a:pt x="931881" y="242028"/>
                  </a:lnTo>
                  <a:lnTo>
                    <a:pt x="929960" y="242028"/>
                  </a:lnTo>
                  <a:lnTo>
                    <a:pt x="928038" y="242028"/>
                  </a:lnTo>
                  <a:lnTo>
                    <a:pt x="926117" y="242028"/>
                  </a:lnTo>
                  <a:lnTo>
                    <a:pt x="924195" y="242028"/>
                  </a:lnTo>
                  <a:lnTo>
                    <a:pt x="922274" y="242028"/>
                  </a:lnTo>
                  <a:lnTo>
                    <a:pt x="920353" y="242028"/>
                  </a:lnTo>
                  <a:lnTo>
                    <a:pt x="918431" y="242028"/>
                  </a:lnTo>
                  <a:lnTo>
                    <a:pt x="916510" y="242028"/>
                  </a:lnTo>
                  <a:lnTo>
                    <a:pt x="914588" y="242028"/>
                  </a:lnTo>
                  <a:lnTo>
                    <a:pt x="912667" y="242028"/>
                  </a:lnTo>
                  <a:lnTo>
                    <a:pt x="910746" y="242028"/>
                  </a:lnTo>
                  <a:lnTo>
                    <a:pt x="908824" y="242028"/>
                  </a:lnTo>
                  <a:lnTo>
                    <a:pt x="906903" y="242028"/>
                  </a:lnTo>
                  <a:lnTo>
                    <a:pt x="904981" y="242028"/>
                  </a:lnTo>
                  <a:lnTo>
                    <a:pt x="903060" y="242028"/>
                  </a:lnTo>
                  <a:lnTo>
                    <a:pt x="901139" y="242028"/>
                  </a:lnTo>
                  <a:lnTo>
                    <a:pt x="899217" y="242028"/>
                  </a:lnTo>
                  <a:lnTo>
                    <a:pt x="897296" y="242028"/>
                  </a:lnTo>
                  <a:lnTo>
                    <a:pt x="895374" y="242028"/>
                  </a:lnTo>
                  <a:lnTo>
                    <a:pt x="893453" y="242028"/>
                  </a:lnTo>
                  <a:lnTo>
                    <a:pt x="891532" y="242028"/>
                  </a:lnTo>
                  <a:lnTo>
                    <a:pt x="889610" y="242028"/>
                  </a:lnTo>
                  <a:lnTo>
                    <a:pt x="887689" y="242028"/>
                  </a:lnTo>
                  <a:lnTo>
                    <a:pt x="885767" y="242028"/>
                  </a:lnTo>
                  <a:lnTo>
                    <a:pt x="883846" y="242028"/>
                  </a:lnTo>
                  <a:lnTo>
                    <a:pt x="881925" y="242028"/>
                  </a:lnTo>
                  <a:lnTo>
                    <a:pt x="880003" y="242028"/>
                  </a:lnTo>
                  <a:lnTo>
                    <a:pt x="878082" y="242028"/>
                  </a:lnTo>
                  <a:lnTo>
                    <a:pt x="876160" y="242028"/>
                  </a:lnTo>
                  <a:lnTo>
                    <a:pt x="874239" y="242028"/>
                  </a:lnTo>
                  <a:lnTo>
                    <a:pt x="872318" y="242028"/>
                  </a:lnTo>
                  <a:lnTo>
                    <a:pt x="870396" y="242028"/>
                  </a:lnTo>
                  <a:lnTo>
                    <a:pt x="868475" y="242028"/>
                  </a:lnTo>
                  <a:lnTo>
                    <a:pt x="866553" y="242028"/>
                  </a:lnTo>
                  <a:lnTo>
                    <a:pt x="864632" y="242028"/>
                  </a:lnTo>
                  <a:lnTo>
                    <a:pt x="862710" y="242028"/>
                  </a:lnTo>
                  <a:lnTo>
                    <a:pt x="860789" y="242028"/>
                  </a:lnTo>
                  <a:lnTo>
                    <a:pt x="858868" y="242028"/>
                  </a:lnTo>
                  <a:lnTo>
                    <a:pt x="856946" y="242028"/>
                  </a:lnTo>
                  <a:lnTo>
                    <a:pt x="855025" y="242028"/>
                  </a:lnTo>
                  <a:lnTo>
                    <a:pt x="853103" y="242028"/>
                  </a:lnTo>
                  <a:lnTo>
                    <a:pt x="851182" y="242028"/>
                  </a:lnTo>
                  <a:lnTo>
                    <a:pt x="849261" y="242028"/>
                  </a:lnTo>
                  <a:lnTo>
                    <a:pt x="847339" y="242028"/>
                  </a:lnTo>
                  <a:lnTo>
                    <a:pt x="845418" y="242028"/>
                  </a:lnTo>
                  <a:lnTo>
                    <a:pt x="843496" y="242028"/>
                  </a:lnTo>
                  <a:lnTo>
                    <a:pt x="841575" y="242028"/>
                  </a:lnTo>
                  <a:lnTo>
                    <a:pt x="839654" y="242028"/>
                  </a:lnTo>
                  <a:lnTo>
                    <a:pt x="837732" y="242028"/>
                  </a:lnTo>
                  <a:lnTo>
                    <a:pt x="835811" y="242028"/>
                  </a:lnTo>
                  <a:lnTo>
                    <a:pt x="833889" y="242028"/>
                  </a:lnTo>
                  <a:lnTo>
                    <a:pt x="831968" y="242028"/>
                  </a:lnTo>
                  <a:lnTo>
                    <a:pt x="830047" y="242028"/>
                  </a:lnTo>
                  <a:lnTo>
                    <a:pt x="828125" y="242028"/>
                  </a:lnTo>
                  <a:lnTo>
                    <a:pt x="826204" y="242028"/>
                  </a:lnTo>
                  <a:lnTo>
                    <a:pt x="824282" y="242028"/>
                  </a:lnTo>
                  <a:lnTo>
                    <a:pt x="822361" y="242028"/>
                  </a:lnTo>
                  <a:lnTo>
                    <a:pt x="820440" y="242028"/>
                  </a:lnTo>
                  <a:lnTo>
                    <a:pt x="818518" y="242028"/>
                  </a:lnTo>
                  <a:lnTo>
                    <a:pt x="816597" y="242028"/>
                  </a:lnTo>
                  <a:lnTo>
                    <a:pt x="814675" y="242028"/>
                  </a:lnTo>
                  <a:lnTo>
                    <a:pt x="812754" y="242028"/>
                  </a:lnTo>
                  <a:lnTo>
                    <a:pt x="810833" y="242028"/>
                  </a:lnTo>
                  <a:lnTo>
                    <a:pt x="808911" y="242028"/>
                  </a:lnTo>
                  <a:lnTo>
                    <a:pt x="806990" y="242028"/>
                  </a:lnTo>
                  <a:lnTo>
                    <a:pt x="805068" y="242028"/>
                  </a:lnTo>
                  <a:lnTo>
                    <a:pt x="803147" y="242028"/>
                  </a:lnTo>
                  <a:lnTo>
                    <a:pt x="801226" y="242028"/>
                  </a:lnTo>
                  <a:lnTo>
                    <a:pt x="799304" y="242028"/>
                  </a:lnTo>
                  <a:lnTo>
                    <a:pt x="797383" y="242028"/>
                  </a:lnTo>
                  <a:lnTo>
                    <a:pt x="795461" y="242028"/>
                  </a:lnTo>
                  <a:lnTo>
                    <a:pt x="793540" y="242028"/>
                  </a:lnTo>
                  <a:lnTo>
                    <a:pt x="791618" y="242028"/>
                  </a:lnTo>
                  <a:lnTo>
                    <a:pt x="789697" y="242028"/>
                  </a:lnTo>
                  <a:lnTo>
                    <a:pt x="787776" y="242028"/>
                  </a:lnTo>
                  <a:lnTo>
                    <a:pt x="785854" y="242028"/>
                  </a:lnTo>
                  <a:lnTo>
                    <a:pt x="783933" y="242028"/>
                  </a:lnTo>
                  <a:lnTo>
                    <a:pt x="782011" y="242028"/>
                  </a:lnTo>
                  <a:lnTo>
                    <a:pt x="780090" y="242028"/>
                  </a:lnTo>
                  <a:lnTo>
                    <a:pt x="778169" y="242028"/>
                  </a:lnTo>
                  <a:lnTo>
                    <a:pt x="776247" y="242028"/>
                  </a:lnTo>
                  <a:lnTo>
                    <a:pt x="774326" y="242028"/>
                  </a:lnTo>
                  <a:lnTo>
                    <a:pt x="772404" y="242028"/>
                  </a:lnTo>
                  <a:lnTo>
                    <a:pt x="770483" y="242028"/>
                  </a:lnTo>
                  <a:lnTo>
                    <a:pt x="768562" y="242028"/>
                  </a:lnTo>
                  <a:lnTo>
                    <a:pt x="766640" y="242028"/>
                  </a:lnTo>
                  <a:lnTo>
                    <a:pt x="764719" y="242028"/>
                  </a:lnTo>
                  <a:lnTo>
                    <a:pt x="762797" y="242028"/>
                  </a:lnTo>
                  <a:lnTo>
                    <a:pt x="760876" y="242028"/>
                  </a:lnTo>
                  <a:lnTo>
                    <a:pt x="758955" y="242028"/>
                  </a:lnTo>
                  <a:lnTo>
                    <a:pt x="757033" y="242028"/>
                  </a:lnTo>
                  <a:lnTo>
                    <a:pt x="755112" y="242028"/>
                  </a:lnTo>
                  <a:lnTo>
                    <a:pt x="753190" y="242028"/>
                  </a:lnTo>
                  <a:lnTo>
                    <a:pt x="751269" y="242028"/>
                  </a:lnTo>
                  <a:lnTo>
                    <a:pt x="749348" y="242028"/>
                  </a:lnTo>
                  <a:lnTo>
                    <a:pt x="747426" y="242028"/>
                  </a:lnTo>
                  <a:lnTo>
                    <a:pt x="745505" y="242028"/>
                  </a:lnTo>
                  <a:lnTo>
                    <a:pt x="743583" y="242028"/>
                  </a:lnTo>
                  <a:lnTo>
                    <a:pt x="741662" y="242028"/>
                  </a:lnTo>
                  <a:lnTo>
                    <a:pt x="739741" y="242028"/>
                  </a:lnTo>
                  <a:lnTo>
                    <a:pt x="737819" y="242028"/>
                  </a:lnTo>
                  <a:lnTo>
                    <a:pt x="735898" y="242028"/>
                  </a:lnTo>
                  <a:lnTo>
                    <a:pt x="733976" y="242028"/>
                  </a:lnTo>
                  <a:lnTo>
                    <a:pt x="732055" y="242028"/>
                  </a:lnTo>
                  <a:lnTo>
                    <a:pt x="730134" y="242028"/>
                  </a:lnTo>
                  <a:lnTo>
                    <a:pt x="728212" y="242028"/>
                  </a:lnTo>
                  <a:lnTo>
                    <a:pt x="726291" y="242028"/>
                  </a:lnTo>
                  <a:lnTo>
                    <a:pt x="724369" y="242028"/>
                  </a:lnTo>
                  <a:lnTo>
                    <a:pt x="722448" y="242028"/>
                  </a:lnTo>
                  <a:lnTo>
                    <a:pt x="720526" y="242028"/>
                  </a:lnTo>
                  <a:lnTo>
                    <a:pt x="718605" y="242028"/>
                  </a:lnTo>
                  <a:lnTo>
                    <a:pt x="716684" y="242028"/>
                  </a:lnTo>
                  <a:lnTo>
                    <a:pt x="714762" y="242028"/>
                  </a:lnTo>
                  <a:lnTo>
                    <a:pt x="712841" y="242028"/>
                  </a:lnTo>
                  <a:lnTo>
                    <a:pt x="710919" y="242028"/>
                  </a:lnTo>
                  <a:lnTo>
                    <a:pt x="708998" y="242028"/>
                  </a:lnTo>
                  <a:lnTo>
                    <a:pt x="707077" y="242028"/>
                  </a:lnTo>
                  <a:lnTo>
                    <a:pt x="705155" y="242028"/>
                  </a:lnTo>
                  <a:lnTo>
                    <a:pt x="703234" y="242028"/>
                  </a:lnTo>
                  <a:lnTo>
                    <a:pt x="701312" y="242028"/>
                  </a:lnTo>
                  <a:lnTo>
                    <a:pt x="699391" y="242028"/>
                  </a:lnTo>
                  <a:lnTo>
                    <a:pt x="697470" y="242028"/>
                  </a:lnTo>
                  <a:lnTo>
                    <a:pt x="695548" y="242028"/>
                  </a:lnTo>
                  <a:lnTo>
                    <a:pt x="693627" y="242028"/>
                  </a:lnTo>
                  <a:lnTo>
                    <a:pt x="691705" y="242028"/>
                  </a:lnTo>
                  <a:lnTo>
                    <a:pt x="689784" y="242028"/>
                  </a:lnTo>
                  <a:lnTo>
                    <a:pt x="687863" y="242028"/>
                  </a:lnTo>
                  <a:lnTo>
                    <a:pt x="685941" y="242028"/>
                  </a:lnTo>
                  <a:lnTo>
                    <a:pt x="684020" y="242028"/>
                  </a:lnTo>
                  <a:lnTo>
                    <a:pt x="682098" y="242028"/>
                  </a:lnTo>
                  <a:lnTo>
                    <a:pt x="680177" y="242028"/>
                  </a:lnTo>
                  <a:lnTo>
                    <a:pt x="678256" y="242028"/>
                  </a:lnTo>
                  <a:lnTo>
                    <a:pt x="676334" y="242028"/>
                  </a:lnTo>
                  <a:lnTo>
                    <a:pt x="674413" y="242028"/>
                  </a:lnTo>
                  <a:lnTo>
                    <a:pt x="672491" y="242028"/>
                  </a:lnTo>
                  <a:lnTo>
                    <a:pt x="670570" y="242028"/>
                  </a:lnTo>
                  <a:lnTo>
                    <a:pt x="668649" y="242028"/>
                  </a:lnTo>
                  <a:lnTo>
                    <a:pt x="666727" y="242028"/>
                  </a:lnTo>
                  <a:lnTo>
                    <a:pt x="664806" y="242028"/>
                  </a:lnTo>
                  <a:lnTo>
                    <a:pt x="662884" y="242028"/>
                  </a:lnTo>
                  <a:lnTo>
                    <a:pt x="660963" y="242028"/>
                  </a:lnTo>
                  <a:lnTo>
                    <a:pt x="659042" y="242028"/>
                  </a:lnTo>
                  <a:lnTo>
                    <a:pt x="657120" y="242028"/>
                  </a:lnTo>
                  <a:lnTo>
                    <a:pt x="655199" y="242028"/>
                  </a:lnTo>
                  <a:lnTo>
                    <a:pt x="653277" y="242028"/>
                  </a:lnTo>
                  <a:lnTo>
                    <a:pt x="651356" y="242028"/>
                  </a:lnTo>
                  <a:lnTo>
                    <a:pt x="649434" y="242028"/>
                  </a:lnTo>
                  <a:lnTo>
                    <a:pt x="647513" y="242028"/>
                  </a:lnTo>
                  <a:lnTo>
                    <a:pt x="645592" y="242028"/>
                  </a:lnTo>
                  <a:lnTo>
                    <a:pt x="643670" y="242028"/>
                  </a:lnTo>
                  <a:lnTo>
                    <a:pt x="641749" y="242028"/>
                  </a:lnTo>
                  <a:lnTo>
                    <a:pt x="639827" y="242028"/>
                  </a:lnTo>
                  <a:lnTo>
                    <a:pt x="637906" y="242028"/>
                  </a:lnTo>
                  <a:lnTo>
                    <a:pt x="635985" y="242028"/>
                  </a:lnTo>
                  <a:lnTo>
                    <a:pt x="634063" y="242028"/>
                  </a:lnTo>
                  <a:lnTo>
                    <a:pt x="632142" y="242028"/>
                  </a:lnTo>
                  <a:lnTo>
                    <a:pt x="630220" y="242028"/>
                  </a:lnTo>
                  <a:lnTo>
                    <a:pt x="628299" y="242028"/>
                  </a:lnTo>
                  <a:lnTo>
                    <a:pt x="626378" y="242028"/>
                  </a:lnTo>
                  <a:lnTo>
                    <a:pt x="624456" y="242028"/>
                  </a:lnTo>
                  <a:lnTo>
                    <a:pt x="622535" y="242028"/>
                  </a:lnTo>
                  <a:lnTo>
                    <a:pt x="620613" y="242028"/>
                  </a:lnTo>
                  <a:lnTo>
                    <a:pt x="618692" y="242028"/>
                  </a:lnTo>
                  <a:lnTo>
                    <a:pt x="616771" y="242028"/>
                  </a:lnTo>
                  <a:lnTo>
                    <a:pt x="614849" y="242028"/>
                  </a:lnTo>
                  <a:lnTo>
                    <a:pt x="612928" y="242028"/>
                  </a:lnTo>
                  <a:lnTo>
                    <a:pt x="611006" y="242028"/>
                  </a:lnTo>
                  <a:lnTo>
                    <a:pt x="609085" y="242028"/>
                  </a:lnTo>
                  <a:lnTo>
                    <a:pt x="607164" y="242028"/>
                  </a:lnTo>
                  <a:lnTo>
                    <a:pt x="605242" y="242028"/>
                  </a:lnTo>
                  <a:lnTo>
                    <a:pt x="603321" y="242028"/>
                  </a:lnTo>
                  <a:lnTo>
                    <a:pt x="601399" y="242028"/>
                  </a:lnTo>
                  <a:lnTo>
                    <a:pt x="599478" y="242028"/>
                  </a:lnTo>
                  <a:lnTo>
                    <a:pt x="597557" y="242028"/>
                  </a:lnTo>
                  <a:lnTo>
                    <a:pt x="595635" y="242028"/>
                  </a:lnTo>
                  <a:lnTo>
                    <a:pt x="593714" y="242028"/>
                  </a:lnTo>
                  <a:lnTo>
                    <a:pt x="591792" y="242028"/>
                  </a:lnTo>
                  <a:lnTo>
                    <a:pt x="589871" y="242028"/>
                  </a:lnTo>
                  <a:lnTo>
                    <a:pt x="587950" y="242028"/>
                  </a:lnTo>
                  <a:lnTo>
                    <a:pt x="586028" y="242028"/>
                  </a:lnTo>
                  <a:lnTo>
                    <a:pt x="584107" y="242028"/>
                  </a:lnTo>
                  <a:lnTo>
                    <a:pt x="582185" y="242028"/>
                  </a:lnTo>
                  <a:lnTo>
                    <a:pt x="580264" y="242028"/>
                  </a:lnTo>
                  <a:lnTo>
                    <a:pt x="578342" y="242028"/>
                  </a:lnTo>
                  <a:lnTo>
                    <a:pt x="576421" y="242028"/>
                  </a:lnTo>
                  <a:lnTo>
                    <a:pt x="574500" y="242028"/>
                  </a:lnTo>
                  <a:lnTo>
                    <a:pt x="572578" y="242028"/>
                  </a:lnTo>
                  <a:lnTo>
                    <a:pt x="570657" y="242028"/>
                  </a:lnTo>
                  <a:lnTo>
                    <a:pt x="568735" y="242028"/>
                  </a:lnTo>
                  <a:lnTo>
                    <a:pt x="566814" y="242028"/>
                  </a:lnTo>
                  <a:lnTo>
                    <a:pt x="564893" y="242028"/>
                  </a:lnTo>
                  <a:lnTo>
                    <a:pt x="562971" y="242028"/>
                  </a:lnTo>
                  <a:lnTo>
                    <a:pt x="561050" y="242028"/>
                  </a:lnTo>
                  <a:lnTo>
                    <a:pt x="559128" y="242028"/>
                  </a:lnTo>
                  <a:lnTo>
                    <a:pt x="557207" y="242028"/>
                  </a:lnTo>
                  <a:lnTo>
                    <a:pt x="555286" y="242028"/>
                  </a:lnTo>
                  <a:lnTo>
                    <a:pt x="553364" y="242028"/>
                  </a:lnTo>
                  <a:lnTo>
                    <a:pt x="551443" y="242028"/>
                  </a:lnTo>
                  <a:lnTo>
                    <a:pt x="549521" y="242028"/>
                  </a:lnTo>
                  <a:lnTo>
                    <a:pt x="547600" y="242028"/>
                  </a:lnTo>
                  <a:lnTo>
                    <a:pt x="545679" y="242028"/>
                  </a:lnTo>
                  <a:lnTo>
                    <a:pt x="543757" y="242028"/>
                  </a:lnTo>
                  <a:lnTo>
                    <a:pt x="541836" y="242028"/>
                  </a:lnTo>
                  <a:lnTo>
                    <a:pt x="539914" y="242028"/>
                  </a:lnTo>
                  <a:lnTo>
                    <a:pt x="537993" y="242028"/>
                  </a:lnTo>
                  <a:lnTo>
                    <a:pt x="536072" y="242028"/>
                  </a:lnTo>
                  <a:lnTo>
                    <a:pt x="534150" y="242028"/>
                  </a:lnTo>
                  <a:lnTo>
                    <a:pt x="532229" y="242028"/>
                  </a:lnTo>
                  <a:lnTo>
                    <a:pt x="530307" y="242028"/>
                  </a:lnTo>
                  <a:lnTo>
                    <a:pt x="528386" y="242028"/>
                  </a:lnTo>
                  <a:lnTo>
                    <a:pt x="526465" y="242028"/>
                  </a:lnTo>
                  <a:lnTo>
                    <a:pt x="524543" y="242028"/>
                  </a:lnTo>
                  <a:lnTo>
                    <a:pt x="522622" y="242028"/>
                  </a:lnTo>
                  <a:lnTo>
                    <a:pt x="520700" y="242028"/>
                  </a:lnTo>
                  <a:lnTo>
                    <a:pt x="518779" y="242028"/>
                  </a:lnTo>
                  <a:lnTo>
                    <a:pt x="516858" y="242028"/>
                  </a:lnTo>
                  <a:lnTo>
                    <a:pt x="514936" y="242028"/>
                  </a:lnTo>
                  <a:lnTo>
                    <a:pt x="513015" y="242028"/>
                  </a:lnTo>
                  <a:lnTo>
                    <a:pt x="511093" y="242028"/>
                  </a:lnTo>
                  <a:lnTo>
                    <a:pt x="509172" y="242028"/>
                  </a:lnTo>
                  <a:lnTo>
                    <a:pt x="507250" y="242028"/>
                  </a:lnTo>
                  <a:lnTo>
                    <a:pt x="505329" y="242028"/>
                  </a:lnTo>
                  <a:lnTo>
                    <a:pt x="503408" y="242028"/>
                  </a:lnTo>
                  <a:lnTo>
                    <a:pt x="501486" y="242028"/>
                  </a:lnTo>
                  <a:lnTo>
                    <a:pt x="499565" y="242028"/>
                  </a:lnTo>
                  <a:lnTo>
                    <a:pt x="497643" y="242028"/>
                  </a:lnTo>
                  <a:lnTo>
                    <a:pt x="495722" y="242028"/>
                  </a:lnTo>
                  <a:lnTo>
                    <a:pt x="493801" y="242028"/>
                  </a:lnTo>
                  <a:lnTo>
                    <a:pt x="491879" y="242028"/>
                  </a:lnTo>
                  <a:lnTo>
                    <a:pt x="489958" y="242028"/>
                  </a:lnTo>
                  <a:lnTo>
                    <a:pt x="488036" y="242028"/>
                  </a:lnTo>
                  <a:lnTo>
                    <a:pt x="486115" y="242028"/>
                  </a:lnTo>
                  <a:lnTo>
                    <a:pt x="484194" y="242028"/>
                  </a:lnTo>
                  <a:lnTo>
                    <a:pt x="482272" y="242028"/>
                  </a:lnTo>
                  <a:lnTo>
                    <a:pt x="480351" y="242028"/>
                  </a:lnTo>
                  <a:lnTo>
                    <a:pt x="478429" y="242028"/>
                  </a:lnTo>
                  <a:lnTo>
                    <a:pt x="476508" y="242028"/>
                  </a:lnTo>
                  <a:lnTo>
                    <a:pt x="474587" y="242028"/>
                  </a:lnTo>
                  <a:lnTo>
                    <a:pt x="472665" y="242028"/>
                  </a:lnTo>
                  <a:lnTo>
                    <a:pt x="470744" y="242028"/>
                  </a:lnTo>
                  <a:lnTo>
                    <a:pt x="468822" y="242028"/>
                  </a:lnTo>
                  <a:lnTo>
                    <a:pt x="466901" y="242028"/>
                  </a:lnTo>
                  <a:lnTo>
                    <a:pt x="464980" y="242028"/>
                  </a:lnTo>
                  <a:lnTo>
                    <a:pt x="463058" y="242028"/>
                  </a:lnTo>
                  <a:lnTo>
                    <a:pt x="461137" y="242028"/>
                  </a:lnTo>
                  <a:lnTo>
                    <a:pt x="459215" y="242028"/>
                  </a:lnTo>
                  <a:lnTo>
                    <a:pt x="457294" y="242028"/>
                  </a:lnTo>
                  <a:lnTo>
                    <a:pt x="455373" y="242028"/>
                  </a:lnTo>
                  <a:lnTo>
                    <a:pt x="453451" y="242028"/>
                  </a:lnTo>
                  <a:lnTo>
                    <a:pt x="451530" y="242028"/>
                  </a:lnTo>
                  <a:lnTo>
                    <a:pt x="449608" y="242028"/>
                  </a:lnTo>
                  <a:lnTo>
                    <a:pt x="447687" y="242028"/>
                  </a:lnTo>
                  <a:lnTo>
                    <a:pt x="445766" y="242028"/>
                  </a:lnTo>
                  <a:lnTo>
                    <a:pt x="443844" y="242028"/>
                  </a:lnTo>
                  <a:lnTo>
                    <a:pt x="441923" y="242028"/>
                  </a:lnTo>
                  <a:lnTo>
                    <a:pt x="440001" y="242028"/>
                  </a:lnTo>
                  <a:lnTo>
                    <a:pt x="438080" y="242028"/>
                  </a:lnTo>
                  <a:lnTo>
                    <a:pt x="436159" y="242028"/>
                  </a:lnTo>
                  <a:lnTo>
                    <a:pt x="434237" y="242028"/>
                  </a:lnTo>
                  <a:lnTo>
                    <a:pt x="432316" y="242028"/>
                  </a:lnTo>
                  <a:lnTo>
                    <a:pt x="430394" y="242028"/>
                  </a:lnTo>
                  <a:lnTo>
                    <a:pt x="428473" y="242028"/>
                  </a:lnTo>
                  <a:lnTo>
                    <a:pt x="426551" y="242028"/>
                  </a:lnTo>
                  <a:lnTo>
                    <a:pt x="424630" y="242028"/>
                  </a:lnTo>
                  <a:lnTo>
                    <a:pt x="422709" y="242028"/>
                  </a:lnTo>
                  <a:lnTo>
                    <a:pt x="420787" y="242028"/>
                  </a:lnTo>
                  <a:lnTo>
                    <a:pt x="418866" y="242028"/>
                  </a:lnTo>
                  <a:lnTo>
                    <a:pt x="416944" y="242028"/>
                  </a:lnTo>
                  <a:lnTo>
                    <a:pt x="415023" y="242028"/>
                  </a:lnTo>
                  <a:lnTo>
                    <a:pt x="413102" y="242028"/>
                  </a:lnTo>
                  <a:lnTo>
                    <a:pt x="411180" y="242028"/>
                  </a:lnTo>
                  <a:lnTo>
                    <a:pt x="409259" y="242028"/>
                  </a:lnTo>
                  <a:lnTo>
                    <a:pt x="407337" y="242028"/>
                  </a:lnTo>
                  <a:lnTo>
                    <a:pt x="405416" y="242028"/>
                  </a:lnTo>
                  <a:lnTo>
                    <a:pt x="403495" y="242028"/>
                  </a:lnTo>
                  <a:lnTo>
                    <a:pt x="401573" y="242028"/>
                  </a:lnTo>
                  <a:lnTo>
                    <a:pt x="399652" y="242028"/>
                  </a:lnTo>
                  <a:lnTo>
                    <a:pt x="397730" y="242028"/>
                  </a:lnTo>
                  <a:lnTo>
                    <a:pt x="395809" y="242028"/>
                  </a:lnTo>
                  <a:lnTo>
                    <a:pt x="393888" y="242028"/>
                  </a:lnTo>
                  <a:lnTo>
                    <a:pt x="391966" y="242028"/>
                  </a:lnTo>
                  <a:lnTo>
                    <a:pt x="390045" y="242028"/>
                  </a:lnTo>
                  <a:lnTo>
                    <a:pt x="388123" y="242028"/>
                  </a:lnTo>
                  <a:lnTo>
                    <a:pt x="386202" y="242028"/>
                  </a:lnTo>
                  <a:lnTo>
                    <a:pt x="384281" y="242028"/>
                  </a:lnTo>
                  <a:lnTo>
                    <a:pt x="382359" y="242028"/>
                  </a:lnTo>
                  <a:lnTo>
                    <a:pt x="380438" y="242028"/>
                  </a:lnTo>
                  <a:lnTo>
                    <a:pt x="378516" y="242028"/>
                  </a:lnTo>
                  <a:lnTo>
                    <a:pt x="376595" y="242028"/>
                  </a:lnTo>
                  <a:lnTo>
                    <a:pt x="374674" y="242028"/>
                  </a:lnTo>
                  <a:lnTo>
                    <a:pt x="372752" y="242028"/>
                  </a:lnTo>
                  <a:lnTo>
                    <a:pt x="370831" y="242028"/>
                  </a:lnTo>
                  <a:lnTo>
                    <a:pt x="368909" y="242028"/>
                  </a:lnTo>
                  <a:lnTo>
                    <a:pt x="366988" y="242028"/>
                  </a:lnTo>
                  <a:lnTo>
                    <a:pt x="365067" y="242028"/>
                  </a:lnTo>
                  <a:lnTo>
                    <a:pt x="363145" y="242028"/>
                  </a:lnTo>
                  <a:lnTo>
                    <a:pt x="361224" y="242028"/>
                  </a:lnTo>
                  <a:lnTo>
                    <a:pt x="359302" y="242028"/>
                  </a:lnTo>
                  <a:lnTo>
                    <a:pt x="357381" y="242028"/>
                  </a:lnTo>
                  <a:lnTo>
                    <a:pt x="355459" y="242028"/>
                  </a:lnTo>
                  <a:lnTo>
                    <a:pt x="353538" y="242028"/>
                  </a:lnTo>
                  <a:lnTo>
                    <a:pt x="351617" y="242028"/>
                  </a:lnTo>
                  <a:lnTo>
                    <a:pt x="349695" y="242028"/>
                  </a:lnTo>
                  <a:lnTo>
                    <a:pt x="347774" y="242028"/>
                  </a:lnTo>
                  <a:lnTo>
                    <a:pt x="345852" y="242028"/>
                  </a:lnTo>
                  <a:lnTo>
                    <a:pt x="343931" y="242028"/>
                  </a:lnTo>
                  <a:lnTo>
                    <a:pt x="342010" y="242028"/>
                  </a:lnTo>
                  <a:lnTo>
                    <a:pt x="340088" y="242028"/>
                  </a:lnTo>
                  <a:lnTo>
                    <a:pt x="338167" y="242028"/>
                  </a:lnTo>
                  <a:lnTo>
                    <a:pt x="336245" y="242028"/>
                  </a:lnTo>
                  <a:lnTo>
                    <a:pt x="334324" y="242028"/>
                  </a:lnTo>
                  <a:lnTo>
                    <a:pt x="332403" y="242028"/>
                  </a:lnTo>
                  <a:lnTo>
                    <a:pt x="330481" y="242028"/>
                  </a:lnTo>
                  <a:lnTo>
                    <a:pt x="328560" y="242028"/>
                  </a:lnTo>
                  <a:lnTo>
                    <a:pt x="326638" y="242028"/>
                  </a:lnTo>
                  <a:lnTo>
                    <a:pt x="324717" y="242028"/>
                  </a:lnTo>
                  <a:lnTo>
                    <a:pt x="322796" y="242028"/>
                  </a:lnTo>
                  <a:lnTo>
                    <a:pt x="320874" y="242028"/>
                  </a:lnTo>
                  <a:lnTo>
                    <a:pt x="318953" y="242028"/>
                  </a:lnTo>
                  <a:lnTo>
                    <a:pt x="317031" y="242028"/>
                  </a:lnTo>
                  <a:lnTo>
                    <a:pt x="315110" y="242028"/>
                  </a:lnTo>
                  <a:lnTo>
                    <a:pt x="313189" y="242028"/>
                  </a:lnTo>
                  <a:lnTo>
                    <a:pt x="311267" y="242028"/>
                  </a:lnTo>
                  <a:lnTo>
                    <a:pt x="309346" y="242028"/>
                  </a:lnTo>
                  <a:lnTo>
                    <a:pt x="307424" y="242028"/>
                  </a:lnTo>
                  <a:lnTo>
                    <a:pt x="305503" y="242028"/>
                  </a:lnTo>
                  <a:lnTo>
                    <a:pt x="303582" y="242028"/>
                  </a:lnTo>
                  <a:lnTo>
                    <a:pt x="301660" y="242028"/>
                  </a:lnTo>
                  <a:lnTo>
                    <a:pt x="299739" y="242028"/>
                  </a:lnTo>
                  <a:lnTo>
                    <a:pt x="297817" y="242028"/>
                  </a:lnTo>
                  <a:lnTo>
                    <a:pt x="295896" y="242028"/>
                  </a:lnTo>
                  <a:lnTo>
                    <a:pt x="293975" y="242028"/>
                  </a:lnTo>
                  <a:lnTo>
                    <a:pt x="292053" y="242028"/>
                  </a:lnTo>
                  <a:lnTo>
                    <a:pt x="290132" y="242028"/>
                  </a:lnTo>
                  <a:lnTo>
                    <a:pt x="288210" y="242028"/>
                  </a:lnTo>
                  <a:lnTo>
                    <a:pt x="286289" y="242028"/>
                  </a:lnTo>
                  <a:lnTo>
                    <a:pt x="284367" y="242028"/>
                  </a:lnTo>
                  <a:lnTo>
                    <a:pt x="282446" y="242028"/>
                  </a:lnTo>
                  <a:lnTo>
                    <a:pt x="280525" y="242028"/>
                  </a:lnTo>
                  <a:lnTo>
                    <a:pt x="278603" y="242028"/>
                  </a:lnTo>
                  <a:lnTo>
                    <a:pt x="276682" y="242028"/>
                  </a:lnTo>
                  <a:lnTo>
                    <a:pt x="274760" y="242028"/>
                  </a:lnTo>
                  <a:lnTo>
                    <a:pt x="272839" y="242028"/>
                  </a:lnTo>
                  <a:lnTo>
                    <a:pt x="270918" y="242028"/>
                  </a:lnTo>
                  <a:lnTo>
                    <a:pt x="268996" y="242028"/>
                  </a:lnTo>
                  <a:lnTo>
                    <a:pt x="267075" y="242028"/>
                  </a:lnTo>
                  <a:lnTo>
                    <a:pt x="265153" y="242028"/>
                  </a:lnTo>
                  <a:lnTo>
                    <a:pt x="263232" y="242028"/>
                  </a:lnTo>
                  <a:lnTo>
                    <a:pt x="261311" y="242028"/>
                  </a:lnTo>
                  <a:lnTo>
                    <a:pt x="259389" y="242028"/>
                  </a:lnTo>
                  <a:lnTo>
                    <a:pt x="257468" y="242028"/>
                  </a:lnTo>
                  <a:lnTo>
                    <a:pt x="255546" y="242028"/>
                  </a:lnTo>
                  <a:lnTo>
                    <a:pt x="253625" y="242028"/>
                  </a:lnTo>
                  <a:lnTo>
                    <a:pt x="251704" y="242028"/>
                  </a:lnTo>
                  <a:lnTo>
                    <a:pt x="249782" y="242028"/>
                  </a:lnTo>
                  <a:lnTo>
                    <a:pt x="247861" y="242028"/>
                  </a:lnTo>
                  <a:lnTo>
                    <a:pt x="245939" y="242028"/>
                  </a:lnTo>
                  <a:lnTo>
                    <a:pt x="244018" y="242028"/>
                  </a:lnTo>
                  <a:lnTo>
                    <a:pt x="242097" y="242028"/>
                  </a:lnTo>
                  <a:lnTo>
                    <a:pt x="240175" y="242028"/>
                  </a:lnTo>
                  <a:lnTo>
                    <a:pt x="238254" y="242028"/>
                  </a:lnTo>
                  <a:lnTo>
                    <a:pt x="236332" y="242028"/>
                  </a:lnTo>
                  <a:lnTo>
                    <a:pt x="234411" y="242028"/>
                  </a:lnTo>
                  <a:lnTo>
                    <a:pt x="232490" y="242028"/>
                  </a:lnTo>
                  <a:lnTo>
                    <a:pt x="230568" y="242028"/>
                  </a:lnTo>
                  <a:lnTo>
                    <a:pt x="228647" y="242028"/>
                  </a:lnTo>
                  <a:lnTo>
                    <a:pt x="226725" y="242028"/>
                  </a:lnTo>
                  <a:lnTo>
                    <a:pt x="224804" y="242028"/>
                  </a:lnTo>
                  <a:lnTo>
                    <a:pt x="222883" y="242028"/>
                  </a:lnTo>
                  <a:lnTo>
                    <a:pt x="220961" y="242028"/>
                  </a:lnTo>
                  <a:lnTo>
                    <a:pt x="219040" y="242028"/>
                  </a:lnTo>
                  <a:lnTo>
                    <a:pt x="217118" y="242028"/>
                  </a:lnTo>
                  <a:lnTo>
                    <a:pt x="215197" y="242028"/>
                  </a:lnTo>
                  <a:lnTo>
                    <a:pt x="213275" y="242028"/>
                  </a:lnTo>
                  <a:lnTo>
                    <a:pt x="211354" y="242028"/>
                  </a:lnTo>
                  <a:lnTo>
                    <a:pt x="209433" y="242028"/>
                  </a:lnTo>
                  <a:lnTo>
                    <a:pt x="207511" y="242028"/>
                  </a:lnTo>
                  <a:lnTo>
                    <a:pt x="205590" y="242028"/>
                  </a:lnTo>
                  <a:lnTo>
                    <a:pt x="203668" y="242028"/>
                  </a:lnTo>
                  <a:lnTo>
                    <a:pt x="201747" y="242028"/>
                  </a:lnTo>
                  <a:lnTo>
                    <a:pt x="199826" y="242028"/>
                  </a:lnTo>
                  <a:lnTo>
                    <a:pt x="197904" y="242028"/>
                  </a:lnTo>
                  <a:lnTo>
                    <a:pt x="195983" y="242028"/>
                  </a:lnTo>
                  <a:lnTo>
                    <a:pt x="194061" y="242028"/>
                  </a:lnTo>
                  <a:lnTo>
                    <a:pt x="192140" y="242028"/>
                  </a:lnTo>
                  <a:lnTo>
                    <a:pt x="190219" y="242028"/>
                  </a:lnTo>
                  <a:lnTo>
                    <a:pt x="188297" y="242028"/>
                  </a:lnTo>
                  <a:lnTo>
                    <a:pt x="186376" y="242028"/>
                  </a:lnTo>
                  <a:lnTo>
                    <a:pt x="184454" y="242028"/>
                  </a:lnTo>
                  <a:lnTo>
                    <a:pt x="182533" y="242028"/>
                  </a:lnTo>
                  <a:lnTo>
                    <a:pt x="180612" y="242028"/>
                  </a:lnTo>
                  <a:lnTo>
                    <a:pt x="178690" y="242028"/>
                  </a:lnTo>
                  <a:lnTo>
                    <a:pt x="176769" y="242028"/>
                  </a:lnTo>
                  <a:lnTo>
                    <a:pt x="174847" y="242028"/>
                  </a:lnTo>
                  <a:lnTo>
                    <a:pt x="172926" y="242028"/>
                  </a:lnTo>
                  <a:lnTo>
                    <a:pt x="171005" y="242028"/>
                  </a:lnTo>
                  <a:lnTo>
                    <a:pt x="169083" y="242028"/>
                  </a:lnTo>
                  <a:lnTo>
                    <a:pt x="167162" y="242028"/>
                  </a:lnTo>
                  <a:lnTo>
                    <a:pt x="165240" y="242028"/>
                  </a:lnTo>
                  <a:lnTo>
                    <a:pt x="163319" y="242028"/>
                  </a:lnTo>
                  <a:lnTo>
                    <a:pt x="161398" y="242028"/>
                  </a:lnTo>
                  <a:lnTo>
                    <a:pt x="159476" y="242028"/>
                  </a:lnTo>
                  <a:lnTo>
                    <a:pt x="157555" y="242028"/>
                  </a:lnTo>
                  <a:lnTo>
                    <a:pt x="155633" y="242028"/>
                  </a:lnTo>
                  <a:lnTo>
                    <a:pt x="153712" y="242028"/>
                  </a:lnTo>
                  <a:lnTo>
                    <a:pt x="151791" y="242028"/>
                  </a:lnTo>
                  <a:lnTo>
                    <a:pt x="149869" y="242028"/>
                  </a:lnTo>
                  <a:lnTo>
                    <a:pt x="147948" y="242028"/>
                  </a:lnTo>
                  <a:lnTo>
                    <a:pt x="146026" y="242028"/>
                  </a:lnTo>
                  <a:lnTo>
                    <a:pt x="144105" y="242028"/>
                  </a:lnTo>
                  <a:lnTo>
                    <a:pt x="142183" y="242028"/>
                  </a:lnTo>
                  <a:lnTo>
                    <a:pt x="140262" y="242028"/>
                  </a:lnTo>
                  <a:lnTo>
                    <a:pt x="138341" y="242028"/>
                  </a:lnTo>
                  <a:lnTo>
                    <a:pt x="136419" y="242028"/>
                  </a:lnTo>
                  <a:lnTo>
                    <a:pt x="134498" y="242028"/>
                  </a:lnTo>
                  <a:lnTo>
                    <a:pt x="132576" y="242028"/>
                  </a:lnTo>
                  <a:lnTo>
                    <a:pt x="130655" y="242028"/>
                  </a:lnTo>
                  <a:lnTo>
                    <a:pt x="128734" y="242028"/>
                  </a:lnTo>
                  <a:lnTo>
                    <a:pt x="126812" y="242028"/>
                  </a:lnTo>
                  <a:lnTo>
                    <a:pt x="124891" y="242028"/>
                  </a:lnTo>
                  <a:lnTo>
                    <a:pt x="122969" y="242028"/>
                  </a:lnTo>
                  <a:lnTo>
                    <a:pt x="121048" y="242028"/>
                  </a:lnTo>
                  <a:lnTo>
                    <a:pt x="119127" y="242028"/>
                  </a:lnTo>
                  <a:lnTo>
                    <a:pt x="117205" y="242028"/>
                  </a:lnTo>
                  <a:lnTo>
                    <a:pt x="115284" y="242028"/>
                  </a:lnTo>
                  <a:lnTo>
                    <a:pt x="113362" y="242028"/>
                  </a:lnTo>
                  <a:lnTo>
                    <a:pt x="111441" y="242028"/>
                  </a:lnTo>
                  <a:lnTo>
                    <a:pt x="109520" y="242028"/>
                  </a:lnTo>
                  <a:lnTo>
                    <a:pt x="107598" y="242028"/>
                  </a:lnTo>
                  <a:lnTo>
                    <a:pt x="105677" y="242028"/>
                  </a:lnTo>
                  <a:lnTo>
                    <a:pt x="103755" y="242028"/>
                  </a:lnTo>
                  <a:lnTo>
                    <a:pt x="101834" y="242028"/>
                  </a:lnTo>
                  <a:lnTo>
                    <a:pt x="99913" y="242028"/>
                  </a:lnTo>
                  <a:lnTo>
                    <a:pt x="97991" y="242028"/>
                  </a:lnTo>
                  <a:lnTo>
                    <a:pt x="96070" y="242028"/>
                  </a:lnTo>
                  <a:lnTo>
                    <a:pt x="94148" y="242028"/>
                  </a:lnTo>
                  <a:lnTo>
                    <a:pt x="92227" y="242028"/>
                  </a:lnTo>
                  <a:lnTo>
                    <a:pt x="90306" y="242028"/>
                  </a:lnTo>
                  <a:lnTo>
                    <a:pt x="88384" y="242028"/>
                  </a:lnTo>
                  <a:lnTo>
                    <a:pt x="86463" y="242028"/>
                  </a:lnTo>
                  <a:lnTo>
                    <a:pt x="84541" y="242028"/>
                  </a:lnTo>
                  <a:lnTo>
                    <a:pt x="82620" y="242028"/>
                  </a:lnTo>
                  <a:lnTo>
                    <a:pt x="80699" y="242028"/>
                  </a:lnTo>
                  <a:lnTo>
                    <a:pt x="78777" y="242028"/>
                  </a:lnTo>
                  <a:lnTo>
                    <a:pt x="76856" y="242028"/>
                  </a:lnTo>
                  <a:lnTo>
                    <a:pt x="74934" y="242028"/>
                  </a:lnTo>
                  <a:lnTo>
                    <a:pt x="73013" y="242028"/>
                  </a:lnTo>
                  <a:lnTo>
                    <a:pt x="71091" y="242028"/>
                  </a:lnTo>
                  <a:lnTo>
                    <a:pt x="69170" y="242028"/>
                  </a:lnTo>
                  <a:lnTo>
                    <a:pt x="67249" y="242028"/>
                  </a:lnTo>
                  <a:lnTo>
                    <a:pt x="65327" y="242028"/>
                  </a:lnTo>
                  <a:lnTo>
                    <a:pt x="63406" y="242028"/>
                  </a:lnTo>
                  <a:lnTo>
                    <a:pt x="61484" y="242028"/>
                  </a:lnTo>
                  <a:lnTo>
                    <a:pt x="59563" y="242028"/>
                  </a:lnTo>
                  <a:lnTo>
                    <a:pt x="57642" y="242028"/>
                  </a:lnTo>
                  <a:lnTo>
                    <a:pt x="55720" y="242028"/>
                  </a:lnTo>
                  <a:lnTo>
                    <a:pt x="53799" y="242028"/>
                  </a:lnTo>
                  <a:lnTo>
                    <a:pt x="51877" y="242028"/>
                  </a:lnTo>
                  <a:lnTo>
                    <a:pt x="49956" y="242028"/>
                  </a:lnTo>
                  <a:lnTo>
                    <a:pt x="48035" y="242028"/>
                  </a:lnTo>
                  <a:lnTo>
                    <a:pt x="46113" y="242028"/>
                  </a:lnTo>
                  <a:lnTo>
                    <a:pt x="44192" y="242028"/>
                  </a:lnTo>
                  <a:lnTo>
                    <a:pt x="42270" y="242028"/>
                  </a:lnTo>
                  <a:lnTo>
                    <a:pt x="40349" y="242028"/>
                  </a:lnTo>
                  <a:lnTo>
                    <a:pt x="38428" y="242028"/>
                  </a:lnTo>
                  <a:lnTo>
                    <a:pt x="36506" y="242028"/>
                  </a:lnTo>
                  <a:lnTo>
                    <a:pt x="34585" y="242028"/>
                  </a:lnTo>
                  <a:lnTo>
                    <a:pt x="32663" y="242028"/>
                  </a:lnTo>
                  <a:lnTo>
                    <a:pt x="30742" y="242028"/>
                  </a:lnTo>
                  <a:lnTo>
                    <a:pt x="28821" y="242028"/>
                  </a:lnTo>
                  <a:lnTo>
                    <a:pt x="26899" y="242028"/>
                  </a:lnTo>
                  <a:lnTo>
                    <a:pt x="24978" y="242028"/>
                  </a:lnTo>
                  <a:lnTo>
                    <a:pt x="23056" y="242028"/>
                  </a:lnTo>
                  <a:lnTo>
                    <a:pt x="21135" y="242028"/>
                  </a:lnTo>
                  <a:lnTo>
                    <a:pt x="19214" y="242028"/>
                  </a:lnTo>
                  <a:lnTo>
                    <a:pt x="17292" y="242028"/>
                  </a:lnTo>
                  <a:lnTo>
                    <a:pt x="15371" y="242028"/>
                  </a:lnTo>
                  <a:lnTo>
                    <a:pt x="13449" y="242028"/>
                  </a:lnTo>
                  <a:lnTo>
                    <a:pt x="11528" y="242028"/>
                  </a:lnTo>
                  <a:lnTo>
                    <a:pt x="9607" y="242028"/>
                  </a:lnTo>
                  <a:lnTo>
                    <a:pt x="7685" y="242028"/>
                  </a:lnTo>
                  <a:lnTo>
                    <a:pt x="5764" y="242028"/>
                  </a:lnTo>
                  <a:lnTo>
                    <a:pt x="3842" y="242028"/>
                  </a:lnTo>
                  <a:lnTo>
                    <a:pt x="1921" y="24202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5467762" y="2540994"/>
              <a:ext cx="981838" cy="242028"/>
            </a:xfrm>
            <a:custGeom>
              <a:avLst/>
              <a:pathLst>
                <a:path w="981838" h="242028">
                  <a:moveTo>
                    <a:pt x="0" y="242028"/>
                  </a:moveTo>
                  <a:lnTo>
                    <a:pt x="1921" y="242028"/>
                  </a:lnTo>
                  <a:lnTo>
                    <a:pt x="3842" y="242028"/>
                  </a:lnTo>
                  <a:lnTo>
                    <a:pt x="5764" y="242028"/>
                  </a:lnTo>
                  <a:lnTo>
                    <a:pt x="7685" y="242028"/>
                  </a:lnTo>
                  <a:lnTo>
                    <a:pt x="9607" y="242028"/>
                  </a:lnTo>
                  <a:lnTo>
                    <a:pt x="11528" y="242028"/>
                  </a:lnTo>
                  <a:lnTo>
                    <a:pt x="13449" y="242028"/>
                  </a:lnTo>
                  <a:lnTo>
                    <a:pt x="15371" y="242028"/>
                  </a:lnTo>
                  <a:lnTo>
                    <a:pt x="17292" y="242028"/>
                  </a:lnTo>
                  <a:lnTo>
                    <a:pt x="19214" y="242027"/>
                  </a:lnTo>
                  <a:lnTo>
                    <a:pt x="21135" y="242027"/>
                  </a:lnTo>
                  <a:lnTo>
                    <a:pt x="23056" y="242027"/>
                  </a:lnTo>
                  <a:lnTo>
                    <a:pt x="24978" y="242027"/>
                  </a:lnTo>
                  <a:lnTo>
                    <a:pt x="26899" y="242027"/>
                  </a:lnTo>
                  <a:lnTo>
                    <a:pt x="28821" y="242027"/>
                  </a:lnTo>
                  <a:lnTo>
                    <a:pt x="30742" y="242027"/>
                  </a:lnTo>
                  <a:lnTo>
                    <a:pt x="32663" y="242027"/>
                  </a:lnTo>
                  <a:lnTo>
                    <a:pt x="34585" y="242026"/>
                  </a:lnTo>
                  <a:lnTo>
                    <a:pt x="36506" y="242026"/>
                  </a:lnTo>
                  <a:lnTo>
                    <a:pt x="38428" y="242025"/>
                  </a:lnTo>
                  <a:lnTo>
                    <a:pt x="40349" y="242025"/>
                  </a:lnTo>
                  <a:lnTo>
                    <a:pt x="42270" y="242024"/>
                  </a:lnTo>
                  <a:lnTo>
                    <a:pt x="44192" y="242023"/>
                  </a:lnTo>
                  <a:lnTo>
                    <a:pt x="46113" y="242021"/>
                  </a:lnTo>
                  <a:lnTo>
                    <a:pt x="48035" y="242020"/>
                  </a:lnTo>
                  <a:lnTo>
                    <a:pt x="49956" y="242017"/>
                  </a:lnTo>
                  <a:lnTo>
                    <a:pt x="51877" y="242014"/>
                  </a:lnTo>
                  <a:lnTo>
                    <a:pt x="53799" y="242011"/>
                  </a:lnTo>
                  <a:lnTo>
                    <a:pt x="55720" y="242007"/>
                  </a:lnTo>
                  <a:lnTo>
                    <a:pt x="57642" y="242001"/>
                  </a:lnTo>
                  <a:lnTo>
                    <a:pt x="59563" y="241995"/>
                  </a:lnTo>
                  <a:lnTo>
                    <a:pt x="61484" y="241987"/>
                  </a:lnTo>
                  <a:lnTo>
                    <a:pt x="63406" y="241977"/>
                  </a:lnTo>
                  <a:lnTo>
                    <a:pt x="65327" y="241966"/>
                  </a:lnTo>
                  <a:lnTo>
                    <a:pt x="67249" y="241952"/>
                  </a:lnTo>
                  <a:lnTo>
                    <a:pt x="69170" y="241936"/>
                  </a:lnTo>
                  <a:lnTo>
                    <a:pt x="71091" y="241917"/>
                  </a:lnTo>
                  <a:lnTo>
                    <a:pt x="73013" y="241894"/>
                  </a:lnTo>
                  <a:lnTo>
                    <a:pt x="74934" y="241868"/>
                  </a:lnTo>
                  <a:lnTo>
                    <a:pt x="76856" y="241837"/>
                  </a:lnTo>
                  <a:lnTo>
                    <a:pt x="78777" y="241802"/>
                  </a:lnTo>
                  <a:lnTo>
                    <a:pt x="80699" y="241763"/>
                  </a:lnTo>
                  <a:lnTo>
                    <a:pt x="82620" y="241717"/>
                  </a:lnTo>
                  <a:lnTo>
                    <a:pt x="84541" y="241666"/>
                  </a:lnTo>
                  <a:lnTo>
                    <a:pt x="86463" y="241607"/>
                  </a:lnTo>
                  <a:lnTo>
                    <a:pt x="88384" y="241542"/>
                  </a:lnTo>
                  <a:lnTo>
                    <a:pt x="90306" y="241469"/>
                  </a:lnTo>
                  <a:lnTo>
                    <a:pt x="92227" y="241389"/>
                  </a:lnTo>
                  <a:lnTo>
                    <a:pt x="94148" y="241302"/>
                  </a:lnTo>
                  <a:lnTo>
                    <a:pt x="96070" y="241204"/>
                  </a:lnTo>
                  <a:lnTo>
                    <a:pt x="97991" y="241098"/>
                  </a:lnTo>
                  <a:lnTo>
                    <a:pt x="99913" y="240984"/>
                  </a:lnTo>
                  <a:lnTo>
                    <a:pt x="101834" y="240860"/>
                  </a:lnTo>
                  <a:lnTo>
                    <a:pt x="103755" y="240729"/>
                  </a:lnTo>
                  <a:lnTo>
                    <a:pt x="105677" y="240588"/>
                  </a:lnTo>
                  <a:lnTo>
                    <a:pt x="107598" y="240437"/>
                  </a:lnTo>
                  <a:lnTo>
                    <a:pt x="109520" y="240278"/>
                  </a:lnTo>
                  <a:lnTo>
                    <a:pt x="111441" y="240110"/>
                  </a:lnTo>
                  <a:lnTo>
                    <a:pt x="113362" y="239934"/>
                  </a:lnTo>
                  <a:lnTo>
                    <a:pt x="115284" y="239752"/>
                  </a:lnTo>
                  <a:lnTo>
                    <a:pt x="117205" y="239562"/>
                  </a:lnTo>
                  <a:lnTo>
                    <a:pt x="119127" y="239363"/>
                  </a:lnTo>
                  <a:lnTo>
                    <a:pt x="121048" y="239159"/>
                  </a:lnTo>
                  <a:lnTo>
                    <a:pt x="122969" y="238949"/>
                  </a:lnTo>
                  <a:lnTo>
                    <a:pt x="124891" y="238733"/>
                  </a:lnTo>
                  <a:lnTo>
                    <a:pt x="126812" y="238513"/>
                  </a:lnTo>
                  <a:lnTo>
                    <a:pt x="128734" y="238289"/>
                  </a:lnTo>
                  <a:lnTo>
                    <a:pt x="130655" y="238059"/>
                  </a:lnTo>
                  <a:lnTo>
                    <a:pt x="132576" y="237827"/>
                  </a:lnTo>
                  <a:lnTo>
                    <a:pt x="134498" y="237591"/>
                  </a:lnTo>
                  <a:lnTo>
                    <a:pt x="136419" y="237353"/>
                  </a:lnTo>
                  <a:lnTo>
                    <a:pt x="138341" y="237113"/>
                  </a:lnTo>
                  <a:lnTo>
                    <a:pt x="140262" y="236870"/>
                  </a:lnTo>
                  <a:lnTo>
                    <a:pt x="142183" y="236625"/>
                  </a:lnTo>
                  <a:lnTo>
                    <a:pt x="144105" y="236379"/>
                  </a:lnTo>
                  <a:lnTo>
                    <a:pt x="146026" y="236133"/>
                  </a:lnTo>
                  <a:lnTo>
                    <a:pt x="147948" y="235885"/>
                  </a:lnTo>
                  <a:lnTo>
                    <a:pt x="149869" y="235637"/>
                  </a:lnTo>
                  <a:lnTo>
                    <a:pt x="151791" y="235388"/>
                  </a:lnTo>
                  <a:lnTo>
                    <a:pt x="153712" y="235140"/>
                  </a:lnTo>
                  <a:lnTo>
                    <a:pt x="155633" y="234893"/>
                  </a:lnTo>
                  <a:lnTo>
                    <a:pt x="157555" y="234647"/>
                  </a:lnTo>
                  <a:lnTo>
                    <a:pt x="159476" y="234402"/>
                  </a:lnTo>
                  <a:lnTo>
                    <a:pt x="161398" y="234159"/>
                  </a:lnTo>
                  <a:lnTo>
                    <a:pt x="163319" y="233918"/>
                  </a:lnTo>
                  <a:lnTo>
                    <a:pt x="165240" y="233681"/>
                  </a:lnTo>
                  <a:lnTo>
                    <a:pt x="167162" y="233448"/>
                  </a:lnTo>
                  <a:lnTo>
                    <a:pt x="169083" y="233218"/>
                  </a:lnTo>
                  <a:lnTo>
                    <a:pt x="171005" y="232993"/>
                  </a:lnTo>
                  <a:lnTo>
                    <a:pt x="172926" y="232773"/>
                  </a:lnTo>
                  <a:lnTo>
                    <a:pt x="174847" y="232560"/>
                  </a:lnTo>
                  <a:lnTo>
                    <a:pt x="176769" y="232353"/>
                  </a:lnTo>
                  <a:lnTo>
                    <a:pt x="178690" y="232152"/>
                  </a:lnTo>
                  <a:lnTo>
                    <a:pt x="180612" y="231957"/>
                  </a:lnTo>
                  <a:lnTo>
                    <a:pt x="182533" y="231769"/>
                  </a:lnTo>
                  <a:lnTo>
                    <a:pt x="184454" y="231587"/>
                  </a:lnTo>
                  <a:lnTo>
                    <a:pt x="186376" y="231412"/>
                  </a:lnTo>
                  <a:lnTo>
                    <a:pt x="188297" y="231244"/>
                  </a:lnTo>
                  <a:lnTo>
                    <a:pt x="190219" y="231080"/>
                  </a:lnTo>
                  <a:lnTo>
                    <a:pt x="192140" y="230920"/>
                  </a:lnTo>
                  <a:lnTo>
                    <a:pt x="194061" y="230765"/>
                  </a:lnTo>
                  <a:lnTo>
                    <a:pt x="195983" y="230612"/>
                  </a:lnTo>
                  <a:lnTo>
                    <a:pt x="197904" y="230461"/>
                  </a:lnTo>
                  <a:lnTo>
                    <a:pt x="199826" y="230310"/>
                  </a:lnTo>
                  <a:lnTo>
                    <a:pt x="201747" y="230158"/>
                  </a:lnTo>
                  <a:lnTo>
                    <a:pt x="203668" y="230004"/>
                  </a:lnTo>
                  <a:lnTo>
                    <a:pt x="205590" y="229847"/>
                  </a:lnTo>
                  <a:lnTo>
                    <a:pt x="207511" y="229686"/>
                  </a:lnTo>
                  <a:lnTo>
                    <a:pt x="209433" y="229518"/>
                  </a:lnTo>
                  <a:lnTo>
                    <a:pt x="211354" y="229344"/>
                  </a:lnTo>
                  <a:lnTo>
                    <a:pt x="213275" y="229163"/>
                  </a:lnTo>
                  <a:lnTo>
                    <a:pt x="215197" y="228974"/>
                  </a:lnTo>
                  <a:lnTo>
                    <a:pt x="217118" y="228778"/>
                  </a:lnTo>
                  <a:lnTo>
                    <a:pt x="219040" y="228573"/>
                  </a:lnTo>
                  <a:lnTo>
                    <a:pt x="220961" y="228358"/>
                  </a:lnTo>
                  <a:lnTo>
                    <a:pt x="222883" y="228136"/>
                  </a:lnTo>
                  <a:lnTo>
                    <a:pt x="224804" y="227907"/>
                  </a:lnTo>
                  <a:lnTo>
                    <a:pt x="226725" y="227671"/>
                  </a:lnTo>
                  <a:lnTo>
                    <a:pt x="228647" y="227430"/>
                  </a:lnTo>
                  <a:lnTo>
                    <a:pt x="230568" y="227184"/>
                  </a:lnTo>
                  <a:lnTo>
                    <a:pt x="232490" y="226933"/>
                  </a:lnTo>
                  <a:lnTo>
                    <a:pt x="234411" y="226681"/>
                  </a:lnTo>
                  <a:lnTo>
                    <a:pt x="236332" y="226427"/>
                  </a:lnTo>
                  <a:lnTo>
                    <a:pt x="238254" y="226173"/>
                  </a:lnTo>
                  <a:lnTo>
                    <a:pt x="240175" y="225920"/>
                  </a:lnTo>
                  <a:lnTo>
                    <a:pt x="242097" y="225670"/>
                  </a:lnTo>
                  <a:lnTo>
                    <a:pt x="244018" y="225423"/>
                  </a:lnTo>
                  <a:lnTo>
                    <a:pt x="245939" y="225181"/>
                  </a:lnTo>
                  <a:lnTo>
                    <a:pt x="247861" y="224943"/>
                  </a:lnTo>
                  <a:lnTo>
                    <a:pt x="249782" y="224710"/>
                  </a:lnTo>
                  <a:lnTo>
                    <a:pt x="251704" y="224483"/>
                  </a:lnTo>
                  <a:lnTo>
                    <a:pt x="253625" y="224263"/>
                  </a:lnTo>
                  <a:lnTo>
                    <a:pt x="255546" y="224049"/>
                  </a:lnTo>
                  <a:lnTo>
                    <a:pt x="257468" y="223841"/>
                  </a:lnTo>
                  <a:lnTo>
                    <a:pt x="259389" y="223639"/>
                  </a:lnTo>
                  <a:lnTo>
                    <a:pt x="261311" y="223442"/>
                  </a:lnTo>
                  <a:lnTo>
                    <a:pt x="263232" y="223251"/>
                  </a:lnTo>
                  <a:lnTo>
                    <a:pt x="265153" y="223064"/>
                  </a:lnTo>
                  <a:lnTo>
                    <a:pt x="267075" y="222883"/>
                  </a:lnTo>
                  <a:lnTo>
                    <a:pt x="268996" y="222704"/>
                  </a:lnTo>
                  <a:lnTo>
                    <a:pt x="270918" y="222529"/>
                  </a:lnTo>
                  <a:lnTo>
                    <a:pt x="272839" y="222356"/>
                  </a:lnTo>
                  <a:lnTo>
                    <a:pt x="274760" y="222185"/>
                  </a:lnTo>
                  <a:lnTo>
                    <a:pt x="276682" y="222015"/>
                  </a:lnTo>
                  <a:lnTo>
                    <a:pt x="278603" y="221846"/>
                  </a:lnTo>
                  <a:lnTo>
                    <a:pt x="280525" y="221676"/>
                  </a:lnTo>
                  <a:lnTo>
                    <a:pt x="282446" y="221505"/>
                  </a:lnTo>
                  <a:lnTo>
                    <a:pt x="284367" y="221333"/>
                  </a:lnTo>
                  <a:lnTo>
                    <a:pt x="286289" y="221158"/>
                  </a:lnTo>
                  <a:lnTo>
                    <a:pt x="288210" y="220980"/>
                  </a:lnTo>
                  <a:lnTo>
                    <a:pt x="290132" y="220797"/>
                  </a:lnTo>
                  <a:lnTo>
                    <a:pt x="292053" y="220609"/>
                  </a:lnTo>
                  <a:lnTo>
                    <a:pt x="293975" y="220416"/>
                  </a:lnTo>
                  <a:lnTo>
                    <a:pt x="295896" y="220216"/>
                  </a:lnTo>
                  <a:lnTo>
                    <a:pt x="297817" y="220009"/>
                  </a:lnTo>
                  <a:lnTo>
                    <a:pt x="299739" y="219793"/>
                  </a:lnTo>
                  <a:lnTo>
                    <a:pt x="301660" y="219568"/>
                  </a:lnTo>
                  <a:lnTo>
                    <a:pt x="303582" y="219332"/>
                  </a:lnTo>
                  <a:lnTo>
                    <a:pt x="305503" y="219087"/>
                  </a:lnTo>
                  <a:lnTo>
                    <a:pt x="307424" y="218831"/>
                  </a:lnTo>
                  <a:lnTo>
                    <a:pt x="309346" y="218563"/>
                  </a:lnTo>
                  <a:lnTo>
                    <a:pt x="311267" y="218280"/>
                  </a:lnTo>
                  <a:lnTo>
                    <a:pt x="313189" y="217984"/>
                  </a:lnTo>
                  <a:lnTo>
                    <a:pt x="315110" y="217674"/>
                  </a:lnTo>
                  <a:lnTo>
                    <a:pt x="317031" y="217349"/>
                  </a:lnTo>
                  <a:lnTo>
                    <a:pt x="318953" y="217010"/>
                  </a:lnTo>
                  <a:lnTo>
                    <a:pt x="320874" y="216656"/>
                  </a:lnTo>
                  <a:lnTo>
                    <a:pt x="322796" y="216281"/>
                  </a:lnTo>
                  <a:lnTo>
                    <a:pt x="324717" y="215888"/>
                  </a:lnTo>
                  <a:lnTo>
                    <a:pt x="326638" y="215477"/>
                  </a:lnTo>
                  <a:lnTo>
                    <a:pt x="328560" y="215047"/>
                  </a:lnTo>
                  <a:lnTo>
                    <a:pt x="330481" y="214595"/>
                  </a:lnTo>
                  <a:lnTo>
                    <a:pt x="332403" y="214122"/>
                  </a:lnTo>
                  <a:lnTo>
                    <a:pt x="334324" y="213619"/>
                  </a:lnTo>
                  <a:lnTo>
                    <a:pt x="336245" y="213090"/>
                  </a:lnTo>
                  <a:lnTo>
                    <a:pt x="338167" y="212533"/>
                  </a:lnTo>
                  <a:lnTo>
                    <a:pt x="340088" y="211946"/>
                  </a:lnTo>
                  <a:lnTo>
                    <a:pt x="342010" y="211329"/>
                  </a:lnTo>
                  <a:lnTo>
                    <a:pt x="343931" y="210676"/>
                  </a:lnTo>
                  <a:lnTo>
                    <a:pt x="345852" y="209979"/>
                  </a:lnTo>
                  <a:lnTo>
                    <a:pt x="347774" y="209242"/>
                  </a:lnTo>
                  <a:lnTo>
                    <a:pt x="349695" y="208465"/>
                  </a:lnTo>
                  <a:lnTo>
                    <a:pt x="351617" y="207644"/>
                  </a:lnTo>
                  <a:lnTo>
                    <a:pt x="353538" y="206778"/>
                  </a:lnTo>
                  <a:lnTo>
                    <a:pt x="355459" y="205863"/>
                  </a:lnTo>
                  <a:lnTo>
                    <a:pt x="357381" y="204889"/>
                  </a:lnTo>
                  <a:lnTo>
                    <a:pt x="359302" y="203864"/>
                  </a:lnTo>
                  <a:lnTo>
                    <a:pt x="361224" y="202787"/>
                  </a:lnTo>
                  <a:lnTo>
                    <a:pt x="363145" y="201658"/>
                  </a:lnTo>
                  <a:lnTo>
                    <a:pt x="365067" y="200476"/>
                  </a:lnTo>
                  <a:lnTo>
                    <a:pt x="366988" y="199235"/>
                  </a:lnTo>
                  <a:lnTo>
                    <a:pt x="368909" y="197931"/>
                  </a:lnTo>
                  <a:lnTo>
                    <a:pt x="370831" y="196573"/>
                  </a:lnTo>
                  <a:lnTo>
                    <a:pt x="372752" y="195161"/>
                  </a:lnTo>
                  <a:lnTo>
                    <a:pt x="374674" y="193694"/>
                  </a:lnTo>
                  <a:lnTo>
                    <a:pt x="376595" y="192174"/>
                  </a:lnTo>
                  <a:lnTo>
                    <a:pt x="378516" y="190593"/>
                  </a:lnTo>
                  <a:lnTo>
                    <a:pt x="380438" y="188950"/>
                  </a:lnTo>
                  <a:lnTo>
                    <a:pt x="382359" y="187252"/>
                  </a:lnTo>
                  <a:lnTo>
                    <a:pt x="384281" y="185497"/>
                  </a:lnTo>
                  <a:lnTo>
                    <a:pt x="386202" y="183684"/>
                  </a:lnTo>
                  <a:lnTo>
                    <a:pt x="388123" y="181812"/>
                  </a:lnTo>
                  <a:lnTo>
                    <a:pt x="390045" y="179868"/>
                  </a:lnTo>
                  <a:lnTo>
                    <a:pt x="391966" y="177850"/>
                  </a:lnTo>
                  <a:lnTo>
                    <a:pt x="393888" y="175761"/>
                  </a:lnTo>
                  <a:lnTo>
                    <a:pt x="395809" y="173595"/>
                  </a:lnTo>
                  <a:lnTo>
                    <a:pt x="397730" y="171348"/>
                  </a:lnTo>
                  <a:lnTo>
                    <a:pt x="399652" y="169013"/>
                  </a:lnTo>
                  <a:lnTo>
                    <a:pt x="401573" y="166567"/>
                  </a:lnTo>
                  <a:lnTo>
                    <a:pt x="403495" y="164007"/>
                  </a:lnTo>
                  <a:lnTo>
                    <a:pt x="405416" y="161334"/>
                  </a:lnTo>
                  <a:lnTo>
                    <a:pt x="407337" y="158539"/>
                  </a:lnTo>
                  <a:lnTo>
                    <a:pt x="409259" y="155616"/>
                  </a:lnTo>
                  <a:lnTo>
                    <a:pt x="411180" y="152555"/>
                  </a:lnTo>
                  <a:lnTo>
                    <a:pt x="413102" y="149319"/>
                  </a:lnTo>
                  <a:lnTo>
                    <a:pt x="415023" y="145917"/>
                  </a:lnTo>
                  <a:lnTo>
                    <a:pt x="416944" y="142352"/>
                  </a:lnTo>
                  <a:lnTo>
                    <a:pt x="418866" y="138619"/>
                  </a:lnTo>
                  <a:lnTo>
                    <a:pt x="420787" y="134714"/>
                  </a:lnTo>
                  <a:lnTo>
                    <a:pt x="422709" y="130633"/>
                  </a:lnTo>
                  <a:lnTo>
                    <a:pt x="424630" y="126335"/>
                  </a:lnTo>
                  <a:lnTo>
                    <a:pt x="426551" y="121855"/>
                  </a:lnTo>
                  <a:lnTo>
                    <a:pt x="428473" y="117201"/>
                  </a:lnTo>
                  <a:lnTo>
                    <a:pt x="430394" y="112380"/>
                  </a:lnTo>
                  <a:lnTo>
                    <a:pt x="432316" y="107399"/>
                  </a:lnTo>
                  <a:lnTo>
                    <a:pt x="434237" y="102266"/>
                  </a:lnTo>
                  <a:lnTo>
                    <a:pt x="436159" y="96964"/>
                  </a:lnTo>
                  <a:lnTo>
                    <a:pt x="438080" y="91545"/>
                  </a:lnTo>
                  <a:lnTo>
                    <a:pt x="440001" y="86029"/>
                  </a:lnTo>
                  <a:lnTo>
                    <a:pt x="441923" y="80435"/>
                  </a:lnTo>
                  <a:lnTo>
                    <a:pt x="443844" y="74785"/>
                  </a:lnTo>
                  <a:lnTo>
                    <a:pt x="445766" y="69102"/>
                  </a:lnTo>
                  <a:lnTo>
                    <a:pt x="447687" y="63422"/>
                  </a:lnTo>
                  <a:lnTo>
                    <a:pt x="449608" y="57780"/>
                  </a:lnTo>
                  <a:lnTo>
                    <a:pt x="451530" y="52207"/>
                  </a:lnTo>
                  <a:lnTo>
                    <a:pt x="453451" y="46731"/>
                  </a:lnTo>
                  <a:lnTo>
                    <a:pt x="455373" y="41384"/>
                  </a:lnTo>
                  <a:lnTo>
                    <a:pt x="457294" y="36206"/>
                  </a:lnTo>
                  <a:lnTo>
                    <a:pt x="459215" y="31274"/>
                  </a:lnTo>
                  <a:lnTo>
                    <a:pt x="461137" y="26587"/>
                  </a:lnTo>
                  <a:lnTo>
                    <a:pt x="463058" y="22174"/>
                  </a:lnTo>
                  <a:lnTo>
                    <a:pt x="464980" y="18063"/>
                  </a:lnTo>
                  <a:lnTo>
                    <a:pt x="466901" y="14285"/>
                  </a:lnTo>
                  <a:lnTo>
                    <a:pt x="468822" y="10894"/>
                  </a:lnTo>
                  <a:lnTo>
                    <a:pt x="470744" y="7969"/>
                  </a:lnTo>
                  <a:lnTo>
                    <a:pt x="472665" y="5465"/>
                  </a:lnTo>
                  <a:lnTo>
                    <a:pt x="474587" y="3401"/>
                  </a:lnTo>
                  <a:lnTo>
                    <a:pt x="476508" y="1792"/>
                  </a:lnTo>
                  <a:lnTo>
                    <a:pt x="478429" y="652"/>
                  </a:lnTo>
                  <a:lnTo>
                    <a:pt x="480351" y="43"/>
                  </a:lnTo>
                  <a:lnTo>
                    <a:pt x="482272" y="0"/>
                  </a:lnTo>
                  <a:lnTo>
                    <a:pt x="484194" y="449"/>
                  </a:lnTo>
                  <a:lnTo>
                    <a:pt x="486115" y="1390"/>
                  </a:lnTo>
                  <a:lnTo>
                    <a:pt x="488036" y="2817"/>
                  </a:lnTo>
                  <a:lnTo>
                    <a:pt x="489958" y="4724"/>
                  </a:lnTo>
                  <a:lnTo>
                    <a:pt x="491879" y="7157"/>
                  </a:lnTo>
                  <a:lnTo>
                    <a:pt x="493801" y="10097"/>
                  </a:lnTo>
                  <a:lnTo>
                    <a:pt x="495722" y="13462"/>
                  </a:lnTo>
                  <a:lnTo>
                    <a:pt x="497643" y="17234"/>
                  </a:lnTo>
                  <a:lnTo>
                    <a:pt x="499565" y="21390"/>
                  </a:lnTo>
                  <a:lnTo>
                    <a:pt x="501486" y="25905"/>
                  </a:lnTo>
                  <a:lnTo>
                    <a:pt x="503408" y="30800"/>
                  </a:lnTo>
                  <a:lnTo>
                    <a:pt x="505329" y="36016"/>
                  </a:lnTo>
                  <a:lnTo>
                    <a:pt x="507250" y="41491"/>
                  </a:lnTo>
                  <a:lnTo>
                    <a:pt x="509172" y="47196"/>
                  </a:lnTo>
                  <a:lnTo>
                    <a:pt x="511093" y="53102"/>
                  </a:lnTo>
                  <a:lnTo>
                    <a:pt x="513015" y="59180"/>
                  </a:lnTo>
                  <a:lnTo>
                    <a:pt x="514936" y="65419"/>
                  </a:lnTo>
                  <a:lnTo>
                    <a:pt x="516858" y="71765"/>
                  </a:lnTo>
                  <a:lnTo>
                    <a:pt x="518779" y="78182"/>
                  </a:lnTo>
                  <a:lnTo>
                    <a:pt x="520700" y="84643"/>
                  </a:lnTo>
                  <a:lnTo>
                    <a:pt x="522622" y="91124"/>
                  </a:lnTo>
                  <a:lnTo>
                    <a:pt x="524543" y="97603"/>
                  </a:lnTo>
                  <a:lnTo>
                    <a:pt x="526465" y="104046"/>
                  </a:lnTo>
                  <a:lnTo>
                    <a:pt x="528386" y="110430"/>
                  </a:lnTo>
                  <a:lnTo>
                    <a:pt x="530307" y="116740"/>
                  </a:lnTo>
                  <a:lnTo>
                    <a:pt x="532229" y="122958"/>
                  </a:lnTo>
                  <a:lnTo>
                    <a:pt x="534150" y="129071"/>
                  </a:lnTo>
                  <a:lnTo>
                    <a:pt x="536072" y="135065"/>
                  </a:lnTo>
                  <a:lnTo>
                    <a:pt x="537993" y="140891"/>
                  </a:lnTo>
                  <a:lnTo>
                    <a:pt x="539914" y="146566"/>
                  </a:lnTo>
                  <a:lnTo>
                    <a:pt x="541836" y="152084"/>
                  </a:lnTo>
                  <a:lnTo>
                    <a:pt x="543757" y="157436"/>
                  </a:lnTo>
                  <a:lnTo>
                    <a:pt x="545679" y="162616"/>
                  </a:lnTo>
                  <a:lnTo>
                    <a:pt x="547600" y="167616"/>
                  </a:lnTo>
                  <a:lnTo>
                    <a:pt x="549521" y="172387"/>
                  </a:lnTo>
                  <a:lnTo>
                    <a:pt x="551443" y="176969"/>
                  </a:lnTo>
                  <a:lnTo>
                    <a:pt x="553364" y="181361"/>
                  </a:lnTo>
                  <a:lnTo>
                    <a:pt x="555286" y="185559"/>
                  </a:lnTo>
                  <a:lnTo>
                    <a:pt x="557207" y="189565"/>
                  </a:lnTo>
                  <a:lnTo>
                    <a:pt x="559128" y="193369"/>
                  </a:lnTo>
                  <a:lnTo>
                    <a:pt x="561050" y="196939"/>
                  </a:lnTo>
                  <a:lnTo>
                    <a:pt x="562971" y="200318"/>
                  </a:lnTo>
                  <a:lnTo>
                    <a:pt x="564893" y="203508"/>
                  </a:lnTo>
                  <a:lnTo>
                    <a:pt x="566814" y="206514"/>
                  </a:lnTo>
                  <a:lnTo>
                    <a:pt x="568735" y="209337"/>
                  </a:lnTo>
                  <a:lnTo>
                    <a:pt x="570657" y="211972"/>
                  </a:lnTo>
                  <a:lnTo>
                    <a:pt x="572578" y="214403"/>
                  </a:lnTo>
                  <a:lnTo>
                    <a:pt x="574500" y="216669"/>
                  </a:lnTo>
                  <a:lnTo>
                    <a:pt x="576421" y="218776"/>
                  </a:lnTo>
                  <a:lnTo>
                    <a:pt x="578342" y="220731"/>
                  </a:lnTo>
                  <a:lnTo>
                    <a:pt x="580264" y="222539"/>
                  </a:lnTo>
                  <a:lnTo>
                    <a:pt x="582185" y="224196"/>
                  </a:lnTo>
                  <a:lnTo>
                    <a:pt x="584107" y="225702"/>
                  </a:lnTo>
                  <a:lnTo>
                    <a:pt x="586028" y="227086"/>
                  </a:lnTo>
                  <a:lnTo>
                    <a:pt x="587950" y="228356"/>
                  </a:lnTo>
                  <a:lnTo>
                    <a:pt x="589871" y="229519"/>
                  </a:lnTo>
                  <a:lnTo>
                    <a:pt x="591792" y="230582"/>
                  </a:lnTo>
                  <a:lnTo>
                    <a:pt x="593714" y="231541"/>
                  </a:lnTo>
                  <a:lnTo>
                    <a:pt x="595635" y="232406"/>
                  </a:lnTo>
                  <a:lnTo>
                    <a:pt x="597557" y="233196"/>
                  </a:lnTo>
                  <a:lnTo>
                    <a:pt x="599478" y="233915"/>
                  </a:lnTo>
                  <a:lnTo>
                    <a:pt x="601399" y="234572"/>
                  </a:lnTo>
                  <a:lnTo>
                    <a:pt x="603321" y="235170"/>
                  </a:lnTo>
                  <a:lnTo>
                    <a:pt x="605242" y="235709"/>
                  </a:lnTo>
                  <a:lnTo>
                    <a:pt x="607164" y="236198"/>
                  </a:lnTo>
                  <a:lnTo>
                    <a:pt x="609085" y="236647"/>
                  </a:lnTo>
                  <a:lnTo>
                    <a:pt x="611006" y="237060"/>
                  </a:lnTo>
                  <a:lnTo>
                    <a:pt x="612928" y="237441"/>
                  </a:lnTo>
                  <a:lnTo>
                    <a:pt x="614849" y="237792"/>
                  </a:lnTo>
                  <a:lnTo>
                    <a:pt x="616771" y="238113"/>
                  </a:lnTo>
                  <a:lnTo>
                    <a:pt x="618692" y="238411"/>
                  </a:lnTo>
                  <a:lnTo>
                    <a:pt x="620613" y="238689"/>
                  </a:lnTo>
                  <a:lnTo>
                    <a:pt x="622535" y="238948"/>
                  </a:lnTo>
                  <a:lnTo>
                    <a:pt x="624456" y="239192"/>
                  </a:lnTo>
                  <a:lnTo>
                    <a:pt x="626378" y="239420"/>
                  </a:lnTo>
                  <a:lnTo>
                    <a:pt x="628299" y="239633"/>
                  </a:lnTo>
                  <a:lnTo>
                    <a:pt x="630220" y="239832"/>
                  </a:lnTo>
                  <a:lnTo>
                    <a:pt x="632142" y="240020"/>
                  </a:lnTo>
                  <a:lnTo>
                    <a:pt x="634063" y="240197"/>
                  </a:lnTo>
                  <a:lnTo>
                    <a:pt x="635985" y="240363"/>
                  </a:lnTo>
                  <a:lnTo>
                    <a:pt x="637906" y="240519"/>
                  </a:lnTo>
                  <a:lnTo>
                    <a:pt x="639827" y="240663"/>
                  </a:lnTo>
                  <a:lnTo>
                    <a:pt x="641749" y="240798"/>
                  </a:lnTo>
                  <a:lnTo>
                    <a:pt x="643670" y="240923"/>
                  </a:lnTo>
                  <a:lnTo>
                    <a:pt x="645592" y="241039"/>
                  </a:lnTo>
                  <a:lnTo>
                    <a:pt x="647513" y="241146"/>
                  </a:lnTo>
                  <a:lnTo>
                    <a:pt x="649434" y="241245"/>
                  </a:lnTo>
                  <a:lnTo>
                    <a:pt x="651356" y="241333"/>
                  </a:lnTo>
                  <a:lnTo>
                    <a:pt x="653277" y="241413"/>
                  </a:lnTo>
                  <a:lnTo>
                    <a:pt x="655199" y="241485"/>
                  </a:lnTo>
                  <a:lnTo>
                    <a:pt x="657120" y="241550"/>
                  </a:lnTo>
                  <a:lnTo>
                    <a:pt x="659042" y="241608"/>
                  </a:lnTo>
                  <a:lnTo>
                    <a:pt x="660963" y="241658"/>
                  </a:lnTo>
                  <a:lnTo>
                    <a:pt x="662884" y="241700"/>
                  </a:lnTo>
                  <a:lnTo>
                    <a:pt x="664806" y="241736"/>
                  </a:lnTo>
                  <a:lnTo>
                    <a:pt x="666727" y="241765"/>
                  </a:lnTo>
                  <a:lnTo>
                    <a:pt x="668649" y="241789"/>
                  </a:lnTo>
                  <a:lnTo>
                    <a:pt x="670570" y="241807"/>
                  </a:lnTo>
                  <a:lnTo>
                    <a:pt x="672491" y="241820"/>
                  </a:lnTo>
                  <a:lnTo>
                    <a:pt x="674413" y="241826"/>
                  </a:lnTo>
                  <a:lnTo>
                    <a:pt x="676334" y="241828"/>
                  </a:lnTo>
                  <a:lnTo>
                    <a:pt x="678256" y="241825"/>
                  </a:lnTo>
                  <a:lnTo>
                    <a:pt x="680177" y="241818"/>
                  </a:lnTo>
                  <a:lnTo>
                    <a:pt x="682098" y="241806"/>
                  </a:lnTo>
                  <a:lnTo>
                    <a:pt x="684020" y="241790"/>
                  </a:lnTo>
                  <a:lnTo>
                    <a:pt x="685941" y="241769"/>
                  </a:lnTo>
                  <a:lnTo>
                    <a:pt x="687863" y="241744"/>
                  </a:lnTo>
                  <a:lnTo>
                    <a:pt x="689784" y="241716"/>
                  </a:lnTo>
                  <a:lnTo>
                    <a:pt x="691705" y="241684"/>
                  </a:lnTo>
                  <a:lnTo>
                    <a:pt x="693627" y="241649"/>
                  </a:lnTo>
                  <a:lnTo>
                    <a:pt x="695548" y="241610"/>
                  </a:lnTo>
                  <a:lnTo>
                    <a:pt x="697470" y="241569"/>
                  </a:lnTo>
                  <a:lnTo>
                    <a:pt x="699391" y="241524"/>
                  </a:lnTo>
                  <a:lnTo>
                    <a:pt x="701312" y="241478"/>
                  </a:lnTo>
                  <a:lnTo>
                    <a:pt x="703234" y="241430"/>
                  </a:lnTo>
                  <a:lnTo>
                    <a:pt x="705155" y="241380"/>
                  </a:lnTo>
                  <a:lnTo>
                    <a:pt x="707077" y="241329"/>
                  </a:lnTo>
                  <a:lnTo>
                    <a:pt x="708998" y="241277"/>
                  </a:lnTo>
                  <a:lnTo>
                    <a:pt x="710919" y="241225"/>
                  </a:lnTo>
                  <a:lnTo>
                    <a:pt x="712841" y="241173"/>
                  </a:lnTo>
                  <a:lnTo>
                    <a:pt x="714762" y="241121"/>
                  </a:lnTo>
                  <a:lnTo>
                    <a:pt x="716684" y="241070"/>
                  </a:lnTo>
                  <a:lnTo>
                    <a:pt x="718605" y="241020"/>
                  </a:lnTo>
                  <a:lnTo>
                    <a:pt x="720526" y="240972"/>
                  </a:lnTo>
                  <a:lnTo>
                    <a:pt x="722448" y="240926"/>
                  </a:lnTo>
                  <a:lnTo>
                    <a:pt x="724369" y="240881"/>
                  </a:lnTo>
                  <a:lnTo>
                    <a:pt x="726291" y="240839"/>
                  </a:lnTo>
                  <a:lnTo>
                    <a:pt x="728212" y="240798"/>
                  </a:lnTo>
                  <a:lnTo>
                    <a:pt x="730134" y="240760"/>
                  </a:lnTo>
                  <a:lnTo>
                    <a:pt x="732055" y="240724"/>
                  </a:lnTo>
                  <a:lnTo>
                    <a:pt x="733976" y="240690"/>
                  </a:lnTo>
                  <a:lnTo>
                    <a:pt x="735898" y="240657"/>
                  </a:lnTo>
                  <a:lnTo>
                    <a:pt x="737819" y="240625"/>
                  </a:lnTo>
                  <a:lnTo>
                    <a:pt x="739741" y="240593"/>
                  </a:lnTo>
                  <a:lnTo>
                    <a:pt x="741662" y="240561"/>
                  </a:lnTo>
                  <a:lnTo>
                    <a:pt x="743583" y="240529"/>
                  </a:lnTo>
                  <a:lnTo>
                    <a:pt x="745505" y="240494"/>
                  </a:lnTo>
                  <a:lnTo>
                    <a:pt x="747426" y="240458"/>
                  </a:lnTo>
                  <a:lnTo>
                    <a:pt x="749348" y="240419"/>
                  </a:lnTo>
                  <a:lnTo>
                    <a:pt x="751269" y="240376"/>
                  </a:lnTo>
                  <a:lnTo>
                    <a:pt x="753190" y="240328"/>
                  </a:lnTo>
                  <a:lnTo>
                    <a:pt x="755112" y="240275"/>
                  </a:lnTo>
                  <a:lnTo>
                    <a:pt x="757033" y="240216"/>
                  </a:lnTo>
                  <a:lnTo>
                    <a:pt x="758955" y="240151"/>
                  </a:lnTo>
                  <a:lnTo>
                    <a:pt x="760876" y="240079"/>
                  </a:lnTo>
                  <a:lnTo>
                    <a:pt x="762797" y="240001"/>
                  </a:lnTo>
                  <a:lnTo>
                    <a:pt x="764719" y="239913"/>
                  </a:lnTo>
                  <a:lnTo>
                    <a:pt x="766640" y="239819"/>
                  </a:lnTo>
                  <a:lnTo>
                    <a:pt x="768562" y="239717"/>
                  </a:lnTo>
                  <a:lnTo>
                    <a:pt x="770483" y="239609"/>
                  </a:lnTo>
                  <a:lnTo>
                    <a:pt x="772404" y="239494"/>
                  </a:lnTo>
                  <a:lnTo>
                    <a:pt x="774326" y="239373"/>
                  </a:lnTo>
                  <a:lnTo>
                    <a:pt x="776247" y="239245"/>
                  </a:lnTo>
                  <a:lnTo>
                    <a:pt x="778169" y="239112"/>
                  </a:lnTo>
                  <a:lnTo>
                    <a:pt x="780090" y="238976"/>
                  </a:lnTo>
                  <a:lnTo>
                    <a:pt x="782011" y="238838"/>
                  </a:lnTo>
                  <a:lnTo>
                    <a:pt x="783933" y="238697"/>
                  </a:lnTo>
                  <a:lnTo>
                    <a:pt x="785854" y="238555"/>
                  </a:lnTo>
                  <a:lnTo>
                    <a:pt x="787776" y="238414"/>
                  </a:lnTo>
                  <a:lnTo>
                    <a:pt x="789697" y="238275"/>
                  </a:lnTo>
                  <a:lnTo>
                    <a:pt x="791618" y="238139"/>
                  </a:lnTo>
                  <a:lnTo>
                    <a:pt x="793540" y="238006"/>
                  </a:lnTo>
                  <a:lnTo>
                    <a:pt x="795461" y="237878"/>
                  </a:lnTo>
                  <a:lnTo>
                    <a:pt x="797383" y="237756"/>
                  </a:lnTo>
                  <a:lnTo>
                    <a:pt x="799304" y="237641"/>
                  </a:lnTo>
                  <a:lnTo>
                    <a:pt x="801226" y="237533"/>
                  </a:lnTo>
                  <a:lnTo>
                    <a:pt x="803147" y="237432"/>
                  </a:lnTo>
                  <a:lnTo>
                    <a:pt x="805068" y="237339"/>
                  </a:lnTo>
                  <a:lnTo>
                    <a:pt x="806990" y="237252"/>
                  </a:lnTo>
                  <a:lnTo>
                    <a:pt x="808911" y="237174"/>
                  </a:lnTo>
                  <a:lnTo>
                    <a:pt x="810833" y="237104"/>
                  </a:lnTo>
                  <a:lnTo>
                    <a:pt x="812754" y="237039"/>
                  </a:lnTo>
                  <a:lnTo>
                    <a:pt x="814675" y="236979"/>
                  </a:lnTo>
                  <a:lnTo>
                    <a:pt x="816597" y="236923"/>
                  </a:lnTo>
                  <a:lnTo>
                    <a:pt x="818518" y="236870"/>
                  </a:lnTo>
                  <a:lnTo>
                    <a:pt x="820440" y="236818"/>
                  </a:lnTo>
                  <a:lnTo>
                    <a:pt x="822361" y="236764"/>
                  </a:lnTo>
                  <a:lnTo>
                    <a:pt x="824282" y="236707"/>
                  </a:lnTo>
                  <a:lnTo>
                    <a:pt x="826204" y="236646"/>
                  </a:lnTo>
                  <a:lnTo>
                    <a:pt x="828125" y="236577"/>
                  </a:lnTo>
                  <a:lnTo>
                    <a:pt x="830047" y="236500"/>
                  </a:lnTo>
                  <a:lnTo>
                    <a:pt x="831968" y="236409"/>
                  </a:lnTo>
                  <a:lnTo>
                    <a:pt x="833889" y="236303"/>
                  </a:lnTo>
                  <a:lnTo>
                    <a:pt x="835811" y="236182"/>
                  </a:lnTo>
                  <a:lnTo>
                    <a:pt x="837732" y="236043"/>
                  </a:lnTo>
                  <a:lnTo>
                    <a:pt x="839654" y="235884"/>
                  </a:lnTo>
                  <a:lnTo>
                    <a:pt x="841575" y="235705"/>
                  </a:lnTo>
                  <a:lnTo>
                    <a:pt x="843496" y="235499"/>
                  </a:lnTo>
                  <a:lnTo>
                    <a:pt x="845418" y="235267"/>
                  </a:lnTo>
                  <a:lnTo>
                    <a:pt x="847339" y="235011"/>
                  </a:lnTo>
                  <a:lnTo>
                    <a:pt x="849261" y="234730"/>
                  </a:lnTo>
                  <a:lnTo>
                    <a:pt x="851182" y="234424"/>
                  </a:lnTo>
                  <a:lnTo>
                    <a:pt x="853103" y="234093"/>
                  </a:lnTo>
                  <a:lnTo>
                    <a:pt x="855025" y="233730"/>
                  </a:lnTo>
                  <a:lnTo>
                    <a:pt x="856946" y="233343"/>
                  </a:lnTo>
                  <a:lnTo>
                    <a:pt x="858868" y="232933"/>
                  </a:lnTo>
                  <a:lnTo>
                    <a:pt x="860789" y="232502"/>
                  </a:lnTo>
                  <a:lnTo>
                    <a:pt x="862710" y="232049"/>
                  </a:lnTo>
                  <a:lnTo>
                    <a:pt x="864632" y="231578"/>
                  </a:lnTo>
                  <a:lnTo>
                    <a:pt x="866553" y="231086"/>
                  </a:lnTo>
                  <a:lnTo>
                    <a:pt x="868475" y="230580"/>
                  </a:lnTo>
                  <a:lnTo>
                    <a:pt x="870396" y="230062"/>
                  </a:lnTo>
                  <a:lnTo>
                    <a:pt x="872318" y="229534"/>
                  </a:lnTo>
                  <a:lnTo>
                    <a:pt x="874239" y="228999"/>
                  </a:lnTo>
                  <a:lnTo>
                    <a:pt x="876160" y="228458"/>
                  </a:lnTo>
                  <a:lnTo>
                    <a:pt x="878082" y="227914"/>
                  </a:lnTo>
                  <a:lnTo>
                    <a:pt x="880003" y="227370"/>
                  </a:lnTo>
                  <a:lnTo>
                    <a:pt x="881925" y="226829"/>
                  </a:lnTo>
                  <a:lnTo>
                    <a:pt x="883846" y="226291"/>
                  </a:lnTo>
                  <a:lnTo>
                    <a:pt x="885767" y="225760"/>
                  </a:lnTo>
                  <a:lnTo>
                    <a:pt x="887689" y="225237"/>
                  </a:lnTo>
                  <a:lnTo>
                    <a:pt x="889610" y="224726"/>
                  </a:lnTo>
                  <a:lnTo>
                    <a:pt x="891532" y="224226"/>
                  </a:lnTo>
                  <a:lnTo>
                    <a:pt x="893453" y="223740"/>
                  </a:lnTo>
                  <a:lnTo>
                    <a:pt x="895374" y="223268"/>
                  </a:lnTo>
                  <a:lnTo>
                    <a:pt x="897296" y="222812"/>
                  </a:lnTo>
                  <a:lnTo>
                    <a:pt x="899217" y="222373"/>
                  </a:lnTo>
                  <a:lnTo>
                    <a:pt x="901139" y="221955"/>
                  </a:lnTo>
                  <a:lnTo>
                    <a:pt x="903060" y="221556"/>
                  </a:lnTo>
                  <a:lnTo>
                    <a:pt x="904981" y="221176"/>
                  </a:lnTo>
                  <a:lnTo>
                    <a:pt x="906903" y="220816"/>
                  </a:lnTo>
                  <a:lnTo>
                    <a:pt x="908824" y="220477"/>
                  </a:lnTo>
                  <a:lnTo>
                    <a:pt x="910746" y="220161"/>
                  </a:lnTo>
                  <a:lnTo>
                    <a:pt x="912667" y="219869"/>
                  </a:lnTo>
                  <a:lnTo>
                    <a:pt x="914588" y="219600"/>
                  </a:lnTo>
                  <a:lnTo>
                    <a:pt x="916510" y="219353"/>
                  </a:lnTo>
                  <a:lnTo>
                    <a:pt x="918431" y="219128"/>
                  </a:lnTo>
                  <a:lnTo>
                    <a:pt x="920353" y="218925"/>
                  </a:lnTo>
                  <a:lnTo>
                    <a:pt x="922274" y="218749"/>
                  </a:lnTo>
                  <a:lnTo>
                    <a:pt x="924195" y="218597"/>
                  </a:lnTo>
                  <a:lnTo>
                    <a:pt x="926117" y="218469"/>
                  </a:lnTo>
                  <a:lnTo>
                    <a:pt x="928038" y="218363"/>
                  </a:lnTo>
                  <a:lnTo>
                    <a:pt x="929960" y="218280"/>
                  </a:lnTo>
                  <a:lnTo>
                    <a:pt x="931881" y="218220"/>
                  </a:lnTo>
                  <a:lnTo>
                    <a:pt x="933802" y="218187"/>
                  </a:lnTo>
                  <a:lnTo>
                    <a:pt x="935724" y="218179"/>
                  </a:lnTo>
                  <a:lnTo>
                    <a:pt x="937645" y="218196"/>
                  </a:lnTo>
                  <a:lnTo>
                    <a:pt x="939567" y="218237"/>
                  </a:lnTo>
                  <a:lnTo>
                    <a:pt x="941488" y="218302"/>
                  </a:lnTo>
                  <a:lnTo>
                    <a:pt x="943410" y="218394"/>
                  </a:lnTo>
                  <a:lnTo>
                    <a:pt x="945331" y="218518"/>
                  </a:lnTo>
                  <a:lnTo>
                    <a:pt x="947252" y="218671"/>
                  </a:lnTo>
                  <a:lnTo>
                    <a:pt x="949174" y="218855"/>
                  </a:lnTo>
                  <a:lnTo>
                    <a:pt x="951095" y="219069"/>
                  </a:lnTo>
                  <a:lnTo>
                    <a:pt x="953017" y="219316"/>
                  </a:lnTo>
                  <a:lnTo>
                    <a:pt x="954938" y="219597"/>
                  </a:lnTo>
                  <a:lnTo>
                    <a:pt x="956859" y="219920"/>
                  </a:lnTo>
                  <a:lnTo>
                    <a:pt x="958781" y="220281"/>
                  </a:lnTo>
                  <a:lnTo>
                    <a:pt x="960702" y="220680"/>
                  </a:lnTo>
                  <a:lnTo>
                    <a:pt x="962624" y="221117"/>
                  </a:lnTo>
                  <a:lnTo>
                    <a:pt x="964545" y="221593"/>
                  </a:lnTo>
                  <a:lnTo>
                    <a:pt x="966466" y="222108"/>
                  </a:lnTo>
                  <a:lnTo>
                    <a:pt x="968388" y="222669"/>
                  </a:lnTo>
                  <a:lnTo>
                    <a:pt x="970309" y="223268"/>
                  </a:lnTo>
                  <a:lnTo>
                    <a:pt x="972231" y="223902"/>
                  </a:lnTo>
                  <a:lnTo>
                    <a:pt x="974152" y="224568"/>
                  </a:lnTo>
                  <a:lnTo>
                    <a:pt x="976073" y="225265"/>
                  </a:lnTo>
                  <a:lnTo>
                    <a:pt x="977995" y="225989"/>
                  </a:lnTo>
                  <a:lnTo>
                    <a:pt x="979916" y="226742"/>
                  </a:lnTo>
                  <a:lnTo>
                    <a:pt x="981838" y="227512"/>
                  </a:lnTo>
                </a:path>
              </a:pathLst>
            </a:custGeom>
            <a:ln w="27101" cap="flat">
              <a:solidFill>
                <a:srgbClr val="E8C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5467762" y="2644123"/>
              <a:ext cx="981838" cy="138899"/>
            </a:xfrm>
            <a:custGeom>
              <a:avLst/>
              <a:pathLst>
                <a:path w="981838" h="138899">
                  <a:moveTo>
                    <a:pt x="0" y="138893"/>
                  </a:moveTo>
                  <a:lnTo>
                    <a:pt x="1921" y="138892"/>
                  </a:lnTo>
                  <a:lnTo>
                    <a:pt x="3842" y="138891"/>
                  </a:lnTo>
                  <a:lnTo>
                    <a:pt x="5764" y="138890"/>
                  </a:lnTo>
                  <a:lnTo>
                    <a:pt x="7685" y="138889"/>
                  </a:lnTo>
                  <a:lnTo>
                    <a:pt x="9607" y="138888"/>
                  </a:lnTo>
                  <a:lnTo>
                    <a:pt x="11528" y="138886"/>
                  </a:lnTo>
                  <a:lnTo>
                    <a:pt x="13449" y="138885"/>
                  </a:lnTo>
                  <a:lnTo>
                    <a:pt x="15371" y="138883"/>
                  </a:lnTo>
                  <a:lnTo>
                    <a:pt x="17292" y="138881"/>
                  </a:lnTo>
                  <a:lnTo>
                    <a:pt x="19214" y="138879"/>
                  </a:lnTo>
                  <a:lnTo>
                    <a:pt x="21135" y="138876"/>
                  </a:lnTo>
                  <a:lnTo>
                    <a:pt x="23056" y="138874"/>
                  </a:lnTo>
                  <a:lnTo>
                    <a:pt x="24978" y="138871"/>
                  </a:lnTo>
                  <a:lnTo>
                    <a:pt x="26899" y="138867"/>
                  </a:lnTo>
                  <a:lnTo>
                    <a:pt x="28821" y="138864"/>
                  </a:lnTo>
                  <a:lnTo>
                    <a:pt x="30742" y="138860"/>
                  </a:lnTo>
                  <a:lnTo>
                    <a:pt x="32663" y="138855"/>
                  </a:lnTo>
                  <a:lnTo>
                    <a:pt x="34585" y="138850"/>
                  </a:lnTo>
                  <a:lnTo>
                    <a:pt x="36506" y="138845"/>
                  </a:lnTo>
                  <a:lnTo>
                    <a:pt x="38428" y="138840"/>
                  </a:lnTo>
                  <a:lnTo>
                    <a:pt x="40349" y="138833"/>
                  </a:lnTo>
                  <a:lnTo>
                    <a:pt x="42270" y="138827"/>
                  </a:lnTo>
                  <a:lnTo>
                    <a:pt x="44192" y="138820"/>
                  </a:lnTo>
                  <a:lnTo>
                    <a:pt x="46113" y="138812"/>
                  </a:lnTo>
                  <a:lnTo>
                    <a:pt x="48035" y="138803"/>
                  </a:lnTo>
                  <a:lnTo>
                    <a:pt x="49956" y="138794"/>
                  </a:lnTo>
                  <a:lnTo>
                    <a:pt x="51877" y="138784"/>
                  </a:lnTo>
                  <a:lnTo>
                    <a:pt x="53799" y="138773"/>
                  </a:lnTo>
                  <a:lnTo>
                    <a:pt x="55720" y="138762"/>
                  </a:lnTo>
                  <a:lnTo>
                    <a:pt x="57642" y="138750"/>
                  </a:lnTo>
                  <a:lnTo>
                    <a:pt x="59563" y="138736"/>
                  </a:lnTo>
                  <a:lnTo>
                    <a:pt x="61484" y="138722"/>
                  </a:lnTo>
                  <a:lnTo>
                    <a:pt x="63406" y="138707"/>
                  </a:lnTo>
                  <a:lnTo>
                    <a:pt x="65327" y="138691"/>
                  </a:lnTo>
                  <a:lnTo>
                    <a:pt x="67249" y="138674"/>
                  </a:lnTo>
                  <a:lnTo>
                    <a:pt x="69170" y="138656"/>
                  </a:lnTo>
                  <a:lnTo>
                    <a:pt x="71091" y="138637"/>
                  </a:lnTo>
                  <a:lnTo>
                    <a:pt x="73013" y="138616"/>
                  </a:lnTo>
                  <a:lnTo>
                    <a:pt x="74934" y="138595"/>
                  </a:lnTo>
                  <a:lnTo>
                    <a:pt x="76856" y="138572"/>
                  </a:lnTo>
                  <a:lnTo>
                    <a:pt x="78777" y="138548"/>
                  </a:lnTo>
                  <a:lnTo>
                    <a:pt x="80699" y="138523"/>
                  </a:lnTo>
                  <a:lnTo>
                    <a:pt x="82620" y="138496"/>
                  </a:lnTo>
                  <a:lnTo>
                    <a:pt x="84541" y="138467"/>
                  </a:lnTo>
                  <a:lnTo>
                    <a:pt x="86463" y="138438"/>
                  </a:lnTo>
                  <a:lnTo>
                    <a:pt x="88384" y="138408"/>
                  </a:lnTo>
                  <a:lnTo>
                    <a:pt x="90306" y="138375"/>
                  </a:lnTo>
                  <a:lnTo>
                    <a:pt x="92227" y="138341"/>
                  </a:lnTo>
                  <a:lnTo>
                    <a:pt x="94148" y="138306"/>
                  </a:lnTo>
                  <a:lnTo>
                    <a:pt x="96070" y="138270"/>
                  </a:lnTo>
                  <a:lnTo>
                    <a:pt x="97991" y="138232"/>
                  </a:lnTo>
                  <a:lnTo>
                    <a:pt x="99913" y="138192"/>
                  </a:lnTo>
                  <a:lnTo>
                    <a:pt x="101834" y="138151"/>
                  </a:lnTo>
                  <a:lnTo>
                    <a:pt x="103755" y="138109"/>
                  </a:lnTo>
                  <a:lnTo>
                    <a:pt x="105677" y="138064"/>
                  </a:lnTo>
                  <a:lnTo>
                    <a:pt x="107598" y="138019"/>
                  </a:lnTo>
                  <a:lnTo>
                    <a:pt x="109520" y="137972"/>
                  </a:lnTo>
                  <a:lnTo>
                    <a:pt x="111441" y="137923"/>
                  </a:lnTo>
                  <a:lnTo>
                    <a:pt x="113362" y="137873"/>
                  </a:lnTo>
                  <a:lnTo>
                    <a:pt x="115284" y="137822"/>
                  </a:lnTo>
                  <a:lnTo>
                    <a:pt x="117205" y="137769"/>
                  </a:lnTo>
                  <a:lnTo>
                    <a:pt x="119127" y="137715"/>
                  </a:lnTo>
                  <a:lnTo>
                    <a:pt x="121048" y="137659"/>
                  </a:lnTo>
                  <a:lnTo>
                    <a:pt x="122969" y="137603"/>
                  </a:lnTo>
                  <a:lnTo>
                    <a:pt x="124891" y="137544"/>
                  </a:lnTo>
                  <a:lnTo>
                    <a:pt x="126812" y="137484"/>
                  </a:lnTo>
                  <a:lnTo>
                    <a:pt x="128734" y="137423"/>
                  </a:lnTo>
                  <a:lnTo>
                    <a:pt x="130655" y="137361"/>
                  </a:lnTo>
                  <a:lnTo>
                    <a:pt x="132576" y="137298"/>
                  </a:lnTo>
                  <a:lnTo>
                    <a:pt x="134498" y="137233"/>
                  </a:lnTo>
                  <a:lnTo>
                    <a:pt x="136419" y="137167"/>
                  </a:lnTo>
                  <a:lnTo>
                    <a:pt x="138341" y="137100"/>
                  </a:lnTo>
                  <a:lnTo>
                    <a:pt x="140262" y="137032"/>
                  </a:lnTo>
                  <a:lnTo>
                    <a:pt x="142183" y="136962"/>
                  </a:lnTo>
                  <a:lnTo>
                    <a:pt x="144105" y="136892"/>
                  </a:lnTo>
                  <a:lnTo>
                    <a:pt x="146026" y="136820"/>
                  </a:lnTo>
                  <a:lnTo>
                    <a:pt x="147948" y="136747"/>
                  </a:lnTo>
                  <a:lnTo>
                    <a:pt x="149869" y="136674"/>
                  </a:lnTo>
                  <a:lnTo>
                    <a:pt x="151791" y="136599"/>
                  </a:lnTo>
                  <a:lnTo>
                    <a:pt x="153712" y="136523"/>
                  </a:lnTo>
                  <a:lnTo>
                    <a:pt x="155633" y="136446"/>
                  </a:lnTo>
                  <a:lnTo>
                    <a:pt x="157555" y="136368"/>
                  </a:lnTo>
                  <a:lnTo>
                    <a:pt x="159476" y="136290"/>
                  </a:lnTo>
                  <a:lnTo>
                    <a:pt x="161398" y="136210"/>
                  </a:lnTo>
                  <a:lnTo>
                    <a:pt x="163319" y="136129"/>
                  </a:lnTo>
                  <a:lnTo>
                    <a:pt x="165240" y="136047"/>
                  </a:lnTo>
                  <a:lnTo>
                    <a:pt x="167162" y="135964"/>
                  </a:lnTo>
                  <a:lnTo>
                    <a:pt x="169083" y="135880"/>
                  </a:lnTo>
                  <a:lnTo>
                    <a:pt x="171005" y="135795"/>
                  </a:lnTo>
                  <a:lnTo>
                    <a:pt x="172926" y="135709"/>
                  </a:lnTo>
                  <a:lnTo>
                    <a:pt x="174847" y="135622"/>
                  </a:lnTo>
                  <a:lnTo>
                    <a:pt x="176769" y="135534"/>
                  </a:lnTo>
                  <a:lnTo>
                    <a:pt x="178690" y="135445"/>
                  </a:lnTo>
                  <a:lnTo>
                    <a:pt x="180612" y="135355"/>
                  </a:lnTo>
                  <a:lnTo>
                    <a:pt x="182533" y="135263"/>
                  </a:lnTo>
                  <a:lnTo>
                    <a:pt x="184454" y="135171"/>
                  </a:lnTo>
                  <a:lnTo>
                    <a:pt x="186376" y="135077"/>
                  </a:lnTo>
                  <a:lnTo>
                    <a:pt x="188297" y="134982"/>
                  </a:lnTo>
                  <a:lnTo>
                    <a:pt x="190219" y="134886"/>
                  </a:lnTo>
                  <a:lnTo>
                    <a:pt x="192140" y="134790"/>
                  </a:lnTo>
                  <a:lnTo>
                    <a:pt x="194061" y="134692"/>
                  </a:lnTo>
                  <a:lnTo>
                    <a:pt x="195983" y="134592"/>
                  </a:lnTo>
                  <a:lnTo>
                    <a:pt x="197904" y="134492"/>
                  </a:lnTo>
                  <a:lnTo>
                    <a:pt x="199826" y="134391"/>
                  </a:lnTo>
                  <a:lnTo>
                    <a:pt x="201747" y="134289"/>
                  </a:lnTo>
                  <a:lnTo>
                    <a:pt x="203668" y="134185"/>
                  </a:lnTo>
                  <a:lnTo>
                    <a:pt x="205590" y="134081"/>
                  </a:lnTo>
                  <a:lnTo>
                    <a:pt x="207511" y="133976"/>
                  </a:lnTo>
                  <a:lnTo>
                    <a:pt x="209433" y="133869"/>
                  </a:lnTo>
                  <a:lnTo>
                    <a:pt x="211354" y="133762"/>
                  </a:lnTo>
                  <a:lnTo>
                    <a:pt x="213275" y="133655"/>
                  </a:lnTo>
                  <a:lnTo>
                    <a:pt x="215197" y="133546"/>
                  </a:lnTo>
                  <a:lnTo>
                    <a:pt x="217118" y="133437"/>
                  </a:lnTo>
                  <a:lnTo>
                    <a:pt x="219040" y="133327"/>
                  </a:lnTo>
                  <a:lnTo>
                    <a:pt x="220961" y="133217"/>
                  </a:lnTo>
                  <a:lnTo>
                    <a:pt x="222883" y="133107"/>
                  </a:lnTo>
                  <a:lnTo>
                    <a:pt x="224804" y="132996"/>
                  </a:lnTo>
                  <a:lnTo>
                    <a:pt x="226725" y="132885"/>
                  </a:lnTo>
                  <a:lnTo>
                    <a:pt x="228647" y="132774"/>
                  </a:lnTo>
                  <a:lnTo>
                    <a:pt x="230568" y="132663"/>
                  </a:lnTo>
                  <a:lnTo>
                    <a:pt x="232490" y="132552"/>
                  </a:lnTo>
                  <a:lnTo>
                    <a:pt x="234411" y="132441"/>
                  </a:lnTo>
                  <a:lnTo>
                    <a:pt x="236332" y="132331"/>
                  </a:lnTo>
                  <a:lnTo>
                    <a:pt x="238254" y="132221"/>
                  </a:lnTo>
                  <a:lnTo>
                    <a:pt x="240175" y="132112"/>
                  </a:lnTo>
                  <a:lnTo>
                    <a:pt x="242097" y="132003"/>
                  </a:lnTo>
                  <a:lnTo>
                    <a:pt x="244018" y="131895"/>
                  </a:lnTo>
                  <a:lnTo>
                    <a:pt x="245939" y="131788"/>
                  </a:lnTo>
                  <a:lnTo>
                    <a:pt x="247861" y="131681"/>
                  </a:lnTo>
                  <a:lnTo>
                    <a:pt x="249782" y="131576"/>
                  </a:lnTo>
                  <a:lnTo>
                    <a:pt x="251704" y="131471"/>
                  </a:lnTo>
                  <a:lnTo>
                    <a:pt x="253625" y="131367"/>
                  </a:lnTo>
                  <a:lnTo>
                    <a:pt x="255546" y="131265"/>
                  </a:lnTo>
                  <a:lnTo>
                    <a:pt x="257468" y="131163"/>
                  </a:lnTo>
                  <a:lnTo>
                    <a:pt x="259389" y="131063"/>
                  </a:lnTo>
                  <a:lnTo>
                    <a:pt x="261311" y="130963"/>
                  </a:lnTo>
                  <a:lnTo>
                    <a:pt x="263232" y="130865"/>
                  </a:lnTo>
                  <a:lnTo>
                    <a:pt x="265153" y="130767"/>
                  </a:lnTo>
                  <a:lnTo>
                    <a:pt x="267075" y="130670"/>
                  </a:lnTo>
                  <a:lnTo>
                    <a:pt x="268996" y="130575"/>
                  </a:lnTo>
                  <a:lnTo>
                    <a:pt x="270918" y="130479"/>
                  </a:lnTo>
                  <a:lnTo>
                    <a:pt x="272839" y="130385"/>
                  </a:lnTo>
                  <a:lnTo>
                    <a:pt x="274760" y="130290"/>
                  </a:lnTo>
                  <a:lnTo>
                    <a:pt x="276682" y="130197"/>
                  </a:lnTo>
                  <a:lnTo>
                    <a:pt x="278603" y="130103"/>
                  </a:lnTo>
                  <a:lnTo>
                    <a:pt x="280525" y="130010"/>
                  </a:lnTo>
                  <a:lnTo>
                    <a:pt x="282446" y="129916"/>
                  </a:lnTo>
                  <a:lnTo>
                    <a:pt x="284367" y="129822"/>
                  </a:lnTo>
                  <a:lnTo>
                    <a:pt x="286289" y="129728"/>
                  </a:lnTo>
                  <a:lnTo>
                    <a:pt x="288210" y="129632"/>
                  </a:lnTo>
                  <a:lnTo>
                    <a:pt x="290132" y="129536"/>
                  </a:lnTo>
                  <a:lnTo>
                    <a:pt x="292053" y="129440"/>
                  </a:lnTo>
                  <a:lnTo>
                    <a:pt x="293975" y="129341"/>
                  </a:lnTo>
                  <a:lnTo>
                    <a:pt x="295896" y="129242"/>
                  </a:lnTo>
                  <a:lnTo>
                    <a:pt x="297817" y="129141"/>
                  </a:lnTo>
                  <a:lnTo>
                    <a:pt x="299739" y="129038"/>
                  </a:lnTo>
                  <a:lnTo>
                    <a:pt x="301660" y="128933"/>
                  </a:lnTo>
                  <a:lnTo>
                    <a:pt x="303582" y="128826"/>
                  </a:lnTo>
                  <a:lnTo>
                    <a:pt x="305503" y="128717"/>
                  </a:lnTo>
                  <a:lnTo>
                    <a:pt x="307424" y="128606"/>
                  </a:lnTo>
                  <a:lnTo>
                    <a:pt x="309346" y="128492"/>
                  </a:lnTo>
                  <a:lnTo>
                    <a:pt x="311267" y="128375"/>
                  </a:lnTo>
                  <a:lnTo>
                    <a:pt x="313189" y="128256"/>
                  </a:lnTo>
                  <a:lnTo>
                    <a:pt x="315110" y="128135"/>
                  </a:lnTo>
                  <a:lnTo>
                    <a:pt x="317031" y="128010"/>
                  </a:lnTo>
                  <a:lnTo>
                    <a:pt x="318953" y="127883"/>
                  </a:lnTo>
                  <a:lnTo>
                    <a:pt x="320874" y="127753"/>
                  </a:lnTo>
                  <a:lnTo>
                    <a:pt x="322796" y="127620"/>
                  </a:lnTo>
                  <a:lnTo>
                    <a:pt x="324717" y="127485"/>
                  </a:lnTo>
                  <a:lnTo>
                    <a:pt x="326638" y="127347"/>
                  </a:lnTo>
                  <a:lnTo>
                    <a:pt x="328560" y="127207"/>
                  </a:lnTo>
                  <a:lnTo>
                    <a:pt x="330481" y="127064"/>
                  </a:lnTo>
                  <a:lnTo>
                    <a:pt x="332403" y="126918"/>
                  </a:lnTo>
                  <a:lnTo>
                    <a:pt x="334324" y="126771"/>
                  </a:lnTo>
                  <a:lnTo>
                    <a:pt x="336245" y="126622"/>
                  </a:lnTo>
                  <a:lnTo>
                    <a:pt x="338167" y="126471"/>
                  </a:lnTo>
                  <a:lnTo>
                    <a:pt x="340088" y="126318"/>
                  </a:lnTo>
                  <a:lnTo>
                    <a:pt x="342010" y="126164"/>
                  </a:lnTo>
                  <a:lnTo>
                    <a:pt x="343931" y="126008"/>
                  </a:lnTo>
                  <a:lnTo>
                    <a:pt x="345852" y="125852"/>
                  </a:lnTo>
                  <a:lnTo>
                    <a:pt x="347774" y="125694"/>
                  </a:lnTo>
                  <a:lnTo>
                    <a:pt x="349695" y="125537"/>
                  </a:lnTo>
                  <a:lnTo>
                    <a:pt x="351617" y="125378"/>
                  </a:lnTo>
                  <a:lnTo>
                    <a:pt x="353538" y="125219"/>
                  </a:lnTo>
                  <a:lnTo>
                    <a:pt x="355459" y="125061"/>
                  </a:lnTo>
                  <a:lnTo>
                    <a:pt x="357381" y="124902"/>
                  </a:lnTo>
                  <a:lnTo>
                    <a:pt x="359302" y="124744"/>
                  </a:lnTo>
                  <a:lnTo>
                    <a:pt x="361224" y="124587"/>
                  </a:lnTo>
                  <a:lnTo>
                    <a:pt x="363145" y="124429"/>
                  </a:lnTo>
                  <a:lnTo>
                    <a:pt x="365067" y="124273"/>
                  </a:lnTo>
                  <a:lnTo>
                    <a:pt x="366988" y="124118"/>
                  </a:lnTo>
                  <a:lnTo>
                    <a:pt x="368909" y="123964"/>
                  </a:lnTo>
                  <a:lnTo>
                    <a:pt x="370831" y="123810"/>
                  </a:lnTo>
                  <a:lnTo>
                    <a:pt x="372752" y="123658"/>
                  </a:lnTo>
                  <a:lnTo>
                    <a:pt x="374674" y="123507"/>
                  </a:lnTo>
                  <a:lnTo>
                    <a:pt x="376595" y="123357"/>
                  </a:lnTo>
                  <a:lnTo>
                    <a:pt x="378516" y="123207"/>
                  </a:lnTo>
                  <a:lnTo>
                    <a:pt x="380438" y="123059"/>
                  </a:lnTo>
                  <a:lnTo>
                    <a:pt x="382359" y="122912"/>
                  </a:lnTo>
                  <a:lnTo>
                    <a:pt x="384281" y="122765"/>
                  </a:lnTo>
                  <a:lnTo>
                    <a:pt x="386202" y="122619"/>
                  </a:lnTo>
                  <a:lnTo>
                    <a:pt x="388123" y="122473"/>
                  </a:lnTo>
                  <a:lnTo>
                    <a:pt x="390045" y="122327"/>
                  </a:lnTo>
                  <a:lnTo>
                    <a:pt x="391966" y="122181"/>
                  </a:lnTo>
                  <a:lnTo>
                    <a:pt x="393888" y="122034"/>
                  </a:lnTo>
                  <a:lnTo>
                    <a:pt x="395809" y="121887"/>
                  </a:lnTo>
                  <a:lnTo>
                    <a:pt x="397730" y="121738"/>
                  </a:lnTo>
                  <a:lnTo>
                    <a:pt x="399652" y="121588"/>
                  </a:lnTo>
                  <a:lnTo>
                    <a:pt x="401573" y="121436"/>
                  </a:lnTo>
                  <a:lnTo>
                    <a:pt x="403495" y="121281"/>
                  </a:lnTo>
                  <a:lnTo>
                    <a:pt x="405416" y="121124"/>
                  </a:lnTo>
                  <a:lnTo>
                    <a:pt x="407337" y="120964"/>
                  </a:lnTo>
                  <a:lnTo>
                    <a:pt x="409259" y="120799"/>
                  </a:lnTo>
                  <a:lnTo>
                    <a:pt x="411180" y="120631"/>
                  </a:lnTo>
                  <a:lnTo>
                    <a:pt x="413102" y="120459"/>
                  </a:lnTo>
                  <a:lnTo>
                    <a:pt x="415023" y="120280"/>
                  </a:lnTo>
                  <a:lnTo>
                    <a:pt x="416944" y="120096"/>
                  </a:lnTo>
                  <a:lnTo>
                    <a:pt x="418866" y="119906"/>
                  </a:lnTo>
                  <a:lnTo>
                    <a:pt x="420787" y="119709"/>
                  </a:lnTo>
                  <a:lnTo>
                    <a:pt x="422709" y="119504"/>
                  </a:lnTo>
                  <a:lnTo>
                    <a:pt x="424630" y="119291"/>
                  </a:lnTo>
                  <a:lnTo>
                    <a:pt x="426551" y="119072"/>
                  </a:lnTo>
                  <a:lnTo>
                    <a:pt x="428473" y="118842"/>
                  </a:lnTo>
                  <a:lnTo>
                    <a:pt x="430394" y="118602"/>
                  </a:lnTo>
                  <a:lnTo>
                    <a:pt x="432316" y="118353"/>
                  </a:lnTo>
                  <a:lnTo>
                    <a:pt x="434237" y="118095"/>
                  </a:lnTo>
                  <a:lnTo>
                    <a:pt x="436159" y="117822"/>
                  </a:lnTo>
                  <a:lnTo>
                    <a:pt x="438080" y="117539"/>
                  </a:lnTo>
                  <a:lnTo>
                    <a:pt x="440001" y="117246"/>
                  </a:lnTo>
                  <a:lnTo>
                    <a:pt x="441923" y="116939"/>
                  </a:lnTo>
                  <a:lnTo>
                    <a:pt x="443844" y="116617"/>
                  </a:lnTo>
                  <a:lnTo>
                    <a:pt x="445766" y="116283"/>
                  </a:lnTo>
                  <a:lnTo>
                    <a:pt x="447687" y="115936"/>
                  </a:lnTo>
                  <a:lnTo>
                    <a:pt x="449608" y="115573"/>
                  </a:lnTo>
                  <a:lnTo>
                    <a:pt x="451530" y="115194"/>
                  </a:lnTo>
                  <a:lnTo>
                    <a:pt x="453451" y="114802"/>
                  </a:lnTo>
                  <a:lnTo>
                    <a:pt x="455373" y="114395"/>
                  </a:lnTo>
                  <a:lnTo>
                    <a:pt x="457294" y="113968"/>
                  </a:lnTo>
                  <a:lnTo>
                    <a:pt x="459215" y="113525"/>
                  </a:lnTo>
                  <a:lnTo>
                    <a:pt x="461137" y="113068"/>
                  </a:lnTo>
                  <a:lnTo>
                    <a:pt x="463058" y="112593"/>
                  </a:lnTo>
                  <a:lnTo>
                    <a:pt x="464980" y="112097"/>
                  </a:lnTo>
                  <a:lnTo>
                    <a:pt x="466901" y="111584"/>
                  </a:lnTo>
                  <a:lnTo>
                    <a:pt x="468822" y="111056"/>
                  </a:lnTo>
                  <a:lnTo>
                    <a:pt x="470744" y="110507"/>
                  </a:lnTo>
                  <a:lnTo>
                    <a:pt x="472665" y="109937"/>
                  </a:lnTo>
                  <a:lnTo>
                    <a:pt x="474587" y="109351"/>
                  </a:lnTo>
                  <a:lnTo>
                    <a:pt x="476508" y="108747"/>
                  </a:lnTo>
                  <a:lnTo>
                    <a:pt x="478429" y="108119"/>
                  </a:lnTo>
                  <a:lnTo>
                    <a:pt x="480351" y="107471"/>
                  </a:lnTo>
                  <a:lnTo>
                    <a:pt x="482272" y="106807"/>
                  </a:lnTo>
                  <a:lnTo>
                    <a:pt x="484194" y="106123"/>
                  </a:lnTo>
                  <a:lnTo>
                    <a:pt x="486115" y="105414"/>
                  </a:lnTo>
                  <a:lnTo>
                    <a:pt x="488036" y="104686"/>
                  </a:lnTo>
                  <a:lnTo>
                    <a:pt x="489958" y="103942"/>
                  </a:lnTo>
                  <a:lnTo>
                    <a:pt x="491879" y="103174"/>
                  </a:lnTo>
                  <a:lnTo>
                    <a:pt x="493801" y="102383"/>
                  </a:lnTo>
                  <a:lnTo>
                    <a:pt x="495722" y="101575"/>
                  </a:lnTo>
                  <a:lnTo>
                    <a:pt x="497643" y="100749"/>
                  </a:lnTo>
                  <a:lnTo>
                    <a:pt x="499565" y="99896"/>
                  </a:lnTo>
                  <a:lnTo>
                    <a:pt x="501486" y="99025"/>
                  </a:lnTo>
                  <a:lnTo>
                    <a:pt x="503408" y="98135"/>
                  </a:lnTo>
                  <a:lnTo>
                    <a:pt x="505329" y="97227"/>
                  </a:lnTo>
                  <a:lnTo>
                    <a:pt x="507250" y="96292"/>
                  </a:lnTo>
                  <a:lnTo>
                    <a:pt x="509172" y="95340"/>
                  </a:lnTo>
                  <a:lnTo>
                    <a:pt x="511093" y="94371"/>
                  </a:lnTo>
                  <a:lnTo>
                    <a:pt x="513015" y="93381"/>
                  </a:lnTo>
                  <a:lnTo>
                    <a:pt x="514936" y="92368"/>
                  </a:lnTo>
                  <a:lnTo>
                    <a:pt x="516858" y="91338"/>
                  </a:lnTo>
                  <a:lnTo>
                    <a:pt x="518779" y="90293"/>
                  </a:lnTo>
                  <a:lnTo>
                    <a:pt x="520700" y="89223"/>
                  </a:lnTo>
                  <a:lnTo>
                    <a:pt x="522622" y="88135"/>
                  </a:lnTo>
                  <a:lnTo>
                    <a:pt x="524543" y="87031"/>
                  </a:lnTo>
                  <a:lnTo>
                    <a:pt x="526465" y="85911"/>
                  </a:lnTo>
                  <a:lnTo>
                    <a:pt x="528386" y="84767"/>
                  </a:lnTo>
                  <a:lnTo>
                    <a:pt x="530307" y="83608"/>
                  </a:lnTo>
                  <a:lnTo>
                    <a:pt x="532229" y="82434"/>
                  </a:lnTo>
                  <a:lnTo>
                    <a:pt x="534150" y="81241"/>
                  </a:lnTo>
                  <a:lnTo>
                    <a:pt x="536072" y="80029"/>
                  </a:lnTo>
                  <a:lnTo>
                    <a:pt x="537993" y="78803"/>
                  </a:lnTo>
                  <a:lnTo>
                    <a:pt x="539914" y="77562"/>
                  </a:lnTo>
                  <a:lnTo>
                    <a:pt x="541836" y="76302"/>
                  </a:lnTo>
                  <a:lnTo>
                    <a:pt x="543757" y="75026"/>
                  </a:lnTo>
                  <a:lnTo>
                    <a:pt x="545679" y="73737"/>
                  </a:lnTo>
                  <a:lnTo>
                    <a:pt x="547600" y="72434"/>
                  </a:lnTo>
                  <a:lnTo>
                    <a:pt x="549521" y="71111"/>
                  </a:lnTo>
                  <a:lnTo>
                    <a:pt x="551443" y="69775"/>
                  </a:lnTo>
                  <a:lnTo>
                    <a:pt x="553364" y="68427"/>
                  </a:lnTo>
                  <a:lnTo>
                    <a:pt x="555286" y="67064"/>
                  </a:lnTo>
                  <a:lnTo>
                    <a:pt x="557207" y="65685"/>
                  </a:lnTo>
                  <a:lnTo>
                    <a:pt x="559128" y="64295"/>
                  </a:lnTo>
                  <a:lnTo>
                    <a:pt x="561050" y="62893"/>
                  </a:lnTo>
                  <a:lnTo>
                    <a:pt x="562971" y="61476"/>
                  </a:lnTo>
                  <a:lnTo>
                    <a:pt x="564893" y="60047"/>
                  </a:lnTo>
                  <a:lnTo>
                    <a:pt x="566814" y="58608"/>
                  </a:lnTo>
                  <a:lnTo>
                    <a:pt x="568735" y="57159"/>
                  </a:lnTo>
                  <a:lnTo>
                    <a:pt x="570657" y="55695"/>
                  </a:lnTo>
                  <a:lnTo>
                    <a:pt x="572578" y="54224"/>
                  </a:lnTo>
                  <a:lnTo>
                    <a:pt x="574500" y="52744"/>
                  </a:lnTo>
                  <a:lnTo>
                    <a:pt x="576421" y="51255"/>
                  </a:lnTo>
                  <a:lnTo>
                    <a:pt x="578342" y="49757"/>
                  </a:lnTo>
                  <a:lnTo>
                    <a:pt x="580264" y="48254"/>
                  </a:lnTo>
                  <a:lnTo>
                    <a:pt x="582185" y="46745"/>
                  </a:lnTo>
                  <a:lnTo>
                    <a:pt x="584107" y="45230"/>
                  </a:lnTo>
                  <a:lnTo>
                    <a:pt x="586028" y="43711"/>
                  </a:lnTo>
                  <a:lnTo>
                    <a:pt x="587950" y="42191"/>
                  </a:lnTo>
                  <a:lnTo>
                    <a:pt x="589871" y="40669"/>
                  </a:lnTo>
                  <a:lnTo>
                    <a:pt x="591792" y="39147"/>
                  </a:lnTo>
                  <a:lnTo>
                    <a:pt x="593714" y="37626"/>
                  </a:lnTo>
                  <a:lnTo>
                    <a:pt x="595635" y="36108"/>
                  </a:lnTo>
                  <a:lnTo>
                    <a:pt x="597557" y="34595"/>
                  </a:lnTo>
                  <a:lnTo>
                    <a:pt x="599478" y="33089"/>
                  </a:lnTo>
                  <a:lnTo>
                    <a:pt x="601399" y="31590"/>
                  </a:lnTo>
                  <a:lnTo>
                    <a:pt x="603321" y="30100"/>
                  </a:lnTo>
                  <a:lnTo>
                    <a:pt x="605242" y="28623"/>
                  </a:lnTo>
                  <a:lnTo>
                    <a:pt x="607164" y="27161"/>
                  </a:lnTo>
                  <a:lnTo>
                    <a:pt x="609085" y="25713"/>
                  </a:lnTo>
                  <a:lnTo>
                    <a:pt x="611006" y="24279"/>
                  </a:lnTo>
                  <a:lnTo>
                    <a:pt x="612928" y="22873"/>
                  </a:lnTo>
                  <a:lnTo>
                    <a:pt x="614849" y="21486"/>
                  </a:lnTo>
                  <a:lnTo>
                    <a:pt x="616771" y="20121"/>
                  </a:lnTo>
                  <a:lnTo>
                    <a:pt x="618692" y="18781"/>
                  </a:lnTo>
                  <a:lnTo>
                    <a:pt x="620613" y="17478"/>
                  </a:lnTo>
                  <a:lnTo>
                    <a:pt x="622535" y="16201"/>
                  </a:lnTo>
                  <a:lnTo>
                    <a:pt x="624456" y="14953"/>
                  </a:lnTo>
                  <a:lnTo>
                    <a:pt x="626378" y="13746"/>
                  </a:lnTo>
                  <a:lnTo>
                    <a:pt x="628299" y="12579"/>
                  </a:lnTo>
                  <a:lnTo>
                    <a:pt x="630220" y="11447"/>
                  </a:lnTo>
                  <a:lnTo>
                    <a:pt x="632142" y="10351"/>
                  </a:lnTo>
                  <a:lnTo>
                    <a:pt x="634063" y="9314"/>
                  </a:lnTo>
                  <a:lnTo>
                    <a:pt x="635985" y="8319"/>
                  </a:lnTo>
                  <a:lnTo>
                    <a:pt x="637906" y="7366"/>
                  </a:lnTo>
                  <a:lnTo>
                    <a:pt x="639827" y="6461"/>
                  </a:lnTo>
                  <a:lnTo>
                    <a:pt x="641749" y="5622"/>
                  </a:lnTo>
                  <a:lnTo>
                    <a:pt x="643670" y="4829"/>
                  </a:lnTo>
                  <a:lnTo>
                    <a:pt x="645592" y="4084"/>
                  </a:lnTo>
                  <a:lnTo>
                    <a:pt x="647513" y="3404"/>
                  </a:lnTo>
                  <a:lnTo>
                    <a:pt x="649434" y="2788"/>
                  </a:lnTo>
                  <a:lnTo>
                    <a:pt x="651356" y="2224"/>
                  </a:lnTo>
                  <a:lnTo>
                    <a:pt x="653277" y="1712"/>
                  </a:lnTo>
                  <a:lnTo>
                    <a:pt x="655199" y="1281"/>
                  </a:lnTo>
                  <a:lnTo>
                    <a:pt x="657120" y="910"/>
                  </a:lnTo>
                  <a:lnTo>
                    <a:pt x="659042" y="593"/>
                  </a:lnTo>
                  <a:lnTo>
                    <a:pt x="660963" y="339"/>
                  </a:lnTo>
                  <a:lnTo>
                    <a:pt x="662884" y="169"/>
                  </a:lnTo>
                  <a:lnTo>
                    <a:pt x="664806" y="55"/>
                  </a:lnTo>
                  <a:lnTo>
                    <a:pt x="666727" y="0"/>
                  </a:lnTo>
                  <a:lnTo>
                    <a:pt x="668649" y="19"/>
                  </a:lnTo>
                  <a:lnTo>
                    <a:pt x="670570" y="113"/>
                  </a:lnTo>
                  <a:lnTo>
                    <a:pt x="672491" y="265"/>
                  </a:lnTo>
                  <a:lnTo>
                    <a:pt x="674413" y="475"/>
                  </a:lnTo>
                  <a:lnTo>
                    <a:pt x="676334" y="772"/>
                  </a:lnTo>
                  <a:lnTo>
                    <a:pt x="678256" y="1132"/>
                  </a:lnTo>
                  <a:lnTo>
                    <a:pt x="680177" y="1548"/>
                  </a:lnTo>
                  <a:lnTo>
                    <a:pt x="682098" y="2028"/>
                  </a:lnTo>
                  <a:lnTo>
                    <a:pt x="684020" y="2592"/>
                  </a:lnTo>
                  <a:lnTo>
                    <a:pt x="685941" y="3211"/>
                  </a:lnTo>
                  <a:lnTo>
                    <a:pt x="687863" y="3886"/>
                  </a:lnTo>
                  <a:lnTo>
                    <a:pt x="689784" y="4631"/>
                  </a:lnTo>
                  <a:lnTo>
                    <a:pt x="691705" y="5445"/>
                  </a:lnTo>
                  <a:lnTo>
                    <a:pt x="693627" y="6312"/>
                  </a:lnTo>
                  <a:lnTo>
                    <a:pt x="695548" y="7232"/>
                  </a:lnTo>
                  <a:lnTo>
                    <a:pt x="697470" y="8226"/>
                  </a:lnTo>
                  <a:lnTo>
                    <a:pt x="699391" y="9275"/>
                  </a:lnTo>
                  <a:lnTo>
                    <a:pt x="701312" y="10373"/>
                  </a:lnTo>
                  <a:lnTo>
                    <a:pt x="703234" y="11522"/>
                  </a:lnTo>
                  <a:lnTo>
                    <a:pt x="705155" y="12740"/>
                  </a:lnTo>
                  <a:lnTo>
                    <a:pt x="707077" y="14002"/>
                  </a:lnTo>
                  <a:lnTo>
                    <a:pt x="708998" y="15308"/>
                  </a:lnTo>
                  <a:lnTo>
                    <a:pt x="710919" y="16667"/>
                  </a:lnTo>
                  <a:lnTo>
                    <a:pt x="712841" y="18079"/>
                  </a:lnTo>
                  <a:lnTo>
                    <a:pt x="714762" y="19529"/>
                  </a:lnTo>
                  <a:lnTo>
                    <a:pt x="716684" y="21016"/>
                  </a:lnTo>
                  <a:lnTo>
                    <a:pt x="718605" y="22555"/>
                  </a:lnTo>
                  <a:lnTo>
                    <a:pt x="720526" y="24132"/>
                  </a:lnTo>
                  <a:lnTo>
                    <a:pt x="722448" y="25741"/>
                  </a:lnTo>
                  <a:lnTo>
                    <a:pt x="724369" y="27382"/>
                  </a:lnTo>
                  <a:lnTo>
                    <a:pt x="726291" y="29067"/>
                  </a:lnTo>
                  <a:lnTo>
                    <a:pt x="728212" y="30777"/>
                  </a:lnTo>
                  <a:lnTo>
                    <a:pt x="730134" y="32512"/>
                  </a:lnTo>
                  <a:lnTo>
                    <a:pt x="732055" y="34277"/>
                  </a:lnTo>
                  <a:lnTo>
                    <a:pt x="733976" y="36068"/>
                  </a:lnTo>
                  <a:lnTo>
                    <a:pt x="735898" y="37879"/>
                  </a:lnTo>
                  <a:lnTo>
                    <a:pt x="737819" y="39707"/>
                  </a:lnTo>
                  <a:lnTo>
                    <a:pt x="739741" y="41557"/>
                  </a:lnTo>
                  <a:lnTo>
                    <a:pt x="741662" y="43422"/>
                  </a:lnTo>
                  <a:lnTo>
                    <a:pt x="743583" y="45297"/>
                  </a:lnTo>
                  <a:lnTo>
                    <a:pt x="745505" y="47183"/>
                  </a:lnTo>
                  <a:lnTo>
                    <a:pt x="747426" y="49081"/>
                  </a:lnTo>
                  <a:lnTo>
                    <a:pt x="749348" y="50983"/>
                  </a:lnTo>
                  <a:lnTo>
                    <a:pt x="751269" y="52889"/>
                  </a:lnTo>
                  <a:lnTo>
                    <a:pt x="753190" y="54797"/>
                  </a:lnTo>
                  <a:lnTo>
                    <a:pt x="755112" y="56705"/>
                  </a:lnTo>
                  <a:lnTo>
                    <a:pt x="757033" y="58610"/>
                  </a:lnTo>
                  <a:lnTo>
                    <a:pt x="758955" y="60512"/>
                  </a:lnTo>
                  <a:lnTo>
                    <a:pt x="760876" y="62405"/>
                  </a:lnTo>
                  <a:lnTo>
                    <a:pt x="762797" y="64290"/>
                  </a:lnTo>
                  <a:lnTo>
                    <a:pt x="764719" y="66165"/>
                  </a:lnTo>
                  <a:lnTo>
                    <a:pt x="766640" y="68031"/>
                  </a:lnTo>
                  <a:lnTo>
                    <a:pt x="768562" y="69876"/>
                  </a:lnTo>
                  <a:lnTo>
                    <a:pt x="770483" y="71708"/>
                  </a:lnTo>
                  <a:lnTo>
                    <a:pt x="772404" y="73524"/>
                  </a:lnTo>
                  <a:lnTo>
                    <a:pt x="774326" y="75320"/>
                  </a:lnTo>
                  <a:lnTo>
                    <a:pt x="776247" y="77091"/>
                  </a:lnTo>
                  <a:lnTo>
                    <a:pt x="778169" y="78843"/>
                  </a:lnTo>
                  <a:lnTo>
                    <a:pt x="780090" y="80574"/>
                  </a:lnTo>
                  <a:lnTo>
                    <a:pt x="782011" y="82275"/>
                  </a:lnTo>
                  <a:lnTo>
                    <a:pt x="783933" y="83949"/>
                  </a:lnTo>
                  <a:lnTo>
                    <a:pt x="785854" y="85599"/>
                  </a:lnTo>
                  <a:lnTo>
                    <a:pt x="787776" y="87225"/>
                  </a:lnTo>
                  <a:lnTo>
                    <a:pt x="789697" y="88811"/>
                  </a:lnTo>
                  <a:lnTo>
                    <a:pt x="791618" y="90370"/>
                  </a:lnTo>
                  <a:lnTo>
                    <a:pt x="793540" y="91903"/>
                  </a:lnTo>
                  <a:lnTo>
                    <a:pt x="795461" y="93403"/>
                  </a:lnTo>
                  <a:lnTo>
                    <a:pt x="797383" y="94865"/>
                  </a:lnTo>
                  <a:lnTo>
                    <a:pt x="799304" y="96298"/>
                  </a:lnTo>
                  <a:lnTo>
                    <a:pt x="801226" y="97703"/>
                  </a:lnTo>
                  <a:lnTo>
                    <a:pt x="803147" y="99068"/>
                  </a:lnTo>
                  <a:lnTo>
                    <a:pt x="805068" y="100398"/>
                  </a:lnTo>
                  <a:lnTo>
                    <a:pt x="806990" y="101699"/>
                  </a:lnTo>
                  <a:lnTo>
                    <a:pt x="808911" y="102971"/>
                  </a:lnTo>
                  <a:lnTo>
                    <a:pt x="810833" y="104198"/>
                  </a:lnTo>
                  <a:lnTo>
                    <a:pt x="812754" y="105394"/>
                  </a:lnTo>
                  <a:lnTo>
                    <a:pt x="814675" y="106562"/>
                  </a:lnTo>
                  <a:lnTo>
                    <a:pt x="816597" y="107697"/>
                  </a:lnTo>
                  <a:lnTo>
                    <a:pt x="818518" y="108791"/>
                  </a:lnTo>
                  <a:lnTo>
                    <a:pt x="820440" y="109857"/>
                  </a:lnTo>
                  <a:lnTo>
                    <a:pt x="822361" y="110896"/>
                  </a:lnTo>
                  <a:lnTo>
                    <a:pt x="824282" y="111897"/>
                  </a:lnTo>
                  <a:lnTo>
                    <a:pt x="826204" y="112865"/>
                  </a:lnTo>
                  <a:lnTo>
                    <a:pt x="828125" y="113807"/>
                  </a:lnTo>
                  <a:lnTo>
                    <a:pt x="830047" y="114723"/>
                  </a:lnTo>
                  <a:lnTo>
                    <a:pt x="831968" y="115599"/>
                  </a:lnTo>
                  <a:lnTo>
                    <a:pt x="833889" y="116450"/>
                  </a:lnTo>
                  <a:lnTo>
                    <a:pt x="835811" y="117276"/>
                  </a:lnTo>
                  <a:lnTo>
                    <a:pt x="837732" y="118075"/>
                  </a:lnTo>
                  <a:lnTo>
                    <a:pt x="839654" y="118840"/>
                  </a:lnTo>
                  <a:lnTo>
                    <a:pt x="841575" y="119583"/>
                  </a:lnTo>
                  <a:lnTo>
                    <a:pt x="843496" y="120303"/>
                  </a:lnTo>
                  <a:lnTo>
                    <a:pt x="845418" y="120996"/>
                  </a:lnTo>
                  <a:lnTo>
                    <a:pt x="847339" y="121661"/>
                  </a:lnTo>
                  <a:lnTo>
                    <a:pt x="849261" y="122307"/>
                  </a:lnTo>
                  <a:lnTo>
                    <a:pt x="851182" y="122933"/>
                  </a:lnTo>
                  <a:lnTo>
                    <a:pt x="853103" y="123530"/>
                  </a:lnTo>
                  <a:lnTo>
                    <a:pt x="855025" y="124108"/>
                  </a:lnTo>
                  <a:lnTo>
                    <a:pt x="856946" y="124667"/>
                  </a:lnTo>
                  <a:lnTo>
                    <a:pt x="858868" y="125208"/>
                  </a:lnTo>
                  <a:lnTo>
                    <a:pt x="860789" y="125723"/>
                  </a:lnTo>
                  <a:lnTo>
                    <a:pt x="862710" y="126222"/>
                  </a:lnTo>
                  <a:lnTo>
                    <a:pt x="864632" y="126706"/>
                  </a:lnTo>
                  <a:lnTo>
                    <a:pt x="866553" y="127169"/>
                  </a:lnTo>
                  <a:lnTo>
                    <a:pt x="868475" y="127614"/>
                  </a:lnTo>
                  <a:lnTo>
                    <a:pt x="870396" y="128044"/>
                  </a:lnTo>
                  <a:lnTo>
                    <a:pt x="872318" y="128461"/>
                  </a:lnTo>
                  <a:lnTo>
                    <a:pt x="874239" y="128858"/>
                  </a:lnTo>
                  <a:lnTo>
                    <a:pt x="876160" y="129241"/>
                  </a:lnTo>
                  <a:lnTo>
                    <a:pt x="878082" y="129611"/>
                  </a:lnTo>
                  <a:lnTo>
                    <a:pt x="880003" y="129968"/>
                  </a:lnTo>
                  <a:lnTo>
                    <a:pt x="881925" y="130308"/>
                  </a:lnTo>
                  <a:lnTo>
                    <a:pt x="883846" y="130637"/>
                  </a:lnTo>
                  <a:lnTo>
                    <a:pt x="885767" y="130955"/>
                  </a:lnTo>
                  <a:lnTo>
                    <a:pt x="887689" y="131260"/>
                  </a:lnTo>
                  <a:lnTo>
                    <a:pt x="889610" y="131551"/>
                  </a:lnTo>
                  <a:lnTo>
                    <a:pt x="891532" y="131833"/>
                  </a:lnTo>
                  <a:lnTo>
                    <a:pt x="893453" y="132106"/>
                  </a:lnTo>
                  <a:lnTo>
                    <a:pt x="895374" y="132365"/>
                  </a:lnTo>
                  <a:lnTo>
                    <a:pt x="897296" y="132614"/>
                  </a:lnTo>
                  <a:lnTo>
                    <a:pt x="899217" y="132856"/>
                  </a:lnTo>
                  <a:lnTo>
                    <a:pt x="901139" y="133088"/>
                  </a:lnTo>
                  <a:lnTo>
                    <a:pt x="903060" y="133309"/>
                  </a:lnTo>
                  <a:lnTo>
                    <a:pt x="904981" y="133523"/>
                  </a:lnTo>
                  <a:lnTo>
                    <a:pt x="906903" y="133729"/>
                  </a:lnTo>
                  <a:lnTo>
                    <a:pt x="908824" y="133927"/>
                  </a:lnTo>
                  <a:lnTo>
                    <a:pt x="910746" y="134116"/>
                  </a:lnTo>
                  <a:lnTo>
                    <a:pt x="912667" y="134298"/>
                  </a:lnTo>
                  <a:lnTo>
                    <a:pt x="914588" y="134475"/>
                  </a:lnTo>
                  <a:lnTo>
                    <a:pt x="916510" y="134643"/>
                  </a:lnTo>
                  <a:lnTo>
                    <a:pt x="918431" y="134805"/>
                  </a:lnTo>
                  <a:lnTo>
                    <a:pt x="920353" y="134962"/>
                  </a:lnTo>
                  <a:lnTo>
                    <a:pt x="922274" y="135113"/>
                  </a:lnTo>
                  <a:lnTo>
                    <a:pt x="924195" y="135257"/>
                  </a:lnTo>
                  <a:lnTo>
                    <a:pt x="926117" y="135397"/>
                  </a:lnTo>
                  <a:lnTo>
                    <a:pt x="928038" y="135532"/>
                  </a:lnTo>
                  <a:lnTo>
                    <a:pt x="929960" y="135662"/>
                  </a:lnTo>
                  <a:lnTo>
                    <a:pt x="931881" y="135786"/>
                  </a:lnTo>
                  <a:lnTo>
                    <a:pt x="933802" y="135907"/>
                  </a:lnTo>
                  <a:lnTo>
                    <a:pt x="935724" y="136024"/>
                  </a:lnTo>
                  <a:lnTo>
                    <a:pt x="937645" y="136136"/>
                  </a:lnTo>
                  <a:lnTo>
                    <a:pt x="939567" y="136245"/>
                  </a:lnTo>
                  <a:lnTo>
                    <a:pt x="941488" y="136350"/>
                  </a:lnTo>
                  <a:lnTo>
                    <a:pt x="943410" y="136452"/>
                  </a:lnTo>
                  <a:lnTo>
                    <a:pt x="945331" y="136550"/>
                  </a:lnTo>
                  <a:lnTo>
                    <a:pt x="947252" y="136645"/>
                  </a:lnTo>
                  <a:lnTo>
                    <a:pt x="949174" y="136737"/>
                  </a:lnTo>
                  <a:lnTo>
                    <a:pt x="951095" y="136826"/>
                  </a:lnTo>
                  <a:lnTo>
                    <a:pt x="953017" y="136912"/>
                  </a:lnTo>
                  <a:lnTo>
                    <a:pt x="954938" y="136996"/>
                  </a:lnTo>
                  <a:lnTo>
                    <a:pt x="956859" y="137077"/>
                  </a:lnTo>
                  <a:lnTo>
                    <a:pt x="958781" y="137155"/>
                  </a:lnTo>
                  <a:lnTo>
                    <a:pt x="960702" y="137231"/>
                  </a:lnTo>
                  <a:lnTo>
                    <a:pt x="962624" y="137305"/>
                  </a:lnTo>
                  <a:lnTo>
                    <a:pt x="964545" y="137376"/>
                  </a:lnTo>
                  <a:lnTo>
                    <a:pt x="966466" y="137445"/>
                  </a:lnTo>
                  <a:lnTo>
                    <a:pt x="968388" y="137512"/>
                  </a:lnTo>
                  <a:lnTo>
                    <a:pt x="970309" y="137577"/>
                  </a:lnTo>
                  <a:lnTo>
                    <a:pt x="972231" y="137640"/>
                  </a:lnTo>
                  <a:lnTo>
                    <a:pt x="974152" y="137700"/>
                  </a:lnTo>
                  <a:lnTo>
                    <a:pt x="976073" y="137759"/>
                  </a:lnTo>
                  <a:lnTo>
                    <a:pt x="977995" y="137816"/>
                  </a:lnTo>
                  <a:lnTo>
                    <a:pt x="979916" y="137871"/>
                  </a:lnTo>
                  <a:lnTo>
                    <a:pt x="981838" y="137924"/>
                  </a:lnTo>
                  <a:lnTo>
                    <a:pt x="981838" y="138899"/>
                  </a:lnTo>
                  <a:lnTo>
                    <a:pt x="979916" y="138899"/>
                  </a:lnTo>
                  <a:lnTo>
                    <a:pt x="977995" y="138899"/>
                  </a:lnTo>
                  <a:lnTo>
                    <a:pt x="976073" y="138899"/>
                  </a:lnTo>
                  <a:lnTo>
                    <a:pt x="974152" y="138899"/>
                  </a:lnTo>
                  <a:lnTo>
                    <a:pt x="972231" y="138899"/>
                  </a:lnTo>
                  <a:lnTo>
                    <a:pt x="970309" y="138899"/>
                  </a:lnTo>
                  <a:lnTo>
                    <a:pt x="968388" y="138899"/>
                  </a:lnTo>
                  <a:lnTo>
                    <a:pt x="966466" y="138899"/>
                  </a:lnTo>
                  <a:lnTo>
                    <a:pt x="964545" y="138899"/>
                  </a:lnTo>
                  <a:lnTo>
                    <a:pt x="962624" y="138899"/>
                  </a:lnTo>
                  <a:lnTo>
                    <a:pt x="960702" y="138899"/>
                  </a:lnTo>
                  <a:lnTo>
                    <a:pt x="958781" y="138899"/>
                  </a:lnTo>
                  <a:lnTo>
                    <a:pt x="956859" y="138899"/>
                  </a:lnTo>
                  <a:lnTo>
                    <a:pt x="954938" y="138899"/>
                  </a:lnTo>
                  <a:lnTo>
                    <a:pt x="953017" y="138899"/>
                  </a:lnTo>
                  <a:lnTo>
                    <a:pt x="951095" y="138899"/>
                  </a:lnTo>
                  <a:lnTo>
                    <a:pt x="949174" y="138899"/>
                  </a:lnTo>
                  <a:lnTo>
                    <a:pt x="947252" y="138899"/>
                  </a:lnTo>
                  <a:lnTo>
                    <a:pt x="945331" y="138899"/>
                  </a:lnTo>
                  <a:lnTo>
                    <a:pt x="943410" y="138899"/>
                  </a:lnTo>
                  <a:lnTo>
                    <a:pt x="941488" y="138899"/>
                  </a:lnTo>
                  <a:lnTo>
                    <a:pt x="939567" y="138899"/>
                  </a:lnTo>
                  <a:lnTo>
                    <a:pt x="937645" y="138899"/>
                  </a:lnTo>
                  <a:lnTo>
                    <a:pt x="935724" y="138899"/>
                  </a:lnTo>
                  <a:lnTo>
                    <a:pt x="933802" y="138899"/>
                  </a:lnTo>
                  <a:lnTo>
                    <a:pt x="931881" y="138899"/>
                  </a:lnTo>
                  <a:lnTo>
                    <a:pt x="929960" y="138899"/>
                  </a:lnTo>
                  <a:lnTo>
                    <a:pt x="928038" y="138899"/>
                  </a:lnTo>
                  <a:lnTo>
                    <a:pt x="926117" y="138899"/>
                  </a:lnTo>
                  <a:lnTo>
                    <a:pt x="924195" y="138899"/>
                  </a:lnTo>
                  <a:lnTo>
                    <a:pt x="922274" y="138899"/>
                  </a:lnTo>
                  <a:lnTo>
                    <a:pt x="920353" y="138899"/>
                  </a:lnTo>
                  <a:lnTo>
                    <a:pt x="918431" y="138899"/>
                  </a:lnTo>
                  <a:lnTo>
                    <a:pt x="916510" y="138899"/>
                  </a:lnTo>
                  <a:lnTo>
                    <a:pt x="914588" y="138899"/>
                  </a:lnTo>
                  <a:lnTo>
                    <a:pt x="912667" y="138899"/>
                  </a:lnTo>
                  <a:lnTo>
                    <a:pt x="910746" y="138899"/>
                  </a:lnTo>
                  <a:lnTo>
                    <a:pt x="908824" y="138899"/>
                  </a:lnTo>
                  <a:lnTo>
                    <a:pt x="906903" y="138899"/>
                  </a:lnTo>
                  <a:lnTo>
                    <a:pt x="904981" y="138899"/>
                  </a:lnTo>
                  <a:lnTo>
                    <a:pt x="903060" y="138899"/>
                  </a:lnTo>
                  <a:lnTo>
                    <a:pt x="901139" y="138899"/>
                  </a:lnTo>
                  <a:lnTo>
                    <a:pt x="899217" y="138899"/>
                  </a:lnTo>
                  <a:lnTo>
                    <a:pt x="897296" y="138899"/>
                  </a:lnTo>
                  <a:lnTo>
                    <a:pt x="895374" y="138899"/>
                  </a:lnTo>
                  <a:lnTo>
                    <a:pt x="893453" y="138899"/>
                  </a:lnTo>
                  <a:lnTo>
                    <a:pt x="891532" y="138899"/>
                  </a:lnTo>
                  <a:lnTo>
                    <a:pt x="889610" y="138899"/>
                  </a:lnTo>
                  <a:lnTo>
                    <a:pt x="887689" y="138899"/>
                  </a:lnTo>
                  <a:lnTo>
                    <a:pt x="885767" y="138899"/>
                  </a:lnTo>
                  <a:lnTo>
                    <a:pt x="883846" y="138899"/>
                  </a:lnTo>
                  <a:lnTo>
                    <a:pt x="881925" y="138899"/>
                  </a:lnTo>
                  <a:lnTo>
                    <a:pt x="880003" y="138899"/>
                  </a:lnTo>
                  <a:lnTo>
                    <a:pt x="878082" y="138899"/>
                  </a:lnTo>
                  <a:lnTo>
                    <a:pt x="876160" y="138899"/>
                  </a:lnTo>
                  <a:lnTo>
                    <a:pt x="874239" y="138899"/>
                  </a:lnTo>
                  <a:lnTo>
                    <a:pt x="872318" y="138899"/>
                  </a:lnTo>
                  <a:lnTo>
                    <a:pt x="870396" y="138899"/>
                  </a:lnTo>
                  <a:lnTo>
                    <a:pt x="868475" y="138899"/>
                  </a:lnTo>
                  <a:lnTo>
                    <a:pt x="866553" y="138899"/>
                  </a:lnTo>
                  <a:lnTo>
                    <a:pt x="864632" y="138899"/>
                  </a:lnTo>
                  <a:lnTo>
                    <a:pt x="862710" y="138899"/>
                  </a:lnTo>
                  <a:lnTo>
                    <a:pt x="860789" y="138899"/>
                  </a:lnTo>
                  <a:lnTo>
                    <a:pt x="858868" y="138899"/>
                  </a:lnTo>
                  <a:lnTo>
                    <a:pt x="856946" y="138899"/>
                  </a:lnTo>
                  <a:lnTo>
                    <a:pt x="855025" y="138899"/>
                  </a:lnTo>
                  <a:lnTo>
                    <a:pt x="853103" y="138899"/>
                  </a:lnTo>
                  <a:lnTo>
                    <a:pt x="851182" y="138899"/>
                  </a:lnTo>
                  <a:lnTo>
                    <a:pt x="849261" y="138899"/>
                  </a:lnTo>
                  <a:lnTo>
                    <a:pt x="847339" y="138899"/>
                  </a:lnTo>
                  <a:lnTo>
                    <a:pt x="845418" y="138899"/>
                  </a:lnTo>
                  <a:lnTo>
                    <a:pt x="843496" y="138899"/>
                  </a:lnTo>
                  <a:lnTo>
                    <a:pt x="841575" y="138899"/>
                  </a:lnTo>
                  <a:lnTo>
                    <a:pt x="839654" y="138899"/>
                  </a:lnTo>
                  <a:lnTo>
                    <a:pt x="837732" y="138899"/>
                  </a:lnTo>
                  <a:lnTo>
                    <a:pt x="835811" y="138899"/>
                  </a:lnTo>
                  <a:lnTo>
                    <a:pt x="833889" y="138899"/>
                  </a:lnTo>
                  <a:lnTo>
                    <a:pt x="831968" y="138899"/>
                  </a:lnTo>
                  <a:lnTo>
                    <a:pt x="830047" y="138899"/>
                  </a:lnTo>
                  <a:lnTo>
                    <a:pt x="828125" y="138899"/>
                  </a:lnTo>
                  <a:lnTo>
                    <a:pt x="826204" y="138899"/>
                  </a:lnTo>
                  <a:lnTo>
                    <a:pt x="824282" y="138899"/>
                  </a:lnTo>
                  <a:lnTo>
                    <a:pt x="822361" y="138899"/>
                  </a:lnTo>
                  <a:lnTo>
                    <a:pt x="820440" y="138899"/>
                  </a:lnTo>
                  <a:lnTo>
                    <a:pt x="818518" y="138899"/>
                  </a:lnTo>
                  <a:lnTo>
                    <a:pt x="816597" y="138899"/>
                  </a:lnTo>
                  <a:lnTo>
                    <a:pt x="814675" y="138899"/>
                  </a:lnTo>
                  <a:lnTo>
                    <a:pt x="812754" y="138899"/>
                  </a:lnTo>
                  <a:lnTo>
                    <a:pt x="810833" y="138899"/>
                  </a:lnTo>
                  <a:lnTo>
                    <a:pt x="808911" y="138899"/>
                  </a:lnTo>
                  <a:lnTo>
                    <a:pt x="806990" y="138899"/>
                  </a:lnTo>
                  <a:lnTo>
                    <a:pt x="805068" y="138899"/>
                  </a:lnTo>
                  <a:lnTo>
                    <a:pt x="803147" y="138899"/>
                  </a:lnTo>
                  <a:lnTo>
                    <a:pt x="801226" y="138899"/>
                  </a:lnTo>
                  <a:lnTo>
                    <a:pt x="799304" y="138899"/>
                  </a:lnTo>
                  <a:lnTo>
                    <a:pt x="797383" y="138899"/>
                  </a:lnTo>
                  <a:lnTo>
                    <a:pt x="795461" y="138899"/>
                  </a:lnTo>
                  <a:lnTo>
                    <a:pt x="793540" y="138899"/>
                  </a:lnTo>
                  <a:lnTo>
                    <a:pt x="791618" y="138899"/>
                  </a:lnTo>
                  <a:lnTo>
                    <a:pt x="789697" y="138899"/>
                  </a:lnTo>
                  <a:lnTo>
                    <a:pt x="787776" y="138899"/>
                  </a:lnTo>
                  <a:lnTo>
                    <a:pt x="785854" y="138899"/>
                  </a:lnTo>
                  <a:lnTo>
                    <a:pt x="783933" y="138899"/>
                  </a:lnTo>
                  <a:lnTo>
                    <a:pt x="782011" y="138899"/>
                  </a:lnTo>
                  <a:lnTo>
                    <a:pt x="780090" y="138899"/>
                  </a:lnTo>
                  <a:lnTo>
                    <a:pt x="778169" y="138899"/>
                  </a:lnTo>
                  <a:lnTo>
                    <a:pt x="776247" y="138899"/>
                  </a:lnTo>
                  <a:lnTo>
                    <a:pt x="774326" y="138899"/>
                  </a:lnTo>
                  <a:lnTo>
                    <a:pt x="772404" y="138899"/>
                  </a:lnTo>
                  <a:lnTo>
                    <a:pt x="770483" y="138899"/>
                  </a:lnTo>
                  <a:lnTo>
                    <a:pt x="768562" y="138899"/>
                  </a:lnTo>
                  <a:lnTo>
                    <a:pt x="766640" y="138899"/>
                  </a:lnTo>
                  <a:lnTo>
                    <a:pt x="764719" y="138899"/>
                  </a:lnTo>
                  <a:lnTo>
                    <a:pt x="762797" y="138899"/>
                  </a:lnTo>
                  <a:lnTo>
                    <a:pt x="760876" y="138899"/>
                  </a:lnTo>
                  <a:lnTo>
                    <a:pt x="758955" y="138899"/>
                  </a:lnTo>
                  <a:lnTo>
                    <a:pt x="757033" y="138899"/>
                  </a:lnTo>
                  <a:lnTo>
                    <a:pt x="755112" y="138899"/>
                  </a:lnTo>
                  <a:lnTo>
                    <a:pt x="753190" y="138899"/>
                  </a:lnTo>
                  <a:lnTo>
                    <a:pt x="751269" y="138899"/>
                  </a:lnTo>
                  <a:lnTo>
                    <a:pt x="749348" y="138899"/>
                  </a:lnTo>
                  <a:lnTo>
                    <a:pt x="747426" y="138899"/>
                  </a:lnTo>
                  <a:lnTo>
                    <a:pt x="745505" y="138899"/>
                  </a:lnTo>
                  <a:lnTo>
                    <a:pt x="743583" y="138899"/>
                  </a:lnTo>
                  <a:lnTo>
                    <a:pt x="741662" y="138899"/>
                  </a:lnTo>
                  <a:lnTo>
                    <a:pt x="739741" y="138899"/>
                  </a:lnTo>
                  <a:lnTo>
                    <a:pt x="737819" y="138899"/>
                  </a:lnTo>
                  <a:lnTo>
                    <a:pt x="735898" y="138899"/>
                  </a:lnTo>
                  <a:lnTo>
                    <a:pt x="733976" y="138899"/>
                  </a:lnTo>
                  <a:lnTo>
                    <a:pt x="732055" y="138899"/>
                  </a:lnTo>
                  <a:lnTo>
                    <a:pt x="730134" y="138899"/>
                  </a:lnTo>
                  <a:lnTo>
                    <a:pt x="728212" y="138899"/>
                  </a:lnTo>
                  <a:lnTo>
                    <a:pt x="726291" y="138899"/>
                  </a:lnTo>
                  <a:lnTo>
                    <a:pt x="724369" y="138899"/>
                  </a:lnTo>
                  <a:lnTo>
                    <a:pt x="722448" y="138899"/>
                  </a:lnTo>
                  <a:lnTo>
                    <a:pt x="720526" y="138899"/>
                  </a:lnTo>
                  <a:lnTo>
                    <a:pt x="718605" y="138899"/>
                  </a:lnTo>
                  <a:lnTo>
                    <a:pt x="716684" y="138899"/>
                  </a:lnTo>
                  <a:lnTo>
                    <a:pt x="714762" y="138899"/>
                  </a:lnTo>
                  <a:lnTo>
                    <a:pt x="712841" y="138899"/>
                  </a:lnTo>
                  <a:lnTo>
                    <a:pt x="710919" y="138899"/>
                  </a:lnTo>
                  <a:lnTo>
                    <a:pt x="708998" y="138899"/>
                  </a:lnTo>
                  <a:lnTo>
                    <a:pt x="707077" y="138899"/>
                  </a:lnTo>
                  <a:lnTo>
                    <a:pt x="705155" y="138899"/>
                  </a:lnTo>
                  <a:lnTo>
                    <a:pt x="703234" y="138899"/>
                  </a:lnTo>
                  <a:lnTo>
                    <a:pt x="701312" y="138899"/>
                  </a:lnTo>
                  <a:lnTo>
                    <a:pt x="699391" y="138899"/>
                  </a:lnTo>
                  <a:lnTo>
                    <a:pt x="697470" y="138899"/>
                  </a:lnTo>
                  <a:lnTo>
                    <a:pt x="695548" y="138899"/>
                  </a:lnTo>
                  <a:lnTo>
                    <a:pt x="693627" y="138899"/>
                  </a:lnTo>
                  <a:lnTo>
                    <a:pt x="691705" y="138899"/>
                  </a:lnTo>
                  <a:lnTo>
                    <a:pt x="689784" y="138899"/>
                  </a:lnTo>
                  <a:lnTo>
                    <a:pt x="687863" y="138899"/>
                  </a:lnTo>
                  <a:lnTo>
                    <a:pt x="685941" y="138899"/>
                  </a:lnTo>
                  <a:lnTo>
                    <a:pt x="684020" y="138899"/>
                  </a:lnTo>
                  <a:lnTo>
                    <a:pt x="682098" y="138899"/>
                  </a:lnTo>
                  <a:lnTo>
                    <a:pt x="680177" y="138899"/>
                  </a:lnTo>
                  <a:lnTo>
                    <a:pt x="678256" y="138899"/>
                  </a:lnTo>
                  <a:lnTo>
                    <a:pt x="676334" y="138899"/>
                  </a:lnTo>
                  <a:lnTo>
                    <a:pt x="674413" y="138899"/>
                  </a:lnTo>
                  <a:lnTo>
                    <a:pt x="672491" y="138899"/>
                  </a:lnTo>
                  <a:lnTo>
                    <a:pt x="670570" y="138899"/>
                  </a:lnTo>
                  <a:lnTo>
                    <a:pt x="668649" y="138899"/>
                  </a:lnTo>
                  <a:lnTo>
                    <a:pt x="666727" y="138899"/>
                  </a:lnTo>
                  <a:lnTo>
                    <a:pt x="664806" y="138899"/>
                  </a:lnTo>
                  <a:lnTo>
                    <a:pt x="662884" y="138899"/>
                  </a:lnTo>
                  <a:lnTo>
                    <a:pt x="660963" y="138899"/>
                  </a:lnTo>
                  <a:lnTo>
                    <a:pt x="659042" y="138899"/>
                  </a:lnTo>
                  <a:lnTo>
                    <a:pt x="657120" y="138899"/>
                  </a:lnTo>
                  <a:lnTo>
                    <a:pt x="655199" y="138899"/>
                  </a:lnTo>
                  <a:lnTo>
                    <a:pt x="653277" y="138899"/>
                  </a:lnTo>
                  <a:lnTo>
                    <a:pt x="651356" y="138899"/>
                  </a:lnTo>
                  <a:lnTo>
                    <a:pt x="649434" y="138899"/>
                  </a:lnTo>
                  <a:lnTo>
                    <a:pt x="647513" y="138899"/>
                  </a:lnTo>
                  <a:lnTo>
                    <a:pt x="645592" y="138899"/>
                  </a:lnTo>
                  <a:lnTo>
                    <a:pt x="643670" y="138899"/>
                  </a:lnTo>
                  <a:lnTo>
                    <a:pt x="641749" y="138899"/>
                  </a:lnTo>
                  <a:lnTo>
                    <a:pt x="639827" y="138899"/>
                  </a:lnTo>
                  <a:lnTo>
                    <a:pt x="637906" y="138899"/>
                  </a:lnTo>
                  <a:lnTo>
                    <a:pt x="635985" y="138899"/>
                  </a:lnTo>
                  <a:lnTo>
                    <a:pt x="634063" y="138899"/>
                  </a:lnTo>
                  <a:lnTo>
                    <a:pt x="632142" y="138899"/>
                  </a:lnTo>
                  <a:lnTo>
                    <a:pt x="630220" y="138899"/>
                  </a:lnTo>
                  <a:lnTo>
                    <a:pt x="628299" y="138899"/>
                  </a:lnTo>
                  <a:lnTo>
                    <a:pt x="626378" y="138899"/>
                  </a:lnTo>
                  <a:lnTo>
                    <a:pt x="624456" y="138899"/>
                  </a:lnTo>
                  <a:lnTo>
                    <a:pt x="622535" y="138899"/>
                  </a:lnTo>
                  <a:lnTo>
                    <a:pt x="620613" y="138899"/>
                  </a:lnTo>
                  <a:lnTo>
                    <a:pt x="618692" y="138899"/>
                  </a:lnTo>
                  <a:lnTo>
                    <a:pt x="616771" y="138899"/>
                  </a:lnTo>
                  <a:lnTo>
                    <a:pt x="614849" y="138899"/>
                  </a:lnTo>
                  <a:lnTo>
                    <a:pt x="612928" y="138899"/>
                  </a:lnTo>
                  <a:lnTo>
                    <a:pt x="611006" y="138899"/>
                  </a:lnTo>
                  <a:lnTo>
                    <a:pt x="609085" y="138899"/>
                  </a:lnTo>
                  <a:lnTo>
                    <a:pt x="607164" y="138899"/>
                  </a:lnTo>
                  <a:lnTo>
                    <a:pt x="605242" y="138899"/>
                  </a:lnTo>
                  <a:lnTo>
                    <a:pt x="603321" y="138899"/>
                  </a:lnTo>
                  <a:lnTo>
                    <a:pt x="601399" y="138899"/>
                  </a:lnTo>
                  <a:lnTo>
                    <a:pt x="599478" y="138899"/>
                  </a:lnTo>
                  <a:lnTo>
                    <a:pt x="597557" y="138899"/>
                  </a:lnTo>
                  <a:lnTo>
                    <a:pt x="595635" y="138899"/>
                  </a:lnTo>
                  <a:lnTo>
                    <a:pt x="593714" y="138899"/>
                  </a:lnTo>
                  <a:lnTo>
                    <a:pt x="591792" y="138899"/>
                  </a:lnTo>
                  <a:lnTo>
                    <a:pt x="589871" y="138899"/>
                  </a:lnTo>
                  <a:lnTo>
                    <a:pt x="587950" y="138899"/>
                  </a:lnTo>
                  <a:lnTo>
                    <a:pt x="586028" y="138899"/>
                  </a:lnTo>
                  <a:lnTo>
                    <a:pt x="584107" y="138899"/>
                  </a:lnTo>
                  <a:lnTo>
                    <a:pt x="582185" y="138899"/>
                  </a:lnTo>
                  <a:lnTo>
                    <a:pt x="580264" y="138899"/>
                  </a:lnTo>
                  <a:lnTo>
                    <a:pt x="578342" y="138899"/>
                  </a:lnTo>
                  <a:lnTo>
                    <a:pt x="576421" y="138899"/>
                  </a:lnTo>
                  <a:lnTo>
                    <a:pt x="574500" y="138899"/>
                  </a:lnTo>
                  <a:lnTo>
                    <a:pt x="572578" y="138899"/>
                  </a:lnTo>
                  <a:lnTo>
                    <a:pt x="570657" y="138899"/>
                  </a:lnTo>
                  <a:lnTo>
                    <a:pt x="568735" y="138899"/>
                  </a:lnTo>
                  <a:lnTo>
                    <a:pt x="566814" y="138899"/>
                  </a:lnTo>
                  <a:lnTo>
                    <a:pt x="564893" y="138899"/>
                  </a:lnTo>
                  <a:lnTo>
                    <a:pt x="562971" y="138899"/>
                  </a:lnTo>
                  <a:lnTo>
                    <a:pt x="561050" y="138899"/>
                  </a:lnTo>
                  <a:lnTo>
                    <a:pt x="559128" y="138899"/>
                  </a:lnTo>
                  <a:lnTo>
                    <a:pt x="557207" y="138899"/>
                  </a:lnTo>
                  <a:lnTo>
                    <a:pt x="555286" y="138899"/>
                  </a:lnTo>
                  <a:lnTo>
                    <a:pt x="553364" y="138899"/>
                  </a:lnTo>
                  <a:lnTo>
                    <a:pt x="551443" y="138899"/>
                  </a:lnTo>
                  <a:lnTo>
                    <a:pt x="549521" y="138899"/>
                  </a:lnTo>
                  <a:lnTo>
                    <a:pt x="547600" y="138899"/>
                  </a:lnTo>
                  <a:lnTo>
                    <a:pt x="545679" y="138899"/>
                  </a:lnTo>
                  <a:lnTo>
                    <a:pt x="543757" y="138899"/>
                  </a:lnTo>
                  <a:lnTo>
                    <a:pt x="541836" y="138899"/>
                  </a:lnTo>
                  <a:lnTo>
                    <a:pt x="539914" y="138899"/>
                  </a:lnTo>
                  <a:lnTo>
                    <a:pt x="537993" y="138899"/>
                  </a:lnTo>
                  <a:lnTo>
                    <a:pt x="536072" y="138899"/>
                  </a:lnTo>
                  <a:lnTo>
                    <a:pt x="534150" y="138899"/>
                  </a:lnTo>
                  <a:lnTo>
                    <a:pt x="532229" y="138899"/>
                  </a:lnTo>
                  <a:lnTo>
                    <a:pt x="530307" y="138899"/>
                  </a:lnTo>
                  <a:lnTo>
                    <a:pt x="528386" y="138899"/>
                  </a:lnTo>
                  <a:lnTo>
                    <a:pt x="526465" y="138899"/>
                  </a:lnTo>
                  <a:lnTo>
                    <a:pt x="524543" y="138899"/>
                  </a:lnTo>
                  <a:lnTo>
                    <a:pt x="522622" y="138899"/>
                  </a:lnTo>
                  <a:lnTo>
                    <a:pt x="520700" y="138899"/>
                  </a:lnTo>
                  <a:lnTo>
                    <a:pt x="518779" y="138899"/>
                  </a:lnTo>
                  <a:lnTo>
                    <a:pt x="516858" y="138899"/>
                  </a:lnTo>
                  <a:lnTo>
                    <a:pt x="514936" y="138899"/>
                  </a:lnTo>
                  <a:lnTo>
                    <a:pt x="513015" y="138899"/>
                  </a:lnTo>
                  <a:lnTo>
                    <a:pt x="511093" y="138899"/>
                  </a:lnTo>
                  <a:lnTo>
                    <a:pt x="509172" y="138899"/>
                  </a:lnTo>
                  <a:lnTo>
                    <a:pt x="507250" y="138899"/>
                  </a:lnTo>
                  <a:lnTo>
                    <a:pt x="505329" y="138899"/>
                  </a:lnTo>
                  <a:lnTo>
                    <a:pt x="503408" y="138899"/>
                  </a:lnTo>
                  <a:lnTo>
                    <a:pt x="501486" y="138899"/>
                  </a:lnTo>
                  <a:lnTo>
                    <a:pt x="499565" y="138899"/>
                  </a:lnTo>
                  <a:lnTo>
                    <a:pt x="497643" y="138899"/>
                  </a:lnTo>
                  <a:lnTo>
                    <a:pt x="495722" y="138899"/>
                  </a:lnTo>
                  <a:lnTo>
                    <a:pt x="493801" y="138899"/>
                  </a:lnTo>
                  <a:lnTo>
                    <a:pt x="491879" y="138899"/>
                  </a:lnTo>
                  <a:lnTo>
                    <a:pt x="489958" y="138899"/>
                  </a:lnTo>
                  <a:lnTo>
                    <a:pt x="488036" y="138899"/>
                  </a:lnTo>
                  <a:lnTo>
                    <a:pt x="486115" y="138899"/>
                  </a:lnTo>
                  <a:lnTo>
                    <a:pt x="484194" y="138899"/>
                  </a:lnTo>
                  <a:lnTo>
                    <a:pt x="482272" y="138899"/>
                  </a:lnTo>
                  <a:lnTo>
                    <a:pt x="480351" y="138899"/>
                  </a:lnTo>
                  <a:lnTo>
                    <a:pt x="478429" y="138899"/>
                  </a:lnTo>
                  <a:lnTo>
                    <a:pt x="476508" y="138899"/>
                  </a:lnTo>
                  <a:lnTo>
                    <a:pt x="474587" y="138899"/>
                  </a:lnTo>
                  <a:lnTo>
                    <a:pt x="472665" y="138899"/>
                  </a:lnTo>
                  <a:lnTo>
                    <a:pt x="470744" y="138899"/>
                  </a:lnTo>
                  <a:lnTo>
                    <a:pt x="468822" y="138899"/>
                  </a:lnTo>
                  <a:lnTo>
                    <a:pt x="466901" y="138899"/>
                  </a:lnTo>
                  <a:lnTo>
                    <a:pt x="464980" y="138899"/>
                  </a:lnTo>
                  <a:lnTo>
                    <a:pt x="463058" y="138899"/>
                  </a:lnTo>
                  <a:lnTo>
                    <a:pt x="461137" y="138899"/>
                  </a:lnTo>
                  <a:lnTo>
                    <a:pt x="459215" y="138899"/>
                  </a:lnTo>
                  <a:lnTo>
                    <a:pt x="457294" y="138899"/>
                  </a:lnTo>
                  <a:lnTo>
                    <a:pt x="455373" y="138899"/>
                  </a:lnTo>
                  <a:lnTo>
                    <a:pt x="453451" y="138899"/>
                  </a:lnTo>
                  <a:lnTo>
                    <a:pt x="451530" y="138899"/>
                  </a:lnTo>
                  <a:lnTo>
                    <a:pt x="449608" y="138899"/>
                  </a:lnTo>
                  <a:lnTo>
                    <a:pt x="447687" y="138899"/>
                  </a:lnTo>
                  <a:lnTo>
                    <a:pt x="445766" y="138899"/>
                  </a:lnTo>
                  <a:lnTo>
                    <a:pt x="443844" y="138899"/>
                  </a:lnTo>
                  <a:lnTo>
                    <a:pt x="441923" y="138899"/>
                  </a:lnTo>
                  <a:lnTo>
                    <a:pt x="440001" y="138899"/>
                  </a:lnTo>
                  <a:lnTo>
                    <a:pt x="438080" y="138899"/>
                  </a:lnTo>
                  <a:lnTo>
                    <a:pt x="436159" y="138899"/>
                  </a:lnTo>
                  <a:lnTo>
                    <a:pt x="434237" y="138899"/>
                  </a:lnTo>
                  <a:lnTo>
                    <a:pt x="432316" y="138899"/>
                  </a:lnTo>
                  <a:lnTo>
                    <a:pt x="430394" y="138899"/>
                  </a:lnTo>
                  <a:lnTo>
                    <a:pt x="428473" y="138899"/>
                  </a:lnTo>
                  <a:lnTo>
                    <a:pt x="426551" y="138899"/>
                  </a:lnTo>
                  <a:lnTo>
                    <a:pt x="424630" y="138899"/>
                  </a:lnTo>
                  <a:lnTo>
                    <a:pt x="422709" y="138899"/>
                  </a:lnTo>
                  <a:lnTo>
                    <a:pt x="420787" y="138899"/>
                  </a:lnTo>
                  <a:lnTo>
                    <a:pt x="418866" y="138899"/>
                  </a:lnTo>
                  <a:lnTo>
                    <a:pt x="416944" y="138899"/>
                  </a:lnTo>
                  <a:lnTo>
                    <a:pt x="415023" y="138899"/>
                  </a:lnTo>
                  <a:lnTo>
                    <a:pt x="413102" y="138899"/>
                  </a:lnTo>
                  <a:lnTo>
                    <a:pt x="411180" y="138899"/>
                  </a:lnTo>
                  <a:lnTo>
                    <a:pt x="409259" y="138899"/>
                  </a:lnTo>
                  <a:lnTo>
                    <a:pt x="407337" y="138899"/>
                  </a:lnTo>
                  <a:lnTo>
                    <a:pt x="405416" y="138899"/>
                  </a:lnTo>
                  <a:lnTo>
                    <a:pt x="403495" y="138899"/>
                  </a:lnTo>
                  <a:lnTo>
                    <a:pt x="401573" y="138899"/>
                  </a:lnTo>
                  <a:lnTo>
                    <a:pt x="399652" y="138899"/>
                  </a:lnTo>
                  <a:lnTo>
                    <a:pt x="397730" y="138899"/>
                  </a:lnTo>
                  <a:lnTo>
                    <a:pt x="395809" y="138899"/>
                  </a:lnTo>
                  <a:lnTo>
                    <a:pt x="393888" y="138899"/>
                  </a:lnTo>
                  <a:lnTo>
                    <a:pt x="391966" y="138899"/>
                  </a:lnTo>
                  <a:lnTo>
                    <a:pt x="390045" y="138899"/>
                  </a:lnTo>
                  <a:lnTo>
                    <a:pt x="388123" y="138899"/>
                  </a:lnTo>
                  <a:lnTo>
                    <a:pt x="386202" y="138899"/>
                  </a:lnTo>
                  <a:lnTo>
                    <a:pt x="384281" y="138899"/>
                  </a:lnTo>
                  <a:lnTo>
                    <a:pt x="382359" y="138899"/>
                  </a:lnTo>
                  <a:lnTo>
                    <a:pt x="380438" y="138899"/>
                  </a:lnTo>
                  <a:lnTo>
                    <a:pt x="378516" y="138899"/>
                  </a:lnTo>
                  <a:lnTo>
                    <a:pt x="376595" y="138899"/>
                  </a:lnTo>
                  <a:lnTo>
                    <a:pt x="374674" y="138899"/>
                  </a:lnTo>
                  <a:lnTo>
                    <a:pt x="372752" y="138899"/>
                  </a:lnTo>
                  <a:lnTo>
                    <a:pt x="370831" y="138899"/>
                  </a:lnTo>
                  <a:lnTo>
                    <a:pt x="368909" y="138899"/>
                  </a:lnTo>
                  <a:lnTo>
                    <a:pt x="366988" y="138899"/>
                  </a:lnTo>
                  <a:lnTo>
                    <a:pt x="365067" y="138899"/>
                  </a:lnTo>
                  <a:lnTo>
                    <a:pt x="363145" y="138899"/>
                  </a:lnTo>
                  <a:lnTo>
                    <a:pt x="361224" y="138899"/>
                  </a:lnTo>
                  <a:lnTo>
                    <a:pt x="359302" y="138899"/>
                  </a:lnTo>
                  <a:lnTo>
                    <a:pt x="357381" y="138899"/>
                  </a:lnTo>
                  <a:lnTo>
                    <a:pt x="355459" y="138899"/>
                  </a:lnTo>
                  <a:lnTo>
                    <a:pt x="353538" y="138899"/>
                  </a:lnTo>
                  <a:lnTo>
                    <a:pt x="351617" y="138899"/>
                  </a:lnTo>
                  <a:lnTo>
                    <a:pt x="349695" y="138899"/>
                  </a:lnTo>
                  <a:lnTo>
                    <a:pt x="347774" y="138899"/>
                  </a:lnTo>
                  <a:lnTo>
                    <a:pt x="345852" y="138899"/>
                  </a:lnTo>
                  <a:lnTo>
                    <a:pt x="343931" y="138899"/>
                  </a:lnTo>
                  <a:lnTo>
                    <a:pt x="342010" y="138899"/>
                  </a:lnTo>
                  <a:lnTo>
                    <a:pt x="340088" y="138899"/>
                  </a:lnTo>
                  <a:lnTo>
                    <a:pt x="338167" y="138899"/>
                  </a:lnTo>
                  <a:lnTo>
                    <a:pt x="336245" y="138899"/>
                  </a:lnTo>
                  <a:lnTo>
                    <a:pt x="334324" y="138899"/>
                  </a:lnTo>
                  <a:lnTo>
                    <a:pt x="332403" y="138899"/>
                  </a:lnTo>
                  <a:lnTo>
                    <a:pt x="330481" y="138899"/>
                  </a:lnTo>
                  <a:lnTo>
                    <a:pt x="328560" y="138899"/>
                  </a:lnTo>
                  <a:lnTo>
                    <a:pt x="326638" y="138899"/>
                  </a:lnTo>
                  <a:lnTo>
                    <a:pt x="324717" y="138899"/>
                  </a:lnTo>
                  <a:lnTo>
                    <a:pt x="322796" y="138899"/>
                  </a:lnTo>
                  <a:lnTo>
                    <a:pt x="320874" y="138899"/>
                  </a:lnTo>
                  <a:lnTo>
                    <a:pt x="318953" y="138899"/>
                  </a:lnTo>
                  <a:lnTo>
                    <a:pt x="317031" y="138899"/>
                  </a:lnTo>
                  <a:lnTo>
                    <a:pt x="315110" y="138899"/>
                  </a:lnTo>
                  <a:lnTo>
                    <a:pt x="313189" y="138899"/>
                  </a:lnTo>
                  <a:lnTo>
                    <a:pt x="311267" y="138899"/>
                  </a:lnTo>
                  <a:lnTo>
                    <a:pt x="309346" y="138899"/>
                  </a:lnTo>
                  <a:lnTo>
                    <a:pt x="307424" y="138899"/>
                  </a:lnTo>
                  <a:lnTo>
                    <a:pt x="305503" y="138899"/>
                  </a:lnTo>
                  <a:lnTo>
                    <a:pt x="303582" y="138899"/>
                  </a:lnTo>
                  <a:lnTo>
                    <a:pt x="301660" y="138899"/>
                  </a:lnTo>
                  <a:lnTo>
                    <a:pt x="299739" y="138899"/>
                  </a:lnTo>
                  <a:lnTo>
                    <a:pt x="297817" y="138899"/>
                  </a:lnTo>
                  <a:lnTo>
                    <a:pt x="295896" y="138899"/>
                  </a:lnTo>
                  <a:lnTo>
                    <a:pt x="293975" y="138899"/>
                  </a:lnTo>
                  <a:lnTo>
                    <a:pt x="292053" y="138899"/>
                  </a:lnTo>
                  <a:lnTo>
                    <a:pt x="290132" y="138899"/>
                  </a:lnTo>
                  <a:lnTo>
                    <a:pt x="288210" y="138899"/>
                  </a:lnTo>
                  <a:lnTo>
                    <a:pt x="286289" y="138899"/>
                  </a:lnTo>
                  <a:lnTo>
                    <a:pt x="284367" y="138899"/>
                  </a:lnTo>
                  <a:lnTo>
                    <a:pt x="282446" y="138899"/>
                  </a:lnTo>
                  <a:lnTo>
                    <a:pt x="280525" y="138899"/>
                  </a:lnTo>
                  <a:lnTo>
                    <a:pt x="278603" y="138899"/>
                  </a:lnTo>
                  <a:lnTo>
                    <a:pt x="276682" y="138899"/>
                  </a:lnTo>
                  <a:lnTo>
                    <a:pt x="274760" y="138899"/>
                  </a:lnTo>
                  <a:lnTo>
                    <a:pt x="272839" y="138899"/>
                  </a:lnTo>
                  <a:lnTo>
                    <a:pt x="270918" y="138899"/>
                  </a:lnTo>
                  <a:lnTo>
                    <a:pt x="268996" y="138899"/>
                  </a:lnTo>
                  <a:lnTo>
                    <a:pt x="267075" y="138899"/>
                  </a:lnTo>
                  <a:lnTo>
                    <a:pt x="265153" y="138899"/>
                  </a:lnTo>
                  <a:lnTo>
                    <a:pt x="263232" y="138899"/>
                  </a:lnTo>
                  <a:lnTo>
                    <a:pt x="261311" y="138899"/>
                  </a:lnTo>
                  <a:lnTo>
                    <a:pt x="259389" y="138899"/>
                  </a:lnTo>
                  <a:lnTo>
                    <a:pt x="257468" y="138899"/>
                  </a:lnTo>
                  <a:lnTo>
                    <a:pt x="255546" y="138899"/>
                  </a:lnTo>
                  <a:lnTo>
                    <a:pt x="253625" y="138899"/>
                  </a:lnTo>
                  <a:lnTo>
                    <a:pt x="251704" y="138899"/>
                  </a:lnTo>
                  <a:lnTo>
                    <a:pt x="249782" y="138899"/>
                  </a:lnTo>
                  <a:lnTo>
                    <a:pt x="247861" y="138899"/>
                  </a:lnTo>
                  <a:lnTo>
                    <a:pt x="245939" y="138899"/>
                  </a:lnTo>
                  <a:lnTo>
                    <a:pt x="244018" y="138899"/>
                  </a:lnTo>
                  <a:lnTo>
                    <a:pt x="242097" y="138899"/>
                  </a:lnTo>
                  <a:lnTo>
                    <a:pt x="240175" y="138899"/>
                  </a:lnTo>
                  <a:lnTo>
                    <a:pt x="238254" y="138899"/>
                  </a:lnTo>
                  <a:lnTo>
                    <a:pt x="236332" y="138899"/>
                  </a:lnTo>
                  <a:lnTo>
                    <a:pt x="234411" y="138899"/>
                  </a:lnTo>
                  <a:lnTo>
                    <a:pt x="232490" y="138899"/>
                  </a:lnTo>
                  <a:lnTo>
                    <a:pt x="230568" y="138899"/>
                  </a:lnTo>
                  <a:lnTo>
                    <a:pt x="228647" y="138899"/>
                  </a:lnTo>
                  <a:lnTo>
                    <a:pt x="226725" y="138899"/>
                  </a:lnTo>
                  <a:lnTo>
                    <a:pt x="224804" y="138899"/>
                  </a:lnTo>
                  <a:lnTo>
                    <a:pt x="222883" y="138899"/>
                  </a:lnTo>
                  <a:lnTo>
                    <a:pt x="220961" y="138899"/>
                  </a:lnTo>
                  <a:lnTo>
                    <a:pt x="219040" y="138899"/>
                  </a:lnTo>
                  <a:lnTo>
                    <a:pt x="217118" y="138899"/>
                  </a:lnTo>
                  <a:lnTo>
                    <a:pt x="215197" y="138899"/>
                  </a:lnTo>
                  <a:lnTo>
                    <a:pt x="213275" y="138899"/>
                  </a:lnTo>
                  <a:lnTo>
                    <a:pt x="211354" y="138899"/>
                  </a:lnTo>
                  <a:lnTo>
                    <a:pt x="209433" y="138899"/>
                  </a:lnTo>
                  <a:lnTo>
                    <a:pt x="207511" y="138899"/>
                  </a:lnTo>
                  <a:lnTo>
                    <a:pt x="205590" y="138899"/>
                  </a:lnTo>
                  <a:lnTo>
                    <a:pt x="203668" y="138899"/>
                  </a:lnTo>
                  <a:lnTo>
                    <a:pt x="201747" y="138899"/>
                  </a:lnTo>
                  <a:lnTo>
                    <a:pt x="199826" y="138899"/>
                  </a:lnTo>
                  <a:lnTo>
                    <a:pt x="197904" y="138899"/>
                  </a:lnTo>
                  <a:lnTo>
                    <a:pt x="195983" y="138899"/>
                  </a:lnTo>
                  <a:lnTo>
                    <a:pt x="194061" y="138899"/>
                  </a:lnTo>
                  <a:lnTo>
                    <a:pt x="192140" y="138899"/>
                  </a:lnTo>
                  <a:lnTo>
                    <a:pt x="190219" y="138899"/>
                  </a:lnTo>
                  <a:lnTo>
                    <a:pt x="188297" y="138899"/>
                  </a:lnTo>
                  <a:lnTo>
                    <a:pt x="186376" y="138899"/>
                  </a:lnTo>
                  <a:lnTo>
                    <a:pt x="184454" y="138899"/>
                  </a:lnTo>
                  <a:lnTo>
                    <a:pt x="182533" y="138899"/>
                  </a:lnTo>
                  <a:lnTo>
                    <a:pt x="180612" y="138899"/>
                  </a:lnTo>
                  <a:lnTo>
                    <a:pt x="178690" y="138899"/>
                  </a:lnTo>
                  <a:lnTo>
                    <a:pt x="176769" y="138899"/>
                  </a:lnTo>
                  <a:lnTo>
                    <a:pt x="174847" y="138899"/>
                  </a:lnTo>
                  <a:lnTo>
                    <a:pt x="172926" y="138899"/>
                  </a:lnTo>
                  <a:lnTo>
                    <a:pt x="171005" y="138899"/>
                  </a:lnTo>
                  <a:lnTo>
                    <a:pt x="169083" y="138899"/>
                  </a:lnTo>
                  <a:lnTo>
                    <a:pt x="167162" y="138899"/>
                  </a:lnTo>
                  <a:lnTo>
                    <a:pt x="165240" y="138899"/>
                  </a:lnTo>
                  <a:lnTo>
                    <a:pt x="163319" y="138899"/>
                  </a:lnTo>
                  <a:lnTo>
                    <a:pt x="161398" y="138899"/>
                  </a:lnTo>
                  <a:lnTo>
                    <a:pt x="159476" y="138899"/>
                  </a:lnTo>
                  <a:lnTo>
                    <a:pt x="157555" y="138899"/>
                  </a:lnTo>
                  <a:lnTo>
                    <a:pt x="155633" y="138899"/>
                  </a:lnTo>
                  <a:lnTo>
                    <a:pt x="153712" y="138899"/>
                  </a:lnTo>
                  <a:lnTo>
                    <a:pt x="151791" y="138899"/>
                  </a:lnTo>
                  <a:lnTo>
                    <a:pt x="149869" y="138899"/>
                  </a:lnTo>
                  <a:lnTo>
                    <a:pt x="147948" y="138899"/>
                  </a:lnTo>
                  <a:lnTo>
                    <a:pt x="146026" y="138899"/>
                  </a:lnTo>
                  <a:lnTo>
                    <a:pt x="144105" y="138899"/>
                  </a:lnTo>
                  <a:lnTo>
                    <a:pt x="142183" y="138899"/>
                  </a:lnTo>
                  <a:lnTo>
                    <a:pt x="140262" y="138899"/>
                  </a:lnTo>
                  <a:lnTo>
                    <a:pt x="138341" y="138899"/>
                  </a:lnTo>
                  <a:lnTo>
                    <a:pt x="136419" y="138899"/>
                  </a:lnTo>
                  <a:lnTo>
                    <a:pt x="134498" y="138899"/>
                  </a:lnTo>
                  <a:lnTo>
                    <a:pt x="132576" y="138899"/>
                  </a:lnTo>
                  <a:lnTo>
                    <a:pt x="130655" y="138899"/>
                  </a:lnTo>
                  <a:lnTo>
                    <a:pt x="128734" y="138899"/>
                  </a:lnTo>
                  <a:lnTo>
                    <a:pt x="126812" y="138899"/>
                  </a:lnTo>
                  <a:lnTo>
                    <a:pt x="124891" y="138899"/>
                  </a:lnTo>
                  <a:lnTo>
                    <a:pt x="122969" y="138899"/>
                  </a:lnTo>
                  <a:lnTo>
                    <a:pt x="121048" y="138899"/>
                  </a:lnTo>
                  <a:lnTo>
                    <a:pt x="119127" y="138899"/>
                  </a:lnTo>
                  <a:lnTo>
                    <a:pt x="117205" y="138899"/>
                  </a:lnTo>
                  <a:lnTo>
                    <a:pt x="115284" y="138899"/>
                  </a:lnTo>
                  <a:lnTo>
                    <a:pt x="113362" y="138899"/>
                  </a:lnTo>
                  <a:lnTo>
                    <a:pt x="111441" y="138899"/>
                  </a:lnTo>
                  <a:lnTo>
                    <a:pt x="109520" y="138899"/>
                  </a:lnTo>
                  <a:lnTo>
                    <a:pt x="107598" y="138899"/>
                  </a:lnTo>
                  <a:lnTo>
                    <a:pt x="105677" y="138899"/>
                  </a:lnTo>
                  <a:lnTo>
                    <a:pt x="103755" y="138899"/>
                  </a:lnTo>
                  <a:lnTo>
                    <a:pt x="101834" y="138899"/>
                  </a:lnTo>
                  <a:lnTo>
                    <a:pt x="99913" y="138899"/>
                  </a:lnTo>
                  <a:lnTo>
                    <a:pt x="97991" y="138899"/>
                  </a:lnTo>
                  <a:lnTo>
                    <a:pt x="96070" y="138899"/>
                  </a:lnTo>
                  <a:lnTo>
                    <a:pt x="94148" y="138899"/>
                  </a:lnTo>
                  <a:lnTo>
                    <a:pt x="92227" y="138899"/>
                  </a:lnTo>
                  <a:lnTo>
                    <a:pt x="90306" y="138899"/>
                  </a:lnTo>
                  <a:lnTo>
                    <a:pt x="88384" y="138899"/>
                  </a:lnTo>
                  <a:lnTo>
                    <a:pt x="86463" y="138899"/>
                  </a:lnTo>
                  <a:lnTo>
                    <a:pt x="84541" y="138899"/>
                  </a:lnTo>
                  <a:lnTo>
                    <a:pt x="82620" y="138899"/>
                  </a:lnTo>
                  <a:lnTo>
                    <a:pt x="80699" y="138899"/>
                  </a:lnTo>
                  <a:lnTo>
                    <a:pt x="78777" y="138899"/>
                  </a:lnTo>
                  <a:lnTo>
                    <a:pt x="76856" y="138899"/>
                  </a:lnTo>
                  <a:lnTo>
                    <a:pt x="74934" y="138899"/>
                  </a:lnTo>
                  <a:lnTo>
                    <a:pt x="73013" y="138899"/>
                  </a:lnTo>
                  <a:lnTo>
                    <a:pt x="71091" y="138899"/>
                  </a:lnTo>
                  <a:lnTo>
                    <a:pt x="69170" y="138899"/>
                  </a:lnTo>
                  <a:lnTo>
                    <a:pt x="67249" y="138899"/>
                  </a:lnTo>
                  <a:lnTo>
                    <a:pt x="65327" y="138899"/>
                  </a:lnTo>
                  <a:lnTo>
                    <a:pt x="63406" y="138899"/>
                  </a:lnTo>
                  <a:lnTo>
                    <a:pt x="61484" y="138899"/>
                  </a:lnTo>
                  <a:lnTo>
                    <a:pt x="59563" y="138899"/>
                  </a:lnTo>
                  <a:lnTo>
                    <a:pt x="57642" y="138899"/>
                  </a:lnTo>
                  <a:lnTo>
                    <a:pt x="55720" y="138899"/>
                  </a:lnTo>
                  <a:lnTo>
                    <a:pt x="53799" y="138899"/>
                  </a:lnTo>
                  <a:lnTo>
                    <a:pt x="51877" y="138899"/>
                  </a:lnTo>
                  <a:lnTo>
                    <a:pt x="49956" y="138899"/>
                  </a:lnTo>
                  <a:lnTo>
                    <a:pt x="48035" y="138899"/>
                  </a:lnTo>
                  <a:lnTo>
                    <a:pt x="46113" y="138899"/>
                  </a:lnTo>
                  <a:lnTo>
                    <a:pt x="44192" y="138899"/>
                  </a:lnTo>
                  <a:lnTo>
                    <a:pt x="42270" y="138899"/>
                  </a:lnTo>
                  <a:lnTo>
                    <a:pt x="40349" y="138899"/>
                  </a:lnTo>
                  <a:lnTo>
                    <a:pt x="38428" y="138899"/>
                  </a:lnTo>
                  <a:lnTo>
                    <a:pt x="36506" y="138899"/>
                  </a:lnTo>
                  <a:lnTo>
                    <a:pt x="34585" y="138899"/>
                  </a:lnTo>
                  <a:lnTo>
                    <a:pt x="32663" y="138899"/>
                  </a:lnTo>
                  <a:lnTo>
                    <a:pt x="30742" y="138899"/>
                  </a:lnTo>
                  <a:lnTo>
                    <a:pt x="28821" y="138899"/>
                  </a:lnTo>
                  <a:lnTo>
                    <a:pt x="26899" y="138899"/>
                  </a:lnTo>
                  <a:lnTo>
                    <a:pt x="24978" y="138899"/>
                  </a:lnTo>
                  <a:lnTo>
                    <a:pt x="23056" y="138899"/>
                  </a:lnTo>
                  <a:lnTo>
                    <a:pt x="21135" y="138899"/>
                  </a:lnTo>
                  <a:lnTo>
                    <a:pt x="19214" y="138899"/>
                  </a:lnTo>
                  <a:lnTo>
                    <a:pt x="17292" y="138899"/>
                  </a:lnTo>
                  <a:lnTo>
                    <a:pt x="15371" y="138899"/>
                  </a:lnTo>
                  <a:lnTo>
                    <a:pt x="13449" y="138899"/>
                  </a:lnTo>
                  <a:lnTo>
                    <a:pt x="11528" y="138899"/>
                  </a:lnTo>
                  <a:lnTo>
                    <a:pt x="9607" y="138899"/>
                  </a:lnTo>
                  <a:lnTo>
                    <a:pt x="7685" y="138899"/>
                  </a:lnTo>
                  <a:lnTo>
                    <a:pt x="5764" y="138899"/>
                  </a:lnTo>
                  <a:lnTo>
                    <a:pt x="3842" y="138899"/>
                  </a:lnTo>
                  <a:lnTo>
                    <a:pt x="1921" y="13889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5467762" y="2644123"/>
              <a:ext cx="981838" cy="138893"/>
            </a:xfrm>
            <a:custGeom>
              <a:avLst/>
              <a:pathLst>
                <a:path w="981838" h="138893">
                  <a:moveTo>
                    <a:pt x="0" y="138893"/>
                  </a:moveTo>
                  <a:lnTo>
                    <a:pt x="1921" y="138892"/>
                  </a:lnTo>
                  <a:lnTo>
                    <a:pt x="3842" y="138891"/>
                  </a:lnTo>
                  <a:lnTo>
                    <a:pt x="5764" y="138890"/>
                  </a:lnTo>
                  <a:lnTo>
                    <a:pt x="7685" y="138889"/>
                  </a:lnTo>
                  <a:lnTo>
                    <a:pt x="9607" y="138888"/>
                  </a:lnTo>
                  <a:lnTo>
                    <a:pt x="11528" y="138886"/>
                  </a:lnTo>
                  <a:lnTo>
                    <a:pt x="13449" y="138885"/>
                  </a:lnTo>
                  <a:lnTo>
                    <a:pt x="15371" y="138883"/>
                  </a:lnTo>
                  <a:lnTo>
                    <a:pt x="17292" y="138881"/>
                  </a:lnTo>
                  <a:lnTo>
                    <a:pt x="19214" y="138879"/>
                  </a:lnTo>
                  <a:lnTo>
                    <a:pt x="21135" y="138876"/>
                  </a:lnTo>
                  <a:lnTo>
                    <a:pt x="23056" y="138874"/>
                  </a:lnTo>
                  <a:lnTo>
                    <a:pt x="24978" y="138871"/>
                  </a:lnTo>
                  <a:lnTo>
                    <a:pt x="26899" y="138867"/>
                  </a:lnTo>
                  <a:lnTo>
                    <a:pt x="28821" y="138864"/>
                  </a:lnTo>
                  <a:lnTo>
                    <a:pt x="30742" y="138860"/>
                  </a:lnTo>
                  <a:lnTo>
                    <a:pt x="32663" y="138855"/>
                  </a:lnTo>
                  <a:lnTo>
                    <a:pt x="34585" y="138850"/>
                  </a:lnTo>
                  <a:lnTo>
                    <a:pt x="36506" y="138845"/>
                  </a:lnTo>
                  <a:lnTo>
                    <a:pt x="38428" y="138840"/>
                  </a:lnTo>
                  <a:lnTo>
                    <a:pt x="40349" y="138833"/>
                  </a:lnTo>
                  <a:lnTo>
                    <a:pt x="42270" y="138827"/>
                  </a:lnTo>
                  <a:lnTo>
                    <a:pt x="44192" y="138820"/>
                  </a:lnTo>
                  <a:lnTo>
                    <a:pt x="46113" y="138812"/>
                  </a:lnTo>
                  <a:lnTo>
                    <a:pt x="48035" y="138803"/>
                  </a:lnTo>
                  <a:lnTo>
                    <a:pt x="49956" y="138794"/>
                  </a:lnTo>
                  <a:lnTo>
                    <a:pt x="51877" y="138784"/>
                  </a:lnTo>
                  <a:lnTo>
                    <a:pt x="53799" y="138773"/>
                  </a:lnTo>
                  <a:lnTo>
                    <a:pt x="55720" y="138762"/>
                  </a:lnTo>
                  <a:lnTo>
                    <a:pt x="57642" y="138750"/>
                  </a:lnTo>
                  <a:lnTo>
                    <a:pt x="59563" y="138736"/>
                  </a:lnTo>
                  <a:lnTo>
                    <a:pt x="61484" y="138722"/>
                  </a:lnTo>
                  <a:lnTo>
                    <a:pt x="63406" y="138707"/>
                  </a:lnTo>
                  <a:lnTo>
                    <a:pt x="65327" y="138691"/>
                  </a:lnTo>
                  <a:lnTo>
                    <a:pt x="67249" y="138674"/>
                  </a:lnTo>
                  <a:lnTo>
                    <a:pt x="69170" y="138656"/>
                  </a:lnTo>
                  <a:lnTo>
                    <a:pt x="71091" y="138637"/>
                  </a:lnTo>
                  <a:lnTo>
                    <a:pt x="73013" y="138616"/>
                  </a:lnTo>
                  <a:lnTo>
                    <a:pt x="74934" y="138595"/>
                  </a:lnTo>
                  <a:lnTo>
                    <a:pt x="76856" y="138572"/>
                  </a:lnTo>
                  <a:lnTo>
                    <a:pt x="78777" y="138548"/>
                  </a:lnTo>
                  <a:lnTo>
                    <a:pt x="80699" y="138523"/>
                  </a:lnTo>
                  <a:lnTo>
                    <a:pt x="82620" y="138496"/>
                  </a:lnTo>
                  <a:lnTo>
                    <a:pt x="84541" y="138467"/>
                  </a:lnTo>
                  <a:lnTo>
                    <a:pt x="86463" y="138438"/>
                  </a:lnTo>
                  <a:lnTo>
                    <a:pt x="88384" y="138408"/>
                  </a:lnTo>
                  <a:lnTo>
                    <a:pt x="90306" y="138375"/>
                  </a:lnTo>
                  <a:lnTo>
                    <a:pt x="92227" y="138341"/>
                  </a:lnTo>
                  <a:lnTo>
                    <a:pt x="94148" y="138306"/>
                  </a:lnTo>
                  <a:lnTo>
                    <a:pt x="96070" y="138270"/>
                  </a:lnTo>
                  <a:lnTo>
                    <a:pt x="97991" y="138232"/>
                  </a:lnTo>
                  <a:lnTo>
                    <a:pt x="99913" y="138192"/>
                  </a:lnTo>
                  <a:lnTo>
                    <a:pt x="101834" y="138151"/>
                  </a:lnTo>
                  <a:lnTo>
                    <a:pt x="103755" y="138109"/>
                  </a:lnTo>
                  <a:lnTo>
                    <a:pt x="105677" y="138064"/>
                  </a:lnTo>
                  <a:lnTo>
                    <a:pt x="107598" y="138019"/>
                  </a:lnTo>
                  <a:lnTo>
                    <a:pt x="109520" y="137972"/>
                  </a:lnTo>
                  <a:lnTo>
                    <a:pt x="111441" y="137923"/>
                  </a:lnTo>
                  <a:lnTo>
                    <a:pt x="113362" y="137873"/>
                  </a:lnTo>
                  <a:lnTo>
                    <a:pt x="115284" y="137822"/>
                  </a:lnTo>
                  <a:lnTo>
                    <a:pt x="117205" y="137769"/>
                  </a:lnTo>
                  <a:lnTo>
                    <a:pt x="119127" y="137715"/>
                  </a:lnTo>
                  <a:lnTo>
                    <a:pt x="121048" y="137659"/>
                  </a:lnTo>
                  <a:lnTo>
                    <a:pt x="122969" y="137603"/>
                  </a:lnTo>
                  <a:lnTo>
                    <a:pt x="124891" y="137544"/>
                  </a:lnTo>
                  <a:lnTo>
                    <a:pt x="126812" y="137484"/>
                  </a:lnTo>
                  <a:lnTo>
                    <a:pt x="128734" y="137423"/>
                  </a:lnTo>
                  <a:lnTo>
                    <a:pt x="130655" y="137361"/>
                  </a:lnTo>
                  <a:lnTo>
                    <a:pt x="132576" y="137298"/>
                  </a:lnTo>
                  <a:lnTo>
                    <a:pt x="134498" y="137233"/>
                  </a:lnTo>
                  <a:lnTo>
                    <a:pt x="136419" y="137167"/>
                  </a:lnTo>
                  <a:lnTo>
                    <a:pt x="138341" y="137100"/>
                  </a:lnTo>
                  <a:lnTo>
                    <a:pt x="140262" y="137032"/>
                  </a:lnTo>
                  <a:lnTo>
                    <a:pt x="142183" y="136962"/>
                  </a:lnTo>
                  <a:lnTo>
                    <a:pt x="144105" y="136892"/>
                  </a:lnTo>
                  <a:lnTo>
                    <a:pt x="146026" y="136820"/>
                  </a:lnTo>
                  <a:lnTo>
                    <a:pt x="147948" y="136747"/>
                  </a:lnTo>
                  <a:lnTo>
                    <a:pt x="149869" y="136674"/>
                  </a:lnTo>
                  <a:lnTo>
                    <a:pt x="151791" y="136599"/>
                  </a:lnTo>
                  <a:lnTo>
                    <a:pt x="153712" y="136523"/>
                  </a:lnTo>
                  <a:lnTo>
                    <a:pt x="155633" y="136446"/>
                  </a:lnTo>
                  <a:lnTo>
                    <a:pt x="157555" y="136368"/>
                  </a:lnTo>
                  <a:lnTo>
                    <a:pt x="159476" y="136290"/>
                  </a:lnTo>
                  <a:lnTo>
                    <a:pt x="161398" y="136210"/>
                  </a:lnTo>
                  <a:lnTo>
                    <a:pt x="163319" y="136129"/>
                  </a:lnTo>
                  <a:lnTo>
                    <a:pt x="165240" y="136047"/>
                  </a:lnTo>
                  <a:lnTo>
                    <a:pt x="167162" y="135964"/>
                  </a:lnTo>
                  <a:lnTo>
                    <a:pt x="169083" y="135880"/>
                  </a:lnTo>
                  <a:lnTo>
                    <a:pt x="171005" y="135795"/>
                  </a:lnTo>
                  <a:lnTo>
                    <a:pt x="172926" y="135709"/>
                  </a:lnTo>
                  <a:lnTo>
                    <a:pt x="174847" y="135622"/>
                  </a:lnTo>
                  <a:lnTo>
                    <a:pt x="176769" y="135534"/>
                  </a:lnTo>
                  <a:lnTo>
                    <a:pt x="178690" y="135445"/>
                  </a:lnTo>
                  <a:lnTo>
                    <a:pt x="180612" y="135355"/>
                  </a:lnTo>
                  <a:lnTo>
                    <a:pt x="182533" y="135263"/>
                  </a:lnTo>
                  <a:lnTo>
                    <a:pt x="184454" y="135171"/>
                  </a:lnTo>
                  <a:lnTo>
                    <a:pt x="186376" y="135077"/>
                  </a:lnTo>
                  <a:lnTo>
                    <a:pt x="188297" y="134982"/>
                  </a:lnTo>
                  <a:lnTo>
                    <a:pt x="190219" y="134886"/>
                  </a:lnTo>
                  <a:lnTo>
                    <a:pt x="192140" y="134790"/>
                  </a:lnTo>
                  <a:lnTo>
                    <a:pt x="194061" y="134692"/>
                  </a:lnTo>
                  <a:lnTo>
                    <a:pt x="195983" y="134592"/>
                  </a:lnTo>
                  <a:lnTo>
                    <a:pt x="197904" y="134492"/>
                  </a:lnTo>
                  <a:lnTo>
                    <a:pt x="199826" y="134391"/>
                  </a:lnTo>
                  <a:lnTo>
                    <a:pt x="201747" y="134289"/>
                  </a:lnTo>
                  <a:lnTo>
                    <a:pt x="203668" y="134185"/>
                  </a:lnTo>
                  <a:lnTo>
                    <a:pt x="205590" y="134081"/>
                  </a:lnTo>
                  <a:lnTo>
                    <a:pt x="207511" y="133976"/>
                  </a:lnTo>
                  <a:lnTo>
                    <a:pt x="209433" y="133869"/>
                  </a:lnTo>
                  <a:lnTo>
                    <a:pt x="211354" y="133762"/>
                  </a:lnTo>
                  <a:lnTo>
                    <a:pt x="213275" y="133655"/>
                  </a:lnTo>
                  <a:lnTo>
                    <a:pt x="215197" y="133546"/>
                  </a:lnTo>
                  <a:lnTo>
                    <a:pt x="217118" y="133437"/>
                  </a:lnTo>
                  <a:lnTo>
                    <a:pt x="219040" y="133327"/>
                  </a:lnTo>
                  <a:lnTo>
                    <a:pt x="220961" y="133217"/>
                  </a:lnTo>
                  <a:lnTo>
                    <a:pt x="222883" y="133107"/>
                  </a:lnTo>
                  <a:lnTo>
                    <a:pt x="224804" y="132996"/>
                  </a:lnTo>
                  <a:lnTo>
                    <a:pt x="226725" y="132885"/>
                  </a:lnTo>
                  <a:lnTo>
                    <a:pt x="228647" y="132774"/>
                  </a:lnTo>
                  <a:lnTo>
                    <a:pt x="230568" y="132663"/>
                  </a:lnTo>
                  <a:lnTo>
                    <a:pt x="232490" y="132552"/>
                  </a:lnTo>
                  <a:lnTo>
                    <a:pt x="234411" y="132441"/>
                  </a:lnTo>
                  <a:lnTo>
                    <a:pt x="236332" y="132331"/>
                  </a:lnTo>
                  <a:lnTo>
                    <a:pt x="238254" y="132221"/>
                  </a:lnTo>
                  <a:lnTo>
                    <a:pt x="240175" y="132112"/>
                  </a:lnTo>
                  <a:lnTo>
                    <a:pt x="242097" y="132003"/>
                  </a:lnTo>
                  <a:lnTo>
                    <a:pt x="244018" y="131895"/>
                  </a:lnTo>
                  <a:lnTo>
                    <a:pt x="245939" y="131788"/>
                  </a:lnTo>
                  <a:lnTo>
                    <a:pt x="247861" y="131681"/>
                  </a:lnTo>
                  <a:lnTo>
                    <a:pt x="249782" y="131576"/>
                  </a:lnTo>
                  <a:lnTo>
                    <a:pt x="251704" y="131471"/>
                  </a:lnTo>
                  <a:lnTo>
                    <a:pt x="253625" y="131367"/>
                  </a:lnTo>
                  <a:lnTo>
                    <a:pt x="255546" y="131265"/>
                  </a:lnTo>
                  <a:lnTo>
                    <a:pt x="257468" y="131163"/>
                  </a:lnTo>
                  <a:lnTo>
                    <a:pt x="259389" y="131063"/>
                  </a:lnTo>
                  <a:lnTo>
                    <a:pt x="261311" y="130963"/>
                  </a:lnTo>
                  <a:lnTo>
                    <a:pt x="263232" y="130865"/>
                  </a:lnTo>
                  <a:lnTo>
                    <a:pt x="265153" y="130767"/>
                  </a:lnTo>
                  <a:lnTo>
                    <a:pt x="267075" y="130670"/>
                  </a:lnTo>
                  <a:lnTo>
                    <a:pt x="268996" y="130575"/>
                  </a:lnTo>
                  <a:lnTo>
                    <a:pt x="270918" y="130479"/>
                  </a:lnTo>
                  <a:lnTo>
                    <a:pt x="272839" y="130385"/>
                  </a:lnTo>
                  <a:lnTo>
                    <a:pt x="274760" y="130290"/>
                  </a:lnTo>
                  <a:lnTo>
                    <a:pt x="276682" y="130197"/>
                  </a:lnTo>
                  <a:lnTo>
                    <a:pt x="278603" y="130103"/>
                  </a:lnTo>
                  <a:lnTo>
                    <a:pt x="280525" y="130010"/>
                  </a:lnTo>
                  <a:lnTo>
                    <a:pt x="282446" y="129916"/>
                  </a:lnTo>
                  <a:lnTo>
                    <a:pt x="284367" y="129822"/>
                  </a:lnTo>
                  <a:lnTo>
                    <a:pt x="286289" y="129728"/>
                  </a:lnTo>
                  <a:lnTo>
                    <a:pt x="288210" y="129632"/>
                  </a:lnTo>
                  <a:lnTo>
                    <a:pt x="290132" y="129536"/>
                  </a:lnTo>
                  <a:lnTo>
                    <a:pt x="292053" y="129440"/>
                  </a:lnTo>
                  <a:lnTo>
                    <a:pt x="293975" y="129341"/>
                  </a:lnTo>
                  <a:lnTo>
                    <a:pt x="295896" y="129242"/>
                  </a:lnTo>
                  <a:lnTo>
                    <a:pt x="297817" y="129141"/>
                  </a:lnTo>
                  <a:lnTo>
                    <a:pt x="299739" y="129038"/>
                  </a:lnTo>
                  <a:lnTo>
                    <a:pt x="301660" y="128933"/>
                  </a:lnTo>
                  <a:lnTo>
                    <a:pt x="303582" y="128826"/>
                  </a:lnTo>
                  <a:lnTo>
                    <a:pt x="305503" y="128717"/>
                  </a:lnTo>
                  <a:lnTo>
                    <a:pt x="307424" y="128606"/>
                  </a:lnTo>
                  <a:lnTo>
                    <a:pt x="309346" y="128492"/>
                  </a:lnTo>
                  <a:lnTo>
                    <a:pt x="311267" y="128375"/>
                  </a:lnTo>
                  <a:lnTo>
                    <a:pt x="313189" y="128256"/>
                  </a:lnTo>
                  <a:lnTo>
                    <a:pt x="315110" y="128135"/>
                  </a:lnTo>
                  <a:lnTo>
                    <a:pt x="317031" y="128010"/>
                  </a:lnTo>
                  <a:lnTo>
                    <a:pt x="318953" y="127883"/>
                  </a:lnTo>
                  <a:lnTo>
                    <a:pt x="320874" y="127753"/>
                  </a:lnTo>
                  <a:lnTo>
                    <a:pt x="322796" y="127620"/>
                  </a:lnTo>
                  <a:lnTo>
                    <a:pt x="324717" y="127485"/>
                  </a:lnTo>
                  <a:lnTo>
                    <a:pt x="326638" y="127347"/>
                  </a:lnTo>
                  <a:lnTo>
                    <a:pt x="328560" y="127207"/>
                  </a:lnTo>
                  <a:lnTo>
                    <a:pt x="330481" y="127064"/>
                  </a:lnTo>
                  <a:lnTo>
                    <a:pt x="332403" y="126918"/>
                  </a:lnTo>
                  <a:lnTo>
                    <a:pt x="334324" y="126771"/>
                  </a:lnTo>
                  <a:lnTo>
                    <a:pt x="336245" y="126622"/>
                  </a:lnTo>
                  <a:lnTo>
                    <a:pt x="338167" y="126471"/>
                  </a:lnTo>
                  <a:lnTo>
                    <a:pt x="340088" y="126318"/>
                  </a:lnTo>
                  <a:lnTo>
                    <a:pt x="342010" y="126164"/>
                  </a:lnTo>
                  <a:lnTo>
                    <a:pt x="343931" y="126008"/>
                  </a:lnTo>
                  <a:lnTo>
                    <a:pt x="345852" y="125852"/>
                  </a:lnTo>
                  <a:lnTo>
                    <a:pt x="347774" y="125694"/>
                  </a:lnTo>
                  <a:lnTo>
                    <a:pt x="349695" y="125537"/>
                  </a:lnTo>
                  <a:lnTo>
                    <a:pt x="351617" y="125378"/>
                  </a:lnTo>
                  <a:lnTo>
                    <a:pt x="353538" y="125219"/>
                  </a:lnTo>
                  <a:lnTo>
                    <a:pt x="355459" y="125061"/>
                  </a:lnTo>
                  <a:lnTo>
                    <a:pt x="357381" y="124902"/>
                  </a:lnTo>
                  <a:lnTo>
                    <a:pt x="359302" y="124744"/>
                  </a:lnTo>
                  <a:lnTo>
                    <a:pt x="361224" y="124587"/>
                  </a:lnTo>
                  <a:lnTo>
                    <a:pt x="363145" y="124429"/>
                  </a:lnTo>
                  <a:lnTo>
                    <a:pt x="365067" y="124273"/>
                  </a:lnTo>
                  <a:lnTo>
                    <a:pt x="366988" y="124118"/>
                  </a:lnTo>
                  <a:lnTo>
                    <a:pt x="368909" y="123964"/>
                  </a:lnTo>
                  <a:lnTo>
                    <a:pt x="370831" y="123810"/>
                  </a:lnTo>
                  <a:lnTo>
                    <a:pt x="372752" y="123658"/>
                  </a:lnTo>
                  <a:lnTo>
                    <a:pt x="374674" y="123507"/>
                  </a:lnTo>
                  <a:lnTo>
                    <a:pt x="376595" y="123357"/>
                  </a:lnTo>
                  <a:lnTo>
                    <a:pt x="378516" y="123207"/>
                  </a:lnTo>
                  <a:lnTo>
                    <a:pt x="380438" y="123059"/>
                  </a:lnTo>
                  <a:lnTo>
                    <a:pt x="382359" y="122912"/>
                  </a:lnTo>
                  <a:lnTo>
                    <a:pt x="384281" y="122765"/>
                  </a:lnTo>
                  <a:lnTo>
                    <a:pt x="386202" y="122619"/>
                  </a:lnTo>
                  <a:lnTo>
                    <a:pt x="388123" y="122473"/>
                  </a:lnTo>
                  <a:lnTo>
                    <a:pt x="390045" y="122327"/>
                  </a:lnTo>
                  <a:lnTo>
                    <a:pt x="391966" y="122181"/>
                  </a:lnTo>
                  <a:lnTo>
                    <a:pt x="393888" y="122034"/>
                  </a:lnTo>
                  <a:lnTo>
                    <a:pt x="395809" y="121887"/>
                  </a:lnTo>
                  <a:lnTo>
                    <a:pt x="397730" y="121738"/>
                  </a:lnTo>
                  <a:lnTo>
                    <a:pt x="399652" y="121588"/>
                  </a:lnTo>
                  <a:lnTo>
                    <a:pt x="401573" y="121436"/>
                  </a:lnTo>
                  <a:lnTo>
                    <a:pt x="403495" y="121281"/>
                  </a:lnTo>
                  <a:lnTo>
                    <a:pt x="405416" y="121124"/>
                  </a:lnTo>
                  <a:lnTo>
                    <a:pt x="407337" y="120964"/>
                  </a:lnTo>
                  <a:lnTo>
                    <a:pt x="409259" y="120799"/>
                  </a:lnTo>
                  <a:lnTo>
                    <a:pt x="411180" y="120631"/>
                  </a:lnTo>
                  <a:lnTo>
                    <a:pt x="413102" y="120459"/>
                  </a:lnTo>
                  <a:lnTo>
                    <a:pt x="415023" y="120280"/>
                  </a:lnTo>
                  <a:lnTo>
                    <a:pt x="416944" y="120096"/>
                  </a:lnTo>
                  <a:lnTo>
                    <a:pt x="418866" y="119906"/>
                  </a:lnTo>
                  <a:lnTo>
                    <a:pt x="420787" y="119709"/>
                  </a:lnTo>
                  <a:lnTo>
                    <a:pt x="422709" y="119504"/>
                  </a:lnTo>
                  <a:lnTo>
                    <a:pt x="424630" y="119291"/>
                  </a:lnTo>
                  <a:lnTo>
                    <a:pt x="426551" y="119072"/>
                  </a:lnTo>
                  <a:lnTo>
                    <a:pt x="428473" y="118842"/>
                  </a:lnTo>
                  <a:lnTo>
                    <a:pt x="430394" y="118602"/>
                  </a:lnTo>
                  <a:lnTo>
                    <a:pt x="432316" y="118353"/>
                  </a:lnTo>
                  <a:lnTo>
                    <a:pt x="434237" y="118095"/>
                  </a:lnTo>
                  <a:lnTo>
                    <a:pt x="436159" y="117822"/>
                  </a:lnTo>
                  <a:lnTo>
                    <a:pt x="438080" y="117539"/>
                  </a:lnTo>
                  <a:lnTo>
                    <a:pt x="440001" y="117246"/>
                  </a:lnTo>
                  <a:lnTo>
                    <a:pt x="441923" y="116939"/>
                  </a:lnTo>
                  <a:lnTo>
                    <a:pt x="443844" y="116617"/>
                  </a:lnTo>
                  <a:lnTo>
                    <a:pt x="445766" y="116283"/>
                  </a:lnTo>
                  <a:lnTo>
                    <a:pt x="447687" y="115936"/>
                  </a:lnTo>
                  <a:lnTo>
                    <a:pt x="449608" y="115573"/>
                  </a:lnTo>
                  <a:lnTo>
                    <a:pt x="451530" y="115194"/>
                  </a:lnTo>
                  <a:lnTo>
                    <a:pt x="453451" y="114802"/>
                  </a:lnTo>
                  <a:lnTo>
                    <a:pt x="455373" y="114395"/>
                  </a:lnTo>
                  <a:lnTo>
                    <a:pt x="457294" y="113968"/>
                  </a:lnTo>
                  <a:lnTo>
                    <a:pt x="459215" y="113525"/>
                  </a:lnTo>
                  <a:lnTo>
                    <a:pt x="461137" y="113068"/>
                  </a:lnTo>
                  <a:lnTo>
                    <a:pt x="463058" y="112593"/>
                  </a:lnTo>
                  <a:lnTo>
                    <a:pt x="464980" y="112097"/>
                  </a:lnTo>
                  <a:lnTo>
                    <a:pt x="466901" y="111584"/>
                  </a:lnTo>
                  <a:lnTo>
                    <a:pt x="468822" y="111056"/>
                  </a:lnTo>
                  <a:lnTo>
                    <a:pt x="470744" y="110507"/>
                  </a:lnTo>
                  <a:lnTo>
                    <a:pt x="472665" y="109937"/>
                  </a:lnTo>
                  <a:lnTo>
                    <a:pt x="474587" y="109351"/>
                  </a:lnTo>
                  <a:lnTo>
                    <a:pt x="476508" y="108747"/>
                  </a:lnTo>
                  <a:lnTo>
                    <a:pt x="478429" y="108119"/>
                  </a:lnTo>
                  <a:lnTo>
                    <a:pt x="480351" y="107471"/>
                  </a:lnTo>
                  <a:lnTo>
                    <a:pt x="482272" y="106807"/>
                  </a:lnTo>
                  <a:lnTo>
                    <a:pt x="484194" y="106123"/>
                  </a:lnTo>
                  <a:lnTo>
                    <a:pt x="486115" y="105414"/>
                  </a:lnTo>
                  <a:lnTo>
                    <a:pt x="488036" y="104686"/>
                  </a:lnTo>
                  <a:lnTo>
                    <a:pt x="489958" y="103942"/>
                  </a:lnTo>
                  <a:lnTo>
                    <a:pt x="491879" y="103174"/>
                  </a:lnTo>
                  <a:lnTo>
                    <a:pt x="493801" y="102383"/>
                  </a:lnTo>
                  <a:lnTo>
                    <a:pt x="495722" y="101575"/>
                  </a:lnTo>
                  <a:lnTo>
                    <a:pt x="497643" y="100749"/>
                  </a:lnTo>
                  <a:lnTo>
                    <a:pt x="499565" y="99896"/>
                  </a:lnTo>
                  <a:lnTo>
                    <a:pt x="501486" y="99025"/>
                  </a:lnTo>
                  <a:lnTo>
                    <a:pt x="503408" y="98135"/>
                  </a:lnTo>
                  <a:lnTo>
                    <a:pt x="505329" y="97227"/>
                  </a:lnTo>
                  <a:lnTo>
                    <a:pt x="507250" y="96292"/>
                  </a:lnTo>
                  <a:lnTo>
                    <a:pt x="509172" y="95340"/>
                  </a:lnTo>
                  <a:lnTo>
                    <a:pt x="511093" y="94371"/>
                  </a:lnTo>
                  <a:lnTo>
                    <a:pt x="513015" y="93381"/>
                  </a:lnTo>
                  <a:lnTo>
                    <a:pt x="514936" y="92368"/>
                  </a:lnTo>
                  <a:lnTo>
                    <a:pt x="516858" y="91338"/>
                  </a:lnTo>
                  <a:lnTo>
                    <a:pt x="518779" y="90293"/>
                  </a:lnTo>
                  <a:lnTo>
                    <a:pt x="520700" y="89223"/>
                  </a:lnTo>
                  <a:lnTo>
                    <a:pt x="522622" y="88135"/>
                  </a:lnTo>
                  <a:lnTo>
                    <a:pt x="524543" y="87031"/>
                  </a:lnTo>
                  <a:lnTo>
                    <a:pt x="526465" y="85911"/>
                  </a:lnTo>
                  <a:lnTo>
                    <a:pt x="528386" y="84767"/>
                  </a:lnTo>
                  <a:lnTo>
                    <a:pt x="530307" y="83608"/>
                  </a:lnTo>
                  <a:lnTo>
                    <a:pt x="532229" y="82434"/>
                  </a:lnTo>
                  <a:lnTo>
                    <a:pt x="534150" y="81241"/>
                  </a:lnTo>
                  <a:lnTo>
                    <a:pt x="536072" y="80029"/>
                  </a:lnTo>
                  <a:lnTo>
                    <a:pt x="537993" y="78803"/>
                  </a:lnTo>
                  <a:lnTo>
                    <a:pt x="539914" y="77562"/>
                  </a:lnTo>
                  <a:lnTo>
                    <a:pt x="541836" y="76302"/>
                  </a:lnTo>
                  <a:lnTo>
                    <a:pt x="543757" y="75026"/>
                  </a:lnTo>
                  <a:lnTo>
                    <a:pt x="545679" y="73737"/>
                  </a:lnTo>
                  <a:lnTo>
                    <a:pt x="547600" y="72434"/>
                  </a:lnTo>
                  <a:lnTo>
                    <a:pt x="549521" y="71111"/>
                  </a:lnTo>
                  <a:lnTo>
                    <a:pt x="551443" y="69775"/>
                  </a:lnTo>
                  <a:lnTo>
                    <a:pt x="553364" y="68427"/>
                  </a:lnTo>
                  <a:lnTo>
                    <a:pt x="555286" y="67064"/>
                  </a:lnTo>
                  <a:lnTo>
                    <a:pt x="557207" y="65685"/>
                  </a:lnTo>
                  <a:lnTo>
                    <a:pt x="559128" y="64295"/>
                  </a:lnTo>
                  <a:lnTo>
                    <a:pt x="561050" y="62893"/>
                  </a:lnTo>
                  <a:lnTo>
                    <a:pt x="562971" y="61476"/>
                  </a:lnTo>
                  <a:lnTo>
                    <a:pt x="564893" y="60047"/>
                  </a:lnTo>
                  <a:lnTo>
                    <a:pt x="566814" y="58608"/>
                  </a:lnTo>
                  <a:lnTo>
                    <a:pt x="568735" y="57159"/>
                  </a:lnTo>
                  <a:lnTo>
                    <a:pt x="570657" y="55695"/>
                  </a:lnTo>
                  <a:lnTo>
                    <a:pt x="572578" y="54224"/>
                  </a:lnTo>
                  <a:lnTo>
                    <a:pt x="574500" y="52744"/>
                  </a:lnTo>
                  <a:lnTo>
                    <a:pt x="576421" y="51255"/>
                  </a:lnTo>
                  <a:lnTo>
                    <a:pt x="578342" y="49757"/>
                  </a:lnTo>
                  <a:lnTo>
                    <a:pt x="580264" y="48254"/>
                  </a:lnTo>
                  <a:lnTo>
                    <a:pt x="582185" y="46745"/>
                  </a:lnTo>
                  <a:lnTo>
                    <a:pt x="584107" y="45230"/>
                  </a:lnTo>
                  <a:lnTo>
                    <a:pt x="586028" y="43711"/>
                  </a:lnTo>
                  <a:lnTo>
                    <a:pt x="587950" y="42191"/>
                  </a:lnTo>
                  <a:lnTo>
                    <a:pt x="589871" y="40669"/>
                  </a:lnTo>
                  <a:lnTo>
                    <a:pt x="591792" y="39147"/>
                  </a:lnTo>
                  <a:lnTo>
                    <a:pt x="593714" y="37626"/>
                  </a:lnTo>
                  <a:lnTo>
                    <a:pt x="595635" y="36108"/>
                  </a:lnTo>
                  <a:lnTo>
                    <a:pt x="597557" y="34595"/>
                  </a:lnTo>
                  <a:lnTo>
                    <a:pt x="599478" y="33089"/>
                  </a:lnTo>
                  <a:lnTo>
                    <a:pt x="601399" y="31590"/>
                  </a:lnTo>
                  <a:lnTo>
                    <a:pt x="603321" y="30100"/>
                  </a:lnTo>
                  <a:lnTo>
                    <a:pt x="605242" y="28623"/>
                  </a:lnTo>
                  <a:lnTo>
                    <a:pt x="607164" y="27161"/>
                  </a:lnTo>
                  <a:lnTo>
                    <a:pt x="609085" y="25713"/>
                  </a:lnTo>
                  <a:lnTo>
                    <a:pt x="611006" y="24279"/>
                  </a:lnTo>
                  <a:lnTo>
                    <a:pt x="612928" y="22873"/>
                  </a:lnTo>
                  <a:lnTo>
                    <a:pt x="614849" y="21486"/>
                  </a:lnTo>
                  <a:lnTo>
                    <a:pt x="616771" y="20121"/>
                  </a:lnTo>
                  <a:lnTo>
                    <a:pt x="618692" y="18781"/>
                  </a:lnTo>
                  <a:lnTo>
                    <a:pt x="620613" y="17478"/>
                  </a:lnTo>
                  <a:lnTo>
                    <a:pt x="622535" y="16201"/>
                  </a:lnTo>
                  <a:lnTo>
                    <a:pt x="624456" y="14953"/>
                  </a:lnTo>
                  <a:lnTo>
                    <a:pt x="626378" y="13746"/>
                  </a:lnTo>
                  <a:lnTo>
                    <a:pt x="628299" y="12579"/>
                  </a:lnTo>
                  <a:lnTo>
                    <a:pt x="630220" y="11447"/>
                  </a:lnTo>
                  <a:lnTo>
                    <a:pt x="632142" y="10351"/>
                  </a:lnTo>
                  <a:lnTo>
                    <a:pt x="634063" y="9314"/>
                  </a:lnTo>
                  <a:lnTo>
                    <a:pt x="635985" y="8319"/>
                  </a:lnTo>
                  <a:lnTo>
                    <a:pt x="637906" y="7366"/>
                  </a:lnTo>
                  <a:lnTo>
                    <a:pt x="639827" y="6461"/>
                  </a:lnTo>
                  <a:lnTo>
                    <a:pt x="641749" y="5622"/>
                  </a:lnTo>
                  <a:lnTo>
                    <a:pt x="643670" y="4829"/>
                  </a:lnTo>
                  <a:lnTo>
                    <a:pt x="645592" y="4084"/>
                  </a:lnTo>
                  <a:lnTo>
                    <a:pt x="647513" y="3404"/>
                  </a:lnTo>
                  <a:lnTo>
                    <a:pt x="649434" y="2788"/>
                  </a:lnTo>
                  <a:lnTo>
                    <a:pt x="651356" y="2224"/>
                  </a:lnTo>
                  <a:lnTo>
                    <a:pt x="653277" y="1712"/>
                  </a:lnTo>
                  <a:lnTo>
                    <a:pt x="655199" y="1281"/>
                  </a:lnTo>
                  <a:lnTo>
                    <a:pt x="657120" y="910"/>
                  </a:lnTo>
                  <a:lnTo>
                    <a:pt x="659042" y="593"/>
                  </a:lnTo>
                  <a:lnTo>
                    <a:pt x="660963" y="339"/>
                  </a:lnTo>
                  <a:lnTo>
                    <a:pt x="662884" y="169"/>
                  </a:lnTo>
                  <a:lnTo>
                    <a:pt x="664806" y="55"/>
                  </a:lnTo>
                  <a:lnTo>
                    <a:pt x="666727" y="0"/>
                  </a:lnTo>
                  <a:lnTo>
                    <a:pt x="668649" y="19"/>
                  </a:lnTo>
                  <a:lnTo>
                    <a:pt x="670570" y="113"/>
                  </a:lnTo>
                  <a:lnTo>
                    <a:pt x="672491" y="265"/>
                  </a:lnTo>
                  <a:lnTo>
                    <a:pt x="674413" y="475"/>
                  </a:lnTo>
                  <a:lnTo>
                    <a:pt x="676334" y="772"/>
                  </a:lnTo>
                  <a:lnTo>
                    <a:pt x="678256" y="1132"/>
                  </a:lnTo>
                  <a:lnTo>
                    <a:pt x="680177" y="1548"/>
                  </a:lnTo>
                  <a:lnTo>
                    <a:pt x="682098" y="2028"/>
                  </a:lnTo>
                  <a:lnTo>
                    <a:pt x="684020" y="2592"/>
                  </a:lnTo>
                  <a:lnTo>
                    <a:pt x="685941" y="3211"/>
                  </a:lnTo>
                  <a:lnTo>
                    <a:pt x="687863" y="3886"/>
                  </a:lnTo>
                  <a:lnTo>
                    <a:pt x="689784" y="4631"/>
                  </a:lnTo>
                  <a:lnTo>
                    <a:pt x="691705" y="5445"/>
                  </a:lnTo>
                  <a:lnTo>
                    <a:pt x="693627" y="6312"/>
                  </a:lnTo>
                  <a:lnTo>
                    <a:pt x="695548" y="7232"/>
                  </a:lnTo>
                  <a:lnTo>
                    <a:pt x="697470" y="8226"/>
                  </a:lnTo>
                  <a:lnTo>
                    <a:pt x="699391" y="9275"/>
                  </a:lnTo>
                  <a:lnTo>
                    <a:pt x="701312" y="10373"/>
                  </a:lnTo>
                  <a:lnTo>
                    <a:pt x="703234" y="11522"/>
                  </a:lnTo>
                  <a:lnTo>
                    <a:pt x="705155" y="12740"/>
                  </a:lnTo>
                  <a:lnTo>
                    <a:pt x="707077" y="14002"/>
                  </a:lnTo>
                  <a:lnTo>
                    <a:pt x="708998" y="15308"/>
                  </a:lnTo>
                  <a:lnTo>
                    <a:pt x="710919" y="16667"/>
                  </a:lnTo>
                  <a:lnTo>
                    <a:pt x="712841" y="18079"/>
                  </a:lnTo>
                  <a:lnTo>
                    <a:pt x="714762" y="19529"/>
                  </a:lnTo>
                  <a:lnTo>
                    <a:pt x="716684" y="21016"/>
                  </a:lnTo>
                  <a:lnTo>
                    <a:pt x="718605" y="22555"/>
                  </a:lnTo>
                  <a:lnTo>
                    <a:pt x="720526" y="24132"/>
                  </a:lnTo>
                  <a:lnTo>
                    <a:pt x="722448" y="25741"/>
                  </a:lnTo>
                  <a:lnTo>
                    <a:pt x="724369" y="27382"/>
                  </a:lnTo>
                  <a:lnTo>
                    <a:pt x="726291" y="29067"/>
                  </a:lnTo>
                  <a:lnTo>
                    <a:pt x="728212" y="30777"/>
                  </a:lnTo>
                  <a:lnTo>
                    <a:pt x="730134" y="32512"/>
                  </a:lnTo>
                  <a:lnTo>
                    <a:pt x="732055" y="34277"/>
                  </a:lnTo>
                  <a:lnTo>
                    <a:pt x="733976" y="36068"/>
                  </a:lnTo>
                  <a:lnTo>
                    <a:pt x="735898" y="37879"/>
                  </a:lnTo>
                  <a:lnTo>
                    <a:pt x="737819" y="39707"/>
                  </a:lnTo>
                  <a:lnTo>
                    <a:pt x="739741" y="41557"/>
                  </a:lnTo>
                  <a:lnTo>
                    <a:pt x="741662" y="43422"/>
                  </a:lnTo>
                  <a:lnTo>
                    <a:pt x="743583" y="45297"/>
                  </a:lnTo>
                  <a:lnTo>
                    <a:pt x="745505" y="47183"/>
                  </a:lnTo>
                  <a:lnTo>
                    <a:pt x="747426" y="49081"/>
                  </a:lnTo>
                  <a:lnTo>
                    <a:pt x="749348" y="50983"/>
                  </a:lnTo>
                  <a:lnTo>
                    <a:pt x="751269" y="52889"/>
                  </a:lnTo>
                  <a:lnTo>
                    <a:pt x="753190" y="54797"/>
                  </a:lnTo>
                  <a:lnTo>
                    <a:pt x="755112" y="56705"/>
                  </a:lnTo>
                  <a:lnTo>
                    <a:pt x="757033" y="58610"/>
                  </a:lnTo>
                  <a:lnTo>
                    <a:pt x="758955" y="60512"/>
                  </a:lnTo>
                  <a:lnTo>
                    <a:pt x="760876" y="62405"/>
                  </a:lnTo>
                  <a:lnTo>
                    <a:pt x="762797" y="64290"/>
                  </a:lnTo>
                  <a:lnTo>
                    <a:pt x="764719" y="66165"/>
                  </a:lnTo>
                  <a:lnTo>
                    <a:pt x="766640" y="68031"/>
                  </a:lnTo>
                  <a:lnTo>
                    <a:pt x="768562" y="69876"/>
                  </a:lnTo>
                  <a:lnTo>
                    <a:pt x="770483" y="71708"/>
                  </a:lnTo>
                  <a:lnTo>
                    <a:pt x="772404" y="73524"/>
                  </a:lnTo>
                  <a:lnTo>
                    <a:pt x="774326" y="75320"/>
                  </a:lnTo>
                  <a:lnTo>
                    <a:pt x="776247" y="77091"/>
                  </a:lnTo>
                  <a:lnTo>
                    <a:pt x="778169" y="78843"/>
                  </a:lnTo>
                  <a:lnTo>
                    <a:pt x="780090" y="80574"/>
                  </a:lnTo>
                  <a:lnTo>
                    <a:pt x="782011" y="82275"/>
                  </a:lnTo>
                  <a:lnTo>
                    <a:pt x="783933" y="83949"/>
                  </a:lnTo>
                  <a:lnTo>
                    <a:pt x="785854" y="85599"/>
                  </a:lnTo>
                  <a:lnTo>
                    <a:pt x="787776" y="87225"/>
                  </a:lnTo>
                  <a:lnTo>
                    <a:pt x="789697" y="88811"/>
                  </a:lnTo>
                  <a:lnTo>
                    <a:pt x="791618" y="90370"/>
                  </a:lnTo>
                  <a:lnTo>
                    <a:pt x="793540" y="91903"/>
                  </a:lnTo>
                  <a:lnTo>
                    <a:pt x="795461" y="93403"/>
                  </a:lnTo>
                  <a:lnTo>
                    <a:pt x="797383" y="94865"/>
                  </a:lnTo>
                  <a:lnTo>
                    <a:pt x="799304" y="96298"/>
                  </a:lnTo>
                  <a:lnTo>
                    <a:pt x="801226" y="97703"/>
                  </a:lnTo>
                  <a:lnTo>
                    <a:pt x="803147" y="99068"/>
                  </a:lnTo>
                  <a:lnTo>
                    <a:pt x="805068" y="100398"/>
                  </a:lnTo>
                  <a:lnTo>
                    <a:pt x="806990" y="101699"/>
                  </a:lnTo>
                  <a:lnTo>
                    <a:pt x="808911" y="102971"/>
                  </a:lnTo>
                  <a:lnTo>
                    <a:pt x="810833" y="104198"/>
                  </a:lnTo>
                  <a:lnTo>
                    <a:pt x="812754" y="105394"/>
                  </a:lnTo>
                  <a:lnTo>
                    <a:pt x="814675" y="106562"/>
                  </a:lnTo>
                  <a:lnTo>
                    <a:pt x="816597" y="107697"/>
                  </a:lnTo>
                  <a:lnTo>
                    <a:pt x="818518" y="108791"/>
                  </a:lnTo>
                  <a:lnTo>
                    <a:pt x="820440" y="109857"/>
                  </a:lnTo>
                  <a:lnTo>
                    <a:pt x="822361" y="110896"/>
                  </a:lnTo>
                  <a:lnTo>
                    <a:pt x="824282" y="111897"/>
                  </a:lnTo>
                  <a:lnTo>
                    <a:pt x="826204" y="112865"/>
                  </a:lnTo>
                  <a:lnTo>
                    <a:pt x="828125" y="113807"/>
                  </a:lnTo>
                  <a:lnTo>
                    <a:pt x="830047" y="114723"/>
                  </a:lnTo>
                  <a:lnTo>
                    <a:pt x="831968" y="115599"/>
                  </a:lnTo>
                  <a:lnTo>
                    <a:pt x="833889" y="116450"/>
                  </a:lnTo>
                  <a:lnTo>
                    <a:pt x="835811" y="117276"/>
                  </a:lnTo>
                  <a:lnTo>
                    <a:pt x="837732" y="118075"/>
                  </a:lnTo>
                  <a:lnTo>
                    <a:pt x="839654" y="118840"/>
                  </a:lnTo>
                  <a:lnTo>
                    <a:pt x="841575" y="119583"/>
                  </a:lnTo>
                  <a:lnTo>
                    <a:pt x="843496" y="120303"/>
                  </a:lnTo>
                  <a:lnTo>
                    <a:pt x="845418" y="120996"/>
                  </a:lnTo>
                  <a:lnTo>
                    <a:pt x="847339" y="121661"/>
                  </a:lnTo>
                  <a:lnTo>
                    <a:pt x="849261" y="122307"/>
                  </a:lnTo>
                  <a:lnTo>
                    <a:pt x="851182" y="122933"/>
                  </a:lnTo>
                  <a:lnTo>
                    <a:pt x="853103" y="123530"/>
                  </a:lnTo>
                  <a:lnTo>
                    <a:pt x="855025" y="124108"/>
                  </a:lnTo>
                  <a:lnTo>
                    <a:pt x="856946" y="124667"/>
                  </a:lnTo>
                  <a:lnTo>
                    <a:pt x="858868" y="125208"/>
                  </a:lnTo>
                  <a:lnTo>
                    <a:pt x="860789" y="125723"/>
                  </a:lnTo>
                  <a:lnTo>
                    <a:pt x="862710" y="126222"/>
                  </a:lnTo>
                  <a:lnTo>
                    <a:pt x="864632" y="126706"/>
                  </a:lnTo>
                  <a:lnTo>
                    <a:pt x="866553" y="127169"/>
                  </a:lnTo>
                  <a:lnTo>
                    <a:pt x="868475" y="127614"/>
                  </a:lnTo>
                  <a:lnTo>
                    <a:pt x="870396" y="128044"/>
                  </a:lnTo>
                  <a:lnTo>
                    <a:pt x="872318" y="128461"/>
                  </a:lnTo>
                  <a:lnTo>
                    <a:pt x="874239" y="128858"/>
                  </a:lnTo>
                  <a:lnTo>
                    <a:pt x="876160" y="129241"/>
                  </a:lnTo>
                  <a:lnTo>
                    <a:pt x="878082" y="129611"/>
                  </a:lnTo>
                  <a:lnTo>
                    <a:pt x="880003" y="129968"/>
                  </a:lnTo>
                  <a:lnTo>
                    <a:pt x="881925" y="130308"/>
                  </a:lnTo>
                  <a:lnTo>
                    <a:pt x="883846" y="130637"/>
                  </a:lnTo>
                  <a:lnTo>
                    <a:pt x="885767" y="130955"/>
                  </a:lnTo>
                  <a:lnTo>
                    <a:pt x="887689" y="131260"/>
                  </a:lnTo>
                  <a:lnTo>
                    <a:pt x="889610" y="131551"/>
                  </a:lnTo>
                  <a:lnTo>
                    <a:pt x="891532" y="131833"/>
                  </a:lnTo>
                  <a:lnTo>
                    <a:pt x="893453" y="132106"/>
                  </a:lnTo>
                  <a:lnTo>
                    <a:pt x="895374" y="132365"/>
                  </a:lnTo>
                  <a:lnTo>
                    <a:pt x="897296" y="132614"/>
                  </a:lnTo>
                  <a:lnTo>
                    <a:pt x="899217" y="132856"/>
                  </a:lnTo>
                  <a:lnTo>
                    <a:pt x="901139" y="133088"/>
                  </a:lnTo>
                  <a:lnTo>
                    <a:pt x="903060" y="133309"/>
                  </a:lnTo>
                  <a:lnTo>
                    <a:pt x="904981" y="133523"/>
                  </a:lnTo>
                  <a:lnTo>
                    <a:pt x="906903" y="133729"/>
                  </a:lnTo>
                  <a:lnTo>
                    <a:pt x="908824" y="133927"/>
                  </a:lnTo>
                  <a:lnTo>
                    <a:pt x="910746" y="134116"/>
                  </a:lnTo>
                  <a:lnTo>
                    <a:pt x="912667" y="134298"/>
                  </a:lnTo>
                  <a:lnTo>
                    <a:pt x="914588" y="134475"/>
                  </a:lnTo>
                  <a:lnTo>
                    <a:pt x="916510" y="134643"/>
                  </a:lnTo>
                  <a:lnTo>
                    <a:pt x="918431" y="134805"/>
                  </a:lnTo>
                  <a:lnTo>
                    <a:pt x="920353" y="134962"/>
                  </a:lnTo>
                  <a:lnTo>
                    <a:pt x="922274" y="135113"/>
                  </a:lnTo>
                  <a:lnTo>
                    <a:pt x="924195" y="135257"/>
                  </a:lnTo>
                  <a:lnTo>
                    <a:pt x="926117" y="135397"/>
                  </a:lnTo>
                  <a:lnTo>
                    <a:pt x="928038" y="135532"/>
                  </a:lnTo>
                  <a:lnTo>
                    <a:pt x="929960" y="135662"/>
                  </a:lnTo>
                  <a:lnTo>
                    <a:pt x="931881" y="135786"/>
                  </a:lnTo>
                  <a:lnTo>
                    <a:pt x="933802" y="135907"/>
                  </a:lnTo>
                  <a:lnTo>
                    <a:pt x="935724" y="136024"/>
                  </a:lnTo>
                  <a:lnTo>
                    <a:pt x="937645" y="136136"/>
                  </a:lnTo>
                  <a:lnTo>
                    <a:pt x="939567" y="136245"/>
                  </a:lnTo>
                  <a:lnTo>
                    <a:pt x="941488" y="136350"/>
                  </a:lnTo>
                  <a:lnTo>
                    <a:pt x="943410" y="136452"/>
                  </a:lnTo>
                  <a:lnTo>
                    <a:pt x="945331" y="136550"/>
                  </a:lnTo>
                  <a:lnTo>
                    <a:pt x="947252" y="136645"/>
                  </a:lnTo>
                  <a:lnTo>
                    <a:pt x="949174" y="136737"/>
                  </a:lnTo>
                  <a:lnTo>
                    <a:pt x="951095" y="136826"/>
                  </a:lnTo>
                  <a:lnTo>
                    <a:pt x="953017" y="136912"/>
                  </a:lnTo>
                  <a:lnTo>
                    <a:pt x="954938" y="136996"/>
                  </a:lnTo>
                  <a:lnTo>
                    <a:pt x="956859" y="137077"/>
                  </a:lnTo>
                  <a:lnTo>
                    <a:pt x="958781" y="137155"/>
                  </a:lnTo>
                  <a:lnTo>
                    <a:pt x="960702" y="137231"/>
                  </a:lnTo>
                  <a:lnTo>
                    <a:pt x="962624" y="137305"/>
                  </a:lnTo>
                  <a:lnTo>
                    <a:pt x="964545" y="137376"/>
                  </a:lnTo>
                  <a:lnTo>
                    <a:pt x="966466" y="137445"/>
                  </a:lnTo>
                  <a:lnTo>
                    <a:pt x="968388" y="137512"/>
                  </a:lnTo>
                  <a:lnTo>
                    <a:pt x="970309" y="137577"/>
                  </a:lnTo>
                  <a:lnTo>
                    <a:pt x="972231" y="137640"/>
                  </a:lnTo>
                  <a:lnTo>
                    <a:pt x="974152" y="137700"/>
                  </a:lnTo>
                  <a:lnTo>
                    <a:pt x="976073" y="137759"/>
                  </a:lnTo>
                  <a:lnTo>
                    <a:pt x="977995" y="137816"/>
                  </a:lnTo>
                  <a:lnTo>
                    <a:pt x="979916" y="137871"/>
                  </a:lnTo>
                  <a:lnTo>
                    <a:pt x="981838" y="137924"/>
                  </a:lnTo>
                </a:path>
              </a:pathLst>
            </a:custGeom>
            <a:ln w="27101" cap="flat">
              <a:solidFill>
                <a:srgbClr val="F5E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5418670" y="2873724"/>
              <a:ext cx="1080021" cy="0"/>
            </a:xfrm>
            <a:custGeom>
              <a:avLst/>
              <a:pathLst>
                <a:path w="1080021" h="0">
                  <a:moveTo>
                    <a:pt x="0" y="0"/>
                  </a:moveTo>
                  <a:lnTo>
                    <a:pt x="10800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5467762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5713221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5958681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6204141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6449600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tx140"/>
            <p:cNvSpPr/>
            <p:nvPr/>
          </p:nvSpPr>
          <p:spPr>
            <a:xfrm>
              <a:off x="5390081" y="2934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5635541" y="2934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5881000" y="2934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6126460" y="2936026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6340841" y="2934662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5916014" y="3085448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146" name="rc146"/>
            <p:cNvSpPr/>
            <p:nvPr/>
          </p:nvSpPr>
          <p:spPr>
            <a:xfrm>
              <a:off x="4378144" y="3353201"/>
              <a:ext cx="3161073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tx147"/>
            <p:cNvSpPr/>
            <p:nvPr/>
          </p:nvSpPr>
          <p:spPr>
            <a:xfrm>
              <a:off x="4447733" y="3480881"/>
              <a:ext cx="8461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Window</a:t>
              </a:r>
            </a:p>
          </p:txBody>
        </p:sp>
        <p:sp>
          <p:nvSpPr>
            <p:cNvPr id="148" name="rc148"/>
            <p:cNvSpPr/>
            <p:nvPr/>
          </p:nvSpPr>
          <p:spPr>
            <a:xfrm>
              <a:off x="5374572" y="3422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5392572" y="3440790"/>
              <a:ext cx="183455" cy="183455"/>
            </a:xfrm>
            <a:prstGeom prst="rect">
              <a:avLst/>
            </a:prstGeom>
            <a:ln w="27101" cap="flat">
              <a:solidFill>
                <a:srgbClr val="8E4C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5837981" y="3422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rc151"/>
            <p:cNvSpPr/>
            <p:nvPr/>
          </p:nvSpPr>
          <p:spPr>
            <a:xfrm>
              <a:off x="5855981" y="3440790"/>
              <a:ext cx="183456" cy="183455"/>
            </a:xfrm>
            <a:prstGeom prst="rect">
              <a:avLst/>
            </a:pr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rc152"/>
            <p:cNvSpPr/>
            <p:nvPr/>
          </p:nvSpPr>
          <p:spPr>
            <a:xfrm>
              <a:off x="6263290" y="3422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3" name="rc153"/>
            <p:cNvSpPr/>
            <p:nvPr/>
          </p:nvSpPr>
          <p:spPr>
            <a:xfrm>
              <a:off x="6281291" y="3440790"/>
              <a:ext cx="183456" cy="183455"/>
            </a:xfrm>
            <a:prstGeom prst="rect">
              <a:avLst/>
            </a:prstGeom>
            <a:ln w="27101" cap="flat">
              <a:solidFill>
                <a:srgbClr val="D79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rc154"/>
            <p:cNvSpPr/>
            <p:nvPr/>
          </p:nvSpPr>
          <p:spPr>
            <a:xfrm>
              <a:off x="6688600" y="3422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6706600" y="3440790"/>
              <a:ext cx="183456" cy="183455"/>
            </a:xfrm>
            <a:prstGeom prst="rect">
              <a:avLst/>
            </a:prstGeom>
            <a:ln w="27101" cap="flat">
              <a:solidFill>
                <a:srgbClr val="E8C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7113909" y="3422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7131909" y="3440790"/>
              <a:ext cx="183456" cy="183455"/>
            </a:xfrm>
            <a:prstGeom prst="rect">
              <a:avLst/>
            </a:prstGeom>
            <a:ln w="27101" cap="flat">
              <a:solidFill>
                <a:srgbClr val="F5E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tx158"/>
            <p:cNvSpPr/>
            <p:nvPr/>
          </p:nvSpPr>
          <p:spPr>
            <a:xfrm>
              <a:off x="5663617" y="3492191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6127026" y="34908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6552336" y="349219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6977645" y="3492518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7402954" y="34908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63" name="rc163"/>
            <p:cNvSpPr/>
            <p:nvPr/>
          </p:nvSpPr>
          <p:spPr>
            <a:xfrm>
              <a:off x="6568281" y="581025"/>
              <a:ext cx="1219200" cy="32003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6637870" y="878303"/>
              <a:ext cx="1080021" cy="19954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86962" y="2307122"/>
              <a:ext cx="981838" cy="475900"/>
            </a:xfrm>
            <a:custGeom>
              <a:avLst/>
              <a:pathLst>
                <a:path w="981838" h="475900">
                  <a:moveTo>
                    <a:pt x="0" y="475900"/>
                  </a:moveTo>
                  <a:lnTo>
                    <a:pt x="1921" y="475900"/>
                  </a:lnTo>
                  <a:lnTo>
                    <a:pt x="3842" y="475900"/>
                  </a:lnTo>
                  <a:lnTo>
                    <a:pt x="5764" y="475900"/>
                  </a:lnTo>
                  <a:lnTo>
                    <a:pt x="7685" y="475900"/>
                  </a:lnTo>
                  <a:lnTo>
                    <a:pt x="9607" y="475900"/>
                  </a:lnTo>
                  <a:lnTo>
                    <a:pt x="11528" y="475900"/>
                  </a:lnTo>
                  <a:lnTo>
                    <a:pt x="13449" y="475900"/>
                  </a:lnTo>
                  <a:lnTo>
                    <a:pt x="15371" y="475900"/>
                  </a:lnTo>
                  <a:lnTo>
                    <a:pt x="17292" y="475900"/>
                  </a:lnTo>
                  <a:lnTo>
                    <a:pt x="19214" y="475900"/>
                  </a:lnTo>
                  <a:lnTo>
                    <a:pt x="21135" y="475900"/>
                  </a:lnTo>
                  <a:lnTo>
                    <a:pt x="23056" y="475900"/>
                  </a:lnTo>
                  <a:lnTo>
                    <a:pt x="24978" y="475900"/>
                  </a:lnTo>
                  <a:lnTo>
                    <a:pt x="26899" y="475900"/>
                  </a:lnTo>
                  <a:lnTo>
                    <a:pt x="28821" y="475900"/>
                  </a:lnTo>
                  <a:lnTo>
                    <a:pt x="30742" y="475900"/>
                  </a:lnTo>
                  <a:lnTo>
                    <a:pt x="32663" y="475899"/>
                  </a:lnTo>
                  <a:lnTo>
                    <a:pt x="34585" y="475899"/>
                  </a:lnTo>
                  <a:lnTo>
                    <a:pt x="36506" y="475898"/>
                  </a:lnTo>
                  <a:lnTo>
                    <a:pt x="38428" y="475895"/>
                  </a:lnTo>
                  <a:lnTo>
                    <a:pt x="40349" y="475891"/>
                  </a:lnTo>
                  <a:lnTo>
                    <a:pt x="42270" y="475884"/>
                  </a:lnTo>
                  <a:lnTo>
                    <a:pt x="44192" y="475870"/>
                  </a:lnTo>
                  <a:lnTo>
                    <a:pt x="46113" y="475844"/>
                  </a:lnTo>
                  <a:lnTo>
                    <a:pt x="48035" y="475800"/>
                  </a:lnTo>
                  <a:lnTo>
                    <a:pt x="49956" y="475725"/>
                  </a:lnTo>
                  <a:lnTo>
                    <a:pt x="51877" y="475602"/>
                  </a:lnTo>
                  <a:lnTo>
                    <a:pt x="53799" y="475404"/>
                  </a:lnTo>
                  <a:lnTo>
                    <a:pt x="55720" y="475094"/>
                  </a:lnTo>
                  <a:lnTo>
                    <a:pt x="57642" y="474622"/>
                  </a:lnTo>
                  <a:lnTo>
                    <a:pt x="59563" y="473917"/>
                  </a:lnTo>
                  <a:lnTo>
                    <a:pt x="61484" y="472890"/>
                  </a:lnTo>
                  <a:lnTo>
                    <a:pt x="63406" y="471408"/>
                  </a:lnTo>
                  <a:lnTo>
                    <a:pt x="65327" y="469269"/>
                  </a:lnTo>
                  <a:lnTo>
                    <a:pt x="67249" y="466335"/>
                  </a:lnTo>
                  <a:lnTo>
                    <a:pt x="69170" y="462405"/>
                  </a:lnTo>
                  <a:lnTo>
                    <a:pt x="71091" y="457270"/>
                  </a:lnTo>
                  <a:lnTo>
                    <a:pt x="73013" y="450716"/>
                  </a:lnTo>
                  <a:lnTo>
                    <a:pt x="74934" y="442544"/>
                  </a:lnTo>
                  <a:lnTo>
                    <a:pt x="76856" y="432583"/>
                  </a:lnTo>
                  <a:lnTo>
                    <a:pt x="78777" y="420707"/>
                  </a:lnTo>
                  <a:lnTo>
                    <a:pt x="80699" y="406855"/>
                  </a:lnTo>
                  <a:lnTo>
                    <a:pt x="82620" y="391041"/>
                  </a:lnTo>
                  <a:lnTo>
                    <a:pt x="84541" y="373243"/>
                  </a:lnTo>
                  <a:lnTo>
                    <a:pt x="86463" y="353779"/>
                  </a:lnTo>
                  <a:lnTo>
                    <a:pt x="88384" y="333025"/>
                  </a:lnTo>
                  <a:lnTo>
                    <a:pt x="90306" y="311345"/>
                  </a:lnTo>
                  <a:lnTo>
                    <a:pt x="92227" y="289135"/>
                  </a:lnTo>
                  <a:lnTo>
                    <a:pt x="94148" y="266802"/>
                  </a:lnTo>
                  <a:lnTo>
                    <a:pt x="96070" y="244739"/>
                  </a:lnTo>
                  <a:lnTo>
                    <a:pt x="97991" y="223300"/>
                  </a:lnTo>
                  <a:lnTo>
                    <a:pt x="99913" y="202786"/>
                  </a:lnTo>
                  <a:lnTo>
                    <a:pt x="101834" y="183430"/>
                  </a:lnTo>
                  <a:lnTo>
                    <a:pt x="103755" y="165400"/>
                  </a:lnTo>
                  <a:lnTo>
                    <a:pt x="105677" y="148928"/>
                  </a:lnTo>
                  <a:lnTo>
                    <a:pt x="107598" y="133861"/>
                  </a:lnTo>
                  <a:lnTo>
                    <a:pt x="109520" y="120135"/>
                  </a:lnTo>
                  <a:lnTo>
                    <a:pt x="111441" y="107643"/>
                  </a:lnTo>
                  <a:lnTo>
                    <a:pt x="113362" y="96241"/>
                  </a:lnTo>
                  <a:lnTo>
                    <a:pt x="115284" y="85761"/>
                  </a:lnTo>
                  <a:lnTo>
                    <a:pt x="117205" y="76021"/>
                  </a:lnTo>
                  <a:lnTo>
                    <a:pt x="119127" y="66840"/>
                  </a:lnTo>
                  <a:lnTo>
                    <a:pt x="121048" y="58050"/>
                  </a:lnTo>
                  <a:lnTo>
                    <a:pt x="122969" y="49516"/>
                  </a:lnTo>
                  <a:lnTo>
                    <a:pt x="124891" y="41160"/>
                  </a:lnTo>
                  <a:lnTo>
                    <a:pt x="126812" y="32984"/>
                  </a:lnTo>
                  <a:lnTo>
                    <a:pt x="128734" y="25088"/>
                  </a:lnTo>
                  <a:lnTo>
                    <a:pt x="130655" y="17676"/>
                  </a:lnTo>
                  <a:lnTo>
                    <a:pt x="132576" y="11049"/>
                  </a:lnTo>
                  <a:lnTo>
                    <a:pt x="134498" y="5590"/>
                  </a:lnTo>
                  <a:lnTo>
                    <a:pt x="136419" y="1747"/>
                  </a:lnTo>
                  <a:lnTo>
                    <a:pt x="138341" y="0"/>
                  </a:lnTo>
                  <a:lnTo>
                    <a:pt x="140262" y="831"/>
                  </a:lnTo>
                  <a:lnTo>
                    <a:pt x="142183" y="4690"/>
                  </a:lnTo>
                  <a:lnTo>
                    <a:pt x="144105" y="11950"/>
                  </a:lnTo>
                  <a:lnTo>
                    <a:pt x="146026" y="23244"/>
                  </a:lnTo>
                  <a:lnTo>
                    <a:pt x="147948" y="38375"/>
                  </a:lnTo>
                  <a:lnTo>
                    <a:pt x="149869" y="57167"/>
                  </a:lnTo>
                  <a:lnTo>
                    <a:pt x="151791" y="79347"/>
                  </a:lnTo>
                  <a:lnTo>
                    <a:pt x="153712" y="104495"/>
                  </a:lnTo>
                  <a:lnTo>
                    <a:pt x="155633" y="132060"/>
                  </a:lnTo>
                  <a:lnTo>
                    <a:pt x="157555" y="161398"/>
                  </a:lnTo>
                  <a:lnTo>
                    <a:pt x="159476" y="191801"/>
                  </a:lnTo>
                  <a:lnTo>
                    <a:pt x="161398" y="222544"/>
                  </a:lnTo>
                  <a:lnTo>
                    <a:pt x="163319" y="252917"/>
                  </a:lnTo>
                  <a:lnTo>
                    <a:pt x="165240" y="282221"/>
                  </a:lnTo>
                  <a:lnTo>
                    <a:pt x="167162" y="309719"/>
                  </a:lnTo>
                  <a:lnTo>
                    <a:pt x="169083" y="335100"/>
                  </a:lnTo>
                  <a:lnTo>
                    <a:pt x="171005" y="358085"/>
                  </a:lnTo>
                  <a:lnTo>
                    <a:pt x="172926" y="378519"/>
                  </a:lnTo>
                  <a:lnTo>
                    <a:pt x="174847" y="396358"/>
                  </a:lnTo>
                  <a:lnTo>
                    <a:pt x="176769" y="411656"/>
                  </a:lnTo>
                  <a:lnTo>
                    <a:pt x="178690" y="424548"/>
                  </a:lnTo>
                  <a:lnTo>
                    <a:pt x="180612" y="435227"/>
                  </a:lnTo>
                  <a:lnTo>
                    <a:pt x="182533" y="443925"/>
                  </a:lnTo>
                  <a:lnTo>
                    <a:pt x="184454" y="450896"/>
                  </a:lnTo>
                  <a:lnTo>
                    <a:pt x="186376" y="456310"/>
                  </a:lnTo>
                  <a:lnTo>
                    <a:pt x="188297" y="460494"/>
                  </a:lnTo>
                  <a:lnTo>
                    <a:pt x="190219" y="463724"/>
                  </a:lnTo>
                  <a:lnTo>
                    <a:pt x="192140" y="466191"/>
                  </a:lnTo>
                  <a:lnTo>
                    <a:pt x="194061" y="468053"/>
                  </a:lnTo>
                  <a:lnTo>
                    <a:pt x="195983" y="469445"/>
                  </a:lnTo>
                  <a:lnTo>
                    <a:pt x="197904" y="470477"/>
                  </a:lnTo>
                  <a:lnTo>
                    <a:pt x="199826" y="471236"/>
                  </a:lnTo>
                  <a:lnTo>
                    <a:pt x="201747" y="471791"/>
                  </a:lnTo>
                  <a:lnTo>
                    <a:pt x="203668" y="472194"/>
                  </a:lnTo>
                  <a:lnTo>
                    <a:pt x="205590" y="472485"/>
                  </a:lnTo>
                  <a:lnTo>
                    <a:pt x="207511" y="472686"/>
                  </a:lnTo>
                  <a:lnTo>
                    <a:pt x="209433" y="472830"/>
                  </a:lnTo>
                  <a:lnTo>
                    <a:pt x="211354" y="472929"/>
                  </a:lnTo>
                  <a:lnTo>
                    <a:pt x="213275" y="472992"/>
                  </a:lnTo>
                  <a:lnTo>
                    <a:pt x="215197" y="473027"/>
                  </a:lnTo>
                  <a:lnTo>
                    <a:pt x="217118" y="473040"/>
                  </a:lnTo>
                  <a:lnTo>
                    <a:pt x="219040" y="473037"/>
                  </a:lnTo>
                  <a:lnTo>
                    <a:pt x="220961" y="473021"/>
                  </a:lnTo>
                  <a:lnTo>
                    <a:pt x="222883" y="472999"/>
                  </a:lnTo>
                  <a:lnTo>
                    <a:pt x="224804" y="472975"/>
                  </a:lnTo>
                  <a:lnTo>
                    <a:pt x="226725" y="472954"/>
                  </a:lnTo>
                  <a:lnTo>
                    <a:pt x="228647" y="472939"/>
                  </a:lnTo>
                  <a:lnTo>
                    <a:pt x="230568" y="472929"/>
                  </a:lnTo>
                  <a:lnTo>
                    <a:pt x="232490" y="472921"/>
                  </a:lnTo>
                  <a:lnTo>
                    <a:pt x="234411" y="472909"/>
                  </a:lnTo>
                  <a:lnTo>
                    <a:pt x="236332" y="472883"/>
                  </a:lnTo>
                  <a:lnTo>
                    <a:pt x="238254" y="472830"/>
                  </a:lnTo>
                  <a:lnTo>
                    <a:pt x="240175" y="472736"/>
                  </a:lnTo>
                  <a:lnTo>
                    <a:pt x="242097" y="472585"/>
                  </a:lnTo>
                  <a:lnTo>
                    <a:pt x="244018" y="472362"/>
                  </a:lnTo>
                  <a:lnTo>
                    <a:pt x="245939" y="472051"/>
                  </a:lnTo>
                  <a:lnTo>
                    <a:pt x="247861" y="471630"/>
                  </a:lnTo>
                  <a:lnTo>
                    <a:pt x="249782" y="471095"/>
                  </a:lnTo>
                  <a:lnTo>
                    <a:pt x="251704" y="470441"/>
                  </a:lnTo>
                  <a:lnTo>
                    <a:pt x="253625" y="469666"/>
                  </a:lnTo>
                  <a:lnTo>
                    <a:pt x="255546" y="468770"/>
                  </a:lnTo>
                  <a:lnTo>
                    <a:pt x="257468" y="467754"/>
                  </a:lnTo>
                  <a:lnTo>
                    <a:pt x="259389" y="466623"/>
                  </a:lnTo>
                  <a:lnTo>
                    <a:pt x="261311" y="465382"/>
                  </a:lnTo>
                  <a:lnTo>
                    <a:pt x="263232" y="464037"/>
                  </a:lnTo>
                  <a:lnTo>
                    <a:pt x="265153" y="462594"/>
                  </a:lnTo>
                  <a:lnTo>
                    <a:pt x="267075" y="461059"/>
                  </a:lnTo>
                  <a:lnTo>
                    <a:pt x="268996" y="459436"/>
                  </a:lnTo>
                  <a:lnTo>
                    <a:pt x="270918" y="457741"/>
                  </a:lnTo>
                  <a:lnTo>
                    <a:pt x="272839" y="455985"/>
                  </a:lnTo>
                  <a:lnTo>
                    <a:pt x="274760" y="454180"/>
                  </a:lnTo>
                  <a:lnTo>
                    <a:pt x="276682" y="452338"/>
                  </a:lnTo>
                  <a:lnTo>
                    <a:pt x="278603" y="450473"/>
                  </a:lnTo>
                  <a:lnTo>
                    <a:pt x="280525" y="448599"/>
                  </a:lnTo>
                  <a:lnTo>
                    <a:pt x="282446" y="446727"/>
                  </a:lnTo>
                  <a:lnTo>
                    <a:pt x="284367" y="444868"/>
                  </a:lnTo>
                  <a:lnTo>
                    <a:pt x="286289" y="443029"/>
                  </a:lnTo>
                  <a:lnTo>
                    <a:pt x="288210" y="441214"/>
                  </a:lnTo>
                  <a:lnTo>
                    <a:pt x="290132" y="439418"/>
                  </a:lnTo>
                  <a:lnTo>
                    <a:pt x="292053" y="437627"/>
                  </a:lnTo>
                  <a:lnTo>
                    <a:pt x="293975" y="435830"/>
                  </a:lnTo>
                  <a:lnTo>
                    <a:pt x="295896" y="434010"/>
                  </a:lnTo>
                  <a:lnTo>
                    <a:pt x="297817" y="432153"/>
                  </a:lnTo>
                  <a:lnTo>
                    <a:pt x="299739" y="430252"/>
                  </a:lnTo>
                  <a:lnTo>
                    <a:pt x="301660" y="428305"/>
                  </a:lnTo>
                  <a:lnTo>
                    <a:pt x="303582" y="426323"/>
                  </a:lnTo>
                  <a:lnTo>
                    <a:pt x="305503" y="424329"/>
                  </a:lnTo>
                  <a:lnTo>
                    <a:pt x="307424" y="422361"/>
                  </a:lnTo>
                  <a:lnTo>
                    <a:pt x="309346" y="420490"/>
                  </a:lnTo>
                  <a:lnTo>
                    <a:pt x="311267" y="418778"/>
                  </a:lnTo>
                  <a:lnTo>
                    <a:pt x="313189" y="417299"/>
                  </a:lnTo>
                  <a:lnTo>
                    <a:pt x="315110" y="416125"/>
                  </a:lnTo>
                  <a:lnTo>
                    <a:pt x="317031" y="415324"/>
                  </a:lnTo>
                  <a:lnTo>
                    <a:pt x="318953" y="414954"/>
                  </a:lnTo>
                  <a:lnTo>
                    <a:pt x="320874" y="415059"/>
                  </a:lnTo>
                  <a:lnTo>
                    <a:pt x="322796" y="415667"/>
                  </a:lnTo>
                  <a:lnTo>
                    <a:pt x="324717" y="416787"/>
                  </a:lnTo>
                  <a:lnTo>
                    <a:pt x="326638" y="418407"/>
                  </a:lnTo>
                  <a:lnTo>
                    <a:pt x="328560" y="420517"/>
                  </a:lnTo>
                  <a:lnTo>
                    <a:pt x="330481" y="423071"/>
                  </a:lnTo>
                  <a:lnTo>
                    <a:pt x="332403" y="425968"/>
                  </a:lnTo>
                  <a:lnTo>
                    <a:pt x="334324" y="429133"/>
                  </a:lnTo>
                  <a:lnTo>
                    <a:pt x="336245" y="432483"/>
                  </a:lnTo>
                  <a:lnTo>
                    <a:pt x="338167" y="435937"/>
                  </a:lnTo>
                  <a:lnTo>
                    <a:pt x="340088" y="439411"/>
                  </a:lnTo>
                  <a:lnTo>
                    <a:pt x="342010" y="442830"/>
                  </a:lnTo>
                  <a:lnTo>
                    <a:pt x="343931" y="446123"/>
                  </a:lnTo>
                  <a:lnTo>
                    <a:pt x="345852" y="449232"/>
                  </a:lnTo>
                  <a:lnTo>
                    <a:pt x="347774" y="452110"/>
                  </a:lnTo>
                  <a:lnTo>
                    <a:pt x="349695" y="454698"/>
                  </a:lnTo>
                  <a:lnTo>
                    <a:pt x="351617" y="456995"/>
                  </a:lnTo>
                  <a:lnTo>
                    <a:pt x="353538" y="459007"/>
                  </a:lnTo>
                  <a:lnTo>
                    <a:pt x="355459" y="460747"/>
                  </a:lnTo>
                  <a:lnTo>
                    <a:pt x="357381" y="462232"/>
                  </a:lnTo>
                  <a:lnTo>
                    <a:pt x="359302" y="463491"/>
                  </a:lnTo>
                  <a:lnTo>
                    <a:pt x="361224" y="464552"/>
                  </a:lnTo>
                  <a:lnTo>
                    <a:pt x="363145" y="465447"/>
                  </a:lnTo>
                  <a:lnTo>
                    <a:pt x="365067" y="466208"/>
                  </a:lnTo>
                  <a:lnTo>
                    <a:pt x="366988" y="466863"/>
                  </a:lnTo>
                  <a:lnTo>
                    <a:pt x="368909" y="467435"/>
                  </a:lnTo>
                  <a:lnTo>
                    <a:pt x="370831" y="467944"/>
                  </a:lnTo>
                  <a:lnTo>
                    <a:pt x="372752" y="468412"/>
                  </a:lnTo>
                  <a:lnTo>
                    <a:pt x="374674" y="468849"/>
                  </a:lnTo>
                  <a:lnTo>
                    <a:pt x="376595" y="469262"/>
                  </a:lnTo>
                  <a:lnTo>
                    <a:pt x="378516" y="469654"/>
                  </a:lnTo>
                  <a:lnTo>
                    <a:pt x="380438" y="470027"/>
                  </a:lnTo>
                  <a:lnTo>
                    <a:pt x="382359" y="470381"/>
                  </a:lnTo>
                  <a:lnTo>
                    <a:pt x="384281" y="470713"/>
                  </a:lnTo>
                  <a:lnTo>
                    <a:pt x="386202" y="471022"/>
                  </a:lnTo>
                  <a:lnTo>
                    <a:pt x="388123" y="471306"/>
                  </a:lnTo>
                  <a:lnTo>
                    <a:pt x="390045" y="471563"/>
                  </a:lnTo>
                  <a:lnTo>
                    <a:pt x="391966" y="471794"/>
                  </a:lnTo>
                  <a:lnTo>
                    <a:pt x="393888" y="472003"/>
                  </a:lnTo>
                  <a:lnTo>
                    <a:pt x="395809" y="472192"/>
                  </a:lnTo>
                  <a:lnTo>
                    <a:pt x="397730" y="472366"/>
                  </a:lnTo>
                  <a:lnTo>
                    <a:pt x="399652" y="472529"/>
                  </a:lnTo>
                  <a:lnTo>
                    <a:pt x="401573" y="472686"/>
                  </a:lnTo>
                  <a:lnTo>
                    <a:pt x="403495" y="472840"/>
                  </a:lnTo>
                  <a:lnTo>
                    <a:pt x="405416" y="472992"/>
                  </a:lnTo>
                  <a:lnTo>
                    <a:pt x="407337" y="473143"/>
                  </a:lnTo>
                  <a:lnTo>
                    <a:pt x="409259" y="473292"/>
                  </a:lnTo>
                  <a:lnTo>
                    <a:pt x="411180" y="473438"/>
                  </a:lnTo>
                  <a:lnTo>
                    <a:pt x="413102" y="473577"/>
                  </a:lnTo>
                  <a:lnTo>
                    <a:pt x="415023" y="473708"/>
                  </a:lnTo>
                  <a:lnTo>
                    <a:pt x="416944" y="473829"/>
                  </a:lnTo>
                  <a:lnTo>
                    <a:pt x="418866" y="473941"/>
                  </a:lnTo>
                  <a:lnTo>
                    <a:pt x="420787" y="474044"/>
                  </a:lnTo>
                  <a:lnTo>
                    <a:pt x="422709" y="474140"/>
                  </a:lnTo>
                  <a:lnTo>
                    <a:pt x="424630" y="474232"/>
                  </a:lnTo>
                  <a:lnTo>
                    <a:pt x="426551" y="474322"/>
                  </a:lnTo>
                  <a:lnTo>
                    <a:pt x="428473" y="474414"/>
                  </a:lnTo>
                  <a:lnTo>
                    <a:pt x="430394" y="474508"/>
                  </a:lnTo>
                  <a:lnTo>
                    <a:pt x="432316" y="474606"/>
                  </a:lnTo>
                  <a:lnTo>
                    <a:pt x="434237" y="474705"/>
                  </a:lnTo>
                  <a:lnTo>
                    <a:pt x="436159" y="474803"/>
                  </a:lnTo>
                  <a:lnTo>
                    <a:pt x="438080" y="474897"/>
                  </a:lnTo>
                  <a:lnTo>
                    <a:pt x="440001" y="474982"/>
                  </a:lnTo>
                  <a:lnTo>
                    <a:pt x="441923" y="475053"/>
                  </a:lnTo>
                  <a:lnTo>
                    <a:pt x="443844" y="475107"/>
                  </a:lnTo>
                  <a:lnTo>
                    <a:pt x="445766" y="475141"/>
                  </a:lnTo>
                  <a:lnTo>
                    <a:pt x="447687" y="475154"/>
                  </a:lnTo>
                  <a:lnTo>
                    <a:pt x="449608" y="475143"/>
                  </a:lnTo>
                  <a:lnTo>
                    <a:pt x="451530" y="475111"/>
                  </a:lnTo>
                  <a:lnTo>
                    <a:pt x="453451" y="475061"/>
                  </a:lnTo>
                  <a:lnTo>
                    <a:pt x="455373" y="475000"/>
                  </a:lnTo>
                  <a:lnTo>
                    <a:pt x="457294" y="474934"/>
                  </a:lnTo>
                  <a:lnTo>
                    <a:pt x="459215" y="474869"/>
                  </a:lnTo>
                  <a:lnTo>
                    <a:pt x="461137" y="474811"/>
                  </a:lnTo>
                  <a:lnTo>
                    <a:pt x="463058" y="474767"/>
                  </a:lnTo>
                  <a:lnTo>
                    <a:pt x="464980" y="474742"/>
                  </a:lnTo>
                  <a:lnTo>
                    <a:pt x="466901" y="474737"/>
                  </a:lnTo>
                  <a:lnTo>
                    <a:pt x="468822" y="474756"/>
                  </a:lnTo>
                  <a:lnTo>
                    <a:pt x="470744" y="474798"/>
                  </a:lnTo>
                  <a:lnTo>
                    <a:pt x="472665" y="474863"/>
                  </a:lnTo>
                  <a:lnTo>
                    <a:pt x="474587" y="474943"/>
                  </a:lnTo>
                  <a:lnTo>
                    <a:pt x="476508" y="475035"/>
                  </a:lnTo>
                  <a:lnTo>
                    <a:pt x="478429" y="475133"/>
                  </a:lnTo>
                  <a:lnTo>
                    <a:pt x="480351" y="475231"/>
                  </a:lnTo>
                  <a:lnTo>
                    <a:pt x="482272" y="475323"/>
                  </a:lnTo>
                  <a:lnTo>
                    <a:pt x="484194" y="475406"/>
                  </a:lnTo>
                  <a:lnTo>
                    <a:pt x="486115" y="475474"/>
                  </a:lnTo>
                  <a:lnTo>
                    <a:pt x="488036" y="475524"/>
                  </a:lnTo>
                  <a:lnTo>
                    <a:pt x="489958" y="475552"/>
                  </a:lnTo>
                  <a:lnTo>
                    <a:pt x="491879" y="475556"/>
                  </a:lnTo>
                  <a:lnTo>
                    <a:pt x="493801" y="475532"/>
                  </a:lnTo>
                  <a:lnTo>
                    <a:pt x="495722" y="475482"/>
                  </a:lnTo>
                  <a:lnTo>
                    <a:pt x="497643" y="475404"/>
                  </a:lnTo>
                  <a:lnTo>
                    <a:pt x="499565" y="475299"/>
                  </a:lnTo>
                  <a:lnTo>
                    <a:pt x="501486" y="475169"/>
                  </a:lnTo>
                  <a:lnTo>
                    <a:pt x="503408" y="475015"/>
                  </a:lnTo>
                  <a:lnTo>
                    <a:pt x="505329" y="474842"/>
                  </a:lnTo>
                  <a:lnTo>
                    <a:pt x="507250" y="474654"/>
                  </a:lnTo>
                  <a:lnTo>
                    <a:pt x="509172" y="474458"/>
                  </a:lnTo>
                  <a:lnTo>
                    <a:pt x="511093" y="474261"/>
                  </a:lnTo>
                  <a:lnTo>
                    <a:pt x="513015" y="474072"/>
                  </a:lnTo>
                  <a:lnTo>
                    <a:pt x="514936" y="473900"/>
                  </a:lnTo>
                  <a:lnTo>
                    <a:pt x="516858" y="473750"/>
                  </a:lnTo>
                  <a:lnTo>
                    <a:pt x="518779" y="473628"/>
                  </a:lnTo>
                  <a:lnTo>
                    <a:pt x="520700" y="473536"/>
                  </a:lnTo>
                  <a:lnTo>
                    <a:pt x="522622" y="473474"/>
                  </a:lnTo>
                  <a:lnTo>
                    <a:pt x="524543" y="473442"/>
                  </a:lnTo>
                  <a:lnTo>
                    <a:pt x="526465" y="473433"/>
                  </a:lnTo>
                  <a:lnTo>
                    <a:pt x="528386" y="473442"/>
                  </a:lnTo>
                  <a:lnTo>
                    <a:pt x="530307" y="473462"/>
                  </a:lnTo>
                  <a:lnTo>
                    <a:pt x="532229" y="473486"/>
                  </a:lnTo>
                  <a:lnTo>
                    <a:pt x="534150" y="473504"/>
                  </a:lnTo>
                  <a:lnTo>
                    <a:pt x="536072" y="473514"/>
                  </a:lnTo>
                  <a:lnTo>
                    <a:pt x="537993" y="473513"/>
                  </a:lnTo>
                  <a:lnTo>
                    <a:pt x="539914" y="473502"/>
                  </a:lnTo>
                  <a:lnTo>
                    <a:pt x="541836" y="473484"/>
                  </a:lnTo>
                  <a:lnTo>
                    <a:pt x="543757" y="473465"/>
                  </a:lnTo>
                  <a:lnTo>
                    <a:pt x="545679" y="473452"/>
                  </a:lnTo>
                  <a:lnTo>
                    <a:pt x="547600" y="473451"/>
                  </a:lnTo>
                  <a:lnTo>
                    <a:pt x="549521" y="473470"/>
                  </a:lnTo>
                  <a:lnTo>
                    <a:pt x="551443" y="473515"/>
                  </a:lnTo>
                  <a:lnTo>
                    <a:pt x="553364" y="473591"/>
                  </a:lnTo>
                  <a:lnTo>
                    <a:pt x="555286" y="473699"/>
                  </a:lnTo>
                  <a:lnTo>
                    <a:pt x="557207" y="473835"/>
                  </a:lnTo>
                  <a:lnTo>
                    <a:pt x="559128" y="473996"/>
                  </a:lnTo>
                  <a:lnTo>
                    <a:pt x="561050" y="474175"/>
                  </a:lnTo>
                  <a:lnTo>
                    <a:pt x="562971" y="474367"/>
                  </a:lnTo>
                  <a:lnTo>
                    <a:pt x="564893" y="474563"/>
                  </a:lnTo>
                  <a:lnTo>
                    <a:pt x="566814" y="474757"/>
                  </a:lnTo>
                  <a:lnTo>
                    <a:pt x="568735" y="474943"/>
                  </a:lnTo>
                  <a:lnTo>
                    <a:pt x="570657" y="475115"/>
                  </a:lnTo>
                  <a:lnTo>
                    <a:pt x="572578" y="475269"/>
                  </a:lnTo>
                  <a:lnTo>
                    <a:pt x="574500" y="475401"/>
                  </a:lnTo>
                  <a:lnTo>
                    <a:pt x="576421" y="475512"/>
                  </a:lnTo>
                  <a:lnTo>
                    <a:pt x="578342" y="475603"/>
                  </a:lnTo>
                  <a:lnTo>
                    <a:pt x="580264" y="475674"/>
                  </a:lnTo>
                  <a:lnTo>
                    <a:pt x="582185" y="475727"/>
                  </a:lnTo>
                  <a:lnTo>
                    <a:pt x="584107" y="475764"/>
                  </a:lnTo>
                  <a:lnTo>
                    <a:pt x="586028" y="475786"/>
                  </a:lnTo>
                  <a:lnTo>
                    <a:pt x="587950" y="475793"/>
                  </a:lnTo>
                  <a:lnTo>
                    <a:pt x="589871" y="475787"/>
                  </a:lnTo>
                  <a:lnTo>
                    <a:pt x="591792" y="475769"/>
                  </a:lnTo>
                  <a:lnTo>
                    <a:pt x="593714" y="475737"/>
                  </a:lnTo>
                  <a:lnTo>
                    <a:pt x="595635" y="475691"/>
                  </a:lnTo>
                  <a:lnTo>
                    <a:pt x="597557" y="475632"/>
                  </a:lnTo>
                  <a:lnTo>
                    <a:pt x="599478" y="475561"/>
                  </a:lnTo>
                  <a:lnTo>
                    <a:pt x="601399" y="475478"/>
                  </a:lnTo>
                  <a:lnTo>
                    <a:pt x="603321" y="475385"/>
                  </a:lnTo>
                  <a:lnTo>
                    <a:pt x="605242" y="475285"/>
                  </a:lnTo>
                  <a:lnTo>
                    <a:pt x="607164" y="475181"/>
                  </a:lnTo>
                  <a:lnTo>
                    <a:pt x="609085" y="475079"/>
                  </a:lnTo>
                  <a:lnTo>
                    <a:pt x="611006" y="474981"/>
                  </a:lnTo>
                  <a:lnTo>
                    <a:pt x="612928" y="474894"/>
                  </a:lnTo>
                  <a:lnTo>
                    <a:pt x="614849" y="474826"/>
                  </a:lnTo>
                  <a:lnTo>
                    <a:pt x="616771" y="474778"/>
                  </a:lnTo>
                  <a:lnTo>
                    <a:pt x="618692" y="474754"/>
                  </a:lnTo>
                  <a:lnTo>
                    <a:pt x="620613" y="474755"/>
                  </a:lnTo>
                  <a:lnTo>
                    <a:pt x="622535" y="474782"/>
                  </a:lnTo>
                  <a:lnTo>
                    <a:pt x="624456" y="474831"/>
                  </a:lnTo>
                  <a:lnTo>
                    <a:pt x="626378" y="474901"/>
                  </a:lnTo>
                  <a:lnTo>
                    <a:pt x="628299" y="474987"/>
                  </a:lnTo>
                  <a:lnTo>
                    <a:pt x="630220" y="475084"/>
                  </a:lnTo>
                  <a:lnTo>
                    <a:pt x="632142" y="475187"/>
                  </a:lnTo>
                  <a:lnTo>
                    <a:pt x="634063" y="475292"/>
                  </a:lnTo>
                  <a:lnTo>
                    <a:pt x="635985" y="475392"/>
                  </a:lnTo>
                  <a:lnTo>
                    <a:pt x="637906" y="475485"/>
                  </a:lnTo>
                  <a:lnTo>
                    <a:pt x="639827" y="475568"/>
                  </a:lnTo>
                  <a:lnTo>
                    <a:pt x="641749" y="475639"/>
                  </a:lnTo>
                  <a:lnTo>
                    <a:pt x="643670" y="475700"/>
                  </a:lnTo>
                  <a:lnTo>
                    <a:pt x="645592" y="475748"/>
                  </a:lnTo>
                  <a:lnTo>
                    <a:pt x="647513" y="475786"/>
                  </a:lnTo>
                  <a:lnTo>
                    <a:pt x="649434" y="475813"/>
                  </a:lnTo>
                  <a:lnTo>
                    <a:pt x="651356" y="475830"/>
                  </a:lnTo>
                  <a:lnTo>
                    <a:pt x="653277" y="475838"/>
                  </a:lnTo>
                  <a:lnTo>
                    <a:pt x="655199" y="475836"/>
                  </a:lnTo>
                  <a:lnTo>
                    <a:pt x="657120" y="475823"/>
                  </a:lnTo>
                  <a:lnTo>
                    <a:pt x="659042" y="475799"/>
                  </a:lnTo>
                  <a:lnTo>
                    <a:pt x="660963" y="475762"/>
                  </a:lnTo>
                  <a:lnTo>
                    <a:pt x="662884" y="475710"/>
                  </a:lnTo>
                  <a:lnTo>
                    <a:pt x="664806" y="475640"/>
                  </a:lnTo>
                  <a:lnTo>
                    <a:pt x="666727" y="475550"/>
                  </a:lnTo>
                  <a:lnTo>
                    <a:pt x="668649" y="475439"/>
                  </a:lnTo>
                  <a:lnTo>
                    <a:pt x="670570" y="475305"/>
                  </a:lnTo>
                  <a:lnTo>
                    <a:pt x="672491" y="475148"/>
                  </a:lnTo>
                  <a:lnTo>
                    <a:pt x="674413" y="474970"/>
                  </a:lnTo>
                  <a:lnTo>
                    <a:pt x="676334" y="474774"/>
                  </a:lnTo>
                  <a:lnTo>
                    <a:pt x="678256" y="474568"/>
                  </a:lnTo>
                  <a:lnTo>
                    <a:pt x="680177" y="474360"/>
                  </a:lnTo>
                  <a:lnTo>
                    <a:pt x="682098" y="474159"/>
                  </a:lnTo>
                  <a:lnTo>
                    <a:pt x="684020" y="473976"/>
                  </a:lnTo>
                  <a:lnTo>
                    <a:pt x="685941" y="473820"/>
                  </a:lnTo>
                  <a:lnTo>
                    <a:pt x="687863" y="473701"/>
                  </a:lnTo>
                  <a:lnTo>
                    <a:pt x="689784" y="473626"/>
                  </a:lnTo>
                  <a:lnTo>
                    <a:pt x="691705" y="473600"/>
                  </a:lnTo>
                  <a:lnTo>
                    <a:pt x="693627" y="473625"/>
                  </a:lnTo>
                  <a:lnTo>
                    <a:pt x="695548" y="473701"/>
                  </a:lnTo>
                  <a:lnTo>
                    <a:pt x="697470" y="473825"/>
                  </a:lnTo>
                  <a:lnTo>
                    <a:pt x="699391" y="473984"/>
                  </a:lnTo>
                  <a:lnTo>
                    <a:pt x="701312" y="474169"/>
                  </a:lnTo>
                  <a:lnTo>
                    <a:pt x="703234" y="474371"/>
                  </a:lnTo>
                  <a:lnTo>
                    <a:pt x="705155" y="474579"/>
                  </a:lnTo>
                  <a:lnTo>
                    <a:pt x="707077" y="474784"/>
                  </a:lnTo>
                  <a:lnTo>
                    <a:pt x="708998" y="474978"/>
                  </a:lnTo>
                  <a:lnTo>
                    <a:pt x="710919" y="475156"/>
                  </a:lnTo>
                  <a:lnTo>
                    <a:pt x="712841" y="475313"/>
                  </a:lnTo>
                  <a:lnTo>
                    <a:pt x="714762" y="475448"/>
                  </a:lnTo>
                  <a:lnTo>
                    <a:pt x="716684" y="475559"/>
                  </a:lnTo>
                  <a:lnTo>
                    <a:pt x="718605" y="475647"/>
                  </a:lnTo>
                  <a:lnTo>
                    <a:pt x="720526" y="475717"/>
                  </a:lnTo>
                  <a:lnTo>
                    <a:pt x="722448" y="475770"/>
                  </a:lnTo>
                  <a:lnTo>
                    <a:pt x="724369" y="475809"/>
                  </a:lnTo>
                  <a:lnTo>
                    <a:pt x="726291" y="475837"/>
                  </a:lnTo>
                  <a:lnTo>
                    <a:pt x="728212" y="475855"/>
                  </a:lnTo>
                  <a:lnTo>
                    <a:pt x="730134" y="475866"/>
                  </a:lnTo>
                  <a:lnTo>
                    <a:pt x="732055" y="475871"/>
                  </a:lnTo>
                  <a:lnTo>
                    <a:pt x="733976" y="475871"/>
                  </a:lnTo>
                  <a:lnTo>
                    <a:pt x="735898" y="475865"/>
                  </a:lnTo>
                  <a:lnTo>
                    <a:pt x="737819" y="475852"/>
                  </a:lnTo>
                  <a:lnTo>
                    <a:pt x="739741" y="475834"/>
                  </a:lnTo>
                  <a:lnTo>
                    <a:pt x="741662" y="475807"/>
                  </a:lnTo>
                  <a:lnTo>
                    <a:pt x="743583" y="475773"/>
                  </a:lnTo>
                  <a:lnTo>
                    <a:pt x="745505" y="475728"/>
                  </a:lnTo>
                  <a:lnTo>
                    <a:pt x="747426" y="475673"/>
                  </a:lnTo>
                  <a:lnTo>
                    <a:pt x="749348" y="475606"/>
                  </a:lnTo>
                  <a:lnTo>
                    <a:pt x="751269" y="475529"/>
                  </a:lnTo>
                  <a:lnTo>
                    <a:pt x="753190" y="475441"/>
                  </a:lnTo>
                  <a:lnTo>
                    <a:pt x="755112" y="475344"/>
                  </a:lnTo>
                  <a:lnTo>
                    <a:pt x="757033" y="475241"/>
                  </a:lnTo>
                  <a:lnTo>
                    <a:pt x="758955" y="475137"/>
                  </a:lnTo>
                  <a:lnTo>
                    <a:pt x="760876" y="475036"/>
                  </a:lnTo>
                  <a:lnTo>
                    <a:pt x="762797" y="474944"/>
                  </a:lnTo>
                  <a:lnTo>
                    <a:pt x="764719" y="474866"/>
                  </a:lnTo>
                  <a:lnTo>
                    <a:pt x="766640" y="474805"/>
                  </a:lnTo>
                  <a:lnTo>
                    <a:pt x="768562" y="474767"/>
                  </a:lnTo>
                  <a:lnTo>
                    <a:pt x="770483" y="474753"/>
                  </a:lnTo>
                  <a:lnTo>
                    <a:pt x="772404" y="474763"/>
                  </a:lnTo>
                  <a:lnTo>
                    <a:pt x="774326" y="474799"/>
                  </a:lnTo>
                  <a:lnTo>
                    <a:pt x="776247" y="474857"/>
                  </a:lnTo>
                  <a:lnTo>
                    <a:pt x="778169" y="474936"/>
                  </a:lnTo>
                  <a:lnTo>
                    <a:pt x="780090" y="475028"/>
                  </a:lnTo>
                  <a:lnTo>
                    <a:pt x="782011" y="475129"/>
                  </a:lnTo>
                  <a:lnTo>
                    <a:pt x="783933" y="475232"/>
                  </a:lnTo>
                  <a:lnTo>
                    <a:pt x="785854" y="475335"/>
                  </a:lnTo>
                  <a:lnTo>
                    <a:pt x="787776" y="475432"/>
                  </a:lnTo>
                  <a:lnTo>
                    <a:pt x="789697" y="475521"/>
                  </a:lnTo>
                  <a:lnTo>
                    <a:pt x="791618" y="475600"/>
                  </a:lnTo>
                  <a:lnTo>
                    <a:pt x="793540" y="475669"/>
                  </a:lnTo>
                  <a:lnTo>
                    <a:pt x="795461" y="475725"/>
                  </a:lnTo>
                  <a:lnTo>
                    <a:pt x="797383" y="475771"/>
                  </a:lnTo>
                  <a:lnTo>
                    <a:pt x="799304" y="475806"/>
                  </a:lnTo>
                  <a:lnTo>
                    <a:pt x="801226" y="475834"/>
                  </a:lnTo>
                  <a:lnTo>
                    <a:pt x="803147" y="475854"/>
                  </a:lnTo>
                  <a:lnTo>
                    <a:pt x="805068" y="475869"/>
                  </a:lnTo>
                  <a:lnTo>
                    <a:pt x="806990" y="475879"/>
                  </a:lnTo>
                  <a:lnTo>
                    <a:pt x="808911" y="475886"/>
                  </a:lnTo>
                  <a:lnTo>
                    <a:pt x="810833" y="475891"/>
                  </a:lnTo>
                  <a:lnTo>
                    <a:pt x="812754" y="475894"/>
                  </a:lnTo>
                  <a:lnTo>
                    <a:pt x="814675" y="475896"/>
                  </a:lnTo>
                  <a:lnTo>
                    <a:pt x="816597" y="475897"/>
                  </a:lnTo>
                  <a:lnTo>
                    <a:pt x="818518" y="475896"/>
                  </a:lnTo>
                  <a:lnTo>
                    <a:pt x="820440" y="475895"/>
                  </a:lnTo>
                  <a:lnTo>
                    <a:pt x="822361" y="475893"/>
                  </a:lnTo>
                  <a:lnTo>
                    <a:pt x="824282" y="475889"/>
                  </a:lnTo>
                  <a:lnTo>
                    <a:pt x="826204" y="475882"/>
                  </a:lnTo>
                  <a:lnTo>
                    <a:pt x="828125" y="475873"/>
                  </a:lnTo>
                  <a:lnTo>
                    <a:pt x="830047" y="475860"/>
                  </a:lnTo>
                  <a:lnTo>
                    <a:pt x="831968" y="475842"/>
                  </a:lnTo>
                  <a:lnTo>
                    <a:pt x="833889" y="475818"/>
                  </a:lnTo>
                  <a:lnTo>
                    <a:pt x="835811" y="475786"/>
                  </a:lnTo>
                  <a:lnTo>
                    <a:pt x="837732" y="475744"/>
                  </a:lnTo>
                  <a:lnTo>
                    <a:pt x="839654" y="475692"/>
                  </a:lnTo>
                  <a:lnTo>
                    <a:pt x="841575" y="475628"/>
                  </a:lnTo>
                  <a:lnTo>
                    <a:pt x="843496" y="475552"/>
                  </a:lnTo>
                  <a:lnTo>
                    <a:pt x="845418" y="475466"/>
                  </a:lnTo>
                  <a:lnTo>
                    <a:pt x="847339" y="475371"/>
                  </a:lnTo>
                  <a:lnTo>
                    <a:pt x="849261" y="475270"/>
                  </a:lnTo>
                  <a:lnTo>
                    <a:pt x="851182" y="475165"/>
                  </a:lnTo>
                  <a:lnTo>
                    <a:pt x="853103" y="475063"/>
                  </a:lnTo>
                  <a:lnTo>
                    <a:pt x="855025" y="474967"/>
                  </a:lnTo>
                  <a:lnTo>
                    <a:pt x="856946" y="474882"/>
                  </a:lnTo>
                  <a:lnTo>
                    <a:pt x="858868" y="474815"/>
                  </a:lnTo>
                  <a:lnTo>
                    <a:pt x="860789" y="474771"/>
                  </a:lnTo>
                  <a:lnTo>
                    <a:pt x="862710" y="474751"/>
                  </a:lnTo>
                  <a:lnTo>
                    <a:pt x="864632" y="474756"/>
                  </a:lnTo>
                  <a:lnTo>
                    <a:pt x="866553" y="474786"/>
                  </a:lnTo>
                  <a:lnTo>
                    <a:pt x="868475" y="474840"/>
                  </a:lnTo>
                  <a:lnTo>
                    <a:pt x="870396" y="474913"/>
                  </a:lnTo>
                  <a:lnTo>
                    <a:pt x="872318" y="475001"/>
                  </a:lnTo>
                  <a:lnTo>
                    <a:pt x="874239" y="475100"/>
                  </a:lnTo>
                  <a:lnTo>
                    <a:pt x="876160" y="475204"/>
                  </a:lnTo>
                  <a:lnTo>
                    <a:pt x="878082" y="475308"/>
                  </a:lnTo>
                  <a:lnTo>
                    <a:pt x="880003" y="475408"/>
                  </a:lnTo>
                  <a:lnTo>
                    <a:pt x="881925" y="475499"/>
                  </a:lnTo>
                  <a:lnTo>
                    <a:pt x="883846" y="475581"/>
                  </a:lnTo>
                  <a:lnTo>
                    <a:pt x="885767" y="475652"/>
                  </a:lnTo>
                  <a:lnTo>
                    <a:pt x="887689" y="475711"/>
                  </a:lnTo>
                  <a:lnTo>
                    <a:pt x="889610" y="475759"/>
                  </a:lnTo>
                  <a:lnTo>
                    <a:pt x="891532" y="475798"/>
                  </a:lnTo>
                  <a:lnTo>
                    <a:pt x="893453" y="475828"/>
                  </a:lnTo>
                  <a:lnTo>
                    <a:pt x="895374" y="475850"/>
                  </a:lnTo>
                  <a:lnTo>
                    <a:pt x="897296" y="475866"/>
                  </a:lnTo>
                  <a:lnTo>
                    <a:pt x="899217" y="475878"/>
                  </a:lnTo>
                  <a:lnTo>
                    <a:pt x="901139" y="475885"/>
                  </a:lnTo>
                  <a:lnTo>
                    <a:pt x="903060" y="475891"/>
                  </a:lnTo>
                  <a:lnTo>
                    <a:pt x="904981" y="475894"/>
                  </a:lnTo>
                  <a:lnTo>
                    <a:pt x="906903" y="475896"/>
                  </a:lnTo>
                  <a:lnTo>
                    <a:pt x="908824" y="475898"/>
                  </a:lnTo>
                  <a:lnTo>
                    <a:pt x="910746" y="475899"/>
                  </a:lnTo>
                  <a:lnTo>
                    <a:pt x="912667" y="475899"/>
                  </a:lnTo>
                  <a:lnTo>
                    <a:pt x="914588" y="475900"/>
                  </a:lnTo>
                  <a:lnTo>
                    <a:pt x="916510" y="475900"/>
                  </a:lnTo>
                  <a:lnTo>
                    <a:pt x="918431" y="475900"/>
                  </a:lnTo>
                  <a:lnTo>
                    <a:pt x="920353" y="475900"/>
                  </a:lnTo>
                  <a:lnTo>
                    <a:pt x="922274" y="475900"/>
                  </a:lnTo>
                  <a:lnTo>
                    <a:pt x="924195" y="475900"/>
                  </a:lnTo>
                  <a:lnTo>
                    <a:pt x="926117" y="475900"/>
                  </a:lnTo>
                  <a:lnTo>
                    <a:pt x="928038" y="475900"/>
                  </a:lnTo>
                  <a:lnTo>
                    <a:pt x="929960" y="475900"/>
                  </a:lnTo>
                  <a:lnTo>
                    <a:pt x="931881" y="475900"/>
                  </a:lnTo>
                  <a:lnTo>
                    <a:pt x="933802" y="475900"/>
                  </a:lnTo>
                  <a:lnTo>
                    <a:pt x="935724" y="475900"/>
                  </a:lnTo>
                  <a:lnTo>
                    <a:pt x="937645" y="475900"/>
                  </a:lnTo>
                  <a:lnTo>
                    <a:pt x="939567" y="475900"/>
                  </a:lnTo>
                  <a:lnTo>
                    <a:pt x="941488" y="475900"/>
                  </a:lnTo>
                  <a:lnTo>
                    <a:pt x="943410" y="475900"/>
                  </a:lnTo>
                  <a:lnTo>
                    <a:pt x="945331" y="475900"/>
                  </a:lnTo>
                  <a:lnTo>
                    <a:pt x="947252" y="475900"/>
                  </a:lnTo>
                  <a:lnTo>
                    <a:pt x="949174" y="475900"/>
                  </a:lnTo>
                  <a:lnTo>
                    <a:pt x="951095" y="475900"/>
                  </a:lnTo>
                  <a:lnTo>
                    <a:pt x="953017" y="475900"/>
                  </a:lnTo>
                  <a:lnTo>
                    <a:pt x="954938" y="475900"/>
                  </a:lnTo>
                  <a:lnTo>
                    <a:pt x="956859" y="475900"/>
                  </a:lnTo>
                  <a:lnTo>
                    <a:pt x="958781" y="475900"/>
                  </a:lnTo>
                  <a:lnTo>
                    <a:pt x="960702" y="475900"/>
                  </a:lnTo>
                  <a:lnTo>
                    <a:pt x="962624" y="475900"/>
                  </a:lnTo>
                  <a:lnTo>
                    <a:pt x="964545" y="475900"/>
                  </a:lnTo>
                  <a:lnTo>
                    <a:pt x="966466" y="475900"/>
                  </a:lnTo>
                  <a:lnTo>
                    <a:pt x="968388" y="475900"/>
                  </a:lnTo>
                  <a:lnTo>
                    <a:pt x="970309" y="475900"/>
                  </a:lnTo>
                  <a:lnTo>
                    <a:pt x="972231" y="475900"/>
                  </a:lnTo>
                  <a:lnTo>
                    <a:pt x="974152" y="475900"/>
                  </a:lnTo>
                  <a:lnTo>
                    <a:pt x="976073" y="475900"/>
                  </a:lnTo>
                  <a:lnTo>
                    <a:pt x="977995" y="475900"/>
                  </a:lnTo>
                  <a:lnTo>
                    <a:pt x="979916" y="475900"/>
                  </a:lnTo>
                  <a:lnTo>
                    <a:pt x="981838" y="475900"/>
                  </a:lnTo>
                  <a:lnTo>
                    <a:pt x="979916" y="475900"/>
                  </a:lnTo>
                  <a:lnTo>
                    <a:pt x="977995" y="475900"/>
                  </a:lnTo>
                  <a:lnTo>
                    <a:pt x="976073" y="475900"/>
                  </a:lnTo>
                  <a:lnTo>
                    <a:pt x="974152" y="475900"/>
                  </a:lnTo>
                  <a:lnTo>
                    <a:pt x="972231" y="475900"/>
                  </a:lnTo>
                  <a:lnTo>
                    <a:pt x="970309" y="475900"/>
                  </a:lnTo>
                  <a:lnTo>
                    <a:pt x="968388" y="475900"/>
                  </a:lnTo>
                  <a:lnTo>
                    <a:pt x="966466" y="475900"/>
                  </a:lnTo>
                  <a:lnTo>
                    <a:pt x="964545" y="475900"/>
                  </a:lnTo>
                  <a:lnTo>
                    <a:pt x="962624" y="475900"/>
                  </a:lnTo>
                  <a:lnTo>
                    <a:pt x="960702" y="475900"/>
                  </a:lnTo>
                  <a:lnTo>
                    <a:pt x="958781" y="475900"/>
                  </a:lnTo>
                  <a:lnTo>
                    <a:pt x="956859" y="475900"/>
                  </a:lnTo>
                  <a:lnTo>
                    <a:pt x="954938" y="475900"/>
                  </a:lnTo>
                  <a:lnTo>
                    <a:pt x="953017" y="475900"/>
                  </a:lnTo>
                  <a:lnTo>
                    <a:pt x="951095" y="475900"/>
                  </a:lnTo>
                  <a:lnTo>
                    <a:pt x="949174" y="475900"/>
                  </a:lnTo>
                  <a:lnTo>
                    <a:pt x="947252" y="475900"/>
                  </a:lnTo>
                  <a:lnTo>
                    <a:pt x="945331" y="475900"/>
                  </a:lnTo>
                  <a:lnTo>
                    <a:pt x="943410" y="475900"/>
                  </a:lnTo>
                  <a:lnTo>
                    <a:pt x="941488" y="475900"/>
                  </a:lnTo>
                  <a:lnTo>
                    <a:pt x="939567" y="475900"/>
                  </a:lnTo>
                  <a:lnTo>
                    <a:pt x="937645" y="475900"/>
                  </a:lnTo>
                  <a:lnTo>
                    <a:pt x="935724" y="475900"/>
                  </a:lnTo>
                  <a:lnTo>
                    <a:pt x="933802" y="475900"/>
                  </a:lnTo>
                  <a:lnTo>
                    <a:pt x="931881" y="475900"/>
                  </a:lnTo>
                  <a:lnTo>
                    <a:pt x="929960" y="475900"/>
                  </a:lnTo>
                  <a:lnTo>
                    <a:pt x="928038" y="475900"/>
                  </a:lnTo>
                  <a:lnTo>
                    <a:pt x="926117" y="475900"/>
                  </a:lnTo>
                  <a:lnTo>
                    <a:pt x="924195" y="475900"/>
                  </a:lnTo>
                  <a:lnTo>
                    <a:pt x="922274" y="475900"/>
                  </a:lnTo>
                  <a:lnTo>
                    <a:pt x="920353" y="475900"/>
                  </a:lnTo>
                  <a:lnTo>
                    <a:pt x="918431" y="475900"/>
                  </a:lnTo>
                  <a:lnTo>
                    <a:pt x="916510" y="475900"/>
                  </a:lnTo>
                  <a:lnTo>
                    <a:pt x="914588" y="475900"/>
                  </a:lnTo>
                  <a:lnTo>
                    <a:pt x="912667" y="475900"/>
                  </a:lnTo>
                  <a:lnTo>
                    <a:pt x="910746" y="475900"/>
                  </a:lnTo>
                  <a:lnTo>
                    <a:pt x="908824" y="475900"/>
                  </a:lnTo>
                  <a:lnTo>
                    <a:pt x="906903" y="475900"/>
                  </a:lnTo>
                  <a:lnTo>
                    <a:pt x="904981" y="475900"/>
                  </a:lnTo>
                  <a:lnTo>
                    <a:pt x="903060" y="475900"/>
                  </a:lnTo>
                  <a:lnTo>
                    <a:pt x="901139" y="475900"/>
                  </a:lnTo>
                  <a:lnTo>
                    <a:pt x="899217" y="475900"/>
                  </a:lnTo>
                  <a:lnTo>
                    <a:pt x="897296" y="475900"/>
                  </a:lnTo>
                  <a:lnTo>
                    <a:pt x="895374" y="475900"/>
                  </a:lnTo>
                  <a:lnTo>
                    <a:pt x="893453" y="475900"/>
                  </a:lnTo>
                  <a:lnTo>
                    <a:pt x="891532" y="475900"/>
                  </a:lnTo>
                  <a:lnTo>
                    <a:pt x="889610" y="475900"/>
                  </a:lnTo>
                  <a:lnTo>
                    <a:pt x="887689" y="475900"/>
                  </a:lnTo>
                  <a:lnTo>
                    <a:pt x="885767" y="475900"/>
                  </a:lnTo>
                  <a:lnTo>
                    <a:pt x="883846" y="475900"/>
                  </a:lnTo>
                  <a:lnTo>
                    <a:pt x="881925" y="475900"/>
                  </a:lnTo>
                  <a:lnTo>
                    <a:pt x="880003" y="475900"/>
                  </a:lnTo>
                  <a:lnTo>
                    <a:pt x="878082" y="475900"/>
                  </a:lnTo>
                  <a:lnTo>
                    <a:pt x="876160" y="475900"/>
                  </a:lnTo>
                  <a:lnTo>
                    <a:pt x="874239" y="475900"/>
                  </a:lnTo>
                  <a:lnTo>
                    <a:pt x="872318" y="475900"/>
                  </a:lnTo>
                  <a:lnTo>
                    <a:pt x="870396" y="475900"/>
                  </a:lnTo>
                  <a:lnTo>
                    <a:pt x="868475" y="475900"/>
                  </a:lnTo>
                  <a:lnTo>
                    <a:pt x="866553" y="475900"/>
                  </a:lnTo>
                  <a:lnTo>
                    <a:pt x="864632" y="475900"/>
                  </a:lnTo>
                  <a:lnTo>
                    <a:pt x="862710" y="475900"/>
                  </a:lnTo>
                  <a:lnTo>
                    <a:pt x="860789" y="475900"/>
                  </a:lnTo>
                  <a:lnTo>
                    <a:pt x="858868" y="475900"/>
                  </a:lnTo>
                  <a:lnTo>
                    <a:pt x="856946" y="475900"/>
                  </a:lnTo>
                  <a:lnTo>
                    <a:pt x="855025" y="475900"/>
                  </a:lnTo>
                  <a:lnTo>
                    <a:pt x="853103" y="475900"/>
                  </a:lnTo>
                  <a:lnTo>
                    <a:pt x="851182" y="475900"/>
                  </a:lnTo>
                  <a:lnTo>
                    <a:pt x="849261" y="475900"/>
                  </a:lnTo>
                  <a:lnTo>
                    <a:pt x="847339" y="475900"/>
                  </a:lnTo>
                  <a:lnTo>
                    <a:pt x="845418" y="475900"/>
                  </a:lnTo>
                  <a:lnTo>
                    <a:pt x="843496" y="475900"/>
                  </a:lnTo>
                  <a:lnTo>
                    <a:pt x="841575" y="475900"/>
                  </a:lnTo>
                  <a:lnTo>
                    <a:pt x="839654" y="475900"/>
                  </a:lnTo>
                  <a:lnTo>
                    <a:pt x="837732" y="475900"/>
                  </a:lnTo>
                  <a:lnTo>
                    <a:pt x="835811" y="475900"/>
                  </a:lnTo>
                  <a:lnTo>
                    <a:pt x="833889" y="475900"/>
                  </a:lnTo>
                  <a:lnTo>
                    <a:pt x="831968" y="475900"/>
                  </a:lnTo>
                  <a:lnTo>
                    <a:pt x="830047" y="475900"/>
                  </a:lnTo>
                  <a:lnTo>
                    <a:pt x="828125" y="475900"/>
                  </a:lnTo>
                  <a:lnTo>
                    <a:pt x="826204" y="475900"/>
                  </a:lnTo>
                  <a:lnTo>
                    <a:pt x="824282" y="475900"/>
                  </a:lnTo>
                  <a:lnTo>
                    <a:pt x="822361" y="475900"/>
                  </a:lnTo>
                  <a:lnTo>
                    <a:pt x="820440" y="475900"/>
                  </a:lnTo>
                  <a:lnTo>
                    <a:pt x="818518" y="475900"/>
                  </a:lnTo>
                  <a:lnTo>
                    <a:pt x="816597" y="475900"/>
                  </a:lnTo>
                  <a:lnTo>
                    <a:pt x="814675" y="475900"/>
                  </a:lnTo>
                  <a:lnTo>
                    <a:pt x="812754" y="475900"/>
                  </a:lnTo>
                  <a:lnTo>
                    <a:pt x="810833" y="475900"/>
                  </a:lnTo>
                  <a:lnTo>
                    <a:pt x="808911" y="475900"/>
                  </a:lnTo>
                  <a:lnTo>
                    <a:pt x="806990" y="475900"/>
                  </a:lnTo>
                  <a:lnTo>
                    <a:pt x="805068" y="475900"/>
                  </a:lnTo>
                  <a:lnTo>
                    <a:pt x="803147" y="475900"/>
                  </a:lnTo>
                  <a:lnTo>
                    <a:pt x="801226" y="475900"/>
                  </a:lnTo>
                  <a:lnTo>
                    <a:pt x="799304" y="475900"/>
                  </a:lnTo>
                  <a:lnTo>
                    <a:pt x="797383" y="475900"/>
                  </a:lnTo>
                  <a:lnTo>
                    <a:pt x="795461" y="475900"/>
                  </a:lnTo>
                  <a:lnTo>
                    <a:pt x="793540" y="475900"/>
                  </a:lnTo>
                  <a:lnTo>
                    <a:pt x="791618" y="475900"/>
                  </a:lnTo>
                  <a:lnTo>
                    <a:pt x="789697" y="475900"/>
                  </a:lnTo>
                  <a:lnTo>
                    <a:pt x="787776" y="475900"/>
                  </a:lnTo>
                  <a:lnTo>
                    <a:pt x="785854" y="475900"/>
                  </a:lnTo>
                  <a:lnTo>
                    <a:pt x="783933" y="475900"/>
                  </a:lnTo>
                  <a:lnTo>
                    <a:pt x="782011" y="475900"/>
                  </a:lnTo>
                  <a:lnTo>
                    <a:pt x="780090" y="475900"/>
                  </a:lnTo>
                  <a:lnTo>
                    <a:pt x="778169" y="475900"/>
                  </a:lnTo>
                  <a:lnTo>
                    <a:pt x="776247" y="475900"/>
                  </a:lnTo>
                  <a:lnTo>
                    <a:pt x="774326" y="475900"/>
                  </a:lnTo>
                  <a:lnTo>
                    <a:pt x="772404" y="475900"/>
                  </a:lnTo>
                  <a:lnTo>
                    <a:pt x="770483" y="475900"/>
                  </a:lnTo>
                  <a:lnTo>
                    <a:pt x="768562" y="475900"/>
                  </a:lnTo>
                  <a:lnTo>
                    <a:pt x="766640" y="475900"/>
                  </a:lnTo>
                  <a:lnTo>
                    <a:pt x="764719" y="475900"/>
                  </a:lnTo>
                  <a:lnTo>
                    <a:pt x="762797" y="475900"/>
                  </a:lnTo>
                  <a:lnTo>
                    <a:pt x="760876" y="475900"/>
                  </a:lnTo>
                  <a:lnTo>
                    <a:pt x="758955" y="475900"/>
                  </a:lnTo>
                  <a:lnTo>
                    <a:pt x="757033" y="475900"/>
                  </a:lnTo>
                  <a:lnTo>
                    <a:pt x="755112" y="475900"/>
                  </a:lnTo>
                  <a:lnTo>
                    <a:pt x="753190" y="475900"/>
                  </a:lnTo>
                  <a:lnTo>
                    <a:pt x="751269" y="475900"/>
                  </a:lnTo>
                  <a:lnTo>
                    <a:pt x="749348" y="475900"/>
                  </a:lnTo>
                  <a:lnTo>
                    <a:pt x="747426" y="475900"/>
                  </a:lnTo>
                  <a:lnTo>
                    <a:pt x="745505" y="475900"/>
                  </a:lnTo>
                  <a:lnTo>
                    <a:pt x="743583" y="475900"/>
                  </a:lnTo>
                  <a:lnTo>
                    <a:pt x="741662" y="475900"/>
                  </a:lnTo>
                  <a:lnTo>
                    <a:pt x="739741" y="475900"/>
                  </a:lnTo>
                  <a:lnTo>
                    <a:pt x="737819" y="475900"/>
                  </a:lnTo>
                  <a:lnTo>
                    <a:pt x="735898" y="475900"/>
                  </a:lnTo>
                  <a:lnTo>
                    <a:pt x="733976" y="475900"/>
                  </a:lnTo>
                  <a:lnTo>
                    <a:pt x="732055" y="475900"/>
                  </a:lnTo>
                  <a:lnTo>
                    <a:pt x="730134" y="475900"/>
                  </a:lnTo>
                  <a:lnTo>
                    <a:pt x="728212" y="475900"/>
                  </a:lnTo>
                  <a:lnTo>
                    <a:pt x="726291" y="475900"/>
                  </a:lnTo>
                  <a:lnTo>
                    <a:pt x="724369" y="475900"/>
                  </a:lnTo>
                  <a:lnTo>
                    <a:pt x="722448" y="475900"/>
                  </a:lnTo>
                  <a:lnTo>
                    <a:pt x="720526" y="475900"/>
                  </a:lnTo>
                  <a:lnTo>
                    <a:pt x="718605" y="475900"/>
                  </a:lnTo>
                  <a:lnTo>
                    <a:pt x="716684" y="475900"/>
                  </a:lnTo>
                  <a:lnTo>
                    <a:pt x="714762" y="475900"/>
                  </a:lnTo>
                  <a:lnTo>
                    <a:pt x="712841" y="475900"/>
                  </a:lnTo>
                  <a:lnTo>
                    <a:pt x="710919" y="475900"/>
                  </a:lnTo>
                  <a:lnTo>
                    <a:pt x="708998" y="475900"/>
                  </a:lnTo>
                  <a:lnTo>
                    <a:pt x="707077" y="475900"/>
                  </a:lnTo>
                  <a:lnTo>
                    <a:pt x="705155" y="475900"/>
                  </a:lnTo>
                  <a:lnTo>
                    <a:pt x="703234" y="475900"/>
                  </a:lnTo>
                  <a:lnTo>
                    <a:pt x="701312" y="475900"/>
                  </a:lnTo>
                  <a:lnTo>
                    <a:pt x="699391" y="475900"/>
                  </a:lnTo>
                  <a:lnTo>
                    <a:pt x="697470" y="475900"/>
                  </a:lnTo>
                  <a:lnTo>
                    <a:pt x="695548" y="475900"/>
                  </a:lnTo>
                  <a:lnTo>
                    <a:pt x="693627" y="475900"/>
                  </a:lnTo>
                  <a:lnTo>
                    <a:pt x="691705" y="475900"/>
                  </a:lnTo>
                  <a:lnTo>
                    <a:pt x="689784" y="475900"/>
                  </a:lnTo>
                  <a:lnTo>
                    <a:pt x="687863" y="475900"/>
                  </a:lnTo>
                  <a:lnTo>
                    <a:pt x="685941" y="475900"/>
                  </a:lnTo>
                  <a:lnTo>
                    <a:pt x="684020" y="475900"/>
                  </a:lnTo>
                  <a:lnTo>
                    <a:pt x="682098" y="475900"/>
                  </a:lnTo>
                  <a:lnTo>
                    <a:pt x="680177" y="475900"/>
                  </a:lnTo>
                  <a:lnTo>
                    <a:pt x="678256" y="475900"/>
                  </a:lnTo>
                  <a:lnTo>
                    <a:pt x="676334" y="475900"/>
                  </a:lnTo>
                  <a:lnTo>
                    <a:pt x="674413" y="475900"/>
                  </a:lnTo>
                  <a:lnTo>
                    <a:pt x="672491" y="475900"/>
                  </a:lnTo>
                  <a:lnTo>
                    <a:pt x="670570" y="475900"/>
                  </a:lnTo>
                  <a:lnTo>
                    <a:pt x="668649" y="475900"/>
                  </a:lnTo>
                  <a:lnTo>
                    <a:pt x="666727" y="475900"/>
                  </a:lnTo>
                  <a:lnTo>
                    <a:pt x="664806" y="475900"/>
                  </a:lnTo>
                  <a:lnTo>
                    <a:pt x="662884" y="475900"/>
                  </a:lnTo>
                  <a:lnTo>
                    <a:pt x="660963" y="475900"/>
                  </a:lnTo>
                  <a:lnTo>
                    <a:pt x="659042" y="475900"/>
                  </a:lnTo>
                  <a:lnTo>
                    <a:pt x="657120" y="475900"/>
                  </a:lnTo>
                  <a:lnTo>
                    <a:pt x="655199" y="475900"/>
                  </a:lnTo>
                  <a:lnTo>
                    <a:pt x="653277" y="475900"/>
                  </a:lnTo>
                  <a:lnTo>
                    <a:pt x="651356" y="475900"/>
                  </a:lnTo>
                  <a:lnTo>
                    <a:pt x="649434" y="475900"/>
                  </a:lnTo>
                  <a:lnTo>
                    <a:pt x="647513" y="475900"/>
                  </a:lnTo>
                  <a:lnTo>
                    <a:pt x="645592" y="475900"/>
                  </a:lnTo>
                  <a:lnTo>
                    <a:pt x="643670" y="475900"/>
                  </a:lnTo>
                  <a:lnTo>
                    <a:pt x="641749" y="475900"/>
                  </a:lnTo>
                  <a:lnTo>
                    <a:pt x="639827" y="475900"/>
                  </a:lnTo>
                  <a:lnTo>
                    <a:pt x="637906" y="475900"/>
                  </a:lnTo>
                  <a:lnTo>
                    <a:pt x="635985" y="475900"/>
                  </a:lnTo>
                  <a:lnTo>
                    <a:pt x="634063" y="475900"/>
                  </a:lnTo>
                  <a:lnTo>
                    <a:pt x="632142" y="475900"/>
                  </a:lnTo>
                  <a:lnTo>
                    <a:pt x="630220" y="475900"/>
                  </a:lnTo>
                  <a:lnTo>
                    <a:pt x="628299" y="475900"/>
                  </a:lnTo>
                  <a:lnTo>
                    <a:pt x="626378" y="475900"/>
                  </a:lnTo>
                  <a:lnTo>
                    <a:pt x="624456" y="475900"/>
                  </a:lnTo>
                  <a:lnTo>
                    <a:pt x="622535" y="475900"/>
                  </a:lnTo>
                  <a:lnTo>
                    <a:pt x="620613" y="475900"/>
                  </a:lnTo>
                  <a:lnTo>
                    <a:pt x="618692" y="475900"/>
                  </a:lnTo>
                  <a:lnTo>
                    <a:pt x="616771" y="475900"/>
                  </a:lnTo>
                  <a:lnTo>
                    <a:pt x="614849" y="475900"/>
                  </a:lnTo>
                  <a:lnTo>
                    <a:pt x="612928" y="475900"/>
                  </a:lnTo>
                  <a:lnTo>
                    <a:pt x="611006" y="475900"/>
                  </a:lnTo>
                  <a:lnTo>
                    <a:pt x="609085" y="475900"/>
                  </a:lnTo>
                  <a:lnTo>
                    <a:pt x="607164" y="475900"/>
                  </a:lnTo>
                  <a:lnTo>
                    <a:pt x="605242" y="475900"/>
                  </a:lnTo>
                  <a:lnTo>
                    <a:pt x="603321" y="475900"/>
                  </a:lnTo>
                  <a:lnTo>
                    <a:pt x="601399" y="475900"/>
                  </a:lnTo>
                  <a:lnTo>
                    <a:pt x="599478" y="475900"/>
                  </a:lnTo>
                  <a:lnTo>
                    <a:pt x="597557" y="475900"/>
                  </a:lnTo>
                  <a:lnTo>
                    <a:pt x="595635" y="475900"/>
                  </a:lnTo>
                  <a:lnTo>
                    <a:pt x="593714" y="475900"/>
                  </a:lnTo>
                  <a:lnTo>
                    <a:pt x="591792" y="475900"/>
                  </a:lnTo>
                  <a:lnTo>
                    <a:pt x="589871" y="475900"/>
                  </a:lnTo>
                  <a:lnTo>
                    <a:pt x="587950" y="475900"/>
                  </a:lnTo>
                  <a:lnTo>
                    <a:pt x="586028" y="475900"/>
                  </a:lnTo>
                  <a:lnTo>
                    <a:pt x="584107" y="475900"/>
                  </a:lnTo>
                  <a:lnTo>
                    <a:pt x="582185" y="475900"/>
                  </a:lnTo>
                  <a:lnTo>
                    <a:pt x="580264" y="475900"/>
                  </a:lnTo>
                  <a:lnTo>
                    <a:pt x="578342" y="475900"/>
                  </a:lnTo>
                  <a:lnTo>
                    <a:pt x="576421" y="475900"/>
                  </a:lnTo>
                  <a:lnTo>
                    <a:pt x="574500" y="475900"/>
                  </a:lnTo>
                  <a:lnTo>
                    <a:pt x="572578" y="475900"/>
                  </a:lnTo>
                  <a:lnTo>
                    <a:pt x="570657" y="475900"/>
                  </a:lnTo>
                  <a:lnTo>
                    <a:pt x="568735" y="475900"/>
                  </a:lnTo>
                  <a:lnTo>
                    <a:pt x="566814" y="475900"/>
                  </a:lnTo>
                  <a:lnTo>
                    <a:pt x="564893" y="475900"/>
                  </a:lnTo>
                  <a:lnTo>
                    <a:pt x="562971" y="475900"/>
                  </a:lnTo>
                  <a:lnTo>
                    <a:pt x="561050" y="475900"/>
                  </a:lnTo>
                  <a:lnTo>
                    <a:pt x="559128" y="475900"/>
                  </a:lnTo>
                  <a:lnTo>
                    <a:pt x="557207" y="475900"/>
                  </a:lnTo>
                  <a:lnTo>
                    <a:pt x="555286" y="475900"/>
                  </a:lnTo>
                  <a:lnTo>
                    <a:pt x="553364" y="475900"/>
                  </a:lnTo>
                  <a:lnTo>
                    <a:pt x="551443" y="475900"/>
                  </a:lnTo>
                  <a:lnTo>
                    <a:pt x="549521" y="475900"/>
                  </a:lnTo>
                  <a:lnTo>
                    <a:pt x="547600" y="475900"/>
                  </a:lnTo>
                  <a:lnTo>
                    <a:pt x="545679" y="475900"/>
                  </a:lnTo>
                  <a:lnTo>
                    <a:pt x="543757" y="475900"/>
                  </a:lnTo>
                  <a:lnTo>
                    <a:pt x="541836" y="475900"/>
                  </a:lnTo>
                  <a:lnTo>
                    <a:pt x="539914" y="475900"/>
                  </a:lnTo>
                  <a:lnTo>
                    <a:pt x="537993" y="475900"/>
                  </a:lnTo>
                  <a:lnTo>
                    <a:pt x="536072" y="475900"/>
                  </a:lnTo>
                  <a:lnTo>
                    <a:pt x="534150" y="475900"/>
                  </a:lnTo>
                  <a:lnTo>
                    <a:pt x="532229" y="475900"/>
                  </a:lnTo>
                  <a:lnTo>
                    <a:pt x="530307" y="475900"/>
                  </a:lnTo>
                  <a:lnTo>
                    <a:pt x="528386" y="475900"/>
                  </a:lnTo>
                  <a:lnTo>
                    <a:pt x="526465" y="475900"/>
                  </a:lnTo>
                  <a:lnTo>
                    <a:pt x="524543" y="475900"/>
                  </a:lnTo>
                  <a:lnTo>
                    <a:pt x="522622" y="475900"/>
                  </a:lnTo>
                  <a:lnTo>
                    <a:pt x="520700" y="475900"/>
                  </a:lnTo>
                  <a:lnTo>
                    <a:pt x="518779" y="475900"/>
                  </a:lnTo>
                  <a:lnTo>
                    <a:pt x="516858" y="475900"/>
                  </a:lnTo>
                  <a:lnTo>
                    <a:pt x="514936" y="475900"/>
                  </a:lnTo>
                  <a:lnTo>
                    <a:pt x="513015" y="475900"/>
                  </a:lnTo>
                  <a:lnTo>
                    <a:pt x="511093" y="475900"/>
                  </a:lnTo>
                  <a:lnTo>
                    <a:pt x="509172" y="475900"/>
                  </a:lnTo>
                  <a:lnTo>
                    <a:pt x="507250" y="475900"/>
                  </a:lnTo>
                  <a:lnTo>
                    <a:pt x="505329" y="475900"/>
                  </a:lnTo>
                  <a:lnTo>
                    <a:pt x="503408" y="475900"/>
                  </a:lnTo>
                  <a:lnTo>
                    <a:pt x="501486" y="475900"/>
                  </a:lnTo>
                  <a:lnTo>
                    <a:pt x="499565" y="475900"/>
                  </a:lnTo>
                  <a:lnTo>
                    <a:pt x="497643" y="475900"/>
                  </a:lnTo>
                  <a:lnTo>
                    <a:pt x="495722" y="475900"/>
                  </a:lnTo>
                  <a:lnTo>
                    <a:pt x="493801" y="475900"/>
                  </a:lnTo>
                  <a:lnTo>
                    <a:pt x="491879" y="475900"/>
                  </a:lnTo>
                  <a:lnTo>
                    <a:pt x="489958" y="475900"/>
                  </a:lnTo>
                  <a:lnTo>
                    <a:pt x="488036" y="475900"/>
                  </a:lnTo>
                  <a:lnTo>
                    <a:pt x="486115" y="475900"/>
                  </a:lnTo>
                  <a:lnTo>
                    <a:pt x="484194" y="475900"/>
                  </a:lnTo>
                  <a:lnTo>
                    <a:pt x="482272" y="475900"/>
                  </a:lnTo>
                  <a:lnTo>
                    <a:pt x="480351" y="475900"/>
                  </a:lnTo>
                  <a:lnTo>
                    <a:pt x="478429" y="475900"/>
                  </a:lnTo>
                  <a:lnTo>
                    <a:pt x="476508" y="475900"/>
                  </a:lnTo>
                  <a:lnTo>
                    <a:pt x="474587" y="475900"/>
                  </a:lnTo>
                  <a:lnTo>
                    <a:pt x="472665" y="475900"/>
                  </a:lnTo>
                  <a:lnTo>
                    <a:pt x="470744" y="475900"/>
                  </a:lnTo>
                  <a:lnTo>
                    <a:pt x="468822" y="475900"/>
                  </a:lnTo>
                  <a:lnTo>
                    <a:pt x="466901" y="475900"/>
                  </a:lnTo>
                  <a:lnTo>
                    <a:pt x="464980" y="475900"/>
                  </a:lnTo>
                  <a:lnTo>
                    <a:pt x="463058" y="475900"/>
                  </a:lnTo>
                  <a:lnTo>
                    <a:pt x="461137" y="475900"/>
                  </a:lnTo>
                  <a:lnTo>
                    <a:pt x="459215" y="475900"/>
                  </a:lnTo>
                  <a:lnTo>
                    <a:pt x="457294" y="475900"/>
                  </a:lnTo>
                  <a:lnTo>
                    <a:pt x="455373" y="475900"/>
                  </a:lnTo>
                  <a:lnTo>
                    <a:pt x="453451" y="475900"/>
                  </a:lnTo>
                  <a:lnTo>
                    <a:pt x="451530" y="475900"/>
                  </a:lnTo>
                  <a:lnTo>
                    <a:pt x="449608" y="475900"/>
                  </a:lnTo>
                  <a:lnTo>
                    <a:pt x="447687" y="475900"/>
                  </a:lnTo>
                  <a:lnTo>
                    <a:pt x="445766" y="475900"/>
                  </a:lnTo>
                  <a:lnTo>
                    <a:pt x="443844" y="475900"/>
                  </a:lnTo>
                  <a:lnTo>
                    <a:pt x="441923" y="475900"/>
                  </a:lnTo>
                  <a:lnTo>
                    <a:pt x="440001" y="475900"/>
                  </a:lnTo>
                  <a:lnTo>
                    <a:pt x="438080" y="475900"/>
                  </a:lnTo>
                  <a:lnTo>
                    <a:pt x="436159" y="475900"/>
                  </a:lnTo>
                  <a:lnTo>
                    <a:pt x="434237" y="475900"/>
                  </a:lnTo>
                  <a:lnTo>
                    <a:pt x="432316" y="475900"/>
                  </a:lnTo>
                  <a:lnTo>
                    <a:pt x="430394" y="475900"/>
                  </a:lnTo>
                  <a:lnTo>
                    <a:pt x="428473" y="475900"/>
                  </a:lnTo>
                  <a:lnTo>
                    <a:pt x="426551" y="475900"/>
                  </a:lnTo>
                  <a:lnTo>
                    <a:pt x="424630" y="475900"/>
                  </a:lnTo>
                  <a:lnTo>
                    <a:pt x="422709" y="475900"/>
                  </a:lnTo>
                  <a:lnTo>
                    <a:pt x="420787" y="475900"/>
                  </a:lnTo>
                  <a:lnTo>
                    <a:pt x="418866" y="475900"/>
                  </a:lnTo>
                  <a:lnTo>
                    <a:pt x="416944" y="475900"/>
                  </a:lnTo>
                  <a:lnTo>
                    <a:pt x="415023" y="475900"/>
                  </a:lnTo>
                  <a:lnTo>
                    <a:pt x="413102" y="475900"/>
                  </a:lnTo>
                  <a:lnTo>
                    <a:pt x="411180" y="475900"/>
                  </a:lnTo>
                  <a:lnTo>
                    <a:pt x="409259" y="475900"/>
                  </a:lnTo>
                  <a:lnTo>
                    <a:pt x="407337" y="475900"/>
                  </a:lnTo>
                  <a:lnTo>
                    <a:pt x="405416" y="475900"/>
                  </a:lnTo>
                  <a:lnTo>
                    <a:pt x="403495" y="475900"/>
                  </a:lnTo>
                  <a:lnTo>
                    <a:pt x="401573" y="475900"/>
                  </a:lnTo>
                  <a:lnTo>
                    <a:pt x="399652" y="475900"/>
                  </a:lnTo>
                  <a:lnTo>
                    <a:pt x="397730" y="475900"/>
                  </a:lnTo>
                  <a:lnTo>
                    <a:pt x="395809" y="475900"/>
                  </a:lnTo>
                  <a:lnTo>
                    <a:pt x="393888" y="475900"/>
                  </a:lnTo>
                  <a:lnTo>
                    <a:pt x="391966" y="475900"/>
                  </a:lnTo>
                  <a:lnTo>
                    <a:pt x="390045" y="475900"/>
                  </a:lnTo>
                  <a:lnTo>
                    <a:pt x="388123" y="475900"/>
                  </a:lnTo>
                  <a:lnTo>
                    <a:pt x="386202" y="475900"/>
                  </a:lnTo>
                  <a:lnTo>
                    <a:pt x="384281" y="475900"/>
                  </a:lnTo>
                  <a:lnTo>
                    <a:pt x="382359" y="475900"/>
                  </a:lnTo>
                  <a:lnTo>
                    <a:pt x="380438" y="475900"/>
                  </a:lnTo>
                  <a:lnTo>
                    <a:pt x="378516" y="475900"/>
                  </a:lnTo>
                  <a:lnTo>
                    <a:pt x="376595" y="475900"/>
                  </a:lnTo>
                  <a:lnTo>
                    <a:pt x="374674" y="475900"/>
                  </a:lnTo>
                  <a:lnTo>
                    <a:pt x="372752" y="475900"/>
                  </a:lnTo>
                  <a:lnTo>
                    <a:pt x="370831" y="475900"/>
                  </a:lnTo>
                  <a:lnTo>
                    <a:pt x="368909" y="475900"/>
                  </a:lnTo>
                  <a:lnTo>
                    <a:pt x="366988" y="475900"/>
                  </a:lnTo>
                  <a:lnTo>
                    <a:pt x="365067" y="475900"/>
                  </a:lnTo>
                  <a:lnTo>
                    <a:pt x="363145" y="475900"/>
                  </a:lnTo>
                  <a:lnTo>
                    <a:pt x="361224" y="475900"/>
                  </a:lnTo>
                  <a:lnTo>
                    <a:pt x="359302" y="475900"/>
                  </a:lnTo>
                  <a:lnTo>
                    <a:pt x="357381" y="475900"/>
                  </a:lnTo>
                  <a:lnTo>
                    <a:pt x="355459" y="475900"/>
                  </a:lnTo>
                  <a:lnTo>
                    <a:pt x="353538" y="475900"/>
                  </a:lnTo>
                  <a:lnTo>
                    <a:pt x="351617" y="475900"/>
                  </a:lnTo>
                  <a:lnTo>
                    <a:pt x="349695" y="475900"/>
                  </a:lnTo>
                  <a:lnTo>
                    <a:pt x="347774" y="475900"/>
                  </a:lnTo>
                  <a:lnTo>
                    <a:pt x="345852" y="475900"/>
                  </a:lnTo>
                  <a:lnTo>
                    <a:pt x="343931" y="475900"/>
                  </a:lnTo>
                  <a:lnTo>
                    <a:pt x="342010" y="475900"/>
                  </a:lnTo>
                  <a:lnTo>
                    <a:pt x="340088" y="475900"/>
                  </a:lnTo>
                  <a:lnTo>
                    <a:pt x="338167" y="475900"/>
                  </a:lnTo>
                  <a:lnTo>
                    <a:pt x="336245" y="475900"/>
                  </a:lnTo>
                  <a:lnTo>
                    <a:pt x="334324" y="475900"/>
                  </a:lnTo>
                  <a:lnTo>
                    <a:pt x="332403" y="475900"/>
                  </a:lnTo>
                  <a:lnTo>
                    <a:pt x="330481" y="475900"/>
                  </a:lnTo>
                  <a:lnTo>
                    <a:pt x="328560" y="475900"/>
                  </a:lnTo>
                  <a:lnTo>
                    <a:pt x="326638" y="475900"/>
                  </a:lnTo>
                  <a:lnTo>
                    <a:pt x="324717" y="475900"/>
                  </a:lnTo>
                  <a:lnTo>
                    <a:pt x="322796" y="475900"/>
                  </a:lnTo>
                  <a:lnTo>
                    <a:pt x="320874" y="475900"/>
                  </a:lnTo>
                  <a:lnTo>
                    <a:pt x="318953" y="475900"/>
                  </a:lnTo>
                  <a:lnTo>
                    <a:pt x="317031" y="475900"/>
                  </a:lnTo>
                  <a:lnTo>
                    <a:pt x="315110" y="475900"/>
                  </a:lnTo>
                  <a:lnTo>
                    <a:pt x="313189" y="475900"/>
                  </a:lnTo>
                  <a:lnTo>
                    <a:pt x="311267" y="475900"/>
                  </a:lnTo>
                  <a:lnTo>
                    <a:pt x="309346" y="475900"/>
                  </a:lnTo>
                  <a:lnTo>
                    <a:pt x="307424" y="475900"/>
                  </a:lnTo>
                  <a:lnTo>
                    <a:pt x="305503" y="475900"/>
                  </a:lnTo>
                  <a:lnTo>
                    <a:pt x="303582" y="475900"/>
                  </a:lnTo>
                  <a:lnTo>
                    <a:pt x="301660" y="475900"/>
                  </a:lnTo>
                  <a:lnTo>
                    <a:pt x="299739" y="475900"/>
                  </a:lnTo>
                  <a:lnTo>
                    <a:pt x="297817" y="475900"/>
                  </a:lnTo>
                  <a:lnTo>
                    <a:pt x="295896" y="475900"/>
                  </a:lnTo>
                  <a:lnTo>
                    <a:pt x="293975" y="475900"/>
                  </a:lnTo>
                  <a:lnTo>
                    <a:pt x="292053" y="475900"/>
                  </a:lnTo>
                  <a:lnTo>
                    <a:pt x="290132" y="475900"/>
                  </a:lnTo>
                  <a:lnTo>
                    <a:pt x="288210" y="475900"/>
                  </a:lnTo>
                  <a:lnTo>
                    <a:pt x="286289" y="475900"/>
                  </a:lnTo>
                  <a:lnTo>
                    <a:pt x="284367" y="475900"/>
                  </a:lnTo>
                  <a:lnTo>
                    <a:pt x="282446" y="475900"/>
                  </a:lnTo>
                  <a:lnTo>
                    <a:pt x="280525" y="475900"/>
                  </a:lnTo>
                  <a:lnTo>
                    <a:pt x="278603" y="475900"/>
                  </a:lnTo>
                  <a:lnTo>
                    <a:pt x="276682" y="475900"/>
                  </a:lnTo>
                  <a:lnTo>
                    <a:pt x="274760" y="475900"/>
                  </a:lnTo>
                  <a:lnTo>
                    <a:pt x="272839" y="475900"/>
                  </a:lnTo>
                  <a:lnTo>
                    <a:pt x="270918" y="475900"/>
                  </a:lnTo>
                  <a:lnTo>
                    <a:pt x="268996" y="475900"/>
                  </a:lnTo>
                  <a:lnTo>
                    <a:pt x="267075" y="475900"/>
                  </a:lnTo>
                  <a:lnTo>
                    <a:pt x="265153" y="475900"/>
                  </a:lnTo>
                  <a:lnTo>
                    <a:pt x="263232" y="475900"/>
                  </a:lnTo>
                  <a:lnTo>
                    <a:pt x="261311" y="475900"/>
                  </a:lnTo>
                  <a:lnTo>
                    <a:pt x="259389" y="475900"/>
                  </a:lnTo>
                  <a:lnTo>
                    <a:pt x="257468" y="475900"/>
                  </a:lnTo>
                  <a:lnTo>
                    <a:pt x="255546" y="475900"/>
                  </a:lnTo>
                  <a:lnTo>
                    <a:pt x="253625" y="475900"/>
                  </a:lnTo>
                  <a:lnTo>
                    <a:pt x="251704" y="475900"/>
                  </a:lnTo>
                  <a:lnTo>
                    <a:pt x="249782" y="475900"/>
                  </a:lnTo>
                  <a:lnTo>
                    <a:pt x="247861" y="475900"/>
                  </a:lnTo>
                  <a:lnTo>
                    <a:pt x="245939" y="475900"/>
                  </a:lnTo>
                  <a:lnTo>
                    <a:pt x="244018" y="475900"/>
                  </a:lnTo>
                  <a:lnTo>
                    <a:pt x="242097" y="475900"/>
                  </a:lnTo>
                  <a:lnTo>
                    <a:pt x="240175" y="475900"/>
                  </a:lnTo>
                  <a:lnTo>
                    <a:pt x="238254" y="475900"/>
                  </a:lnTo>
                  <a:lnTo>
                    <a:pt x="236332" y="475900"/>
                  </a:lnTo>
                  <a:lnTo>
                    <a:pt x="234411" y="475900"/>
                  </a:lnTo>
                  <a:lnTo>
                    <a:pt x="232490" y="475900"/>
                  </a:lnTo>
                  <a:lnTo>
                    <a:pt x="230568" y="475900"/>
                  </a:lnTo>
                  <a:lnTo>
                    <a:pt x="228647" y="475900"/>
                  </a:lnTo>
                  <a:lnTo>
                    <a:pt x="226725" y="475900"/>
                  </a:lnTo>
                  <a:lnTo>
                    <a:pt x="224804" y="475900"/>
                  </a:lnTo>
                  <a:lnTo>
                    <a:pt x="222883" y="475900"/>
                  </a:lnTo>
                  <a:lnTo>
                    <a:pt x="220961" y="475900"/>
                  </a:lnTo>
                  <a:lnTo>
                    <a:pt x="219040" y="475900"/>
                  </a:lnTo>
                  <a:lnTo>
                    <a:pt x="217118" y="475900"/>
                  </a:lnTo>
                  <a:lnTo>
                    <a:pt x="215197" y="475900"/>
                  </a:lnTo>
                  <a:lnTo>
                    <a:pt x="213275" y="475900"/>
                  </a:lnTo>
                  <a:lnTo>
                    <a:pt x="211354" y="475900"/>
                  </a:lnTo>
                  <a:lnTo>
                    <a:pt x="209433" y="475900"/>
                  </a:lnTo>
                  <a:lnTo>
                    <a:pt x="207511" y="475900"/>
                  </a:lnTo>
                  <a:lnTo>
                    <a:pt x="205590" y="475900"/>
                  </a:lnTo>
                  <a:lnTo>
                    <a:pt x="203668" y="475900"/>
                  </a:lnTo>
                  <a:lnTo>
                    <a:pt x="201747" y="475900"/>
                  </a:lnTo>
                  <a:lnTo>
                    <a:pt x="199826" y="475900"/>
                  </a:lnTo>
                  <a:lnTo>
                    <a:pt x="197904" y="475900"/>
                  </a:lnTo>
                  <a:lnTo>
                    <a:pt x="195983" y="475900"/>
                  </a:lnTo>
                  <a:lnTo>
                    <a:pt x="194061" y="475900"/>
                  </a:lnTo>
                  <a:lnTo>
                    <a:pt x="192140" y="475900"/>
                  </a:lnTo>
                  <a:lnTo>
                    <a:pt x="190219" y="475900"/>
                  </a:lnTo>
                  <a:lnTo>
                    <a:pt x="188297" y="475900"/>
                  </a:lnTo>
                  <a:lnTo>
                    <a:pt x="186376" y="475900"/>
                  </a:lnTo>
                  <a:lnTo>
                    <a:pt x="184454" y="475900"/>
                  </a:lnTo>
                  <a:lnTo>
                    <a:pt x="182533" y="475900"/>
                  </a:lnTo>
                  <a:lnTo>
                    <a:pt x="180612" y="475900"/>
                  </a:lnTo>
                  <a:lnTo>
                    <a:pt x="178690" y="475900"/>
                  </a:lnTo>
                  <a:lnTo>
                    <a:pt x="176769" y="475900"/>
                  </a:lnTo>
                  <a:lnTo>
                    <a:pt x="174847" y="475900"/>
                  </a:lnTo>
                  <a:lnTo>
                    <a:pt x="172926" y="475900"/>
                  </a:lnTo>
                  <a:lnTo>
                    <a:pt x="171005" y="475900"/>
                  </a:lnTo>
                  <a:lnTo>
                    <a:pt x="169083" y="475900"/>
                  </a:lnTo>
                  <a:lnTo>
                    <a:pt x="167162" y="475900"/>
                  </a:lnTo>
                  <a:lnTo>
                    <a:pt x="165240" y="475900"/>
                  </a:lnTo>
                  <a:lnTo>
                    <a:pt x="163319" y="475900"/>
                  </a:lnTo>
                  <a:lnTo>
                    <a:pt x="161398" y="475900"/>
                  </a:lnTo>
                  <a:lnTo>
                    <a:pt x="159476" y="475900"/>
                  </a:lnTo>
                  <a:lnTo>
                    <a:pt x="157555" y="475900"/>
                  </a:lnTo>
                  <a:lnTo>
                    <a:pt x="155633" y="475900"/>
                  </a:lnTo>
                  <a:lnTo>
                    <a:pt x="153712" y="475900"/>
                  </a:lnTo>
                  <a:lnTo>
                    <a:pt x="151791" y="475900"/>
                  </a:lnTo>
                  <a:lnTo>
                    <a:pt x="149869" y="475900"/>
                  </a:lnTo>
                  <a:lnTo>
                    <a:pt x="147948" y="475900"/>
                  </a:lnTo>
                  <a:lnTo>
                    <a:pt x="146026" y="475900"/>
                  </a:lnTo>
                  <a:lnTo>
                    <a:pt x="144105" y="475900"/>
                  </a:lnTo>
                  <a:lnTo>
                    <a:pt x="142183" y="475900"/>
                  </a:lnTo>
                  <a:lnTo>
                    <a:pt x="140262" y="475900"/>
                  </a:lnTo>
                  <a:lnTo>
                    <a:pt x="138341" y="475900"/>
                  </a:lnTo>
                  <a:lnTo>
                    <a:pt x="136419" y="475900"/>
                  </a:lnTo>
                  <a:lnTo>
                    <a:pt x="134498" y="475900"/>
                  </a:lnTo>
                  <a:lnTo>
                    <a:pt x="132576" y="475900"/>
                  </a:lnTo>
                  <a:lnTo>
                    <a:pt x="130655" y="475900"/>
                  </a:lnTo>
                  <a:lnTo>
                    <a:pt x="128734" y="475900"/>
                  </a:lnTo>
                  <a:lnTo>
                    <a:pt x="126812" y="475900"/>
                  </a:lnTo>
                  <a:lnTo>
                    <a:pt x="124891" y="475900"/>
                  </a:lnTo>
                  <a:lnTo>
                    <a:pt x="122969" y="475900"/>
                  </a:lnTo>
                  <a:lnTo>
                    <a:pt x="121048" y="475900"/>
                  </a:lnTo>
                  <a:lnTo>
                    <a:pt x="119127" y="475900"/>
                  </a:lnTo>
                  <a:lnTo>
                    <a:pt x="117205" y="475900"/>
                  </a:lnTo>
                  <a:lnTo>
                    <a:pt x="115284" y="475900"/>
                  </a:lnTo>
                  <a:lnTo>
                    <a:pt x="113362" y="475900"/>
                  </a:lnTo>
                  <a:lnTo>
                    <a:pt x="111441" y="475900"/>
                  </a:lnTo>
                  <a:lnTo>
                    <a:pt x="109520" y="475900"/>
                  </a:lnTo>
                  <a:lnTo>
                    <a:pt x="107598" y="475900"/>
                  </a:lnTo>
                  <a:lnTo>
                    <a:pt x="105677" y="475900"/>
                  </a:lnTo>
                  <a:lnTo>
                    <a:pt x="103755" y="475900"/>
                  </a:lnTo>
                  <a:lnTo>
                    <a:pt x="101834" y="475900"/>
                  </a:lnTo>
                  <a:lnTo>
                    <a:pt x="99913" y="475900"/>
                  </a:lnTo>
                  <a:lnTo>
                    <a:pt x="97991" y="475900"/>
                  </a:lnTo>
                  <a:lnTo>
                    <a:pt x="96070" y="475900"/>
                  </a:lnTo>
                  <a:lnTo>
                    <a:pt x="94148" y="475900"/>
                  </a:lnTo>
                  <a:lnTo>
                    <a:pt x="92227" y="475900"/>
                  </a:lnTo>
                  <a:lnTo>
                    <a:pt x="90306" y="475900"/>
                  </a:lnTo>
                  <a:lnTo>
                    <a:pt x="88384" y="475900"/>
                  </a:lnTo>
                  <a:lnTo>
                    <a:pt x="86463" y="475900"/>
                  </a:lnTo>
                  <a:lnTo>
                    <a:pt x="84541" y="475900"/>
                  </a:lnTo>
                  <a:lnTo>
                    <a:pt x="82620" y="475900"/>
                  </a:lnTo>
                  <a:lnTo>
                    <a:pt x="80699" y="475900"/>
                  </a:lnTo>
                  <a:lnTo>
                    <a:pt x="78777" y="475900"/>
                  </a:lnTo>
                  <a:lnTo>
                    <a:pt x="76856" y="475900"/>
                  </a:lnTo>
                  <a:lnTo>
                    <a:pt x="74934" y="475900"/>
                  </a:lnTo>
                  <a:lnTo>
                    <a:pt x="73013" y="475900"/>
                  </a:lnTo>
                  <a:lnTo>
                    <a:pt x="71091" y="475900"/>
                  </a:lnTo>
                  <a:lnTo>
                    <a:pt x="69170" y="475900"/>
                  </a:lnTo>
                  <a:lnTo>
                    <a:pt x="67249" y="475900"/>
                  </a:lnTo>
                  <a:lnTo>
                    <a:pt x="65327" y="475900"/>
                  </a:lnTo>
                  <a:lnTo>
                    <a:pt x="63406" y="475900"/>
                  </a:lnTo>
                  <a:lnTo>
                    <a:pt x="61484" y="475900"/>
                  </a:lnTo>
                  <a:lnTo>
                    <a:pt x="59563" y="475900"/>
                  </a:lnTo>
                  <a:lnTo>
                    <a:pt x="57642" y="475900"/>
                  </a:lnTo>
                  <a:lnTo>
                    <a:pt x="55720" y="475900"/>
                  </a:lnTo>
                  <a:lnTo>
                    <a:pt x="53799" y="475900"/>
                  </a:lnTo>
                  <a:lnTo>
                    <a:pt x="51877" y="475900"/>
                  </a:lnTo>
                  <a:lnTo>
                    <a:pt x="49956" y="475900"/>
                  </a:lnTo>
                  <a:lnTo>
                    <a:pt x="48035" y="475900"/>
                  </a:lnTo>
                  <a:lnTo>
                    <a:pt x="46113" y="475900"/>
                  </a:lnTo>
                  <a:lnTo>
                    <a:pt x="44192" y="475900"/>
                  </a:lnTo>
                  <a:lnTo>
                    <a:pt x="42270" y="475900"/>
                  </a:lnTo>
                  <a:lnTo>
                    <a:pt x="40349" y="475900"/>
                  </a:lnTo>
                  <a:lnTo>
                    <a:pt x="38428" y="475900"/>
                  </a:lnTo>
                  <a:lnTo>
                    <a:pt x="36506" y="475900"/>
                  </a:lnTo>
                  <a:lnTo>
                    <a:pt x="34585" y="475900"/>
                  </a:lnTo>
                  <a:lnTo>
                    <a:pt x="32663" y="475900"/>
                  </a:lnTo>
                  <a:lnTo>
                    <a:pt x="30742" y="475900"/>
                  </a:lnTo>
                  <a:lnTo>
                    <a:pt x="28821" y="475900"/>
                  </a:lnTo>
                  <a:lnTo>
                    <a:pt x="26899" y="475900"/>
                  </a:lnTo>
                  <a:lnTo>
                    <a:pt x="24978" y="475900"/>
                  </a:lnTo>
                  <a:lnTo>
                    <a:pt x="23056" y="475900"/>
                  </a:lnTo>
                  <a:lnTo>
                    <a:pt x="21135" y="475900"/>
                  </a:lnTo>
                  <a:lnTo>
                    <a:pt x="19214" y="475900"/>
                  </a:lnTo>
                  <a:lnTo>
                    <a:pt x="17292" y="475900"/>
                  </a:lnTo>
                  <a:lnTo>
                    <a:pt x="15371" y="475900"/>
                  </a:lnTo>
                  <a:lnTo>
                    <a:pt x="13449" y="475900"/>
                  </a:lnTo>
                  <a:lnTo>
                    <a:pt x="11528" y="475900"/>
                  </a:lnTo>
                  <a:lnTo>
                    <a:pt x="9607" y="475900"/>
                  </a:lnTo>
                  <a:lnTo>
                    <a:pt x="7685" y="475900"/>
                  </a:lnTo>
                  <a:lnTo>
                    <a:pt x="5764" y="475900"/>
                  </a:lnTo>
                  <a:lnTo>
                    <a:pt x="3842" y="475900"/>
                  </a:lnTo>
                  <a:lnTo>
                    <a:pt x="1921" y="47590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6686962" y="2307122"/>
              <a:ext cx="981838" cy="475900"/>
            </a:xfrm>
            <a:custGeom>
              <a:avLst/>
              <a:pathLst>
                <a:path w="981838" h="475900">
                  <a:moveTo>
                    <a:pt x="0" y="475900"/>
                  </a:moveTo>
                  <a:lnTo>
                    <a:pt x="1921" y="475900"/>
                  </a:lnTo>
                  <a:lnTo>
                    <a:pt x="3842" y="475900"/>
                  </a:lnTo>
                  <a:lnTo>
                    <a:pt x="5764" y="475900"/>
                  </a:lnTo>
                  <a:lnTo>
                    <a:pt x="7685" y="475900"/>
                  </a:lnTo>
                  <a:lnTo>
                    <a:pt x="9607" y="475900"/>
                  </a:lnTo>
                  <a:lnTo>
                    <a:pt x="11528" y="475900"/>
                  </a:lnTo>
                  <a:lnTo>
                    <a:pt x="13449" y="475900"/>
                  </a:lnTo>
                  <a:lnTo>
                    <a:pt x="15371" y="475900"/>
                  </a:lnTo>
                  <a:lnTo>
                    <a:pt x="17292" y="475900"/>
                  </a:lnTo>
                  <a:lnTo>
                    <a:pt x="19214" y="475900"/>
                  </a:lnTo>
                  <a:lnTo>
                    <a:pt x="21135" y="475900"/>
                  </a:lnTo>
                  <a:lnTo>
                    <a:pt x="23056" y="475900"/>
                  </a:lnTo>
                  <a:lnTo>
                    <a:pt x="24978" y="475900"/>
                  </a:lnTo>
                  <a:lnTo>
                    <a:pt x="26899" y="475900"/>
                  </a:lnTo>
                  <a:lnTo>
                    <a:pt x="28821" y="475900"/>
                  </a:lnTo>
                  <a:lnTo>
                    <a:pt x="30742" y="475900"/>
                  </a:lnTo>
                  <a:lnTo>
                    <a:pt x="32663" y="475899"/>
                  </a:lnTo>
                  <a:lnTo>
                    <a:pt x="34585" y="475899"/>
                  </a:lnTo>
                  <a:lnTo>
                    <a:pt x="36506" y="475898"/>
                  </a:lnTo>
                  <a:lnTo>
                    <a:pt x="38428" y="475895"/>
                  </a:lnTo>
                  <a:lnTo>
                    <a:pt x="40349" y="475891"/>
                  </a:lnTo>
                  <a:lnTo>
                    <a:pt x="42270" y="475884"/>
                  </a:lnTo>
                  <a:lnTo>
                    <a:pt x="44192" y="475870"/>
                  </a:lnTo>
                  <a:lnTo>
                    <a:pt x="46113" y="475844"/>
                  </a:lnTo>
                  <a:lnTo>
                    <a:pt x="48035" y="475800"/>
                  </a:lnTo>
                  <a:lnTo>
                    <a:pt x="49956" y="475725"/>
                  </a:lnTo>
                  <a:lnTo>
                    <a:pt x="51877" y="475602"/>
                  </a:lnTo>
                  <a:lnTo>
                    <a:pt x="53799" y="475404"/>
                  </a:lnTo>
                  <a:lnTo>
                    <a:pt x="55720" y="475094"/>
                  </a:lnTo>
                  <a:lnTo>
                    <a:pt x="57642" y="474622"/>
                  </a:lnTo>
                  <a:lnTo>
                    <a:pt x="59563" y="473917"/>
                  </a:lnTo>
                  <a:lnTo>
                    <a:pt x="61484" y="472890"/>
                  </a:lnTo>
                  <a:lnTo>
                    <a:pt x="63406" y="471408"/>
                  </a:lnTo>
                  <a:lnTo>
                    <a:pt x="65327" y="469269"/>
                  </a:lnTo>
                  <a:lnTo>
                    <a:pt x="67249" y="466335"/>
                  </a:lnTo>
                  <a:lnTo>
                    <a:pt x="69170" y="462405"/>
                  </a:lnTo>
                  <a:lnTo>
                    <a:pt x="71091" y="457270"/>
                  </a:lnTo>
                  <a:lnTo>
                    <a:pt x="73013" y="450716"/>
                  </a:lnTo>
                  <a:lnTo>
                    <a:pt x="74934" y="442544"/>
                  </a:lnTo>
                  <a:lnTo>
                    <a:pt x="76856" y="432583"/>
                  </a:lnTo>
                  <a:lnTo>
                    <a:pt x="78777" y="420707"/>
                  </a:lnTo>
                  <a:lnTo>
                    <a:pt x="80699" y="406855"/>
                  </a:lnTo>
                  <a:lnTo>
                    <a:pt x="82620" y="391041"/>
                  </a:lnTo>
                  <a:lnTo>
                    <a:pt x="84541" y="373243"/>
                  </a:lnTo>
                  <a:lnTo>
                    <a:pt x="86463" y="353779"/>
                  </a:lnTo>
                  <a:lnTo>
                    <a:pt x="88384" y="333025"/>
                  </a:lnTo>
                  <a:lnTo>
                    <a:pt x="90306" y="311345"/>
                  </a:lnTo>
                  <a:lnTo>
                    <a:pt x="92227" y="289135"/>
                  </a:lnTo>
                  <a:lnTo>
                    <a:pt x="94148" y="266802"/>
                  </a:lnTo>
                  <a:lnTo>
                    <a:pt x="96070" y="244739"/>
                  </a:lnTo>
                  <a:lnTo>
                    <a:pt x="97991" y="223300"/>
                  </a:lnTo>
                  <a:lnTo>
                    <a:pt x="99913" y="202786"/>
                  </a:lnTo>
                  <a:lnTo>
                    <a:pt x="101834" y="183430"/>
                  </a:lnTo>
                  <a:lnTo>
                    <a:pt x="103755" y="165400"/>
                  </a:lnTo>
                  <a:lnTo>
                    <a:pt x="105677" y="148928"/>
                  </a:lnTo>
                  <a:lnTo>
                    <a:pt x="107598" y="133861"/>
                  </a:lnTo>
                  <a:lnTo>
                    <a:pt x="109520" y="120135"/>
                  </a:lnTo>
                  <a:lnTo>
                    <a:pt x="111441" y="107643"/>
                  </a:lnTo>
                  <a:lnTo>
                    <a:pt x="113362" y="96241"/>
                  </a:lnTo>
                  <a:lnTo>
                    <a:pt x="115284" y="85761"/>
                  </a:lnTo>
                  <a:lnTo>
                    <a:pt x="117205" y="76021"/>
                  </a:lnTo>
                  <a:lnTo>
                    <a:pt x="119127" y="66840"/>
                  </a:lnTo>
                  <a:lnTo>
                    <a:pt x="121048" y="58050"/>
                  </a:lnTo>
                  <a:lnTo>
                    <a:pt x="122969" y="49516"/>
                  </a:lnTo>
                  <a:lnTo>
                    <a:pt x="124891" y="41160"/>
                  </a:lnTo>
                  <a:lnTo>
                    <a:pt x="126812" y="32984"/>
                  </a:lnTo>
                  <a:lnTo>
                    <a:pt x="128734" y="25088"/>
                  </a:lnTo>
                  <a:lnTo>
                    <a:pt x="130655" y="17676"/>
                  </a:lnTo>
                  <a:lnTo>
                    <a:pt x="132576" y="11049"/>
                  </a:lnTo>
                  <a:lnTo>
                    <a:pt x="134498" y="5590"/>
                  </a:lnTo>
                  <a:lnTo>
                    <a:pt x="136419" y="1747"/>
                  </a:lnTo>
                  <a:lnTo>
                    <a:pt x="138341" y="0"/>
                  </a:lnTo>
                  <a:lnTo>
                    <a:pt x="140262" y="831"/>
                  </a:lnTo>
                  <a:lnTo>
                    <a:pt x="142183" y="4690"/>
                  </a:lnTo>
                  <a:lnTo>
                    <a:pt x="144105" y="11950"/>
                  </a:lnTo>
                  <a:lnTo>
                    <a:pt x="146026" y="23244"/>
                  </a:lnTo>
                  <a:lnTo>
                    <a:pt x="147948" y="38375"/>
                  </a:lnTo>
                  <a:lnTo>
                    <a:pt x="149869" y="57167"/>
                  </a:lnTo>
                  <a:lnTo>
                    <a:pt x="151791" y="79347"/>
                  </a:lnTo>
                  <a:lnTo>
                    <a:pt x="153712" y="104495"/>
                  </a:lnTo>
                  <a:lnTo>
                    <a:pt x="155633" y="132060"/>
                  </a:lnTo>
                  <a:lnTo>
                    <a:pt x="157555" y="161398"/>
                  </a:lnTo>
                  <a:lnTo>
                    <a:pt x="159476" y="191801"/>
                  </a:lnTo>
                  <a:lnTo>
                    <a:pt x="161398" y="222544"/>
                  </a:lnTo>
                  <a:lnTo>
                    <a:pt x="163319" y="252917"/>
                  </a:lnTo>
                  <a:lnTo>
                    <a:pt x="165240" y="282221"/>
                  </a:lnTo>
                  <a:lnTo>
                    <a:pt x="167162" y="309719"/>
                  </a:lnTo>
                  <a:lnTo>
                    <a:pt x="169083" y="335100"/>
                  </a:lnTo>
                  <a:lnTo>
                    <a:pt x="171005" y="358085"/>
                  </a:lnTo>
                  <a:lnTo>
                    <a:pt x="172926" y="378519"/>
                  </a:lnTo>
                  <a:lnTo>
                    <a:pt x="174847" y="396358"/>
                  </a:lnTo>
                  <a:lnTo>
                    <a:pt x="176769" y="411656"/>
                  </a:lnTo>
                  <a:lnTo>
                    <a:pt x="178690" y="424548"/>
                  </a:lnTo>
                  <a:lnTo>
                    <a:pt x="180612" y="435227"/>
                  </a:lnTo>
                  <a:lnTo>
                    <a:pt x="182533" y="443925"/>
                  </a:lnTo>
                  <a:lnTo>
                    <a:pt x="184454" y="450896"/>
                  </a:lnTo>
                  <a:lnTo>
                    <a:pt x="186376" y="456310"/>
                  </a:lnTo>
                  <a:lnTo>
                    <a:pt x="188297" y="460494"/>
                  </a:lnTo>
                  <a:lnTo>
                    <a:pt x="190219" y="463724"/>
                  </a:lnTo>
                  <a:lnTo>
                    <a:pt x="192140" y="466191"/>
                  </a:lnTo>
                  <a:lnTo>
                    <a:pt x="194061" y="468053"/>
                  </a:lnTo>
                  <a:lnTo>
                    <a:pt x="195983" y="469445"/>
                  </a:lnTo>
                  <a:lnTo>
                    <a:pt x="197904" y="470477"/>
                  </a:lnTo>
                  <a:lnTo>
                    <a:pt x="199826" y="471236"/>
                  </a:lnTo>
                  <a:lnTo>
                    <a:pt x="201747" y="471791"/>
                  </a:lnTo>
                  <a:lnTo>
                    <a:pt x="203668" y="472194"/>
                  </a:lnTo>
                  <a:lnTo>
                    <a:pt x="205590" y="472485"/>
                  </a:lnTo>
                  <a:lnTo>
                    <a:pt x="207511" y="472686"/>
                  </a:lnTo>
                  <a:lnTo>
                    <a:pt x="209433" y="472830"/>
                  </a:lnTo>
                  <a:lnTo>
                    <a:pt x="211354" y="472929"/>
                  </a:lnTo>
                  <a:lnTo>
                    <a:pt x="213275" y="472992"/>
                  </a:lnTo>
                  <a:lnTo>
                    <a:pt x="215197" y="473027"/>
                  </a:lnTo>
                  <a:lnTo>
                    <a:pt x="217118" y="473040"/>
                  </a:lnTo>
                  <a:lnTo>
                    <a:pt x="219040" y="473037"/>
                  </a:lnTo>
                  <a:lnTo>
                    <a:pt x="220961" y="473021"/>
                  </a:lnTo>
                  <a:lnTo>
                    <a:pt x="222883" y="472999"/>
                  </a:lnTo>
                  <a:lnTo>
                    <a:pt x="224804" y="472975"/>
                  </a:lnTo>
                  <a:lnTo>
                    <a:pt x="226725" y="472954"/>
                  </a:lnTo>
                  <a:lnTo>
                    <a:pt x="228647" y="472939"/>
                  </a:lnTo>
                  <a:lnTo>
                    <a:pt x="230568" y="472929"/>
                  </a:lnTo>
                  <a:lnTo>
                    <a:pt x="232490" y="472921"/>
                  </a:lnTo>
                  <a:lnTo>
                    <a:pt x="234411" y="472909"/>
                  </a:lnTo>
                  <a:lnTo>
                    <a:pt x="236332" y="472883"/>
                  </a:lnTo>
                  <a:lnTo>
                    <a:pt x="238254" y="472830"/>
                  </a:lnTo>
                  <a:lnTo>
                    <a:pt x="240175" y="472736"/>
                  </a:lnTo>
                  <a:lnTo>
                    <a:pt x="242097" y="472585"/>
                  </a:lnTo>
                  <a:lnTo>
                    <a:pt x="244018" y="472362"/>
                  </a:lnTo>
                  <a:lnTo>
                    <a:pt x="245939" y="472051"/>
                  </a:lnTo>
                  <a:lnTo>
                    <a:pt x="247861" y="471630"/>
                  </a:lnTo>
                  <a:lnTo>
                    <a:pt x="249782" y="471095"/>
                  </a:lnTo>
                  <a:lnTo>
                    <a:pt x="251704" y="470441"/>
                  </a:lnTo>
                  <a:lnTo>
                    <a:pt x="253625" y="469666"/>
                  </a:lnTo>
                  <a:lnTo>
                    <a:pt x="255546" y="468770"/>
                  </a:lnTo>
                  <a:lnTo>
                    <a:pt x="257468" y="467754"/>
                  </a:lnTo>
                  <a:lnTo>
                    <a:pt x="259389" y="466623"/>
                  </a:lnTo>
                  <a:lnTo>
                    <a:pt x="261311" y="465382"/>
                  </a:lnTo>
                  <a:lnTo>
                    <a:pt x="263232" y="464037"/>
                  </a:lnTo>
                  <a:lnTo>
                    <a:pt x="265153" y="462594"/>
                  </a:lnTo>
                  <a:lnTo>
                    <a:pt x="267075" y="461059"/>
                  </a:lnTo>
                  <a:lnTo>
                    <a:pt x="268996" y="459436"/>
                  </a:lnTo>
                  <a:lnTo>
                    <a:pt x="270918" y="457741"/>
                  </a:lnTo>
                  <a:lnTo>
                    <a:pt x="272839" y="455985"/>
                  </a:lnTo>
                  <a:lnTo>
                    <a:pt x="274760" y="454180"/>
                  </a:lnTo>
                  <a:lnTo>
                    <a:pt x="276682" y="452338"/>
                  </a:lnTo>
                  <a:lnTo>
                    <a:pt x="278603" y="450473"/>
                  </a:lnTo>
                  <a:lnTo>
                    <a:pt x="280525" y="448599"/>
                  </a:lnTo>
                  <a:lnTo>
                    <a:pt x="282446" y="446727"/>
                  </a:lnTo>
                  <a:lnTo>
                    <a:pt x="284367" y="444868"/>
                  </a:lnTo>
                  <a:lnTo>
                    <a:pt x="286289" y="443029"/>
                  </a:lnTo>
                  <a:lnTo>
                    <a:pt x="288210" y="441214"/>
                  </a:lnTo>
                  <a:lnTo>
                    <a:pt x="290132" y="439418"/>
                  </a:lnTo>
                  <a:lnTo>
                    <a:pt x="292053" y="437627"/>
                  </a:lnTo>
                  <a:lnTo>
                    <a:pt x="293975" y="435830"/>
                  </a:lnTo>
                  <a:lnTo>
                    <a:pt x="295896" y="434010"/>
                  </a:lnTo>
                  <a:lnTo>
                    <a:pt x="297817" y="432153"/>
                  </a:lnTo>
                  <a:lnTo>
                    <a:pt x="299739" y="430252"/>
                  </a:lnTo>
                  <a:lnTo>
                    <a:pt x="301660" y="428305"/>
                  </a:lnTo>
                  <a:lnTo>
                    <a:pt x="303582" y="426323"/>
                  </a:lnTo>
                  <a:lnTo>
                    <a:pt x="305503" y="424329"/>
                  </a:lnTo>
                  <a:lnTo>
                    <a:pt x="307424" y="422361"/>
                  </a:lnTo>
                  <a:lnTo>
                    <a:pt x="309346" y="420490"/>
                  </a:lnTo>
                  <a:lnTo>
                    <a:pt x="311267" y="418778"/>
                  </a:lnTo>
                  <a:lnTo>
                    <a:pt x="313189" y="417299"/>
                  </a:lnTo>
                  <a:lnTo>
                    <a:pt x="315110" y="416125"/>
                  </a:lnTo>
                  <a:lnTo>
                    <a:pt x="317031" y="415324"/>
                  </a:lnTo>
                  <a:lnTo>
                    <a:pt x="318953" y="414954"/>
                  </a:lnTo>
                  <a:lnTo>
                    <a:pt x="320874" y="415059"/>
                  </a:lnTo>
                  <a:lnTo>
                    <a:pt x="322796" y="415667"/>
                  </a:lnTo>
                  <a:lnTo>
                    <a:pt x="324717" y="416787"/>
                  </a:lnTo>
                  <a:lnTo>
                    <a:pt x="326638" y="418407"/>
                  </a:lnTo>
                  <a:lnTo>
                    <a:pt x="328560" y="420517"/>
                  </a:lnTo>
                  <a:lnTo>
                    <a:pt x="330481" y="423071"/>
                  </a:lnTo>
                  <a:lnTo>
                    <a:pt x="332403" y="425968"/>
                  </a:lnTo>
                  <a:lnTo>
                    <a:pt x="334324" y="429133"/>
                  </a:lnTo>
                  <a:lnTo>
                    <a:pt x="336245" y="432483"/>
                  </a:lnTo>
                  <a:lnTo>
                    <a:pt x="338167" y="435937"/>
                  </a:lnTo>
                  <a:lnTo>
                    <a:pt x="340088" y="439411"/>
                  </a:lnTo>
                  <a:lnTo>
                    <a:pt x="342010" y="442830"/>
                  </a:lnTo>
                  <a:lnTo>
                    <a:pt x="343931" y="446123"/>
                  </a:lnTo>
                  <a:lnTo>
                    <a:pt x="345852" y="449232"/>
                  </a:lnTo>
                  <a:lnTo>
                    <a:pt x="347774" y="452110"/>
                  </a:lnTo>
                  <a:lnTo>
                    <a:pt x="349695" y="454698"/>
                  </a:lnTo>
                  <a:lnTo>
                    <a:pt x="351617" y="456995"/>
                  </a:lnTo>
                  <a:lnTo>
                    <a:pt x="353538" y="459007"/>
                  </a:lnTo>
                  <a:lnTo>
                    <a:pt x="355459" y="460747"/>
                  </a:lnTo>
                  <a:lnTo>
                    <a:pt x="357381" y="462232"/>
                  </a:lnTo>
                  <a:lnTo>
                    <a:pt x="359302" y="463491"/>
                  </a:lnTo>
                  <a:lnTo>
                    <a:pt x="361224" y="464552"/>
                  </a:lnTo>
                  <a:lnTo>
                    <a:pt x="363145" y="465447"/>
                  </a:lnTo>
                  <a:lnTo>
                    <a:pt x="365067" y="466208"/>
                  </a:lnTo>
                  <a:lnTo>
                    <a:pt x="366988" y="466863"/>
                  </a:lnTo>
                  <a:lnTo>
                    <a:pt x="368909" y="467435"/>
                  </a:lnTo>
                  <a:lnTo>
                    <a:pt x="370831" y="467944"/>
                  </a:lnTo>
                  <a:lnTo>
                    <a:pt x="372752" y="468412"/>
                  </a:lnTo>
                  <a:lnTo>
                    <a:pt x="374674" y="468849"/>
                  </a:lnTo>
                  <a:lnTo>
                    <a:pt x="376595" y="469262"/>
                  </a:lnTo>
                  <a:lnTo>
                    <a:pt x="378516" y="469654"/>
                  </a:lnTo>
                  <a:lnTo>
                    <a:pt x="380438" y="470027"/>
                  </a:lnTo>
                  <a:lnTo>
                    <a:pt x="382359" y="470381"/>
                  </a:lnTo>
                  <a:lnTo>
                    <a:pt x="384281" y="470713"/>
                  </a:lnTo>
                  <a:lnTo>
                    <a:pt x="386202" y="471022"/>
                  </a:lnTo>
                  <a:lnTo>
                    <a:pt x="388123" y="471306"/>
                  </a:lnTo>
                  <a:lnTo>
                    <a:pt x="390045" y="471563"/>
                  </a:lnTo>
                  <a:lnTo>
                    <a:pt x="391966" y="471794"/>
                  </a:lnTo>
                  <a:lnTo>
                    <a:pt x="393888" y="472003"/>
                  </a:lnTo>
                  <a:lnTo>
                    <a:pt x="395809" y="472192"/>
                  </a:lnTo>
                  <a:lnTo>
                    <a:pt x="397730" y="472366"/>
                  </a:lnTo>
                  <a:lnTo>
                    <a:pt x="399652" y="472529"/>
                  </a:lnTo>
                  <a:lnTo>
                    <a:pt x="401573" y="472686"/>
                  </a:lnTo>
                  <a:lnTo>
                    <a:pt x="403495" y="472840"/>
                  </a:lnTo>
                  <a:lnTo>
                    <a:pt x="405416" y="472992"/>
                  </a:lnTo>
                  <a:lnTo>
                    <a:pt x="407337" y="473143"/>
                  </a:lnTo>
                  <a:lnTo>
                    <a:pt x="409259" y="473292"/>
                  </a:lnTo>
                  <a:lnTo>
                    <a:pt x="411180" y="473438"/>
                  </a:lnTo>
                  <a:lnTo>
                    <a:pt x="413102" y="473577"/>
                  </a:lnTo>
                  <a:lnTo>
                    <a:pt x="415023" y="473708"/>
                  </a:lnTo>
                  <a:lnTo>
                    <a:pt x="416944" y="473829"/>
                  </a:lnTo>
                  <a:lnTo>
                    <a:pt x="418866" y="473941"/>
                  </a:lnTo>
                  <a:lnTo>
                    <a:pt x="420787" y="474044"/>
                  </a:lnTo>
                  <a:lnTo>
                    <a:pt x="422709" y="474140"/>
                  </a:lnTo>
                  <a:lnTo>
                    <a:pt x="424630" y="474232"/>
                  </a:lnTo>
                  <a:lnTo>
                    <a:pt x="426551" y="474322"/>
                  </a:lnTo>
                  <a:lnTo>
                    <a:pt x="428473" y="474414"/>
                  </a:lnTo>
                  <a:lnTo>
                    <a:pt x="430394" y="474508"/>
                  </a:lnTo>
                  <a:lnTo>
                    <a:pt x="432316" y="474606"/>
                  </a:lnTo>
                  <a:lnTo>
                    <a:pt x="434237" y="474705"/>
                  </a:lnTo>
                  <a:lnTo>
                    <a:pt x="436159" y="474803"/>
                  </a:lnTo>
                  <a:lnTo>
                    <a:pt x="438080" y="474897"/>
                  </a:lnTo>
                  <a:lnTo>
                    <a:pt x="440001" y="474982"/>
                  </a:lnTo>
                  <a:lnTo>
                    <a:pt x="441923" y="475053"/>
                  </a:lnTo>
                  <a:lnTo>
                    <a:pt x="443844" y="475107"/>
                  </a:lnTo>
                  <a:lnTo>
                    <a:pt x="445766" y="475141"/>
                  </a:lnTo>
                  <a:lnTo>
                    <a:pt x="447687" y="475154"/>
                  </a:lnTo>
                  <a:lnTo>
                    <a:pt x="449608" y="475143"/>
                  </a:lnTo>
                  <a:lnTo>
                    <a:pt x="451530" y="475111"/>
                  </a:lnTo>
                  <a:lnTo>
                    <a:pt x="453451" y="475061"/>
                  </a:lnTo>
                  <a:lnTo>
                    <a:pt x="455373" y="475000"/>
                  </a:lnTo>
                  <a:lnTo>
                    <a:pt x="457294" y="474934"/>
                  </a:lnTo>
                  <a:lnTo>
                    <a:pt x="459215" y="474869"/>
                  </a:lnTo>
                  <a:lnTo>
                    <a:pt x="461137" y="474811"/>
                  </a:lnTo>
                  <a:lnTo>
                    <a:pt x="463058" y="474767"/>
                  </a:lnTo>
                  <a:lnTo>
                    <a:pt x="464980" y="474742"/>
                  </a:lnTo>
                  <a:lnTo>
                    <a:pt x="466901" y="474737"/>
                  </a:lnTo>
                  <a:lnTo>
                    <a:pt x="468822" y="474756"/>
                  </a:lnTo>
                  <a:lnTo>
                    <a:pt x="470744" y="474798"/>
                  </a:lnTo>
                  <a:lnTo>
                    <a:pt x="472665" y="474863"/>
                  </a:lnTo>
                  <a:lnTo>
                    <a:pt x="474587" y="474943"/>
                  </a:lnTo>
                  <a:lnTo>
                    <a:pt x="476508" y="475035"/>
                  </a:lnTo>
                  <a:lnTo>
                    <a:pt x="478429" y="475133"/>
                  </a:lnTo>
                  <a:lnTo>
                    <a:pt x="480351" y="475231"/>
                  </a:lnTo>
                  <a:lnTo>
                    <a:pt x="482272" y="475323"/>
                  </a:lnTo>
                  <a:lnTo>
                    <a:pt x="484194" y="475406"/>
                  </a:lnTo>
                  <a:lnTo>
                    <a:pt x="486115" y="475474"/>
                  </a:lnTo>
                  <a:lnTo>
                    <a:pt x="488036" y="475524"/>
                  </a:lnTo>
                  <a:lnTo>
                    <a:pt x="489958" y="475552"/>
                  </a:lnTo>
                  <a:lnTo>
                    <a:pt x="491879" y="475556"/>
                  </a:lnTo>
                  <a:lnTo>
                    <a:pt x="493801" y="475532"/>
                  </a:lnTo>
                  <a:lnTo>
                    <a:pt x="495722" y="475482"/>
                  </a:lnTo>
                  <a:lnTo>
                    <a:pt x="497643" y="475404"/>
                  </a:lnTo>
                  <a:lnTo>
                    <a:pt x="499565" y="475299"/>
                  </a:lnTo>
                  <a:lnTo>
                    <a:pt x="501486" y="475169"/>
                  </a:lnTo>
                  <a:lnTo>
                    <a:pt x="503408" y="475015"/>
                  </a:lnTo>
                  <a:lnTo>
                    <a:pt x="505329" y="474842"/>
                  </a:lnTo>
                  <a:lnTo>
                    <a:pt x="507250" y="474654"/>
                  </a:lnTo>
                  <a:lnTo>
                    <a:pt x="509172" y="474458"/>
                  </a:lnTo>
                  <a:lnTo>
                    <a:pt x="511093" y="474261"/>
                  </a:lnTo>
                  <a:lnTo>
                    <a:pt x="513015" y="474072"/>
                  </a:lnTo>
                  <a:lnTo>
                    <a:pt x="514936" y="473900"/>
                  </a:lnTo>
                  <a:lnTo>
                    <a:pt x="516858" y="473750"/>
                  </a:lnTo>
                  <a:lnTo>
                    <a:pt x="518779" y="473628"/>
                  </a:lnTo>
                  <a:lnTo>
                    <a:pt x="520700" y="473536"/>
                  </a:lnTo>
                  <a:lnTo>
                    <a:pt x="522622" y="473474"/>
                  </a:lnTo>
                  <a:lnTo>
                    <a:pt x="524543" y="473442"/>
                  </a:lnTo>
                  <a:lnTo>
                    <a:pt x="526465" y="473433"/>
                  </a:lnTo>
                  <a:lnTo>
                    <a:pt x="528386" y="473442"/>
                  </a:lnTo>
                  <a:lnTo>
                    <a:pt x="530307" y="473462"/>
                  </a:lnTo>
                  <a:lnTo>
                    <a:pt x="532229" y="473486"/>
                  </a:lnTo>
                  <a:lnTo>
                    <a:pt x="534150" y="473504"/>
                  </a:lnTo>
                  <a:lnTo>
                    <a:pt x="536072" y="473514"/>
                  </a:lnTo>
                  <a:lnTo>
                    <a:pt x="537993" y="473513"/>
                  </a:lnTo>
                  <a:lnTo>
                    <a:pt x="539914" y="473502"/>
                  </a:lnTo>
                  <a:lnTo>
                    <a:pt x="541836" y="473484"/>
                  </a:lnTo>
                  <a:lnTo>
                    <a:pt x="543757" y="473465"/>
                  </a:lnTo>
                  <a:lnTo>
                    <a:pt x="545679" y="473452"/>
                  </a:lnTo>
                  <a:lnTo>
                    <a:pt x="547600" y="473451"/>
                  </a:lnTo>
                  <a:lnTo>
                    <a:pt x="549521" y="473470"/>
                  </a:lnTo>
                  <a:lnTo>
                    <a:pt x="551443" y="473515"/>
                  </a:lnTo>
                  <a:lnTo>
                    <a:pt x="553364" y="473591"/>
                  </a:lnTo>
                  <a:lnTo>
                    <a:pt x="555286" y="473699"/>
                  </a:lnTo>
                  <a:lnTo>
                    <a:pt x="557207" y="473835"/>
                  </a:lnTo>
                  <a:lnTo>
                    <a:pt x="559128" y="473996"/>
                  </a:lnTo>
                  <a:lnTo>
                    <a:pt x="561050" y="474175"/>
                  </a:lnTo>
                  <a:lnTo>
                    <a:pt x="562971" y="474367"/>
                  </a:lnTo>
                  <a:lnTo>
                    <a:pt x="564893" y="474563"/>
                  </a:lnTo>
                  <a:lnTo>
                    <a:pt x="566814" y="474757"/>
                  </a:lnTo>
                  <a:lnTo>
                    <a:pt x="568735" y="474943"/>
                  </a:lnTo>
                  <a:lnTo>
                    <a:pt x="570657" y="475115"/>
                  </a:lnTo>
                  <a:lnTo>
                    <a:pt x="572578" y="475269"/>
                  </a:lnTo>
                  <a:lnTo>
                    <a:pt x="574500" y="475401"/>
                  </a:lnTo>
                  <a:lnTo>
                    <a:pt x="576421" y="475512"/>
                  </a:lnTo>
                  <a:lnTo>
                    <a:pt x="578342" y="475603"/>
                  </a:lnTo>
                  <a:lnTo>
                    <a:pt x="580264" y="475674"/>
                  </a:lnTo>
                  <a:lnTo>
                    <a:pt x="582185" y="475727"/>
                  </a:lnTo>
                  <a:lnTo>
                    <a:pt x="584107" y="475764"/>
                  </a:lnTo>
                  <a:lnTo>
                    <a:pt x="586028" y="475786"/>
                  </a:lnTo>
                  <a:lnTo>
                    <a:pt x="587950" y="475793"/>
                  </a:lnTo>
                  <a:lnTo>
                    <a:pt x="589871" y="475787"/>
                  </a:lnTo>
                  <a:lnTo>
                    <a:pt x="591792" y="475769"/>
                  </a:lnTo>
                  <a:lnTo>
                    <a:pt x="593714" y="475737"/>
                  </a:lnTo>
                  <a:lnTo>
                    <a:pt x="595635" y="475691"/>
                  </a:lnTo>
                  <a:lnTo>
                    <a:pt x="597557" y="475632"/>
                  </a:lnTo>
                  <a:lnTo>
                    <a:pt x="599478" y="475561"/>
                  </a:lnTo>
                  <a:lnTo>
                    <a:pt x="601399" y="475478"/>
                  </a:lnTo>
                  <a:lnTo>
                    <a:pt x="603321" y="475385"/>
                  </a:lnTo>
                  <a:lnTo>
                    <a:pt x="605242" y="475285"/>
                  </a:lnTo>
                  <a:lnTo>
                    <a:pt x="607164" y="475181"/>
                  </a:lnTo>
                  <a:lnTo>
                    <a:pt x="609085" y="475079"/>
                  </a:lnTo>
                  <a:lnTo>
                    <a:pt x="611006" y="474981"/>
                  </a:lnTo>
                  <a:lnTo>
                    <a:pt x="612928" y="474894"/>
                  </a:lnTo>
                  <a:lnTo>
                    <a:pt x="614849" y="474826"/>
                  </a:lnTo>
                  <a:lnTo>
                    <a:pt x="616771" y="474778"/>
                  </a:lnTo>
                  <a:lnTo>
                    <a:pt x="618692" y="474754"/>
                  </a:lnTo>
                  <a:lnTo>
                    <a:pt x="620613" y="474755"/>
                  </a:lnTo>
                  <a:lnTo>
                    <a:pt x="622535" y="474782"/>
                  </a:lnTo>
                  <a:lnTo>
                    <a:pt x="624456" y="474831"/>
                  </a:lnTo>
                  <a:lnTo>
                    <a:pt x="626378" y="474901"/>
                  </a:lnTo>
                  <a:lnTo>
                    <a:pt x="628299" y="474987"/>
                  </a:lnTo>
                  <a:lnTo>
                    <a:pt x="630220" y="475084"/>
                  </a:lnTo>
                  <a:lnTo>
                    <a:pt x="632142" y="475187"/>
                  </a:lnTo>
                  <a:lnTo>
                    <a:pt x="634063" y="475292"/>
                  </a:lnTo>
                  <a:lnTo>
                    <a:pt x="635985" y="475392"/>
                  </a:lnTo>
                  <a:lnTo>
                    <a:pt x="637906" y="475485"/>
                  </a:lnTo>
                  <a:lnTo>
                    <a:pt x="639827" y="475568"/>
                  </a:lnTo>
                  <a:lnTo>
                    <a:pt x="641749" y="475639"/>
                  </a:lnTo>
                  <a:lnTo>
                    <a:pt x="643670" y="475700"/>
                  </a:lnTo>
                  <a:lnTo>
                    <a:pt x="645592" y="475748"/>
                  </a:lnTo>
                  <a:lnTo>
                    <a:pt x="647513" y="475786"/>
                  </a:lnTo>
                  <a:lnTo>
                    <a:pt x="649434" y="475813"/>
                  </a:lnTo>
                  <a:lnTo>
                    <a:pt x="651356" y="475830"/>
                  </a:lnTo>
                  <a:lnTo>
                    <a:pt x="653277" y="475838"/>
                  </a:lnTo>
                  <a:lnTo>
                    <a:pt x="655199" y="475836"/>
                  </a:lnTo>
                  <a:lnTo>
                    <a:pt x="657120" y="475823"/>
                  </a:lnTo>
                  <a:lnTo>
                    <a:pt x="659042" y="475799"/>
                  </a:lnTo>
                  <a:lnTo>
                    <a:pt x="660963" y="475762"/>
                  </a:lnTo>
                  <a:lnTo>
                    <a:pt x="662884" y="475710"/>
                  </a:lnTo>
                  <a:lnTo>
                    <a:pt x="664806" y="475640"/>
                  </a:lnTo>
                  <a:lnTo>
                    <a:pt x="666727" y="475550"/>
                  </a:lnTo>
                  <a:lnTo>
                    <a:pt x="668649" y="475439"/>
                  </a:lnTo>
                  <a:lnTo>
                    <a:pt x="670570" y="475305"/>
                  </a:lnTo>
                  <a:lnTo>
                    <a:pt x="672491" y="475148"/>
                  </a:lnTo>
                  <a:lnTo>
                    <a:pt x="674413" y="474970"/>
                  </a:lnTo>
                  <a:lnTo>
                    <a:pt x="676334" y="474774"/>
                  </a:lnTo>
                  <a:lnTo>
                    <a:pt x="678256" y="474568"/>
                  </a:lnTo>
                  <a:lnTo>
                    <a:pt x="680177" y="474360"/>
                  </a:lnTo>
                  <a:lnTo>
                    <a:pt x="682098" y="474159"/>
                  </a:lnTo>
                  <a:lnTo>
                    <a:pt x="684020" y="473976"/>
                  </a:lnTo>
                  <a:lnTo>
                    <a:pt x="685941" y="473820"/>
                  </a:lnTo>
                  <a:lnTo>
                    <a:pt x="687863" y="473701"/>
                  </a:lnTo>
                  <a:lnTo>
                    <a:pt x="689784" y="473626"/>
                  </a:lnTo>
                  <a:lnTo>
                    <a:pt x="691705" y="473600"/>
                  </a:lnTo>
                  <a:lnTo>
                    <a:pt x="693627" y="473625"/>
                  </a:lnTo>
                  <a:lnTo>
                    <a:pt x="695548" y="473701"/>
                  </a:lnTo>
                  <a:lnTo>
                    <a:pt x="697470" y="473825"/>
                  </a:lnTo>
                  <a:lnTo>
                    <a:pt x="699391" y="473984"/>
                  </a:lnTo>
                  <a:lnTo>
                    <a:pt x="701312" y="474169"/>
                  </a:lnTo>
                  <a:lnTo>
                    <a:pt x="703234" y="474371"/>
                  </a:lnTo>
                  <a:lnTo>
                    <a:pt x="705155" y="474579"/>
                  </a:lnTo>
                  <a:lnTo>
                    <a:pt x="707077" y="474784"/>
                  </a:lnTo>
                  <a:lnTo>
                    <a:pt x="708998" y="474978"/>
                  </a:lnTo>
                  <a:lnTo>
                    <a:pt x="710919" y="475156"/>
                  </a:lnTo>
                  <a:lnTo>
                    <a:pt x="712841" y="475313"/>
                  </a:lnTo>
                  <a:lnTo>
                    <a:pt x="714762" y="475448"/>
                  </a:lnTo>
                  <a:lnTo>
                    <a:pt x="716684" y="475559"/>
                  </a:lnTo>
                  <a:lnTo>
                    <a:pt x="718605" y="475647"/>
                  </a:lnTo>
                  <a:lnTo>
                    <a:pt x="720526" y="475717"/>
                  </a:lnTo>
                  <a:lnTo>
                    <a:pt x="722448" y="475770"/>
                  </a:lnTo>
                  <a:lnTo>
                    <a:pt x="724369" y="475809"/>
                  </a:lnTo>
                  <a:lnTo>
                    <a:pt x="726291" y="475837"/>
                  </a:lnTo>
                  <a:lnTo>
                    <a:pt x="728212" y="475855"/>
                  </a:lnTo>
                  <a:lnTo>
                    <a:pt x="730134" y="475866"/>
                  </a:lnTo>
                  <a:lnTo>
                    <a:pt x="732055" y="475871"/>
                  </a:lnTo>
                  <a:lnTo>
                    <a:pt x="733976" y="475871"/>
                  </a:lnTo>
                  <a:lnTo>
                    <a:pt x="735898" y="475865"/>
                  </a:lnTo>
                  <a:lnTo>
                    <a:pt x="737819" y="475852"/>
                  </a:lnTo>
                  <a:lnTo>
                    <a:pt x="739741" y="475834"/>
                  </a:lnTo>
                  <a:lnTo>
                    <a:pt x="741662" y="475807"/>
                  </a:lnTo>
                  <a:lnTo>
                    <a:pt x="743583" y="475773"/>
                  </a:lnTo>
                  <a:lnTo>
                    <a:pt x="745505" y="475728"/>
                  </a:lnTo>
                  <a:lnTo>
                    <a:pt x="747426" y="475673"/>
                  </a:lnTo>
                  <a:lnTo>
                    <a:pt x="749348" y="475606"/>
                  </a:lnTo>
                  <a:lnTo>
                    <a:pt x="751269" y="475529"/>
                  </a:lnTo>
                  <a:lnTo>
                    <a:pt x="753190" y="475441"/>
                  </a:lnTo>
                  <a:lnTo>
                    <a:pt x="755112" y="475344"/>
                  </a:lnTo>
                  <a:lnTo>
                    <a:pt x="757033" y="475241"/>
                  </a:lnTo>
                  <a:lnTo>
                    <a:pt x="758955" y="475137"/>
                  </a:lnTo>
                  <a:lnTo>
                    <a:pt x="760876" y="475036"/>
                  </a:lnTo>
                  <a:lnTo>
                    <a:pt x="762797" y="474944"/>
                  </a:lnTo>
                  <a:lnTo>
                    <a:pt x="764719" y="474866"/>
                  </a:lnTo>
                  <a:lnTo>
                    <a:pt x="766640" y="474805"/>
                  </a:lnTo>
                  <a:lnTo>
                    <a:pt x="768562" y="474767"/>
                  </a:lnTo>
                  <a:lnTo>
                    <a:pt x="770483" y="474753"/>
                  </a:lnTo>
                  <a:lnTo>
                    <a:pt x="772404" y="474763"/>
                  </a:lnTo>
                  <a:lnTo>
                    <a:pt x="774326" y="474799"/>
                  </a:lnTo>
                  <a:lnTo>
                    <a:pt x="776247" y="474857"/>
                  </a:lnTo>
                  <a:lnTo>
                    <a:pt x="778169" y="474936"/>
                  </a:lnTo>
                  <a:lnTo>
                    <a:pt x="780090" y="475028"/>
                  </a:lnTo>
                  <a:lnTo>
                    <a:pt x="782011" y="475129"/>
                  </a:lnTo>
                  <a:lnTo>
                    <a:pt x="783933" y="475232"/>
                  </a:lnTo>
                  <a:lnTo>
                    <a:pt x="785854" y="475335"/>
                  </a:lnTo>
                  <a:lnTo>
                    <a:pt x="787776" y="475432"/>
                  </a:lnTo>
                  <a:lnTo>
                    <a:pt x="789697" y="475521"/>
                  </a:lnTo>
                  <a:lnTo>
                    <a:pt x="791618" y="475600"/>
                  </a:lnTo>
                  <a:lnTo>
                    <a:pt x="793540" y="475669"/>
                  </a:lnTo>
                  <a:lnTo>
                    <a:pt x="795461" y="475725"/>
                  </a:lnTo>
                  <a:lnTo>
                    <a:pt x="797383" y="475771"/>
                  </a:lnTo>
                  <a:lnTo>
                    <a:pt x="799304" y="475806"/>
                  </a:lnTo>
                  <a:lnTo>
                    <a:pt x="801226" y="475834"/>
                  </a:lnTo>
                  <a:lnTo>
                    <a:pt x="803147" y="475854"/>
                  </a:lnTo>
                  <a:lnTo>
                    <a:pt x="805068" y="475869"/>
                  </a:lnTo>
                  <a:lnTo>
                    <a:pt x="806990" y="475879"/>
                  </a:lnTo>
                  <a:lnTo>
                    <a:pt x="808911" y="475886"/>
                  </a:lnTo>
                  <a:lnTo>
                    <a:pt x="810833" y="475891"/>
                  </a:lnTo>
                  <a:lnTo>
                    <a:pt x="812754" y="475894"/>
                  </a:lnTo>
                  <a:lnTo>
                    <a:pt x="814675" y="475896"/>
                  </a:lnTo>
                  <a:lnTo>
                    <a:pt x="816597" y="475897"/>
                  </a:lnTo>
                  <a:lnTo>
                    <a:pt x="818518" y="475896"/>
                  </a:lnTo>
                  <a:lnTo>
                    <a:pt x="820440" y="475895"/>
                  </a:lnTo>
                  <a:lnTo>
                    <a:pt x="822361" y="475893"/>
                  </a:lnTo>
                  <a:lnTo>
                    <a:pt x="824282" y="475889"/>
                  </a:lnTo>
                  <a:lnTo>
                    <a:pt x="826204" y="475882"/>
                  </a:lnTo>
                  <a:lnTo>
                    <a:pt x="828125" y="475873"/>
                  </a:lnTo>
                  <a:lnTo>
                    <a:pt x="830047" y="475860"/>
                  </a:lnTo>
                  <a:lnTo>
                    <a:pt x="831968" y="475842"/>
                  </a:lnTo>
                  <a:lnTo>
                    <a:pt x="833889" y="475818"/>
                  </a:lnTo>
                  <a:lnTo>
                    <a:pt x="835811" y="475786"/>
                  </a:lnTo>
                  <a:lnTo>
                    <a:pt x="837732" y="475744"/>
                  </a:lnTo>
                  <a:lnTo>
                    <a:pt x="839654" y="475692"/>
                  </a:lnTo>
                  <a:lnTo>
                    <a:pt x="841575" y="475628"/>
                  </a:lnTo>
                  <a:lnTo>
                    <a:pt x="843496" y="475552"/>
                  </a:lnTo>
                  <a:lnTo>
                    <a:pt x="845418" y="475466"/>
                  </a:lnTo>
                  <a:lnTo>
                    <a:pt x="847339" y="475371"/>
                  </a:lnTo>
                  <a:lnTo>
                    <a:pt x="849261" y="475270"/>
                  </a:lnTo>
                  <a:lnTo>
                    <a:pt x="851182" y="475165"/>
                  </a:lnTo>
                  <a:lnTo>
                    <a:pt x="853103" y="475063"/>
                  </a:lnTo>
                  <a:lnTo>
                    <a:pt x="855025" y="474967"/>
                  </a:lnTo>
                  <a:lnTo>
                    <a:pt x="856946" y="474882"/>
                  </a:lnTo>
                  <a:lnTo>
                    <a:pt x="858868" y="474815"/>
                  </a:lnTo>
                  <a:lnTo>
                    <a:pt x="860789" y="474771"/>
                  </a:lnTo>
                  <a:lnTo>
                    <a:pt x="862710" y="474751"/>
                  </a:lnTo>
                  <a:lnTo>
                    <a:pt x="864632" y="474756"/>
                  </a:lnTo>
                  <a:lnTo>
                    <a:pt x="866553" y="474786"/>
                  </a:lnTo>
                  <a:lnTo>
                    <a:pt x="868475" y="474840"/>
                  </a:lnTo>
                  <a:lnTo>
                    <a:pt x="870396" y="474913"/>
                  </a:lnTo>
                  <a:lnTo>
                    <a:pt x="872318" y="475001"/>
                  </a:lnTo>
                  <a:lnTo>
                    <a:pt x="874239" y="475100"/>
                  </a:lnTo>
                  <a:lnTo>
                    <a:pt x="876160" y="475204"/>
                  </a:lnTo>
                  <a:lnTo>
                    <a:pt x="878082" y="475308"/>
                  </a:lnTo>
                  <a:lnTo>
                    <a:pt x="880003" y="475408"/>
                  </a:lnTo>
                  <a:lnTo>
                    <a:pt x="881925" y="475499"/>
                  </a:lnTo>
                  <a:lnTo>
                    <a:pt x="883846" y="475581"/>
                  </a:lnTo>
                  <a:lnTo>
                    <a:pt x="885767" y="475652"/>
                  </a:lnTo>
                  <a:lnTo>
                    <a:pt x="887689" y="475711"/>
                  </a:lnTo>
                  <a:lnTo>
                    <a:pt x="889610" y="475759"/>
                  </a:lnTo>
                  <a:lnTo>
                    <a:pt x="891532" y="475798"/>
                  </a:lnTo>
                  <a:lnTo>
                    <a:pt x="893453" y="475828"/>
                  </a:lnTo>
                  <a:lnTo>
                    <a:pt x="895374" y="475850"/>
                  </a:lnTo>
                  <a:lnTo>
                    <a:pt x="897296" y="475866"/>
                  </a:lnTo>
                  <a:lnTo>
                    <a:pt x="899217" y="475878"/>
                  </a:lnTo>
                  <a:lnTo>
                    <a:pt x="901139" y="475885"/>
                  </a:lnTo>
                  <a:lnTo>
                    <a:pt x="903060" y="475891"/>
                  </a:lnTo>
                  <a:lnTo>
                    <a:pt x="904981" y="475894"/>
                  </a:lnTo>
                  <a:lnTo>
                    <a:pt x="906903" y="475896"/>
                  </a:lnTo>
                  <a:lnTo>
                    <a:pt x="908824" y="475898"/>
                  </a:lnTo>
                  <a:lnTo>
                    <a:pt x="910746" y="475899"/>
                  </a:lnTo>
                  <a:lnTo>
                    <a:pt x="912667" y="475899"/>
                  </a:lnTo>
                  <a:lnTo>
                    <a:pt x="914588" y="475900"/>
                  </a:lnTo>
                  <a:lnTo>
                    <a:pt x="916510" y="475900"/>
                  </a:lnTo>
                  <a:lnTo>
                    <a:pt x="918431" y="475900"/>
                  </a:lnTo>
                  <a:lnTo>
                    <a:pt x="920353" y="475900"/>
                  </a:lnTo>
                  <a:lnTo>
                    <a:pt x="922274" y="475900"/>
                  </a:lnTo>
                  <a:lnTo>
                    <a:pt x="924195" y="475900"/>
                  </a:lnTo>
                  <a:lnTo>
                    <a:pt x="926117" y="475900"/>
                  </a:lnTo>
                  <a:lnTo>
                    <a:pt x="928038" y="475900"/>
                  </a:lnTo>
                  <a:lnTo>
                    <a:pt x="929960" y="475900"/>
                  </a:lnTo>
                  <a:lnTo>
                    <a:pt x="931881" y="475900"/>
                  </a:lnTo>
                  <a:lnTo>
                    <a:pt x="933802" y="475900"/>
                  </a:lnTo>
                  <a:lnTo>
                    <a:pt x="935724" y="475900"/>
                  </a:lnTo>
                  <a:lnTo>
                    <a:pt x="937645" y="475900"/>
                  </a:lnTo>
                  <a:lnTo>
                    <a:pt x="939567" y="475900"/>
                  </a:lnTo>
                  <a:lnTo>
                    <a:pt x="941488" y="475900"/>
                  </a:lnTo>
                  <a:lnTo>
                    <a:pt x="943410" y="475900"/>
                  </a:lnTo>
                  <a:lnTo>
                    <a:pt x="945331" y="475900"/>
                  </a:lnTo>
                  <a:lnTo>
                    <a:pt x="947252" y="475900"/>
                  </a:lnTo>
                  <a:lnTo>
                    <a:pt x="949174" y="475900"/>
                  </a:lnTo>
                  <a:lnTo>
                    <a:pt x="951095" y="475900"/>
                  </a:lnTo>
                  <a:lnTo>
                    <a:pt x="953017" y="475900"/>
                  </a:lnTo>
                  <a:lnTo>
                    <a:pt x="954938" y="475900"/>
                  </a:lnTo>
                  <a:lnTo>
                    <a:pt x="956859" y="475900"/>
                  </a:lnTo>
                  <a:lnTo>
                    <a:pt x="958781" y="475900"/>
                  </a:lnTo>
                  <a:lnTo>
                    <a:pt x="960702" y="475900"/>
                  </a:lnTo>
                  <a:lnTo>
                    <a:pt x="962624" y="475900"/>
                  </a:lnTo>
                  <a:lnTo>
                    <a:pt x="964545" y="475900"/>
                  </a:lnTo>
                  <a:lnTo>
                    <a:pt x="966466" y="475900"/>
                  </a:lnTo>
                  <a:lnTo>
                    <a:pt x="968388" y="475900"/>
                  </a:lnTo>
                  <a:lnTo>
                    <a:pt x="970309" y="475900"/>
                  </a:lnTo>
                  <a:lnTo>
                    <a:pt x="972231" y="475900"/>
                  </a:lnTo>
                  <a:lnTo>
                    <a:pt x="974152" y="475900"/>
                  </a:lnTo>
                  <a:lnTo>
                    <a:pt x="976073" y="475900"/>
                  </a:lnTo>
                  <a:lnTo>
                    <a:pt x="977995" y="475900"/>
                  </a:lnTo>
                  <a:lnTo>
                    <a:pt x="979916" y="475900"/>
                  </a:lnTo>
                  <a:lnTo>
                    <a:pt x="981838" y="475900"/>
                  </a:lnTo>
                </a:path>
              </a:pathLst>
            </a:cu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86962" y="1003788"/>
              <a:ext cx="981838" cy="1779234"/>
            </a:xfrm>
            <a:custGeom>
              <a:avLst/>
              <a:pathLst>
                <a:path w="981838" h="1779234">
                  <a:moveTo>
                    <a:pt x="0" y="1779234"/>
                  </a:moveTo>
                  <a:lnTo>
                    <a:pt x="1921" y="1779234"/>
                  </a:lnTo>
                  <a:lnTo>
                    <a:pt x="3842" y="1779234"/>
                  </a:lnTo>
                  <a:lnTo>
                    <a:pt x="5764" y="1779234"/>
                  </a:lnTo>
                  <a:lnTo>
                    <a:pt x="7685" y="1779234"/>
                  </a:lnTo>
                  <a:lnTo>
                    <a:pt x="9607" y="1779234"/>
                  </a:lnTo>
                  <a:lnTo>
                    <a:pt x="11528" y="1779234"/>
                  </a:lnTo>
                  <a:lnTo>
                    <a:pt x="13449" y="1779234"/>
                  </a:lnTo>
                  <a:lnTo>
                    <a:pt x="15371" y="1779234"/>
                  </a:lnTo>
                  <a:lnTo>
                    <a:pt x="17292" y="1779234"/>
                  </a:lnTo>
                  <a:lnTo>
                    <a:pt x="19214" y="1779234"/>
                  </a:lnTo>
                  <a:lnTo>
                    <a:pt x="21135" y="1779234"/>
                  </a:lnTo>
                  <a:lnTo>
                    <a:pt x="23056" y="1779234"/>
                  </a:lnTo>
                  <a:lnTo>
                    <a:pt x="24978" y="1779234"/>
                  </a:lnTo>
                  <a:lnTo>
                    <a:pt x="26899" y="1779234"/>
                  </a:lnTo>
                  <a:lnTo>
                    <a:pt x="28821" y="1779234"/>
                  </a:lnTo>
                  <a:lnTo>
                    <a:pt x="30742" y="1779234"/>
                  </a:lnTo>
                  <a:lnTo>
                    <a:pt x="32663" y="1779234"/>
                  </a:lnTo>
                  <a:lnTo>
                    <a:pt x="34585" y="1779234"/>
                  </a:lnTo>
                  <a:lnTo>
                    <a:pt x="36506" y="1779234"/>
                  </a:lnTo>
                  <a:lnTo>
                    <a:pt x="38428" y="1779234"/>
                  </a:lnTo>
                  <a:lnTo>
                    <a:pt x="40349" y="1779234"/>
                  </a:lnTo>
                  <a:lnTo>
                    <a:pt x="42270" y="1779234"/>
                  </a:lnTo>
                  <a:lnTo>
                    <a:pt x="44192" y="1779234"/>
                  </a:lnTo>
                  <a:lnTo>
                    <a:pt x="46113" y="1779234"/>
                  </a:lnTo>
                  <a:lnTo>
                    <a:pt x="48035" y="1779234"/>
                  </a:lnTo>
                  <a:lnTo>
                    <a:pt x="49956" y="1779234"/>
                  </a:lnTo>
                  <a:lnTo>
                    <a:pt x="51877" y="1779234"/>
                  </a:lnTo>
                  <a:lnTo>
                    <a:pt x="53799" y="1779234"/>
                  </a:lnTo>
                  <a:lnTo>
                    <a:pt x="55720" y="1779234"/>
                  </a:lnTo>
                  <a:lnTo>
                    <a:pt x="57642" y="1779234"/>
                  </a:lnTo>
                  <a:lnTo>
                    <a:pt x="59563" y="1779234"/>
                  </a:lnTo>
                  <a:lnTo>
                    <a:pt x="61484" y="1779234"/>
                  </a:lnTo>
                  <a:lnTo>
                    <a:pt x="63406" y="1779234"/>
                  </a:lnTo>
                  <a:lnTo>
                    <a:pt x="65327" y="1779234"/>
                  </a:lnTo>
                  <a:lnTo>
                    <a:pt x="67249" y="1779234"/>
                  </a:lnTo>
                  <a:lnTo>
                    <a:pt x="69170" y="1779234"/>
                  </a:lnTo>
                  <a:lnTo>
                    <a:pt x="71091" y="1779234"/>
                  </a:lnTo>
                  <a:lnTo>
                    <a:pt x="73013" y="1779233"/>
                  </a:lnTo>
                  <a:lnTo>
                    <a:pt x="74934" y="1779229"/>
                  </a:lnTo>
                  <a:lnTo>
                    <a:pt x="76856" y="1779206"/>
                  </a:lnTo>
                  <a:lnTo>
                    <a:pt x="78777" y="1779112"/>
                  </a:lnTo>
                  <a:lnTo>
                    <a:pt x="80699" y="1778795"/>
                  </a:lnTo>
                  <a:lnTo>
                    <a:pt x="82620" y="1777893"/>
                  </a:lnTo>
                  <a:lnTo>
                    <a:pt x="84541" y="1775734"/>
                  </a:lnTo>
                  <a:lnTo>
                    <a:pt x="86463" y="1771381"/>
                  </a:lnTo>
                  <a:lnTo>
                    <a:pt x="88384" y="1763997"/>
                  </a:lnTo>
                  <a:lnTo>
                    <a:pt x="90306" y="1753498"/>
                  </a:lnTo>
                  <a:lnTo>
                    <a:pt x="92227" y="1741157"/>
                  </a:lnTo>
                  <a:lnTo>
                    <a:pt x="94148" y="1729595"/>
                  </a:lnTo>
                  <a:lnTo>
                    <a:pt x="96070" y="1721886"/>
                  </a:lnTo>
                  <a:lnTo>
                    <a:pt x="97991" y="1720059"/>
                  </a:lnTo>
                  <a:lnTo>
                    <a:pt x="99913" y="1723862"/>
                  </a:lnTo>
                  <a:lnTo>
                    <a:pt x="101834" y="1730671"/>
                  </a:lnTo>
                  <a:lnTo>
                    <a:pt x="103755" y="1736752"/>
                  </a:lnTo>
                  <a:lnTo>
                    <a:pt x="105677" y="1739170"/>
                  </a:lnTo>
                  <a:lnTo>
                    <a:pt x="107598" y="1737167"/>
                  </a:lnTo>
                  <a:lnTo>
                    <a:pt x="109520" y="1732277"/>
                  </a:lnTo>
                  <a:lnTo>
                    <a:pt x="111441" y="1727310"/>
                  </a:lnTo>
                  <a:lnTo>
                    <a:pt x="113362" y="1724877"/>
                  </a:lnTo>
                  <a:lnTo>
                    <a:pt x="115284" y="1726255"/>
                  </a:lnTo>
                  <a:lnTo>
                    <a:pt x="117205" y="1731129"/>
                  </a:lnTo>
                  <a:lnTo>
                    <a:pt x="119127" y="1738246"/>
                  </a:lnTo>
                  <a:lnTo>
                    <a:pt x="121048" y="1746319"/>
                  </a:lnTo>
                  <a:lnTo>
                    <a:pt x="122969" y="1754426"/>
                  </a:lnTo>
                  <a:lnTo>
                    <a:pt x="124891" y="1761790"/>
                  </a:lnTo>
                  <a:lnTo>
                    <a:pt x="126812" y="1767687"/>
                  </a:lnTo>
                  <a:lnTo>
                    <a:pt x="128734" y="1771573"/>
                  </a:lnTo>
                  <a:lnTo>
                    <a:pt x="130655" y="1773383"/>
                  </a:lnTo>
                  <a:lnTo>
                    <a:pt x="132576" y="1773595"/>
                  </a:lnTo>
                  <a:lnTo>
                    <a:pt x="134498" y="1772992"/>
                  </a:lnTo>
                  <a:lnTo>
                    <a:pt x="136419" y="1772215"/>
                  </a:lnTo>
                  <a:lnTo>
                    <a:pt x="138341" y="1771398"/>
                  </a:lnTo>
                  <a:lnTo>
                    <a:pt x="140262" y="1770151"/>
                  </a:lnTo>
                  <a:lnTo>
                    <a:pt x="142183" y="1767999"/>
                  </a:lnTo>
                  <a:lnTo>
                    <a:pt x="144105" y="1764977"/>
                  </a:lnTo>
                  <a:lnTo>
                    <a:pt x="146026" y="1761850"/>
                  </a:lnTo>
                  <a:lnTo>
                    <a:pt x="147948" y="1759673"/>
                  </a:lnTo>
                  <a:lnTo>
                    <a:pt x="149869" y="1758990"/>
                  </a:lnTo>
                  <a:lnTo>
                    <a:pt x="151791" y="1759389"/>
                  </a:lnTo>
                  <a:lnTo>
                    <a:pt x="153712" y="1759854"/>
                  </a:lnTo>
                  <a:lnTo>
                    <a:pt x="155633" y="1759582"/>
                  </a:lnTo>
                  <a:lnTo>
                    <a:pt x="157555" y="1758526"/>
                  </a:lnTo>
                  <a:lnTo>
                    <a:pt x="159476" y="1757263"/>
                  </a:lnTo>
                  <a:lnTo>
                    <a:pt x="161398" y="1756454"/>
                  </a:lnTo>
                  <a:lnTo>
                    <a:pt x="163319" y="1756413"/>
                  </a:lnTo>
                  <a:lnTo>
                    <a:pt x="165240" y="1757031"/>
                  </a:lnTo>
                  <a:lnTo>
                    <a:pt x="167162" y="1757866"/>
                  </a:lnTo>
                  <a:lnTo>
                    <a:pt x="169083" y="1758226"/>
                  </a:lnTo>
                  <a:lnTo>
                    <a:pt x="171005" y="1757279"/>
                  </a:lnTo>
                  <a:lnTo>
                    <a:pt x="172926" y="1754331"/>
                  </a:lnTo>
                  <a:lnTo>
                    <a:pt x="174847" y="1749256"/>
                  </a:lnTo>
                  <a:lnTo>
                    <a:pt x="176769" y="1742813"/>
                  </a:lnTo>
                  <a:lnTo>
                    <a:pt x="178690" y="1736542"/>
                  </a:lnTo>
                  <a:lnTo>
                    <a:pt x="180612" y="1731766"/>
                  </a:lnTo>
                  <a:lnTo>
                    <a:pt x="182533" y="1728884"/>
                  </a:lnTo>
                  <a:lnTo>
                    <a:pt x="184454" y="1727216"/>
                  </a:lnTo>
                  <a:lnTo>
                    <a:pt x="186376" y="1725522"/>
                  </a:lnTo>
                  <a:lnTo>
                    <a:pt x="188297" y="1722754"/>
                  </a:lnTo>
                  <a:lnTo>
                    <a:pt x="190219" y="1718553"/>
                  </a:lnTo>
                  <a:lnTo>
                    <a:pt x="192140" y="1713412"/>
                  </a:lnTo>
                  <a:lnTo>
                    <a:pt x="194061" y="1708673"/>
                  </a:lnTo>
                  <a:lnTo>
                    <a:pt x="195983" y="1706193"/>
                  </a:lnTo>
                  <a:lnTo>
                    <a:pt x="197904" y="1707476"/>
                  </a:lnTo>
                  <a:lnTo>
                    <a:pt x="199826" y="1712635"/>
                  </a:lnTo>
                  <a:lnTo>
                    <a:pt x="201747" y="1720022"/>
                  </a:lnTo>
                  <a:lnTo>
                    <a:pt x="203668" y="1726947"/>
                  </a:lnTo>
                  <a:lnTo>
                    <a:pt x="205590" y="1731007"/>
                  </a:lnTo>
                  <a:lnTo>
                    <a:pt x="207511" y="1731051"/>
                  </a:lnTo>
                  <a:lnTo>
                    <a:pt x="209433" y="1727141"/>
                  </a:lnTo>
                  <a:lnTo>
                    <a:pt x="211354" y="1719632"/>
                  </a:lnTo>
                  <a:lnTo>
                    <a:pt x="213275" y="1708081"/>
                  </a:lnTo>
                  <a:lnTo>
                    <a:pt x="215197" y="1691071"/>
                  </a:lnTo>
                  <a:lnTo>
                    <a:pt x="217118" y="1667650"/>
                  </a:lnTo>
                  <a:lnTo>
                    <a:pt x="219040" y="1639664"/>
                  </a:lnTo>
                  <a:lnTo>
                    <a:pt x="220961" y="1612700"/>
                  </a:lnTo>
                  <a:lnTo>
                    <a:pt x="222883" y="1593803"/>
                  </a:lnTo>
                  <a:lnTo>
                    <a:pt x="224804" y="1587115"/>
                  </a:lnTo>
                  <a:lnTo>
                    <a:pt x="226725" y="1591213"/>
                  </a:lnTo>
                  <a:lnTo>
                    <a:pt x="228647" y="1600591"/>
                  </a:lnTo>
                  <a:lnTo>
                    <a:pt x="230568" y="1609110"/>
                  </a:lnTo>
                  <a:lnTo>
                    <a:pt x="232490" y="1612396"/>
                  </a:lnTo>
                  <a:lnTo>
                    <a:pt x="234411" y="1606696"/>
                  </a:lnTo>
                  <a:lnTo>
                    <a:pt x="236332" y="1587653"/>
                  </a:lnTo>
                  <a:lnTo>
                    <a:pt x="238254" y="1549831"/>
                  </a:lnTo>
                  <a:lnTo>
                    <a:pt x="240175" y="1485235"/>
                  </a:lnTo>
                  <a:lnTo>
                    <a:pt x="242097" y="1380519"/>
                  </a:lnTo>
                  <a:lnTo>
                    <a:pt x="244018" y="1216861"/>
                  </a:lnTo>
                  <a:lnTo>
                    <a:pt x="245939" y="978660"/>
                  </a:lnTo>
                  <a:lnTo>
                    <a:pt x="247861" y="672571"/>
                  </a:lnTo>
                  <a:lnTo>
                    <a:pt x="249782" y="346777"/>
                  </a:lnTo>
                  <a:lnTo>
                    <a:pt x="251704" y="90468"/>
                  </a:lnTo>
                  <a:lnTo>
                    <a:pt x="253625" y="0"/>
                  </a:lnTo>
                  <a:lnTo>
                    <a:pt x="255546" y="125163"/>
                  </a:lnTo>
                  <a:lnTo>
                    <a:pt x="257468" y="434202"/>
                  </a:lnTo>
                  <a:lnTo>
                    <a:pt x="259389" y="828454"/>
                  </a:lnTo>
                  <a:lnTo>
                    <a:pt x="261311" y="1197294"/>
                  </a:lnTo>
                  <a:lnTo>
                    <a:pt x="263232" y="1471024"/>
                  </a:lnTo>
                  <a:lnTo>
                    <a:pt x="265153" y="1637040"/>
                  </a:lnTo>
                  <a:lnTo>
                    <a:pt x="267075" y="1720602"/>
                  </a:lnTo>
                  <a:lnTo>
                    <a:pt x="268996" y="1755968"/>
                  </a:lnTo>
                  <a:lnTo>
                    <a:pt x="270918" y="1768840"/>
                  </a:lnTo>
                  <a:lnTo>
                    <a:pt x="272839" y="1773067"/>
                  </a:lnTo>
                  <a:lnTo>
                    <a:pt x="274760" y="1774315"/>
                  </a:lnTo>
                  <a:lnTo>
                    <a:pt x="276682" y="1774260"/>
                  </a:lnTo>
                  <a:lnTo>
                    <a:pt x="278603" y="1773209"/>
                  </a:lnTo>
                  <a:lnTo>
                    <a:pt x="280525" y="1771365"/>
                  </a:lnTo>
                  <a:lnTo>
                    <a:pt x="282446" y="1769279"/>
                  </a:lnTo>
                  <a:lnTo>
                    <a:pt x="284367" y="1767651"/>
                  </a:lnTo>
                  <a:lnTo>
                    <a:pt x="286289" y="1766809"/>
                  </a:lnTo>
                  <a:lnTo>
                    <a:pt x="288210" y="1766506"/>
                  </a:lnTo>
                  <a:lnTo>
                    <a:pt x="290132" y="1766162"/>
                  </a:lnTo>
                  <a:lnTo>
                    <a:pt x="292053" y="1765378"/>
                  </a:lnTo>
                  <a:lnTo>
                    <a:pt x="293975" y="1764337"/>
                  </a:lnTo>
                  <a:lnTo>
                    <a:pt x="295896" y="1763733"/>
                  </a:lnTo>
                  <a:lnTo>
                    <a:pt x="297817" y="1764293"/>
                  </a:lnTo>
                  <a:lnTo>
                    <a:pt x="299739" y="1766251"/>
                  </a:lnTo>
                  <a:lnTo>
                    <a:pt x="301660" y="1769183"/>
                  </a:lnTo>
                  <a:lnTo>
                    <a:pt x="303582" y="1772260"/>
                  </a:lnTo>
                  <a:lnTo>
                    <a:pt x="305503" y="1774704"/>
                  </a:lnTo>
                  <a:lnTo>
                    <a:pt x="307424" y="1776103"/>
                  </a:lnTo>
                  <a:lnTo>
                    <a:pt x="309346" y="1776488"/>
                  </a:lnTo>
                  <a:lnTo>
                    <a:pt x="311267" y="1776197"/>
                  </a:lnTo>
                  <a:lnTo>
                    <a:pt x="313189" y="1775657"/>
                  </a:lnTo>
                  <a:lnTo>
                    <a:pt x="315110" y="1775194"/>
                  </a:lnTo>
                  <a:lnTo>
                    <a:pt x="317031" y="1774944"/>
                  </a:lnTo>
                  <a:lnTo>
                    <a:pt x="318953" y="1774908"/>
                  </a:lnTo>
                  <a:lnTo>
                    <a:pt x="320874" y="1775083"/>
                  </a:lnTo>
                  <a:lnTo>
                    <a:pt x="322796" y="1775505"/>
                  </a:lnTo>
                  <a:lnTo>
                    <a:pt x="324717" y="1776178"/>
                  </a:lnTo>
                  <a:lnTo>
                    <a:pt x="326638" y="1776971"/>
                  </a:lnTo>
                  <a:lnTo>
                    <a:pt x="328560" y="1777642"/>
                  </a:lnTo>
                  <a:lnTo>
                    <a:pt x="330481" y="1777959"/>
                  </a:lnTo>
                  <a:lnTo>
                    <a:pt x="332403" y="1777811"/>
                  </a:lnTo>
                  <a:lnTo>
                    <a:pt x="334324" y="1777249"/>
                  </a:lnTo>
                  <a:lnTo>
                    <a:pt x="336245" y="1776486"/>
                  </a:lnTo>
                  <a:lnTo>
                    <a:pt x="338167" y="1775744"/>
                  </a:lnTo>
                  <a:lnTo>
                    <a:pt x="340088" y="1775115"/>
                  </a:lnTo>
                  <a:lnTo>
                    <a:pt x="342010" y="1774514"/>
                  </a:lnTo>
                  <a:lnTo>
                    <a:pt x="343931" y="1773808"/>
                  </a:lnTo>
                  <a:lnTo>
                    <a:pt x="345852" y="1773003"/>
                  </a:lnTo>
                  <a:lnTo>
                    <a:pt x="347774" y="1772305"/>
                  </a:lnTo>
                  <a:lnTo>
                    <a:pt x="349695" y="1771953"/>
                  </a:lnTo>
                  <a:lnTo>
                    <a:pt x="351617" y="1772009"/>
                  </a:lnTo>
                  <a:lnTo>
                    <a:pt x="353538" y="1772307"/>
                  </a:lnTo>
                  <a:lnTo>
                    <a:pt x="355459" y="1772592"/>
                  </a:lnTo>
                  <a:lnTo>
                    <a:pt x="357381" y="1772692"/>
                  </a:lnTo>
                  <a:lnTo>
                    <a:pt x="359302" y="1772605"/>
                  </a:lnTo>
                  <a:lnTo>
                    <a:pt x="361224" y="1772473"/>
                  </a:lnTo>
                  <a:lnTo>
                    <a:pt x="363145" y="1772516"/>
                  </a:lnTo>
                  <a:lnTo>
                    <a:pt x="365067" y="1772931"/>
                  </a:lnTo>
                  <a:lnTo>
                    <a:pt x="366988" y="1773793"/>
                  </a:lnTo>
                  <a:lnTo>
                    <a:pt x="368909" y="1774999"/>
                  </a:lnTo>
                  <a:lnTo>
                    <a:pt x="370831" y="1776307"/>
                  </a:lnTo>
                  <a:lnTo>
                    <a:pt x="372752" y="1777460"/>
                  </a:lnTo>
                  <a:lnTo>
                    <a:pt x="374674" y="1778300"/>
                  </a:lnTo>
                  <a:lnTo>
                    <a:pt x="376595" y="1778810"/>
                  </a:lnTo>
                  <a:lnTo>
                    <a:pt x="378516" y="1779069"/>
                  </a:lnTo>
                  <a:lnTo>
                    <a:pt x="380438" y="1779180"/>
                  </a:lnTo>
                  <a:lnTo>
                    <a:pt x="382359" y="1779219"/>
                  </a:lnTo>
                  <a:lnTo>
                    <a:pt x="384281" y="1779231"/>
                  </a:lnTo>
                  <a:lnTo>
                    <a:pt x="386202" y="1779234"/>
                  </a:lnTo>
                  <a:lnTo>
                    <a:pt x="388123" y="1779234"/>
                  </a:lnTo>
                  <a:lnTo>
                    <a:pt x="390045" y="1779234"/>
                  </a:lnTo>
                  <a:lnTo>
                    <a:pt x="391966" y="1779234"/>
                  </a:lnTo>
                  <a:lnTo>
                    <a:pt x="393888" y="1779231"/>
                  </a:lnTo>
                  <a:lnTo>
                    <a:pt x="395809" y="1779219"/>
                  </a:lnTo>
                  <a:lnTo>
                    <a:pt x="397730" y="1779181"/>
                  </a:lnTo>
                  <a:lnTo>
                    <a:pt x="399652" y="1779071"/>
                  </a:lnTo>
                  <a:lnTo>
                    <a:pt x="401573" y="1778811"/>
                  </a:lnTo>
                  <a:lnTo>
                    <a:pt x="403495" y="1778293"/>
                  </a:lnTo>
                  <a:lnTo>
                    <a:pt x="405416" y="1777435"/>
                  </a:lnTo>
                  <a:lnTo>
                    <a:pt x="407337" y="1776265"/>
                  </a:lnTo>
                  <a:lnTo>
                    <a:pt x="409259" y="1774987"/>
                  </a:lnTo>
                  <a:lnTo>
                    <a:pt x="411180" y="1773959"/>
                  </a:lnTo>
                  <a:lnTo>
                    <a:pt x="413102" y="1773532"/>
                  </a:lnTo>
                  <a:lnTo>
                    <a:pt x="415023" y="1773868"/>
                  </a:lnTo>
                  <a:lnTo>
                    <a:pt x="416944" y="1774839"/>
                  </a:lnTo>
                  <a:lnTo>
                    <a:pt x="418866" y="1776108"/>
                  </a:lnTo>
                  <a:lnTo>
                    <a:pt x="420787" y="1777307"/>
                  </a:lnTo>
                  <a:lnTo>
                    <a:pt x="422709" y="1778208"/>
                  </a:lnTo>
                  <a:lnTo>
                    <a:pt x="424630" y="1778763"/>
                  </a:lnTo>
                  <a:lnTo>
                    <a:pt x="426551" y="1779041"/>
                  </a:lnTo>
                  <a:lnTo>
                    <a:pt x="428473" y="1779139"/>
                  </a:lnTo>
                  <a:lnTo>
                    <a:pt x="430394" y="1779105"/>
                  </a:lnTo>
                  <a:lnTo>
                    <a:pt x="432316" y="1778916"/>
                  </a:lnTo>
                  <a:lnTo>
                    <a:pt x="434237" y="1778471"/>
                  </a:lnTo>
                  <a:lnTo>
                    <a:pt x="436159" y="1777645"/>
                  </a:lnTo>
                  <a:lnTo>
                    <a:pt x="438080" y="1776390"/>
                  </a:lnTo>
                  <a:lnTo>
                    <a:pt x="440001" y="1774893"/>
                  </a:lnTo>
                  <a:lnTo>
                    <a:pt x="441923" y="1773629"/>
                  </a:lnTo>
                  <a:lnTo>
                    <a:pt x="443844" y="1773101"/>
                  </a:lnTo>
                  <a:lnTo>
                    <a:pt x="445766" y="1773530"/>
                  </a:lnTo>
                  <a:lnTo>
                    <a:pt x="447687" y="1774710"/>
                  </a:lnTo>
                  <a:lnTo>
                    <a:pt x="449608" y="1776167"/>
                  </a:lnTo>
                  <a:lnTo>
                    <a:pt x="451530" y="1777452"/>
                  </a:lnTo>
                  <a:lnTo>
                    <a:pt x="453451" y="1778338"/>
                  </a:lnTo>
                  <a:lnTo>
                    <a:pt x="455373" y="1778816"/>
                  </a:lnTo>
                  <a:lnTo>
                    <a:pt x="457294" y="1778961"/>
                  </a:lnTo>
                  <a:lnTo>
                    <a:pt x="459215" y="1778802"/>
                  </a:lnTo>
                  <a:lnTo>
                    <a:pt x="461137" y="1778271"/>
                  </a:lnTo>
                  <a:lnTo>
                    <a:pt x="463058" y="1777237"/>
                  </a:lnTo>
                  <a:lnTo>
                    <a:pt x="464980" y="1775629"/>
                  </a:lnTo>
                  <a:lnTo>
                    <a:pt x="466901" y="1773582"/>
                  </a:lnTo>
                  <a:lnTo>
                    <a:pt x="468822" y="1771490"/>
                  </a:lnTo>
                  <a:lnTo>
                    <a:pt x="470744" y="1769889"/>
                  </a:lnTo>
                  <a:lnTo>
                    <a:pt x="472665" y="1769212"/>
                  </a:lnTo>
                  <a:lnTo>
                    <a:pt x="474587" y="1769585"/>
                  </a:lnTo>
                  <a:lnTo>
                    <a:pt x="476508" y="1770813"/>
                  </a:lnTo>
                  <a:lnTo>
                    <a:pt x="478429" y="1772528"/>
                  </a:lnTo>
                  <a:lnTo>
                    <a:pt x="480351" y="1774359"/>
                  </a:lnTo>
                  <a:lnTo>
                    <a:pt x="482272" y="1776021"/>
                  </a:lnTo>
                  <a:lnTo>
                    <a:pt x="484194" y="1777338"/>
                  </a:lnTo>
                  <a:lnTo>
                    <a:pt x="486115" y="1778246"/>
                  </a:lnTo>
                  <a:lnTo>
                    <a:pt x="488036" y="1778786"/>
                  </a:lnTo>
                  <a:lnTo>
                    <a:pt x="489958" y="1779059"/>
                  </a:lnTo>
                  <a:lnTo>
                    <a:pt x="491879" y="1779175"/>
                  </a:lnTo>
                  <a:lnTo>
                    <a:pt x="493801" y="1779216"/>
                  </a:lnTo>
                  <a:lnTo>
                    <a:pt x="495722" y="1779230"/>
                  </a:lnTo>
                  <a:lnTo>
                    <a:pt x="497643" y="1779233"/>
                  </a:lnTo>
                  <a:lnTo>
                    <a:pt x="499565" y="1779234"/>
                  </a:lnTo>
                  <a:lnTo>
                    <a:pt x="501486" y="1779232"/>
                  </a:lnTo>
                  <a:lnTo>
                    <a:pt x="503408" y="1779225"/>
                  </a:lnTo>
                  <a:lnTo>
                    <a:pt x="505329" y="1779196"/>
                  </a:lnTo>
                  <a:lnTo>
                    <a:pt x="507250" y="1779107"/>
                  </a:lnTo>
                  <a:lnTo>
                    <a:pt x="509172" y="1778874"/>
                  </a:lnTo>
                  <a:lnTo>
                    <a:pt x="511093" y="1778372"/>
                  </a:lnTo>
                  <a:lnTo>
                    <a:pt x="513015" y="1777486"/>
                  </a:lnTo>
                  <a:lnTo>
                    <a:pt x="514936" y="1776217"/>
                  </a:lnTo>
                  <a:lnTo>
                    <a:pt x="516858" y="1774792"/>
                  </a:lnTo>
                  <a:lnTo>
                    <a:pt x="518779" y="1773641"/>
                  </a:lnTo>
                  <a:lnTo>
                    <a:pt x="520700" y="1773205"/>
                  </a:lnTo>
                  <a:lnTo>
                    <a:pt x="522622" y="1773671"/>
                  </a:lnTo>
                  <a:lnTo>
                    <a:pt x="524543" y="1774844"/>
                  </a:lnTo>
                  <a:lnTo>
                    <a:pt x="526465" y="1776276"/>
                  </a:lnTo>
                  <a:lnTo>
                    <a:pt x="528386" y="1777537"/>
                  </a:lnTo>
                  <a:lnTo>
                    <a:pt x="530307" y="1778407"/>
                  </a:lnTo>
                  <a:lnTo>
                    <a:pt x="532229" y="1778893"/>
                  </a:lnTo>
                  <a:lnTo>
                    <a:pt x="534150" y="1779115"/>
                  </a:lnTo>
                  <a:lnTo>
                    <a:pt x="536072" y="1779199"/>
                  </a:lnTo>
                  <a:lnTo>
                    <a:pt x="537993" y="1779226"/>
                  </a:lnTo>
                  <a:lnTo>
                    <a:pt x="539914" y="1779233"/>
                  </a:lnTo>
                  <a:lnTo>
                    <a:pt x="541836" y="1779234"/>
                  </a:lnTo>
                  <a:lnTo>
                    <a:pt x="543757" y="1779234"/>
                  </a:lnTo>
                  <a:lnTo>
                    <a:pt x="545679" y="1779234"/>
                  </a:lnTo>
                  <a:lnTo>
                    <a:pt x="547600" y="1779234"/>
                  </a:lnTo>
                  <a:lnTo>
                    <a:pt x="549521" y="1779234"/>
                  </a:lnTo>
                  <a:lnTo>
                    <a:pt x="551443" y="1779234"/>
                  </a:lnTo>
                  <a:lnTo>
                    <a:pt x="553364" y="1779234"/>
                  </a:lnTo>
                  <a:lnTo>
                    <a:pt x="555286" y="1779234"/>
                  </a:lnTo>
                  <a:lnTo>
                    <a:pt x="557207" y="1779234"/>
                  </a:lnTo>
                  <a:lnTo>
                    <a:pt x="559128" y="1779234"/>
                  </a:lnTo>
                  <a:lnTo>
                    <a:pt x="561050" y="1779234"/>
                  </a:lnTo>
                  <a:lnTo>
                    <a:pt x="562971" y="1779234"/>
                  </a:lnTo>
                  <a:lnTo>
                    <a:pt x="564893" y="1779234"/>
                  </a:lnTo>
                  <a:lnTo>
                    <a:pt x="566814" y="1779234"/>
                  </a:lnTo>
                  <a:lnTo>
                    <a:pt x="568735" y="1779234"/>
                  </a:lnTo>
                  <a:lnTo>
                    <a:pt x="570657" y="1779234"/>
                  </a:lnTo>
                  <a:lnTo>
                    <a:pt x="572578" y="1779234"/>
                  </a:lnTo>
                  <a:lnTo>
                    <a:pt x="574500" y="1779234"/>
                  </a:lnTo>
                  <a:lnTo>
                    <a:pt x="576421" y="1779234"/>
                  </a:lnTo>
                  <a:lnTo>
                    <a:pt x="578342" y="1779234"/>
                  </a:lnTo>
                  <a:lnTo>
                    <a:pt x="580264" y="1779234"/>
                  </a:lnTo>
                  <a:lnTo>
                    <a:pt x="582185" y="1779234"/>
                  </a:lnTo>
                  <a:lnTo>
                    <a:pt x="584107" y="1779234"/>
                  </a:lnTo>
                  <a:lnTo>
                    <a:pt x="586028" y="1779234"/>
                  </a:lnTo>
                  <a:lnTo>
                    <a:pt x="587950" y="1779234"/>
                  </a:lnTo>
                  <a:lnTo>
                    <a:pt x="589871" y="1779234"/>
                  </a:lnTo>
                  <a:lnTo>
                    <a:pt x="591792" y="1779234"/>
                  </a:lnTo>
                  <a:lnTo>
                    <a:pt x="593714" y="1779234"/>
                  </a:lnTo>
                  <a:lnTo>
                    <a:pt x="595635" y="1779234"/>
                  </a:lnTo>
                  <a:lnTo>
                    <a:pt x="597557" y="1779234"/>
                  </a:lnTo>
                  <a:lnTo>
                    <a:pt x="599478" y="1779234"/>
                  </a:lnTo>
                  <a:lnTo>
                    <a:pt x="601399" y="1779234"/>
                  </a:lnTo>
                  <a:lnTo>
                    <a:pt x="603321" y="1779234"/>
                  </a:lnTo>
                  <a:lnTo>
                    <a:pt x="605242" y="1779234"/>
                  </a:lnTo>
                  <a:lnTo>
                    <a:pt x="607164" y="1779234"/>
                  </a:lnTo>
                  <a:lnTo>
                    <a:pt x="609085" y="1779234"/>
                  </a:lnTo>
                  <a:lnTo>
                    <a:pt x="611006" y="1779234"/>
                  </a:lnTo>
                  <a:lnTo>
                    <a:pt x="612928" y="1779234"/>
                  </a:lnTo>
                  <a:lnTo>
                    <a:pt x="614849" y="1779234"/>
                  </a:lnTo>
                  <a:lnTo>
                    <a:pt x="616771" y="1779234"/>
                  </a:lnTo>
                  <a:lnTo>
                    <a:pt x="618692" y="1779234"/>
                  </a:lnTo>
                  <a:lnTo>
                    <a:pt x="620613" y="1779234"/>
                  </a:lnTo>
                  <a:lnTo>
                    <a:pt x="622535" y="1779234"/>
                  </a:lnTo>
                  <a:lnTo>
                    <a:pt x="624456" y="1779234"/>
                  </a:lnTo>
                  <a:lnTo>
                    <a:pt x="626378" y="1779234"/>
                  </a:lnTo>
                  <a:lnTo>
                    <a:pt x="628299" y="1779234"/>
                  </a:lnTo>
                  <a:lnTo>
                    <a:pt x="630220" y="1779234"/>
                  </a:lnTo>
                  <a:lnTo>
                    <a:pt x="632142" y="1779234"/>
                  </a:lnTo>
                  <a:lnTo>
                    <a:pt x="634063" y="1779234"/>
                  </a:lnTo>
                  <a:lnTo>
                    <a:pt x="635985" y="1779234"/>
                  </a:lnTo>
                  <a:lnTo>
                    <a:pt x="637906" y="1779234"/>
                  </a:lnTo>
                  <a:lnTo>
                    <a:pt x="639827" y="1779234"/>
                  </a:lnTo>
                  <a:lnTo>
                    <a:pt x="641749" y="1779234"/>
                  </a:lnTo>
                  <a:lnTo>
                    <a:pt x="643670" y="1779234"/>
                  </a:lnTo>
                  <a:lnTo>
                    <a:pt x="645592" y="1779233"/>
                  </a:lnTo>
                  <a:lnTo>
                    <a:pt x="647513" y="1779229"/>
                  </a:lnTo>
                  <a:lnTo>
                    <a:pt x="649434" y="1779212"/>
                  </a:lnTo>
                  <a:lnTo>
                    <a:pt x="651356" y="1779160"/>
                  </a:lnTo>
                  <a:lnTo>
                    <a:pt x="653277" y="1779026"/>
                  </a:lnTo>
                  <a:lnTo>
                    <a:pt x="655199" y="1778741"/>
                  </a:lnTo>
                  <a:lnTo>
                    <a:pt x="657120" y="1778248"/>
                  </a:lnTo>
                  <a:lnTo>
                    <a:pt x="659042" y="1777562"/>
                  </a:lnTo>
                  <a:lnTo>
                    <a:pt x="660963" y="1776811"/>
                  </a:lnTo>
                  <a:lnTo>
                    <a:pt x="662884" y="1776193"/>
                  </a:lnTo>
                  <a:lnTo>
                    <a:pt x="664806" y="1775854"/>
                  </a:lnTo>
                  <a:lnTo>
                    <a:pt x="666727" y="1775767"/>
                  </a:lnTo>
                  <a:lnTo>
                    <a:pt x="668649" y="1775750"/>
                  </a:lnTo>
                  <a:lnTo>
                    <a:pt x="670570" y="1775613"/>
                  </a:lnTo>
                  <a:lnTo>
                    <a:pt x="672491" y="1775300"/>
                  </a:lnTo>
                  <a:lnTo>
                    <a:pt x="674413" y="1774902"/>
                  </a:lnTo>
                  <a:lnTo>
                    <a:pt x="676334" y="1774557"/>
                  </a:lnTo>
                  <a:lnTo>
                    <a:pt x="678256" y="1774358"/>
                  </a:lnTo>
                  <a:lnTo>
                    <a:pt x="680177" y="1774318"/>
                  </a:lnTo>
                  <a:lnTo>
                    <a:pt x="682098" y="1774399"/>
                  </a:lnTo>
                  <a:lnTo>
                    <a:pt x="684020" y="1774542"/>
                  </a:lnTo>
                  <a:lnTo>
                    <a:pt x="685941" y="1774702"/>
                  </a:lnTo>
                  <a:lnTo>
                    <a:pt x="687863" y="1774881"/>
                  </a:lnTo>
                  <a:lnTo>
                    <a:pt x="689784" y="1775122"/>
                  </a:lnTo>
                  <a:lnTo>
                    <a:pt x="691705" y="1775424"/>
                  </a:lnTo>
                  <a:lnTo>
                    <a:pt x="693627" y="1775685"/>
                  </a:lnTo>
                  <a:lnTo>
                    <a:pt x="695548" y="1775762"/>
                  </a:lnTo>
                  <a:lnTo>
                    <a:pt x="697470" y="1775604"/>
                  </a:lnTo>
                  <a:lnTo>
                    <a:pt x="699391" y="1775314"/>
                  </a:lnTo>
                  <a:lnTo>
                    <a:pt x="701312" y="1775057"/>
                  </a:lnTo>
                  <a:lnTo>
                    <a:pt x="703234" y="1774932"/>
                  </a:lnTo>
                  <a:lnTo>
                    <a:pt x="705155" y="1774953"/>
                  </a:lnTo>
                  <a:lnTo>
                    <a:pt x="707077" y="1775153"/>
                  </a:lnTo>
                  <a:lnTo>
                    <a:pt x="708998" y="1775597"/>
                  </a:lnTo>
                  <a:lnTo>
                    <a:pt x="710919" y="1776289"/>
                  </a:lnTo>
                  <a:lnTo>
                    <a:pt x="712841" y="1777115"/>
                  </a:lnTo>
                  <a:lnTo>
                    <a:pt x="714762" y="1777897"/>
                  </a:lnTo>
                  <a:lnTo>
                    <a:pt x="716684" y="1778488"/>
                  </a:lnTo>
                  <a:lnTo>
                    <a:pt x="718605" y="1778827"/>
                  </a:lnTo>
                  <a:lnTo>
                    <a:pt x="720526" y="1778909"/>
                  </a:lnTo>
                  <a:lnTo>
                    <a:pt x="722448" y="1778740"/>
                  </a:lnTo>
                  <a:lnTo>
                    <a:pt x="724369" y="1778312"/>
                  </a:lnTo>
                  <a:lnTo>
                    <a:pt x="726291" y="1777651"/>
                  </a:lnTo>
                  <a:lnTo>
                    <a:pt x="728212" y="1776855"/>
                  </a:lnTo>
                  <a:lnTo>
                    <a:pt x="730134" y="1776091"/>
                  </a:lnTo>
                  <a:lnTo>
                    <a:pt x="732055" y="1775502"/>
                  </a:lnTo>
                  <a:lnTo>
                    <a:pt x="733976" y="1775109"/>
                  </a:lnTo>
                  <a:lnTo>
                    <a:pt x="735898" y="1774810"/>
                  </a:lnTo>
                  <a:lnTo>
                    <a:pt x="737819" y="1774490"/>
                  </a:lnTo>
                  <a:lnTo>
                    <a:pt x="739741" y="1774144"/>
                  </a:lnTo>
                  <a:lnTo>
                    <a:pt x="741662" y="1773903"/>
                  </a:lnTo>
                  <a:lnTo>
                    <a:pt x="743583" y="1773946"/>
                  </a:lnTo>
                  <a:lnTo>
                    <a:pt x="745505" y="1774388"/>
                  </a:lnTo>
                  <a:lnTo>
                    <a:pt x="747426" y="1775206"/>
                  </a:lnTo>
                  <a:lnTo>
                    <a:pt x="749348" y="1776246"/>
                  </a:lnTo>
                  <a:lnTo>
                    <a:pt x="751269" y="1777284"/>
                  </a:lnTo>
                  <a:lnTo>
                    <a:pt x="753190" y="1778129"/>
                  </a:lnTo>
                  <a:lnTo>
                    <a:pt x="755112" y="1778691"/>
                  </a:lnTo>
                  <a:lnTo>
                    <a:pt x="757033" y="1779001"/>
                  </a:lnTo>
                  <a:lnTo>
                    <a:pt x="758955" y="1779148"/>
                  </a:lnTo>
                  <a:lnTo>
                    <a:pt x="760876" y="1779206"/>
                  </a:lnTo>
                  <a:lnTo>
                    <a:pt x="762797" y="1779227"/>
                  </a:lnTo>
                  <a:lnTo>
                    <a:pt x="764719" y="1779232"/>
                  </a:lnTo>
                  <a:lnTo>
                    <a:pt x="766640" y="1779233"/>
                  </a:lnTo>
                  <a:lnTo>
                    <a:pt x="768562" y="1779231"/>
                  </a:lnTo>
                  <a:lnTo>
                    <a:pt x="770483" y="1779222"/>
                  </a:lnTo>
                  <a:lnTo>
                    <a:pt x="772404" y="1779191"/>
                  </a:lnTo>
                  <a:lnTo>
                    <a:pt x="774326" y="1779107"/>
                  </a:lnTo>
                  <a:lnTo>
                    <a:pt x="776247" y="1778913"/>
                  </a:lnTo>
                  <a:lnTo>
                    <a:pt x="778169" y="1778545"/>
                  </a:lnTo>
                  <a:lnTo>
                    <a:pt x="780090" y="1777976"/>
                  </a:lnTo>
                  <a:lnTo>
                    <a:pt x="782011" y="1777270"/>
                  </a:lnTo>
                  <a:lnTo>
                    <a:pt x="783933" y="1776610"/>
                  </a:lnTo>
                  <a:lnTo>
                    <a:pt x="785854" y="1776236"/>
                  </a:lnTo>
                  <a:lnTo>
                    <a:pt x="787776" y="1776304"/>
                  </a:lnTo>
                  <a:lnTo>
                    <a:pt x="789697" y="1776789"/>
                  </a:lnTo>
                  <a:lnTo>
                    <a:pt x="791618" y="1777497"/>
                  </a:lnTo>
                  <a:lnTo>
                    <a:pt x="793540" y="1778186"/>
                  </a:lnTo>
                  <a:lnTo>
                    <a:pt x="795461" y="1778698"/>
                  </a:lnTo>
                  <a:lnTo>
                    <a:pt x="797383" y="1778997"/>
                  </a:lnTo>
                  <a:lnTo>
                    <a:pt x="799304" y="1779125"/>
                  </a:lnTo>
                  <a:lnTo>
                    <a:pt x="801226" y="1779128"/>
                  </a:lnTo>
                  <a:lnTo>
                    <a:pt x="803147" y="1779010"/>
                  </a:lnTo>
                  <a:lnTo>
                    <a:pt x="805068" y="1778724"/>
                  </a:lnTo>
                  <a:lnTo>
                    <a:pt x="806990" y="1778197"/>
                  </a:lnTo>
                  <a:lnTo>
                    <a:pt x="808911" y="1777397"/>
                  </a:lnTo>
                  <a:lnTo>
                    <a:pt x="810833" y="1776414"/>
                  </a:lnTo>
                  <a:lnTo>
                    <a:pt x="812754" y="1775432"/>
                  </a:lnTo>
                  <a:lnTo>
                    <a:pt x="814675" y="1774667"/>
                  </a:lnTo>
                  <a:lnTo>
                    <a:pt x="816597" y="1774285"/>
                  </a:lnTo>
                  <a:lnTo>
                    <a:pt x="818518" y="1774363"/>
                  </a:lnTo>
                  <a:lnTo>
                    <a:pt x="820440" y="1774883"/>
                  </a:lnTo>
                  <a:lnTo>
                    <a:pt x="822361" y="1775735"/>
                  </a:lnTo>
                  <a:lnTo>
                    <a:pt x="824282" y="1776727"/>
                  </a:lnTo>
                  <a:lnTo>
                    <a:pt x="826204" y="1777652"/>
                  </a:lnTo>
                  <a:lnTo>
                    <a:pt x="828125" y="1778363"/>
                  </a:lnTo>
                  <a:lnTo>
                    <a:pt x="830047" y="1778819"/>
                  </a:lnTo>
                  <a:lnTo>
                    <a:pt x="831968" y="1779065"/>
                  </a:lnTo>
                  <a:lnTo>
                    <a:pt x="833889" y="1779175"/>
                  </a:lnTo>
                  <a:lnTo>
                    <a:pt x="835811" y="1779217"/>
                  </a:lnTo>
                  <a:lnTo>
                    <a:pt x="837732" y="1779230"/>
                  </a:lnTo>
                  <a:lnTo>
                    <a:pt x="839654" y="1779233"/>
                  </a:lnTo>
                  <a:lnTo>
                    <a:pt x="841575" y="1779234"/>
                  </a:lnTo>
                  <a:lnTo>
                    <a:pt x="843496" y="1779234"/>
                  </a:lnTo>
                  <a:lnTo>
                    <a:pt x="845418" y="1779234"/>
                  </a:lnTo>
                  <a:lnTo>
                    <a:pt x="847339" y="1779234"/>
                  </a:lnTo>
                  <a:lnTo>
                    <a:pt x="849261" y="1779234"/>
                  </a:lnTo>
                  <a:lnTo>
                    <a:pt x="851182" y="1779234"/>
                  </a:lnTo>
                  <a:lnTo>
                    <a:pt x="853103" y="1779234"/>
                  </a:lnTo>
                  <a:lnTo>
                    <a:pt x="855025" y="1779234"/>
                  </a:lnTo>
                  <a:lnTo>
                    <a:pt x="856946" y="1779234"/>
                  </a:lnTo>
                  <a:lnTo>
                    <a:pt x="858868" y="1779234"/>
                  </a:lnTo>
                  <a:lnTo>
                    <a:pt x="860789" y="1779234"/>
                  </a:lnTo>
                  <a:lnTo>
                    <a:pt x="862710" y="1779234"/>
                  </a:lnTo>
                  <a:lnTo>
                    <a:pt x="864632" y="1779234"/>
                  </a:lnTo>
                  <a:lnTo>
                    <a:pt x="866553" y="1779234"/>
                  </a:lnTo>
                  <a:lnTo>
                    <a:pt x="868475" y="1779234"/>
                  </a:lnTo>
                  <a:lnTo>
                    <a:pt x="870396" y="1779234"/>
                  </a:lnTo>
                  <a:lnTo>
                    <a:pt x="872318" y="1779234"/>
                  </a:lnTo>
                  <a:lnTo>
                    <a:pt x="874239" y="1779234"/>
                  </a:lnTo>
                  <a:lnTo>
                    <a:pt x="876160" y="1779234"/>
                  </a:lnTo>
                  <a:lnTo>
                    <a:pt x="878082" y="1779234"/>
                  </a:lnTo>
                  <a:lnTo>
                    <a:pt x="880003" y="1779234"/>
                  </a:lnTo>
                  <a:lnTo>
                    <a:pt x="881925" y="1779234"/>
                  </a:lnTo>
                  <a:lnTo>
                    <a:pt x="883846" y="1779234"/>
                  </a:lnTo>
                  <a:lnTo>
                    <a:pt x="885767" y="1779234"/>
                  </a:lnTo>
                  <a:lnTo>
                    <a:pt x="887689" y="1779234"/>
                  </a:lnTo>
                  <a:lnTo>
                    <a:pt x="889610" y="1779234"/>
                  </a:lnTo>
                  <a:lnTo>
                    <a:pt x="891532" y="1779231"/>
                  </a:lnTo>
                  <a:lnTo>
                    <a:pt x="893453" y="1779221"/>
                  </a:lnTo>
                  <a:lnTo>
                    <a:pt x="895374" y="1779188"/>
                  </a:lnTo>
                  <a:lnTo>
                    <a:pt x="897296" y="1779099"/>
                  </a:lnTo>
                  <a:lnTo>
                    <a:pt x="899217" y="1778898"/>
                  </a:lnTo>
                  <a:lnTo>
                    <a:pt x="901139" y="1778520"/>
                  </a:lnTo>
                  <a:lnTo>
                    <a:pt x="903060" y="1777934"/>
                  </a:lnTo>
                  <a:lnTo>
                    <a:pt x="904981" y="1777209"/>
                  </a:lnTo>
                  <a:lnTo>
                    <a:pt x="906903" y="1776539"/>
                  </a:lnTo>
                  <a:lnTo>
                    <a:pt x="908824" y="1776177"/>
                  </a:lnTo>
                  <a:lnTo>
                    <a:pt x="910746" y="1776287"/>
                  </a:lnTo>
                  <a:lnTo>
                    <a:pt x="912667" y="1776829"/>
                  </a:lnTo>
                  <a:lnTo>
                    <a:pt x="914588" y="1777567"/>
                  </a:lnTo>
                  <a:lnTo>
                    <a:pt x="916510" y="1778245"/>
                  </a:lnTo>
                  <a:lnTo>
                    <a:pt x="918431" y="1778731"/>
                  </a:lnTo>
                  <a:lnTo>
                    <a:pt x="920353" y="1779014"/>
                  </a:lnTo>
                  <a:lnTo>
                    <a:pt x="922274" y="1779151"/>
                  </a:lnTo>
                  <a:lnTo>
                    <a:pt x="924195" y="1779207"/>
                  </a:lnTo>
                  <a:lnTo>
                    <a:pt x="926117" y="1779227"/>
                  </a:lnTo>
                  <a:lnTo>
                    <a:pt x="928038" y="1779233"/>
                  </a:lnTo>
                  <a:lnTo>
                    <a:pt x="929960" y="1779234"/>
                  </a:lnTo>
                  <a:lnTo>
                    <a:pt x="931881" y="1779234"/>
                  </a:lnTo>
                  <a:lnTo>
                    <a:pt x="933802" y="1779234"/>
                  </a:lnTo>
                  <a:lnTo>
                    <a:pt x="935724" y="1779234"/>
                  </a:lnTo>
                  <a:lnTo>
                    <a:pt x="937645" y="1779234"/>
                  </a:lnTo>
                  <a:lnTo>
                    <a:pt x="939567" y="1779234"/>
                  </a:lnTo>
                  <a:lnTo>
                    <a:pt x="941488" y="1779234"/>
                  </a:lnTo>
                  <a:lnTo>
                    <a:pt x="943410" y="1779234"/>
                  </a:lnTo>
                  <a:lnTo>
                    <a:pt x="945331" y="1779234"/>
                  </a:lnTo>
                  <a:lnTo>
                    <a:pt x="947252" y="1779234"/>
                  </a:lnTo>
                  <a:lnTo>
                    <a:pt x="949174" y="1779234"/>
                  </a:lnTo>
                  <a:lnTo>
                    <a:pt x="951095" y="1779234"/>
                  </a:lnTo>
                  <a:lnTo>
                    <a:pt x="953017" y="1779234"/>
                  </a:lnTo>
                  <a:lnTo>
                    <a:pt x="954938" y="1779234"/>
                  </a:lnTo>
                  <a:lnTo>
                    <a:pt x="956859" y="1779234"/>
                  </a:lnTo>
                  <a:lnTo>
                    <a:pt x="958781" y="1779234"/>
                  </a:lnTo>
                  <a:lnTo>
                    <a:pt x="960702" y="1779234"/>
                  </a:lnTo>
                  <a:lnTo>
                    <a:pt x="962624" y="1779234"/>
                  </a:lnTo>
                  <a:lnTo>
                    <a:pt x="964545" y="1779234"/>
                  </a:lnTo>
                  <a:lnTo>
                    <a:pt x="966466" y="1779234"/>
                  </a:lnTo>
                  <a:lnTo>
                    <a:pt x="968388" y="1779234"/>
                  </a:lnTo>
                  <a:lnTo>
                    <a:pt x="970309" y="1779234"/>
                  </a:lnTo>
                  <a:lnTo>
                    <a:pt x="972231" y="1779234"/>
                  </a:lnTo>
                  <a:lnTo>
                    <a:pt x="974152" y="1779234"/>
                  </a:lnTo>
                  <a:lnTo>
                    <a:pt x="976073" y="1779234"/>
                  </a:lnTo>
                  <a:lnTo>
                    <a:pt x="977995" y="1779234"/>
                  </a:lnTo>
                  <a:lnTo>
                    <a:pt x="979916" y="1779234"/>
                  </a:lnTo>
                  <a:lnTo>
                    <a:pt x="981838" y="1779234"/>
                  </a:lnTo>
                  <a:lnTo>
                    <a:pt x="979916" y="1779234"/>
                  </a:lnTo>
                  <a:lnTo>
                    <a:pt x="977995" y="1779234"/>
                  </a:lnTo>
                  <a:lnTo>
                    <a:pt x="976073" y="1779234"/>
                  </a:lnTo>
                  <a:lnTo>
                    <a:pt x="974152" y="1779234"/>
                  </a:lnTo>
                  <a:lnTo>
                    <a:pt x="972231" y="1779234"/>
                  </a:lnTo>
                  <a:lnTo>
                    <a:pt x="970309" y="1779234"/>
                  </a:lnTo>
                  <a:lnTo>
                    <a:pt x="968388" y="1779234"/>
                  </a:lnTo>
                  <a:lnTo>
                    <a:pt x="966466" y="1779234"/>
                  </a:lnTo>
                  <a:lnTo>
                    <a:pt x="964545" y="1779234"/>
                  </a:lnTo>
                  <a:lnTo>
                    <a:pt x="962624" y="1779234"/>
                  </a:lnTo>
                  <a:lnTo>
                    <a:pt x="960702" y="1779234"/>
                  </a:lnTo>
                  <a:lnTo>
                    <a:pt x="958781" y="1779234"/>
                  </a:lnTo>
                  <a:lnTo>
                    <a:pt x="956859" y="1779234"/>
                  </a:lnTo>
                  <a:lnTo>
                    <a:pt x="954938" y="1779234"/>
                  </a:lnTo>
                  <a:lnTo>
                    <a:pt x="953017" y="1779234"/>
                  </a:lnTo>
                  <a:lnTo>
                    <a:pt x="951095" y="1779234"/>
                  </a:lnTo>
                  <a:lnTo>
                    <a:pt x="949174" y="1779234"/>
                  </a:lnTo>
                  <a:lnTo>
                    <a:pt x="947252" y="1779234"/>
                  </a:lnTo>
                  <a:lnTo>
                    <a:pt x="945331" y="1779234"/>
                  </a:lnTo>
                  <a:lnTo>
                    <a:pt x="943410" y="1779234"/>
                  </a:lnTo>
                  <a:lnTo>
                    <a:pt x="941488" y="1779234"/>
                  </a:lnTo>
                  <a:lnTo>
                    <a:pt x="939567" y="1779234"/>
                  </a:lnTo>
                  <a:lnTo>
                    <a:pt x="937645" y="1779234"/>
                  </a:lnTo>
                  <a:lnTo>
                    <a:pt x="935724" y="1779234"/>
                  </a:lnTo>
                  <a:lnTo>
                    <a:pt x="933802" y="1779234"/>
                  </a:lnTo>
                  <a:lnTo>
                    <a:pt x="931881" y="1779234"/>
                  </a:lnTo>
                  <a:lnTo>
                    <a:pt x="929960" y="1779234"/>
                  </a:lnTo>
                  <a:lnTo>
                    <a:pt x="928038" y="1779234"/>
                  </a:lnTo>
                  <a:lnTo>
                    <a:pt x="926117" y="1779234"/>
                  </a:lnTo>
                  <a:lnTo>
                    <a:pt x="924195" y="1779234"/>
                  </a:lnTo>
                  <a:lnTo>
                    <a:pt x="922274" y="1779234"/>
                  </a:lnTo>
                  <a:lnTo>
                    <a:pt x="920353" y="1779234"/>
                  </a:lnTo>
                  <a:lnTo>
                    <a:pt x="918431" y="1779234"/>
                  </a:lnTo>
                  <a:lnTo>
                    <a:pt x="916510" y="1779234"/>
                  </a:lnTo>
                  <a:lnTo>
                    <a:pt x="914588" y="1779234"/>
                  </a:lnTo>
                  <a:lnTo>
                    <a:pt x="912667" y="1779234"/>
                  </a:lnTo>
                  <a:lnTo>
                    <a:pt x="910746" y="1779234"/>
                  </a:lnTo>
                  <a:lnTo>
                    <a:pt x="908824" y="1779234"/>
                  </a:lnTo>
                  <a:lnTo>
                    <a:pt x="906903" y="1779234"/>
                  </a:lnTo>
                  <a:lnTo>
                    <a:pt x="904981" y="1779234"/>
                  </a:lnTo>
                  <a:lnTo>
                    <a:pt x="903060" y="1779234"/>
                  </a:lnTo>
                  <a:lnTo>
                    <a:pt x="901139" y="1779234"/>
                  </a:lnTo>
                  <a:lnTo>
                    <a:pt x="899217" y="1779234"/>
                  </a:lnTo>
                  <a:lnTo>
                    <a:pt x="897296" y="1779234"/>
                  </a:lnTo>
                  <a:lnTo>
                    <a:pt x="895374" y="1779234"/>
                  </a:lnTo>
                  <a:lnTo>
                    <a:pt x="893453" y="1779234"/>
                  </a:lnTo>
                  <a:lnTo>
                    <a:pt x="891532" y="1779234"/>
                  </a:lnTo>
                  <a:lnTo>
                    <a:pt x="889610" y="1779234"/>
                  </a:lnTo>
                  <a:lnTo>
                    <a:pt x="887689" y="1779234"/>
                  </a:lnTo>
                  <a:lnTo>
                    <a:pt x="885767" y="1779234"/>
                  </a:lnTo>
                  <a:lnTo>
                    <a:pt x="883846" y="1779234"/>
                  </a:lnTo>
                  <a:lnTo>
                    <a:pt x="881925" y="1779234"/>
                  </a:lnTo>
                  <a:lnTo>
                    <a:pt x="880003" y="1779234"/>
                  </a:lnTo>
                  <a:lnTo>
                    <a:pt x="878082" y="1779234"/>
                  </a:lnTo>
                  <a:lnTo>
                    <a:pt x="876160" y="1779234"/>
                  </a:lnTo>
                  <a:lnTo>
                    <a:pt x="874239" y="1779234"/>
                  </a:lnTo>
                  <a:lnTo>
                    <a:pt x="872318" y="1779234"/>
                  </a:lnTo>
                  <a:lnTo>
                    <a:pt x="870396" y="1779234"/>
                  </a:lnTo>
                  <a:lnTo>
                    <a:pt x="868475" y="1779234"/>
                  </a:lnTo>
                  <a:lnTo>
                    <a:pt x="866553" y="1779234"/>
                  </a:lnTo>
                  <a:lnTo>
                    <a:pt x="864632" y="1779234"/>
                  </a:lnTo>
                  <a:lnTo>
                    <a:pt x="862710" y="1779234"/>
                  </a:lnTo>
                  <a:lnTo>
                    <a:pt x="860789" y="1779234"/>
                  </a:lnTo>
                  <a:lnTo>
                    <a:pt x="858868" y="1779234"/>
                  </a:lnTo>
                  <a:lnTo>
                    <a:pt x="856946" y="1779234"/>
                  </a:lnTo>
                  <a:lnTo>
                    <a:pt x="855025" y="1779234"/>
                  </a:lnTo>
                  <a:lnTo>
                    <a:pt x="853103" y="1779234"/>
                  </a:lnTo>
                  <a:lnTo>
                    <a:pt x="851182" y="1779234"/>
                  </a:lnTo>
                  <a:lnTo>
                    <a:pt x="849261" y="1779234"/>
                  </a:lnTo>
                  <a:lnTo>
                    <a:pt x="847339" y="1779234"/>
                  </a:lnTo>
                  <a:lnTo>
                    <a:pt x="845418" y="1779234"/>
                  </a:lnTo>
                  <a:lnTo>
                    <a:pt x="843496" y="1779234"/>
                  </a:lnTo>
                  <a:lnTo>
                    <a:pt x="841575" y="1779234"/>
                  </a:lnTo>
                  <a:lnTo>
                    <a:pt x="839654" y="1779234"/>
                  </a:lnTo>
                  <a:lnTo>
                    <a:pt x="837732" y="1779234"/>
                  </a:lnTo>
                  <a:lnTo>
                    <a:pt x="835811" y="1779234"/>
                  </a:lnTo>
                  <a:lnTo>
                    <a:pt x="833889" y="1779234"/>
                  </a:lnTo>
                  <a:lnTo>
                    <a:pt x="831968" y="1779234"/>
                  </a:lnTo>
                  <a:lnTo>
                    <a:pt x="830047" y="1779234"/>
                  </a:lnTo>
                  <a:lnTo>
                    <a:pt x="828125" y="1779234"/>
                  </a:lnTo>
                  <a:lnTo>
                    <a:pt x="826204" y="1779234"/>
                  </a:lnTo>
                  <a:lnTo>
                    <a:pt x="824282" y="1779234"/>
                  </a:lnTo>
                  <a:lnTo>
                    <a:pt x="822361" y="1779234"/>
                  </a:lnTo>
                  <a:lnTo>
                    <a:pt x="820440" y="1779234"/>
                  </a:lnTo>
                  <a:lnTo>
                    <a:pt x="818518" y="1779234"/>
                  </a:lnTo>
                  <a:lnTo>
                    <a:pt x="816597" y="1779234"/>
                  </a:lnTo>
                  <a:lnTo>
                    <a:pt x="814675" y="1779234"/>
                  </a:lnTo>
                  <a:lnTo>
                    <a:pt x="812754" y="1779234"/>
                  </a:lnTo>
                  <a:lnTo>
                    <a:pt x="810833" y="1779234"/>
                  </a:lnTo>
                  <a:lnTo>
                    <a:pt x="808911" y="1779234"/>
                  </a:lnTo>
                  <a:lnTo>
                    <a:pt x="806990" y="1779234"/>
                  </a:lnTo>
                  <a:lnTo>
                    <a:pt x="805068" y="1779234"/>
                  </a:lnTo>
                  <a:lnTo>
                    <a:pt x="803147" y="1779234"/>
                  </a:lnTo>
                  <a:lnTo>
                    <a:pt x="801226" y="1779234"/>
                  </a:lnTo>
                  <a:lnTo>
                    <a:pt x="799304" y="1779234"/>
                  </a:lnTo>
                  <a:lnTo>
                    <a:pt x="797383" y="1779234"/>
                  </a:lnTo>
                  <a:lnTo>
                    <a:pt x="795461" y="1779234"/>
                  </a:lnTo>
                  <a:lnTo>
                    <a:pt x="793540" y="1779234"/>
                  </a:lnTo>
                  <a:lnTo>
                    <a:pt x="791618" y="1779234"/>
                  </a:lnTo>
                  <a:lnTo>
                    <a:pt x="789697" y="1779234"/>
                  </a:lnTo>
                  <a:lnTo>
                    <a:pt x="787776" y="1779234"/>
                  </a:lnTo>
                  <a:lnTo>
                    <a:pt x="785854" y="1779234"/>
                  </a:lnTo>
                  <a:lnTo>
                    <a:pt x="783933" y="1779234"/>
                  </a:lnTo>
                  <a:lnTo>
                    <a:pt x="782011" y="1779234"/>
                  </a:lnTo>
                  <a:lnTo>
                    <a:pt x="780090" y="1779234"/>
                  </a:lnTo>
                  <a:lnTo>
                    <a:pt x="778169" y="1779234"/>
                  </a:lnTo>
                  <a:lnTo>
                    <a:pt x="776247" y="1779234"/>
                  </a:lnTo>
                  <a:lnTo>
                    <a:pt x="774326" y="1779234"/>
                  </a:lnTo>
                  <a:lnTo>
                    <a:pt x="772404" y="1779234"/>
                  </a:lnTo>
                  <a:lnTo>
                    <a:pt x="770483" y="1779234"/>
                  </a:lnTo>
                  <a:lnTo>
                    <a:pt x="768562" y="1779234"/>
                  </a:lnTo>
                  <a:lnTo>
                    <a:pt x="766640" y="1779234"/>
                  </a:lnTo>
                  <a:lnTo>
                    <a:pt x="764719" y="1779234"/>
                  </a:lnTo>
                  <a:lnTo>
                    <a:pt x="762797" y="1779234"/>
                  </a:lnTo>
                  <a:lnTo>
                    <a:pt x="760876" y="1779234"/>
                  </a:lnTo>
                  <a:lnTo>
                    <a:pt x="758955" y="1779234"/>
                  </a:lnTo>
                  <a:lnTo>
                    <a:pt x="757033" y="1779234"/>
                  </a:lnTo>
                  <a:lnTo>
                    <a:pt x="755112" y="1779234"/>
                  </a:lnTo>
                  <a:lnTo>
                    <a:pt x="753190" y="1779234"/>
                  </a:lnTo>
                  <a:lnTo>
                    <a:pt x="751269" y="1779234"/>
                  </a:lnTo>
                  <a:lnTo>
                    <a:pt x="749348" y="1779234"/>
                  </a:lnTo>
                  <a:lnTo>
                    <a:pt x="747426" y="1779234"/>
                  </a:lnTo>
                  <a:lnTo>
                    <a:pt x="745505" y="1779234"/>
                  </a:lnTo>
                  <a:lnTo>
                    <a:pt x="743583" y="1779234"/>
                  </a:lnTo>
                  <a:lnTo>
                    <a:pt x="741662" y="1779234"/>
                  </a:lnTo>
                  <a:lnTo>
                    <a:pt x="739741" y="1779234"/>
                  </a:lnTo>
                  <a:lnTo>
                    <a:pt x="737819" y="1779234"/>
                  </a:lnTo>
                  <a:lnTo>
                    <a:pt x="735898" y="1779234"/>
                  </a:lnTo>
                  <a:lnTo>
                    <a:pt x="733976" y="1779234"/>
                  </a:lnTo>
                  <a:lnTo>
                    <a:pt x="732055" y="1779234"/>
                  </a:lnTo>
                  <a:lnTo>
                    <a:pt x="730134" y="1779234"/>
                  </a:lnTo>
                  <a:lnTo>
                    <a:pt x="728212" y="1779234"/>
                  </a:lnTo>
                  <a:lnTo>
                    <a:pt x="726291" y="1779234"/>
                  </a:lnTo>
                  <a:lnTo>
                    <a:pt x="724369" y="1779234"/>
                  </a:lnTo>
                  <a:lnTo>
                    <a:pt x="722448" y="1779234"/>
                  </a:lnTo>
                  <a:lnTo>
                    <a:pt x="720526" y="1779234"/>
                  </a:lnTo>
                  <a:lnTo>
                    <a:pt x="718605" y="1779234"/>
                  </a:lnTo>
                  <a:lnTo>
                    <a:pt x="716684" y="1779234"/>
                  </a:lnTo>
                  <a:lnTo>
                    <a:pt x="714762" y="1779234"/>
                  </a:lnTo>
                  <a:lnTo>
                    <a:pt x="712841" y="1779234"/>
                  </a:lnTo>
                  <a:lnTo>
                    <a:pt x="710919" y="1779234"/>
                  </a:lnTo>
                  <a:lnTo>
                    <a:pt x="708998" y="1779234"/>
                  </a:lnTo>
                  <a:lnTo>
                    <a:pt x="707077" y="1779234"/>
                  </a:lnTo>
                  <a:lnTo>
                    <a:pt x="705155" y="1779234"/>
                  </a:lnTo>
                  <a:lnTo>
                    <a:pt x="703234" y="1779234"/>
                  </a:lnTo>
                  <a:lnTo>
                    <a:pt x="701312" y="1779234"/>
                  </a:lnTo>
                  <a:lnTo>
                    <a:pt x="699391" y="1779234"/>
                  </a:lnTo>
                  <a:lnTo>
                    <a:pt x="697470" y="1779234"/>
                  </a:lnTo>
                  <a:lnTo>
                    <a:pt x="695548" y="1779234"/>
                  </a:lnTo>
                  <a:lnTo>
                    <a:pt x="693627" y="1779234"/>
                  </a:lnTo>
                  <a:lnTo>
                    <a:pt x="691705" y="1779234"/>
                  </a:lnTo>
                  <a:lnTo>
                    <a:pt x="689784" y="1779234"/>
                  </a:lnTo>
                  <a:lnTo>
                    <a:pt x="687863" y="1779234"/>
                  </a:lnTo>
                  <a:lnTo>
                    <a:pt x="685941" y="1779234"/>
                  </a:lnTo>
                  <a:lnTo>
                    <a:pt x="684020" y="1779234"/>
                  </a:lnTo>
                  <a:lnTo>
                    <a:pt x="682098" y="1779234"/>
                  </a:lnTo>
                  <a:lnTo>
                    <a:pt x="680177" y="1779234"/>
                  </a:lnTo>
                  <a:lnTo>
                    <a:pt x="678256" y="1779234"/>
                  </a:lnTo>
                  <a:lnTo>
                    <a:pt x="676334" y="1779234"/>
                  </a:lnTo>
                  <a:lnTo>
                    <a:pt x="674413" y="1779234"/>
                  </a:lnTo>
                  <a:lnTo>
                    <a:pt x="672491" y="1779234"/>
                  </a:lnTo>
                  <a:lnTo>
                    <a:pt x="670570" y="1779234"/>
                  </a:lnTo>
                  <a:lnTo>
                    <a:pt x="668649" y="1779234"/>
                  </a:lnTo>
                  <a:lnTo>
                    <a:pt x="666727" y="1779234"/>
                  </a:lnTo>
                  <a:lnTo>
                    <a:pt x="664806" y="1779234"/>
                  </a:lnTo>
                  <a:lnTo>
                    <a:pt x="662884" y="1779234"/>
                  </a:lnTo>
                  <a:lnTo>
                    <a:pt x="660963" y="1779234"/>
                  </a:lnTo>
                  <a:lnTo>
                    <a:pt x="659042" y="1779234"/>
                  </a:lnTo>
                  <a:lnTo>
                    <a:pt x="657120" y="1779234"/>
                  </a:lnTo>
                  <a:lnTo>
                    <a:pt x="655199" y="1779234"/>
                  </a:lnTo>
                  <a:lnTo>
                    <a:pt x="653277" y="1779234"/>
                  </a:lnTo>
                  <a:lnTo>
                    <a:pt x="651356" y="1779234"/>
                  </a:lnTo>
                  <a:lnTo>
                    <a:pt x="649434" y="1779234"/>
                  </a:lnTo>
                  <a:lnTo>
                    <a:pt x="647513" y="1779234"/>
                  </a:lnTo>
                  <a:lnTo>
                    <a:pt x="645592" y="1779234"/>
                  </a:lnTo>
                  <a:lnTo>
                    <a:pt x="643670" y="1779234"/>
                  </a:lnTo>
                  <a:lnTo>
                    <a:pt x="641749" y="1779234"/>
                  </a:lnTo>
                  <a:lnTo>
                    <a:pt x="639827" y="1779234"/>
                  </a:lnTo>
                  <a:lnTo>
                    <a:pt x="637906" y="1779234"/>
                  </a:lnTo>
                  <a:lnTo>
                    <a:pt x="635985" y="1779234"/>
                  </a:lnTo>
                  <a:lnTo>
                    <a:pt x="634063" y="1779234"/>
                  </a:lnTo>
                  <a:lnTo>
                    <a:pt x="632142" y="1779234"/>
                  </a:lnTo>
                  <a:lnTo>
                    <a:pt x="630220" y="1779234"/>
                  </a:lnTo>
                  <a:lnTo>
                    <a:pt x="628299" y="1779234"/>
                  </a:lnTo>
                  <a:lnTo>
                    <a:pt x="626378" y="1779234"/>
                  </a:lnTo>
                  <a:lnTo>
                    <a:pt x="624456" y="1779234"/>
                  </a:lnTo>
                  <a:lnTo>
                    <a:pt x="622535" y="1779234"/>
                  </a:lnTo>
                  <a:lnTo>
                    <a:pt x="620613" y="1779234"/>
                  </a:lnTo>
                  <a:lnTo>
                    <a:pt x="618692" y="1779234"/>
                  </a:lnTo>
                  <a:lnTo>
                    <a:pt x="616771" y="1779234"/>
                  </a:lnTo>
                  <a:lnTo>
                    <a:pt x="614849" y="1779234"/>
                  </a:lnTo>
                  <a:lnTo>
                    <a:pt x="612928" y="1779234"/>
                  </a:lnTo>
                  <a:lnTo>
                    <a:pt x="611006" y="1779234"/>
                  </a:lnTo>
                  <a:lnTo>
                    <a:pt x="609085" y="1779234"/>
                  </a:lnTo>
                  <a:lnTo>
                    <a:pt x="607164" y="1779234"/>
                  </a:lnTo>
                  <a:lnTo>
                    <a:pt x="605242" y="1779234"/>
                  </a:lnTo>
                  <a:lnTo>
                    <a:pt x="603321" y="1779234"/>
                  </a:lnTo>
                  <a:lnTo>
                    <a:pt x="601399" y="1779234"/>
                  </a:lnTo>
                  <a:lnTo>
                    <a:pt x="599478" y="1779234"/>
                  </a:lnTo>
                  <a:lnTo>
                    <a:pt x="597557" y="1779234"/>
                  </a:lnTo>
                  <a:lnTo>
                    <a:pt x="595635" y="1779234"/>
                  </a:lnTo>
                  <a:lnTo>
                    <a:pt x="593714" y="1779234"/>
                  </a:lnTo>
                  <a:lnTo>
                    <a:pt x="591792" y="1779234"/>
                  </a:lnTo>
                  <a:lnTo>
                    <a:pt x="589871" y="1779234"/>
                  </a:lnTo>
                  <a:lnTo>
                    <a:pt x="587950" y="1779234"/>
                  </a:lnTo>
                  <a:lnTo>
                    <a:pt x="586028" y="1779234"/>
                  </a:lnTo>
                  <a:lnTo>
                    <a:pt x="584107" y="1779234"/>
                  </a:lnTo>
                  <a:lnTo>
                    <a:pt x="582185" y="1779234"/>
                  </a:lnTo>
                  <a:lnTo>
                    <a:pt x="580264" y="1779234"/>
                  </a:lnTo>
                  <a:lnTo>
                    <a:pt x="578342" y="1779234"/>
                  </a:lnTo>
                  <a:lnTo>
                    <a:pt x="576421" y="1779234"/>
                  </a:lnTo>
                  <a:lnTo>
                    <a:pt x="574500" y="1779234"/>
                  </a:lnTo>
                  <a:lnTo>
                    <a:pt x="572578" y="1779234"/>
                  </a:lnTo>
                  <a:lnTo>
                    <a:pt x="570657" y="1779234"/>
                  </a:lnTo>
                  <a:lnTo>
                    <a:pt x="568735" y="1779234"/>
                  </a:lnTo>
                  <a:lnTo>
                    <a:pt x="566814" y="1779234"/>
                  </a:lnTo>
                  <a:lnTo>
                    <a:pt x="564893" y="1779234"/>
                  </a:lnTo>
                  <a:lnTo>
                    <a:pt x="562971" y="1779234"/>
                  </a:lnTo>
                  <a:lnTo>
                    <a:pt x="561050" y="1779234"/>
                  </a:lnTo>
                  <a:lnTo>
                    <a:pt x="559128" y="1779234"/>
                  </a:lnTo>
                  <a:lnTo>
                    <a:pt x="557207" y="1779234"/>
                  </a:lnTo>
                  <a:lnTo>
                    <a:pt x="555286" y="1779234"/>
                  </a:lnTo>
                  <a:lnTo>
                    <a:pt x="553364" y="1779234"/>
                  </a:lnTo>
                  <a:lnTo>
                    <a:pt x="551443" y="1779234"/>
                  </a:lnTo>
                  <a:lnTo>
                    <a:pt x="549521" y="1779234"/>
                  </a:lnTo>
                  <a:lnTo>
                    <a:pt x="547600" y="1779234"/>
                  </a:lnTo>
                  <a:lnTo>
                    <a:pt x="545679" y="1779234"/>
                  </a:lnTo>
                  <a:lnTo>
                    <a:pt x="543757" y="1779234"/>
                  </a:lnTo>
                  <a:lnTo>
                    <a:pt x="541836" y="1779234"/>
                  </a:lnTo>
                  <a:lnTo>
                    <a:pt x="539914" y="1779234"/>
                  </a:lnTo>
                  <a:lnTo>
                    <a:pt x="537993" y="1779234"/>
                  </a:lnTo>
                  <a:lnTo>
                    <a:pt x="536072" y="1779234"/>
                  </a:lnTo>
                  <a:lnTo>
                    <a:pt x="534150" y="1779234"/>
                  </a:lnTo>
                  <a:lnTo>
                    <a:pt x="532229" y="1779234"/>
                  </a:lnTo>
                  <a:lnTo>
                    <a:pt x="530307" y="1779234"/>
                  </a:lnTo>
                  <a:lnTo>
                    <a:pt x="528386" y="1779234"/>
                  </a:lnTo>
                  <a:lnTo>
                    <a:pt x="526465" y="1779234"/>
                  </a:lnTo>
                  <a:lnTo>
                    <a:pt x="524543" y="1779234"/>
                  </a:lnTo>
                  <a:lnTo>
                    <a:pt x="522622" y="1779234"/>
                  </a:lnTo>
                  <a:lnTo>
                    <a:pt x="520700" y="1779234"/>
                  </a:lnTo>
                  <a:lnTo>
                    <a:pt x="518779" y="1779234"/>
                  </a:lnTo>
                  <a:lnTo>
                    <a:pt x="516858" y="1779234"/>
                  </a:lnTo>
                  <a:lnTo>
                    <a:pt x="514936" y="1779234"/>
                  </a:lnTo>
                  <a:lnTo>
                    <a:pt x="513015" y="1779234"/>
                  </a:lnTo>
                  <a:lnTo>
                    <a:pt x="511093" y="1779234"/>
                  </a:lnTo>
                  <a:lnTo>
                    <a:pt x="509172" y="1779234"/>
                  </a:lnTo>
                  <a:lnTo>
                    <a:pt x="507250" y="1779234"/>
                  </a:lnTo>
                  <a:lnTo>
                    <a:pt x="505329" y="1779234"/>
                  </a:lnTo>
                  <a:lnTo>
                    <a:pt x="503408" y="1779234"/>
                  </a:lnTo>
                  <a:lnTo>
                    <a:pt x="501486" y="1779234"/>
                  </a:lnTo>
                  <a:lnTo>
                    <a:pt x="499565" y="1779234"/>
                  </a:lnTo>
                  <a:lnTo>
                    <a:pt x="497643" y="1779234"/>
                  </a:lnTo>
                  <a:lnTo>
                    <a:pt x="495722" y="1779234"/>
                  </a:lnTo>
                  <a:lnTo>
                    <a:pt x="493801" y="1779234"/>
                  </a:lnTo>
                  <a:lnTo>
                    <a:pt x="491879" y="1779234"/>
                  </a:lnTo>
                  <a:lnTo>
                    <a:pt x="489958" y="1779234"/>
                  </a:lnTo>
                  <a:lnTo>
                    <a:pt x="488036" y="1779234"/>
                  </a:lnTo>
                  <a:lnTo>
                    <a:pt x="486115" y="1779234"/>
                  </a:lnTo>
                  <a:lnTo>
                    <a:pt x="484194" y="1779234"/>
                  </a:lnTo>
                  <a:lnTo>
                    <a:pt x="482272" y="1779234"/>
                  </a:lnTo>
                  <a:lnTo>
                    <a:pt x="480351" y="1779234"/>
                  </a:lnTo>
                  <a:lnTo>
                    <a:pt x="478429" y="1779234"/>
                  </a:lnTo>
                  <a:lnTo>
                    <a:pt x="476508" y="1779234"/>
                  </a:lnTo>
                  <a:lnTo>
                    <a:pt x="474587" y="1779234"/>
                  </a:lnTo>
                  <a:lnTo>
                    <a:pt x="472665" y="1779234"/>
                  </a:lnTo>
                  <a:lnTo>
                    <a:pt x="470744" y="1779234"/>
                  </a:lnTo>
                  <a:lnTo>
                    <a:pt x="468822" y="1779234"/>
                  </a:lnTo>
                  <a:lnTo>
                    <a:pt x="466901" y="1779234"/>
                  </a:lnTo>
                  <a:lnTo>
                    <a:pt x="464980" y="1779234"/>
                  </a:lnTo>
                  <a:lnTo>
                    <a:pt x="463058" y="1779234"/>
                  </a:lnTo>
                  <a:lnTo>
                    <a:pt x="461137" y="1779234"/>
                  </a:lnTo>
                  <a:lnTo>
                    <a:pt x="459215" y="1779234"/>
                  </a:lnTo>
                  <a:lnTo>
                    <a:pt x="457294" y="1779234"/>
                  </a:lnTo>
                  <a:lnTo>
                    <a:pt x="455373" y="1779234"/>
                  </a:lnTo>
                  <a:lnTo>
                    <a:pt x="453451" y="1779234"/>
                  </a:lnTo>
                  <a:lnTo>
                    <a:pt x="451530" y="1779234"/>
                  </a:lnTo>
                  <a:lnTo>
                    <a:pt x="449608" y="1779234"/>
                  </a:lnTo>
                  <a:lnTo>
                    <a:pt x="447687" y="1779234"/>
                  </a:lnTo>
                  <a:lnTo>
                    <a:pt x="445766" y="1779234"/>
                  </a:lnTo>
                  <a:lnTo>
                    <a:pt x="443844" y="1779234"/>
                  </a:lnTo>
                  <a:lnTo>
                    <a:pt x="441923" y="1779234"/>
                  </a:lnTo>
                  <a:lnTo>
                    <a:pt x="440001" y="1779234"/>
                  </a:lnTo>
                  <a:lnTo>
                    <a:pt x="438080" y="1779234"/>
                  </a:lnTo>
                  <a:lnTo>
                    <a:pt x="436159" y="1779234"/>
                  </a:lnTo>
                  <a:lnTo>
                    <a:pt x="434237" y="1779234"/>
                  </a:lnTo>
                  <a:lnTo>
                    <a:pt x="432316" y="1779234"/>
                  </a:lnTo>
                  <a:lnTo>
                    <a:pt x="430394" y="1779234"/>
                  </a:lnTo>
                  <a:lnTo>
                    <a:pt x="428473" y="1779234"/>
                  </a:lnTo>
                  <a:lnTo>
                    <a:pt x="426551" y="1779234"/>
                  </a:lnTo>
                  <a:lnTo>
                    <a:pt x="424630" y="1779234"/>
                  </a:lnTo>
                  <a:lnTo>
                    <a:pt x="422709" y="1779234"/>
                  </a:lnTo>
                  <a:lnTo>
                    <a:pt x="420787" y="1779234"/>
                  </a:lnTo>
                  <a:lnTo>
                    <a:pt x="418866" y="1779234"/>
                  </a:lnTo>
                  <a:lnTo>
                    <a:pt x="416944" y="1779234"/>
                  </a:lnTo>
                  <a:lnTo>
                    <a:pt x="415023" y="1779234"/>
                  </a:lnTo>
                  <a:lnTo>
                    <a:pt x="413102" y="1779234"/>
                  </a:lnTo>
                  <a:lnTo>
                    <a:pt x="411180" y="1779234"/>
                  </a:lnTo>
                  <a:lnTo>
                    <a:pt x="409259" y="1779234"/>
                  </a:lnTo>
                  <a:lnTo>
                    <a:pt x="407337" y="1779234"/>
                  </a:lnTo>
                  <a:lnTo>
                    <a:pt x="405416" y="1779234"/>
                  </a:lnTo>
                  <a:lnTo>
                    <a:pt x="403495" y="1779234"/>
                  </a:lnTo>
                  <a:lnTo>
                    <a:pt x="401573" y="1779234"/>
                  </a:lnTo>
                  <a:lnTo>
                    <a:pt x="399652" y="1779234"/>
                  </a:lnTo>
                  <a:lnTo>
                    <a:pt x="397730" y="1779234"/>
                  </a:lnTo>
                  <a:lnTo>
                    <a:pt x="395809" y="1779234"/>
                  </a:lnTo>
                  <a:lnTo>
                    <a:pt x="393888" y="1779234"/>
                  </a:lnTo>
                  <a:lnTo>
                    <a:pt x="391966" y="1779234"/>
                  </a:lnTo>
                  <a:lnTo>
                    <a:pt x="390045" y="1779234"/>
                  </a:lnTo>
                  <a:lnTo>
                    <a:pt x="388123" y="1779234"/>
                  </a:lnTo>
                  <a:lnTo>
                    <a:pt x="386202" y="1779234"/>
                  </a:lnTo>
                  <a:lnTo>
                    <a:pt x="384281" y="1779234"/>
                  </a:lnTo>
                  <a:lnTo>
                    <a:pt x="382359" y="1779234"/>
                  </a:lnTo>
                  <a:lnTo>
                    <a:pt x="380438" y="1779234"/>
                  </a:lnTo>
                  <a:lnTo>
                    <a:pt x="378516" y="1779234"/>
                  </a:lnTo>
                  <a:lnTo>
                    <a:pt x="376595" y="1779234"/>
                  </a:lnTo>
                  <a:lnTo>
                    <a:pt x="374674" y="1779234"/>
                  </a:lnTo>
                  <a:lnTo>
                    <a:pt x="372752" y="1779234"/>
                  </a:lnTo>
                  <a:lnTo>
                    <a:pt x="370831" y="1779234"/>
                  </a:lnTo>
                  <a:lnTo>
                    <a:pt x="368909" y="1779234"/>
                  </a:lnTo>
                  <a:lnTo>
                    <a:pt x="366988" y="1779234"/>
                  </a:lnTo>
                  <a:lnTo>
                    <a:pt x="365067" y="1779234"/>
                  </a:lnTo>
                  <a:lnTo>
                    <a:pt x="363145" y="1779234"/>
                  </a:lnTo>
                  <a:lnTo>
                    <a:pt x="361224" y="1779234"/>
                  </a:lnTo>
                  <a:lnTo>
                    <a:pt x="359302" y="1779234"/>
                  </a:lnTo>
                  <a:lnTo>
                    <a:pt x="357381" y="1779234"/>
                  </a:lnTo>
                  <a:lnTo>
                    <a:pt x="355459" y="1779234"/>
                  </a:lnTo>
                  <a:lnTo>
                    <a:pt x="353538" y="1779234"/>
                  </a:lnTo>
                  <a:lnTo>
                    <a:pt x="351617" y="1779234"/>
                  </a:lnTo>
                  <a:lnTo>
                    <a:pt x="349695" y="1779234"/>
                  </a:lnTo>
                  <a:lnTo>
                    <a:pt x="347774" y="1779234"/>
                  </a:lnTo>
                  <a:lnTo>
                    <a:pt x="345852" y="1779234"/>
                  </a:lnTo>
                  <a:lnTo>
                    <a:pt x="343931" y="1779234"/>
                  </a:lnTo>
                  <a:lnTo>
                    <a:pt x="342010" y="1779234"/>
                  </a:lnTo>
                  <a:lnTo>
                    <a:pt x="340088" y="1779234"/>
                  </a:lnTo>
                  <a:lnTo>
                    <a:pt x="338167" y="1779234"/>
                  </a:lnTo>
                  <a:lnTo>
                    <a:pt x="336245" y="1779234"/>
                  </a:lnTo>
                  <a:lnTo>
                    <a:pt x="334324" y="1779234"/>
                  </a:lnTo>
                  <a:lnTo>
                    <a:pt x="332403" y="1779234"/>
                  </a:lnTo>
                  <a:lnTo>
                    <a:pt x="330481" y="1779234"/>
                  </a:lnTo>
                  <a:lnTo>
                    <a:pt x="328560" y="1779234"/>
                  </a:lnTo>
                  <a:lnTo>
                    <a:pt x="326638" y="1779234"/>
                  </a:lnTo>
                  <a:lnTo>
                    <a:pt x="324717" y="1779234"/>
                  </a:lnTo>
                  <a:lnTo>
                    <a:pt x="322796" y="1779234"/>
                  </a:lnTo>
                  <a:lnTo>
                    <a:pt x="320874" y="1779234"/>
                  </a:lnTo>
                  <a:lnTo>
                    <a:pt x="318953" y="1779234"/>
                  </a:lnTo>
                  <a:lnTo>
                    <a:pt x="317031" y="1779234"/>
                  </a:lnTo>
                  <a:lnTo>
                    <a:pt x="315110" y="1779234"/>
                  </a:lnTo>
                  <a:lnTo>
                    <a:pt x="313189" y="1779234"/>
                  </a:lnTo>
                  <a:lnTo>
                    <a:pt x="311267" y="1779234"/>
                  </a:lnTo>
                  <a:lnTo>
                    <a:pt x="309346" y="1779234"/>
                  </a:lnTo>
                  <a:lnTo>
                    <a:pt x="307424" y="1779234"/>
                  </a:lnTo>
                  <a:lnTo>
                    <a:pt x="305503" y="1779234"/>
                  </a:lnTo>
                  <a:lnTo>
                    <a:pt x="303582" y="1779234"/>
                  </a:lnTo>
                  <a:lnTo>
                    <a:pt x="301660" y="1779234"/>
                  </a:lnTo>
                  <a:lnTo>
                    <a:pt x="299739" y="1779234"/>
                  </a:lnTo>
                  <a:lnTo>
                    <a:pt x="297817" y="1779234"/>
                  </a:lnTo>
                  <a:lnTo>
                    <a:pt x="295896" y="1779234"/>
                  </a:lnTo>
                  <a:lnTo>
                    <a:pt x="293975" y="1779234"/>
                  </a:lnTo>
                  <a:lnTo>
                    <a:pt x="292053" y="1779234"/>
                  </a:lnTo>
                  <a:lnTo>
                    <a:pt x="290132" y="1779234"/>
                  </a:lnTo>
                  <a:lnTo>
                    <a:pt x="288210" y="1779234"/>
                  </a:lnTo>
                  <a:lnTo>
                    <a:pt x="286289" y="1779234"/>
                  </a:lnTo>
                  <a:lnTo>
                    <a:pt x="284367" y="1779234"/>
                  </a:lnTo>
                  <a:lnTo>
                    <a:pt x="282446" y="1779234"/>
                  </a:lnTo>
                  <a:lnTo>
                    <a:pt x="280525" y="1779234"/>
                  </a:lnTo>
                  <a:lnTo>
                    <a:pt x="278603" y="1779234"/>
                  </a:lnTo>
                  <a:lnTo>
                    <a:pt x="276682" y="1779234"/>
                  </a:lnTo>
                  <a:lnTo>
                    <a:pt x="274760" y="1779234"/>
                  </a:lnTo>
                  <a:lnTo>
                    <a:pt x="272839" y="1779234"/>
                  </a:lnTo>
                  <a:lnTo>
                    <a:pt x="270918" y="1779234"/>
                  </a:lnTo>
                  <a:lnTo>
                    <a:pt x="268996" y="1779234"/>
                  </a:lnTo>
                  <a:lnTo>
                    <a:pt x="267075" y="1779234"/>
                  </a:lnTo>
                  <a:lnTo>
                    <a:pt x="265153" y="1779234"/>
                  </a:lnTo>
                  <a:lnTo>
                    <a:pt x="263232" y="1779234"/>
                  </a:lnTo>
                  <a:lnTo>
                    <a:pt x="261311" y="1779234"/>
                  </a:lnTo>
                  <a:lnTo>
                    <a:pt x="259389" y="1779234"/>
                  </a:lnTo>
                  <a:lnTo>
                    <a:pt x="257468" y="1779234"/>
                  </a:lnTo>
                  <a:lnTo>
                    <a:pt x="255546" y="1779234"/>
                  </a:lnTo>
                  <a:lnTo>
                    <a:pt x="253625" y="1779234"/>
                  </a:lnTo>
                  <a:lnTo>
                    <a:pt x="251704" y="1779234"/>
                  </a:lnTo>
                  <a:lnTo>
                    <a:pt x="249782" y="1779234"/>
                  </a:lnTo>
                  <a:lnTo>
                    <a:pt x="247861" y="1779234"/>
                  </a:lnTo>
                  <a:lnTo>
                    <a:pt x="245939" y="1779234"/>
                  </a:lnTo>
                  <a:lnTo>
                    <a:pt x="244018" y="1779234"/>
                  </a:lnTo>
                  <a:lnTo>
                    <a:pt x="242097" y="1779234"/>
                  </a:lnTo>
                  <a:lnTo>
                    <a:pt x="240175" y="1779234"/>
                  </a:lnTo>
                  <a:lnTo>
                    <a:pt x="238254" y="1779234"/>
                  </a:lnTo>
                  <a:lnTo>
                    <a:pt x="236332" y="1779234"/>
                  </a:lnTo>
                  <a:lnTo>
                    <a:pt x="234411" y="1779234"/>
                  </a:lnTo>
                  <a:lnTo>
                    <a:pt x="232490" y="1779234"/>
                  </a:lnTo>
                  <a:lnTo>
                    <a:pt x="230568" y="1779234"/>
                  </a:lnTo>
                  <a:lnTo>
                    <a:pt x="228647" y="1779234"/>
                  </a:lnTo>
                  <a:lnTo>
                    <a:pt x="226725" y="1779234"/>
                  </a:lnTo>
                  <a:lnTo>
                    <a:pt x="224804" y="1779234"/>
                  </a:lnTo>
                  <a:lnTo>
                    <a:pt x="222883" y="1779234"/>
                  </a:lnTo>
                  <a:lnTo>
                    <a:pt x="220961" y="1779234"/>
                  </a:lnTo>
                  <a:lnTo>
                    <a:pt x="219040" y="1779234"/>
                  </a:lnTo>
                  <a:lnTo>
                    <a:pt x="217118" y="1779234"/>
                  </a:lnTo>
                  <a:lnTo>
                    <a:pt x="215197" y="1779234"/>
                  </a:lnTo>
                  <a:lnTo>
                    <a:pt x="213275" y="1779234"/>
                  </a:lnTo>
                  <a:lnTo>
                    <a:pt x="211354" y="1779234"/>
                  </a:lnTo>
                  <a:lnTo>
                    <a:pt x="209433" y="1779234"/>
                  </a:lnTo>
                  <a:lnTo>
                    <a:pt x="207511" y="1779234"/>
                  </a:lnTo>
                  <a:lnTo>
                    <a:pt x="205590" y="1779234"/>
                  </a:lnTo>
                  <a:lnTo>
                    <a:pt x="203668" y="1779234"/>
                  </a:lnTo>
                  <a:lnTo>
                    <a:pt x="201747" y="1779234"/>
                  </a:lnTo>
                  <a:lnTo>
                    <a:pt x="199826" y="1779234"/>
                  </a:lnTo>
                  <a:lnTo>
                    <a:pt x="197904" y="1779234"/>
                  </a:lnTo>
                  <a:lnTo>
                    <a:pt x="195983" y="1779234"/>
                  </a:lnTo>
                  <a:lnTo>
                    <a:pt x="194061" y="1779234"/>
                  </a:lnTo>
                  <a:lnTo>
                    <a:pt x="192140" y="1779234"/>
                  </a:lnTo>
                  <a:lnTo>
                    <a:pt x="190219" y="1779234"/>
                  </a:lnTo>
                  <a:lnTo>
                    <a:pt x="188297" y="1779234"/>
                  </a:lnTo>
                  <a:lnTo>
                    <a:pt x="186376" y="1779234"/>
                  </a:lnTo>
                  <a:lnTo>
                    <a:pt x="184454" y="1779234"/>
                  </a:lnTo>
                  <a:lnTo>
                    <a:pt x="182533" y="1779234"/>
                  </a:lnTo>
                  <a:lnTo>
                    <a:pt x="180612" y="1779234"/>
                  </a:lnTo>
                  <a:lnTo>
                    <a:pt x="178690" y="1779234"/>
                  </a:lnTo>
                  <a:lnTo>
                    <a:pt x="176769" y="1779234"/>
                  </a:lnTo>
                  <a:lnTo>
                    <a:pt x="174847" y="1779234"/>
                  </a:lnTo>
                  <a:lnTo>
                    <a:pt x="172926" y="1779234"/>
                  </a:lnTo>
                  <a:lnTo>
                    <a:pt x="171005" y="1779234"/>
                  </a:lnTo>
                  <a:lnTo>
                    <a:pt x="169083" y="1779234"/>
                  </a:lnTo>
                  <a:lnTo>
                    <a:pt x="167162" y="1779234"/>
                  </a:lnTo>
                  <a:lnTo>
                    <a:pt x="165240" y="1779234"/>
                  </a:lnTo>
                  <a:lnTo>
                    <a:pt x="163319" y="1779234"/>
                  </a:lnTo>
                  <a:lnTo>
                    <a:pt x="161398" y="1779234"/>
                  </a:lnTo>
                  <a:lnTo>
                    <a:pt x="159476" y="1779234"/>
                  </a:lnTo>
                  <a:lnTo>
                    <a:pt x="157555" y="1779234"/>
                  </a:lnTo>
                  <a:lnTo>
                    <a:pt x="155633" y="1779234"/>
                  </a:lnTo>
                  <a:lnTo>
                    <a:pt x="153712" y="1779234"/>
                  </a:lnTo>
                  <a:lnTo>
                    <a:pt x="151791" y="1779234"/>
                  </a:lnTo>
                  <a:lnTo>
                    <a:pt x="149869" y="1779234"/>
                  </a:lnTo>
                  <a:lnTo>
                    <a:pt x="147948" y="1779234"/>
                  </a:lnTo>
                  <a:lnTo>
                    <a:pt x="146026" y="1779234"/>
                  </a:lnTo>
                  <a:lnTo>
                    <a:pt x="144105" y="1779234"/>
                  </a:lnTo>
                  <a:lnTo>
                    <a:pt x="142183" y="1779234"/>
                  </a:lnTo>
                  <a:lnTo>
                    <a:pt x="140262" y="1779234"/>
                  </a:lnTo>
                  <a:lnTo>
                    <a:pt x="138341" y="1779234"/>
                  </a:lnTo>
                  <a:lnTo>
                    <a:pt x="136419" y="1779234"/>
                  </a:lnTo>
                  <a:lnTo>
                    <a:pt x="134498" y="1779234"/>
                  </a:lnTo>
                  <a:lnTo>
                    <a:pt x="132576" y="1779234"/>
                  </a:lnTo>
                  <a:lnTo>
                    <a:pt x="130655" y="1779234"/>
                  </a:lnTo>
                  <a:lnTo>
                    <a:pt x="128734" y="1779234"/>
                  </a:lnTo>
                  <a:lnTo>
                    <a:pt x="126812" y="1779234"/>
                  </a:lnTo>
                  <a:lnTo>
                    <a:pt x="124891" y="1779234"/>
                  </a:lnTo>
                  <a:lnTo>
                    <a:pt x="122969" y="1779234"/>
                  </a:lnTo>
                  <a:lnTo>
                    <a:pt x="121048" y="1779234"/>
                  </a:lnTo>
                  <a:lnTo>
                    <a:pt x="119127" y="1779234"/>
                  </a:lnTo>
                  <a:lnTo>
                    <a:pt x="117205" y="1779234"/>
                  </a:lnTo>
                  <a:lnTo>
                    <a:pt x="115284" y="1779234"/>
                  </a:lnTo>
                  <a:lnTo>
                    <a:pt x="113362" y="1779234"/>
                  </a:lnTo>
                  <a:lnTo>
                    <a:pt x="111441" y="1779234"/>
                  </a:lnTo>
                  <a:lnTo>
                    <a:pt x="109520" y="1779234"/>
                  </a:lnTo>
                  <a:lnTo>
                    <a:pt x="107598" y="1779234"/>
                  </a:lnTo>
                  <a:lnTo>
                    <a:pt x="105677" y="1779234"/>
                  </a:lnTo>
                  <a:lnTo>
                    <a:pt x="103755" y="1779234"/>
                  </a:lnTo>
                  <a:lnTo>
                    <a:pt x="101834" y="1779234"/>
                  </a:lnTo>
                  <a:lnTo>
                    <a:pt x="99913" y="1779234"/>
                  </a:lnTo>
                  <a:lnTo>
                    <a:pt x="97991" y="1779234"/>
                  </a:lnTo>
                  <a:lnTo>
                    <a:pt x="96070" y="1779234"/>
                  </a:lnTo>
                  <a:lnTo>
                    <a:pt x="94148" y="1779234"/>
                  </a:lnTo>
                  <a:lnTo>
                    <a:pt x="92227" y="1779234"/>
                  </a:lnTo>
                  <a:lnTo>
                    <a:pt x="90306" y="1779234"/>
                  </a:lnTo>
                  <a:lnTo>
                    <a:pt x="88384" y="1779234"/>
                  </a:lnTo>
                  <a:lnTo>
                    <a:pt x="86463" y="1779234"/>
                  </a:lnTo>
                  <a:lnTo>
                    <a:pt x="84541" y="1779234"/>
                  </a:lnTo>
                  <a:lnTo>
                    <a:pt x="82620" y="1779234"/>
                  </a:lnTo>
                  <a:lnTo>
                    <a:pt x="80699" y="1779234"/>
                  </a:lnTo>
                  <a:lnTo>
                    <a:pt x="78777" y="1779234"/>
                  </a:lnTo>
                  <a:lnTo>
                    <a:pt x="76856" y="1779234"/>
                  </a:lnTo>
                  <a:lnTo>
                    <a:pt x="74934" y="1779234"/>
                  </a:lnTo>
                  <a:lnTo>
                    <a:pt x="73013" y="1779234"/>
                  </a:lnTo>
                  <a:lnTo>
                    <a:pt x="71091" y="1779234"/>
                  </a:lnTo>
                  <a:lnTo>
                    <a:pt x="69170" y="1779234"/>
                  </a:lnTo>
                  <a:lnTo>
                    <a:pt x="67249" y="1779234"/>
                  </a:lnTo>
                  <a:lnTo>
                    <a:pt x="65327" y="1779234"/>
                  </a:lnTo>
                  <a:lnTo>
                    <a:pt x="63406" y="1779234"/>
                  </a:lnTo>
                  <a:lnTo>
                    <a:pt x="61484" y="1779234"/>
                  </a:lnTo>
                  <a:lnTo>
                    <a:pt x="59563" y="1779234"/>
                  </a:lnTo>
                  <a:lnTo>
                    <a:pt x="57642" y="1779234"/>
                  </a:lnTo>
                  <a:lnTo>
                    <a:pt x="55720" y="1779234"/>
                  </a:lnTo>
                  <a:lnTo>
                    <a:pt x="53799" y="1779234"/>
                  </a:lnTo>
                  <a:lnTo>
                    <a:pt x="51877" y="1779234"/>
                  </a:lnTo>
                  <a:lnTo>
                    <a:pt x="49956" y="1779234"/>
                  </a:lnTo>
                  <a:lnTo>
                    <a:pt x="48035" y="1779234"/>
                  </a:lnTo>
                  <a:lnTo>
                    <a:pt x="46113" y="1779234"/>
                  </a:lnTo>
                  <a:lnTo>
                    <a:pt x="44192" y="1779234"/>
                  </a:lnTo>
                  <a:lnTo>
                    <a:pt x="42270" y="1779234"/>
                  </a:lnTo>
                  <a:lnTo>
                    <a:pt x="40349" y="1779234"/>
                  </a:lnTo>
                  <a:lnTo>
                    <a:pt x="38428" y="1779234"/>
                  </a:lnTo>
                  <a:lnTo>
                    <a:pt x="36506" y="1779234"/>
                  </a:lnTo>
                  <a:lnTo>
                    <a:pt x="34585" y="1779234"/>
                  </a:lnTo>
                  <a:lnTo>
                    <a:pt x="32663" y="1779234"/>
                  </a:lnTo>
                  <a:lnTo>
                    <a:pt x="30742" y="1779234"/>
                  </a:lnTo>
                  <a:lnTo>
                    <a:pt x="28821" y="1779234"/>
                  </a:lnTo>
                  <a:lnTo>
                    <a:pt x="26899" y="1779234"/>
                  </a:lnTo>
                  <a:lnTo>
                    <a:pt x="24978" y="1779234"/>
                  </a:lnTo>
                  <a:lnTo>
                    <a:pt x="23056" y="1779234"/>
                  </a:lnTo>
                  <a:lnTo>
                    <a:pt x="21135" y="1779234"/>
                  </a:lnTo>
                  <a:lnTo>
                    <a:pt x="19214" y="1779234"/>
                  </a:lnTo>
                  <a:lnTo>
                    <a:pt x="17292" y="1779234"/>
                  </a:lnTo>
                  <a:lnTo>
                    <a:pt x="15371" y="1779234"/>
                  </a:lnTo>
                  <a:lnTo>
                    <a:pt x="13449" y="1779234"/>
                  </a:lnTo>
                  <a:lnTo>
                    <a:pt x="11528" y="1779234"/>
                  </a:lnTo>
                  <a:lnTo>
                    <a:pt x="9607" y="1779234"/>
                  </a:lnTo>
                  <a:lnTo>
                    <a:pt x="7685" y="1779234"/>
                  </a:lnTo>
                  <a:lnTo>
                    <a:pt x="5764" y="1779234"/>
                  </a:lnTo>
                  <a:lnTo>
                    <a:pt x="3842" y="1779234"/>
                  </a:lnTo>
                  <a:lnTo>
                    <a:pt x="1921" y="1779234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6686962" y="1003788"/>
              <a:ext cx="981838" cy="1779234"/>
            </a:xfrm>
            <a:custGeom>
              <a:avLst/>
              <a:pathLst>
                <a:path w="981838" h="1779234">
                  <a:moveTo>
                    <a:pt x="0" y="1779234"/>
                  </a:moveTo>
                  <a:lnTo>
                    <a:pt x="1921" y="1779234"/>
                  </a:lnTo>
                  <a:lnTo>
                    <a:pt x="3842" y="1779234"/>
                  </a:lnTo>
                  <a:lnTo>
                    <a:pt x="5764" y="1779234"/>
                  </a:lnTo>
                  <a:lnTo>
                    <a:pt x="7685" y="1779234"/>
                  </a:lnTo>
                  <a:lnTo>
                    <a:pt x="9607" y="1779234"/>
                  </a:lnTo>
                  <a:lnTo>
                    <a:pt x="11528" y="1779234"/>
                  </a:lnTo>
                  <a:lnTo>
                    <a:pt x="13449" y="1779234"/>
                  </a:lnTo>
                  <a:lnTo>
                    <a:pt x="15371" y="1779234"/>
                  </a:lnTo>
                  <a:lnTo>
                    <a:pt x="17292" y="1779234"/>
                  </a:lnTo>
                  <a:lnTo>
                    <a:pt x="19214" y="1779234"/>
                  </a:lnTo>
                  <a:lnTo>
                    <a:pt x="21135" y="1779234"/>
                  </a:lnTo>
                  <a:lnTo>
                    <a:pt x="23056" y="1779234"/>
                  </a:lnTo>
                  <a:lnTo>
                    <a:pt x="24978" y="1779234"/>
                  </a:lnTo>
                  <a:lnTo>
                    <a:pt x="26899" y="1779234"/>
                  </a:lnTo>
                  <a:lnTo>
                    <a:pt x="28821" y="1779234"/>
                  </a:lnTo>
                  <a:lnTo>
                    <a:pt x="30742" y="1779234"/>
                  </a:lnTo>
                  <a:lnTo>
                    <a:pt x="32663" y="1779234"/>
                  </a:lnTo>
                  <a:lnTo>
                    <a:pt x="34585" y="1779234"/>
                  </a:lnTo>
                  <a:lnTo>
                    <a:pt x="36506" y="1779234"/>
                  </a:lnTo>
                  <a:lnTo>
                    <a:pt x="38428" y="1779234"/>
                  </a:lnTo>
                  <a:lnTo>
                    <a:pt x="40349" y="1779234"/>
                  </a:lnTo>
                  <a:lnTo>
                    <a:pt x="42270" y="1779234"/>
                  </a:lnTo>
                  <a:lnTo>
                    <a:pt x="44192" y="1779234"/>
                  </a:lnTo>
                  <a:lnTo>
                    <a:pt x="46113" y="1779234"/>
                  </a:lnTo>
                  <a:lnTo>
                    <a:pt x="48035" y="1779234"/>
                  </a:lnTo>
                  <a:lnTo>
                    <a:pt x="49956" y="1779234"/>
                  </a:lnTo>
                  <a:lnTo>
                    <a:pt x="51877" y="1779234"/>
                  </a:lnTo>
                  <a:lnTo>
                    <a:pt x="53799" y="1779234"/>
                  </a:lnTo>
                  <a:lnTo>
                    <a:pt x="55720" y="1779234"/>
                  </a:lnTo>
                  <a:lnTo>
                    <a:pt x="57642" y="1779234"/>
                  </a:lnTo>
                  <a:lnTo>
                    <a:pt x="59563" y="1779234"/>
                  </a:lnTo>
                  <a:lnTo>
                    <a:pt x="61484" y="1779234"/>
                  </a:lnTo>
                  <a:lnTo>
                    <a:pt x="63406" y="1779234"/>
                  </a:lnTo>
                  <a:lnTo>
                    <a:pt x="65327" y="1779234"/>
                  </a:lnTo>
                  <a:lnTo>
                    <a:pt x="67249" y="1779234"/>
                  </a:lnTo>
                  <a:lnTo>
                    <a:pt x="69170" y="1779234"/>
                  </a:lnTo>
                  <a:lnTo>
                    <a:pt x="71091" y="1779234"/>
                  </a:lnTo>
                  <a:lnTo>
                    <a:pt x="73013" y="1779233"/>
                  </a:lnTo>
                  <a:lnTo>
                    <a:pt x="74934" y="1779229"/>
                  </a:lnTo>
                  <a:lnTo>
                    <a:pt x="76856" y="1779206"/>
                  </a:lnTo>
                  <a:lnTo>
                    <a:pt x="78777" y="1779112"/>
                  </a:lnTo>
                  <a:lnTo>
                    <a:pt x="80699" y="1778795"/>
                  </a:lnTo>
                  <a:lnTo>
                    <a:pt x="82620" y="1777893"/>
                  </a:lnTo>
                  <a:lnTo>
                    <a:pt x="84541" y="1775734"/>
                  </a:lnTo>
                  <a:lnTo>
                    <a:pt x="86463" y="1771381"/>
                  </a:lnTo>
                  <a:lnTo>
                    <a:pt x="88384" y="1763997"/>
                  </a:lnTo>
                  <a:lnTo>
                    <a:pt x="90306" y="1753498"/>
                  </a:lnTo>
                  <a:lnTo>
                    <a:pt x="92227" y="1741157"/>
                  </a:lnTo>
                  <a:lnTo>
                    <a:pt x="94148" y="1729595"/>
                  </a:lnTo>
                  <a:lnTo>
                    <a:pt x="96070" y="1721886"/>
                  </a:lnTo>
                  <a:lnTo>
                    <a:pt x="97991" y="1720059"/>
                  </a:lnTo>
                  <a:lnTo>
                    <a:pt x="99913" y="1723862"/>
                  </a:lnTo>
                  <a:lnTo>
                    <a:pt x="101834" y="1730671"/>
                  </a:lnTo>
                  <a:lnTo>
                    <a:pt x="103755" y="1736752"/>
                  </a:lnTo>
                  <a:lnTo>
                    <a:pt x="105677" y="1739170"/>
                  </a:lnTo>
                  <a:lnTo>
                    <a:pt x="107598" y="1737167"/>
                  </a:lnTo>
                  <a:lnTo>
                    <a:pt x="109520" y="1732277"/>
                  </a:lnTo>
                  <a:lnTo>
                    <a:pt x="111441" y="1727310"/>
                  </a:lnTo>
                  <a:lnTo>
                    <a:pt x="113362" y="1724877"/>
                  </a:lnTo>
                  <a:lnTo>
                    <a:pt x="115284" y="1726255"/>
                  </a:lnTo>
                  <a:lnTo>
                    <a:pt x="117205" y="1731129"/>
                  </a:lnTo>
                  <a:lnTo>
                    <a:pt x="119127" y="1738246"/>
                  </a:lnTo>
                  <a:lnTo>
                    <a:pt x="121048" y="1746319"/>
                  </a:lnTo>
                  <a:lnTo>
                    <a:pt x="122969" y="1754426"/>
                  </a:lnTo>
                  <a:lnTo>
                    <a:pt x="124891" y="1761790"/>
                  </a:lnTo>
                  <a:lnTo>
                    <a:pt x="126812" y="1767687"/>
                  </a:lnTo>
                  <a:lnTo>
                    <a:pt x="128734" y="1771573"/>
                  </a:lnTo>
                  <a:lnTo>
                    <a:pt x="130655" y="1773383"/>
                  </a:lnTo>
                  <a:lnTo>
                    <a:pt x="132576" y="1773595"/>
                  </a:lnTo>
                  <a:lnTo>
                    <a:pt x="134498" y="1772992"/>
                  </a:lnTo>
                  <a:lnTo>
                    <a:pt x="136419" y="1772215"/>
                  </a:lnTo>
                  <a:lnTo>
                    <a:pt x="138341" y="1771398"/>
                  </a:lnTo>
                  <a:lnTo>
                    <a:pt x="140262" y="1770151"/>
                  </a:lnTo>
                  <a:lnTo>
                    <a:pt x="142183" y="1767999"/>
                  </a:lnTo>
                  <a:lnTo>
                    <a:pt x="144105" y="1764977"/>
                  </a:lnTo>
                  <a:lnTo>
                    <a:pt x="146026" y="1761850"/>
                  </a:lnTo>
                  <a:lnTo>
                    <a:pt x="147948" y="1759673"/>
                  </a:lnTo>
                  <a:lnTo>
                    <a:pt x="149869" y="1758990"/>
                  </a:lnTo>
                  <a:lnTo>
                    <a:pt x="151791" y="1759389"/>
                  </a:lnTo>
                  <a:lnTo>
                    <a:pt x="153712" y="1759854"/>
                  </a:lnTo>
                  <a:lnTo>
                    <a:pt x="155633" y="1759582"/>
                  </a:lnTo>
                  <a:lnTo>
                    <a:pt x="157555" y="1758526"/>
                  </a:lnTo>
                  <a:lnTo>
                    <a:pt x="159476" y="1757263"/>
                  </a:lnTo>
                  <a:lnTo>
                    <a:pt x="161398" y="1756454"/>
                  </a:lnTo>
                  <a:lnTo>
                    <a:pt x="163319" y="1756413"/>
                  </a:lnTo>
                  <a:lnTo>
                    <a:pt x="165240" y="1757031"/>
                  </a:lnTo>
                  <a:lnTo>
                    <a:pt x="167162" y="1757866"/>
                  </a:lnTo>
                  <a:lnTo>
                    <a:pt x="169083" y="1758226"/>
                  </a:lnTo>
                  <a:lnTo>
                    <a:pt x="171005" y="1757279"/>
                  </a:lnTo>
                  <a:lnTo>
                    <a:pt x="172926" y="1754331"/>
                  </a:lnTo>
                  <a:lnTo>
                    <a:pt x="174847" y="1749256"/>
                  </a:lnTo>
                  <a:lnTo>
                    <a:pt x="176769" y="1742813"/>
                  </a:lnTo>
                  <a:lnTo>
                    <a:pt x="178690" y="1736542"/>
                  </a:lnTo>
                  <a:lnTo>
                    <a:pt x="180612" y="1731766"/>
                  </a:lnTo>
                  <a:lnTo>
                    <a:pt x="182533" y="1728884"/>
                  </a:lnTo>
                  <a:lnTo>
                    <a:pt x="184454" y="1727216"/>
                  </a:lnTo>
                  <a:lnTo>
                    <a:pt x="186376" y="1725522"/>
                  </a:lnTo>
                  <a:lnTo>
                    <a:pt x="188297" y="1722754"/>
                  </a:lnTo>
                  <a:lnTo>
                    <a:pt x="190219" y="1718553"/>
                  </a:lnTo>
                  <a:lnTo>
                    <a:pt x="192140" y="1713412"/>
                  </a:lnTo>
                  <a:lnTo>
                    <a:pt x="194061" y="1708673"/>
                  </a:lnTo>
                  <a:lnTo>
                    <a:pt x="195983" y="1706193"/>
                  </a:lnTo>
                  <a:lnTo>
                    <a:pt x="197904" y="1707476"/>
                  </a:lnTo>
                  <a:lnTo>
                    <a:pt x="199826" y="1712635"/>
                  </a:lnTo>
                  <a:lnTo>
                    <a:pt x="201747" y="1720022"/>
                  </a:lnTo>
                  <a:lnTo>
                    <a:pt x="203668" y="1726947"/>
                  </a:lnTo>
                  <a:lnTo>
                    <a:pt x="205590" y="1731007"/>
                  </a:lnTo>
                  <a:lnTo>
                    <a:pt x="207511" y="1731051"/>
                  </a:lnTo>
                  <a:lnTo>
                    <a:pt x="209433" y="1727141"/>
                  </a:lnTo>
                  <a:lnTo>
                    <a:pt x="211354" y="1719632"/>
                  </a:lnTo>
                  <a:lnTo>
                    <a:pt x="213275" y="1708081"/>
                  </a:lnTo>
                  <a:lnTo>
                    <a:pt x="215197" y="1691071"/>
                  </a:lnTo>
                  <a:lnTo>
                    <a:pt x="217118" y="1667650"/>
                  </a:lnTo>
                  <a:lnTo>
                    <a:pt x="219040" y="1639664"/>
                  </a:lnTo>
                  <a:lnTo>
                    <a:pt x="220961" y="1612700"/>
                  </a:lnTo>
                  <a:lnTo>
                    <a:pt x="222883" y="1593803"/>
                  </a:lnTo>
                  <a:lnTo>
                    <a:pt x="224804" y="1587115"/>
                  </a:lnTo>
                  <a:lnTo>
                    <a:pt x="226725" y="1591213"/>
                  </a:lnTo>
                  <a:lnTo>
                    <a:pt x="228647" y="1600591"/>
                  </a:lnTo>
                  <a:lnTo>
                    <a:pt x="230568" y="1609110"/>
                  </a:lnTo>
                  <a:lnTo>
                    <a:pt x="232490" y="1612396"/>
                  </a:lnTo>
                  <a:lnTo>
                    <a:pt x="234411" y="1606696"/>
                  </a:lnTo>
                  <a:lnTo>
                    <a:pt x="236332" y="1587653"/>
                  </a:lnTo>
                  <a:lnTo>
                    <a:pt x="238254" y="1549831"/>
                  </a:lnTo>
                  <a:lnTo>
                    <a:pt x="240175" y="1485235"/>
                  </a:lnTo>
                  <a:lnTo>
                    <a:pt x="242097" y="1380519"/>
                  </a:lnTo>
                  <a:lnTo>
                    <a:pt x="244018" y="1216861"/>
                  </a:lnTo>
                  <a:lnTo>
                    <a:pt x="245939" y="978660"/>
                  </a:lnTo>
                  <a:lnTo>
                    <a:pt x="247861" y="672571"/>
                  </a:lnTo>
                  <a:lnTo>
                    <a:pt x="249782" y="346777"/>
                  </a:lnTo>
                  <a:lnTo>
                    <a:pt x="251704" y="90468"/>
                  </a:lnTo>
                  <a:lnTo>
                    <a:pt x="253625" y="0"/>
                  </a:lnTo>
                  <a:lnTo>
                    <a:pt x="255546" y="125163"/>
                  </a:lnTo>
                  <a:lnTo>
                    <a:pt x="257468" y="434202"/>
                  </a:lnTo>
                  <a:lnTo>
                    <a:pt x="259389" y="828454"/>
                  </a:lnTo>
                  <a:lnTo>
                    <a:pt x="261311" y="1197294"/>
                  </a:lnTo>
                  <a:lnTo>
                    <a:pt x="263232" y="1471024"/>
                  </a:lnTo>
                  <a:lnTo>
                    <a:pt x="265153" y="1637040"/>
                  </a:lnTo>
                  <a:lnTo>
                    <a:pt x="267075" y="1720602"/>
                  </a:lnTo>
                  <a:lnTo>
                    <a:pt x="268996" y="1755968"/>
                  </a:lnTo>
                  <a:lnTo>
                    <a:pt x="270918" y="1768840"/>
                  </a:lnTo>
                  <a:lnTo>
                    <a:pt x="272839" y="1773067"/>
                  </a:lnTo>
                  <a:lnTo>
                    <a:pt x="274760" y="1774315"/>
                  </a:lnTo>
                  <a:lnTo>
                    <a:pt x="276682" y="1774260"/>
                  </a:lnTo>
                  <a:lnTo>
                    <a:pt x="278603" y="1773209"/>
                  </a:lnTo>
                  <a:lnTo>
                    <a:pt x="280525" y="1771365"/>
                  </a:lnTo>
                  <a:lnTo>
                    <a:pt x="282446" y="1769279"/>
                  </a:lnTo>
                  <a:lnTo>
                    <a:pt x="284367" y="1767651"/>
                  </a:lnTo>
                  <a:lnTo>
                    <a:pt x="286289" y="1766809"/>
                  </a:lnTo>
                  <a:lnTo>
                    <a:pt x="288210" y="1766506"/>
                  </a:lnTo>
                  <a:lnTo>
                    <a:pt x="290132" y="1766162"/>
                  </a:lnTo>
                  <a:lnTo>
                    <a:pt x="292053" y="1765378"/>
                  </a:lnTo>
                  <a:lnTo>
                    <a:pt x="293975" y="1764337"/>
                  </a:lnTo>
                  <a:lnTo>
                    <a:pt x="295896" y="1763733"/>
                  </a:lnTo>
                  <a:lnTo>
                    <a:pt x="297817" y="1764293"/>
                  </a:lnTo>
                  <a:lnTo>
                    <a:pt x="299739" y="1766251"/>
                  </a:lnTo>
                  <a:lnTo>
                    <a:pt x="301660" y="1769183"/>
                  </a:lnTo>
                  <a:lnTo>
                    <a:pt x="303582" y="1772260"/>
                  </a:lnTo>
                  <a:lnTo>
                    <a:pt x="305503" y="1774704"/>
                  </a:lnTo>
                  <a:lnTo>
                    <a:pt x="307424" y="1776103"/>
                  </a:lnTo>
                  <a:lnTo>
                    <a:pt x="309346" y="1776488"/>
                  </a:lnTo>
                  <a:lnTo>
                    <a:pt x="311267" y="1776197"/>
                  </a:lnTo>
                  <a:lnTo>
                    <a:pt x="313189" y="1775657"/>
                  </a:lnTo>
                  <a:lnTo>
                    <a:pt x="315110" y="1775194"/>
                  </a:lnTo>
                  <a:lnTo>
                    <a:pt x="317031" y="1774944"/>
                  </a:lnTo>
                  <a:lnTo>
                    <a:pt x="318953" y="1774908"/>
                  </a:lnTo>
                  <a:lnTo>
                    <a:pt x="320874" y="1775083"/>
                  </a:lnTo>
                  <a:lnTo>
                    <a:pt x="322796" y="1775505"/>
                  </a:lnTo>
                  <a:lnTo>
                    <a:pt x="324717" y="1776178"/>
                  </a:lnTo>
                  <a:lnTo>
                    <a:pt x="326638" y="1776971"/>
                  </a:lnTo>
                  <a:lnTo>
                    <a:pt x="328560" y="1777642"/>
                  </a:lnTo>
                  <a:lnTo>
                    <a:pt x="330481" y="1777959"/>
                  </a:lnTo>
                  <a:lnTo>
                    <a:pt x="332403" y="1777811"/>
                  </a:lnTo>
                  <a:lnTo>
                    <a:pt x="334324" y="1777249"/>
                  </a:lnTo>
                  <a:lnTo>
                    <a:pt x="336245" y="1776486"/>
                  </a:lnTo>
                  <a:lnTo>
                    <a:pt x="338167" y="1775744"/>
                  </a:lnTo>
                  <a:lnTo>
                    <a:pt x="340088" y="1775115"/>
                  </a:lnTo>
                  <a:lnTo>
                    <a:pt x="342010" y="1774514"/>
                  </a:lnTo>
                  <a:lnTo>
                    <a:pt x="343931" y="1773808"/>
                  </a:lnTo>
                  <a:lnTo>
                    <a:pt x="345852" y="1773003"/>
                  </a:lnTo>
                  <a:lnTo>
                    <a:pt x="347774" y="1772305"/>
                  </a:lnTo>
                  <a:lnTo>
                    <a:pt x="349695" y="1771953"/>
                  </a:lnTo>
                  <a:lnTo>
                    <a:pt x="351617" y="1772009"/>
                  </a:lnTo>
                  <a:lnTo>
                    <a:pt x="353538" y="1772307"/>
                  </a:lnTo>
                  <a:lnTo>
                    <a:pt x="355459" y="1772592"/>
                  </a:lnTo>
                  <a:lnTo>
                    <a:pt x="357381" y="1772692"/>
                  </a:lnTo>
                  <a:lnTo>
                    <a:pt x="359302" y="1772605"/>
                  </a:lnTo>
                  <a:lnTo>
                    <a:pt x="361224" y="1772473"/>
                  </a:lnTo>
                  <a:lnTo>
                    <a:pt x="363145" y="1772516"/>
                  </a:lnTo>
                  <a:lnTo>
                    <a:pt x="365067" y="1772931"/>
                  </a:lnTo>
                  <a:lnTo>
                    <a:pt x="366988" y="1773793"/>
                  </a:lnTo>
                  <a:lnTo>
                    <a:pt x="368909" y="1774999"/>
                  </a:lnTo>
                  <a:lnTo>
                    <a:pt x="370831" y="1776307"/>
                  </a:lnTo>
                  <a:lnTo>
                    <a:pt x="372752" y="1777460"/>
                  </a:lnTo>
                  <a:lnTo>
                    <a:pt x="374674" y="1778300"/>
                  </a:lnTo>
                  <a:lnTo>
                    <a:pt x="376595" y="1778810"/>
                  </a:lnTo>
                  <a:lnTo>
                    <a:pt x="378516" y="1779069"/>
                  </a:lnTo>
                  <a:lnTo>
                    <a:pt x="380438" y="1779180"/>
                  </a:lnTo>
                  <a:lnTo>
                    <a:pt x="382359" y="1779219"/>
                  </a:lnTo>
                  <a:lnTo>
                    <a:pt x="384281" y="1779231"/>
                  </a:lnTo>
                  <a:lnTo>
                    <a:pt x="386202" y="1779234"/>
                  </a:lnTo>
                  <a:lnTo>
                    <a:pt x="388123" y="1779234"/>
                  </a:lnTo>
                  <a:lnTo>
                    <a:pt x="390045" y="1779234"/>
                  </a:lnTo>
                  <a:lnTo>
                    <a:pt x="391966" y="1779234"/>
                  </a:lnTo>
                  <a:lnTo>
                    <a:pt x="393888" y="1779231"/>
                  </a:lnTo>
                  <a:lnTo>
                    <a:pt x="395809" y="1779219"/>
                  </a:lnTo>
                  <a:lnTo>
                    <a:pt x="397730" y="1779181"/>
                  </a:lnTo>
                  <a:lnTo>
                    <a:pt x="399652" y="1779071"/>
                  </a:lnTo>
                  <a:lnTo>
                    <a:pt x="401573" y="1778811"/>
                  </a:lnTo>
                  <a:lnTo>
                    <a:pt x="403495" y="1778293"/>
                  </a:lnTo>
                  <a:lnTo>
                    <a:pt x="405416" y="1777435"/>
                  </a:lnTo>
                  <a:lnTo>
                    <a:pt x="407337" y="1776265"/>
                  </a:lnTo>
                  <a:lnTo>
                    <a:pt x="409259" y="1774987"/>
                  </a:lnTo>
                  <a:lnTo>
                    <a:pt x="411180" y="1773959"/>
                  </a:lnTo>
                  <a:lnTo>
                    <a:pt x="413102" y="1773532"/>
                  </a:lnTo>
                  <a:lnTo>
                    <a:pt x="415023" y="1773868"/>
                  </a:lnTo>
                  <a:lnTo>
                    <a:pt x="416944" y="1774839"/>
                  </a:lnTo>
                  <a:lnTo>
                    <a:pt x="418866" y="1776108"/>
                  </a:lnTo>
                  <a:lnTo>
                    <a:pt x="420787" y="1777307"/>
                  </a:lnTo>
                  <a:lnTo>
                    <a:pt x="422709" y="1778208"/>
                  </a:lnTo>
                  <a:lnTo>
                    <a:pt x="424630" y="1778763"/>
                  </a:lnTo>
                  <a:lnTo>
                    <a:pt x="426551" y="1779041"/>
                  </a:lnTo>
                  <a:lnTo>
                    <a:pt x="428473" y="1779139"/>
                  </a:lnTo>
                  <a:lnTo>
                    <a:pt x="430394" y="1779105"/>
                  </a:lnTo>
                  <a:lnTo>
                    <a:pt x="432316" y="1778916"/>
                  </a:lnTo>
                  <a:lnTo>
                    <a:pt x="434237" y="1778471"/>
                  </a:lnTo>
                  <a:lnTo>
                    <a:pt x="436159" y="1777645"/>
                  </a:lnTo>
                  <a:lnTo>
                    <a:pt x="438080" y="1776390"/>
                  </a:lnTo>
                  <a:lnTo>
                    <a:pt x="440001" y="1774893"/>
                  </a:lnTo>
                  <a:lnTo>
                    <a:pt x="441923" y="1773629"/>
                  </a:lnTo>
                  <a:lnTo>
                    <a:pt x="443844" y="1773101"/>
                  </a:lnTo>
                  <a:lnTo>
                    <a:pt x="445766" y="1773530"/>
                  </a:lnTo>
                  <a:lnTo>
                    <a:pt x="447687" y="1774710"/>
                  </a:lnTo>
                  <a:lnTo>
                    <a:pt x="449608" y="1776167"/>
                  </a:lnTo>
                  <a:lnTo>
                    <a:pt x="451530" y="1777452"/>
                  </a:lnTo>
                  <a:lnTo>
                    <a:pt x="453451" y="1778338"/>
                  </a:lnTo>
                  <a:lnTo>
                    <a:pt x="455373" y="1778816"/>
                  </a:lnTo>
                  <a:lnTo>
                    <a:pt x="457294" y="1778961"/>
                  </a:lnTo>
                  <a:lnTo>
                    <a:pt x="459215" y="1778802"/>
                  </a:lnTo>
                  <a:lnTo>
                    <a:pt x="461137" y="1778271"/>
                  </a:lnTo>
                  <a:lnTo>
                    <a:pt x="463058" y="1777237"/>
                  </a:lnTo>
                  <a:lnTo>
                    <a:pt x="464980" y="1775629"/>
                  </a:lnTo>
                  <a:lnTo>
                    <a:pt x="466901" y="1773582"/>
                  </a:lnTo>
                  <a:lnTo>
                    <a:pt x="468822" y="1771490"/>
                  </a:lnTo>
                  <a:lnTo>
                    <a:pt x="470744" y="1769889"/>
                  </a:lnTo>
                  <a:lnTo>
                    <a:pt x="472665" y="1769212"/>
                  </a:lnTo>
                  <a:lnTo>
                    <a:pt x="474587" y="1769585"/>
                  </a:lnTo>
                  <a:lnTo>
                    <a:pt x="476508" y="1770813"/>
                  </a:lnTo>
                  <a:lnTo>
                    <a:pt x="478429" y="1772528"/>
                  </a:lnTo>
                  <a:lnTo>
                    <a:pt x="480351" y="1774359"/>
                  </a:lnTo>
                  <a:lnTo>
                    <a:pt x="482272" y="1776021"/>
                  </a:lnTo>
                  <a:lnTo>
                    <a:pt x="484194" y="1777338"/>
                  </a:lnTo>
                  <a:lnTo>
                    <a:pt x="486115" y="1778246"/>
                  </a:lnTo>
                  <a:lnTo>
                    <a:pt x="488036" y="1778786"/>
                  </a:lnTo>
                  <a:lnTo>
                    <a:pt x="489958" y="1779059"/>
                  </a:lnTo>
                  <a:lnTo>
                    <a:pt x="491879" y="1779175"/>
                  </a:lnTo>
                  <a:lnTo>
                    <a:pt x="493801" y="1779216"/>
                  </a:lnTo>
                  <a:lnTo>
                    <a:pt x="495722" y="1779230"/>
                  </a:lnTo>
                  <a:lnTo>
                    <a:pt x="497643" y="1779233"/>
                  </a:lnTo>
                  <a:lnTo>
                    <a:pt x="499565" y="1779234"/>
                  </a:lnTo>
                  <a:lnTo>
                    <a:pt x="501486" y="1779232"/>
                  </a:lnTo>
                  <a:lnTo>
                    <a:pt x="503408" y="1779225"/>
                  </a:lnTo>
                  <a:lnTo>
                    <a:pt x="505329" y="1779196"/>
                  </a:lnTo>
                  <a:lnTo>
                    <a:pt x="507250" y="1779107"/>
                  </a:lnTo>
                  <a:lnTo>
                    <a:pt x="509172" y="1778874"/>
                  </a:lnTo>
                  <a:lnTo>
                    <a:pt x="511093" y="1778372"/>
                  </a:lnTo>
                  <a:lnTo>
                    <a:pt x="513015" y="1777486"/>
                  </a:lnTo>
                  <a:lnTo>
                    <a:pt x="514936" y="1776217"/>
                  </a:lnTo>
                  <a:lnTo>
                    <a:pt x="516858" y="1774792"/>
                  </a:lnTo>
                  <a:lnTo>
                    <a:pt x="518779" y="1773641"/>
                  </a:lnTo>
                  <a:lnTo>
                    <a:pt x="520700" y="1773205"/>
                  </a:lnTo>
                  <a:lnTo>
                    <a:pt x="522622" y="1773671"/>
                  </a:lnTo>
                  <a:lnTo>
                    <a:pt x="524543" y="1774844"/>
                  </a:lnTo>
                  <a:lnTo>
                    <a:pt x="526465" y="1776276"/>
                  </a:lnTo>
                  <a:lnTo>
                    <a:pt x="528386" y="1777537"/>
                  </a:lnTo>
                  <a:lnTo>
                    <a:pt x="530307" y="1778407"/>
                  </a:lnTo>
                  <a:lnTo>
                    <a:pt x="532229" y="1778893"/>
                  </a:lnTo>
                  <a:lnTo>
                    <a:pt x="534150" y="1779115"/>
                  </a:lnTo>
                  <a:lnTo>
                    <a:pt x="536072" y="1779199"/>
                  </a:lnTo>
                  <a:lnTo>
                    <a:pt x="537993" y="1779226"/>
                  </a:lnTo>
                  <a:lnTo>
                    <a:pt x="539914" y="1779233"/>
                  </a:lnTo>
                  <a:lnTo>
                    <a:pt x="541836" y="1779234"/>
                  </a:lnTo>
                  <a:lnTo>
                    <a:pt x="543757" y="1779234"/>
                  </a:lnTo>
                  <a:lnTo>
                    <a:pt x="545679" y="1779234"/>
                  </a:lnTo>
                  <a:lnTo>
                    <a:pt x="547600" y="1779234"/>
                  </a:lnTo>
                  <a:lnTo>
                    <a:pt x="549521" y="1779234"/>
                  </a:lnTo>
                  <a:lnTo>
                    <a:pt x="551443" y="1779234"/>
                  </a:lnTo>
                  <a:lnTo>
                    <a:pt x="553364" y="1779234"/>
                  </a:lnTo>
                  <a:lnTo>
                    <a:pt x="555286" y="1779234"/>
                  </a:lnTo>
                  <a:lnTo>
                    <a:pt x="557207" y="1779234"/>
                  </a:lnTo>
                  <a:lnTo>
                    <a:pt x="559128" y="1779234"/>
                  </a:lnTo>
                  <a:lnTo>
                    <a:pt x="561050" y="1779234"/>
                  </a:lnTo>
                  <a:lnTo>
                    <a:pt x="562971" y="1779234"/>
                  </a:lnTo>
                  <a:lnTo>
                    <a:pt x="564893" y="1779234"/>
                  </a:lnTo>
                  <a:lnTo>
                    <a:pt x="566814" y="1779234"/>
                  </a:lnTo>
                  <a:lnTo>
                    <a:pt x="568735" y="1779234"/>
                  </a:lnTo>
                  <a:lnTo>
                    <a:pt x="570657" y="1779234"/>
                  </a:lnTo>
                  <a:lnTo>
                    <a:pt x="572578" y="1779234"/>
                  </a:lnTo>
                  <a:lnTo>
                    <a:pt x="574500" y="1779234"/>
                  </a:lnTo>
                  <a:lnTo>
                    <a:pt x="576421" y="1779234"/>
                  </a:lnTo>
                  <a:lnTo>
                    <a:pt x="578342" y="1779234"/>
                  </a:lnTo>
                  <a:lnTo>
                    <a:pt x="580264" y="1779234"/>
                  </a:lnTo>
                  <a:lnTo>
                    <a:pt x="582185" y="1779234"/>
                  </a:lnTo>
                  <a:lnTo>
                    <a:pt x="584107" y="1779234"/>
                  </a:lnTo>
                  <a:lnTo>
                    <a:pt x="586028" y="1779234"/>
                  </a:lnTo>
                  <a:lnTo>
                    <a:pt x="587950" y="1779234"/>
                  </a:lnTo>
                  <a:lnTo>
                    <a:pt x="589871" y="1779234"/>
                  </a:lnTo>
                  <a:lnTo>
                    <a:pt x="591792" y="1779234"/>
                  </a:lnTo>
                  <a:lnTo>
                    <a:pt x="593714" y="1779234"/>
                  </a:lnTo>
                  <a:lnTo>
                    <a:pt x="595635" y="1779234"/>
                  </a:lnTo>
                  <a:lnTo>
                    <a:pt x="597557" y="1779234"/>
                  </a:lnTo>
                  <a:lnTo>
                    <a:pt x="599478" y="1779234"/>
                  </a:lnTo>
                  <a:lnTo>
                    <a:pt x="601399" y="1779234"/>
                  </a:lnTo>
                  <a:lnTo>
                    <a:pt x="603321" y="1779234"/>
                  </a:lnTo>
                  <a:lnTo>
                    <a:pt x="605242" y="1779234"/>
                  </a:lnTo>
                  <a:lnTo>
                    <a:pt x="607164" y="1779234"/>
                  </a:lnTo>
                  <a:lnTo>
                    <a:pt x="609085" y="1779234"/>
                  </a:lnTo>
                  <a:lnTo>
                    <a:pt x="611006" y="1779234"/>
                  </a:lnTo>
                  <a:lnTo>
                    <a:pt x="612928" y="1779234"/>
                  </a:lnTo>
                  <a:lnTo>
                    <a:pt x="614849" y="1779234"/>
                  </a:lnTo>
                  <a:lnTo>
                    <a:pt x="616771" y="1779234"/>
                  </a:lnTo>
                  <a:lnTo>
                    <a:pt x="618692" y="1779234"/>
                  </a:lnTo>
                  <a:lnTo>
                    <a:pt x="620613" y="1779234"/>
                  </a:lnTo>
                  <a:lnTo>
                    <a:pt x="622535" y="1779234"/>
                  </a:lnTo>
                  <a:lnTo>
                    <a:pt x="624456" y="1779234"/>
                  </a:lnTo>
                  <a:lnTo>
                    <a:pt x="626378" y="1779234"/>
                  </a:lnTo>
                  <a:lnTo>
                    <a:pt x="628299" y="1779234"/>
                  </a:lnTo>
                  <a:lnTo>
                    <a:pt x="630220" y="1779234"/>
                  </a:lnTo>
                  <a:lnTo>
                    <a:pt x="632142" y="1779234"/>
                  </a:lnTo>
                  <a:lnTo>
                    <a:pt x="634063" y="1779234"/>
                  </a:lnTo>
                  <a:lnTo>
                    <a:pt x="635985" y="1779234"/>
                  </a:lnTo>
                  <a:lnTo>
                    <a:pt x="637906" y="1779234"/>
                  </a:lnTo>
                  <a:lnTo>
                    <a:pt x="639827" y="1779234"/>
                  </a:lnTo>
                  <a:lnTo>
                    <a:pt x="641749" y="1779234"/>
                  </a:lnTo>
                  <a:lnTo>
                    <a:pt x="643670" y="1779234"/>
                  </a:lnTo>
                  <a:lnTo>
                    <a:pt x="645592" y="1779233"/>
                  </a:lnTo>
                  <a:lnTo>
                    <a:pt x="647513" y="1779229"/>
                  </a:lnTo>
                  <a:lnTo>
                    <a:pt x="649434" y="1779212"/>
                  </a:lnTo>
                  <a:lnTo>
                    <a:pt x="651356" y="1779160"/>
                  </a:lnTo>
                  <a:lnTo>
                    <a:pt x="653277" y="1779026"/>
                  </a:lnTo>
                  <a:lnTo>
                    <a:pt x="655199" y="1778741"/>
                  </a:lnTo>
                  <a:lnTo>
                    <a:pt x="657120" y="1778248"/>
                  </a:lnTo>
                  <a:lnTo>
                    <a:pt x="659042" y="1777562"/>
                  </a:lnTo>
                  <a:lnTo>
                    <a:pt x="660963" y="1776811"/>
                  </a:lnTo>
                  <a:lnTo>
                    <a:pt x="662884" y="1776193"/>
                  </a:lnTo>
                  <a:lnTo>
                    <a:pt x="664806" y="1775854"/>
                  </a:lnTo>
                  <a:lnTo>
                    <a:pt x="666727" y="1775767"/>
                  </a:lnTo>
                  <a:lnTo>
                    <a:pt x="668649" y="1775750"/>
                  </a:lnTo>
                  <a:lnTo>
                    <a:pt x="670570" y="1775613"/>
                  </a:lnTo>
                  <a:lnTo>
                    <a:pt x="672491" y="1775300"/>
                  </a:lnTo>
                  <a:lnTo>
                    <a:pt x="674413" y="1774902"/>
                  </a:lnTo>
                  <a:lnTo>
                    <a:pt x="676334" y="1774557"/>
                  </a:lnTo>
                  <a:lnTo>
                    <a:pt x="678256" y="1774358"/>
                  </a:lnTo>
                  <a:lnTo>
                    <a:pt x="680177" y="1774318"/>
                  </a:lnTo>
                  <a:lnTo>
                    <a:pt x="682098" y="1774399"/>
                  </a:lnTo>
                  <a:lnTo>
                    <a:pt x="684020" y="1774542"/>
                  </a:lnTo>
                  <a:lnTo>
                    <a:pt x="685941" y="1774702"/>
                  </a:lnTo>
                  <a:lnTo>
                    <a:pt x="687863" y="1774881"/>
                  </a:lnTo>
                  <a:lnTo>
                    <a:pt x="689784" y="1775122"/>
                  </a:lnTo>
                  <a:lnTo>
                    <a:pt x="691705" y="1775424"/>
                  </a:lnTo>
                  <a:lnTo>
                    <a:pt x="693627" y="1775685"/>
                  </a:lnTo>
                  <a:lnTo>
                    <a:pt x="695548" y="1775762"/>
                  </a:lnTo>
                  <a:lnTo>
                    <a:pt x="697470" y="1775604"/>
                  </a:lnTo>
                  <a:lnTo>
                    <a:pt x="699391" y="1775314"/>
                  </a:lnTo>
                  <a:lnTo>
                    <a:pt x="701312" y="1775057"/>
                  </a:lnTo>
                  <a:lnTo>
                    <a:pt x="703234" y="1774932"/>
                  </a:lnTo>
                  <a:lnTo>
                    <a:pt x="705155" y="1774953"/>
                  </a:lnTo>
                  <a:lnTo>
                    <a:pt x="707077" y="1775153"/>
                  </a:lnTo>
                  <a:lnTo>
                    <a:pt x="708998" y="1775597"/>
                  </a:lnTo>
                  <a:lnTo>
                    <a:pt x="710919" y="1776289"/>
                  </a:lnTo>
                  <a:lnTo>
                    <a:pt x="712841" y="1777115"/>
                  </a:lnTo>
                  <a:lnTo>
                    <a:pt x="714762" y="1777897"/>
                  </a:lnTo>
                  <a:lnTo>
                    <a:pt x="716684" y="1778488"/>
                  </a:lnTo>
                  <a:lnTo>
                    <a:pt x="718605" y="1778827"/>
                  </a:lnTo>
                  <a:lnTo>
                    <a:pt x="720526" y="1778909"/>
                  </a:lnTo>
                  <a:lnTo>
                    <a:pt x="722448" y="1778740"/>
                  </a:lnTo>
                  <a:lnTo>
                    <a:pt x="724369" y="1778312"/>
                  </a:lnTo>
                  <a:lnTo>
                    <a:pt x="726291" y="1777651"/>
                  </a:lnTo>
                  <a:lnTo>
                    <a:pt x="728212" y="1776855"/>
                  </a:lnTo>
                  <a:lnTo>
                    <a:pt x="730134" y="1776091"/>
                  </a:lnTo>
                  <a:lnTo>
                    <a:pt x="732055" y="1775502"/>
                  </a:lnTo>
                  <a:lnTo>
                    <a:pt x="733976" y="1775109"/>
                  </a:lnTo>
                  <a:lnTo>
                    <a:pt x="735898" y="1774810"/>
                  </a:lnTo>
                  <a:lnTo>
                    <a:pt x="737819" y="1774490"/>
                  </a:lnTo>
                  <a:lnTo>
                    <a:pt x="739741" y="1774144"/>
                  </a:lnTo>
                  <a:lnTo>
                    <a:pt x="741662" y="1773903"/>
                  </a:lnTo>
                  <a:lnTo>
                    <a:pt x="743583" y="1773946"/>
                  </a:lnTo>
                  <a:lnTo>
                    <a:pt x="745505" y="1774388"/>
                  </a:lnTo>
                  <a:lnTo>
                    <a:pt x="747426" y="1775206"/>
                  </a:lnTo>
                  <a:lnTo>
                    <a:pt x="749348" y="1776246"/>
                  </a:lnTo>
                  <a:lnTo>
                    <a:pt x="751269" y="1777284"/>
                  </a:lnTo>
                  <a:lnTo>
                    <a:pt x="753190" y="1778129"/>
                  </a:lnTo>
                  <a:lnTo>
                    <a:pt x="755112" y="1778691"/>
                  </a:lnTo>
                  <a:lnTo>
                    <a:pt x="757033" y="1779001"/>
                  </a:lnTo>
                  <a:lnTo>
                    <a:pt x="758955" y="1779148"/>
                  </a:lnTo>
                  <a:lnTo>
                    <a:pt x="760876" y="1779206"/>
                  </a:lnTo>
                  <a:lnTo>
                    <a:pt x="762797" y="1779227"/>
                  </a:lnTo>
                  <a:lnTo>
                    <a:pt x="764719" y="1779232"/>
                  </a:lnTo>
                  <a:lnTo>
                    <a:pt x="766640" y="1779233"/>
                  </a:lnTo>
                  <a:lnTo>
                    <a:pt x="768562" y="1779231"/>
                  </a:lnTo>
                  <a:lnTo>
                    <a:pt x="770483" y="1779222"/>
                  </a:lnTo>
                  <a:lnTo>
                    <a:pt x="772404" y="1779191"/>
                  </a:lnTo>
                  <a:lnTo>
                    <a:pt x="774326" y="1779107"/>
                  </a:lnTo>
                  <a:lnTo>
                    <a:pt x="776247" y="1778913"/>
                  </a:lnTo>
                  <a:lnTo>
                    <a:pt x="778169" y="1778545"/>
                  </a:lnTo>
                  <a:lnTo>
                    <a:pt x="780090" y="1777976"/>
                  </a:lnTo>
                  <a:lnTo>
                    <a:pt x="782011" y="1777270"/>
                  </a:lnTo>
                  <a:lnTo>
                    <a:pt x="783933" y="1776610"/>
                  </a:lnTo>
                  <a:lnTo>
                    <a:pt x="785854" y="1776236"/>
                  </a:lnTo>
                  <a:lnTo>
                    <a:pt x="787776" y="1776304"/>
                  </a:lnTo>
                  <a:lnTo>
                    <a:pt x="789697" y="1776789"/>
                  </a:lnTo>
                  <a:lnTo>
                    <a:pt x="791618" y="1777497"/>
                  </a:lnTo>
                  <a:lnTo>
                    <a:pt x="793540" y="1778186"/>
                  </a:lnTo>
                  <a:lnTo>
                    <a:pt x="795461" y="1778698"/>
                  </a:lnTo>
                  <a:lnTo>
                    <a:pt x="797383" y="1778997"/>
                  </a:lnTo>
                  <a:lnTo>
                    <a:pt x="799304" y="1779125"/>
                  </a:lnTo>
                  <a:lnTo>
                    <a:pt x="801226" y="1779128"/>
                  </a:lnTo>
                  <a:lnTo>
                    <a:pt x="803147" y="1779010"/>
                  </a:lnTo>
                  <a:lnTo>
                    <a:pt x="805068" y="1778724"/>
                  </a:lnTo>
                  <a:lnTo>
                    <a:pt x="806990" y="1778197"/>
                  </a:lnTo>
                  <a:lnTo>
                    <a:pt x="808911" y="1777397"/>
                  </a:lnTo>
                  <a:lnTo>
                    <a:pt x="810833" y="1776414"/>
                  </a:lnTo>
                  <a:lnTo>
                    <a:pt x="812754" y="1775432"/>
                  </a:lnTo>
                  <a:lnTo>
                    <a:pt x="814675" y="1774667"/>
                  </a:lnTo>
                  <a:lnTo>
                    <a:pt x="816597" y="1774285"/>
                  </a:lnTo>
                  <a:lnTo>
                    <a:pt x="818518" y="1774363"/>
                  </a:lnTo>
                  <a:lnTo>
                    <a:pt x="820440" y="1774883"/>
                  </a:lnTo>
                  <a:lnTo>
                    <a:pt x="822361" y="1775735"/>
                  </a:lnTo>
                  <a:lnTo>
                    <a:pt x="824282" y="1776727"/>
                  </a:lnTo>
                  <a:lnTo>
                    <a:pt x="826204" y="1777652"/>
                  </a:lnTo>
                  <a:lnTo>
                    <a:pt x="828125" y="1778363"/>
                  </a:lnTo>
                  <a:lnTo>
                    <a:pt x="830047" y="1778819"/>
                  </a:lnTo>
                  <a:lnTo>
                    <a:pt x="831968" y="1779065"/>
                  </a:lnTo>
                  <a:lnTo>
                    <a:pt x="833889" y="1779175"/>
                  </a:lnTo>
                  <a:lnTo>
                    <a:pt x="835811" y="1779217"/>
                  </a:lnTo>
                  <a:lnTo>
                    <a:pt x="837732" y="1779230"/>
                  </a:lnTo>
                  <a:lnTo>
                    <a:pt x="839654" y="1779233"/>
                  </a:lnTo>
                  <a:lnTo>
                    <a:pt x="841575" y="1779234"/>
                  </a:lnTo>
                  <a:lnTo>
                    <a:pt x="843496" y="1779234"/>
                  </a:lnTo>
                  <a:lnTo>
                    <a:pt x="845418" y="1779234"/>
                  </a:lnTo>
                  <a:lnTo>
                    <a:pt x="847339" y="1779234"/>
                  </a:lnTo>
                  <a:lnTo>
                    <a:pt x="849261" y="1779234"/>
                  </a:lnTo>
                  <a:lnTo>
                    <a:pt x="851182" y="1779234"/>
                  </a:lnTo>
                  <a:lnTo>
                    <a:pt x="853103" y="1779234"/>
                  </a:lnTo>
                  <a:lnTo>
                    <a:pt x="855025" y="1779234"/>
                  </a:lnTo>
                  <a:lnTo>
                    <a:pt x="856946" y="1779234"/>
                  </a:lnTo>
                  <a:lnTo>
                    <a:pt x="858868" y="1779234"/>
                  </a:lnTo>
                  <a:lnTo>
                    <a:pt x="860789" y="1779234"/>
                  </a:lnTo>
                  <a:lnTo>
                    <a:pt x="862710" y="1779234"/>
                  </a:lnTo>
                  <a:lnTo>
                    <a:pt x="864632" y="1779234"/>
                  </a:lnTo>
                  <a:lnTo>
                    <a:pt x="866553" y="1779234"/>
                  </a:lnTo>
                  <a:lnTo>
                    <a:pt x="868475" y="1779234"/>
                  </a:lnTo>
                  <a:lnTo>
                    <a:pt x="870396" y="1779234"/>
                  </a:lnTo>
                  <a:lnTo>
                    <a:pt x="872318" y="1779234"/>
                  </a:lnTo>
                  <a:lnTo>
                    <a:pt x="874239" y="1779234"/>
                  </a:lnTo>
                  <a:lnTo>
                    <a:pt x="876160" y="1779234"/>
                  </a:lnTo>
                  <a:lnTo>
                    <a:pt x="878082" y="1779234"/>
                  </a:lnTo>
                  <a:lnTo>
                    <a:pt x="880003" y="1779234"/>
                  </a:lnTo>
                  <a:lnTo>
                    <a:pt x="881925" y="1779234"/>
                  </a:lnTo>
                  <a:lnTo>
                    <a:pt x="883846" y="1779234"/>
                  </a:lnTo>
                  <a:lnTo>
                    <a:pt x="885767" y="1779234"/>
                  </a:lnTo>
                  <a:lnTo>
                    <a:pt x="887689" y="1779234"/>
                  </a:lnTo>
                  <a:lnTo>
                    <a:pt x="889610" y="1779234"/>
                  </a:lnTo>
                  <a:lnTo>
                    <a:pt x="891532" y="1779231"/>
                  </a:lnTo>
                  <a:lnTo>
                    <a:pt x="893453" y="1779221"/>
                  </a:lnTo>
                  <a:lnTo>
                    <a:pt x="895374" y="1779188"/>
                  </a:lnTo>
                  <a:lnTo>
                    <a:pt x="897296" y="1779099"/>
                  </a:lnTo>
                  <a:lnTo>
                    <a:pt x="899217" y="1778898"/>
                  </a:lnTo>
                  <a:lnTo>
                    <a:pt x="901139" y="1778520"/>
                  </a:lnTo>
                  <a:lnTo>
                    <a:pt x="903060" y="1777934"/>
                  </a:lnTo>
                  <a:lnTo>
                    <a:pt x="904981" y="1777209"/>
                  </a:lnTo>
                  <a:lnTo>
                    <a:pt x="906903" y="1776539"/>
                  </a:lnTo>
                  <a:lnTo>
                    <a:pt x="908824" y="1776177"/>
                  </a:lnTo>
                  <a:lnTo>
                    <a:pt x="910746" y="1776287"/>
                  </a:lnTo>
                  <a:lnTo>
                    <a:pt x="912667" y="1776829"/>
                  </a:lnTo>
                  <a:lnTo>
                    <a:pt x="914588" y="1777567"/>
                  </a:lnTo>
                  <a:lnTo>
                    <a:pt x="916510" y="1778245"/>
                  </a:lnTo>
                  <a:lnTo>
                    <a:pt x="918431" y="1778731"/>
                  </a:lnTo>
                  <a:lnTo>
                    <a:pt x="920353" y="1779014"/>
                  </a:lnTo>
                  <a:lnTo>
                    <a:pt x="922274" y="1779151"/>
                  </a:lnTo>
                  <a:lnTo>
                    <a:pt x="924195" y="1779207"/>
                  </a:lnTo>
                  <a:lnTo>
                    <a:pt x="926117" y="1779227"/>
                  </a:lnTo>
                  <a:lnTo>
                    <a:pt x="928038" y="1779233"/>
                  </a:lnTo>
                  <a:lnTo>
                    <a:pt x="929960" y="1779234"/>
                  </a:lnTo>
                  <a:lnTo>
                    <a:pt x="931881" y="1779234"/>
                  </a:lnTo>
                  <a:lnTo>
                    <a:pt x="933802" y="1779234"/>
                  </a:lnTo>
                  <a:lnTo>
                    <a:pt x="935724" y="1779234"/>
                  </a:lnTo>
                  <a:lnTo>
                    <a:pt x="937645" y="1779234"/>
                  </a:lnTo>
                  <a:lnTo>
                    <a:pt x="939567" y="1779234"/>
                  </a:lnTo>
                  <a:lnTo>
                    <a:pt x="941488" y="1779234"/>
                  </a:lnTo>
                  <a:lnTo>
                    <a:pt x="943410" y="1779234"/>
                  </a:lnTo>
                  <a:lnTo>
                    <a:pt x="945331" y="1779234"/>
                  </a:lnTo>
                  <a:lnTo>
                    <a:pt x="947252" y="1779234"/>
                  </a:lnTo>
                  <a:lnTo>
                    <a:pt x="949174" y="1779234"/>
                  </a:lnTo>
                  <a:lnTo>
                    <a:pt x="951095" y="1779234"/>
                  </a:lnTo>
                  <a:lnTo>
                    <a:pt x="953017" y="1779234"/>
                  </a:lnTo>
                  <a:lnTo>
                    <a:pt x="954938" y="1779234"/>
                  </a:lnTo>
                  <a:lnTo>
                    <a:pt x="956859" y="1779234"/>
                  </a:lnTo>
                  <a:lnTo>
                    <a:pt x="958781" y="1779234"/>
                  </a:lnTo>
                  <a:lnTo>
                    <a:pt x="960702" y="1779234"/>
                  </a:lnTo>
                  <a:lnTo>
                    <a:pt x="962624" y="1779234"/>
                  </a:lnTo>
                  <a:lnTo>
                    <a:pt x="964545" y="1779234"/>
                  </a:lnTo>
                  <a:lnTo>
                    <a:pt x="966466" y="1779234"/>
                  </a:lnTo>
                  <a:lnTo>
                    <a:pt x="968388" y="1779234"/>
                  </a:lnTo>
                  <a:lnTo>
                    <a:pt x="970309" y="1779234"/>
                  </a:lnTo>
                  <a:lnTo>
                    <a:pt x="972231" y="1779234"/>
                  </a:lnTo>
                  <a:lnTo>
                    <a:pt x="974152" y="1779234"/>
                  </a:lnTo>
                  <a:lnTo>
                    <a:pt x="976073" y="1779234"/>
                  </a:lnTo>
                  <a:lnTo>
                    <a:pt x="977995" y="1779234"/>
                  </a:lnTo>
                  <a:lnTo>
                    <a:pt x="979916" y="1779234"/>
                  </a:lnTo>
                  <a:lnTo>
                    <a:pt x="981838" y="1779234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86962" y="2246150"/>
              <a:ext cx="981838" cy="536872"/>
            </a:xfrm>
            <a:custGeom>
              <a:avLst/>
              <a:pathLst>
                <a:path w="981838" h="536872">
                  <a:moveTo>
                    <a:pt x="0" y="536872"/>
                  </a:moveTo>
                  <a:lnTo>
                    <a:pt x="1921" y="536872"/>
                  </a:lnTo>
                  <a:lnTo>
                    <a:pt x="3842" y="536872"/>
                  </a:lnTo>
                  <a:lnTo>
                    <a:pt x="5764" y="536872"/>
                  </a:lnTo>
                  <a:lnTo>
                    <a:pt x="7685" y="536872"/>
                  </a:lnTo>
                  <a:lnTo>
                    <a:pt x="9607" y="536872"/>
                  </a:lnTo>
                  <a:lnTo>
                    <a:pt x="11528" y="536872"/>
                  </a:lnTo>
                  <a:lnTo>
                    <a:pt x="13449" y="536872"/>
                  </a:lnTo>
                  <a:lnTo>
                    <a:pt x="15371" y="536872"/>
                  </a:lnTo>
                  <a:lnTo>
                    <a:pt x="17292" y="536872"/>
                  </a:lnTo>
                  <a:lnTo>
                    <a:pt x="19214" y="536872"/>
                  </a:lnTo>
                  <a:lnTo>
                    <a:pt x="21135" y="536872"/>
                  </a:lnTo>
                  <a:lnTo>
                    <a:pt x="23056" y="536872"/>
                  </a:lnTo>
                  <a:lnTo>
                    <a:pt x="24978" y="536872"/>
                  </a:lnTo>
                  <a:lnTo>
                    <a:pt x="26899" y="536872"/>
                  </a:lnTo>
                  <a:lnTo>
                    <a:pt x="28821" y="536872"/>
                  </a:lnTo>
                  <a:lnTo>
                    <a:pt x="30742" y="536872"/>
                  </a:lnTo>
                  <a:lnTo>
                    <a:pt x="32663" y="536872"/>
                  </a:lnTo>
                  <a:lnTo>
                    <a:pt x="34585" y="536872"/>
                  </a:lnTo>
                  <a:lnTo>
                    <a:pt x="36506" y="536872"/>
                  </a:lnTo>
                  <a:lnTo>
                    <a:pt x="38428" y="536872"/>
                  </a:lnTo>
                  <a:lnTo>
                    <a:pt x="40349" y="536872"/>
                  </a:lnTo>
                  <a:lnTo>
                    <a:pt x="42270" y="536872"/>
                  </a:lnTo>
                  <a:lnTo>
                    <a:pt x="44192" y="536871"/>
                  </a:lnTo>
                  <a:lnTo>
                    <a:pt x="46113" y="536870"/>
                  </a:lnTo>
                  <a:lnTo>
                    <a:pt x="48035" y="536868"/>
                  </a:lnTo>
                  <a:lnTo>
                    <a:pt x="49956" y="536864"/>
                  </a:lnTo>
                  <a:lnTo>
                    <a:pt x="51877" y="536856"/>
                  </a:lnTo>
                  <a:lnTo>
                    <a:pt x="53799" y="536841"/>
                  </a:lnTo>
                  <a:lnTo>
                    <a:pt x="55720" y="536816"/>
                  </a:lnTo>
                  <a:lnTo>
                    <a:pt x="57642" y="536773"/>
                  </a:lnTo>
                  <a:lnTo>
                    <a:pt x="59563" y="536704"/>
                  </a:lnTo>
                  <a:lnTo>
                    <a:pt x="61484" y="536593"/>
                  </a:lnTo>
                  <a:lnTo>
                    <a:pt x="63406" y="536423"/>
                  </a:lnTo>
                  <a:lnTo>
                    <a:pt x="65327" y="536167"/>
                  </a:lnTo>
                  <a:lnTo>
                    <a:pt x="67249" y="535791"/>
                  </a:lnTo>
                  <a:lnTo>
                    <a:pt x="69170" y="535238"/>
                  </a:lnTo>
                  <a:lnTo>
                    <a:pt x="71091" y="534472"/>
                  </a:lnTo>
                  <a:lnTo>
                    <a:pt x="73013" y="533440"/>
                  </a:lnTo>
                  <a:lnTo>
                    <a:pt x="74934" y="532096"/>
                  </a:lnTo>
                  <a:lnTo>
                    <a:pt x="76856" y="530394"/>
                  </a:lnTo>
                  <a:lnTo>
                    <a:pt x="78777" y="528305"/>
                  </a:lnTo>
                  <a:lnTo>
                    <a:pt x="80699" y="525815"/>
                  </a:lnTo>
                  <a:lnTo>
                    <a:pt x="82620" y="522931"/>
                  </a:lnTo>
                  <a:lnTo>
                    <a:pt x="84541" y="519689"/>
                  </a:lnTo>
                  <a:lnTo>
                    <a:pt x="86463" y="516149"/>
                  </a:lnTo>
                  <a:lnTo>
                    <a:pt x="88384" y="512396"/>
                  </a:lnTo>
                  <a:lnTo>
                    <a:pt x="90306" y="508535"/>
                  </a:lnTo>
                  <a:lnTo>
                    <a:pt x="92227" y="504701"/>
                  </a:lnTo>
                  <a:lnTo>
                    <a:pt x="94148" y="501012"/>
                  </a:lnTo>
                  <a:lnTo>
                    <a:pt x="96070" y="497571"/>
                  </a:lnTo>
                  <a:lnTo>
                    <a:pt x="97991" y="494464"/>
                  </a:lnTo>
                  <a:lnTo>
                    <a:pt x="99913" y="491757"/>
                  </a:lnTo>
                  <a:lnTo>
                    <a:pt x="101834" y="489498"/>
                  </a:lnTo>
                  <a:lnTo>
                    <a:pt x="103755" y="487721"/>
                  </a:lnTo>
                  <a:lnTo>
                    <a:pt x="105677" y="486446"/>
                  </a:lnTo>
                  <a:lnTo>
                    <a:pt x="107598" y="485687"/>
                  </a:lnTo>
                  <a:lnTo>
                    <a:pt x="109520" y="485453"/>
                  </a:lnTo>
                  <a:lnTo>
                    <a:pt x="111441" y="485750"/>
                  </a:lnTo>
                  <a:lnTo>
                    <a:pt x="113362" y="486628"/>
                  </a:lnTo>
                  <a:lnTo>
                    <a:pt x="115284" y="488026"/>
                  </a:lnTo>
                  <a:lnTo>
                    <a:pt x="117205" y="489911"/>
                  </a:lnTo>
                  <a:lnTo>
                    <a:pt x="119127" y="492234"/>
                  </a:lnTo>
                  <a:lnTo>
                    <a:pt x="121048" y="494926"/>
                  </a:lnTo>
                  <a:lnTo>
                    <a:pt x="122969" y="497901"/>
                  </a:lnTo>
                  <a:lnTo>
                    <a:pt x="124891" y="501056"/>
                  </a:lnTo>
                  <a:lnTo>
                    <a:pt x="126812" y="504277"/>
                  </a:lnTo>
                  <a:lnTo>
                    <a:pt x="128734" y="507452"/>
                  </a:lnTo>
                  <a:lnTo>
                    <a:pt x="130655" y="510472"/>
                  </a:lnTo>
                  <a:lnTo>
                    <a:pt x="132576" y="513243"/>
                  </a:lnTo>
                  <a:lnTo>
                    <a:pt x="134498" y="515673"/>
                  </a:lnTo>
                  <a:lnTo>
                    <a:pt x="136419" y="517697"/>
                  </a:lnTo>
                  <a:lnTo>
                    <a:pt x="138341" y="519321"/>
                  </a:lnTo>
                  <a:lnTo>
                    <a:pt x="140262" y="520554"/>
                  </a:lnTo>
                  <a:lnTo>
                    <a:pt x="142183" y="521428"/>
                  </a:lnTo>
                  <a:lnTo>
                    <a:pt x="144105" y="521991"/>
                  </a:lnTo>
                  <a:lnTo>
                    <a:pt x="146026" y="522302"/>
                  </a:lnTo>
                  <a:lnTo>
                    <a:pt x="147948" y="522427"/>
                  </a:lnTo>
                  <a:lnTo>
                    <a:pt x="149869" y="522432"/>
                  </a:lnTo>
                  <a:lnTo>
                    <a:pt x="151791" y="522378"/>
                  </a:lnTo>
                  <a:lnTo>
                    <a:pt x="153712" y="522320"/>
                  </a:lnTo>
                  <a:lnTo>
                    <a:pt x="155633" y="522301"/>
                  </a:lnTo>
                  <a:lnTo>
                    <a:pt x="157555" y="522358"/>
                  </a:lnTo>
                  <a:lnTo>
                    <a:pt x="159476" y="522508"/>
                  </a:lnTo>
                  <a:lnTo>
                    <a:pt x="161398" y="522754"/>
                  </a:lnTo>
                  <a:lnTo>
                    <a:pt x="163319" y="523091"/>
                  </a:lnTo>
                  <a:lnTo>
                    <a:pt x="165240" y="523511"/>
                  </a:lnTo>
                  <a:lnTo>
                    <a:pt x="167162" y="523998"/>
                  </a:lnTo>
                  <a:lnTo>
                    <a:pt x="169083" y="524534"/>
                  </a:lnTo>
                  <a:lnTo>
                    <a:pt x="171005" y="525100"/>
                  </a:lnTo>
                  <a:lnTo>
                    <a:pt x="172926" y="525677"/>
                  </a:lnTo>
                  <a:lnTo>
                    <a:pt x="174847" y="526246"/>
                  </a:lnTo>
                  <a:lnTo>
                    <a:pt x="176769" y="526793"/>
                  </a:lnTo>
                  <a:lnTo>
                    <a:pt x="178690" y="527305"/>
                  </a:lnTo>
                  <a:lnTo>
                    <a:pt x="180612" y="527769"/>
                  </a:lnTo>
                  <a:lnTo>
                    <a:pt x="182533" y="528186"/>
                  </a:lnTo>
                  <a:lnTo>
                    <a:pt x="184454" y="528555"/>
                  </a:lnTo>
                  <a:lnTo>
                    <a:pt x="186376" y="528877"/>
                  </a:lnTo>
                  <a:lnTo>
                    <a:pt x="188297" y="529150"/>
                  </a:lnTo>
                  <a:lnTo>
                    <a:pt x="190219" y="529376"/>
                  </a:lnTo>
                  <a:lnTo>
                    <a:pt x="192140" y="529550"/>
                  </a:lnTo>
                  <a:lnTo>
                    <a:pt x="194061" y="529668"/>
                  </a:lnTo>
                  <a:lnTo>
                    <a:pt x="195983" y="529723"/>
                  </a:lnTo>
                  <a:lnTo>
                    <a:pt x="197904" y="529709"/>
                  </a:lnTo>
                  <a:lnTo>
                    <a:pt x="199826" y="529618"/>
                  </a:lnTo>
                  <a:lnTo>
                    <a:pt x="201747" y="529441"/>
                  </a:lnTo>
                  <a:lnTo>
                    <a:pt x="203668" y="529180"/>
                  </a:lnTo>
                  <a:lnTo>
                    <a:pt x="205590" y="528846"/>
                  </a:lnTo>
                  <a:lnTo>
                    <a:pt x="207511" y="528453"/>
                  </a:lnTo>
                  <a:lnTo>
                    <a:pt x="209433" y="528022"/>
                  </a:lnTo>
                  <a:lnTo>
                    <a:pt x="211354" y="527576"/>
                  </a:lnTo>
                  <a:lnTo>
                    <a:pt x="213275" y="527145"/>
                  </a:lnTo>
                  <a:lnTo>
                    <a:pt x="215197" y="526759"/>
                  </a:lnTo>
                  <a:lnTo>
                    <a:pt x="217118" y="526446"/>
                  </a:lnTo>
                  <a:lnTo>
                    <a:pt x="219040" y="526233"/>
                  </a:lnTo>
                  <a:lnTo>
                    <a:pt x="220961" y="526136"/>
                  </a:lnTo>
                  <a:lnTo>
                    <a:pt x="222883" y="526164"/>
                  </a:lnTo>
                  <a:lnTo>
                    <a:pt x="224804" y="526323"/>
                  </a:lnTo>
                  <a:lnTo>
                    <a:pt x="226725" y="526585"/>
                  </a:lnTo>
                  <a:lnTo>
                    <a:pt x="228647" y="526917"/>
                  </a:lnTo>
                  <a:lnTo>
                    <a:pt x="230568" y="527284"/>
                  </a:lnTo>
                  <a:lnTo>
                    <a:pt x="232490" y="527644"/>
                  </a:lnTo>
                  <a:lnTo>
                    <a:pt x="234411" y="527957"/>
                  </a:lnTo>
                  <a:lnTo>
                    <a:pt x="236332" y="528187"/>
                  </a:lnTo>
                  <a:lnTo>
                    <a:pt x="238254" y="528307"/>
                  </a:lnTo>
                  <a:lnTo>
                    <a:pt x="240175" y="528300"/>
                  </a:lnTo>
                  <a:lnTo>
                    <a:pt x="242097" y="528161"/>
                  </a:lnTo>
                  <a:lnTo>
                    <a:pt x="244018" y="527896"/>
                  </a:lnTo>
                  <a:lnTo>
                    <a:pt x="245939" y="527520"/>
                  </a:lnTo>
                  <a:lnTo>
                    <a:pt x="247861" y="527055"/>
                  </a:lnTo>
                  <a:lnTo>
                    <a:pt x="249782" y="526531"/>
                  </a:lnTo>
                  <a:lnTo>
                    <a:pt x="251704" y="525970"/>
                  </a:lnTo>
                  <a:lnTo>
                    <a:pt x="253625" y="525383"/>
                  </a:lnTo>
                  <a:lnTo>
                    <a:pt x="255546" y="524776"/>
                  </a:lnTo>
                  <a:lnTo>
                    <a:pt x="257468" y="524144"/>
                  </a:lnTo>
                  <a:lnTo>
                    <a:pt x="259389" y="523477"/>
                  </a:lnTo>
                  <a:lnTo>
                    <a:pt x="261311" y="522761"/>
                  </a:lnTo>
                  <a:lnTo>
                    <a:pt x="263232" y="521977"/>
                  </a:lnTo>
                  <a:lnTo>
                    <a:pt x="265153" y="521113"/>
                  </a:lnTo>
                  <a:lnTo>
                    <a:pt x="267075" y="520156"/>
                  </a:lnTo>
                  <a:lnTo>
                    <a:pt x="268996" y="519099"/>
                  </a:lnTo>
                  <a:lnTo>
                    <a:pt x="270918" y="517951"/>
                  </a:lnTo>
                  <a:lnTo>
                    <a:pt x="272839" y="516732"/>
                  </a:lnTo>
                  <a:lnTo>
                    <a:pt x="274760" y="515462"/>
                  </a:lnTo>
                  <a:lnTo>
                    <a:pt x="276682" y="514166"/>
                  </a:lnTo>
                  <a:lnTo>
                    <a:pt x="278603" y="512870"/>
                  </a:lnTo>
                  <a:lnTo>
                    <a:pt x="280525" y="511599"/>
                  </a:lnTo>
                  <a:lnTo>
                    <a:pt x="282446" y="510375"/>
                  </a:lnTo>
                  <a:lnTo>
                    <a:pt x="284367" y="509213"/>
                  </a:lnTo>
                  <a:lnTo>
                    <a:pt x="286289" y="508126"/>
                  </a:lnTo>
                  <a:lnTo>
                    <a:pt x="288210" y="507118"/>
                  </a:lnTo>
                  <a:lnTo>
                    <a:pt x="290132" y="506190"/>
                  </a:lnTo>
                  <a:lnTo>
                    <a:pt x="292053" y="505344"/>
                  </a:lnTo>
                  <a:lnTo>
                    <a:pt x="293975" y="504565"/>
                  </a:lnTo>
                  <a:lnTo>
                    <a:pt x="295896" y="503844"/>
                  </a:lnTo>
                  <a:lnTo>
                    <a:pt x="297817" y="503173"/>
                  </a:lnTo>
                  <a:lnTo>
                    <a:pt x="299739" y="502545"/>
                  </a:lnTo>
                  <a:lnTo>
                    <a:pt x="301660" y="501950"/>
                  </a:lnTo>
                  <a:lnTo>
                    <a:pt x="303582" y="501377"/>
                  </a:lnTo>
                  <a:lnTo>
                    <a:pt x="305503" y="500814"/>
                  </a:lnTo>
                  <a:lnTo>
                    <a:pt x="307424" y="500239"/>
                  </a:lnTo>
                  <a:lnTo>
                    <a:pt x="309346" y="499628"/>
                  </a:lnTo>
                  <a:lnTo>
                    <a:pt x="311267" y="498947"/>
                  </a:lnTo>
                  <a:lnTo>
                    <a:pt x="313189" y="498148"/>
                  </a:lnTo>
                  <a:lnTo>
                    <a:pt x="315110" y="497173"/>
                  </a:lnTo>
                  <a:lnTo>
                    <a:pt x="317031" y="495978"/>
                  </a:lnTo>
                  <a:lnTo>
                    <a:pt x="318953" y="494509"/>
                  </a:lnTo>
                  <a:lnTo>
                    <a:pt x="320874" y="492718"/>
                  </a:lnTo>
                  <a:lnTo>
                    <a:pt x="322796" y="490559"/>
                  </a:lnTo>
                  <a:lnTo>
                    <a:pt x="324717" y="487993"/>
                  </a:lnTo>
                  <a:lnTo>
                    <a:pt x="326638" y="484987"/>
                  </a:lnTo>
                  <a:lnTo>
                    <a:pt x="328560" y="481514"/>
                  </a:lnTo>
                  <a:lnTo>
                    <a:pt x="330481" y="477550"/>
                  </a:lnTo>
                  <a:lnTo>
                    <a:pt x="332403" y="473074"/>
                  </a:lnTo>
                  <a:lnTo>
                    <a:pt x="334324" y="468061"/>
                  </a:lnTo>
                  <a:lnTo>
                    <a:pt x="336245" y="462428"/>
                  </a:lnTo>
                  <a:lnTo>
                    <a:pt x="338167" y="456158"/>
                  </a:lnTo>
                  <a:lnTo>
                    <a:pt x="340088" y="449190"/>
                  </a:lnTo>
                  <a:lnTo>
                    <a:pt x="342010" y="441429"/>
                  </a:lnTo>
                  <a:lnTo>
                    <a:pt x="343931" y="432744"/>
                  </a:lnTo>
                  <a:lnTo>
                    <a:pt x="345852" y="422974"/>
                  </a:lnTo>
                  <a:lnTo>
                    <a:pt x="347774" y="411923"/>
                  </a:lnTo>
                  <a:lnTo>
                    <a:pt x="349695" y="399368"/>
                  </a:lnTo>
                  <a:lnTo>
                    <a:pt x="351617" y="385066"/>
                  </a:lnTo>
                  <a:lnTo>
                    <a:pt x="353538" y="368769"/>
                  </a:lnTo>
                  <a:lnTo>
                    <a:pt x="355459" y="350245"/>
                  </a:lnTo>
                  <a:lnTo>
                    <a:pt x="357381" y="329253"/>
                  </a:lnTo>
                  <a:lnTo>
                    <a:pt x="359302" y="305513"/>
                  </a:lnTo>
                  <a:lnTo>
                    <a:pt x="361224" y="279271"/>
                  </a:lnTo>
                  <a:lnTo>
                    <a:pt x="363145" y="250722"/>
                  </a:lnTo>
                  <a:lnTo>
                    <a:pt x="365067" y="220244"/>
                  </a:lnTo>
                  <a:lnTo>
                    <a:pt x="366988" y="188404"/>
                  </a:lnTo>
                  <a:lnTo>
                    <a:pt x="368909" y="155959"/>
                  </a:lnTo>
                  <a:lnTo>
                    <a:pt x="370831" y="123837"/>
                  </a:lnTo>
                  <a:lnTo>
                    <a:pt x="372752" y="93097"/>
                  </a:lnTo>
                  <a:lnTo>
                    <a:pt x="374674" y="64879"/>
                  </a:lnTo>
                  <a:lnTo>
                    <a:pt x="376595" y="40334"/>
                  </a:lnTo>
                  <a:lnTo>
                    <a:pt x="378516" y="20551"/>
                  </a:lnTo>
                  <a:lnTo>
                    <a:pt x="380438" y="6870"/>
                  </a:lnTo>
                  <a:lnTo>
                    <a:pt x="382359" y="0"/>
                  </a:lnTo>
                  <a:lnTo>
                    <a:pt x="384281" y="46"/>
                  </a:lnTo>
                  <a:lnTo>
                    <a:pt x="386202" y="7067"/>
                  </a:lnTo>
                  <a:lnTo>
                    <a:pt x="388123" y="20827"/>
                  </a:lnTo>
                  <a:lnTo>
                    <a:pt x="390045" y="40816"/>
                  </a:lnTo>
                  <a:lnTo>
                    <a:pt x="391966" y="66294"/>
                  </a:lnTo>
                  <a:lnTo>
                    <a:pt x="393888" y="96340"/>
                  </a:lnTo>
                  <a:lnTo>
                    <a:pt x="395809" y="129912"/>
                  </a:lnTo>
                  <a:lnTo>
                    <a:pt x="397730" y="165903"/>
                  </a:lnTo>
                  <a:lnTo>
                    <a:pt x="399652" y="203202"/>
                  </a:lnTo>
                  <a:lnTo>
                    <a:pt x="401573" y="240744"/>
                  </a:lnTo>
                  <a:lnTo>
                    <a:pt x="403495" y="277386"/>
                  </a:lnTo>
                  <a:lnTo>
                    <a:pt x="405416" y="312301"/>
                  </a:lnTo>
                  <a:lnTo>
                    <a:pt x="407337" y="344866"/>
                  </a:lnTo>
                  <a:lnTo>
                    <a:pt x="409259" y="374622"/>
                  </a:lnTo>
                  <a:lnTo>
                    <a:pt x="411180" y="401273"/>
                  </a:lnTo>
                  <a:lnTo>
                    <a:pt x="413102" y="424680"/>
                  </a:lnTo>
                  <a:lnTo>
                    <a:pt x="415023" y="444839"/>
                  </a:lnTo>
                  <a:lnTo>
                    <a:pt x="416944" y="461866"/>
                  </a:lnTo>
                  <a:lnTo>
                    <a:pt x="418866" y="475966"/>
                  </a:lnTo>
                  <a:lnTo>
                    <a:pt x="420787" y="487408"/>
                  </a:lnTo>
                  <a:lnTo>
                    <a:pt x="422709" y="496504"/>
                  </a:lnTo>
                  <a:lnTo>
                    <a:pt x="424630" y="503524"/>
                  </a:lnTo>
                  <a:lnTo>
                    <a:pt x="426551" y="508790"/>
                  </a:lnTo>
                  <a:lnTo>
                    <a:pt x="428473" y="512739"/>
                  </a:lnTo>
                  <a:lnTo>
                    <a:pt x="430394" y="515639"/>
                  </a:lnTo>
                  <a:lnTo>
                    <a:pt x="432316" y="517723"/>
                  </a:lnTo>
                  <a:lnTo>
                    <a:pt x="434237" y="519190"/>
                  </a:lnTo>
                  <a:lnTo>
                    <a:pt x="436159" y="520196"/>
                  </a:lnTo>
                  <a:lnTo>
                    <a:pt x="438080" y="520868"/>
                  </a:lnTo>
                  <a:lnTo>
                    <a:pt x="440001" y="521295"/>
                  </a:lnTo>
                  <a:lnTo>
                    <a:pt x="441923" y="521540"/>
                  </a:lnTo>
                  <a:lnTo>
                    <a:pt x="443844" y="521639"/>
                  </a:lnTo>
                  <a:lnTo>
                    <a:pt x="445766" y="521606"/>
                  </a:lnTo>
                  <a:lnTo>
                    <a:pt x="447687" y="521423"/>
                  </a:lnTo>
                  <a:lnTo>
                    <a:pt x="449608" y="521071"/>
                  </a:lnTo>
                  <a:lnTo>
                    <a:pt x="451530" y="520523"/>
                  </a:lnTo>
                  <a:lnTo>
                    <a:pt x="453451" y="519736"/>
                  </a:lnTo>
                  <a:lnTo>
                    <a:pt x="455373" y="518667"/>
                  </a:lnTo>
                  <a:lnTo>
                    <a:pt x="457294" y="517269"/>
                  </a:lnTo>
                  <a:lnTo>
                    <a:pt x="459215" y="515490"/>
                  </a:lnTo>
                  <a:lnTo>
                    <a:pt x="461137" y="513280"/>
                  </a:lnTo>
                  <a:lnTo>
                    <a:pt x="463058" y="510588"/>
                  </a:lnTo>
                  <a:lnTo>
                    <a:pt x="464980" y="507364"/>
                  </a:lnTo>
                  <a:lnTo>
                    <a:pt x="466901" y="503563"/>
                  </a:lnTo>
                  <a:lnTo>
                    <a:pt x="468822" y="499142"/>
                  </a:lnTo>
                  <a:lnTo>
                    <a:pt x="470744" y="494030"/>
                  </a:lnTo>
                  <a:lnTo>
                    <a:pt x="472665" y="488304"/>
                  </a:lnTo>
                  <a:lnTo>
                    <a:pt x="474587" y="482019"/>
                  </a:lnTo>
                  <a:lnTo>
                    <a:pt x="476508" y="475278"/>
                  </a:lnTo>
                  <a:lnTo>
                    <a:pt x="478429" y="468233"/>
                  </a:lnTo>
                  <a:lnTo>
                    <a:pt x="480351" y="461084"/>
                  </a:lnTo>
                  <a:lnTo>
                    <a:pt x="482272" y="454073"/>
                  </a:lnTo>
                  <a:lnTo>
                    <a:pt x="484194" y="447472"/>
                  </a:lnTo>
                  <a:lnTo>
                    <a:pt x="486115" y="441568"/>
                  </a:lnTo>
                  <a:lnTo>
                    <a:pt x="488036" y="436643"/>
                  </a:lnTo>
                  <a:lnTo>
                    <a:pt x="489958" y="432952"/>
                  </a:lnTo>
                  <a:lnTo>
                    <a:pt x="491879" y="430788"/>
                  </a:lnTo>
                  <a:lnTo>
                    <a:pt x="493801" y="430306"/>
                  </a:lnTo>
                  <a:lnTo>
                    <a:pt x="495722" y="431470"/>
                  </a:lnTo>
                  <a:lnTo>
                    <a:pt x="497643" y="434242"/>
                  </a:lnTo>
                  <a:lnTo>
                    <a:pt x="499565" y="438504"/>
                  </a:lnTo>
                  <a:lnTo>
                    <a:pt x="501486" y="444076"/>
                  </a:lnTo>
                  <a:lnTo>
                    <a:pt x="503408" y="450725"/>
                  </a:lnTo>
                  <a:lnTo>
                    <a:pt x="505329" y="458183"/>
                  </a:lnTo>
                  <a:lnTo>
                    <a:pt x="507250" y="466161"/>
                  </a:lnTo>
                  <a:lnTo>
                    <a:pt x="509172" y="474374"/>
                  </a:lnTo>
                  <a:lnTo>
                    <a:pt x="511093" y="482549"/>
                  </a:lnTo>
                  <a:lnTo>
                    <a:pt x="513015" y="490442"/>
                  </a:lnTo>
                  <a:lnTo>
                    <a:pt x="514936" y="497788"/>
                  </a:lnTo>
                  <a:lnTo>
                    <a:pt x="516858" y="504461"/>
                  </a:lnTo>
                  <a:lnTo>
                    <a:pt x="518779" y="510376"/>
                  </a:lnTo>
                  <a:lnTo>
                    <a:pt x="520700" y="515487"/>
                  </a:lnTo>
                  <a:lnTo>
                    <a:pt x="522622" y="519785"/>
                  </a:lnTo>
                  <a:lnTo>
                    <a:pt x="524543" y="523296"/>
                  </a:lnTo>
                  <a:lnTo>
                    <a:pt x="526465" y="526071"/>
                  </a:lnTo>
                  <a:lnTo>
                    <a:pt x="528386" y="528182"/>
                  </a:lnTo>
                  <a:lnTo>
                    <a:pt x="530307" y="529712"/>
                  </a:lnTo>
                  <a:lnTo>
                    <a:pt x="532229" y="530752"/>
                  </a:lnTo>
                  <a:lnTo>
                    <a:pt x="534150" y="531394"/>
                  </a:lnTo>
                  <a:lnTo>
                    <a:pt x="536072" y="531725"/>
                  </a:lnTo>
                  <a:lnTo>
                    <a:pt x="537993" y="531834"/>
                  </a:lnTo>
                  <a:lnTo>
                    <a:pt x="539914" y="531822"/>
                  </a:lnTo>
                  <a:lnTo>
                    <a:pt x="541836" y="531757"/>
                  </a:lnTo>
                  <a:lnTo>
                    <a:pt x="543757" y="531694"/>
                  </a:lnTo>
                  <a:lnTo>
                    <a:pt x="545679" y="531675"/>
                  </a:lnTo>
                  <a:lnTo>
                    <a:pt x="547600" y="531731"/>
                  </a:lnTo>
                  <a:lnTo>
                    <a:pt x="549521" y="531878"/>
                  </a:lnTo>
                  <a:lnTo>
                    <a:pt x="551443" y="532117"/>
                  </a:lnTo>
                  <a:lnTo>
                    <a:pt x="553364" y="532442"/>
                  </a:lnTo>
                  <a:lnTo>
                    <a:pt x="555286" y="532835"/>
                  </a:lnTo>
                  <a:lnTo>
                    <a:pt x="557207" y="533274"/>
                  </a:lnTo>
                  <a:lnTo>
                    <a:pt x="559128" y="533732"/>
                  </a:lnTo>
                  <a:lnTo>
                    <a:pt x="561050" y="534179"/>
                  </a:lnTo>
                  <a:lnTo>
                    <a:pt x="562971" y="534591"/>
                  </a:lnTo>
                  <a:lnTo>
                    <a:pt x="564893" y="534948"/>
                  </a:lnTo>
                  <a:lnTo>
                    <a:pt x="566814" y="535237"/>
                  </a:lnTo>
                  <a:lnTo>
                    <a:pt x="568735" y="535448"/>
                  </a:lnTo>
                  <a:lnTo>
                    <a:pt x="570657" y="535577"/>
                  </a:lnTo>
                  <a:lnTo>
                    <a:pt x="572578" y="535624"/>
                  </a:lnTo>
                  <a:lnTo>
                    <a:pt x="574500" y="535593"/>
                  </a:lnTo>
                  <a:lnTo>
                    <a:pt x="576421" y="535492"/>
                  </a:lnTo>
                  <a:lnTo>
                    <a:pt x="578342" y="535330"/>
                  </a:lnTo>
                  <a:lnTo>
                    <a:pt x="580264" y="535120"/>
                  </a:lnTo>
                  <a:lnTo>
                    <a:pt x="582185" y="534875"/>
                  </a:lnTo>
                  <a:lnTo>
                    <a:pt x="584107" y="534614"/>
                  </a:lnTo>
                  <a:lnTo>
                    <a:pt x="586028" y="534354"/>
                  </a:lnTo>
                  <a:lnTo>
                    <a:pt x="587950" y="534110"/>
                  </a:lnTo>
                  <a:lnTo>
                    <a:pt x="589871" y="533895"/>
                  </a:lnTo>
                  <a:lnTo>
                    <a:pt x="591792" y="533721"/>
                  </a:lnTo>
                  <a:lnTo>
                    <a:pt x="593714" y="533599"/>
                  </a:lnTo>
                  <a:lnTo>
                    <a:pt x="595635" y="533534"/>
                  </a:lnTo>
                  <a:lnTo>
                    <a:pt x="597557" y="533530"/>
                  </a:lnTo>
                  <a:lnTo>
                    <a:pt x="599478" y="533588"/>
                  </a:lnTo>
                  <a:lnTo>
                    <a:pt x="601399" y="533704"/>
                  </a:lnTo>
                  <a:lnTo>
                    <a:pt x="603321" y="533875"/>
                  </a:lnTo>
                  <a:lnTo>
                    <a:pt x="605242" y="534092"/>
                  </a:lnTo>
                  <a:lnTo>
                    <a:pt x="607164" y="534342"/>
                  </a:lnTo>
                  <a:lnTo>
                    <a:pt x="609085" y="534613"/>
                  </a:lnTo>
                  <a:lnTo>
                    <a:pt x="611006" y="534894"/>
                  </a:lnTo>
                  <a:lnTo>
                    <a:pt x="612928" y="535174"/>
                  </a:lnTo>
                  <a:lnTo>
                    <a:pt x="614849" y="535444"/>
                  </a:lnTo>
                  <a:lnTo>
                    <a:pt x="616771" y="535695"/>
                  </a:lnTo>
                  <a:lnTo>
                    <a:pt x="618692" y="535921"/>
                  </a:lnTo>
                  <a:lnTo>
                    <a:pt x="620613" y="536116"/>
                  </a:lnTo>
                  <a:lnTo>
                    <a:pt x="622535" y="536278"/>
                  </a:lnTo>
                  <a:lnTo>
                    <a:pt x="624456" y="536405"/>
                  </a:lnTo>
                  <a:lnTo>
                    <a:pt x="626378" y="536492"/>
                  </a:lnTo>
                  <a:lnTo>
                    <a:pt x="628299" y="536544"/>
                  </a:lnTo>
                  <a:lnTo>
                    <a:pt x="630220" y="536559"/>
                  </a:lnTo>
                  <a:lnTo>
                    <a:pt x="632142" y="536539"/>
                  </a:lnTo>
                  <a:lnTo>
                    <a:pt x="634063" y="536484"/>
                  </a:lnTo>
                  <a:lnTo>
                    <a:pt x="635985" y="536392"/>
                  </a:lnTo>
                  <a:lnTo>
                    <a:pt x="637906" y="536266"/>
                  </a:lnTo>
                  <a:lnTo>
                    <a:pt x="639827" y="536105"/>
                  </a:lnTo>
                  <a:lnTo>
                    <a:pt x="641749" y="535914"/>
                  </a:lnTo>
                  <a:lnTo>
                    <a:pt x="643670" y="535696"/>
                  </a:lnTo>
                  <a:lnTo>
                    <a:pt x="645592" y="535459"/>
                  </a:lnTo>
                  <a:lnTo>
                    <a:pt x="647513" y="535211"/>
                  </a:lnTo>
                  <a:lnTo>
                    <a:pt x="649434" y="534965"/>
                  </a:lnTo>
                  <a:lnTo>
                    <a:pt x="651356" y="534734"/>
                  </a:lnTo>
                  <a:lnTo>
                    <a:pt x="653277" y="534528"/>
                  </a:lnTo>
                  <a:lnTo>
                    <a:pt x="655199" y="534359"/>
                  </a:lnTo>
                  <a:lnTo>
                    <a:pt x="657120" y="534232"/>
                  </a:lnTo>
                  <a:lnTo>
                    <a:pt x="659042" y="534152"/>
                  </a:lnTo>
                  <a:lnTo>
                    <a:pt x="660963" y="534118"/>
                  </a:lnTo>
                  <a:lnTo>
                    <a:pt x="662884" y="534128"/>
                  </a:lnTo>
                  <a:lnTo>
                    <a:pt x="664806" y="534175"/>
                  </a:lnTo>
                  <a:lnTo>
                    <a:pt x="666727" y="534250"/>
                  </a:lnTo>
                  <a:lnTo>
                    <a:pt x="668649" y="534346"/>
                  </a:lnTo>
                  <a:lnTo>
                    <a:pt x="670570" y="534453"/>
                  </a:lnTo>
                  <a:lnTo>
                    <a:pt x="672491" y="534566"/>
                  </a:lnTo>
                  <a:lnTo>
                    <a:pt x="674413" y="534681"/>
                  </a:lnTo>
                  <a:lnTo>
                    <a:pt x="676334" y="534797"/>
                  </a:lnTo>
                  <a:lnTo>
                    <a:pt x="678256" y="534915"/>
                  </a:lnTo>
                  <a:lnTo>
                    <a:pt x="680177" y="535038"/>
                  </a:lnTo>
                  <a:lnTo>
                    <a:pt x="682098" y="535168"/>
                  </a:lnTo>
                  <a:lnTo>
                    <a:pt x="684020" y="535306"/>
                  </a:lnTo>
                  <a:lnTo>
                    <a:pt x="685941" y="535453"/>
                  </a:lnTo>
                  <a:lnTo>
                    <a:pt x="687863" y="535608"/>
                  </a:lnTo>
                  <a:lnTo>
                    <a:pt x="689784" y="535767"/>
                  </a:lnTo>
                  <a:lnTo>
                    <a:pt x="691705" y="535926"/>
                  </a:lnTo>
                  <a:lnTo>
                    <a:pt x="693627" y="536079"/>
                  </a:lnTo>
                  <a:lnTo>
                    <a:pt x="695548" y="536223"/>
                  </a:lnTo>
                  <a:lnTo>
                    <a:pt x="697470" y="536353"/>
                  </a:lnTo>
                  <a:lnTo>
                    <a:pt x="699391" y="536468"/>
                  </a:lnTo>
                  <a:lnTo>
                    <a:pt x="701312" y="536565"/>
                  </a:lnTo>
                  <a:lnTo>
                    <a:pt x="703234" y="536644"/>
                  </a:lnTo>
                  <a:lnTo>
                    <a:pt x="705155" y="536707"/>
                  </a:lnTo>
                  <a:lnTo>
                    <a:pt x="707077" y="536756"/>
                  </a:lnTo>
                  <a:lnTo>
                    <a:pt x="708998" y="536791"/>
                  </a:lnTo>
                  <a:lnTo>
                    <a:pt x="710919" y="536815"/>
                  </a:lnTo>
                  <a:lnTo>
                    <a:pt x="712841" y="536830"/>
                  </a:lnTo>
                  <a:lnTo>
                    <a:pt x="714762" y="536836"/>
                  </a:lnTo>
                  <a:lnTo>
                    <a:pt x="716684" y="536834"/>
                  </a:lnTo>
                  <a:lnTo>
                    <a:pt x="718605" y="536825"/>
                  </a:lnTo>
                  <a:lnTo>
                    <a:pt x="720526" y="536807"/>
                  </a:lnTo>
                  <a:lnTo>
                    <a:pt x="722448" y="536779"/>
                  </a:lnTo>
                  <a:lnTo>
                    <a:pt x="724369" y="536739"/>
                  </a:lnTo>
                  <a:lnTo>
                    <a:pt x="726291" y="536686"/>
                  </a:lnTo>
                  <a:lnTo>
                    <a:pt x="728212" y="536619"/>
                  </a:lnTo>
                  <a:lnTo>
                    <a:pt x="730134" y="536536"/>
                  </a:lnTo>
                  <a:lnTo>
                    <a:pt x="732055" y="536437"/>
                  </a:lnTo>
                  <a:lnTo>
                    <a:pt x="733976" y="536324"/>
                  </a:lnTo>
                  <a:lnTo>
                    <a:pt x="735898" y="536200"/>
                  </a:lnTo>
                  <a:lnTo>
                    <a:pt x="737819" y="536069"/>
                  </a:lnTo>
                  <a:lnTo>
                    <a:pt x="739741" y="535938"/>
                  </a:lnTo>
                  <a:lnTo>
                    <a:pt x="741662" y="535817"/>
                  </a:lnTo>
                  <a:lnTo>
                    <a:pt x="743583" y="535711"/>
                  </a:lnTo>
                  <a:lnTo>
                    <a:pt x="745505" y="535628"/>
                  </a:lnTo>
                  <a:lnTo>
                    <a:pt x="747426" y="535574"/>
                  </a:lnTo>
                  <a:lnTo>
                    <a:pt x="749348" y="535552"/>
                  </a:lnTo>
                  <a:lnTo>
                    <a:pt x="751269" y="535562"/>
                  </a:lnTo>
                  <a:lnTo>
                    <a:pt x="753190" y="535601"/>
                  </a:lnTo>
                  <a:lnTo>
                    <a:pt x="755112" y="535665"/>
                  </a:lnTo>
                  <a:lnTo>
                    <a:pt x="757033" y="535744"/>
                  </a:lnTo>
                  <a:lnTo>
                    <a:pt x="758955" y="535829"/>
                  </a:lnTo>
                  <a:lnTo>
                    <a:pt x="760876" y="535906"/>
                  </a:lnTo>
                  <a:lnTo>
                    <a:pt x="762797" y="535963"/>
                  </a:lnTo>
                  <a:lnTo>
                    <a:pt x="764719" y="535990"/>
                  </a:lnTo>
                  <a:lnTo>
                    <a:pt x="766640" y="535978"/>
                  </a:lnTo>
                  <a:lnTo>
                    <a:pt x="768562" y="535923"/>
                  </a:lnTo>
                  <a:lnTo>
                    <a:pt x="770483" y="535820"/>
                  </a:lnTo>
                  <a:lnTo>
                    <a:pt x="772404" y="535671"/>
                  </a:lnTo>
                  <a:lnTo>
                    <a:pt x="774326" y="535479"/>
                  </a:lnTo>
                  <a:lnTo>
                    <a:pt x="776247" y="535251"/>
                  </a:lnTo>
                  <a:lnTo>
                    <a:pt x="778169" y="534996"/>
                  </a:lnTo>
                  <a:lnTo>
                    <a:pt x="780090" y="534727"/>
                  </a:lnTo>
                  <a:lnTo>
                    <a:pt x="782011" y="534457"/>
                  </a:lnTo>
                  <a:lnTo>
                    <a:pt x="783933" y="534205"/>
                  </a:lnTo>
                  <a:lnTo>
                    <a:pt x="785854" y="533982"/>
                  </a:lnTo>
                  <a:lnTo>
                    <a:pt x="787776" y="533800"/>
                  </a:lnTo>
                  <a:lnTo>
                    <a:pt x="789697" y="533667"/>
                  </a:lnTo>
                  <a:lnTo>
                    <a:pt x="791618" y="533591"/>
                  </a:lnTo>
                  <a:lnTo>
                    <a:pt x="793540" y="533574"/>
                  </a:lnTo>
                  <a:lnTo>
                    <a:pt x="795461" y="533615"/>
                  </a:lnTo>
                  <a:lnTo>
                    <a:pt x="797383" y="533712"/>
                  </a:lnTo>
                  <a:lnTo>
                    <a:pt x="799304" y="533859"/>
                  </a:lnTo>
                  <a:lnTo>
                    <a:pt x="801226" y="534049"/>
                  </a:lnTo>
                  <a:lnTo>
                    <a:pt x="803147" y="534274"/>
                  </a:lnTo>
                  <a:lnTo>
                    <a:pt x="805068" y="534525"/>
                  </a:lnTo>
                  <a:lnTo>
                    <a:pt x="806990" y="534789"/>
                  </a:lnTo>
                  <a:lnTo>
                    <a:pt x="808911" y="535057"/>
                  </a:lnTo>
                  <a:lnTo>
                    <a:pt x="810833" y="535319"/>
                  </a:lnTo>
                  <a:lnTo>
                    <a:pt x="812754" y="535567"/>
                  </a:lnTo>
                  <a:lnTo>
                    <a:pt x="814675" y="535796"/>
                  </a:lnTo>
                  <a:lnTo>
                    <a:pt x="816597" y="535998"/>
                  </a:lnTo>
                  <a:lnTo>
                    <a:pt x="818518" y="536171"/>
                  </a:lnTo>
                  <a:lnTo>
                    <a:pt x="820440" y="536311"/>
                  </a:lnTo>
                  <a:lnTo>
                    <a:pt x="822361" y="536418"/>
                  </a:lnTo>
                  <a:lnTo>
                    <a:pt x="824282" y="536490"/>
                  </a:lnTo>
                  <a:lnTo>
                    <a:pt x="826204" y="536527"/>
                  </a:lnTo>
                  <a:lnTo>
                    <a:pt x="828125" y="536529"/>
                  </a:lnTo>
                  <a:lnTo>
                    <a:pt x="830047" y="536499"/>
                  </a:lnTo>
                  <a:lnTo>
                    <a:pt x="831968" y="536439"/>
                  </a:lnTo>
                  <a:lnTo>
                    <a:pt x="833889" y="536353"/>
                  </a:lnTo>
                  <a:lnTo>
                    <a:pt x="835811" y="536243"/>
                  </a:lnTo>
                  <a:lnTo>
                    <a:pt x="837732" y="536113"/>
                  </a:lnTo>
                  <a:lnTo>
                    <a:pt x="839654" y="535970"/>
                  </a:lnTo>
                  <a:lnTo>
                    <a:pt x="841575" y="535818"/>
                  </a:lnTo>
                  <a:lnTo>
                    <a:pt x="843496" y="535665"/>
                  </a:lnTo>
                  <a:lnTo>
                    <a:pt x="845418" y="535516"/>
                  </a:lnTo>
                  <a:lnTo>
                    <a:pt x="847339" y="535376"/>
                  </a:lnTo>
                  <a:lnTo>
                    <a:pt x="849261" y="535254"/>
                  </a:lnTo>
                  <a:lnTo>
                    <a:pt x="851182" y="535150"/>
                  </a:lnTo>
                  <a:lnTo>
                    <a:pt x="853103" y="535067"/>
                  </a:lnTo>
                  <a:lnTo>
                    <a:pt x="855025" y="535006"/>
                  </a:lnTo>
                  <a:lnTo>
                    <a:pt x="856946" y="534965"/>
                  </a:lnTo>
                  <a:lnTo>
                    <a:pt x="858868" y="534945"/>
                  </a:lnTo>
                  <a:lnTo>
                    <a:pt x="860789" y="534945"/>
                  </a:lnTo>
                  <a:lnTo>
                    <a:pt x="862710" y="534966"/>
                  </a:lnTo>
                  <a:lnTo>
                    <a:pt x="864632" y="535007"/>
                  </a:lnTo>
                  <a:lnTo>
                    <a:pt x="866553" y="535069"/>
                  </a:lnTo>
                  <a:lnTo>
                    <a:pt x="868475" y="535152"/>
                  </a:lnTo>
                  <a:lnTo>
                    <a:pt x="870396" y="535257"/>
                  </a:lnTo>
                  <a:lnTo>
                    <a:pt x="872318" y="535382"/>
                  </a:lnTo>
                  <a:lnTo>
                    <a:pt x="874239" y="535522"/>
                  </a:lnTo>
                  <a:lnTo>
                    <a:pt x="876160" y="535673"/>
                  </a:lnTo>
                  <a:lnTo>
                    <a:pt x="878082" y="535829"/>
                  </a:lnTo>
                  <a:lnTo>
                    <a:pt x="880003" y="535985"/>
                  </a:lnTo>
                  <a:lnTo>
                    <a:pt x="881925" y="536135"/>
                  </a:lnTo>
                  <a:lnTo>
                    <a:pt x="883846" y="536274"/>
                  </a:lnTo>
                  <a:lnTo>
                    <a:pt x="885767" y="536399"/>
                  </a:lnTo>
                  <a:lnTo>
                    <a:pt x="887689" y="536508"/>
                  </a:lnTo>
                  <a:lnTo>
                    <a:pt x="889610" y="536599"/>
                  </a:lnTo>
                  <a:lnTo>
                    <a:pt x="891532" y="536673"/>
                  </a:lnTo>
                  <a:lnTo>
                    <a:pt x="893453" y="536730"/>
                  </a:lnTo>
                  <a:lnTo>
                    <a:pt x="895374" y="536773"/>
                  </a:lnTo>
                  <a:lnTo>
                    <a:pt x="897296" y="536805"/>
                  </a:lnTo>
                  <a:lnTo>
                    <a:pt x="899217" y="536828"/>
                  </a:lnTo>
                  <a:lnTo>
                    <a:pt x="901139" y="536844"/>
                  </a:lnTo>
                  <a:lnTo>
                    <a:pt x="903060" y="536855"/>
                  </a:lnTo>
                  <a:lnTo>
                    <a:pt x="904981" y="536862"/>
                  </a:lnTo>
                  <a:lnTo>
                    <a:pt x="906903" y="536866"/>
                  </a:lnTo>
                  <a:lnTo>
                    <a:pt x="908824" y="536869"/>
                  </a:lnTo>
                  <a:lnTo>
                    <a:pt x="910746" y="536870"/>
                  </a:lnTo>
                  <a:lnTo>
                    <a:pt x="912667" y="536871"/>
                  </a:lnTo>
                  <a:lnTo>
                    <a:pt x="914588" y="536872"/>
                  </a:lnTo>
                  <a:lnTo>
                    <a:pt x="916510" y="536872"/>
                  </a:lnTo>
                  <a:lnTo>
                    <a:pt x="918431" y="536872"/>
                  </a:lnTo>
                  <a:lnTo>
                    <a:pt x="920353" y="536872"/>
                  </a:lnTo>
                  <a:lnTo>
                    <a:pt x="922274" y="536872"/>
                  </a:lnTo>
                  <a:lnTo>
                    <a:pt x="924195" y="536872"/>
                  </a:lnTo>
                  <a:lnTo>
                    <a:pt x="926117" y="536872"/>
                  </a:lnTo>
                  <a:lnTo>
                    <a:pt x="928038" y="536872"/>
                  </a:lnTo>
                  <a:lnTo>
                    <a:pt x="929960" y="536872"/>
                  </a:lnTo>
                  <a:lnTo>
                    <a:pt x="931881" y="536872"/>
                  </a:lnTo>
                  <a:lnTo>
                    <a:pt x="933802" y="536872"/>
                  </a:lnTo>
                  <a:lnTo>
                    <a:pt x="935724" y="536872"/>
                  </a:lnTo>
                  <a:lnTo>
                    <a:pt x="937645" y="536872"/>
                  </a:lnTo>
                  <a:lnTo>
                    <a:pt x="939567" y="536872"/>
                  </a:lnTo>
                  <a:lnTo>
                    <a:pt x="941488" y="536872"/>
                  </a:lnTo>
                  <a:lnTo>
                    <a:pt x="943410" y="536872"/>
                  </a:lnTo>
                  <a:lnTo>
                    <a:pt x="945331" y="536872"/>
                  </a:lnTo>
                  <a:lnTo>
                    <a:pt x="947252" y="536872"/>
                  </a:lnTo>
                  <a:lnTo>
                    <a:pt x="949174" y="536872"/>
                  </a:lnTo>
                  <a:lnTo>
                    <a:pt x="951095" y="536872"/>
                  </a:lnTo>
                  <a:lnTo>
                    <a:pt x="953017" y="536872"/>
                  </a:lnTo>
                  <a:lnTo>
                    <a:pt x="954938" y="536872"/>
                  </a:lnTo>
                  <a:lnTo>
                    <a:pt x="956859" y="536872"/>
                  </a:lnTo>
                  <a:lnTo>
                    <a:pt x="958781" y="536872"/>
                  </a:lnTo>
                  <a:lnTo>
                    <a:pt x="960702" y="536872"/>
                  </a:lnTo>
                  <a:lnTo>
                    <a:pt x="962624" y="536872"/>
                  </a:lnTo>
                  <a:lnTo>
                    <a:pt x="964545" y="536872"/>
                  </a:lnTo>
                  <a:lnTo>
                    <a:pt x="966466" y="536872"/>
                  </a:lnTo>
                  <a:lnTo>
                    <a:pt x="968388" y="536872"/>
                  </a:lnTo>
                  <a:lnTo>
                    <a:pt x="970309" y="536872"/>
                  </a:lnTo>
                  <a:lnTo>
                    <a:pt x="972231" y="536872"/>
                  </a:lnTo>
                  <a:lnTo>
                    <a:pt x="974152" y="536872"/>
                  </a:lnTo>
                  <a:lnTo>
                    <a:pt x="976073" y="536872"/>
                  </a:lnTo>
                  <a:lnTo>
                    <a:pt x="977995" y="536872"/>
                  </a:lnTo>
                  <a:lnTo>
                    <a:pt x="979916" y="536872"/>
                  </a:lnTo>
                  <a:lnTo>
                    <a:pt x="981838" y="536872"/>
                  </a:lnTo>
                  <a:lnTo>
                    <a:pt x="979916" y="536872"/>
                  </a:lnTo>
                  <a:lnTo>
                    <a:pt x="977995" y="536872"/>
                  </a:lnTo>
                  <a:lnTo>
                    <a:pt x="976073" y="536872"/>
                  </a:lnTo>
                  <a:lnTo>
                    <a:pt x="974152" y="536872"/>
                  </a:lnTo>
                  <a:lnTo>
                    <a:pt x="972231" y="536872"/>
                  </a:lnTo>
                  <a:lnTo>
                    <a:pt x="970309" y="536872"/>
                  </a:lnTo>
                  <a:lnTo>
                    <a:pt x="968388" y="536872"/>
                  </a:lnTo>
                  <a:lnTo>
                    <a:pt x="966466" y="536872"/>
                  </a:lnTo>
                  <a:lnTo>
                    <a:pt x="964545" y="536872"/>
                  </a:lnTo>
                  <a:lnTo>
                    <a:pt x="962624" y="536872"/>
                  </a:lnTo>
                  <a:lnTo>
                    <a:pt x="960702" y="536872"/>
                  </a:lnTo>
                  <a:lnTo>
                    <a:pt x="958781" y="536872"/>
                  </a:lnTo>
                  <a:lnTo>
                    <a:pt x="956859" y="536872"/>
                  </a:lnTo>
                  <a:lnTo>
                    <a:pt x="954938" y="536872"/>
                  </a:lnTo>
                  <a:lnTo>
                    <a:pt x="953017" y="536872"/>
                  </a:lnTo>
                  <a:lnTo>
                    <a:pt x="951095" y="536872"/>
                  </a:lnTo>
                  <a:lnTo>
                    <a:pt x="949174" y="536872"/>
                  </a:lnTo>
                  <a:lnTo>
                    <a:pt x="947252" y="536872"/>
                  </a:lnTo>
                  <a:lnTo>
                    <a:pt x="945331" y="536872"/>
                  </a:lnTo>
                  <a:lnTo>
                    <a:pt x="943410" y="536872"/>
                  </a:lnTo>
                  <a:lnTo>
                    <a:pt x="941488" y="536872"/>
                  </a:lnTo>
                  <a:lnTo>
                    <a:pt x="939567" y="536872"/>
                  </a:lnTo>
                  <a:lnTo>
                    <a:pt x="937645" y="536872"/>
                  </a:lnTo>
                  <a:lnTo>
                    <a:pt x="935724" y="536872"/>
                  </a:lnTo>
                  <a:lnTo>
                    <a:pt x="933802" y="536872"/>
                  </a:lnTo>
                  <a:lnTo>
                    <a:pt x="931881" y="536872"/>
                  </a:lnTo>
                  <a:lnTo>
                    <a:pt x="929960" y="536872"/>
                  </a:lnTo>
                  <a:lnTo>
                    <a:pt x="928038" y="536872"/>
                  </a:lnTo>
                  <a:lnTo>
                    <a:pt x="926117" y="536872"/>
                  </a:lnTo>
                  <a:lnTo>
                    <a:pt x="924195" y="536872"/>
                  </a:lnTo>
                  <a:lnTo>
                    <a:pt x="922274" y="536872"/>
                  </a:lnTo>
                  <a:lnTo>
                    <a:pt x="920353" y="536872"/>
                  </a:lnTo>
                  <a:lnTo>
                    <a:pt x="918431" y="536872"/>
                  </a:lnTo>
                  <a:lnTo>
                    <a:pt x="916510" y="536872"/>
                  </a:lnTo>
                  <a:lnTo>
                    <a:pt x="914588" y="536872"/>
                  </a:lnTo>
                  <a:lnTo>
                    <a:pt x="912667" y="536872"/>
                  </a:lnTo>
                  <a:lnTo>
                    <a:pt x="910746" y="536872"/>
                  </a:lnTo>
                  <a:lnTo>
                    <a:pt x="908824" y="536872"/>
                  </a:lnTo>
                  <a:lnTo>
                    <a:pt x="906903" y="536872"/>
                  </a:lnTo>
                  <a:lnTo>
                    <a:pt x="904981" y="536872"/>
                  </a:lnTo>
                  <a:lnTo>
                    <a:pt x="903060" y="536872"/>
                  </a:lnTo>
                  <a:lnTo>
                    <a:pt x="901139" y="536872"/>
                  </a:lnTo>
                  <a:lnTo>
                    <a:pt x="899217" y="536872"/>
                  </a:lnTo>
                  <a:lnTo>
                    <a:pt x="897296" y="536872"/>
                  </a:lnTo>
                  <a:lnTo>
                    <a:pt x="895374" y="536872"/>
                  </a:lnTo>
                  <a:lnTo>
                    <a:pt x="893453" y="536872"/>
                  </a:lnTo>
                  <a:lnTo>
                    <a:pt x="891532" y="536872"/>
                  </a:lnTo>
                  <a:lnTo>
                    <a:pt x="889610" y="536872"/>
                  </a:lnTo>
                  <a:lnTo>
                    <a:pt x="887689" y="536872"/>
                  </a:lnTo>
                  <a:lnTo>
                    <a:pt x="885767" y="536872"/>
                  </a:lnTo>
                  <a:lnTo>
                    <a:pt x="883846" y="536872"/>
                  </a:lnTo>
                  <a:lnTo>
                    <a:pt x="881925" y="536872"/>
                  </a:lnTo>
                  <a:lnTo>
                    <a:pt x="880003" y="536872"/>
                  </a:lnTo>
                  <a:lnTo>
                    <a:pt x="878082" y="536872"/>
                  </a:lnTo>
                  <a:lnTo>
                    <a:pt x="876160" y="536872"/>
                  </a:lnTo>
                  <a:lnTo>
                    <a:pt x="874239" y="536872"/>
                  </a:lnTo>
                  <a:lnTo>
                    <a:pt x="872318" y="536872"/>
                  </a:lnTo>
                  <a:lnTo>
                    <a:pt x="870396" y="536872"/>
                  </a:lnTo>
                  <a:lnTo>
                    <a:pt x="868475" y="536872"/>
                  </a:lnTo>
                  <a:lnTo>
                    <a:pt x="866553" y="536872"/>
                  </a:lnTo>
                  <a:lnTo>
                    <a:pt x="864632" y="536872"/>
                  </a:lnTo>
                  <a:lnTo>
                    <a:pt x="862710" y="536872"/>
                  </a:lnTo>
                  <a:lnTo>
                    <a:pt x="860789" y="536872"/>
                  </a:lnTo>
                  <a:lnTo>
                    <a:pt x="858868" y="536872"/>
                  </a:lnTo>
                  <a:lnTo>
                    <a:pt x="856946" y="536872"/>
                  </a:lnTo>
                  <a:lnTo>
                    <a:pt x="855025" y="536872"/>
                  </a:lnTo>
                  <a:lnTo>
                    <a:pt x="853103" y="536872"/>
                  </a:lnTo>
                  <a:lnTo>
                    <a:pt x="851182" y="536872"/>
                  </a:lnTo>
                  <a:lnTo>
                    <a:pt x="849261" y="536872"/>
                  </a:lnTo>
                  <a:lnTo>
                    <a:pt x="847339" y="536872"/>
                  </a:lnTo>
                  <a:lnTo>
                    <a:pt x="845418" y="536872"/>
                  </a:lnTo>
                  <a:lnTo>
                    <a:pt x="843496" y="536872"/>
                  </a:lnTo>
                  <a:lnTo>
                    <a:pt x="841575" y="536872"/>
                  </a:lnTo>
                  <a:lnTo>
                    <a:pt x="839654" y="536872"/>
                  </a:lnTo>
                  <a:lnTo>
                    <a:pt x="837732" y="536872"/>
                  </a:lnTo>
                  <a:lnTo>
                    <a:pt x="835811" y="536872"/>
                  </a:lnTo>
                  <a:lnTo>
                    <a:pt x="833889" y="536872"/>
                  </a:lnTo>
                  <a:lnTo>
                    <a:pt x="831968" y="536872"/>
                  </a:lnTo>
                  <a:lnTo>
                    <a:pt x="830047" y="536872"/>
                  </a:lnTo>
                  <a:lnTo>
                    <a:pt x="828125" y="536872"/>
                  </a:lnTo>
                  <a:lnTo>
                    <a:pt x="826204" y="536872"/>
                  </a:lnTo>
                  <a:lnTo>
                    <a:pt x="824282" y="536872"/>
                  </a:lnTo>
                  <a:lnTo>
                    <a:pt x="822361" y="536872"/>
                  </a:lnTo>
                  <a:lnTo>
                    <a:pt x="820440" y="536872"/>
                  </a:lnTo>
                  <a:lnTo>
                    <a:pt x="818518" y="536872"/>
                  </a:lnTo>
                  <a:lnTo>
                    <a:pt x="816597" y="536872"/>
                  </a:lnTo>
                  <a:lnTo>
                    <a:pt x="814675" y="536872"/>
                  </a:lnTo>
                  <a:lnTo>
                    <a:pt x="812754" y="536872"/>
                  </a:lnTo>
                  <a:lnTo>
                    <a:pt x="810833" y="536872"/>
                  </a:lnTo>
                  <a:lnTo>
                    <a:pt x="808911" y="536872"/>
                  </a:lnTo>
                  <a:lnTo>
                    <a:pt x="806990" y="536872"/>
                  </a:lnTo>
                  <a:lnTo>
                    <a:pt x="805068" y="536872"/>
                  </a:lnTo>
                  <a:lnTo>
                    <a:pt x="803147" y="536872"/>
                  </a:lnTo>
                  <a:lnTo>
                    <a:pt x="801226" y="536872"/>
                  </a:lnTo>
                  <a:lnTo>
                    <a:pt x="799304" y="536872"/>
                  </a:lnTo>
                  <a:lnTo>
                    <a:pt x="797383" y="536872"/>
                  </a:lnTo>
                  <a:lnTo>
                    <a:pt x="795461" y="536872"/>
                  </a:lnTo>
                  <a:lnTo>
                    <a:pt x="793540" y="536872"/>
                  </a:lnTo>
                  <a:lnTo>
                    <a:pt x="791618" y="536872"/>
                  </a:lnTo>
                  <a:lnTo>
                    <a:pt x="789697" y="536872"/>
                  </a:lnTo>
                  <a:lnTo>
                    <a:pt x="787776" y="536872"/>
                  </a:lnTo>
                  <a:lnTo>
                    <a:pt x="785854" y="536872"/>
                  </a:lnTo>
                  <a:lnTo>
                    <a:pt x="783933" y="536872"/>
                  </a:lnTo>
                  <a:lnTo>
                    <a:pt x="782011" y="536872"/>
                  </a:lnTo>
                  <a:lnTo>
                    <a:pt x="780090" y="536872"/>
                  </a:lnTo>
                  <a:lnTo>
                    <a:pt x="778169" y="536872"/>
                  </a:lnTo>
                  <a:lnTo>
                    <a:pt x="776247" y="536872"/>
                  </a:lnTo>
                  <a:lnTo>
                    <a:pt x="774326" y="536872"/>
                  </a:lnTo>
                  <a:lnTo>
                    <a:pt x="772404" y="536872"/>
                  </a:lnTo>
                  <a:lnTo>
                    <a:pt x="770483" y="536872"/>
                  </a:lnTo>
                  <a:lnTo>
                    <a:pt x="768562" y="536872"/>
                  </a:lnTo>
                  <a:lnTo>
                    <a:pt x="766640" y="536872"/>
                  </a:lnTo>
                  <a:lnTo>
                    <a:pt x="764719" y="536872"/>
                  </a:lnTo>
                  <a:lnTo>
                    <a:pt x="762797" y="536872"/>
                  </a:lnTo>
                  <a:lnTo>
                    <a:pt x="760876" y="536872"/>
                  </a:lnTo>
                  <a:lnTo>
                    <a:pt x="758955" y="536872"/>
                  </a:lnTo>
                  <a:lnTo>
                    <a:pt x="757033" y="536872"/>
                  </a:lnTo>
                  <a:lnTo>
                    <a:pt x="755112" y="536872"/>
                  </a:lnTo>
                  <a:lnTo>
                    <a:pt x="753190" y="536872"/>
                  </a:lnTo>
                  <a:lnTo>
                    <a:pt x="751269" y="536872"/>
                  </a:lnTo>
                  <a:lnTo>
                    <a:pt x="749348" y="536872"/>
                  </a:lnTo>
                  <a:lnTo>
                    <a:pt x="747426" y="536872"/>
                  </a:lnTo>
                  <a:lnTo>
                    <a:pt x="745505" y="536872"/>
                  </a:lnTo>
                  <a:lnTo>
                    <a:pt x="743583" y="536872"/>
                  </a:lnTo>
                  <a:lnTo>
                    <a:pt x="741662" y="536872"/>
                  </a:lnTo>
                  <a:lnTo>
                    <a:pt x="739741" y="536872"/>
                  </a:lnTo>
                  <a:lnTo>
                    <a:pt x="737819" y="536872"/>
                  </a:lnTo>
                  <a:lnTo>
                    <a:pt x="735898" y="536872"/>
                  </a:lnTo>
                  <a:lnTo>
                    <a:pt x="733976" y="536872"/>
                  </a:lnTo>
                  <a:lnTo>
                    <a:pt x="732055" y="536872"/>
                  </a:lnTo>
                  <a:lnTo>
                    <a:pt x="730134" y="536872"/>
                  </a:lnTo>
                  <a:lnTo>
                    <a:pt x="728212" y="536872"/>
                  </a:lnTo>
                  <a:lnTo>
                    <a:pt x="726291" y="536872"/>
                  </a:lnTo>
                  <a:lnTo>
                    <a:pt x="724369" y="536872"/>
                  </a:lnTo>
                  <a:lnTo>
                    <a:pt x="722448" y="536872"/>
                  </a:lnTo>
                  <a:lnTo>
                    <a:pt x="720526" y="536872"/>
                  </a:lnTo>
                  <a:lnTo>
                    <a:pt x="718605" y="536872"/>
                  </a:lnTo>
                  <a:lnTo>
                    <a:pt x="716684" y="536872"/>
                  </a:lnTo>
                  <a:lnTo>
                    <a:pt x="714762" y="536872"/>
                  </a:lnTo>
                  <a:lnTo>
                    <a:pt x="712841" y="536872"/>
                  </a:lnTo>
                  <a:lnTo>
                    <a:pt x="710919" y="536872"/>
                  </a:lnTo>
                  <a:lnTo>
                    <a:pt x="708998" y="536872"/>
                  </a:lnTo>
                  <a:lnTo>
                    <a:pt x="707077" y="536872"/>
                  </a:lnTo>
                  <a:lnTo>
                    <a:pt x="705155" y="536872"/>
                  </a:lnTo>
                  <a:lnTo>
                    <a:pt x="703234" y="536872"/>
                  </a:lnTo>
                  <a:lnTo>
                    <a:pt x="701312" y="536872"/>
                  </a:lnTo>
                  <a:lnTo>
                    <a:pt x="699391" y="536872"/>
                  </a:lnTo>
                  <a:lnTo>
                    <a:pt x="697470" y="536872"/>
                  </a:lnTo>
                  <a:lnTo>
                    <a:pt x="695548" y="536872"/>
                  </a:lnTo>
                  <a:lnTo>
                    <a:pt x="693627" y="536872"/>
                  </a:lnTo>
                  <a:lnTo>
                    <a:pt x="691705" y="536872"/>
                  </a:lnTo>
                  <a:lnTo>
                    <a:pt x="689784" y="536872"/>
                  </a:lnTo>
                  <a:lnTo>
                    <a:pt x="687863" y="536872"/>
                  </a:lnTo>
                  <a:lnTo>
                    <a:pt x="685941" y="536872"/>
                  </a:lnTo>
                  <a:lnTo>
                    <a:pt x="684020" y="536872"/>
                  </a:lnTo>
                  <a:lnTo>
                    <a:pt x="682098" y="536872"/>
                  </a:lnTo>
                  <a:lnTo>
                    <a:pt x="680177" y="536872"/>
                  </a:lnTo>
                  <a:lnTo>
                    <a:pt x="678256" y="536872"/>
                  </a:lnTo>
                  <a:lnTo>
                    <a:pt x="676334" y="536872"/>
                  </a:lnTo>
                  <a:lnTo>
                    <a:pt x="674413" y="536872"/>
                  </a:lnTo>
                  <a:lnTo>
                    <a:pt x="672491" y="536872"/>
                  </a:lnTo>
                  <a:lnTo>
                    <a:pt x="670570" y="536872"/>
                  </a:lnTo>
                  <a:lnTo>
                    <a:pt x="668649" y="536872"/>
                  </a:lnTo>
                  <a:lnTo>
                    <a:pt x="666727" y="536872"/>
                  </a:lnTo>
                  <a:lnTo>
                    <a:pt x="664806" y="536872"/>
                  </a:lnTo>
                  <a:lnTo>
                    <a:pt x="662884" y="536872"/>
                  </a:lnTo>
                  <a:lnTo>
                    <a:pt x="660963" y="536872"/>
                  </a:lnTo>
                  <a:lnTo>
                    <a:pt x="659042" y="536872"/>
                  </a:lnTo>
                  <a:lnTo>
                    <a:pt x="657120" y="536872"/>
                  </a:lnTo>
                  <a:lnTo>
                    <a:pt x="655199" y="536872"/>
                  </a:lnTo>
                  <a:lnTo>
                    <a:pt x="653277" y="536872"/>
                  </a:lnTo>
                  <a:lnTo>
                    <a:pt x="651356" y="536872"/>
                  </a:lnTo>
                  <a:lnTo>
                    <a:pt x="649434" y="536872"/>
                  </a:lnTo>
                  <a:lnTo>
                    <a:pt x="647513" y="536872"/>
                  </a:lnTo>
                  <a:lnTo>
                    <a:pt x="645592" y="536872"/>
                  </a:lnTo>
                  <a:lnTo>
                    <a:pt x="643670" y="536872"/>
                  </a:lnTo>
                  <a:lnTo>
                    <a:pt x="641749" y="536872"/>
                  </a:lnTo>
                  <a:lnTo>
                    <a:pt x="639827" y="536872"/>
                  </a:lnTo>
                  <a:lnTo>
                    <a:pt x="637906" y="536872"/>
                  </a:lnTo>
                  <a:lnTo>
                    <a:pt x="635985" y="536872"/>
                  </a:lnTo>
                  <a:lnTo>
                    <a:pt x="634063" y="536872"/>
                  </a:lnTo>
                  <a:lnTo>
                    <a:pt x="632142" y="536872"/>
                  </a:lnTo>
                  <a:lnTo>
                    <a:pt x="630220" y="536872"/>
                  </a:lnTo>
                  <a:lnTo>
                    <a:pt x="628299" y="536872"/>
                  </a:lnTo>
                  <a:lnTo>
                    <a:pt x="626378" y="536872"/>
                  </a:lnTo>
                  <a:lnTo>
                    <a:pt x="624456" y="536872"/>
                  </a:lnTo>
                  <a:lnTo>
                    <a:pt x="622535" y="536872"/>
                  </a:lnTo>
                  <a:lnTo>
                    <a:pt x="620613" y="536872"/>
                  </a:lnTo>
                  <a:lnTo>
                    <a:pt x="618692" y="536872"/>
                  </a:lnTo>
                  <a:lnTo>
                    <a:pt x="616771" y="536872"/>
                  </a:lnTo>
                  <a:lnTo>
                    <a:pt x="614849" y="536872"/>
                  </a:lnTo>
                  <a:lnTo>
                    <a:pt x="612928" y="536872"/>
                  </a:lnTo>
                  <a:lnTo>
                    <a:pt x="611006" y="536872"/>
                  </a:lnTo>
                  <a:lnTo>
                    <a:pt x="609085" y="536872"/>
                  </a:lnTo>
                  <a:lnTo>
                    <a:pt x="607164" y="536872"/>
                  </a:lnTo>
                  <a:lnTo>
                    <a:pt x="605242" y="536872"/>
                  </a:lnTo>
                  <a:lnTo>
                    <a:pt x="603321" y="536872"/>
                  </a:lnTo>
                  <a:lnTo>
                    <a:pt x="601399" y="536872"/>
                  </a:lnTo>
                  <a:lnTo>
                    <a:pt x="599478" y="536872"/>
                  </a:lnTo>
                  <a:lnTo>
                    <a:pt x="597557" y="536872"/>
                  </a:lnTo>
                  <a:lnTo>
                    <a:pt x="595635" y="536872"/>
                  </a:lnTo>
                  <a:lnTo>
                    <a:pt x="593714" y="536872"/>
                  </a:lnTo>
                  <a:lnTo>
                    <a:pt x="591792" y="536872"/>
                  </a:lnTo>
                  <a:lnTo>
                    <a:pt x="589871" y="536872"/>
                  </a:lnTo>
                  <a:lnTo>
                    <a:pt x="587950" y="536872"/>
                  </a:lnTo>
                  <a:lnTo>
                    <a:pt x="586028" y="536872"/>
                  </a:lnTo>
                  <a:lnTo>
                    <a:pt x="584107" y="536872"/>
                  </a:lnTo>
                  <a:lnTo>
                    <a:pt x="582185" y="536872"/>
                  </a:lnTo>
                  <a:lnTo>
                    <a:pt x="580264" y="536872"/>
                  </a:lnTo>
                  <a:lnTo>
                    <a:pt x="578342" y="536872"/>
                  </a:lnTo>
                  <a:lnTo>
                    <a:pt x="576421" y="536872"/>
                  </a:lnTo>
                  <a:lnTo>
                    <a:pt x="574500" y="536872"/>
                  </a:lnTo>
                  <a:lnTo>
                    <a:pt x="572578" y="536872"/>
                  </a:lnTo>
                  <a:lnTo>
                    <a:pt x="570657" y="536872"/>
                  </a:lnTo>
                  <a:lnTo>
                    <a:pt x="568735" y="536872"/>
                  </a:lnTo>
                  <a:lnTo>
                    <a:pt x="566814" y="536872"/>
                  </a:lnTo>
                  <a:lnTo>
                    <a:pt x="564893" y="536872"/>
                  </a:lnTo>
                  <a:lnTo>
                    <a:pt x="562971" y="536872"/>
                  </a:lnTo>
                  <a:lnTo>
                    <a:pt x="561050" y="536872"/>
                  </a:lnTo>
                  <a:lnTo>
                    <a:pt x="559128" y="536872"/>
                  </a:lnTo>
                  <a:lnTo>
                    <a:pt x="557207" y="536872"/>
                  </a:lnTo>
                  <a:lnTo>
                    <a:pt x="555286" y="536872"/>
                  </a:lnTo>
                  <a:lnTo>
                    <a:pt x="553364" y="536872"/>
                  </a:lnTo>
                  <a:lnTo>
                    <a:pt x="551443" y="536872"/>
                  </a:lnTo>
                  <a:lnTo>
                    <a:pt x="549521" y="536872"/>
                  </a:lnTo>
                  <a:lnTo>
                    <a:pt x="547600" y="536872"/>
                  </a:lnTo>
                  <a:lnTo>
                    <a:pt x="545679" y="536872"/>
                  </a:lnTo>
                  <a:lnTo>
                    <a:pt x="543757" y="536872"/>
                  </a:lnTo>
                  <a:lnTo>
                    <a:pt x="541836" y="536872"/>
                  </a:lnTo>
                  <a:lnTo>
                    <a:pt x="539914" y="536872"/>
                  </a:lnTo>
                  <a:lnTo>
                    <a:pt x="537993" y="536872"/>
                  </a:lnTo>
                  <a:lnTo>
                    <a:pt x="536072" y="536872"/>
                  </a:lnTo>
                  <a:lnTo>
                    <a:pt x="534150" y="536872"/>
                  </a:lnTo>
                  <a:lnTo>
                    <a:pt x="532229" y="536872"/>
                  </a:lnTo>
                  <a:lnTo>
                    <a:pt x="530307" y="536872"/>
                  </a:lnTo>
                  <a:lnTo>
                    <a:pt x="528386" y="536872"/>
                  </a:lnTo>
                  <a:lnTo>
                    <a:pt x="526465" y="536872"/>
                  </a:lnTo>
                  <a:lnTo>
                    <a:pt x="524543" y="536872"/>
                  </a:lnTo>
                  <a:lnTo>
                    <a:pt x="522622" y="536872"/>
                  </a:lnTo>
                  <a:lnTo>
                    <a:pt x="520700" y="536872"/>
                  </a:lnTo>
                  <a:lnTo>
                    <a:pt x="518779" y="536872"/>
                  </a:lnTo>
                  <a:lnTo>
                    <a:pt x="516858" y="536872"/>
                  </a:lnTo>
                  <a:lnTo>
                    <a:pt x="514936" y="536872"/>
                  </a:lnTo>
                  <a:lnTo>
                    <a:pt x="513015" y="536872"/>
                  </a:lnTo>
                  <a:lnTo>
                    <a:pt x="511093" y="536872"/>
                  </a:lnTo>
                  <a:lnTo>
                    <a:pt x="509172" y="536872"/>
                  </a:lnTo>
                  <a:lnTo>
                    <a:pt x="507250" y="536872"/>
                  </a:lnTo>
                  <a:lnTo>
                    <a:pt x="505329" y="536872"/>
                  </a:lnTo>
                  <a:lnTo>
                    <a:pt x="503408" y="536872"/>
                  </a:lnTo>
                  <a:lnTo>
                    <a:pt x="501486" y="536872"/>
                  </a:lnTo>
                  <a:lnTo>
                    <a:pt x="499565" y="536872"/>
                  </a:lnTo>
                  <a:lnTo>
                    <a:pt x="497643" y="536872"/>
                  </a:lnTo>
                  <a:lnTo>
                    <a:pt x="495722" y="536872"/>
                  </a:lnTo>
                  <a:lnTo>
                    <a:pt x="493801" y="536872"/>
                  </a:lnTo>
                  <a:lnTo>
                    <a:pt x="491879" y="536872"/>
                  </a:lnTo>
                  <a:lnTo>
                    <a:pt x="489958" y="536872"/>
                  </a:lnTo>
                  <a:lnTo>
                    <a:pt x="488036" y="536872"/>
                  </a:lnTo>
                  <a:lnTo>
                    <a:pt x="486115" y="536872"/>
                  </a:lnTo>
                  <a:lnTo>
                    <a:pt x="484194" y="536872"/>
                  </a:lnTo>
                  <a:lnTo>
                    <a:pt x="482272" y="536872"/>
                  </a:lnTo>
                  <a:lnTo>
                    <a:pt x="480351" y="536872"/>
                  </a:lnTo>
                  <a:lnTo>
                    <a:pt x="478429" y="536872"/>
                  </a:lnTo>
                  <a:lnTo>
                    <a:pt x="476508" y="536872"/>
                  </a:lnTo>
                  <a:lnTo>
                    <a:pt x="474587" y="536872"/>
                  </a:lnTo>
                  <a:lnTo>
                    <a:pt x="472665" y="536872"/>
                  </a:lnTo>
                  <a:lnTo>
                    <a:pt x="470744" y="536872"/>
                  </a:lnTo>
                  <a:lnTo>
                    <a:pt x="468822" y="536872"/>
                  </a:lnTo>
                  <a:lnTo>
                    <a:pt x="466901" y="536872"/>
                  </a:lnTo>
                  <a:lnTo>
                    <a:pt x="464980" y="536872"/>
                  </a:lnTo>
                  <a:lnTo>
                    <a:pt x="463058" y="536872"/>
                  </a:lnTo>
                  <a:lnTo>
                    <a:pt x="461137" y="536872"/>
                  </a:lnTo>
                  <a:lnTo>
                    <a:pt x="459215" y="536872"/>
                  </a:lnTo>
                  <a:lnTo>
                    <a:pt x="457294" y="536872"/>
                  </a:lnTo>
                  <a:lnTo>
                    <a:pt x="455373" y="536872"/>
                  </a:lnTo>
                  <a:lnTo>
                    <a:pt x="453451" y="536872"/>
                  </a:lnTo>
                  <a:lnTo>
                    <a:pt x="451530" y="536872"/>
                  </a:lnTo>
                  <a:lnTo>
                    <a:pt x="449608" y="536872"/>
                  </a:lnTo>
                  <a:lnTo>
                    <a:pt x="447687" y="536872"/>
                  </a:lnTo>
                  <a:lnTo>
                    <a:pt x="445766" y="536872"/>
                  </a:lnTo>
                  <a:lnTo>
                    <a:pt x="443844" y="536872"/>
                  </a:lnTo>
                  <a:lnTo>
                    <a:pt x="441923" y="536872"/>
                  </a:lnTo>
                  <a:lnTo>
                    <a:pt x="440001" y="536872"/>
                  </a:lnTo>
                  <a:lnTo>
                    <a:pt x="438080" y="536872"/>
                  </a:lnTo>
                  <a:lnTo>
                    <a:pt x="436159" y="536872"/>
                  </a:lnTo>
                  <a:lnTo>
                    <a:pt x="434237" y="536872"/>
                  </a:lnTo>
                  <a:lnTo>
                    <a:pt x="432316" y="536872"/>
                  </a:lnTo>
                  <a:lnTo>
                    <a:pt x="430394" y="536872"/>
                  </a:lnTo>
                  <a:lnTo>
                    <a:pt x="428473" y="536872"/>
                  </a:lnTo>
                  <a:lnTo>
                    <a:pt x="426551" y="536872"/>
                  </a:lnTo>
                  <a:lnTo>
                    <a:pt x="424630" y="536872"/>
                  </a:lnTo>
                  <a:lnTo>
                    <a:pt x="422709" y="536872"/>
                  </a:lnTo>
                  <a:lnTo>
                    <a:pt x="420787" y="536872"/>
                  </a:lnTo>
                  <a:lnTo>
                    <a:pt x="418866" y="536872"/>
                  </a:lnTo>
                  <a:lnTo>
                    <a:pt x="416944" y="536872"/>
                  </a:lnTo>
                  <a:lnTo>
                    <a:pt x="415023" y="536872"/>
                  </a:lnTo>
                  <a:lnTo>
                    <a:pt x="413102" y="536872"/>
                  </a:lnTo>
                  <a:lnTo>
                    <a:pt x="411180" y="536872"/>
                  </a:lnTo>
                  <a:lnTo>
                    <a:pt x="409259" y="536872"/>
                  </a:lnTo>
                  <a:lnTo>
                    <a:pt x="407337" y="536872"/>
                  </a:lnTo>
                  <a:lnTo>
                    <a:pt x="405416" y="536872"/>
                  </a:lnTo>
                  <a:lnTo>
                    <a:pt x="403495" y="536872"/>
                  </a:lnTo>
                  <a:lnTo>
                    <a:pt x="401573" y="536872"/>
                  </a:lnTo>
                  <a:lnTo>
                    <a:pt x="399652" y="536872"/>
                  </a:lnTo>
                  <a:lnTo>
                    <a:pt x="397730" y="536872"/>
                  </a:lnTo>
                  <a:lnTo>
                    <a:pt x="395809" y="536872"/>
                  </a:lnTo>
                  <a:lnTo>
                    <a:pt x="393888" y="536872"/>
                  </a:lnTo>
                  <a:lnTo>
                    <a:pt x="391966" y="536872"/>
                  </a:lnTo>
                  <a:lnTo>
                    <a:pt x="390045" y="536872"/>
                  </a:lnTo>
                  <a:lnTo>
                    <a:pt x="388123" y="536872"/>
                  </a:lnTo>
                  <a:lnTo>
                    <a:pt x="386202" y="536872"/>
                  </a:lnTo>
                  <a:lnTo>
                    <a:pt x="384281" y="536872"/>
                  </a:lnTo>
                  <a:lnTo>
                    <a:pt x="382359" y="536872"/>
                  </a:lnTo>
                  <a:lnTo>
                    <a:pt x="380438" y="536872"/>
                  </a:lnTo>
                  <a:lnTo>
                    <a:pt x="378516" y="536872"/>
                  </a:lnTo>
                  <a:lnTo>
                    <a:pt x="376595" y="536872"/>
                  </a:lnTo>
                  <a:lnTo>
                    <a:pt x="374674" y="536872"/>
                  </a:lnTo>
                  <a:lnTo>
                    <a:pt x="372752" y="536872"/>
                  </a:lnTo>
                  <a:lnTo>
                    <a:pt x="370831" y="536872"/>
                  </a:lnTo>
                  <a:lnTo>
                    <a:pt x="368909" y="536872"/>
                  </a:lnTo>
                  <a:lnTo>
                    <a:pt x="366988" y="536872"/>
                  </a:lnTo>
                  <a:lnTo>
                    <a:pt x="365067" y="536872"/>
                  </a:lnTo>
                  <a:lnTo>
                    <a:pt x="363145" y="536872"/>
                  </a:lnTo>
                  <a:lnTo>
                    <a:pt x="361224" y="536872"/>
                  </a:lnTo>
                  <a:lnTo>
                    <a:pt x="359302" y="536872"/>
                  </a:lnTo>
                  <a:lnTo>
                    <a:pt x="357381" y="536872"/>
                  </a:lnTo>
                  <a:lnTo>
                    <a:pt x="355459" y="536872"/>
                  </a:lnTo>
                  <a:lnTo>
                    <a:pt x="353538" y="536872"/>
                  </a:lnTo>
                  <a:lnTo>
                    <a:pt x="351617" y="536872"/>
                  </a:lnTo>
                  <a:lnTo>
                    <a:pt x="349695" y="536872"/>
                  </a:lnTo>
                  <a:lnTo>
                    <a:pt x="347774" y="536872"/>
                  </a:lnTo>
                  <a:lnTo>
                    <a:pt x="345852" y="536872"/>
                  </a:lnTo>
                  <a:lnTo>
                    <a:pt x="343931" y="536872"/>
                  </a:lnTo>
                  <a:lnTo>
                    <a:pt x="342010" y="536872"/>
                  </a:lnTo>
                  <a:lnTo>
                    <a:pt x="340088" y="536872"/>
                  </a:lnTo>
                  <a:lnTo>
                    <a:pt x="338167" y="536872"/>
                  </a:lnTo>
                  <a:lnTo>
                    <a:pt x="336245" y="536872"/>
                  </a:lnTo>
                  <a:lnTo>
                    <a:pt x="334324" y="536872"/>
                  </a:lnTo>
                  <a:lnTo>
                    <a:pt x="332403" y="536872"/>
                  </a:lnTo>
                  <a:lnTo>
                    <a:pt x="330481" y="536872"/>
                  </a:lnTo>
                  <a:lnTo>
                    <a:pt x="328560" y="536872"/>
                  </a:lnTo>
                  <a:lnTo>
                    <a:pt x="326638" y="536872"/>
                  </a:lnTo>
                  <a:lnTo>
                    <a:pt x="324717" y="536872"/>
                  </a:lnTo>
                  <a:lnTo>
                    <a:pt x="322796" y="536872"/>
                  </a:lnTo>
                  <a:lnTo>
                    <a:pt x="320874" y="536872"/>
                  </a:lnTo>
                  <a:lnTo>
                    <a:pt x="318953" y="536872"/>
                  </a:lnTo>
                  <a:lnTo>
                    <a:pt x="317031" y="536872"/>
                  </a:lnTo>
                  <a:lnTo>
                    <a:pt x="315110" y="536872"/>
                  </a:lnTo>
                  <a:lnTo>
                    <a:pt x="313189" y="536872"/>
                  </a:lnTo>
                  <a:lnTo>
                    <a:pt x="311267" y="536872"/>
                  </a:lnTo>
                  <a:lnTo>
                    <a:pt x="309346" y="536872"/>
                  </a:lnTo>
                  <a:lnTo>
                    <a:pt x="307424" y="536872"/>
                  </a:lnTo>
                  <a:lnTo>
                    <a:pt x="305503" y="536872"/>
                  </a:lnTo>
                  <a:lnTo>
                    <a:pt x="303582" y="536872"/>
                  </a:lnTo>
                  <a:lnTo>
                    <a:pt x="301660" y="536872"/>
                  </a:lnTo>
                  <a:lnTo>
                    <a:pt x="299739" y="536872"/>
                  </a:lnTo>
                  <a:lnTo>
                    <a:pt x="297817" y="536872"/>
                  </a:lnTo>
                  <a:lnTo>
                    <a:pt x="295896" y="536872"/>
                  </a:lnTo>
                  <a:lnTo>
                    <a:pt x="293975" y="536872"/>
                  </a:lnTo>
                  <a:lnTo>
                    <a:pt x="292053" y="536872"/>
                  </a:lnTo>
                  <a:lnTo>
                    <a:pt x="290132" y="536872"/>
                  </a:lnTo>
                  <a:lnTo>
                    <a:pt x="288210" y="536872"/>
                  </a:lnTo>
                  <a:lnTo>
                    <a:pt x="286289" y="536872"/>
                  </a:lnTo>
                  <a:lnTo>
                    <a:pt x="284367" y="536872"/>
                  </a:lnTo>
                  <a:lnTo>
                    <a:pt x="282446" y="536872"/>
                  </a:lnTo>
                  <a:lnTo>
                    <a:pt x="280525" y="536872"/>
                  </a:lnTo>
                  <a:lnTo>
                    <a:pt x="278603" y="536872"/>
                  </a:lnTo>
                  <a:lnTo>
                    <a:pt x="276682" y="536872"/>
                  </a:lnTo>
                  <a:lnTo>
                    <a:pt x="274760" y="536872"/>
                  </a:lnTo>
                  <a:lnTo>
                    <a:pt x="272839" y="536872"/>
                  </a:lnTo>
                  <a:lnTo>
                    <a:pt x="270918" y="536872"/>
                  </a:lnTo>
                  <a:lnTo>
                    <a:pt x="268996" y="536872"/>
                  </a:lnTo>
                  <a:lnTo>
                    <a:pt x="267075" y="536872"/>
                  </a:lnTo>
                  <a:lnTo>
                    <a:pt x="265153" y="536872"/>
                  </a:lnTo>
                  <a:lnTo>
                    <a:pt x="263232" y="536872"/>
                  </a:lnTo>
                  <a:lnTo>
                    <a:pt x="261311" y="536872"/>
                  </a:lnTo>
                  <a:lnTo>
                    <a:pt x="259389" y="536872"/>
                  </a:lnTo>
                  <a:lnTo>
                    <a:pt x="257468" y="536872"/>
                  </a:lnTo>
                  <a:lnTo>
                    <a:pt x="255546" y="536872"/>
                  </a:lnTo>
                  <a:lnTo>
                    <a:pt x="253625" y="536872"/>
                  </a:lnTo>
                  <a:lnTo>
                    <a:pt x="251704" y="536872"/>
                  </a:lnTo>
                  <a:lnTo>
                    <a:pt x="249782" y="536872"/>
                  </a:lnTo>
                  <a:lnTo>
                    <a:pt x="247861" y="536872"/>
                  </a:lnTo>
                  <a:lnTo>
                    <a:pt x="245939" y="536872"/>
                  </a:lnTo>
                  <a:lnTo>
                    <a:pt x="244018" y="536872"/>
                  </a:lnTo>
                  <a:lnTo>
                    <a:pt x="242097" y="536872"/>
                  </a:lnTo>
                  <a:lnTo>
                    <a:pt x="240175" y="536872"/>
                  </a:lnTo>
                  <a:lnTo>
                    <a:pt x="238254" y="536872"/>
                  </a:lnTo>
                  <a:lnTo>
                    <a:pt x="236332" y="536872"/>
                  </a:lnTo>
                  <a:lnTo>
                    <a:pt x="234411" y="536872"/>
                  </a:lnTo>
                  <a:lnTo>
                    <a:pt x="232490" y="536872"/>
                  </a:lnTo>
                  <a:lnTo>
                    <a:pt x="230568" y="536872"/>
                  </a:lnTo>
                  <a:lnTo>
                    <a:pt x="228647" y="536872"/>
                  </a:lnTo>
                  <a:lnTo>
                    <a:pt x="226725" y="536872"/>
                  </a:lnTo>
                  <a:lnTo>
                    <a:pt x="224804" y="536872"/>
                  </a:lnTo>
                  <a:lnTo>
                    <a:pt x="222883" y="536872"/>
                  </a:lnTo>
                  <a:lnTo>
                    <a:pt x="220961" y="536872"/>
                  </a:lnTo>
                  <a:lnTo>
                    <a:pt x="219040" y="536872"/>
                  </a:lnTo>
                  <a:lnTo>
                    <a:pt x="217118" y="536872"/>
                  </a:lnTo>
                  <a:lnTo>
                    <a:pt x="215197" y="536872"/>
                  </a:lnTo>
                  <a:lnTo>
                    <a:pt x="213275" y="536872"/>
                  </a:lnTo>
                  <a:lnTo>
                    <a:pt x="211354" y="536872"/>
                  </a:lnTo>
                  <a:lnTo>
                    <a:pt x="209433" y="536872"/>
                  </a:lnTo>
                  <a:lnTo>
                    <a:pt x="207511" y="536872"/>
                  </a:lnTo>
                  <a:lnTo>
                    <a:pt x="205590" y="536872"/>
                  </a:lnTo>
                  <a:lnTo>
                    <a:pt x="203668" y="536872"/>
                  </a:lnTo>
                  <a:lnTo>
                    <a:pt x="201747" y="536872"/>
                  </a:lnTo>
                  <a:lnTo>
                    <a:pt x="199826" y="536872"/>
                  </a:lnTo>
                  <a:lnTo>
                    <a:pt x="197904" y="536872"/>
                  </a:lnTo>
                  <a:lnTo>
                    <a:pt x="195983" y="536872"/>
                  </a:lnTo>
                  <a:lnTo>
                    <a:pt x="194061" y="536872"/>
                  </a:lnTo>
                  <a:lnTo>
                    <a:pt x="192140" y="536872"/>
                  </a:lnTo>
                  <a:lnTo>
                    <a:pt x="190219" y="536872"/>
                  </a:lnTo>
                  <a:lnTo>
                    <a:pt x="188297" y="536872"/>
                  </a:lnTo>
                  <a:lnTo>
                    <a:pt x="186376" y="536872"/>
                  </a:lnTo>
                  <a:lnTo>
                    <a:pt x="184454" y="536872"/>
                  </a:lnTo>
                  <a:lnTo>
                    <a:pt x="182533" y="536872"/>
                  </a:lnTo>
                  <a:lnTo>
                    <a:pt x="180612" y="536872"/>
                  </a:lnTo>
                  <a:lnTo>
                    <a:pt x="178690" y="536872"/>
                  </a:lnTo>
                  <a:lnTo>
                    <a:pt x="176769" y="536872"/>
                  </a:lnTo>
                  <a:lnTo>
                    <a:pt x="174847" y="536872"/>
                  </a:lnTo>
                  <a:lnTo>
                    <a:pt x="172926" y="536872"/>
                  </a:lnTo>
                  <a:lnTo>
                    <a:pt x="171005" y="536872"/>
                  </a:lnTo>
                  <a:lnTo>
                    <a:pt x="169083" y="536872"/>
                  </a:lnTo>
                  <a:lnTo>
                    <a:pt x="167162" y="536872"/>
                  </a:lnTo>
                  <a:lnTo>
                    <a:pt x="165240" y="536872"/>
                  </a:lnTo>
                  <a:lnTo>
                    <a:pt x="163319" y="536872"/>
                  </a:lnTo>
                  <a:lnTo>
                    <a:pt x="161398" y="536872"/>
                  </a:lnTo>
                  <a:lnTo>
                    <a:pt x="159476" y="536872"/>
                  </a:lnTo>
                  <a:lnTo>
                    <a:pt x="157555" y="536872"/>
                  </a:lnTo>
                  <a:lnTo>
                    <a:pt x="155633" y="536872"/>
                  </a:lnTo>
                  <a:lnTo>
                    <a:pt x="153712" y="536872"/>
                  </a:lnTo>
                  <a:lnTo>
                    <a:pt x="151791" y="536872"/>
                  </a:lnTo>
                  <a:lnTo>
                    <a:pt x="149869" y="536872"/>
                  </a:lnTo>
                  <a:lnTo>
                    <a:pt x="147948" y="536872"/>
                  </a:lnTo>
                  <a:lnTo>
                    <a:pt x="146026" y="536872"/>
                  </a:lnTo>
                  <a:lnTo>
                    <a:pt x="144105" y="536872"/>
                  </a:lnTo>
                  <a:lnTo>
                    <a:pt x="142183" y="536872"/>
                  </a:lnTo>
                  <a:lnTo>
                    <a:pt x="140262" y="536872"/>
                  </a:lnTo>
                  <a:lnTo>
                    <a:pt x="138341" y="536872"/>
                  </a:lnTo>
                  <a:lnTo>
                    <a:pt x="136419" y="536872"/>
                  </a:lnTo>
                  <a:lnTo>
                    <a:pt x="134498" y="536872"/>
                  </a:lnTo>
                  <a:lnTo>
                    <a:pt x="132576" y="536872"/>
                  </a:lnTo>
                  <a:lnTo>
                    <a:pt x="130655" y="536872"/>
                  </a:lnTo>
                  <a:lnTo>
                    <a:pt x="128734" y="536872"/>
                  </a:lnTo>
                  <a:lnTo>
                    <a:pt x="126812" y="536872"/>
                  </a:lnTo>
                  <a:lnTo>
                    <a:pt x="124891" y="536872"/>
                  </a:lnTo>
                  <a:lnTo>
                    <a:pt x="122969" y="536872"/>
                  </a:lnTo>
                  <a:lnTo>
                    <a:pt x="121048" y="536872"/>
                  </a:lnTo>
                  <a:lnTo>
                    <a:pt x="119127" y="536872"/>
                  </a:lnTo>
                  <a:lnTo>
                    <a:pt x="117205" y="536872"/>
                  </a:lnTo>
                  <a:lnTo>
                    <a:pt x="115284" y="536872"/>
                  </a:lnTo>
                  <a:lnTo>
                    <a:pt x="113362" y="536872"/>
                  </a:lnTo>
                  <a:lnTo>
                    <a:pt x="111441" y="536872"/>
                  </a:lnTo>
                  <a:lnTo>
                    <a:pt x="109520" y="536872"/>
                  </a:lnTo>
                  <a:lnTo>
                    <a:pt x="107598" y="536872"/>
                  </a:lnTo>
                  <a:lnTo>
                    <a:pt x="105677" y="536872"/>
                  </a:lnTo>
                  <a:lnTo>
                    <a:pt x="103755" y="536872"/>
                  </a:lnTo>
                  <a:lnTo>
                    <a:pt x="101834" y="536872"/>
                  </a:lnTo>
                  <a:lnTo>
                    <a:pt x="99913" y="536872"/>
                  </a:lnTo>
                  <a:lnTo>
                    <a:pt x="97991" y="536872"/>
                  </a:lnTo>
                  <a:lnTo>
                    <a:pt x="96070" y="536872"/>
                  </a:lnTo>
                  <a:lnTo>
                    <a:pt x="94148" y="536872"/>
                  </a:lnTo>
                  <a:lnTo>
                    <a:pt x="92227" y="536872"/>
                  </a:lnTo>
                  <a:lnTo>
                    <a:pt x="90306" y="536872"/>
                  </a:lnTo>
                  <a:lnTo>
                    <a:pt x="88384" y="536872"/>
                  </a:lnTo>
                  <a:lnTo>
                    <a:pt x="86463" y="536872"/>
                  </a:lnTo>
                  <a:lnTo>
                    <a:pt x="84541" y="536872"/>
                  </a:lnTo>
                  <a:lnTo>
                    <a:pt x="82620" y="536872"/>
                  </a:lnTo>
                  <a:lnTo>
                    <a:pt x="80699" y="536872"/>
                  </a:lnTo>
                  <a:lnTo>
                    <a:pt x="78777" y="536872"/>
                  </a:lnTo>
                  <a:lnTo>
                    <a:pt x="76856" y="536872"/>
                  </a:lnTo>
                  <a:lnTo>
                    <a:pt x="74934" y="536872"/>
                  </a:lnTo>
                  <a:lnTo>
                    <a:pt x="73013" y="536872"/>
                  </a:lnTo>
                  <a:lnTo>
                    <a:pt x="71091" y="536872"/>
                  </a:lnTo>
                  <a:lnTo>
                    <a:pt x="69170" y="536872"/>
                  </a:lnTo>
                  <a:lnTo>
                    <a:pt x="67249" y="536872"/>
                  </a:lnTo>
                  <a:lnTo>
                    <a:pt x="65327" y="536872"/>
                  </a:lnTo>
                  <a:lnTo>
                    <a:pt x="63406" y="536872"/>
                  </a:lnTo>
                  <a:lnTo>
                    <a:pt x="61484" y="536872"/>
                  </a:lnTo>
                  <a:lnTo>
                    <a:pt x="59563" y="536872"/>
                  </a:lnTo>
                  <a:lnTo>
                    <a:pt x="57642" y="536872"/>
                  </a:lnTo>
                  <a:lnTo>
                    <a:pt x="55720" y="536872"/>
                  </a:lnTo>
                  <a:lnTo>
                    <a:pt x="53799" y="536872"/>
                  </a:lnTo>
                  <a:lnTo>
                    <a:pt x="51877" y="536872"/>
                  </a:lnTo>
                  <a:lnTo>
                    <a:pt x="49956" y="536872"/>
                  </a:lnTo>
                  <a:lnTo>
                    <a:pt x="48035" y="536872"/>
                  </a:lnTo>
                  <a:lnTo>
                    <a:pt x="46113" y="536872"/>
                  </a:lnTo>
                  <a:lnTo>
                    <a:pt x="44192" y="536872"/>
                  </a:lnTo>
                  <a:lnTo>
                    <a:pt x="42270" y="536872"/>
                  </a:lnTo>
                  <a:lnTo>
                    <a:pt x="40349" y="536872"/>
                  </a:lnTo>
                  <a:lnTo>
                    <a:pt x="38428" y="536872"/>
                  </a:lnTo>
                  <a:lnTo>
                    <a:pt x="36506" y="536872"/>
                  </a:lnTo>
                  <a:lnTo>
                    <a:pt x="34585" y="536872"/>
                  </a:lnTo>
                  <a:lnTo>
                    <a:pt x="32663" y="536872"/>
                  </a:lnTo>
                  <a:lnTo>
                    <a:pt x="30742" y="536872"/>
                  </a:lnTo>
                  <a:lnTo>
                    <a:pt x="28821" y="536872"/>
                  </a:lnTo>
                  <a:lnTo>
                    <a:pt x="26899" y="536872"/>
                  </a:lnTo>
                  <a:lnTo>
                    <a:pt x="24978" y="536872"/>
                  </a:lnTo>
                  <a:lnTo>
                    <a:pt x="23056" y="536872"/>
                  </a:lnTo>
                  <a:lnTo>
                    <a:pt x="21135" y="536872"/>
                  </a:lnTo>
                  <a:lnTo>
                    <a:pt x="19214" y="536872"/>
                  </a:lnTo>
                  <a:lnTo>
                    <a:pt x="17292" y="536872"/>
                  </a:lnTo>
                  <a:lnTo>
                    <a:pt x="15371" y="536872"/>
                  </a:lnTo>
                  <a:lnTo>
                    <a:pt x="13449" y="536872"/>
                  </a:lnTo>
                  <a:lnTo>
                    <a:pt x="11528" y="536872"/>
                  </a:lnTo>
                  <a:lnTo>
                    <a:pt x="9607" y="536872"/>
                  </a:lnTo>
                  <a:lnTo>
                    <a:pt x="7685" y="536872"/>
                  </a:lnTo>
                  <a:lnTo>
                    <a:pt x="5764" y="536872"/>
                  </a:lnTo>
                  <a:lnTo>
                    <a:pt x="3842" y="536872"/>
                  </a:lnTo>
                  <a:lnTo>
                    <a:pt x="1921" y="536872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6686962" y="2246150"/>
              <a:ext cx="981838" cy="536872"/>
            </a:xfrm>
            <a:custGeom>
              <a:avLst/>
              <a:pathLst>
                <a:path w="981838" h="536872">
                  <a:moveTo>
                    <a:pt x="0" y="536872"/>
                  </a:moveTo>
                  <a:lnTo>
                    <a:pt x="1921" y="536872"/>
                  </a:lnTo>
                  <a:lnTo>
                    <a:pt x="3842" y="536872"/>
                  </a:lnTo>
                  <a:lnTo>
                    <a:pt x="5764" y="536872"/>
                  </a:lnTo>
                  <a:lnTo>
                    <a:pt x="7685" y="536872"/>
                  </a:lnTo>
                  <a:lnTo>
                    <a:pt x="9607" y="536872"/>
                  </a:lnTo>
                  <a:lnTo>
                    <a:pt x="11528" y="536872"/>
                  </a:lnTo>
                  <a:lnTo>
                    <a:pt x="13449" y="536872"/>
                  </a:lnTo>
                  <a:lnTo>
                    <a:pt x="15371" y="536872"/>
                  </a:lnTo>
                  <a:lnTo>
                    <a:pt x="17292" y="536872"/>
                  </a:lnTo>
                  <a:lnTo>
                    <a:pt x="19214" y="536872"/>
                  </a:lnTo>
                  <a:lnTo>
                    <a:pt x="21135" y="536872"/>
                  </a:lnTo>
                  <a:lnTo>
                    <a:pt x="23056" y="536872"/>
                  </a:lnTo>
                  <a:lnTo>
                    <a:pt x="24978" y="536872"/>
                  </a:lnTo>
                  <a:lnTo>
                    <a:pt x="26899" y="536872"/>
                  </a:lnTo>
                  <a:lnTo>
                    <a:pt x="28821" y="536872"/>
                  </a:lnTo>
                  <a:lnTo>
                    <a:pt x="30742" y="536872"/>
                  </a:lnTo>
                  <a:lnTo>
                    <a:pt x="32663" y="536872"/>
                  </a:lnTo>
                  <a:lnTo>
                    <a:pt x="34585" y="536872"/>
                  </a:lnTo>
                  <a:lnTo>
                    <a:pt x="36506" y="536872"/>
                  </a:lnTo>
                  <a:lnTo>
                    <a:pt x="38428" y="536872"/>
                  </a:lnTo>
                  <a:lnTo>
                    <a:pt x="40349" y="536872"/>
                  </a:lnTo>
                  <a:lnTo>
                    <a:pt x="42270" y="536872"/>
                  </a:lnTo>
                  <a:lnTo>
                    <a:pt x="44192" y="536871"/>
                  </a:lnTo>
                  <a:lnTo>
                    <a:pt x="46113" y="536870"/>
                  </a:lnTo>
                  <a:lnTo>
                    <a:pt x="48035" y="536868"/>
                  </a:lnTo>
                  <a:lnTo>
                    <a:pt x="49956" y="536864"/>
                  </a:lnTo>
                  <a:lnTo>
                    <a:pt x="51877" y="536856"/>
                  </a:lnTo>
                  <a:lnTo>
                    <a:pt x="53799" y="536841"/>
                  </a:lnTo>
                  <a:lnTo>
                    <a:pt x="55720" y="536816"/>
                  </a:lnTo>
                  <a:lnTo>
                    <a:pt x="57642" y="536773"/>
                  </a:lnTo>
                  <a:lnTo>
                    <a:pt x="59563" y="536704"/>
                  </a:lnTo>
                  <a:lnTo>
                    <a:pt x="61484" y="536593"/>
                  </a:lnTo>
                  <a:lnTo>
                    <a:pt x="63406" y="536423"/>
                  </a:lnTo>
                  <a:lnTo>
                    <a:pt x="65327" y="536167"/>
                  </a:lnTo>
                  <a:lnTo>
                    <a:pt x="67249" y="535791"/>
                  </a:lnTo>
                  <a:lnTo>
                    <a:pt x="69170" y="535238"/>
                  </a:lnTo>
                  <a:lnTo>
                    <a:pt x="71091" y="534472"/>
                  </a:lnTo>
                  <a:lnTo>
                    <a:pt x="73013" y="533440"/>
                  </a:lnTo>
                  <a:lnTo>
                    <a:pt x="74934" y="532096"/>
                  </a:lnTo>
                  <a:lnTo>
                    <a:pt x="76856" y="530394"/>
                  </a:lnTo>
                  <a:lnTo>
                    <a:pt x="78777" y="528305"/>
                  </a:lnTo>
                  <a:lnTo>
                    <a:pt x="80699" y="525815"/>
                  </a:lnTo>
                  <a:lnTo>
                    <a:pt x="82620" y="522931"/>
                  </a:lnTo>
                  <a:lnTo>
                    <a:pt x="84541" y="519689"/>
                  </a:lnTo>
                  <a:lnTo>
                    <a:pt x="86463" y="516149"/>
                  </a:lnTo>
                  <a:lnTo>
                    <a:pt x="88384" y="512396"/>
                  </a:lnTo>
                  <a:lnTo>
                    <a:pt x="90306" y="508535"/>
                  </a:lnTo>
                  <a:lnTo>
                    <a:pt x="92227" y="504701"/>
                  </a:lnTo>
                  <a:lnTo>
                    <a:pt x="94148" y="501012"/>
                  </a:lnTo>
                  <a:lnTo>
                    <a:pt x="96070" y="497571"/>
                  </a:lnTo>
                  <a:lnTo>
                    <a:pt x="97991" y="494464"/>
                  </a:lnTo>
                  <a:lnTo>
                    <a:pt x="99913" y="491757"/>
                  </a:lnTo>
                  <a:lnTo>
                    <a:pt x="101834" y="489498"/>
                  </a:lnTo>
                  <a:lnTo>
                    <a:pt x="103755" y="487721"/>
                  </a:lnTo>
                  <a:lnTo>
                    <a:pt x="105677" y="486446"/>
                  </a:lnTo>
                  <a:lnTo>
                    <a:pt x="107598" y="485687"/>
                  </a:lnTo>
                  <a:lnTo>
                    <a:pt x="109520" y="485453"/>
                  </a:lnTo>
                  <a:lnTo>
                    <a:pt x="111441" y="485750"/>
                  </a:lnTo>
                  <a:lnTo>
                    <a:pt x="113362" y="486628"/>
                  </a:lnTo>
                  <a:lnTo>
                    <a:pt x="115284" y="488026"/>
                  </a:lnTo>
                  <a:lnTo>
                    <a:pt x="117205" y="489911"/>
                  </a:lnTo>
                  <a:lnTo>
                    <a:pt x="119127" y="492234"/>
                  </a:lnTo>
                  <a:lnTo>
                    <a:pt x="121048" y="494926"/>
                  </a:lnTo>
                  <a:lnTo>
                    <a:pt x="122969" y="497901"/>
                  </a:lnTo>
                  <a:lnTo>
                    <a:pt x="124891" y="501056"/>
                  </a:lnTo>
                  <a:lnTo>
                    <a:pt x="126812" y="504277"/>
                  </a:lnTo>
                  <a:lnTo>
                    <a:pt x="128734" y="507452"/>
                  </a:lnTo>
                  <a:lnTo>
                    <a:pt x="130655" y="510472"/>
                  </a:lnTo>
                  <a:lnTo>
                    <a:pt x="132576" y="513243"/>
                  </a:lnTo>
                  <a:lnTo>
                    <a:pt x="134498" y="515673"/>
                  </a:lnTo>
                  <a:lnTo>
                    <a:pt x="136419" y="517697"/>
                  </a:lnTo>
                  <a:lnTo>
                    <a:pt x="138341" y="519321"/>
                  </a:lnTo>
                  <a:lnTo>
                    <a:pt x="140262" y="520554"/>
                  </a:lnTo>
                  <a:lnTo>
                    <a:pt x="142183" y="521428"/>
                  </a:lnTo>
                  <a:lnTo>
                    <a:pt x="144105" y="521991"/>
                  </a:lnTo>
                  <a:lnTo>
                    <a:pt x="146026" y="522302"/>
                  </a:lnTo>
                  <a:lnTo>
                    <a:pt x="147948" y="522427"/>
                  </a:lnTo>
                  <a:lnTo>
                    <a:pt x="149869" y="522432"/>
                  </a:lnTo>
                  <a:lnTo>
                    <a:pt x="151791" y="522378"/>
                  </a:lnTo>
                  <a:lnTo>
                    <a:pt x="153712" y="522320"/>
                  </a:lnTo>
                  <a:lnTo>
                    <a:pt x="155633" y="522301"/>
                  </a:lnTo>
                  <a:lnTo>
                    <a:pt x="157555" y="522358"/>
                  </a:lnTo>
                  <a:lnTo>
                    <a:pt x="159476" y="522508"/>
                  </a:lnTo>
                  <a:lnTo>
                    <a:pt x="161398" y="522754"/>
                  </a:lnTo>
                  <a:lnTo>
                    <a:pt x="163319" y="523091"/>
                  </a:lnTo>
                  <a:lnTo>
                    <a:pt x="165240" y="523511"/>
                  </a:lnTo>
                  <a:lnTo>
                    <a:pt x="167162" y="523998"/>
                  </a:lnTo>
                  <a:lnTo>
                    <a:pt x="169083" y="524534"/>
                  </a:lnTo>
                  <a:lnTo>
                    <a:pt x="171005" y="525100"/>
                  </a:lnTo>
                  <a:lnTo>
                    <a:pt x="172926" y="525677"/>
                  </a:lnTo>
                  <a:lnTo>
                    <a:pt x="174847" y="526246"/>
                  </a:lnTo>
                  <a:lnTo>
                    <a:pt x="176769" y="526793"/>
                  </a:lnTo>
                  <a:lnTo>
                    <a:pt x="178690" y="527305"/>
                  </a:lnTo>
                  <a:lnTo>
                    <a:pt x="180612" y="527769"/>
                  </a:lnTo>
                  <a:lnTo>
                    <a:pt x="182533" y="528186"/>
                  </a:lnTo>
                  <a:lnTo>
                    <a:pt x="184454" y="528555"/>
                  </a:lnTo>
                  <a:lnTo>
                    <a:pt x="186376" y="528877"/>
                  </a:lnTo>
                  <a:lnTo>
                    <a:pt x="188297" y="529150"/>
                  </a:lnTo>
                  <a:lnTo>
                    <a:pt x="190219" y="529376"/>
                  </a:lnTo>
                  <a:lnTo>
                    <a:pt x="192140" y="529550"/>
                  </a:lnTo>
                  <a:lnTo>
                    <a:pt x="194061" y="529668"/>
                  </a:lnTo>
                  <a:lnTo>
                    <a:pt x="195983" y="529723"/>
                  </a:lnTo>
                  <a:lnTo>
                    <a:pt x="197904" y="529709"/>
                  </a:lnTo>
                  <a:lnTo>
                    <a:pt x="199826" y="529618"/>
                  </a:lnTo>
                  <a:lnTo>
                    <a:pt x="201747" y="529441"/>
                  </a:lnTo>
                  <a:lnTo>
                    <a:pt x="203668" y="529180"/>
                  </a:lnTo>
                  <a:lnTo>
                    <a:pt x="205590" y="528846"/>
                  </a:lnTo>
                  <a:lnTo>
                    <a:pt x="207511" y="528453"/>
                  </a:lnTo>
                  <a:lnTo>
                    <a:pt x="209433" y="528022"/>
                  </a:lnTo>
                  <a:lnTo>
                    <a:pt x="211354" y="527576"/>
                  </a:lnTo>
                  <a:lnTo>
                    <a:pt x="213275" y="527145"/>
                  </a:lnTo>
                  <a:lnTo>
                    <a:pt x="215197" y="526759"/>
                  </a:lnTo>
                  <a:lnTo>
                    <a:pt x="217118" y="526446"/>
                  </a:lnTo>
                  <a:lnTo>
                    <a:pt x="219040" y="526233"/>
                  </a:lnTo>
                  <a:lnTo>
                    <a:pt x="220961" y="526136"/>
                  </a:lnTo>
                  <a:lnTo>
                    <a:pt x="222883" y="526164"/>
                  </a:lnTo>
                  <a:lnTo>
                    <a:pt x="224804" y="526323"/>
                  </a:lnTo>
                  <a:lnTo>
                    <a:pt x="226725" y="526585"/>
                  </a:lnTo>
                  <a:lnTo>
                    <a:pt x="228647" y="526917"/>
                  </a:lnTo>
                  <a:lnTo>
                    <a:pt x="230568" y="527284"/>
                  </a:lnTo>
                  <a:lnTo>
                    <a:pt x="232490" y="527644"/>
                  </a:lnTo>
                  <a:lnTo>
                    <a:pt x="234411" y="527957"/>
                  </a:lnTo>
                  <a:lnTo>
                    <a:pt x="236332" y="528187"/>
                  </a:lnTo>
                  <a:lnTo>
                    <a:pt x="238254" y="528307"/>
                  </a:lnTo>
                  <a:lnTo>
                    <a:pt x="240175" y="528300"/>
                  </a:lnTo>
                  <a:lnTo>
                    <a:pt x="242097" y="528161"/>
                  </a:lnTo>
                  <a:lnTo>
                    <a:pt x="244018" y="527896"/>
                  </a:lnTo>
                  <a:lnTo>
                    <a:pt x="245939" y="527520"/>
                  </a:lnTo>
                  <a:lnTo>
                    <a:pt x="247861" y="527055"/>
                  </a:lnTo>
                  <a:lnTo>
                    <a:pt x="249782" y="526531"/>
                  </a:lnTo>
                  <a:lnTo>
                    <a:pt x="251704" y="525970"/>
                  </a:lnTo>
                  <a:lnTo>
                    <a:pt x="253625" y="525383"/>
                  </a:lnTo>
                  <a:lnTo>
                    <a:pt x="255546" y="524776"/>
                  </a:lnTo>
                  <a:lnTo>
                    <a:pt x="257468" y="524144"/>
                  </a:lnTo>
                  <a:lnTo>
                    <a:pt x="259389" y="523477"/>
                  </a:lnTo>
                  <a:lnTo>
                    <a:pt x="261311" y="522761"/>
                  </a:lnTo>
                  <a:lnTo>
                    <a:pt x="263232" y="521977"/>
                  </a:lnTo>
                  <a:lnTo>
                    <a:pt x="265153" y="521113"/>
                  </a:lnTo>
                  <a:lnTo>
                    <a:pt x="267075" y="520156"/>
                  </a:lnTo>
                  <a:lnTo>
                    <a:pt x="268996" y="519099"/>
                  </a:lnTo>
                  <a:lnTo>
                    <a:pt x="270918" y="517951"/>
                  </a:lnTo>
                  <a:lnTo>
                    <a:pt x="272839" y="516732"/>
                  </a:lnTo>
                  <a:lnTo>
                    <a:pt x="274760" y="515462"/>
                  </a:lnTo>
                  <a:lnTo>
                    <a:pt x="276682" y="514166"/>
                  </a:lnTo>
                  <a:lnTo>
                    <a:pt x="278603" y="512870"/>
                  </a:lnTo>
                  <a:lnTo>
                    <a:pt x="280525" y="511599"/>
                  </a:lnTo>
                  <a:lnTo>
                    <a:pt x="282446" y="510375"/>
                  </a:lnTo>
                  <a:lnTo>
                    <a:pt x="284367" y="509213"/>
                  </a:lnTo>
                  <a:lnTo>
                    <a:pt x="286289" y="508126"/>
                  </a:lnTo>
                  <a:lnTo>
                    <a:pt x="288210" y="507118"/>
                  </a:lnTo>
                  <a:lnTo>
                    <a:pt x="290132" y="506190"/>
                  </a:lnTo>
                  <a:lnTo>
                    <a:pt x="292053" y="505344"/>
                  </a:lnTo>
                  <a:lnTo>
                    <a:pt x="293975" y="504565"/>
                  </a:lnTo>
                  <a:lnTo>
                    <a:pt x="295896" y="503844"/>
                  </a:lnTo>
                  <a:lnTo>
                    <a:pt x="297817" y="503173"/>
                  </a:lnTo>
                  <a:lnTo>
                    <a:pt x="299739" y="502545"/>
                  </a:lnTo>
                  <a:lnTo>
                    <a:pt x="301660" y="501950"/>
                  </a:lnTo>
                  <a:lnTo>
                    <a:pt x="303582" y="501377"/>
                  </a:lnTo>
                  <a:lnTo>
                    <a:pt x="305503" y="500814"/>
                  </a:lnTo>
                  <a:lnTo>
                    <a:pt x="307424" y="500239"/>
                  </a:lnTo>
                  <a:lnTo>
                    <a:pt x="309346" y="499628"/>
                  </a:lnTo>
                  <a:lnTo>
                    <a:pt x="311267" y="498947"/>
                  </a:lnTo>
                  <a:lnTo>
                    <a:pt x="313189" y="498148"/>
                  </a:lnTo>
                  <a:lnTo>
                    <a:pt x="315110" y="497173"/>
                  </a:lnTo>
                  <a:lnTo>
                    <a:pt x="317031" y="495978"/>
                  </a:lnTo>
                  <a:lnTo>
                    <a:pt x="318953" y="494509"/>
                  </a:lnTo>
                  <a:lnTo>
                    <a:pt x="320874" y="492718"/>
                  </a:lnTo>
                  <a:lnTo>
                    <a:pt x="322796" y="490559"/>
                  </a:lnTo>
                  <a:lnTo>
                    <a:pt x="324717" y="487993"/>
                  </a:lnTo>
                  <a:lnTo>
                    <a:pt x="326638" y="484987"/>
                  </a:lnTo>
                  <a:lnTo>
                    <a:pt x="328560" y="481514"/>
                  </a:lnTo>
                  <a:lnTo>
                    <a:pt x="330481" y="477550"/>
                  </a:lnTo>
                  <a:lnTo>
                    <a:pt x="332403" y="473074"/>
                  </a:lnTo>
                  <a:lnTo>
                    <a:pt x="334324" y="468061"/>
                  </a:lnTo>
                  <a:lnTo>
                    <a:pt x="336245" y="462428"/>
                  </a:lnTo>
                  <a:lnTo>
                    <a:pt x="338167" y="456158"/>
                  </a:lnTo>
                  <a:lnTo>
                    <a:pt x="340088" y="449190"/>
                  </a:lnTo>
                  <a:lnTo>
                    <a:pt x="342010" y="441429"/>
                  </a:lnTo>
                  <a:lnTo>
                    <a:pt x="343931" y="432744"/>
                  </a:lnTo>
                  <a:lnTo>
                    <a:pt x="345852" y="422974"/>
                  </a:lnTo>
                  <a:lnTo>
                    <a:pt x="347774" y="411923"/>
                  </a:lnTo>
                  <a:lnTo>
                    <a:pt x="349695" y="399368"/>
                  </a:lnTo>
                  <a:lnTo>
                    <a:pt x="351617" y="385066"/>
                  </a:lnTo>
                  <a:lnTo>
                    <a:pt x="353538" y="368769"/>
                  </a:lnTo>
                  <a:lnTo>
                    <a:pt x="355459" y="350245"/>
                  </a:lnTo>
                  <a:lnTo>
                    <a:pt x="357381" y="329253"/>
                  </a:lnTo>
                  <a:lnTo>
                    <a:pt x="359302" y="305513"/>
                  </a:lnTo>
                  <a:lnTo>
                    <a:pt x="361224" y="279271"/>
                  </a:lnTo>
                  <a:lnTo>
                    <a:pt x="363145" y="250722"/>
                  </a:lnTo>
                  <a:lnTo>
                    <a:pt x="365067" y="220244"/>
                  </a:lnTo>
                  <a:lnTo>
                    <a:pt x="366988" y="188404"/>
                  </a:lnTo>
                  <a:lnTo>
                    <a:pt x="368909" y="155959"/>
                  </a:lnTo>
                  <a:lnTo>
                    <a:pt x="370831" y="123837"/>
                  </a:lnTo>
                  <a:lnTo>
                    <a:pt x="372752" y="93097"/>
                  </a:lnTo>
                  <a:lnTo>
                    <a:pt x="374674" y="64879"/>
                  </a:lnTo>
                  <a:lnTo>
                    <a:pt x="376595" y="40334"/>
                  </a:lnTo>
                  <a:lnTo>
                    <a:pt x="378516" y="20551"/>
                  </a:lnTo>
                  <a:lnTo>
                    <a:pt x="380438" y="6870"/>
                  </a:lnTo>
                  <a:lnTo>
                    <a:pt x="382359" y="0"/>
                  </a:lnTo>
                  <a:lnTo>
                    <a:pt x="384281" y="46"/>
                  </a:lnTo>
                  <a:lnTo>
                    <a:pt x="386202" y="7067"/>
                  </a:lnTo>
                  <a:lnTo>
                    <a:pt x="388123" y="20827"/>
                  </a:lnTo>
                  <a:lnTo>
                    <a:pt x="390045" y="40816"/>
                  </a:lnTo>
                  <a:lnTo>
                    <a:pt x="391966" y="66294"/>
                  </a:lnTo>
                  <a:lnTo>
                    <a:pt x="393888" y="96340"/>
                  </a:lnTo>
                  <a:lnTo>
                    <a:pt x="395809" y="129912"/>
                  </a:lnTo>
                  <a:lnTo>
                    <a:pt x="397730" y="165903"/>
                  </a:lnTo>
                  <a:lnTo>
                    <a:pt x="399652" y="203202"/>
                  </a:lnTo>
                  <a:lnTo>
                    <a:pt x="401573" y="240744"/>
                  </a:lnTo>
                  <a:lnTo>
                    <a:pt x="403495" y="277386"/>
                  </a:lnTo>
                  <a:lnTo>
                    <a:pt x="405416" y="312301"/>
                  </a:lnTo>
                  <a:lnTo>
                    <a:pt x="407337" y="344866"/>
                  </a:lnTo>
                  <a:lnTo>
                    <a:pt x="409259" y="374622"/>
                  </a:lnTo>
                  <a:lnTo>
                    <a:pt x="411180" y="401273"/>
                  </a:lnTo>
                  <a:lnTo>
                    <a:pt x="413102" y="424680"/>
                  </a:lnTo>
                  <a:lnTo>
                    <a:pt x="415023" y="444839"/>
                  </a:lnTo>
                  <a:lnTo>
                    <a:pt x="416944" y="461866"/>
                  </a:lnTo>
                  <a:lnTo>
                    <a:pt x="418866" y="475966"/>
                  </a:lnTo>
                  <a:lnTo>
                    <a:pt x="420787" y="487408"/>
                  </a:lnTo>
                  <a:lnTo>
                    <a:pt x="422709" y="496504"/>
                  </a:lnTo>
                  <a:lnTo>
                    <a:pt x="424630" y="503524"/>
                  </a:lnTo>
                  <a:lnTo>
                    <a:pt x="426551" y="508790"/>
                  </a:lnTo>
                  <a:lnTo>
                    <a:pt x="428473" y="512739"/>
                  </a:lnTo>
                  <a:lnTo>
                    <a:pt x="430394" y="515639"/>
                  </a:lnTo>
                  <a:lnTo>
                    <a:pt x="432316" y="517723"/>
                  </a:lnTo>
                  <a:lnTo>
                    <a:pt x="434237" y="519190"/>
                  </a:lnTo>
                  <a:lnTo>
                    <a:pt x="436159" y="520196"/>
                  </a:lnTo>
                  <a:lnTo>
                    <a:pt x="438080" y="520868"/>
                  </a:lnTo>
                  <a:lnTo>
                    <a:pt x="440001" y="521295"/>
                  </a:lnTo>
                  <a:lnTo>
                    <a:pt x="441923" y="521540"/>
                  </a:lnTo>
                  <a:lnTo>
                    <a:pt x="443844" y="521639"/>
                  </a:lnTo>
                  <a:lnTo>
                    <a:pt x="445766" y="521606"/>
                  </a:lnTo>
                  <a:lnTo>
                    <a:pt x="447687" y="521423"/>
                  </a:lnTo>
                  <a:lnTo>
                    <a:pt x="449608" y="521071"/>
                  </a:lnTo>
                  <a:lnTo>
                    <a:pt x="451530" y="520523"/>
                  </a:lnTo>
                  <a:lnTo>
                    <a:pt x="453451" y="519736"/>
                  </a:lnTo>
                  <a:lnTo>
                    <a:pt x="455373" y="518667"/>
                  </a:lnTo>
                  <a:lnTo>
                    <a:pt x="457294" y="517269"/>
                  </a:lnTo>
                  <a:lnTo>
                    <a:pt x="459215" y="515490"/>
                  </a:lnTo>
                  <a:lnTo>
                    <a:pt x="461137" y="513280"/>
                  </a:lnTo>
                  <a:lnTo>
                    <a:pt x="463058" y="510588"/>
                  </a:lnTo>
                  <a:lnTo>
                    <a:pt x="464980" y="507364"/>
                  </a:lnTo>
                  <a:lnTo>
                    <a:pt x="466901" y="503563"/>
                  </a:lnTo>
                  <a:lnTo>
                    <a:pt x="468822" y="499142"/>
                  </a:lnTo>
                  <a:lnTo>
                    <a:pt x="470744" y="494030"/>
                  </a:lnTo>
                  <a:lnTo>
                    <a:pt x="472665" y="488304"/>
                  </a:lnTo>
                  <a:lnTo>
                    <a:pt x="474587" y="482019"/>
                  </a:lnTo>
                  <a:lnTo>
                    <a:pt x="476508" y="475278"/>
                  </a:lnTo>
                  <a:lnTo>
                    <a:pt x="478429" y="468233"/>
                  </a:lnTo>
                  <a:lnTo>
                    <a:pt x="480351" y="461084"/>
                  </a:lnTo>
                  <a:lnTo>
                    <a:pt x="482272" y="454073"/>
                  </a:lnTo>
                  <a:lnTo>
                    <a:pt x="484194" y="447472"/>
                  </a:lnTo>
                  <a:lnTo>
                    <a:pt x="486115" y="441568"/>
                  </a:lnTo>
                  <a:lnTo>
                    <a:pt x="488036" y="436643"/>
                  </a:lnTo>
                  <a:lnTo>
                    <a:pt x="489958" y="432952"/>
                  </a:lnTo>
                  <a:lnTo>
                    <a:pt x="491879" y="430788"/>
                  </a:lnTo>
                  <a:lnTo>
                    <a:pt x="493801" y="430306"/>
                  </a:lnTo>
                  <a:lnTo>
                    <a:pt x="495722" y="431470"/>
                  </a:lnTo>
                  <a:lnTo>
                    <a:pt x="497643" y="434242"/>
                  </a:lnTo>
                  <a:lnTo>
                    <a:pt x="499565" y="438504"/>
                  </a:lnTo>
                  <a:lnTo>
                    <a:pt x="501486" y="444076"/>
                  </a:lnTo>
                  <a:lnTo>
                    <a:pt x="503408" y="450725"/>
                  </a:lnTo>
                  <a:lnTo>
                    <a:pt x="505329" y="458183"/>
                  </a:lnTo>
                  <a:lnTo>
                    <a:pt x="507250" y="466161"/>
                  </a:lnTo>
                  <a:lnTo>
                    <a:pt x="509172" y="474374"/>
                  </a:lnTo>
                  <a:lnTo>
                    <a:pt x="511093" y="482549"/>
                  </a:lnTo>
                  <a:lnTo>
                    <a:pt x="513015" y="490442"/>
                  </a:lnTo>
                  <a:lnTo>
                    <a:pt x="514936" y="497788"/>
                  </a:lnTo>
                  <a:lnTo>
                    <a:pt x="516858" y="504461"/>
                  </a:lnTo>
                  <a:lnTo>
                    <a:pt x="518779" y="510376"/>
                  </a:lnTo>
                  <a:lnTo>
                    <a:pt x="520700" y="515487"/>
                  </a:lnTo>
                  <a:lnTo>
                    <a:pt x="522622" y="519785"/>
                  </a:lnTo>
                  <a:lnTo>
                    <a:pt x="524543" y="523296"/>
                  </a:lnTo>
                  <a:lnTo>
                    <a:pt x="526465" y="526071"/>
                  </a:lnTo>
                  <a:lnTo>
                    <a:pt x="528386" y="528182"/>
                  </a:lnTo>
                  <a:lnTo>
                    <a:pt x="530307" y="529712"/>
                  </a:lnTo>
                  <a:lnTo>
                    <a:pt x="532229" y="530752"/>
                  </a:lnTo>
                  <a:lnTo>
                    <a:pt x="534150" y="531394"/>
                  </a:lnTo>
                  <a:lnTo>
                    <a:pt x="536072" y="531725"/>
                  </a:lnTo>
                  <a:lnTo>
                    <a:pt x="537993" y="531834"/>
                  </a:lnTo>
                  <a:lnTo>
                    <a:pt x="539914" y="531822"/>
                  </a:lnTo>
                  <a:lnTo>
                    <a:pt x="541836" y="531757"/>
                  </a:lnTo>
                  <a:lnTo>
                    <a:pt x="543757" y="531694"/>
                  </a:lnTo>
                  <a:lnTo>
                    <a:pt x="545679" y="531675"/>
                  </a:lnTo>
                  <a:lnTo>
                    <a:pt x="547600" y="531731"/>
                  </a:lnTo>
                  <a:lnTo>
                    <a:pt x="549521" y="531878"/>
                  </a:lnTo>
                  <a:lnTo>
                    <a:pt x="551443" y="532117"/>
                  </a:lnTo>
                  <a:lnTo>
                    <a:pt x="553364" y="532442"/>
                  </a:lnTo>
                  <a:lnTo>
                    <a:pt x="555286" y="532835"/>
                  </a:lnTo>
                  <a:lnTo>
                    <a:pt x="557207" y="533274"/>
                  </a:lnTo>
                  <a:lnTo>
                    <a:pt x="559128" y="533732"/>
                  </a:lnTo>
                  <a:lnTo>
                    <a:pt x="561050" y="534179"/>
                  </a:lnTo>
                  <a:lnTo>
                    <a:pt x="562971" y="534591"/>
                  </a:lnTo>
                  <a:lnTo>
                    <a:pt x="564893" y="534948"/>
                  </a:lnTo>
                  <a:lnTo>
                    <a:pt x="566814" y="535237"/>
                  </a:lnTo>
                  <a:lnTo>
                    <a:pt x="568735" y="535448"/>
                  </a:lnTo>
                  <a:lnTo>
                    <a:pt x="570657" y="535577"/>
                  </a:lnTo>
                  <a:lnTo>
                    <a:pt x="572578" y="535624"/>
                  </a:lnTo>
                  <a:lnTo>
                    <a:pt x="574500" y="535593"/>
                  </a:lnTo>
                  <a:lnTo>
                    <a:pt x="576421" y="535492"/>
                  </a:lnTo>
                  <a:lnTo>
                    <a:pt x="578342" y="535330"/>
                  </a:lnTo>
                  <a:lnTo>
                    <a:pt x="580264" y="535120"/>
                  </a:lnTo>
                  <a:lnTo>
                    <a:pt x="582185" y="534875"/>
                  </a:lnTo>
                  <a:lnTo>
                    <a:pt x="584107" y="534614"/>
                  </a:lnTo>
                  <a:lnTo>
                    <a:pt x="586028" y="534354"/>
                  </a:lnTo>
                  <a:lnTo>
                    <a:pt x="587950" y="534110"/>
                  </a:lnTo>
                  <a:lnTo>
                    <a:pt x="589871" y="533895"/>
                  </a:lnTo>
                  <a:lnTo>
                    <a:pt x="591792" y="533721"/>
                  </a:lnTo>
                  <a:lnTo>
                    <a:pt x="593714" y="533599"/>
                  </a:lnTo>
                  <a:lnTo>
                    <a:pt x="595635" y="533534"/>
                  </a:lnTo>
                  <a:lnTo>
                    <a:pt x="597557" y="533530"/>
                  </a:lnTo>
                  <a:lnTo>
                    <a:pt x="599478" y="533588"/>
                  </a:lnTo>
                  <a:lnTo>
                    <a:pt x="601399" y="533704"/>
                  </a:lnTo>
                  <a:lnTo>
                    <a:pt x="603321" y="533875"/>
                  </a:lnTo>
                  <a:lnTo>
                    <a:pt x="605242" y="534092"/>
                  </a:lnTo>
                  <a:lnTo>
                    <a:pt x="607164" y="534342"/>
                  </a:lnTo>
                  <a:lnTo>
                    <a:pt x="609085" y="534613"/>
                  </a:lnTo>
                  <a:lnTo>
                    <a:pt x="611006" y="534894"/>
                  </a:lnTo>
                  <a:lnTo>
                    <a:pt x="612928" y="535174"/>
                  </a:lnTo>
                  <a:lnTo>
                    <a:pt x="614849" y="535444"/>
                  </a:lnTo>
                  <a:lnTo>
                    <a:pt x="616771" y="535695"/>
                  </a:lnTo>
                  <a:lnTo>
                    <a:pt x="618692" y="535921"/>
                  </a:lnTo>
                  <a:lnTo>
                    <a:pt x="620613" y="536116"/>
                  </a:lnTo>
                  <a:lnTo>
                    <a:pt x="622535" y="536278"/>
                  </a:lnTo>
                  <a:lnTo>
                    <a:pt x="624456" y="536405"/>
                  </a:lnTo>
                  <a:lnTo>
                    <a:pt x="626378" y="536492"/>
                  </a:lnTo>
                  <a:lnTo>
                    <a:pt x="628299" y="536544"/>
                  </a:lnTo>
                  <a:lnTo>
                    <a:pt x="630220" y="536559"/>
                  </a:lnTo>
                  <a:lnTo>
                    <a:pt x="632142" y="536539"/>
                  </a:lnTo>
                  <a:lnTo>
                    <a:pt x="634063" y="536484"/>
                  </a:lnTo>
                  <a:lnTo>
                    <a:pt x="635985" y="536392"/>
                  </a:lnTo>
                  <a:lnTo>
                    <a:pt x="637906" y="536266"/>
                  </a:lnTo>
                  <a:lnTo>
                    <a:pt x="639827" y="536105"/>
                  </a:lnTo>
                  <a:lnTo>
                    <a:pt x="641749" y="535914"/>
                  </a:lnTo>
                  <a:lnTo>
                    <a:pt x="643670" y="535696"/>
                  </a:lnTo>
                  <a:lnTo>
                    <a:pt x="645592" y="535459"/>
                  </a:lnTo>
                  <a:lnTo>
                    <a:pt x="647513" y="535211"/>
                  </a:lnTo>
                  <a:lnTo>
                    <a:pt x="649434" y="534965"/>
                  </a:lnTo>
                  <a:lnTo>
                    <a:pt x="651356" y="534734"/>
                  </a:lnTo>
                  <a:lnTo>
                    <a:pt x="653277" y="534528"/>
                  </a:lnTo>
                  <a:lnTo>
                    <a:pt x="655199" y="534359"/>
                  </a:lnTo>
                  <a:lnTo>
                    <a:pt x="657120" y="534232"/>
                  </a:lnTo>
                  <a:lnTo>
                    <a:pt x="659042" y="534152"/>
                  </a:lnTo>
                  <a:lnTo>
                    <a:pt x="660963" y="534118"/>
                  </a:lnTo>
                  <a:lnTo>
                    <a:pt x="662884" y="534128"/>
                  </a:lnTo>
                  <a:lnTo>
                    <a:pt x="664806" y="534175"/>
                  </a:lnTo>
                  <a:lnTo>
                    <a:pt x="666727" y="534250"/>
                  </a:lnTo>
                  <a:lnTo>
                    <a:pt x="668649" y="534346"/>
                  </a:lnTo>
                  <a:lnTo>
                    <a:pt x="670570" y="534453"/>
                  </a:lnTo>
                  <a:lnTo>
                    <a:pt x="672491" y="534566"/>
                  </a:lnTo>
                  <a:lnTo>
                    <a:pt x="674413" y="534681"/>
                  </a:lnTo>
                  <a:lnTo>
                    <a:pt x="676334" y="534797"/>
                  </a:lnTo>
                  <a:lnTo>
                    <a:pt x="678256" y="534915"/>
                  </a:lnTo>
                  <a:lnTo>
                    <a:pt x="680177" y="535038"/>
                  </a:lnTo>
                  <a:lnTo>
                    <a:pt x="682098" y="535168"/>
                  </a:lnTo>
                  <a:lnTo>
                    <a:pt x="684020" y="535306"/>
                  </a:lnTo>
                  <a:lnTo>
                    <a:pt x="685941" y="535453"/>
                  </a:lnTo>
                  <a:lnTo>
                    <a:pt x="687863" y="535608"/>
                  </a:lnTo>
                  <a:lnTo>
                    <a:pt x="689784" y="535767"/>
                  </a:lnTo>
                  <a:lnTo>
                    <a:pt x="691705" y="535926"/>
                  </a:lnTo>
                  <a:lnTo>
                    <a:pt x="693627" y="536079"/>
                  </a:lnTo>
                  <a:lnTo>
                    <a:pt x="695548" y="536223"/>
                  </a:lnTo>
                  <a:lnTo>
                    <a:pt x="697470" y="536353"/>
                  </a:lnTo>
                  <a:lnTo>
                    <a:pt x="699391" y="536468"/>
                  </a:lnTo>
                  <a:lnTo>
                    <a:pt x="701312" y="536565"/>
                  </a:lnTo>
                  <a:lnTo>
                    <a:pt x="703234" y="536644"/>
                  </a:lnTo>
                  <a:lnTo>
                    <a:pt x="705155" y="536707"/>
                  </a:lnTo>
                  <a:lnTo>
                    <a:pt x="707077" y="536756"/>
                  </a:lnTo>
                  <a:lnTo>
                    <a:pt x="708998" y="536791"/>
                  </a:lnTo>
                  <a:lnTo>
                    <a:pt x="710919" y="536815"/>
                  </a:lnTo>
                  <a:lnTo>
                    <a:pt x="712841" y="536830"/>
                  </a:lnTo>
                  <a:lnTo>
                    <a:pt x="714762" y="536836"/>
                  </a:lnTo>
                  <a:lnTo>
                    <a:pt x="716684" y="536834"/>
                  </a:lnTo>
                  <a:lnTo>
                    <a:pt x="718605" y="536825"/>
                  </a:lnTo>
                  <a:lnTo>
                    <a:pt x="720526" y="536807"/>
                  </a:lnTo>
                  <a:lnTo>
                    <a:pt x="722448" y="536779"/>
                  </a:lnTo>
                  <a:lnTo>
                    <a:pt x="724369" y="536739"/>
                  </a:lnTo>
                  <a:lnTo>
                    <a:pt x="726291" y="536686"/>
                  </a:lnTo>
                  <a:lnTo>
                    <a:pt x="728212" y="536619"/>
                  </a:lnTo>
                  <a:lnTo>
                    <a:pt x="730134" y="536536"/>
                  </a:lnTo>
                  <a:lnTo>
                    <a:pt x="732055" y="536437"/>
                  </a:lnTo>
                  <a:lnTo>
                    <a:pt x="733976" y="536324"/>
                  </a:lnTo>
                  <a:lnTo>
                    <a:pt x="735898" y="536200"/>
                  </a:lnTo>
                  <a:lnTo>
                    <a:pt x="737819" y="536069"/>
                  </a:lnTo>
                  <a:lnTo>
                    <a:pt x="739741" y="535938"/>
                  </a:lnTo>
                  <a:lnTo>
                    <a:pt x="741662" y="535817"/>
                  </a:lnTo>
                  <a:lnTo>
                    <a:pt x="743583" y="535711"/>
                  </a:lnTo>
                  <a:lnTo>
                    <a:pt x="745505" y="535628"/>
                  </a:lnTo>
                  <a:lnTo>
                    <a:pt x="747426" y="535574"/>
                  </a:lnTo>
                  <a:lnTo>
                    <a:pt x="749348" y="535552"/>
                  </a:lnTo>
                  <a:lnTo>
                    <a:pt x="751269" y="535562"/>
                  </a:lnTo>
                  <a:lnTo>
                    <a:pt x="753190" y="535601"/>
                  </a:lnTo>
                  <a:lnTo>
                    <a:pt x="755112" y="535665"/>
                  </a:lnTo>
                  <a:lnTo>
                    <a:pt x="757033" y="535744"/>
                  </a:lnTo>
                  <a:lnTo>
                    <a:pt x="758955" y="535829"/>
                  </a:lnTo>
                  <a:lnTo>
                    <a:pt x="760876" y="535906"/>
                  </a:lnTo>
                  <a:lnTo>
                    <a:pt x="762797" y="535963"/>
                  </a:lnTo>
                  <a:lnTo>
                    <a:pt x="764719" y="535990"/>
                  </a:lnTo>
                  <a:lnTo>
                    <a:pt x="766640" y="535978"/>
                  </a:lnTo>
                  <a:lnTo>
                    <a:pt x="768562" y="535923"/>
                  </a:lnTo>
                  <a:lnTo>
                    <a:pt x="770483" y="535820"/>
                  </a:lnTo>
                  <a:lnTo>
                    <a:pt x="772404" y="535671"/>
                  </a:lnTo>
                  <a:lnTo>
                    <a:pt x="774326" y="535479"/>
                  </a:lnTo>
                  <a:lnTo>
                    <a:pt x="776247" y="535251"/>
                  </a:lnTo>
                  <a:lnTo>
                    <a:pt x="778169" y="534996"/>
                  </a:lnTo>
                  <a:lnTo>
                    <a:pt x="780090" y="534727"/>
                  </a:lnTo>
                  <a:lnTo>
                    <a:pt x="782011" y="534457"/>
                  </a:lnTo>
                  <a:lnTo>
                    <a:pt x="783933" y="534205"/>
                  </a:lnTo>
                  <a:lnTo>
                    <a:pt x="785854" y="533982"/>
                  </a:lnTo>
                  <a:lnTo>
                    <a:pt x="787776" y="533800"/>
                  </a:lnTo>
                  <a:lnTo>
                    <a:pt x="789697" y="533667"/>
                  </a:lnTo>
                  <a:lnTo>
                    <a:pt x="791618" y="533591"/>
                  </a:lnTo>
                  <a:lnTo>
                    <a:pt x="793540" y="533574"/>
                  </a:lnTo>
                  <a:lnTo>
                    <a:pt x="795461" y="533615"/>
                  </a:lnTo>
                  <a:lnTo>
                    <a:pt x="797383" y="533712"/>
                  </a:lnTo>
                  <a:lnTo>
                    <a:pt x="799304" y="533859"/>
                  </a:lnTo>
                  <a:lnTo>
                    <a:pt x="801226" y="534049"/>
                  </a:lnTo>
                  <a:lnTo>
                    <a:pt x="803147" y="534274"/>
                  </a:lnTo>
                  <a:lnTo>
                    <a:pt x="805068" y="534525"/>
                  </a:lnTo>
                  <a:lnTo>
                    <a:pt x="806990" y="534789"/>
                  </a:lnTo>
                  <a:lnTo>
                    <a:pt x="808911" y="535057"/>
                  </a:lnTo>
                  <a:lnTo>
                    <a:pt x="810833" y="535319"/>
                  </a:lnTo>
                  <a:lnTo>
                    <a:pt x="812754" y="535567"/>
                  </a:lnTo>
                  <a:lnTo>
                    <a:pt x="814675" y="535796"/>
                  </a:lnTo>
                  <a:lnTo>
                    <a:pt x="816597" y="535998"/>
                  </a:lnTo>
                  <a:lnTo>
                    <a:pt x="818518" y="536171"/>
                  </a:lnTo>
                  <a:lnTo>
                    <a:pt x="820440" y="536311"/>
                  </a:lnTo>
                  <a:lnTo>
                    <a:pt x="822361" y="536418"/>
                  </a:lnTo>
                  <a:lnTo>
                    <a:pt x="824282" y="536490"/>
                  </a:lnTo>
                  <a:lnTo>
                    <a:pt x="826204" y="536527"/>
                  </a:lnTo>
                  <a:lnTo>
                    <a:pt x="828125" y="536529"/>
                  </a:lnTo>
                  <a:lnTo>
                    <a:pt x="830047" y="536499"/>
                  </a:lnTo>
                  <a:lnTo>
                    <a:pt x="831968" y="536439"/>
                  </a:lnTo>
                  <a:lnTo>
                    <a:pt x="833889" y="536353"/>
                  </a:lnTo>
                  <a:lnTo>
                    <a:pt x="835811" y="536243"/>
                  </a:lnTo>
                  <a:lnTo>
                    <a:pt x="837732" y="536113"/>
                  </a:lnTo>
                  <a:lnTo>
                    <a:pt x="839654" y="535970"/>
                  </a:lnTo>
                  <a:lnTo>
                    <a:pt x="841575" y="535818"/>
                  </a:lnTo>
                  <a:lnTo>
                    <a:pt x="843496" y="535665"/>
                  </a:lnTo>
                  <a:lnTo>
                    <a:pt x="845418" y="535516"/>
                  </a:lnTo>
                  <a:lnTo>
                    <a:pt x="847339" y="535376"/>
                  </a:lnTo>
                  <a:lnTo>
                    <a:pt x="849261" y="535254"/>
                  </a:lnTo>
                  <a:lnTo>
                    <a:pt x="851182" y="535150"/>
                  </a:lnTo>
                  <a:lnTo>
                    <a:pt x="853103" y="535067"/>
                  </a:lnTo>
                  <a:lnTo>
                    <a:pt x="855025" y="535006"/>
                  </a:lnTo>
                  <a:lnTo>
                    <a:pt x="856946" y="534965"/>
                  </a:lnTo>
                  <a:lnTo>
                    <a:pt x="858868" y="534945"/>
                  </a:lnTo>
                  <a:lnTo>
                    <a:pt x="860789" y="534945"/>
                  </a:lnTo>
                  <a:lnTo>
                    <a:pt x="862710" y="534966"/>
                  </a:lnTo>
                  <a:lnTo>
                    <a:pt x="864632" y="535007"/>
                  </a:lnTo>
                  <a:lnTo>
                    <a:pt x="866553" y="535069"/>
                  </a:lnTo>
                  <a:lnTo>
                    <a:pt x="868475" y="535152"/>
                  </a:lnTo>
                  <a:lnTo>
                    <a:pt x="870396" y="535257"/>
                  </a:lnTo>
                  <a:lnTo>
                    <a:pt x="872318" y="535382"/>
                  </a:lnTo>
                  <a:lnTo>
                    <a:pt x="874239" y="535522"/>
                  </a:lnTo>
                  <a:lnTo>
                    <a:pt x="876160" y="535673"/>
                  </a:lnTo>
                  <a:lnTo>
                    <a:pt x="878082" y="535829"/>
                  </a:lnTo>
                  <a:lnTo>
                    <a:pt x="880003" y="535985"/>
                  </a:lnTo>
                  <a:lnTo>
                    <a:pt x="881925" y="536135"/>
                  </a:lnTo>
                  <a:lnTo>
                    <a:pt x="883846" y="536274"/>
                  </a:lnTo>
                  <a:lnTo>
                    <a:pt x="885767" y="536399"/>
                  </a:lnTo>
                  <a:lnTo>
                    <a:pt x="887689" y="536508"/>
                  </a:lnTo>
                  <a:lnTo>
                    <a:pt x="889610" y="536599"/>
                  </a:lnTo>
                  <a:lnTo>
                    <a:pt x="891532" y="536673"/>
                  </a:lnTo>
                  <a:lnTo>
                    <a:pt x="893453" y="536730"/>
                  </a:lnTo>
                  <a:lnTo>
                    <a:pt x="895374" y="536773"/>
                  </a:lnTo>
                  <a:lnTo>
                    <a:pt x="897296" y="536805"/>
                  </a:lnTo>
                  <a:lnTo>
                    <a:pt x="899217" y="536828"/>
                  </a:lnTo>
                  <a:lnTo>
                    <a:pt x="901139" y="536844"/>
                  </a:lnTo>
                  <a:lnTo>
                    <a:pt x="903060" y="536855"/>
                  </a:lnTo>
                  <a:lnTo>
                    <a:pt x="904981" y="536862"/>
                  </a:lnTo>
                  <a:lnTo>
                    <a:pt x="906903" y="536866"/>
                  </a:lnTo>
                  <a:lnTo>
                    <a:pt x="908824" y="536869"/>
                  </a:lnTo>
                  <a:lnTo>
                    <a:pt x="910746" y="536870"/>
                  </a:lnTo>
                  <a:lnTo>
                    <a:pt x="912667" y="536871"/>
                  </a:lnTo>
                  <a:lnTo>
                    <a:pt x="914588" y="536872"/>
                  </a:lnTo>
                  <a:lnTo>
                    <a:pt x="916510" y="536872"/>
                  </a:lnTo>
                  <a:lnTo>
                    <a:pt x="918431" y="536872"/>
                  </a:lnTo>
                  <a:lnTo>
                    <a:pt x="920353" y="536872"/>
                  </a:lnTo>
                  <a:lnTo>
                    <a:pt x="922274" y="536872"/>
                  </a:lnTo>
                  <a:lnTo>
                    <a:pt x="924195" y="536872"/>
                  </a:lnTo>
                  <a:lnTo>
                    <a:pt x="926117" y="536872"/>
                  </a:lnTo>
                  <a:lnTo>
                    <a:pt x="928038" y="536872"/>
                  </a:lnTo>
                  <a:lnTo>
                    <a:pt x="929960" y="536872"/>
                  </a:lnTo>
                  <a:lnTo>
                    <a:pt x="931881" y="536872"/>
                  </a:lnTo>
                  <a:lnTo>
                    <a:pt x="933802" y="536872"/>
                  </a:lnTo>
                  <a:lnTo>
                    <a:pt x="935724" y="536872"/>
                  </a:lnTo>
                  <a:lnTo>
                    <a:pt x="937645" y="536872"/>
                  </a:lnTo>
                  <a:lnTo>
                    <a:pt x="939567" y="536872"/>
                  </a:lnTo>
                  <a:lnTo>
                    <a:pt x="941488" y="536872"/>
                  </a:lnTo>
                  <a:lnTo>
                    <a:pt x="943410" y="536872"/>
                  </a:lnTo>
                  <a:lnTo>
                    <a:pt x="945331" y="536872"/>
                  </a:lnTo>
                  <a:lnTo>
                    <a:pt x="947252" y="536872"/>
                  </a:lnTo>
                  <a:lnTo>
                    <a:pt x="949174" y="536872"/>
                  </a:lnTo>
                  <a:lnTo>
                    <a:pt x="951095" y="536872"/>
                  </a:lnTo>
                  <a:lnTo>
                    <a:pt x="953017" y="536872"/>
                  </a:lnTo>
                  <a:lnTo>
                    <a:pt x="954938" y="536872"/>
                  </a:lnTo>
                  <a:lnTo>
                    <a:pt x="956859" y="536872"/>
                  </a:lnTo>
                  <a:lnTo>
                    <a:pt x="958781" y="536872"/>
                  </a:lnTo>
                  <a:lnTo>
                    <a:pt x="960702" y="536872"/>
                  </a:lnTo>
                  <a:lnTo>
                    <a:pt x="962624" y="536872"/>
                  </a:lnTo>
                  <a:lnTo>
                    <a:pt x="964545" y="536872"/>
                  </a:lnTo>
                  <a:lnTo>
                    <a:pt x="966466" y="536872"/>
                  </a:lnTo>
                  <a:lnTo>
                    <a:pt x="968388" y="536872"/>
                  </a:lnTo>
                  <a:lnTo>
                    <a:pt x="970309" y="536872"/>
                  </a:lnTo>
                  <a:lnTo>
                    <a:pt x="972231" y="536872"/>
                  </a:lnTo>
                  <a:lnTo>
                    <a:pt x="974152" y="536872"/>
                  </a:lnTo>
                  <a:lnTo>
                    <a:pt x="976073" y="536872"/>
                  </a:lnTo>
                  <a:lnTo>
                    <a:pt x="977995" y="536872"/>
                  </a:lnTo>
                  <a:lnTo>
                    <a:pt x="979916" y="536872"/>
                  </a:lnTo>
                  <a:lnTo>
                    <a:pt x="981838" y="536872"/>
                  </a:lnTo>
                </a:path>
              </a:pathLst>
            </a:cu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86962" y="2424343"/>
              <a:ext cx="981838" cy="358679"/>
            </a:xfrm>
            <a:custGeom>
              <a:avLst/>
              <a:pathLst>
                <a:path w="981838" h="358679">
                  <a:moveTo>
                    <a:pt x="0" y="358679"/>
                  </a:moveTo>
                  <a:lnTo>
                    <a:pt x="1921" y="358679"/>
                  </a:lnTo>
                  <a:lnTo>
                    <a:pt x="3842" y="358679"/>
                  </a:lnTo>
                  <a:lnTo>
                    <a:pt x="5764" y="358679"/>
                  </a:lnTo>
                  <a:lnTo>
                    <a:pt x="7685" y="358679"/>
                  </a:lnTo>
                  <a:lnTo>
                    <a:pt x="9607" y="358679"/>
                  </a:lnTo>
                  <a:lnTo>
                    <a:pt x="11528" y="358679"/>
                  </a:lnTo>
                  <a:lnTo>
                    <a:pt x="13449" y="358679"/>
                  </a:lnTo>
                  <a:lnTo>
                    <a:pt x="15371" y="358679"/>
                  </a:lnTo>
                  <a:lnTo>
                    <a:pt x="17292" y="358679"/>
                  </a:lnTo>
                  <a:lnTo>
                    <a:pt x="19214" y="358679"/>
                  </a:lnTo>
                  <a:lnTo>
                    <a:pt x="21135" y="358679"/>
                  </a:lnTo>
                  <a:lnTo>
                    <a:pt x="23056" y="358679"/>
                  </a:lnTo>
                  <a:lnTo>
                    <a:pt x="24978" y="358678"/>
                  </a:lnTo>
                  <a:lnTo>
                    <a:pt x="26899" y="358678"/>
                  </a:lnTo>
                  <a:lnTo>
                    <a:pt x="28821" y="358677"/>
                  </a:lnTo>
                  <a:lnTo>
                    <a:pt x="30742" y="358675"/>
                  </a:lnTo>
                  <a:lnTo>
                    <a:pt x="32663" y="358673"/>
                  </a:lnTo>
                  <a:lnTo>
                    <a:pt x="34585" y="358669"/>
                  </a:lnTo>
                  <a:lnTo>
                    <a:pt x="36506" y="358664"/>
                  </a:lnTo>
                  <a:lnTo>
                    <a:pt x="38428" y="358656"/>
                  </a:lnTo>
                  <a:lnTo>
                    <a:pt x="40349" y="358645"/>
                  </a:lnTo>
                  <a:lnTo>
                    <a:pt x="42270" y="358629"/>
                  </a:lnTo>
                  <a:lnTo>
                    <a:pt x="44192" y="358605"/>
                  </a:lnTo>
                  <a:lnTo>
                    <a:pt x="46113" y="358573"/>
                  </a:lnTo>
                  <a:lnTo>
                    <a:pt x="48035" y="358529"/>
                  </a:lnTo>
                  <a:lnTo>
                    <a:pt x="49956" y="358469"/>
                  </a:lnTo>
                  <a:lnTo>
                    <a:pt x="51877" y="358390"/>
                  </a:lnTo>
                  <a:lnTo>
                    <a:pt x="53799" y="358286"/>
                  </a:lnTo>
                  <a:lnTo>
                    <a:pt x="55720" y="358151"/>
                  </a:lnTo>
                  <a:lnTo>
                    <a:pt x="57642" y="357974"/>
                  </a:lnTo>
                  <a:lnTo>
                    <a:pt x="59563" y="357749"/>
                  </a:lnTo>
                  <a:lnTo>
                    <a:pt x="61484" y="357468"/>
                  </a:lnTo>
                  <a:lnTo>
                    <a:pt x="63406" y="357123"/>
                  </a:lnTo>
                  <a:lnTo>
                    <a:pt x="65327" y="356706"/>
                  </a:lnTo>
                  <a:lnTo>
                    <a:pt x="67249" y="356207"/>
                  </a:lnTo>
                  <a:lnTo>
                    <a:pt x="69170" y="355619"/>
                  </a:lnTo>
                  <a:lnTo>
                    <a:pt x="71091" y="354936"/>
                  </a:lnTo>
                  <a:lnTo>
                    <a:pt x="73013" y="354144"/>
                  </a:lnTo>
                  <a:lnTo>
                    <a:pt x="74934" y="353238"/>
                  </a:lnTo>
                  <a:lnTo>
                    <a:pt x="76856" y="352228"/>
                  </a:lnTo>
                  <a:lnTo>
                    <a:pt x="78777" y="351118"/>
                  </a:lnTo>
                  <a:lnTo>
                    <a:pt x="80699" y="349914"/>
                  </a:lnTo>
                  <a:lnTo>
                    <a:pt x="82620" y="348627"/>
                  </a:lnTo>
                  <a:lnTo>
                    <a:pt x="84541" y="347270"/>
                  </a:lnTo>
                  <a:lnTo>
                    <a:pt x="86463" y="345859"/>
                  </a:lnTo>
                  <a:lnTo>
                    <a:pt x="88384" y="344413"/>
                  </a:lnTo>
                  <a:lnTo>
                    <a:pt x="90306" y="342959"/>
                  </a:lnTo>
                  <a:lnTo>
                    <a:pt x="92227" y="341525"/>
                  </a:lnTo>
                  <a:lnTo>
                    <a:pt x="94148" y="340136"/>
                  </a:lnTo>
                  <a:lnTo>
                    <a:pt x="96070" y="338817"/>
                  </a:lnTo>
                  <a:lnTo>
                    <a:pt x="97991" y="337592"/>
                  </a:lnTo>
                  <a:lnTo>
                    <a:pt x="99913" y="336482"/>
                  </a:lnTo>
                  <a:lnTo>
                    <a:pt x="101834" y="335507"/>
                  </a:lnTo>
                  <a:lnTo>
                    <a:pt x="103755" y="334685"/>
                  </a:lnTo>
                  <a:lnTo>
                    <a:pt x="105677" y="334048"/>
                  </a:lnTo>
                  <a:lnTo>
                    <a:pt x="107598" y="333599"/>
                  </a:lnTo>
                  <a:lnTo>
                    <a:pt x="109520" y="333333"/>
                  </a:lnTo>
                  <a:lnTo>
                    <a:pt x="111441" y="333249"/>
                  </a:lnTo>
                  <a:lnTo>
                    <a:pt x="113362" y="333344"/>
                  </a:lnTo>
                  <a:lnTo>
                    <a:pt x="115284" y="333612"/>
                  </a:lnTo>
                  <a:lnTo>
                    <a:pt x="117205" y="334042"/>
                  </a:lnTo>
                  <a:lnTo>
                    <a:pt x="119127" y="334622"/>
                  </a:lnTo>
                  <a:lnTo>
                    <a:pt x="121048" y="335341"/>
                  </a:lnTo>
                  <a:lnTo>
                    <a:pt x="122969" y="336185"/>
                  </a:lnTo>
                  <a:lnTo>
                    <a:pt x="124891" y="337122"/>
                  </a:lnTo>
                  <a:lnTo>
                    <a:pt x="126812" y="338130"/>
                  </a:lnTo>
                  <a:lnTo>
                    <a:pt x="128734" y="339192"/>
                  </a:lnTo>
                  <a:lnTo>
                    <a:pt x="130655" y="340288"/>
                  </a:lnTo>
                  <a:lnTo>
                    <a:pt x="132576" y="341398"/>
                  </a:lnTo>
                  <a:lnTo>
                    <a:pt x="134498" y="342505"/>
                  </a:lnTo>
                  <a:lnTo>
                    <a:pt x="136419" y="343591"/>
                  </a:lnTo>
                  <a:lnTo>
                    <a:pt x="138341" y="344632"/>
                  </a:lnTo>
                  <a:lnTo>
                    <a:pt x="140262" y="345615"/>
                  </a:lnTo>
                  <a:lnTo>
                    <a:pt x="142183" y="346528"/>
                  </a:lnTo>
                  <a:lnTo>
                    <a:pt x="144105" y="347360"/>
                  </a:lnTo>
                  <a:lnTo>
                    <a:pt x="146026" y="348101"/>
                  </a:lnTo>
                  <a:lnTo>
                    <a:pt x="147948" y="348742"/>
                  </a:lnTo>
                  <a:lnTo>
                    <a:pt x="149869" y="349278"/>
                  </a:lnTo>
                  <a:lnTo>
                    <a:pt x="151791" y="349705"/>
                  </a:lnTo>
                  <a:lnTo>
                    <a:pt x="153712" y="350010"/>
                  </a:lnTo>
                  <a:lnTo>
                    <a:pt x="155633" y="350196"/>
                  </a:lnTo>
                  <a:lnTo>
                    <a:pt x="157555" y="350275"/>
                  </a:lnTo>
                  <a:lnTo>
                    <a:pt x="159476" y="350253"/>
                  </a:lnTo>
                  <a:lnTo>
                    <a:pt x="161398" y="350138"/>
                  </a:lnTo>
                  <a:lnTo>
                    <a:pt x="163319" y="349939"/>
                  </a:lnTo>
                  <a:lnTo>
                    <a:pt x="165240" y="349668"/>
                  </a:lnTo>
                  <a:lnTo>
                    <a:pt x="167162" y="349336"/>
                  </a:lnTo>
                  <a:lnTo>
                    <a:pt x="169083" y="348957"/>
                  </a:lnTo>
                  <a:lnTo>
                    <a:pt x="171005" y="348545"/>
                  </a:lnTo>
                  <a:lnTo>
                    <a:pt x="172926" y="348119"/>
                  </a:lnTo>
                  <a:lnTo>
                    <a:pt x="174847" y="347694"/>
                  </a:lnTo>
                  <a:lnTo>
                    <a:pt x="176769" y="347283"/>
                  </a:lnTo>
                  <a:lnTo>
                    <a:pt x="178690" y="346898"/>
                  </a:lnTo>
                  <a:lnTo>
                    <a:pt x="180612" y="346552"/>
                  </a:lnTo>
                  <a:lnTo>
                    <a:pt x="182533" y="346254"/>
                  </a:lnTo>
                  <a:lnTo>
                    <a:pt x="184454" y="346014"/>
                  </a:lnTo>
                  <a:lnTo>
                    <a:pt x="186376" y="345849"/>
                  </a:lnTo>
                  <a:lnTo>
                    <a:pt x="188297" y="345761"/>
                  </a:lnTo>
                  <a:lnTo>
                    <a:pt x="190219" y="345752"/>
                  </a:lnTo>
                  <a:lnTo>
                    <a:pt x="192140" y="345824"/>
                  </a:lnTo>
                  <a:lnTo>
                    <a:pt x="194061" y="345977"/>
                  </a:lnTo>
                  <a:lnTo>
                    <a:pt x="195983" y="346212"/>
                  </a:lnTo>
                  <a:lnTo>
                    <a:pt x="197904" y="346526"/>
                  </a:lnTo>
                  <a:lnTo>
                    <a:pt x="199826" y="346914"/>
                  </a:lnTo>
                  <a:lnTo>
                    <a:pt x="201747" y="347375"/>
                  </a:lnTo>
                  <a:lnTo>
                    <a:pt x="203668" y="347900"/>
                  </a:lnTo>
                  <a:lnTo>
                    <a:pt x="205590" y="348473"/>
                  </a:lnTo>
                  <a:lnTo>
                    <a:pt x="207511" y="349083"/>
                  </a:lnTo>
                  <a:lnTo>
                    <a:pt x="209433" y="349719"/>
                  </a:lnTo>
                  <a:lnTo>
                    <a:pt x="211354" y="350368"/>
                  </a:lnTo>
                  <a:lnTo>
                    <a:pt x="213275" y="351018"/>
                  </a:lnTo>
                  <a:lnTo>
                    <a:pt x="215197" y="351658"/>
                  </a:lnTo>
                  <a:lnTo>
                    <a:pt x="217118" y="352274"/>
                  </a:lnTo>
                  <a:lnTo>
                    <a:pt x="219040" y="352850"/>
                  </a:lnTo>
                  <a:lnTo>
                    <a:pt x="220961" y="353379"/>
                  </a:lnTo>
                  <a:lnTo>
                    <a:pt x="222883" y="353855"/>
                  </a:lnTo>
                  <a:lnTo>
                    <a:pt x="224804" y="354271"/>
                  </a:lnTo>
                  <a:lnTo>
                    <a:pt x="226725" y="354624"/>
                  </a:lnTo>
                  <a:lnTo>
                    <a:pt x="228647" y="354909"/>
                  </a:lnTo>
                  <a:lnTo>
                    <a:pt x="230568" y="355128"/>
                  </a:lnTo>
                  <a:lnTo>
                    <a:pt x="232490" y="355279"/>
                  </a:lnTo>
                  <a:lnTo>
                    <a:pt x="234411" y="355359"/>
                  </a:lnTo>
                  <a:lnTo>
                    <a:pt x="236332" y="355376"/>
                  </a:lnTo>
                  <a:lnTo>
                    <a:pt x="238254" y="355338"/>
                  </a:lnTo>
                  <a:lnTo>
                    <a:pt x="240175" y="355251"/>
                  </a:lnTo>
                  <a:lnTo>
                    <a:pt x="242097" y="355122"/>
                  </a:lnTo>
                  <a:lnTo>
                    <a:pt x="244018" y="354958"/>
                  </a:lnTo>
                  <a:lnTo>
                    <a:pt x="245939" y="354766"/>
                  </a:lnTo>
                  <a:lnTo>
                    <a:pt x="247861" y="354553"/>
                  </a:lnTo>
                  <a:lnTo>
                    <a:pt x="249782" y="354327"/>
                  </a:lnTo>
                  <a:lnTo>
                    <a:pt x="251704" y="354095"/>
                  </a:lnTo>
                  <a:lnTo>
                    <a:pt x="253625" y="353865"/>
                  </a:lnTo>
                  <a:lnTo>
                    <a:pt x="255546" y="353643"/>
                  </a:lnTo>
                  <a:lnTo>
                    <a:pt x="257468" y="353433"/>
                  </a:lnTo>
                  <a:lnTo>
                    <a:pt x="259389" y="353238"/>
                  </a:lnTo>
                  <a:lnTo>
                    <a:pt x="261311" y="353062"/>
                  </a:lnTo>
                  <a:lnTo>
                    <a:pt x="263232" y="352904"/>
                  </a:lnTo>
                  <a:lnTo>
                    <a:pt x="265153" y="352767"/>
                  </a:lnTo>
                  <a:lnTo>
                    <a:pt x="267075" y="352649"/>
                  </a:lnTo>
                  <a:lnTo>
                    <a:pt x="268996" y="352548"/>
                  </a:lnTo>
                  <a:lnTo>
                    <a:pt x="270918" y="352457"/>
                  </a:lnTo>
                  <a:lnTo>
                    <a:pt x="272839" y="352373"/>
                  </a:lnTo>
                  <a:lnTo>
                    <a:pt x="274760" y="352290"/>
                  </a:lnTo>
                  <a:lnTo>
                    <a:pt x="276682" y="352203"/>
                  </a:lnTo>
                  <a:lnTo>
                    <a:pt x="278603" y="352105"/>
                  </a:lnTo>
                  <a:lnTo>
                    <a:pt x="280525" y="351991"/>
                  </a:lnTo>
                  <a:lnTo>
                    <a:pt x="282446" y="351854"/>
                  </a:lnTo>
                  <a:lnTo>
                    <a:pt x="284367" y="351688"/>
                  </a:lnTo>
                  <a:lnTo>
                    <a:pt x="286289" y="351494"/>
                  </a:lnTo>
                  <a:lnTo>
                    <a:pt x="288210" y="351269"/>
                  </a:lnTo>
                  <a:lnTo>
                    <a:pt x="290132" y="351016"/>
                  </a:lnTo>
                  <a:lnTo>
                    <a:pt x="292053" y="350737"/>
                  </a:lnTo>
                  <a:lnTo>
                    <a:pt x="293975" y="350436"/>
                  </a:lnTo>
                  <a:lnTo>
                    <a:pt x="295896" y="350118"/>
                  </a:lnTo>
                  <a:lnTo>
                    <a:pt x="297817" y="349791"/>
                  </a:lnTo>
                  <a:lnTo>
                    <a:pt x="299739" y="349464"/>
                  </a:lnTo>
                  <a:lnTo>
                    <a:pt x="301660" y="349145"/>
                  </a:lnTo>
                  <a:lnTo>
                    <a:pt x="303582" y="348841"/>
                  </a:lnTo>
                  <a:lnTo>
                    <a:pt x="305503" y="348560"/>
                  </a:lnTo>
                  <a:lnTo>
                    <a:pt x="307424" y="348304"/>
                  </a:lnTo>
                  <a:lnTo>
                    <a:pt x="309346" y="348078"/>
                  </a:lnTo>
                  <a:lnTo>
                    <a:pt x="311267" y="347882"/>
                  </a:lnTo>
                  <a:lnTo>
                    <a:pt x="313189" y="347715"/>
                  </a:lnTo>
                  <a:lnTo>
                    <a:pt x="315110" y="347577"/>
                  </a:lnTo>
                  <a:lnTo>
                    <a:pt x="317031" y="347458"/>
                  </a:lnTo>
                  <a:lnTo>
                    <a:pt x="318953" y="347350"/>
                  </a:lnTo>
                  <a:lnTo>
                    <a:pt x="320874" y="347248"/>
                  </a:lnTo>
                  <a:lnTo>
                    <a:pt x="322796" y="347142"/>
                  </a:lnTo>
                  <a:lnTo>
                    <a:pt x="324717" y="347026"/>
                  </a:lnTo>
                  <a:lnTo>
                    <a:pt x="326638" y="346894"/>
                  </a:lnTo>
                  <a:lnTo>
                    <a:pt x="328560" y="346740"/>
                  </a:lnTo>
                  <a:lnTo>
                    <a:pt x="330481" y="346561"/>
                  </a:lnTo>
                  <a:lnTo>
                    <a:pt x="332403" y="346354"/>
                  </a:lnTo>
                  <a:lnTo>
                    <a:pt x="334324" y="346123"/>
                  </a:lnTo>
                  <a:lnTo>
                    <a:pt x="336245" y="345872"/>
                  </a:lnTo>
                  <a:lnTo>
                    <a:pt x="338167" y="345606"/>
                  </a:lnTo>
                  <a:lnTo>
                    <a:pt x="340088" y="345332"/>
                  </a:lnTo>
                  <a:lnTo>
                    <a:pt x="342010" y="345056"/>
                  </a:lnTo>
                  <a:lnTo>
                    <a:pt x="343931" y="344788"/>
                  </a:lnTo>
                  <a:lnTo>
                    <a:pt x="345852" y="344536"/>
                  </a:lnTo>
                  <a:lnTo>
                    <a:pt x="347774" y="344312"/>
                  </a:lnTo>
                  <a:lnTo>
                    <a:pt x="349695" y="344122"/>
                  </a:lnTo>
                  <a:lnTo>
                    <a:pt x="351617" y="343972"/>
                  </a:lnTo>
                  <a:lnTo>
                    <a:pt x="353538" y="343868"/>
                  </a:lnTo>
                  <a:lnTo>
                    <a:pt x="355459" y="343812"/>
                  </a:lnTo>
                  <a:lnTo>
                    <a:pt x="357381" y="343807"/>
                  </a:lnTo>
                  <a:lnTo>
                    <a:pt x="359302" y="343853"/>
                  </a:lnTo>
                  <a:lnTo>
                    <a:pt x="361224" y="343949"/>
                  </a:lnTo>
                  <a:lnTo>
                    <a:pt x="363145" y="344095"/>
                  </a:lnTo>
                  <a:lnTo>
                    <a:pt x="365067" y="344285"/>
                  </a:lnTo>
                  <a:lnTo>
                    <a:pt x="366988" y="344507"/>
                  </a:lnTo>
                  <a:lnTo>
                    <a:pt x="368909" y="344752"/>
                  </a:lnTo>
                  <a:lnTo>
                    <a:pt x="370831" y="345010"/>
                  </a:lnTo>
                  <a:lnTo>
                    <a:pt x="372752" y="345271"/>
                  </a:lnTo>
                  <a:lnTo>
                    <a:pt x="374674" y="345522"/>
                  </a:lnTo>
                  <a:lnTo>
                    <a:pt x="376595" y="345752"/>
                  </a:lnTo>
                  <a:lnTo>
                    <a:pt x="378516" y="345946"/>
                  </a:lnTo>
                  <a:lnTo>
                    <a:pt x="380438" y="346087"/>
                  </a:lnTo>
                  <a:lnTo>
                    <a:pt x="382359" y="346168"/>
                  </a:lnTo>
                  <a:lnTo>
                    <a:pt x="384281" y="346181"/>
                  </a:lnTo>
                  <a:lnTo>
                    <a:pt x="386202" y="346121"/>
                  </a:lnTo>
                  <a:lnTo>
                    <a:pt x="388123" y="345982"/>
                  </a:lnTo>
                  <a:lnTo>
                    <a:pt x="390045" y="345762"/>
                  </a:lnTo>
                  <a:lnTo>
                    <a:pt x="391966" y="345463"/>
                  </a:lnTo>
                  <a:lnTo>
                    <a:pt x="393888" y="345087"/>
                  </a:lnTo>
                  <a:lnTo>
                    <a:pt x="395809" y="344631"/>
                  </a:lnTo>
                  <a:lnTo>
                    <a:pt x="397730" y="344111"/>
                  </a:lnTo>
                  <a:lnTo>
                    <a:pt x="399652" y="343539"/>
                  </a:lnTo>
                  <a:lnTo>
                    <a:pt x="401573" y="342925"/>
                  </a:lnTo>
                  <a:lnTo>
                    <a:pt x="403495" y="342279"/>
                  </a:lnTo>
                  <a:lnTo>
                    <a:pt x="405416" y="341611"/>
                  </a:lnTo>
                  <a:lnTo>
                    <a:pt x="407337" y="340931"/>
                  </a:lnTo>
                  <a:lnTo>
                    <a:pt x="409259" y="340249"/>
                  </a:lnTo>
                  <a:lnTo>
                    <a:pt x="411180" y="339570"/>
                  </a:lnTo>
                  <a:lnTo>
                    <a:pt x="413102" y="338904"/>
                  </a:lnTo>
                  <a:lnTo>
                    <a:pt x="415023" y="338252"/>
                  </a:lnTo>
                  <a:lnTo>
                    <a:pt x="416944" y="337616"/>
                  </a:lnTo>
                  <a:lnTo>
                    <a:pt x="418866" y="336996"/>
                  </a:lnTo>
                  <a:lnTo>
                    <a:pt x="420787" y="336391"/>
                  </a:lnTo>
                  <a:lnTo>
                    <a:pt x="422709" y="335798"/>
                  </a:lnTo>
                  <a:lnTo>
                    <a:pt x="424630" y="335214"/>
                  </a:lnTo>
                  <a:lnTo>
                    <a:pt x="426551" y="334637"/>
                  </a:lnTo>
                  <a:lnTo>
                    <a:pt x="428473" y="334062"/>
                  </a:lnTo>
                  <a:lnTo>
                    <a:pt x="430394" y="333484"/>
                  </a:lnTo>
                  <a:lnTo>
                    <a:pt x="432316" y="332901"/>
                  </a:lnTo>
                  <a:lnTo>
                    <a:pt x="434237" y="332307"/>
                  </a:lnTo>
                  <a:lnTo>
                    <a:pt x="436159" y="331701"/>
                  </a:lnTo>
                  <a:lnTo>
                    <a:pt x="438080" y="331079"/>
                  </a:lnTo>
                  <a:lnTo>
                    <a:pt x="440001" y="330437"/>
                  </a:lnTo>
                  <a:lnTo>
                    <a:pt x="441923" y="329770"/>
                  </a:lnTo>
                  <a:lnTo>
                    <a:pt x="443844" y="329070"/>
                  </a:lnTo>
                  <a:lnTo>
                    <a:pt x="445766" y="328331"/>
                  </a:lnTo>
                  <a:lnTo>
                    <a:pt x="447687" y="327546"/>
                  </a:lnTo>
                  <a:lnTo>
                    <a:pt x="449608" y="326705"/>
                  </a:lnTo>
                  <a:lnTo>
                    <a:pt x="451530" y="325798"/>
                  </a:lnTo>
                  <a:lnTo>
                    <a:pt x="453451" y="324812"/>
                  </a:lnTo>
                  <a:lnTo>
                    <a:pt x="455373" y="323732"/>
                  </a:lnTo>
                  <a:lnTo>
                    <a:pt x="457294" y="322544"/>
                  </a:lnTo>
                  <a:lnTo>
                    <a:pt x="459215" y="321223"/>
                  </a:lnTo>
                  <a:lnTo>
                    <a:pt x="461137" y="319734"/>
                  </a:lnTo>
                  <a:lnTo>
                    <a:pt x="463058" y="318070"/>
                  </a:lnTo>
                  <a:lnTo>
                    <a:pt x="464980" y="316207"/>
                  </a:lnTo>
                  <a:lnTo>
                    <a:pt x="466901" y="314122"/>
                  </a:lnTo>
                  <a:lnTo>
                    <a:pt x="468822" y="311788"/>
                  </a:lnTo>
                  <a:lnTo>
                    <a:pt x="470744" y="309176"/>
                  </a:lnTo>
                  <a:lnTo>
                    <a:pt x="472665" y="306256"/>
                  </a:lnTo>
                  <a:lnTo>
                    <a:pt x="474587" y="302997"/>
                  </a:lnTo>
                  <a:lnTo>
                    <a:pt x="476508" y="299308"/>
                  </a:lnTo>
                  <a:lnTo>
                    <a:pt x="478429" y="295192"/>
                  </a:lnTo>
                  <a:lnTo>
                    <a:pt x="480351" y="290619"/>
                  </a:lnTo>
                  <a:lnTo>
                    <a:pt x="482272" y="285552"/>
                  </a:lnTo>
                  <a:lnTo>
                    <a:pt x="484194" y="279955"/>
                  </a:lnTo>
                  <a:lnTo>
                    <a:pt x="486115" y="273791"/>
                  </a:lnTo>
                  <a:lnTo>
                    <a:pt x="488036" y="267025"/>
                  </a:lnTo>
                  <a:lnTo>
                    <a:pt x="489958" y="259627"/>
                  </a:lnTo>
                  <a:lnTo>
                    <a:pt x="491879" y="251512"/>
                  </a:lnTo>
                  <a:lnTo>
                    <a:pt x="493801" y="242656"/>
                  </a:lnTo>
                  <a:lnTo>
                    <a:pt x="495722" y="233098"/>
                  </a:lnTo>
                  <a:lnTo>
                    <a:pt x="497643" y="222836"/>
                  </a:lnTo>
                  <a:lnTo>
                    <a:pt x="499565" y="211881"/>
                  </a:lnTo>
                  <a:lnTo>
                    <a:pt x="501486" y="200253"/>
                  </a:lnTo>
                  <a:lnTo>
                    <a:pt x="503408" y="187988"/>
                  </a:lnTo>
                  <a:lnTo>
                    <a:pt x="505329" y="175137"/>
                  </a:lnTo>
                  <a:lnTo>
                    <a:pt x="507250" y="161760"/>
                  </a:lnTo>
                  <a:lnTo>
                    <a:pt x="509172" y="147914"/>
                  </a:lnTo>
                  <a:lnTo>
                    <a:pt x="511093" y="133784"/>
                  </a:lnTo>
                  <a:lnTo>
                    <a:pt x="513015" y="119502"/>
                  </a:lnTo>
                  <a:lnTo>
                    <a:pt x="514936" y="105215"/>
                  </a:lnTo>
                  <a:lnTo>
                    <a:pt x="516858" y="91084"/>
                  </a:lnTo>
                  <a:lnTo>
                    <a:pt x="518779" y="77284"/>
                  </a:lnTo>
                  <a:lnTo>
                    <a:pt x="520700" y="63998"/>
                  </a:lnTo>
                  <a:lnTo>
                    <a:pt x="522622" y="51417"/>
                  </a:lnTo>
                  <a:lnTo>
                    <a:pt x="524543" y="39863"/>
                  </a:lnTo>
                  <a:lnTo>
                    <a:pt x="526465" y="29502"/>
                  </a:lnTo>
                  <a:lnTo>
                    <a:pt x="528386" y="20470"/>
                  </a:lnTo>
                  <a:lnTo>
                    <a:pt x="530307" y="12926"/>
                  </a:lnTo>
                  <a:lnTo>
                    <a:pt x="532229" y="7007"/>
                  </a:lnTo>
                  <a:lnTo>
                    <a:pt x="534150" y="2827"/>
                  </a:lnTo>
                  <a:lnTo>
                    <a:pt x="536072" y="473"/>
                  </a:lnTo>
                  <a:lnTo>
                    <a:pt x="537993" y="0"/>
                  </a:lnTo>
                  <a:lnTo>
                    <a:pt x="539914" y="1532"/>
                  </a:lnTo>
                  <a:lnTo>
                    <a:pt x="541836" y="5131"/>
                  </a:lnTo>
                  <a:lnTo>
                    <a:pt x="543757" y="10538"/>
                  </a:lnTo>
                  <a:lnTo>
                    <a:pt x="545679" y="17657"/>
                  </a:lnTo>
                  <a:lnTo>
                    <a:pt x="547600" y="26367"/>
                  </a:lnTo>
                  <a:lnTo>
                    <a:pt x="549521" y="36525"/>
                  </a:lnTo>
                  <a:lnTo>
                    <a:pt x="551443" y="47969"/>
                  </a:lnTo>
                  <a:lnTo>
                    <a:pt x="553364" y="60526"/>
                  </a:lnTo>
                  <a:lnTo>
                    <a:pt x="555286" y="74014"/>
                  </a:lnTo>
                  <a:lnTo>
                    <a:pt x="557207" y="88321"/>
                  </a:lnTo>
                  <a:lnTo>
                    <a:pt x="559128" y="103127"/>
                  </a:lnTo>
                  <a:lnTo>
                    <a:pt x="561050" y="118254"/>
                  </a:lnTo>
                  <a:lnTo>
                    <a:pt x="562971" y="133541"/>
                  </a:lnTo>
                  <a:lnTo>
                    <a:pt x="564893" y="148837"/>
                  </a:lnTo>
                  <a:lnTo>
                    <a:pt x="566814" y="164004"/>
                  </a:lnTo>
                  <a:lnTo>
                    <a:pt x="568735" y="178920"/>
                  </a:lnTo>
                  <a:lnTo>
                    <a:pt x="570657" y="193477"/>
                  </a:lnTo>
                  <a:lnTo>
                    <a:pt x="572578" y="207529"/>
                  </a:lnTo>
                  <a:lnTo>
                    <a:pt x="574500" y="220992"/>
                  </a:lnTo>
                  <a:lnTo>
                    <a:pt x="576421" y="233840"/>
                  </a:lnTo>
                  <a:lnTo>
                    <a:pt x="578342" y="246024"/>
                  </a:lnTo>
                  <a:lnTo>
                    <a:pt x="580264" y="257510"/>
                  </a:lnTo>
                  <a:lnTo>
                    <a:pt x="582185" y="268272"/>
                  </a:lnTo>
                  <a:lnTo>
                    <a:pt x="584107" y="278295"/>
                  </a:lnTo>
                  <a:lnTo>
                    <a:pt x="586028" y="287574"/>
                  </a:lnTo>
                  <a:lnTo>
                    <a:pt x="587950" y="296088"/>
                  </a:lnTo>
                  <a:lnTo>
                    <a:pt x="589871" y="303784"/>
                  </a:lnTo>
                  <a:lnTo>
                    <a:pt x="591792" y="310776"/>
                  </a:lnTo>
                  <a:lnTo>
                    <a:pt x="593714" y="317091"/>
                  </a:lnTo>
                  <a:lnTo>
                    <a:pt x="595635" y="322758"/>
                  </a:lnTo>
                  <a:lnTo>
                    <a:pt x="597557" y="327813"/>
                  </a:lnTo>
                  <a:lnTo>
                    <a:pt x="599478" y="332292"/>
                  </a:lnTo>
                  <a:lnTo>
                    <a:pt x="601399" y="336232"/>
                  </a:lnTo>
                  <a:lnTo>
                    <a:pt x="603321" y="339675"/>
                  </a:lnTo>
                  <a:lnTo>
                    <a:pt x="605242" y="342606"/>
                  </a:lnTo>
                  <a:lnTo>
                    <a:pt x="607164" y="345119"/>
                  </a:lnTo>
                  <a:lnTo>
                    <a:pt x="609085" y="347264"/>
                  </a:lnTo>
                  <a:lnTo>
                    <a:pt x="611006" y="349077"/>
                  </a:lnTo>
                  <a:lnTo>
                    <a:pt x="612928" y="350592"/>
                  </a:lnTo>
                  <a:lnTo>
                    <a:pt x="614849" y="351842"/>
                  </a:lnTo>
                  <a:lnTo>
                    <a:pt x="616771" y="352858"/>
                  </a:lnTo>
                  <a:lnTo>
                    <a:pt x="618692" y="353667"/>
                  </a:lnTo>
                  <a:lnTo>
                    <a:pt x="620613" y="354286"/>
                  </a:lnTo>
                  <a:lnTo>
                    <a:pt x="622535" y="354744"/>
                  </a:lnTo>
                  <a:lnTo>
                    <a:pt x="624456" y="355076"/>
                  </a:lnTo>
                  <a:lnTo>
                    <a:pt x="626378" y="355303"/>
                  </a:lnTo>
                  <a:lnTo>
                    <a:pt x="628299" y="355442"/>
                  </a:lnTo>
                  <a:lnTo>
                    <a:pt x="630220" y="355510"/>
                  </a:lnTo>
                  <a:lnTo>
                    <a:pt x="632142" y="355520"/>
                  </a:lnTo>
                  <a:lnTo>
                    <a:pt x="634063" y="355486"/>
                  </a:lnTo>
                  <a:lnTo>
                    <a:pt x="635985" y="355418"/>
                  </a:lnTo>
                  <a:lnTo>
                    <a:pt x="637906" y="355323"/>
                  </a:lnTo>
                  <a:lnTo>
                    <a:pt x="639827" y="355214"/>
                  </a:lnTo>
                  <a:lnTo>
                    <a:pt x="641749" y="355096"/>
                  </a:lnTo>
                  <a:lnTo>
                    <a:pt x="643670" y="354974"/>
                  </a:lnTo>
                  <a:lnTo>
                    <a:pt x="645592" y="354850"/>
                  </a:lnTo>
                  <a:lnTo>
                    <a:pt x="647513" y="354726"/>
                  </a:lnTo>
                  <a:lnTo>
                    <a:pt x="649434" y="354604"/>
                  </a:lnTo>
                  <a:lnTo>
                    <a:pt x="651356" y="354484"/>
                  </a:lnTo>
                  <a:lnTo>
                    <a:pt x="653277" y="354367"/>
                  </a:lnTo>
                  <a:lnTo>
                    <a:pt x="655199" y="354251"/>
                  </a:lnTo>
                  <a:lnTo>
                    <a:pt x="657120" y="354135"/>
                  </a:lnTo>
                  <a:lnTo>
                    <a:pt x="659042" y="354018"/>
                  </a:lnTo>
                  <a:lnTo>
                    <a:pt x="660963" y="353899"/>
                  </a:lnTo>
                  <a:lnTo>
                    <a:pt x="662884" y="353777"/>
                  </a:lnTo>
                  <a:lnTo>
                    <a:pt x="664806" y="353653"/>
                  </a:lnTo>
                  <a:lnTo>
                    <a:pt x="666727" y="353524"/>
                  </a:lnTo>
                  <a:lnTo>
                    <a:pt x="668649" y="353393"/>
                  </a:lnTo>
                  <a:lnTo>
                    <a:pt x="670570" y="353258"/>
                  </a:lnTo>
                  <a:lnTo>
                    <a:pt x="672491" y="353122"/>
                  </a:lnTo>
                  <a:lnTo>
                    <a:pt x="674413" y="352985"/>
                  </a:lnTo>
                  <a:lnTo>
                    <a:pt x="676334" y="352851"/>
                  </a:lnTo>
                  <a:lnTo>
                    <a:pt x="678256" y="352719"/>
                  </a:lnTo>
                  <a:lnTo>
                    <a:pt x="680177" y="352591"/>
                  </a:lnTo>
                  <a:lnTo>
                    <a:pt x="682098" y="352470"/>
                  </a:lnTo>
                  <a:lnTo>
                    <a:pt x="684020" y="352356"/>
                  </a:lnTo>
                  <a:lnTo>
                    <a:pt x="685941" y="352250"/>
                  </a:lnTo>
                  <a:lnTo>
                    <a:pt x="687863" y="352152"/>
                  </a:lnTo>
                  <a:lnTo>
                    <a:pt x="689784" y="352061"/>
                  </a:lnTo>
                  <a:lnTo>
                    <a:pt x="691705" y="351973"/>
                  </a:lnTo>
                  <a:lnTo>
                    <a:pt x="693627" y="351887"/>
                  </a:lnTo>
                  <a:lnTo>
                    <a:pt x="695548" y="351799"/>
                  </a:lnTo>
                  <a:lnTo>
                    <a:pt x="697470" y="351705"/>
                  </a:lnTo>
                  <a:lnTo>
                    <a:pt x="699391" y="351601"/>
                  </a:lnTo>
                  <a:lnTo>
                    <a:pt x="701312" y="351479"/>
                  </a:lnTo>
                  <a:lnTo>
                    <a:pt x="703234" y="351335"/>
                  </a:lnTo>
                  <a:lnTo>
                    <a:pt x="705155" y="351165"/>
                  </a:lnTo>
                  <a:lnTo>
                    <a:pt x="707077" y="350967"/>
                  </a:lnTo>
                  <a:lnTo>
                    <a:pt x="708998" y="350737"/>
                  </a:lnTo>
                  <a:lnTo>
                    <a:pt x="710919" y="350476"/>
                  </a:lnTo>
                  <a:lnTo>
                    <a:pt x="712841" y="350183"/>
                  </a:lnTo>
                  <a:lnTo>
                    <a:pt x="714762" y="349859"/>
                  </a:lnTo>
                  <a:lnTo>
                    <a:pt x="716684" y="349507"/>
                  </a:lnTo>
                  <a:lnTo>
                    <a:pt x="718605" y="349130"/>
                  </a:lnTo>
                  <a:lnTo>
                    <a:pt x="720526" y="348735"/>
                  </a:lnTo>
                  <a:lnTo>
                    <a:pt x="722448" y="348329"/>
                  </a:lnTo>
                  <a:lnTo>
                    <a:pt x="724369" y="347916"/>
                  </a:lnTo>
                  <a:lnTo>
                    <a:pt x="726291" y="347500"/>
                  </a:lnTo>
                  <a:lnTo>
                    <a:pt x="728212" y="347087"/>
                  </a:lnTo>
                  <a:lnTo>
                    <a:pt x="730134" y="346678"/>
                  </a:lnTo>
                  <a:lnTo>
                    <a:pt x="732055" y="346276"/>
                  </a:lnTo>
                  <a:lnTo>
                    <a:pt x="733976" y="345880"/>
                  </a:lnTo>
                  <a:lnTo>
                    <a:pt x="735898" y="345487"/>
                  </a:lnTo>
                  <a:lnTo>
                    <a:pt x="737819" y="345092"/>
                  </a:lnTo>
                  <a:lnTo>
                    <a:pt x="739741" y="344690"/>
                  </a:lnTo>
                  <a:lnTo>
                    <a:pt x="741662" y="344272"/>
                  </a:lnTo>
                  <a:lnTo>
                    <a:pt x="743583" y="343829"/>
                  </a:lnTo>
                  <a:lnTo>
                    <a:pt x="745505" y="343352"/>
                  </a:lnTo>
                  <a:lnTo>
                    <a:pt x="747426" y="342830"/>
                  </a:lnTo>
                  <a:lnTo>
                    <a:pt x="749348" y="342246"/>
                  </a:lnTo>
                  <a:lnTo>
                    <a:pt x="751269" y="341584"/>
                  </a:lnTo>
                  <a:lnTo>
                    <a:pt x="753190" y="340838"/>
                  </a:lnTo>
                  <a:lnTo>
                    <a:pt x="755112" y="339996"/>
                  </a:lnTo>
                  <a:lnTo>
                    <a:pt x="757033" y="339051"/>
                  </a:lnTo>
                  <a:lnTo>
                    <a:pt x="758955" y="337995"/>
                  </a:lnTo>
                  <a:lnTo>
                    <a:pt x="760876" y="336823"/>
                  </a:lnTo>
                  <a:lnTo>
                    <a:pt x="762797" y="335531"/>
                  </a:lnTo>
                  <a:lnTo>
                    <a:pt x="764719" y="334120"/>
                  </a:lnTo>
                  <a:lnTo>
                    <a:pt x="766640" y="332576"/>
                  </a:lnTo>
                  <a:lnTo>
                    <a:pt x="768562" y="330923"/>
                  </a:lnTo>
                  <a:lnTo>
                    <a:pt x="770483" y="329174"/>
                  </a:lnTo>
                  <a:lnTo>
                    <a:pt x="772404" y="327339"/>
                  </a:lnTo>
                  <a:lnTo>
                    <a:pt x="774326" y="325435"/>
                  </a:lnTo>
                  <a:lnTo>
                    <a:pt x="776247" y="323478"/>
                  </a:lnTo>
                  <a:lnTo>
                    <a:pt x="778169" y="321483"/>
                  </a:lnTo>
                  <a:lnTo>
                    <a:pt x="780090" y="319471"/>
                  </a:lnTo>
                  <a:lnTo>
                    <a:pt x="782011" y="317461"/>
                  </a:lnTo>
                  <a:lnTo>
                    <a:pt x="783933" y="315476"/>
                  </a:lnTo>
                  <a:lnTo>
                    <a:pt x="785854" y="313535"/>
                  </a:lnTo>
                  <a:lnTo>
                    <a:pt x="787776" y="311656"/>
                  </a:lnTo>
                  <a:lnTo>
                    <a:pt x="789697" y="309857"/>
                  </a:lnTo>
                  <a:lnTo>
                    <a:pt x="791618" y="308156"/>
                  </a:lnTo>
                  <a:lnTo>
                    <a:pt x="793540" y="306572"/>
                  </a:lnTo>
                  <a:lnTo>
                    <a:pt x="795461" y="305124"/>
                  </a:lnTo>
                  <a:lnTo>
                    <a:pt x="797383" y="303838"/>
                  </a:lnTo>
                  <a:lnTo>
                    <a:pt x="799304" y="302754"/>
                  </a:lnTo>
                  <a:lnTo>
                    <a:pt x="801226" y="301875"/>
                  </a:lnTo>
                  <a:lnTo>
                    <a:pt x="803147" y="301219"/>
                  </a:lnTo>
                  <a:lnTo>
                    <a:pt x="805068" y="300806"/>
                  </a:lnTo>
                  <a:lnTo>
                    <a:pt x="806990" y="300652"/>
                  </a:lnTo>
                  <a:lnTo>
                    <a:pt x="808911" y="300770"/>
                  </a:lnTo>
                  <a:lnTo>
                    <a:pt x="810833" y="301170"/>
                  </a:lnTo>
                  <a:lnTo>
                    <a:pt x="812754" y="301859"/>
                  </a:lnTo>
                  <a:lnTo>
                    <a:pt x="814675" y="302872"/>
                  </a:lnTo>
                  <a:lnTo>
                    <a:pt x="816597" y="304173"/>
                  </a:lnTo>
                  <a:lnTo>
                    <a:pt x="818518" y="305739"/>
                  </a:lnTo>
                  <a:lnTo>
                    <a:pt x="820440" y="307552"/>
                  </a:lnTo>
                  <a:lnTo>
                    <a:pt x="822361" y="309589"/>
                  </a:lnTo>
                  <a:lnTo>
                    <a:pt x="824282" y="311824"/>
                  </a:lnTo>
                  <a:lnTo>
                    <a:pt x="826204" y="314225"/>
                  </a:lnTo>
                  <a:lnTo>
                    <a:pt x="828125" y="316762"/>
                  </a:lnTo>
                  <a:lnTo>
                    <a:pt x="830047" y="319403"/>
                  </a:lnTo>
                  <a:lnTo>
                    <a:pt x="831968" y="322106"/>
                  </a:lnTo>
                  <a:lnTo>
                    <a:pt x="833889" y="324829"/>
                  </a:lnTo>
                  <a:lnTo>
                    <a:pt x="835811" y="327543"/>
                  </a:lnTo>
                  <a:lnTo>
                    <a:pt x="837732" y="330218"/>
                  </a:lnTo>
                  <a:lnTo>
                    <a:pt x="839654" y="332829"/>
                  </a:lnTo>
                  <a:lnTo>
                    <a:pt x="841575" y="335352"/>
                  </a:lnTo>
                  <a:lnTo>
                    <a:pt x="843496" y="337768"/>
                  </a:lnTo>
                  <a:lnTo>
                    <a:pt x="845418" y="340059"/>
                  </a:lnTo>
                  <a:lnTo>
                    <a:pt x="847339" y="342193"/>
                  </a:lnTo>
                  <a:lnTo>
                    <a:pt x="849261" y="344180"/>
                  </a:lnTo>
                  <a:lnTo>
                    <a:pt x="851182" y="346015"/>
                  </a:lnTo>
                  <a:lnTo>
                    <a:pt x="853103" y="347697"/>
                  </a:lnTo>
                  <a:lnTo>
                    <a:pt x="855025" y="349225"/>
                  </a:lnTo>
                  <a:lnTo>
                    <a:pt x="856946" y="350603"/>
                  </a:lnTo>
                  <a:lnTo>
                    <a:pt x="858868" y="351834"/>
                  </a:lnTo>
                  <a:lnTo>
                    <a:pt x="860789" y="352924"/>
                  </a:lnTo>
                  <a:lnTo>
                    <a:pt x="862710" y="353868"/>
                  </a:lnTo>
                  <a:lnTo>
                    <a:pt x="864632" y="354683"/>
                  </a:lnTo>
                  <a:lnTo>
                    <a:pt x="866553" y="355385"/>
                  </a:lnTo>
                  <a:lnTo>
                    <a:pt x="868475" y="355982"/>
                  </a:lnTo>
                  <a:lnTo>
                    <a:pt x="870396" y="356486"/>
                  </a:lnTo>
                  <a:lnTo>
                    <a:pt x="872318" y="356904"/>
                  </a:lnTo>
                  <a:lnTo>
                    <a:pt x="874239" y="357246"/>
                  </a:lnTo>
                  <a:lnTo>
                    <a:pt x="876160" y="357520"/>
                  </a:lnTo>
                  <a:lnTo>
                    <a:pt x="878082" y="357732"/>
                  </a:lnTo>
                  <a:lnTo>
                    <a:pt x="880003" y="357888"/>
                  </a:lnTo>
                  <a:lnTo>
                    <a:pt x="881925" y="358001"/>
                  </a:lnTo>
                  <a:lnTo>
                    <a:pt x="883846" y="358078"/>
                  </a:lnTo>
                  <a:lnTo>
                    <a:pt x="885767" y="358123"/>
                  </a:lnTo>
                  <a:lnTo>
                    <a:pt x="887689" y="358141"/>
                  </a:lnTo>
                  <a:lnTo>
                    <a:pt x="889610" y="358137"/>
                  </a:lnTo>
                  <a:lnTo>
                    <a:pt x="891532" y="358115"/>
                  </a:lnTo>
                  <a:lnTo>
                    <a:pt x="893453" y="358079"/>
                  </a:lnTo>
                  <a:lnTo>
                    <a:pt x="895374" y="358032"/>
                  </a:lnTo>
                  <a:lnTo>
                    <a:pt x="897296" y="357978"/>
                  </a:lnTo>
                  <a:lnTo>
                    <a:pt x="899217" y="357921"/>
                  </a:lnTo>
                  <a:lnTo>
                    <a:pt x="901139" y="357862"/>
                  </a:lnTo>
                  <a:lnTo>
                    <a:pt x="903060" y="357805"/>
                  </a:lnTo>
                  <a:lnTo>
                    <a:pt x="904981" y="357752"/>
                  </a:lnTo>
                  <a:lnTo>
                    <a:pt x="906903" y="357703"/>
                  </a:lnTo>
                  <a:lnTo>
                    <a:pt x="908824" y="357661"/>
                  </a:lnTo>
                  <a:lnTo>
                    <a:pt x="910746" y="357626"/>
                  </a:lnTo>
                  <a:lnTo>
                    <a:pt x="912667" y="357599"/>
                  </a:lnTo>
                  <a:lnTo>
                    <a:pt x="914588" y="357578"/>
                  </a:lnTo>
                  <a:lnTo>
                    <a:pt x="916510" y="357564"/>
                  </a:lnTo>
                  <a:lnTo>
                    <a:pt x="918431" y="357555"/>
                  </a:lnTo>
                  <a:lnTo>
                    <a:pt x="920353" y="357550"/>
                  </a:lnTo>
                  <a:lnTo>
                    <a:pt x="922274" y="357548"/>
                  </a:lnTo>
                  <a:lnTo>
                    <a:pt x="924195" y="357547"/>
                  </a:lnTo>
                  <a:lnTo>
                    <a:pt x="926117" y="357547"/>
                  </a:lnTo>
                  <a:lnTo>
                    <a:pt x="928038" y="357547"/>
                  </a:lnTo>
                  <a:lnTo>
                    <a:pt x="929960" y="357547"/>
                  </a:lnTo>
                  <a:lnTo>
                    <a:pt x="931881" y="357547"/>
                  </a:lnTo>
                  <a:lnTo>
                    <a:pt x="933802" y="357547"/>
                  </a:lnTo>
                  <a:lnTo>
                    <a:pt x="935724" y="357547"/>
                  </a:lnTo>
                  <a:lnTo>
                    <a:pt x="937645" y="357550"/>
                  </a:lnTo>
                  <a:lnTo>
                    <a:pt x="939567" y="357556"/>
                  </a:lnTo>
                  <a:lnTo>
                    <a:pt x="941488" y="357567"/>
                  </a:lnTo>
                  <a:lnTo>
                    <a:pt x="943410" y="357584"/>
                  </a:lnTo>
                  <a:lnTo>
                    <a:pt x="945331" y="357608"/>
                  </a:lnTo>
                  <a:lnTo>
                    <a:pt x="947252" y="357640"/>
                  </a:lnTo>
                  <a:lnTo>
                    <a:pt x="949174" y="357679"/>
                  </a:lnTo>
                  <a:lnTo>
                    <a:pt x="951095" y="357725"/>
                  </a:lnTo>
                  <a:lnTo>
                    <a:pt x="953017" y="357779"/>
                  </a:lnTo>
                  <a:lnTo>
                    <a:pt x="954938" y="357838"/>
                  </a:lnTo>
                  <a:lnTo>
                    <a:pt x="956859" y="357903"/>
                  </a:lnTo>
                  <a:lnTo>
                    <a:pt x="958781" y="357971"/>
                  </a:lnTo>
                  <a:lnTo>
                    <a:pt x="960702" y="358040"/>
                  </a:lnTo>
                  <a:lnTo>
                    <a:pt x="962624" y="358110"/>
                  </a:lnTo>
                  <a:lnTo>
                    <a:pt x="964545" y="358179"/>
                  </a:lnTo>
                  <a:lnTo>
                    <a:pt x="966466" y="358244"/>
                  </a:lnTo>
                  <a:lnTo>
                    <a:pt x="968388" y="358306"/>
                  </a:lnTo>
                  <a:lnTo>
                    <a:pt x="970309" y="358363"/>
                  </a:lnTo>
                  <a:lnTo>
                    <a:pt x="972231" y="358415"/>
                  </a:lnTo>
                  <a:lnTo>
                    <a:pt x="974152" y="358462"/>
                  </a:lnTo>
                  <a:lnTo>
                    <a:pt x="976073" y="358502"/>
                  </a:lnTo>
                  <a:lnTo>
                    <a:pt x="977995" y="358537"/>
                  </a:lnTo>
                  <a:lnTo>
                    <a:pt x="979916" y="358566"/>
                  </a:lnTo>
                  <a:lnTo>
                    <a:pt x="981838" y="358679"/>
                  </a:lnTo>
                  <a:lnTo>
                    <a:pt x="979916" y="358679"/>
                  </a:lnTo>
                  <a:lnTo>
                    <a:pt x="977995" y="358679"/>
                  </a:lnTo>
                  <a:lnTo>
                    <a:pt x="976073" y="358679"/>
                  </a:lnTo>
                  <a:lnTo>
                    <a:pt x="974152" y="358679"/>
                  </a:lnTo>
                  <a:lnTo>
                    <a:pt x="972231" y="358679"/>
                  </a:lnTo>
                  <a:lnTo>
                    <a:pt x="970309" y="358679"/>
                  </a:lnTo>
                  <a:lnTo>
                    <a:pt x="968388" y="358679"/>
                  </a:lnTo>
                  <a:lnTo>
                    <a:pt x="966466" y="358679"/>
                  </a:lnTo>
                  <a:lnTo>
                    <a:pt x="964545" y="358679"/>
                  </a:lnTo>
                  <a:lnTo>
                    <a:pt x="962624" y="358679"/>
                  </a:lnTo>
                  <a:lnTo>
                    <a:pt x="960702" y="358679"/>
                  </a:lnTo>
                  <a:lnTo>
                    <a:pt x="958781" y="358679"/>
                  </a:lnTo>
                  <a:lnTo>
                    <a:pt x="956859" y="358679"/>
                  </a:lnTo>
                  <a:lnTo>
                    <a:pt x="954938" y="358679"/>
                  </a:lnTo>
                  <a:lnTo>
                    <a:pt x="953017" y="358679"/>
                  </a:lnTo>
                  <a:lnTo>
                    <a:pt x="951095" y="358679"/>
                  </a:lnTo>
                  <a:lnTo>
                    <a:pt x="949174" y="358679"/>
                  </a:lnTo>
                  <a:lnTo>
                    <a:pt x="947252" y="358679"/>
                  </a:lnTo>
                  <a:lnTo>
                    <a:pt x="945331" y="358679"/>
                  </a:lnTo>
                  <a:lnTo>
                    <a:pt x="943410" y="358679"/>
                  </a:lnTo>
                  <a:lnTo>
                    <a:pt x="941488" y="358679"/>
                  </a:lnTo>
                  <a:lnTo>
                    <a:pt x="939567" y="358679"/>
                  </a:lnTo>
                  <a:lnTo>
                    <a:pt x="937645" y="358679"/>
                  </a:lnTo>
                  <a:lnTo>
                    <a:pt x="935724" y="358679"/>
                  </a:lnTo>
                  <a:lnTo>
                    <a:pt x="933802" y="358679"/>
                  </a:lnTo>
                  <a:lnTo>
                    <a:pt x="931881" y="358679"/>
                  </a:lnTo>
                  <a:lnTo>
                    <a:pt x="929960" y="358679"/>
                  </a:lnTo>
                  <a:lnTo>
                    <a:pt x="928038" y="358679"/>
                  </a:lnTo>
                  <a:lnTo>
                    <a:pt x="926117" y="358679"/>
                  </a:lnTo>
                  <a:lnTo>
                    <a:pt x="924195" y="358679"/>
                  </a:lnTo>
                  <a:lnTo>
                    <a:pt x="922274" y="358679"/>
                  </a:lnTo>
                  <a:lnTo>
                    <a:pt x="920353" y="358679"/>
                  </a:lnTo>
                  <a:lnTo>
                    <a:pt x="918431" y="358679"/>
                  </a:lnTo>
                  <a:lnTo>
                    <a:pt x="916510" y="358679"/>
                  </a:lnTo>
                  <a:lnTo>
                    <a:pt x="914588" y="358679"/>
                  </a:lnTo>
                  <a:lnTo>
                    <a:pt x="912667" y="358679"/>
                  </a:lnTo>
                  <a:lnTo>
                    <a:pt x="910746" y="358679"/>
                  </a:lnTo>
                  <a:lnTo>
                    <a:pt x="908824" y="358679"/>
                  </a:lnTo>
                  <a:lnTo>
                    <a:pt x="906903" y="358679"/>
                  </a:lnTo>
                  <a:lnTo>
                    <a:pt x="904981" y="358679"/>
                  </a:lnTo>
                  <a:lnTo>
                    <a:pt x="903060" y="358679"/>
                  </a:lnTo>
                  <a:lnTo>
                    <a:pt x="901139" y="358679"/>
                  </a:lnTo>
                  <a:lnTo>
                    <a:pt x="899217" y="358679"/>
                  </a:lnTo>
                  <a:lnTo>
                    <a:pt x="897296" y="358679"/>
                  </a:lnTo>
                  <a:lnTo>
                    <a:pt x="895374" y="358679"/>
                  </a:lnTo>
                  <a:lnTo>
                    <a:pt x="893453" y="358679"/>
                  </a:lnTo>
                  <a:lnTo>
                    <a:pt x="891532" y="358679"/>
                  </a:lnTo>
                  <a:lnTo>
                    <a:pt x="889610" y="358679"/>
                  </a:lnTo>
                  <a:lnTo>
                    <a:pt x="887689" y="358679"/>
                  </a:lnTo>
                  <a:lnTo>
                    <a:pt x="885767" y="358679"/>
                  </a:lnTo>
                  <a:lnTo>
                    <a:pt x="883846" y="358679"/>
                  </a:lnTo>
                  <a:lnTo>
                    <a:pt x="881925" y="358679"/>
                  </a:lnTo>
                  <a:lnTo>
                    <a:pt x="880003" y="358679"/>
                  </a:lnTo>
                  <a:lnTo>
                    <a:pt x="878082" y="358679"/>
                  </a:lnTo>
                  <a:lnTo>
                    <a:pt x="876160" y="358679"/>
                  </a:lnTo>
                  <a:lnTo>
                    <a:pt x="874239" y="358679"/>
                  </a:lnTo>
                  <a:lnTo>
                    <a:pt x="872318" y="358679"/>
                  </a:lnTo>
                  <a:lnTo>
                    <a:pt x="870396" y="358679"/>
                  </a:lnTo>
                  <a:lnTo>
                    <a:pt x="868475" y="358679"/>
                  </a:lnTo>
                  <a:lnTo>
                    <a:pt x="866553" y="358679"/>
                  </a:lnTo>
                  <a:lnTo>
                    <a:pt x="864632" y="358679"/>
                  </a:lnTo>
                  <a:lnTo>
                    <a:pt x="862710" y="358679"/>
                  </a:lnTo>
                  <a:lnTo>
                    <a:pt x="860789" y="358679"/>
                  </a:lnTo>
                  <a:lnTo>
                    <a:pt x="858868" y="358679"/>
                  </a:lnTo>
                  <a:lnTo>
                    <a:pt x="856946" y="358679"/>
                  </a:lnTo>
                  <a:lnTo>
                    <a:pt x="855025" y="358679"/>
                  </a:lnTo>
                  <a:lnTo>
                    <a:pt x="853103" y="358679"/>
                  </a:lnTo>
                  <a:lnTo>
                    <a:pt x="851182" y="358679"/>
                  </a:lnTo>
                  <a:lnTo>
                    <a:pt x="849261" y="358679"/>
                  </a:lnTo>
                  <a:lnTo>
                    <a:pt x="847339" y="358679"/>
                  </a:lnTo>
                  <a:lnTo>
                    <a:pt x="845418" y="358679"/>
                  </a:lnTo>
                  <a:lnTo>
                    <a:pt x="843496" y="358679"/>
                  </a:lnTo>
                  <a:lnTo>
                    <a:pt x="841575" y="358679"/>
                  </a:lnTo>
                  <a:lnTo>
                    <a:pt x="839654" y="358679"/>
                  </a:lnTo>
                  <a:lnTo>
                    <a:pt x="837732" y="358679"/>
                  </a:lnTo>
                  <a:lnTo>
                    <a:pt x="835811" y="358679"/>
                  </a:lnTo>
                  <a:lnTo>
                    <a:pt x="833889" y="358679"/>
                  </a:lnTo>
                  <a:lnTo>
                    <a:pt x="831968" y="358679"/>
                  </a:lnTo>
                  <a:lnTo>
                    <a:pt x="830047" y="358679"/>
                  </a:lnTo>
                  <a:lnTo>
                    <a:pt x="828125" y="358679"/>
                  </a:lnTo>
                  <a:lnTo>
                    <a:pt x="826204" y="358679"/>
                  </a:lnTo>
                  <a:lnTo>
                    <a:pt x="824282" y="358679"/>
                  </a:lnTo>
                  <a:lnTo>
                    <a:pt x="822361" y="358679"/>
                  </a:lnTo>
                  <a:lnTo>
                    <a:pt x="820440" y="358679"/>
                  </a:lnTo>
                  <a:lnTo>
                    <a:pt x="818518" y="358679"/>
                  </a:lnTo>
                  <a:lnTo>
                    <a:pt x="816597" y="358679"/>
                  </a:lnTo>
                  <a:lnTo>
                    <a:pt x="814675" y="358679"/>
                  </a:lnTo>
                  <a:lnTo>
                    <a:pt x="812754" y="358679"/>
                  </a:lnTo>
                  <a:lnTo>
                    <a:pt x="810833" y="358679"/>
                  </a:lnTo>
                  <a:lnTo>
                    <a:pt x="808911" y="358679"/>
                  </a:lnTo>
                  <a:lnTo>
                    <a:pt x="806990" y="358679"/>
                  </a:lnTo>
                  <a:lnTo>
                    <a:pt x="805068" y="358679"/>
                  </a:lnTo>
                  <a:lnTo>
                    <a:pt x="803147" y="358679"/>
                  </a:lnTo>
                  <a:lnTo>
                    <a:pt x="801226" y="358679"/>
                  </a:lnTo>
                  <a:lnTo>
                    <a:pt x="799304" y="358679"/>
                  </a:lnTo>
                  <a:lnTo>
                    <a:pt x="797383" y="358679"/>
                  </a:lnTo>
                  <a:lnTo>
                    <a:pt x="795461" y="358679"/>
                  </a:lnTo>
                  <a:lnTo>
                    <a:pt x="793540" y="358679"/>
                  </a:lnTo>
                  <a:lnTo>
                    <a:pt x="791618" y="358679"/>
                  </a:lnTo>
                  <a:lnTo>
                    <a:pt x="789697" y="358679"/>
                  </a:lnTo>
                  <a:lnTo>
                    <a:pt x="787776" y="358679"/>
                  </a:lnTo>
                  <a:lnTo>
                    <a:pt x="785854" y="358679"/>
                  </a:lnTo>
                  <a:lnTo>
                    <a:pt x="783933" y="358679"/>
                  </a:lnTo>
                  <a:lnTo>
                    <a:pt x="782011" y="358679"/>
                  </a:lnTo>
                  <a:lnTo>
                    <a:pt x="780090" y="358679"/>
                  </a:lnTo>
                  <a:lnTo>
                    <a:pt x="778169" y="358679"/>
                  </a:lnTo>
                  <a:lnTo>
                    <a:pt x="776247" y="358679"/>
                  </a:lnTo>
                  <a:lnTo>
                    <a:pt x="774326" y="358679"/>
                  </a:lnTo>
                  <a:lnTo>
                    <a:pt x="772404" y="358679"/>
                  </a:lnTo>
                  <a:lnTo>
                    <a:pt x="770483" y="358679"/>
                  </a:lnTo>
                  <a:lnTo>
                    <a:pt x="768562" y="358679"/>
                  </a:lnTo>
                  <a:lnTo>
                    <a:pt x="766640" y="358679"/>
                  </a:lnTo>
                  <a:lnTo>
                    <a:pt x="764719" y="358679"/>
                  </a:lnTo>
                  <a:lnTo>
                    <a:pt x="762797" y="358679"/>
                  </a:lnTo>
                  <a:lnTo>
                    <a:pt x="760876" y="358679"/>
                  </a:lnTo>
                  <a:lnTo>
                    <a:pt x="758955" y="358679"/>
                  </a:lnTo>
                  <a:lnTo>
                    <a:pt x="757033" y="358679"/>
                  </a:lnTo>
                  <a:lnTo>
                    <a:pt x="755112" y="358679"/>
                  </a:lnTo>
                  <a:lnTo>
                    <a:pt x="753190" y="358679"/>
                  </a:lnTo>
                  <a:lnTo>
                    <a:pt x="751269" y="358679"/>
                  </a:lnTo>
                  <a:lnTo>
                    <a:pt x="749348" y="358679"/>
                  </a:lnTo>
                  <a:lnTo>
                    <a:pt x="747426" y="358679"/>
                  </a:lnTo>
                  <a:lnTo>
                    <a:pt x="745505" y="358679"/>
                  </a:lnTo>
                  <a:lnTo>
                    <a:pt x="743583" y="358679"/>
                  </a:lnTo>
                  <a:lnTo>
                    <a:pt x="741662" y="358679"/>
                  </a:lnTo>
                  <a:lnTo>
                    <a:pt x="739741" y="358679"/>
                  </a:lnTo>
                  <a:lnTo>
                    <a:pt x="737819" y="358679"/>
                  </a:lnTo>
                  <a:lnTo>
                    <a:pt x="735898" y="358679"/>
                  </a:lnTo>
                  <a:lnTo>
                    <a:pt x="733976" y="358679"/>
                  </a:lnTo>
                  <a:lnTo>
                    <a:pt x="732055" y="358679"/>
                  </a:lnTo>
                  <a:lnTo>
                    <a:pt x="730134" y="358679"/>
                  </a:lnTo>
                  <a:lnTo>
                    <a:pt x="728212" y="358679"/>
                  </a:lnTo>
                  <a:lnTo>
                    <a:pt x="726291" y="358679"/>
                  </a:lnTo>
                  <a:lnTo>
                    <a:pt x="724369" y="358679"/>
                  </a:lnTo>
                  <a:lnTo>
                    <a:pt x="722448" y="358679"/>
                  </a:lnTo>
                  <a:lnTo>
                    <a:pt x="720526" y="358679"/>
                  </a:lnTo>
                  <a:lnTo>
                    <a:pt x="718605" y="358679"/>
                  </a:lnTo>
                  <a:lnTo>
                    <a:pt x="716684" y="358679"/>
                  </a:lnTo>
                  <a:lnTo>
                    <a:pt x="714762" y="358679"/>
                  </a:lnTo>
                  <a:lnTo>
                    <a:pt x="712841" y="358679"/>
                  </a:lnTo>
                  <a:lnTo>
                    <a:pt x="710919" y="358679"/>
                  </a:lnTo>
                  <a:lnTo>
                    <a:pt x="708998" y="358679"/>
                  </a:lnTo>
                  <a:lnTo>
                    <a:pt x="707077" y="358679"/>
                  </a:lnTo>
                  <a:lnTo>
                    <a:pt x="705155" y="358679"/>
                  </a:lnTo>
                  <a:lnTo>
                    <a:pt x="703234" y="358679"/>
                  </a:lnTo>
                  <a:lnTo>
                    <a:pt x="701312" y="358679"/>
                  </a:lnTo>
                  <a:lnTo>
                    <a:pt x="699391" y="358679"/>
                  </a:lnTo>
                  <a:lnTo>
                    <a:pt x="697470" y="358679"/>
                  </a:lnTo>
                  <a:lnTo>
                    <a:pt x="695548" y="358679"/>
                  </a:lnTo>
                  <a:lnTo>
                    <a:pt x="693627" y="358679"/>
                  </a:lnTo>
                  <a:lnTo>
                    <a:pt x="691705" y="358679"/>
                  </a:lnTo>
                  <a:lnTo>
                    <a:pt x="689784" y="358679"/>
                  </a:lnTo>
                  <a:lnTo>
                    <a:pt x="687863" y="358679"/>
                  </a:lnTo>
                  <a:lnTo>
                    <a:pt x="685941" y="358679"/>
                  </a:lnTo>
                  <a:lnTo>
                    <a:pt x="684020" y="358679"/>
                  </a:lnTo>
                  <a:lnTo>
                    <a:pt x="682098" y="358679"/>
                  </a:lnTo>
                  <a:lnTo>
                    <a:pt x="680177" y="358679"/>
                  </a:lnTo>
                  <a:lnTo>
                    <a:pt x="678256" y="358679"/>
                  </a:lnTo>
                  <a:lnTo>
                    <a:pt x="676334" y="358679"/>
                  </a:lnTo>
                  <a:lnTo>
                    <a:pt x="674413" y="358679"/>
                  </a:lnTo>
                  <a:lnTo>
                    <a:pt x="672491" y="358679"/>
                  </a:lnTo>
                  <a:lnTo>
                    <a:pt x="670570" y="358679"/>
                  </a:lnTo>
                  <a:lnTo>
                    <a:pt x="668649" y="358679"/>
                  </a:lnTo>
                  <a:lnTo>
                    <a:pt x="666727" y="358679"/>
                  </a:lnTo>
                  <a:lnTo>
                    <a:pt x="664806" y="358679"/>
                  </a:lnTo>
                  <a:lnTo>
                    <a:pt x="662884" y="358679"/>
                  </a:lnTo>
                  <a:lnTo>
                    <a:pt x="660963" y="358679"/>
                  </a:lnTo>
                  <a:lnTo>
                    <a:pt x="659042" y="358679"/>
                  </a:lnTo>
                  <a:lnTo>
                    <a:pt x="657120" y="358679"/>
                  </a:lnTo>
                  <a:lnTo>
                    <a:pt x="655199" y="358679"/>
                  </a:lnTo>
                  <a:lnTo>
                    <a:pt x="653277" y="358679"/>
                  </a:lnTo>
                  <a:lnTo>
                    <a:pt x="651356" y="358679"/>
                  </a:lnTo>
                  <a:lnTo>
                    <a:pt x="649434" y="358679"/>
                  </a:lnTo>
                  <a:lnTo>
                    <a:pt x="647513" y="358679"/>
                  </a:lnTo>
                  <a:lnTo>
                    <a:pt x="645592" y="358679"/>
                  </a:lnTo>
                  <a:lnTo>
                    <a:pt x="643670" y="358679"/>
                  </a:lnTo>
                  <a:lnTo>
                    <a:pt x="641749" y="358679"/>
                  </a:lnTo>
                  <a:lnTo>
                    <a:pt x="639827" y="358679"/>
                  </a:lnTo>
                  <a:lnTo>
                    <a:pt x="637906" y="358679"/>
                  </a:lnTo>
                  <a:lnTo>
                    <a:pt x="635985" y="358679"/>
                  </a:lnTo>
                  <a:lnTo>
                    <a:pt x="634063" y="358679"/>
                  </a:lnTo>
                  <a:lnTo>
                    <a:pt x="632142" y="358679"/>
                  </a:lnTo>
                  <a:lnTo>
                    <a:pt x="630220" y="358679"/>
                  </a:lnTo>
                  <a:lnTo>
                    <a:pt x="628299" y="358679"/>
                  </a:lnTo>
                  <a:lnTo>
                    <a:pt x="626378" y="358679"/>
                  </a:lnTo>
                  <a:lnTo>
                    <a:pt x="624456" y="358679"/>
                  </a:lnTo>
                  <a:lnTo>
                    <a:pt x="622535" y="358679"/>
                  </a:lnTo>
                  <a:lnTo>
                    <a:pt x="620613" y="358679"/>
                  </a:lnTo>
                  <a:lnTo>
                    <a:pt x="618692" y="358679"/>
                  </a:lnTo>
                  <a:lnTo>
                    <a:pt x="616771" y="358679"/>
                  </a:lnTo>
                  <a:lnTo>
                    <a:pt x="614849" y="358679"/>
                  </a:lnTo>
                  <a:lnTo>
                    <a:pt x="612928" y="358679"/>
                  </a:lnTo>
                  <a:lnTo>
                    <a:pt x="611006" y="358679"/>
                  </a:lnTo>
                  <a:lnTo>
                    <a:pt x="609085" y="358679"/>
                  </a:lnTo>
                  <a:lnTo>
                    <a:pt x="607164" y="358679"/>
                  </a:lnTo>
                  <a:lnTo>
                    <a:pt x="605242" y="358679"/>
                  </a:lnTo>
                  <a:lnTo>
                    <a:pt x="603321" y="358679"/>
                  </a:lnTo>
                  <a:lnTo>
                    <a:pt x="601399" y="358679"/>
                  </a:lnTo>
                  <a:lnTo>
                    <a:pt x="599478" y="358679"/>
                  </a:lnTo>
                  <a:lnTo>
                    <a:pt x="597557" y="358679"/>
                  </a:lnTo>
                  <a:lnTo>
                    <a:pt x="595635" y="358679"/>
                  </a:lnTo>
                  <a:lnTo>
                    <a:pt x="593714" y="358679"/>
                  </a:lnTo>
                  <a:lnTo>
                    <a:pt x="591792" y="358679"/>
                  </a:lnTo>
                  <a:lnTo>
                    <a:pt x="589871" y="358679"/>
                  </a:lnTo>
                  <a:lnTo>
                    <a:pt x="587950" y="358679"/>
                  </a:lnTo>
                  <a:lnTo>
                    <a:pt x="586028" y="358679"/>
                  </a:lnTo>
                  <a:lnTo>
                    <a:pt x="584107" y="358679"/>
                  </a:lnTo>
                  <a:lnTo>
                    <a:pt x="582185" y="358679"/>
                  </a:lnTo>
                  <a:lnTo>
                    <a:pt x="580264" y="358679"/>
                  </a:lnTo>
                  <a:lnTo>
                    <a:pt x="578342" y="358679"/>
                  </a:lnTo>
                  <a:lnTo>
                    <a:pt x="576421" y="358679"/>
                  </a:lnTo>
                  <a:lnTo>
                    <a:pt x="574500" y="358679"/>
                  </a:lnTo>
                  <a:lnTo>
                    <a:pt x="572578" y="358679"/>
                  </a:lnTo>
                  <a:lnTo>
                    <a:pt x="570657" y="358679"/>
                  </a:lnTo>
                  <a:lnTo>
                    <a:pt x="568735" y="358679"/>
                  </a:lnTo>
                  <a:lnTo>
                    <a:pt x="566814" y="358679"/>
                  </a:lnTo>
                  <a:lnTo>
                    <a:pt x="564893" y="358679"/>
                  </a:lnTo>
                  <a:lnTo>
                    <a:pt x="562971" y="358679"/>
                  </a:lnTo>
                  <a:lnTo>
                    <a:pt x="561050" y="358679"/>
                  </a:lnTo>
                  <a:lnTo>
                    <a:pt x="559128" y="358679"/>
                  </a:lnTo>
                  <a:lnTo>
                    <a:pt x="557207" y="358679"/>
                  </a:lnTo>
                  <a:lnTo>
                    <a:pt x="555286" y="358679"/>
                  </a:lnTo>
                  <a:lnTo>
                    <a:pt x="553364" y="358679"/>
                  </a:lnTo>
                  <a:lnTo>
                    <a:pt x="551443" y="358679"/>
                  </a:lnTo>
                  <a:lnTo>
                    <a:pt x="549521" y="358679"/>
                  </a:lnTo>
                  <a:lnTo>
                    <a:pt x="547600" y="358679"/>
                  </a:lnTo>
                  <a:lnTo>
                    <a:pt x="545679" y="358679"/>
                  </a:lnTo>
                  <a:lnTo>
                    <a:pt x="543757" y="358679"/>
                  </a:lnTo>
                  <a:lnTo>
                    <a:pt x="541836" y="358679"/>
                  </a:lnTo>
                  <a:lnTo>
                    <a:pt x="539914" y="358679"/>
                  </a:lnTo>
                  <a:lnTo>
                    <a:pt x="537993" y="358679"/>
                  </a:lnTo>
                  <a:lnTo>
                    <a:pt x="536072" y="358679"/>
                  </a:lnTo>
                  <a:lnTo>
                    <a:pt x="534150" y="358679"/>
                  </a:lnTo>
                  <a:lnTo>
                    <a:pt x="532229" y="358679"/>
                  </a:lnTo>
                  <a:lnTo>
                    <a:pt x="530307" y="358679"/>
                  </a:lnTo>
                  <a:lnTo>
                    <a:pt x="528386" y="358679"/>
                  </a:lnTo>
                  <a:lnTo>
                    <a:pt x="526465" y="358679"/>
                  </a:lnTo>
                  <a:lnTo>
                    <a:pt x="524543" y="358679"/>
                  </a:lnTo>
                  <a:lnTo>
                    <a:pt x="522622" y="358679"/>
                  </a:lnTo>
                  <a:lnTo>
                    <a:pt x="520700" y="358679"/>
                  </a:lnTo>
                  <a:lnTo>
                    <a:pt x="518779" y="358679"/>
                  </a:lnTo>
                  <a:lnTo>
                    <a:pt x="516858" y="358679"/>
                  </a:lnTo>
                  <a:lnTo>
                    <a:pt x="514936" y="358679"/>
                  </a:lnTo>
                  <a:lnTo>
                    <a:pt x="513015" y="358679"/>
                  </a:lnTo>
                  <a:lnTo>
                    <a:pt x="511093" y="358679"/>
                  </a:lnTo>
                  <a:lnTo>
                    <a:pt x="509172" y="358679"/>
                  </a:lnTo>
                  <a:lnTo>
                    <a:pt x="507250" y="358679"/>
                  </a:lnTo>
                  <a:lnTo>
                    <a:pt x="505329" y="358679"/>
                  </a:lnTo>
                  <a:lnTo>
                    <a:pt x="503408" y="358679"/>
                  </a:lnTo>
                  <a:lnTo>
                    <a:pt x="501486" y="358679"/>
                  </a:lnTo>
                  <a:lnTo>
                    <a:pt x="499565" y="358679"/>
                  </a:lnTo>
                  <a:lnTo>
                    <a:pt x="497643" y="358679"/>
                  </a:lnTo>
                  <a:lnTo>
                    <a:pt x="495722" y="358679"/>
                  </a:lnTo>
                  <a:lnTo>
                    <a:pt x="493801" y="358679"/>
                  </a:lnTo>
                  <a:lnTo>
                    <a:pt x="491879" y="358679"/>
                  </a:lnTo>
                  <a:lnTo>
                    <a:pt x="489958" y="358679"/>
                  </a:lnTo>
                  <a:lnTo>
                    <a:pt x="488036" y="358679"/>
                  </a:lnTo>
                  <a:lnTo>
                    <a:pt x="486115" y="358679"/>
                  </a:lnTo>
                  <a:lnTo>
                    <a:pt x="484194" y="358679"/>
                  </a:lnTo>
                  <a:lnTo>
                    <a:pt x="482272" y="358679"/>
                  </a:lnTo>
                  <a:lnTo>
                    <a:pt x="480351" y="358679"/>
                  </a:lnTo>
                  <a:lnTo>
                    <a:pt x="478429" y="358679"/>
                  </a:lnTo>
                  <a:lnTo>
                    <a:pt x="476508" y="358679"/>
                  </a:lnTo>
                  <a:lnTo>
                    <a:pt x="474587" y="358679"/>
                  </a:lnTo>
                  <a:lnTo>
                    <a:pt x="472665" y="358679"/>
                  </a:lnTo>
                  <a:lnTo>
                    <a:pt x="470744" y="358679"/>
                  </a:lnTo>
                  <a:lnTo>
                    <a:pt x="468822" y="358679"/>
                  </a:lnTo>
                  <a:lnTo>
                    <a:pt x="466901" y="358679"/>
                  </a:lnTo>
                  <a:lnTo>
                    <a:pt x="464980" y="358679"/>
                  </a:lnTo>
                  <a:lnTo>
                    <a:pt x="463058" y="358679"/>
                  </a:lnTo>
                  <a:lnTo>
                    <a:pt x="461137" y="358679"/>
                  </a:lnTo>
                  <a:lnTo>
                    <a:pt x="459215" y="358679"/>
                  </a:lnTo>
                  <a:lnTo>
                    <a:pt x="457294" y="358679"/>
                  </a:lnTo>
                  <a:lnTo>
                    <a:pt x="455373" y="358679"/>
                  </a:lnTo>
                  <a:lnTo>
                    <a:pt x="453451" y="358679"/>
                  </a:lnTo>
                  <a:lnTo>
                    <a:pt x="451530" y="358679"/>
                  </a:lnTo>
                  <a:lnTo>
                    <a:pt x="449608" y="358679"/>
                  </a:lnTo>
                  <a:lnTo>
                    <a:pt x="447687" y="358679"/>
                  </a:lnTo>
                  <a:lnTo>
                    <a:pt x="445766" y="358679"/>
                  </a:lnTo>
                  <a:lnTo>
                    <a:pt x="443844" y="358679"/>
                  </a:lnTo>
                  <a:lnTo>
                    <a:pt x="441923" y="358679"/>
                  </a:lnTo>
                  <a:lnTo>
                    <a:pt x="440001" y="358679"/>
                  </a:lnTo>
                  <a:lnTo>
                    <a:pt x="438080" y="358679"/>
                  </a:lnTo>
                  <a:lnTo>
                    <a:pt x="436159" y="358679"/>
                  </a:lnTo>
                  <a:lnTo>
                    <a:pt x="434237" y="358679"/>
                  </a:lnTo>
                  <a:lnTo>
                    <a:pt x="432316" y="358679"/>
                  </a:lnTo>
                  <a:lnTo>
                    <a:pt x="430394" y="358679"/>
                  </a:lnTo>
                  <a:lnTo>
                    <a:pt x="428473" y="358679"/>
                  </a:lnTo>
                  <a:lnTo>
                    <a:pt x="426551" y="358679"/>
                  </a:lnTo>
                  <a:lnTo>
                    <a:pt x="424630" y="358679"/>
                  </a:lnTo>
                  <a:lnTo>
                    <a:pt x="422709" y="358679"/>
                  </a:lnTo>
                  <a:lnTo>
                    <a:pt x="420787" y="358679"/>
                  </a:lnTo>
                  <a:lnTo>
                    <a:pt x="418866" y="358679"/>
                  </a:lnTo>
                  <a:lnTo>
                    <a:pt x="416944" y="358679"/>
                  </a:lnTo>
                  <a:lnTo>
                    <a:pt x="415023" y="358679"/>
                  </a:lnTo>
                  <a:lnTo>
                    <a:pt x="413102" y="358679"/>
                  </a:lnTo>
                  <a:lnTo>
                    <a:pt x="411180" y="358679"/>
                  </a:lnTo>
                  <a:lnTo>
                    <a:pt x="409259" y="358679"/>
                  </a:lnTo>
                  <a:lnTo>
                    <a:pt x="407337" y="358679"/>
                  </a:lnTo>
                  <a:lnTo>
                    <a:pt x="405416" y="358679"/>
                  </a:lnTo>
                  <a:lnTo>
                    <a:pt x="403495" y="358679"/>
                  </a:lnTo>
                  <a:lnTo>
                    <a:pt x="401573" y="358679"/>
                  </a:lnTo>
                  <a:lnTo>
                    <a:pt x="399652" y="358679"/>
                  </a:lnTo>
                  <a:lnTo>
                    <a:pt x="397730" y="358679"/>
                  </a:lnTo>
                  <a:lnTo>
                    <a:pt x="395809" y="358679"/>
                  </a:lnTo>
                  <a:lnTo>
                    <a:pt x="393888" y="358679"/>
                  </a:lnTo>
                  <a:lnTo>
                    <a:pt x="391966" y="358679"/>
                  </a:lnTo>
                  <a:lnTo>
                    <a:pt x="390045" y="358679"/>
                  </a:lnTo>
                  <a:lnTo>
                    <a:pt x="388123" y="358679"/>
                  </a:lnTo>
                  <a:lnTo>
                    <a:pt x="386202" y="358679"/>
                  </a:lnTo>
                  <a:lnTo>
                    <a:pt x="384281" y="358679"/>
                  </a:lnTo>
                  <a:lnTo>
                    <a:pt x="382359" y="358679"/>
                  </a:lnTo>
                  <a:lnTo>
                    <a:pt x="380438" y="358679"/>
                  </a:lnTo>
                  <a:lnTo>
                    <a:pt x="378516" y="358679"/>
                  </a:lnTo>
                  <a:lnTo>
                    <a:pt x="376595" y="358679"/>
                  </a:lnTo>
                  <a:lnTo>
                    <a:pt x="374674" y="358679"/>
                  </a:lnTo>
                  <a:lnTo>
                    <a:pt x="372752" y="358679"/>
                  </a:lnTo>
                  <a:lnTo>
                    <a:pt x="370831" y="358679"/>
                  </a:lnTo>
                  <a:lnTo>
                    <a:pt x="368909" y="358679"/>
                  </a:lnTo>
                  <a:lnTo>
                    <a:pt x="366988" y="358679"/>
                  </a:lnTo>
                  <a:lnTo>
                    <a:pt x="365067" y="358679"/>
                  </a:lnTo>
                  <a:lnTo>
                    <a:pt x="363145" y="358679"/>
                  </a:lnTo>
                  <a:lnTo>
                    <a:pt x="361224" y="358679"/>
                  </a:lnTo>
                  <a:lnTo>
                    <a:pt x="359302" y="358679"/>
                  </a:lnTo>
                  <a:lnTo>
                    <a:pt x="357381" y="358679"/>
                  </a:lnTo>
                  <a:lnTo>
                    <a:pt x="355459" y="358679"/>
                  </a:lnTo>
                  <a:lnTo>
                    <a:pt x="353538" y="358679"/>
                  </a:lnTo>
                  <a:lnTo>
                    <a:pt x="351617" y="358679"/>
                  </a:lnTo>
                  <a:lnTo>
                    <a:pt x="349695" y="358679"/>
                  </a:lnTo>
                  <a:lnTo>
                    <a:pt x="347774" y="358679"/>
                  </a:lnTo>
                  <a:lnTo>
                    <a:pt x="345852" y="358679"/>
                  </a:lnTo>
                  <a:lnTo>
                    <a:pt x="343931" y="358679"/>
                  </a:lnTo>
                  <a:lnTo>
                    <a:pt x="342010" y="358679"/>
                  </a:lnTo>
                  <a:lnTo>
                    <a:pt x="340088" y="358679"/>
                  </a:lnTo>
                  <a:lnTo>
                    <a:pt x="338167" y="358679"/>
                  </a:lnTo>
                  <a:lnTo>
                    <a:pt x="336245" y="358679"/>
                  </a:lnTo>
                  <a:lnTo>
                    <a:pt x="334324" y="358679"/>
                  </a:lnTo>
                  <a:lnTo>
                    <a:pt x="332403" y="358679"/>
                  </a:lnTo>
                  <a:lnTo>
                    <a:pt x="330481" y="358679"/>
                  </a:lnTo>
                  <a:lnTo>
                    <a:pt x="328560" y="358679"/>
                  </a:lnTo>
                  <a:lnTo>
                    <a:pt x="326638" y="358679"/>
                  </a:lnTo>
                  <a:lnTo>
                    <a:pt x="324717" y="358679"/>
                  </a:lnTo>
                  <a:lnTo>
                    <a:pt x="322796" y="358679"/>
                  </a:lnTo>
                  <a:lnTo>
                    <a:pt x="320874" y="358679"/>
                  </a:lnTo>
                  <a:lnTo>
                    <a:pt x="318953" y="358679"/>
                  </a:lnTo>
                  <a:lnTo>
                    <a:pt x="317031" y="358679"/>
                  </a:lnTo>
                  <a:lnTo>
                    <a:pt x="315110" y="358679"/>
                  </a:lnTo>
                  <a:lnTo>
                    <a:pt x="313189" y="358679"/>
                  </a:lnTo>
                  <a:lnTo>
                    <a:pt x="311267" y="358679"/>
                  </a:lnTo>
                  <a:lnTo>
                    <a:pt x="309346" y="358679"/>
                  </a:lnTo>
                  <a:lnTo>
                    <a:pt x="307424" y="358679"/>
                  </a:lnTo>
                  <a:lnTo>
                    <a:pt x="305503" y="358679"/>
                  </a:lnTo>
                  <a:lnTo>
                    <a:pt x="303582" y="358679"/>
                  </a:lnTo>
                  <a:lnTo>
                    <a:pt x="301660" y="358679"/>
                  </a:lnTo>
                  <a:lnTo>
                    <a:pt x="299739" y="358679"/>
                  </a:lnTo>
                  <a:lnTo>
                    <a:pt x="297817" y="358679"/>
                  </a:lnTo>
                  <a:lnTo>
                    <a:pt x="295896" y="358679"/>
                  </a:lnTo>
                  <a:lnTo>
                    <a:pt x="293975" y="358679"/>
                  </a:lnTo>
                  <a:lnTo>
                    <a:pt x="292053" y="358679"/>
                  </a:lnTo>
                  <a:lnTo>
                    <a:pt x="290132" y="358679"/>
                  </a:lnTo>
                  <a:lnTo>
                    <a:pt x="288210" y="358679"/>
                  </a:lnTo>
                  <a:lnTo>
                    <a:pt x="286289" y="358679"/>
                  </a:lnTo>
                  <a:lnTo>
                    <a:pt x="284367" y="358679"/>
                  </a:lnTo>
                  <a:lnTo>
                    <a:pt x="282446" y="358679"/>
                  </a:lnTo>
                  <a:lnTo>
                    <a:pt x="280525" y="358679"/>
                  </a:lnTo>
                  <a:lnTo>
                    <a:pt x="278603" y="358679"/>
                  </a:lnTo>
                  <a:lnTo>
                    <a:pt x="276682" y="358679"/>
                  </a:lnTo>
                  <a:lnTo>
                    <a:pt x="274760" y="358679"/>
                  </a:lnTo>
                  <a:lnTo>
                    <a:pt x="272839" y="358679"/>
                  </a:lnTo>
                  <a:lnTo>
                    <a:pt x="270918" y="358679"/>
                  </a:lnTo>
                  <a:lnTo>
                    <a:pt x="268996" y="358679"/>
                  </a:lnTo>
                  <a:lnTo>
                    <a:pt x="267075" y="358679"/>
                  </a:lnTo>
                  <a:lnTo>
                    <a:pt x="265153" y="358679"/>
                  </a:lnTo>
                  <a:lnTo>
                    <a:pt x="263232" y="358679"/>
                  </a:lnTo>
                  <a:lnTo>
                    <a:pt x="261311" y="358679"/>
                  </a:lnTo>
                  <a:lnTo>
                    <a:pt x="259389" y="358679"/>
                  </a:lnTo>
                  <a:lnTo>
                    <a:pt x="257468" y="358679"/>
                  </a:lnTo>
                  <a:lnTo>
                    <a:pt x="255546" y="358679"/>
                  </a:lnTo>
                  <a:lnTo>
                    <a:pt x="253625" y="358679"/>
                  </a:lnTo>
                  <a:lnTo>
                    <a:pt x="251704" y="358679"/>
                  </a:lnTo>
                  <a:lnTo>
                    <a:pt x="249782" y="358679"/>
                  </a:lnTo>
                  <a:lnTo>
                    <a:pt x="247861" y="358679"/>
                  </a:lnTo>
                  <a:lnTo>
                    <a:pt x="245939" y="358679"/>
                  </a:lnTo>
                  <a:lnTo>
                    <a:pt x="244018" y="358679"/>
                  </a:lnTo>
                  <a:lnTo>
                    <a:pt x="242097" y="358679"/>
                  </a:lnTo>
                  <a:lnTo>
                    <a:pt x="240175" y="358679"/>
                  </a:lnTo>
                  <a:lnTo>
                    <a:pt x="238254" y="358679"/>
                  </a:lnTo>
                  <a:lnTo>
                    <a:pt x="236332" y="358679"/>
                  </a:lnTo>
                  <a:lnTo>
                    <a:pt x="234411" y="358679"/>
                  </a:lnTo>
                  <a:lnTo>
                    <a:pt x="232490" y="358679"/>
                  </a:lnTo>
                  <a:lnTo>
                    <a:pt x="230568" y="358679"/>
                  </a:lnTo>
                  <a:lnTo>
                    <a:pt x="228647" y="358679"/>
                  </a:lnTo>
                  <a:lnTo>
                    <a:pt x="226725" y="358679"/>
                  </a:lnTo>
                  <a:lnTo>
                    <a:pt x="224804" y="358679"/>
                  </a:lnTo>
                  <a:lnTo>
                    <a:pt x="222883" y="358679"/>
                  </a:lnTo>
                  <a:lnTo>
                    <a:pt x="220961" y="358679"/>
                  </a:lnTo>
                  <a:lnTo>
                    <a:pt x="219040" y="358679"/>
                  </a:lnTo>
                  <a:lnTo>
                    <a:pt x="217118" y="358679"/>
                  </a:lnTo>
                  <a:lnTo>
                    <a:pt x="215197" y="358679"/>
                  </a:lnTo>
                  <a:lnTo>
                    <a:pt x="213275" y="358679"/>
                  </a:lnTo>
                  <a:lnTo>
                    <a:pt x="211354" y="358679"/>
                  </a:lnTo>
                  <a:lnTo>
                    <a:pt x="209433" y="358679"/>
                  </a:lnTo>
                  <a:lnTo>
                    <a:pt x="207511" y="358679"/>
                  </a:lnTo>
                  <a:lnTo>
                    <a:pt x="205590" y="358679"/>
                  </a:lnTo>
                  <a:lnTo>
                    <a:pt x="203668" y="358679"/>
                  </a:lnTo>
                  <a:lnTo>
                    <a:pt x="201747" y="358679"/>
                  </a:lnTo>
                  <a:lnTo>
                    <a:pt x="199826" y="358679"/>
                  </a:lnTo>
                  <a:lnTo>
                    <a:pt x="197904" y="358679"/>
                  </a:lnTo>
                  <a:lnTo>
                    <a:pt x="195983" y="358679"/>
                  </a:lnTo>
                  <a:lnTo>
                    <a:pt x="194061" y="358679"/>
                  </a:lnTo>
                  <a:lnTo>
                    <a:pt x="192140" y="358679"/>
                  </a:lnTo>
                  <a:lnTo>
                    <a:pt x="190219" y="358679"/>
                  </a:lnTo>
                  <a:lnTo>
                    <a:pt x="188297" y="358679"/>
                  </a:lnTo>
                  <a:lnTo>
                    <a:pt x="186376" y="358679"/>
                  </a:lnTo>
                  <a:lnTo>
                    <a:pt x="184454" y="358679"/>
                  </a:lnTo>
                  <a:lnTo>
                    <a:pt x="182533" y="358679"/>
                  </a:lnTo>
                  <a:lnTo>
                    <a:pt x="180612" y="358679"/>
                  </a:lnTo>
                  <a:lnTo>
                    <a:pt x="178690" y="358679"/>
                  </a:lnTo>
                  <a:lnTo>
                    <a:pt x="176769" y="358679"/>
                  </a:lnTo>
                  <a:lnTo>
                    <a:pt x="174847" y="358679"/>
                  </a:lnTo>
                  <a:lnTo>
                    <a:pt x="172926" y="358679"/>
                  </a:lnTo>
                  <a:lnTo>
                    <a:pt x="171005" y="358679"/>
                  </a:lnTo>
                  <a:lnTo>
                    <a:pt x="169083" y="358679"/>
                  </a:lnTo>
                  <a:lnTo>
                    <a:pt x="167162" y="358679"/>
                  </a:lnTo>
                  <a:lnTo>
                    <a:pt x="165240" y="358679"/>
                  </a:lnTo>
                  <a:lnTo>
                    <a:pt x="163319" y="358679"/>
                  </a:lnTo>
                  <a:lnTo>
                    <a:pt x="161398" y="358679"/>
                  </a:lnTo>
                  <a:lnTo>
                    <a:pt x="159476" y="358679"/>
                  </a:lnTo>
                  <a:lnTo>
                    <a:pt x="157555" y="358679"/>
                  </a:lnTo>
                  <a:lnTo>
                    <a:pt x="155633" y="358679"/>
                  </a:lnTo>
                  <a:lnTo>
                    <a:pt x="153712" y="358679"/>
                  </a:lnTo>
                  <a:lnTo>
                    <a:pt x="151791" y="358679"/>
                  </a:lnTo>
                  <a:lnTo>
                    <a:pt x="149869" y="358679"/>
                  </a:lnTo>
                  <a:lnTo>
                    <a:pt x="147948" y="358679"/>
                  </a:lnTo>
                  <a:lnTo>
                    <a:pt x="146026" y="358679"/>
                  </a:lnTo>
                  <a:lnTo>
                    <a:pt x="144105" y="358679"/>
                  </a:lnTo>
                  <a:lnTo>
                    <a:pt x="142183" y="358679"/>
                  </a:lnTo>
                  <a:lnTo>
                    <a:pt x="140262" y="358679"/>
                  </a:lnTo>
                  <a:lnTo>
                    <a:pt x="138341" y="358679"/>
                  </a:lnTo>
                  <a:lnTo>
                    <a:pt x="136419" y="358679"/>
                  </a:lnTo>
                  <a:lnTo>
                    <a:pt x="134498" y="358679"/>
                  </a:lnTo>
                  <a:lnTo>
                    <a:pt x="132576" y="358679"/>
                  </a:lnTo>
                  <a:lnTo>
                    <a:pt x="130655" y="358679"/>
                  </a:lnTo>
                  <a:lnTo>
                    <a:pt x="128734" y="358679"/>
                  </a:lnTo>
                  <a:lnTo>
                    <a:pt x="126812" y="358679"/>
                  </a:lnTo>
                  <a:lnTo>
                    <a:pt x="124891" y="358679"/>
                  </a:lnTo>
                  <a:lnTo>
                    <a:pt x="122969" y="358679"/>
                  </a:lnTo>
                  <a:lnTo>
                    <a:pt x="121048" y="358679"/>
                  </a:lnTo>
                  <a:lnTo>
                    <a:pt x="119127" y="358679"/>
                  </a:lnTo>
                  <a:lnTo>
                    <a:pt x="117205" y="358679"/>
                  </a:lnTo>
                  <a:lnTo>
                    <a:pt x="115284" y="358679"/>
                  </a:lnTo>
                  <a:lnTo>
                    <a:pt x="113362" y="358679"/>
                  </a:lnTo>
                  <a:lnTo>
                    <a:pt x="111441" y="358679"/>
                  </a:lnTo>
                  <a:lnTo>
                    <a:pt x="109520" y="358679"/>
                  </a:lnTo>
                  <a:lnTo>
                    <a:pt x="107598" y="358679"/>
                  </a:lnTo>
                  <a:lnTo>
                    <a:pt x="105677" y="358679"/>
                  </a:lnTo>
                  <a:lnTo>
                    <a:pt x="103755" y="358679"/>
                  </a:lnTo>
                  <a:lnTo>
                    <a:pt x="101834" y="358679"/>
                  </a:lnTo>
                  <a:lnTo>
                    <a:pt x="99913" y="358679"/>
                  </a:lnTo>
                  <a:lnTo>
                    <a:pt x="97991" y="358679"/>
                  </a:lnTo>
                  <a:lnTo>
                    <a:pt x="96070" y="358679"/>
                  </a:lnTo>
                  <a:lnTo>
                    <a:pt x="94148" y="358679"/>
                  </a:lnTo>
                  <a:lnTo>
                    <a:pt x="92227" y="358679"/>
                  </a:lnTo>
                  <a:lnTo>
                    <a:pt x="90306" y="358679"/>
                  </a:lnTo>
                  <a:lnTo>
                    <a:pt x="88384" y="358679"/>
                  </a:lnTo>
                  <a:lnTo>
                    <a:pt x="86463" y="358679"/>
                  </a:lnTo>
                  <a:lnTo>
                    <a:pt x="84541" y="358679"/>
                  </a:lnTo>
                  <a:lnTo>
                    <a:pt x="82620" y="358679"/>
                  </a:lnTo>
                  <a:lnTo>
                    <a:pt x="80699" y="358679"/>
                  </a:lnTo>
                  <a:lnTo>
                    <a:pt x="78777" y="358679"/>
                  </a:lnTo>
                  <a:lnTo>
                    <a:pt x="76856" y="358679"/>
                  </a:lnTo>
                  <a:lnTo>
                    <a:pt x="74934" y="358679"/>
                  </a:lnTo>
                  <a:lnTo>
                    <a:pt x="73013" y="358679"/>
                  </a:lnTo>
                  <a:lnTo>
                    <a:pt x="71091" y="358679"/>
                  </a:lnTo>
                  <a:lnTo>
                    <a:pt x="69170" y="358679"/>
                  </a:lnTo>
                  <a:lnTo>
                    <a:pt x="67249" y="358679"/>
                  </a:lnTo>
                  <a:lnTo>
                    <a:pt x="65327" y="358679"/>
                  </a:lnTo>
                  <a:lnTo>
                    <a:pt x="63406" y="358679"/>
                  </a:lnTo>
                  <a:lnTo>
                    <a:pt x="61484" y="358679"/>
                  </a:lnTo>
                  <a:lnTo>
                    <a:pt x="59563" y="358679"/>
                  </a:lnTo>
                  <a:lnTo>
                    <a:pt x="57642" y="358679"/>
                  </a:lnTo>
                  <a:lnTo>
                    <a:pt x="55720" y="358679"/>
                  </a:lnTo>
                  <a:lnTo>
                    <a:pt x="53799" y="358679"/>
                  </a:lnTo>
                  <a:lnTo>
                    <a:pt x="51877" y="358679"/>
                  </a:lnTo>
                  <a:lnTo>
                    <a:pt x="49956" y="358679"/>
                  </a:lnTo>
                  <a:lnTo>
                    <a:pt x="48035" y="358679"/>
                  </a:lnTo>
                  <a:lnTo>
                    <a:pt x="46113" y="358679"/>
                  </a:lnTo>
                  <a:lnTo>
                    <a:pt x="44192" y="358679"/>
                  </a:lnTo>
                  <a:lnTo>
                    <a:pt x="42270" y="358679"/>
                  </a:lnTo>
                  <a:lnTo>
                    <a:pt x="40349" y="358679"/>
                  </a:lnTo>
                  <a:lnTo>
                    <a:pt x="38428" y="358679"/>
                  </a:lnTo>
                  <a:lnTo>
                    <a:pt x="36506" y="358679"/>
                  </a:lnTo>
                  <a:lnTo>
                    <a:pt x="34585" y="358679"/>
                  </a:lnTo>
                  <a:lnTo>
                    <a:pt x="32663" y="358679"/>
                  </a:lnTo>
                  <a:lnTo>
                    <a:pt x="30742" y="358679"/>
                  </a:lnTo>
                  <a:lnTo>
                    <a:pt x="28821" y="358679"/>
                  </a:lnTo>
                  <a:lnTo>
                    <a:pt x="26899" y="358679"/>
                  </a:lnTo>
                  <a:lnTo>
                    <a:pt x="24978" y="358679"/>
                  </a:lnTo>
                  <a:lnTo>
                    <a:pt x="23056" y="358679"/>
                  </a:lnTo>
                  <a:lnTo>
                    <a:pt x="21135" y="358679"/>
                  </a:lnTo>
                  <a:lnTo>
                    <a:pt x="19214" y="358679"/>
                  </a:lnTo>
                  <a:lnTo>
                    <a:pt x="17292" y="358679"/>
                  </a:lnTo>
                  <a:lnTo>
                    <a:pt x="15371" y="358679"/>
                  </a:lnTo>
                  <a:lnTo>
                    <a:pt x="13449" y="358679"/>
                  </a:lnTo>
                  <a:lnTo>
                    <a:pt x="11528" y="358679"/>
                  </a:lnTo>
                  <a:lnTo>
                    <a:pt x="9607" y="358679"/>
                  </a:lnTo>
                  <a:lnTo>
                    <a:pt x="7685" y="358679"/>
                  </a:lnTo>
                  <a:lnTo>
                    <a:pt x="5764" y="358679"/>
                  </a:lnTo>
                  <a:lnTo>
                    <a:pt x="3842" y="358679"/>
                  </a:lnTo>
                  <a:lnTo>
                    <a:pt x="1921" y="35867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6686962" y="2424343"/>
              <a:ext cx="981838" cy="358679"/>
            </a:xfrm>
            <a:custGeom>
              <a:avLst/>
              <a:pathLst>
                <a:path w="981838" h="358679">
                  <a:moveTo>
                    <a:pt x="0" y="358679"/>
                  </a:moveTo>
                  <a:lnTo>
                    <a:pt x="1921" y="358679"/>
                  </a:lnTo>
                  <a:lnTo>
                    <a:pt x="3842" y="358679"/>
                  </a:lnTo>
                  <a:lnTo>
                    <a:pt x="5764" y="358679"/>
                  </a:lnTo>
                  <a:lnTo>
                    <a:pt x="7685" y="358679"/>
                  </a:lnTo>
                  <a:lnTo>
                    <a:pt x="9607" y="358679"/>
                  </a:lnTo>
                  <a:lnTo>
                    <a:pt x="11528" y="358679"/>
                  </a:lnTo>
                  <a:lnTo>
                    <a:pt x="13449" y="358679"/>
                  </a:lnTo>
                  <a:lnTo>
                    <a:pt x="15371" y="358679"/>
                  </a:lnTo>
                  <a:lnTo>
                    <a:pt x="17292" y="358679"/>
                  </a:lnTo>
                  <a:lnTo>
                    <a:pt x="19214" y="358679"/>
                  </a:lnTo>
                  <a:lnTo>
                    <a:pt x="21135" y="358679"/>
                  </a:lnTo>
                  <a:lnTo>
                    <a:pt x="23056" y="358679"/>
                  </a:lnTo>
                  <a:lnTo>
                    <a:pt x="24978" y="358678"/>
                  </a:lnTo>
                  <a:lnTo>
                    <a:pt x="26899" y="358678"/>
                  </a:lnTo>
                  <a:lnTo>
                    <a:pt x="28821" y="358677"/>
                  </a:lnTo>
                  <a:lnTo>
                    <a:pt x="30742" y="358675"/>
                  </a:lnTo>
                  <a:lnTo>
                    <a:pt x="32663" y="358673"/>
                  </a:lnTo>
                  <a:lnTo>
                    <a:pt x="34585" y="358669"/>
                  </a:lnTo>
                  <a:lnTo>
                    <a:pt x="36506" y="358664"/>
                  </a:lnTo>
                  <a:lnTo>
                    <a:pt x="38428" y="358656"/>
                  </a:lnTo>
                  <a:lnTo>
                    <a:pt x="40349" y="358645"/>
                  </a:lnTo>
                  <a:lnTo>
                    <a:pt x="42270" y="358629"/>
                  </a:lnTo>
                  <a:lnTo>
                    <a:pt x="44192" y="358605"/>
                  </a:lnTo>
                  <a:lnTo>
                    <a:pt x="46113" y="358573"/>
                  </a:lnTo>
                  <a:lnTo>
                    <a:pt x="48035" y="358529"/>
                  </a:lnTo>
                  <a:lnTo>
                    <a:pt x="49956" y="358469"/>
                  </a:lnTo>
                  <a:lnTo>
                    <a:pt x="51877" y="358390"/>
                  </a:lnTo>
                  <a:lnTo>
                    <a:pt x="53799" y="358286"/>
                  </a:lnTo>
                  <a:lnTo>
                    <a:pt x="55720" y="358151"/>
                  </a:lnTo>
                  <a:lnTo>
                    <a:pt x="57642" y="357974"/>
                  </a:lnTo>
                  <a:lnTo>
                    <a:pt x="59563" y="357749"/>
                  </a:lnTo>
                  <a:lnTo>
                    <a:pt x="61484" y="357468"/>
                  </a:lnTo>
                  <a:lnTo>
                    <a:pt x="63406" y="357123"/>
                  </a:lnTo>
                  <a:lnTo>
                    <a:pt x="65327" y="356706"/>
                  </a:lnTo>
                  <a:lnTo>
                    <a:pt x="67249" y="356207"/>
                  </a:lnTo>
                  <a:lnTo>
                    <a:pt x="69170" y="355619"/>
                  </a:lnTo>
                  <a:lnTo>
                    <a:pt x="71091" y="354936"/>
                  </a:lnTo>
                  <a:lnTo>
                    <a:pt x="73013" y="354144"/>
                  </a:lnTo>
                  <a:lnTo>
                    <a:pt x="74934" y="353238"/>
                  </a:lnTo>
                  <a:lnTo>
                    <a:pt x="76856" y="352228"/>
                  </a:lnTo>
                  <a:lnTo>
                    <a:pt x="78777" y="351118"/>
                  </a:lnTo>
                  <a:lnTo>
                    <a:pt x="80699" y="349914"/>
                  </a:lnTo>
                  <a:lnTo>
                    <a:pt x="82620" y="348627"/>
                  </a:lnTo>
                  <a:lnTo>
                    <a:pt x="84541" y="347270"/>
                  </a:lnTo>
                  <a:lnTo>
                    <a:pt x="86463" y="345859"/>
                  </a:lnTo>
                  <a:lnTo>
                    <a:pt x="88384" y="344413"/>
                  </a:lnTo>
                  <a:lnTo>
                    <a:pt x="90306" y="342959"/>
                  </a:lnTo>
                  <a:lnTo>
                    <a:pt x="92227" y="341525"/>
                  </a:lnTo>
                  <a:lnTo>
                    <a:pt x="94148" y="340136"/>
                  </a:lnTo>
                  <a:lnTo>
                    <a:pt x="96070" y="338817"/>
                  </a:lnTo>
                  <a:lnTo>
                    <a:pt x="97991" y="337592"/>
                  </a:lnTo>
                  <a:lnTo>
                    <a:pt x="99913" y="336482"/>
                  </a:lnTo>
                  <a:lnTo>
                    <a:pt x="101834" y="335507"/>
                  </a:lnTo>
                  <a:lnTo>
                    <a:pt x="103755" y="334685"/>
                  </a:lnTo>
                  <a:lnTo>
                    <a:pt x="105677" y="334048"/>
                  </a:lnTo>
                  <a:lnTo>
                    <a:pt x="107598" y="333599"/>
                  </a:lnTo>
                  <a:lnTo>
                    <a:pt x="109520" y="333333"/>
                  </a:lnTo>
                  <a:lnTo>
                    <a:pt x="111441" y="333249"/>
                  </a:lnTo>
                  <a:lnTo>
                    <a:pt x="113362" y="333344"/>
                  </a:lnTo>
                  <a:lnTo>
                    <a:pt x="115284" y="333612"/>
                  </a:lnTo>
                  <a:lnTo>
                    <a:pt x="117205" y="334042"/>
                  </a:lnTo>
                  <a:lnTo>
                    <a:pt x="119127" y="334622"/>
                  </a:lnTo>
                  <a:lnTo>
                    <a:pt x="121048" y="335341"/>
                  </a:lnTo>
                  <a:lnTo>
                    <a:pt x="122969" y="336185"/>
                  </a:lnTo>
                  <a:lnTo>
                    <a:pt x="124891" y="337122"/>
                  </a:lnTo>
                  <a:lnTo>
                    <a:pt x="126812" y="338130"/>
                  </a:lnTo>
                  <a:lnTo>
                    <a:pt x="128734" y="339192"/>
                  </a:lnTo>
                  <a:lnTo>
                    <a:pt x="130655" y="340288"/>
                  </a:lnTo>
                  <a:lnTo>
                    <a:pt x="132576" y="341398"/>
                  </a:lnTo>
                  <a:lnTo>
                    <a:pt x="134498" y="342505"/>
                  </a:lnTo>
                  <a:lnTo>
                    <a:pt x="136419" y="343591"/>
                  </a:lnTo>
                  <a:lnTo>
                    <a:pt x="138341" y="344632"/>
                  </a:lnTo>
                  <a:lnTo>
                    <a:pt x="140262" y="345615"/>
                  </a:lnTo>
                  <a:lnTo>
                    <a:pt x="142183" y="346528"/>
                  </a:lnTo>
                  <a:lnTo>
                    <a:pt x="144105" y="347360"/>
                  </a:lnTo>
                  <a:lnTo>
                    <a:pt x="146026" y="348101"/>
                  </a:lnTo>
                  <a:lnTo>
                    <a:pt x="147948" y="348742"/>
                  </a:lnTo>
                  <a:lnTo>
                    <a:pt x="149869" y="349278"/>
                  </a:lnTo>
                  <a:lnTo>
                    <a:pt x="151791" y="349705"/>
                  </a:lnTo>
                  <a:lnTo>
                    <a:pt x="153712" y="350010"/>
                  </a:lnTo>
                  <a:lnTo>
                    <a:pt x="155633" y="350196"/>
                  </a:lnTo>
                  <a:lnTo>
                    <a:pt x="157555" y="350275"/>
                  </a:lnTo>
                  <a:lnTo>
                    <a:pt x="159476" y="350253"/>
                  </a:lnTo>
                  <a:lnTo>
                    <a:pt x="161398" y="350138"/>
                  </a:lnTo>
                  <a:lnTo>
                    <a:pt x="163319" y="349939"/>
                  </a:lnTo>
                  <a:lnTo>
                    <a:pt x="165240" y="349668"/>
                  </a:lnTo>
                  <a:lnTo>
                    <a:pt x="167162" y="349336"/>
                  </a:lnTo>
                  <a:lnTo>
                    <a:pt x="169083" y="348957"/>
                  </a:lnTo>
                  <a:lnTo>
                    <a:pt x="171005" y="348545"/>
                  </a:lnTo>
                  <a:lnTo>
                    <a:pt x="172926" y="348119"/>
                  </a:lnTo>
                  <a:lnTo>
                    <a:pt x="174847" y="347694"/>
                  </a:lnTo>
                  <a:lnTo>
                    <a:pt x="176769" y="347283"/>
                  </a:lnTo>
                  <a:lnTo>
                    <a:pt x="178690" y="346898"/>
                  </a:lnTo>
                  <a:lnTo>
                    <a:pt x="180612" y="346552"/>
                  </a:lnTo>
                  <a:lnTo>
                    <a:pt x="182533" y="346254"/>
                  </a:lnTo>
                  <a:lnTo>
                    <a:pt x="184454" y="346014"/>
                  </a:lnTo>
                  <a:lnTo>
                    <a:pt x="186376" y="345849"/>
                  </a:lnTo>
                  <a:lnTo>
                    <a:pt x="188297" y="345761"/>
                  </a:lnTo>
                  <a:lnTo>
                    <a:pt x="190219" y="345752"/>
                  </a:lnTo>
                  <a:lnTo>
                    <a:pt x="192140" y="345824"/>
                  </a:lnTo>
                  <a:lnTo>
                    <a:pt x="194061" y="345977"/>
                  </a:lnTo>
                  <a:lnTo>
                    <a:pt x="195983" y="346212"/>
                  </a:lnTo>
                  <a:lnTo>
                    <a:pt x="197904" y="346526"/>
                  </a:lnTo>
                  <a:lnTo>
                    <a:pt x="199826" y="346914"/>
                  </a:lnTo>
                  <a:lnTo>
                    <a:pt x="201747" y="347375"/>
                  </a:lnTo>
                  <a:lnTo>
                    <a:pt x="203668" y="347900"/>
                  </a:lnTo>
                  <a:lnTo>
                    <a:pt x="205590" y="348473"/>
                  </a:lnTo>
                  <a:lnTo>
                    <a:pt x="207511" y="349083"/>
                  </a:lnTo>
                  <a:lnTo>
                    <a:pt x="209433" y="349719"/>
                  </a:lnTo>
                  <a:lnTo>
                    <a:pt x="211354" y="350368"/>
                  </a:lnTo>
                  <a:lnTo>
                    <a:pt x="213275" y="351018"/>
                  </a:lnTo>
                  <a:lnTo>
                    <a:pt x="215197" y="351658"/>
                  </a:lnTo>
                  <a:lnTo>
                    <a:pt x="217118" y="352274"/>
                  </a:lnTo>
                  <a:lnTo>
                    <a:pt x="219040" y="352850"/>
                  </a:lnTo>
                  <a:lnTo>
                    <a:pt x="220961" y="353379"/>
                  </a:lnTo>
                  <a:lnTo>
                    <a:pt x="222883" y="353855"/>
                  </a:lnTo>
                  <a:lnTo>
                    <a:pt x="224804" y="354271"/>
                  </a:lnTo>
                  <a:lnTo>
                    <a:pt x="226725" y="354624"/>
                  </a:lnTo>
                  <a:lnTo>
                    <a:pt x="228647" y="354909"/>
                  </a:lnTo>
                  <a:lnTo>
                    <a:pt x="230568" y="355128"/>
                  </a:lnTo>
                  <a:lnTo>
                    <a:pt x="232490" y="355279"/>
                  </a:lnTo>
                  <a:lnTo>
                    <a:pt x="234411" y="355359"/>
                  </a:lnTo>
                  <a:lnTo>
                    <a:pt x="236332" y="355376"/>
                  </a:lnTo>
                  <a:lnTo>
                    <a:pt x="238254" y="355338"/>
                  </a:lnTo>
                  <a:lnTo>
                    <a:pt x="240175" y="355251"/>
                  </a:lnTo>
                  <a:lnTo>
                    <a:pt x="242097" y="355122"/>
                  </a:lnTo>
                  <a:lnTo>
                    <a:pt x="244018" y="354958"/>
                  </a:lnTo>
                  <a:lnTo>
                    <a:pt x="245939" y="354766"/>
                  </a:lnTo>
                  <a:lnTo>
                    <a:pt x="247861" y="354553"/>
                  </a:lnTo>
                  <a:lnTo>
                    <a:pt x="249782" y="354327"/>
                  </a:lnTo>
                  <a:lnTo>
                    <a:pt x="251704" y="354095"/>
                  </a:lnTo>
                  <a:lnTo>
                    <a:pt x="253625" y="353865"/>
                  </a:lnTo>
                  <a:lnTo>
                    <a:pt x="255546" y="353643"/>
                  </a:lnTo>
                  <a:lnTo>
                    <a:pt x="257468" y="353433"/>
                  </a:lnTo>
                  <a:lnTo>
                    <a:pt x="259389" y="353238"/>
                  </a:lnTo>
                  <a:lnTo>
                    <a:pt x="261311" y="353062"/>
                  </a:lnTo>
                  <a:lnTo>
                    <a:pt x="263232" y="352904"/>
                  </a:lnTo>
                  <a:lnTo>
                    <a:pt x="265153" y="352767"/>
                  </a:lnTo>
                  <a:lnTo>
                    <a:pt x="267075" y="352649"/>
                  </a:lnTo>
                  <a:lnTo>
                    <a:pt x="268996" y="352548"/>
                  </a:lnTo>
                  <a:lnTo>
                    <a:pt x="270918" y="352457"/>
                  </a:lnTo>
                  <a:lnTo>
                    <a:pt x="272839" y="352373"/>
                  </a:lnTo>
                  <a:lnTo>
                    <a:pt x="274760" y="352290"/>
                  </a:lnTo>
                  <a:lnTo>
                    <a:pt x="276682" y="352203"/>
                  </a:lnTo>
                  <a:lnTo>
                    <a:pt x="278603" y="352105"/>
                  </a:lnTo>
                  <a:lnTo>
                    <a:pt x="280525" y="351991"/>
                  </a:lnTo>
                  <a:lnTo>
                    <a:pt x="282446" y="351854"/>
                  </a:lnTo>
                  <a:lnTo>
                    <a:pt x="284367" y="351688"/>
                  </a:lnTo>
                  <a:lnTo>
                    <a:pt x="286289" y="351494"/>
                  </a:lnTo>
                  <a:lnTo>
                    <a:pt x="288210" y="351269"/>
                  </a:lnTo>
                  <a:lnTo>
                    <a:pt x="290132" y="351016"/>
                  </a:lnTo>
                  <a:lnTo>
                    <a:pt x="292053" y="350737"/>
                  </a:lnTo>
                  <a:lnTo>
                    <a:pt x="293975" y="350436"/>
                  </a:lnTo>
                  <a:lnTo>
                    <a:pt x="295896" y="350118"/>
                  </a:lnTo>
                  <a:lnTo>
                    <a:pt x="297817" y="349791"/>
                  </a:lnTo>
                  <a:lnTo>
                    <a:pt x="299739" y="349464"/>
                  </a:lnTo>
                  <a:lnTo>
                    <a:pt x="301660" y="349145"/>
                  </a:lnTo>
                  <a:lnTo>
                    <a:pt x="303582" y="348841"/>
                  </a:lnTo>
                  <a:lnTo>
                    <a:pt x="305503" y="348560"/>
                  </a:lnTo>
                  <a:lnTo>
                    <a:pt x="307424" y="348304"/>
                  </a:lnTo>
                  <a:lnTo>
                    <a:pt x="309346" y="348078"/>
                  </a:lnTo>
                  <a:lnTo>
                    <a:pt x="311267" y="347882"/>
                  </a:lnTo>
                  <a:lnTo>
                    <a:pt x="313189" y="347715"/>
                  </a:lnTo>
                  <a:lnTo>
                    <a:pt x="315110" y="347577"/>
                  </a:lnTo>
                  <a:lnTo>
                    <a:pt x="317031" y="347458"/>
                  </a:lnTo>
                  <a:lnTo>
                    <a:pt x="318953" y="347350"/>
                  </a:lnTo>
                  <a:lnTo>
                    <a:pt x="320874" y="347248"/>
                  </a:lnTo>
                  <a:lnTo>
                    <a:pt x="322796" y="347142"/>
                  </a:lnTo>
                  <a:lnTo>
                    <a:pt x="324717" y="347026"/>
                  </a:lnTo>
                  <a:lnTo>
                    <a:pt x="326638" y="346894"/>
                  </a:lnTo>
                  <a:lnTo>
                    <a:pt x="328560" y="346740"/>
                  </a:lnTo>
                  <a:lnTo>
                    <a:pt x="330481" y="346561"/>
                  </a:lnTo>
                  <a:lnTo>
                    <a:pt x="332403" y="346354"/>
                  </a:lnTo>
                  <a:lnTo>
                    <a:pt x="334324" y="346123"/>
                  </a:lnTo>
                  <a:lnTo>
                    <a:pt x="336245" y="345872"/>
                  </a:lnTo>
                  <a:lnTo>
                    <a:pt x="338167" y="345606"/>
                  </a:lnTo>
                  <a:lnTo>
                    <a:pt x="340088" y="345332"/>
                  </a:lnTo>
                  <a:lnTo>
                    <a:pt x="342010" y="345056"/>
                  </a:lnTo>
                  <a:lnTo>
                    <a:pt x="343931" y="344788"/>
                  </a:lnTo>
                  <a:lnTo>
                    <a:pt x="345852" y="344536"/>
                  </a:lnTo>
                  <a:lnTo>
                    <a:pt x="347774" y="344312"/>
                  </a:lnTo>
                  <a:lnTo>
                    <a:pt x="349695" y="344122"/>
                  </a:lnTo>
                  <a:lnTo>
                    <a:pt x="351617" y="343972"/>
                  </a:lnTo>
                  <a:lnTo>
                    <a:pt x="353538" y="343868"/>
                  </a:lnTo>
                  <a:lnTo>
                    <a:pt x="355459" y="343812"/>
                  </a:lnTo>
                  <a:lnTo>
                    <a:pt x="357381" y="343807"/>
                  </a:lnTo>
                  <a:lnTo>
                    <a:pt x="359302" y="343853"/>
                  </a:lnTo>
                  <a:lnTo>
                    <a:pt x="361224" y="343949"/>
                  </a:lnTo>
                  <a:lnTo>
                    <a:pt x="363145" y="344095"/>
                  </a:lnTo>
                  <a:lnTo>
                    <a:pt x="365067" y="344285"/>
                  </a:lnTo>
                  <a:lnTo>
                    <a:pt x="366988" y="344507"/>
                  </a:lnTo>
                  <a:lnTo>
                    <a:pt x="368909" y="344752"/>
                  </a:lnTo>
                  <a:lnTo>
                    <a:pt x="370831" y="345010"/>
                  </a:lnTo>
                  <a:lnTo>
                    <a:pt x="372752" y="345271"/>
                  </a:lnTo>
                  <a:lnTo>
                    <a:pt x="374674" y="345522"/>
                  </a:lnTo>
                  <a:lnTo>
                    <a:pt x="376595" y="345752"/>
                  </a:lnTo>
                  <a:lnTo>
                    <a:pt x="378516" y="345946"/>
                  </a:lnTo>
                  <a:lnTo>
                    <a:pt x="380438" y="346087"/>
                  </a:lnTo>
                  <a:lnTo>
                    <a:pt x="382359" y="346168"/>
                  </a:lnTo>
                  <a:lnTo>
                    <a:pt x="384281" y="346181"/>
                  </a:lnTo>
                  <a:lnTo>
                    <a:pt x="386202" y="346121"/>
                  </a:lnTo>
                  <a:lnTo>
                    <a:pt x="388123" y="345982"/>
                  </a:lnTo>
                  <a:lnTo>
                    <a:pt x="390045" y="345762"/>
                  </a:lnTo>
                  <a:lnTo>
                    <a:pt x="391966" y="345463"/>
                  </a:lnTo>
                  <a:lnTo>
                    <a:pt x="393888" y="345087"/>
                  </a:lnTo>
                  <a:lnTo>
                    <a:pt x="395809" y="344631"/>
                  </a:lnTo>
                  <a:lnTo>
                    <a:pt x="397730" y="344111"/>
                  </a:lnTo>
                  <a:lnTo>
                    <a:pt x="399652" y="343539"/>
                  </a:lnTo>
                  <a:lnTo>
                    <a:pt x="401573" y="342925"/>
                  </a:lnTo>
                  <a:lnTo>
                    <a:pt x="403495" y="342279"/>
                  </a:lnTo>
                  <a:lnTo>
                    <a:pt x="405416" y="341611"/>
                  </a:lnTo>
                  <a:lnTo>
                    <a:pt x="407337" y="340931"/>
                  </a:lnTo>
                  <a:lnTo>
                    <a:pt x="409259" y="340249"/>
                  </a:lnTo>
                  <a:lnTo>
                    <a:pt x="411180" y="339570"/>
                  </a:lnTo>
                  <a:lnTo>
                    <a:pt x="413102" y="338904"/>
                  </a:lnTo>
                  <a:lnTo>
                    <a:pt x="415023" y="338252"/>
                  </a:lnTo>
                  <a:lnTo>
                    <a:pt x="416944" y="337616"/>
                  </a:lnTo>
                  <a:lnTo>
                    <a:pt x="418866" y="336996"/>
                  </a:lnTo>
                  <a:lnTo>
                    <a:pt x="420787" y="336391"/>
                  </a:lnTo>
                  <a:lnTo>
                    <a:pt x="422709" y="335798"/>
                  </a:lnTo>
                  <a:lnTo>
                    <a:pt x="424630" y="335214"/>
                  </a:lnTo>
                  <a:lnTo>
                    <a:pt x="426551" y="334637"/>
                  </a:lnTo>
                  <a:lnTo>
                    <a:pt x="428473" y="334062"/>
                  </a:lnTo>
                  <a:lnTo>
                    <a:pt x="430394" y="333484"/>
                  </a:lnTo>
                  <a:lnTo>
                    <a:pt x="432316" y="332901"/>
                  </a:lnTo>
                  <a:lnTo>
                    <a:pt x="434237" y="332307"/>
                  </a:lnTo>
                  <a:lnTo>
                    <a:pt x="436159" y="331701"/>
                  </a:lnTo>
                  <a:lnTo>
                    <a:pt x="438080" y="331079"/>
                  </a:lnTo>
                  <a:lnTo>
                    <a:pt x="440001" y="330437"/>
                  </a:lnTo>
                  <a:lnTo>
                    <a:pt x="441923" y="329770"/>
                  </a:lnTo>
                  <a:lnTo>
                    <a:pt x="443844" y="329070"/>
                  </a:lnTo>
                  <a:lnTo>
                    <a:pt x="445766" y="328331"/>
                  </a:lnTo>
                  <a:lnTo>
                    <a:pt x="447687" y="327546"/>
                  </a:lnTo>
                  <a:lnTo>
                    <a:pt x="449608" y="326705"/>
                  </a:lnTo>
                  <a:lnTo>
                    <a:pt x="451530" y="325798"/>
                  </a:lnTo>
                  <a:lnTo>
                    <a:pt x="453451" y="324812"/>
                  </a:lnTo>
                  <a:lnTo>
                    <a:pt x="455373" y="323732"/>
                  </a:lnTo>
                  <a:lnTo>
                    <a:pt x="457294" y="322544"/>
                  </a:lnTo>
                  <a:lnTo>
                    <a:pt x="459215" y="321223"/>
                  </a:lnTo>
                  <a:lnTo>
                    <a:pt x="461137" y="319734"/>
                  </a:lnTo>
                  <a:lnTo>
                    <a:pt x="463058" y="318070"/>
                  </a:lnTo>
                  <a:lnTo>
                    <a:pt x="464980" y="316207"/>
                  </a:lnTo>
                  <a:lnTo>
                    <a:pt x="466901" y="314122"/>
                  </a:lnTo>
                  <a:lnTo>
                    <a:pt x="468822" y="311788"/>
                  </a:lnTo>
                  <a:lnTo>
                    <a:pt x="470744" y="309176"/>
                  </a:lnTo>
                  <a:lnTo>
                    <a:pt x="472665" y="306256"/>
                  </a:lnTo>
                  <a:lnTo>
                    <a:pt x="474587" y="302997"/>
                  </a:lnTo>
                  <a:lnTo>
                    <a:pt x="476508" y="299308"/>
                  </a:lnTo>
                  <a:lnTo>
                    <a:pt x="478429" y="295192"/>
                  </a:lnTo>
                  <a:lnTo>
                    <a:pt x="480351" y="290619"/>
                  </a:lnTo>
                  <a:lnTo>
                    <a:pt x="482272" y="285552"/>
                  </a:lnTo>
                  <a:lnTo>
                    <a:pt x="484194" y="279955"/>
                  </a:lnTo>
                  <a:lnTo>
                    <a:pt x="486115" y="273791"/>
                  </a:lnTo>
                  <a:lnTo>
                    <a:pt x="488036" y="267025"/>
                  </a:lnTo>
                  <a:lnTo>
                    <a:pt x="489958" y="259627"/>
                  </a:lnTo>
                  <a:lnTo>
                    <a:pt x="491879" y="251512"/>
                  </a:lnTo>
                  <a:lnTo>
                    <a:pt x="493801" y="242656"/>
                  </a:lnTo>
                  <a:lnTo>
                    <a:pt x="495722" y="233098"/>
                  </a:lnTo>
                  <a:lnTo>
                    <a:pt x="497643" y="222836"/>
                  </a:lnTo>
                  <a:lnTo>
                    <a:pt x="499565" y="211881"/>
                  </a:lnTo>
                  <a:lnTo>
                    <a:pt x="501486" y="200253"/>
                  </a:lnTo>
                  <a:lnTo>
                    <a:pt x="503408" y="187988"/>
                  </a:lnTo>
                  <a:lnTo>
                    <a:pt x="505329" y="175137"/>
                  </a:lnTo>
                  <a:lnTo>
                    <a:pt x="507250" y="161760"/>
                  </a:lnTo>
                  <a:lnTo>
                    <a:pt x="509172" y="147914"/>
                  </a:lnTo>
                  <a:lnTo>
                    <a:pt x="511093" y="133784"/>
                  </a:lnTo>
                  <a:lnTo>
                    <a:pt x="513015" y="119502"/>
                  </a:lnTo>
                  <a:lnTo>
                    <a:pt x="514936" y="105215"/>
                  </a:lnTo>
                  <a:lnTo>
                    <a:pt x="516858" y="91084"/>
                  </a:lnTo>
                  <a:lnTo>
                    <a:pt x="518779" y="77284"/>
                  </a:lnTo>
                  <a:lnTo>
                    <a:pt x="520700" y="63998"/>
                  </a:lnTo>
                  <a:lnTo>
                    <a:pt x="522622" y="51417"/>
                  </a:lnTo>
                  <a:lnTo>
                    <a:pt x="524543" y="39863"/>
                  </a:lnTo>
                  <a:lnTo>
                    <a:pt x="526465" y="29502"/>
                  </a:lnTo>
                  <a:lnTo>
                    <a:pt x="528386" y="20470"/>
                  </a:lnTo>
                  <a:lnTo>
                    <a:pt x="530307" y="12926"/>
                  </a:lnTo>
                  <a:lnTo>
                    <a:pt x="532229" y="7007"/>
                  </a:lnTo>
                  <a:lnTo>
                    <a:pt x="534150" y="2827"/>
                  </a:lnTo>
                  <a:lnTo>
                    <a:pt x="536072" y="473"/>
                  </a:lnTo>
                  <a:lnTo>
                    <a:pt x="537993" y="0"/>
                  </a:lnTo>
                  <a:lnTo>
                    <a:pt x="539914" y="1532"/>
                  </a:lnTo>
                  <a:lnTo>
                    <a:pt x="541836" y="5131"/>
                  </a:lnTo>
                  <a:lnTo>
                    <a:pt x="543757" y="10538"/>
                  </a:lnTo>
                  <a:lnTo>
                    <a:pt x="545679" y="17657"/>
                  </a:lnTo>
                  <a:lnTo>
                    <a:pt x="547600" y="26367"/>
                  </a:lnTo>
                  <a:lnTo>
                    <a:pt x="549521" y="36525"/>
                  </a:lnTo>
                  <a:lnTo>
                    <a:pt x="551443" y="47969"/>
                  </a:lnTo>
                  <a:lnTo>
                    <a:pt x="553364" y="60526"/>
                  </a:lnTo>
                  <a:lnTo>
                    <a:pt x="555286" y="74014"/>
                  </a:lnTo>
                  <a:lnTo>
                    <a:pt x="557207" y="88321"/>
                  </a:lnTo>
                  <a:lnTo>
                    <a:pt x="559128" y="103127"/>
                  </a:lnTo>
                  <a:lnTo>
                    <a:pt x="561050" y="118254"/>
                  </a:lnTo>
                  <a:lnTo>
                    <a:pt x="562971" y="133541"/>
                  </a:lnTo>
                  <a:lnTo>
                    <a:pt x="564893" y="148837"/>
                  </a:lnTo>
                  <a:lnTo>
                    <a:pt x="566814" y="164004"/>
                  </a:lnTo>
                  <a:lnTo>
                    <a:pt x="568735" y="178920"/>
                  </a:lnTo>
                  <a:lnTo>
                    <a:pt x="570657" y="193477"/>
                  </a:lnTo>
                  <a:lnTo>
                    <a:pt x="572578" y="207529"/>
                  </a:lnTo>
                  <a:lnTo>
                    <a:pt x="574500" y="220992"/>
                  </a:lnTo>
                  <a:lnTo>
                    <a:pt x="576421" y="233840"/>
                  </a:lnTo>
                  <a:lnTo>
                    <a:pt x="578342" y="246024"/>
                  </a:lnTo>
                  <a:lnTo>
                    <a:pt x="580264" y="257510"/>
                  </a:lnTo>
                  <a:lnTo>
                    <a:pt x="582185" y="268272"/>
                  </a:lnTo>
                  <a:lnTo>
                    <a:pt x="584107" y="278295"/>
                  </a:lnTo>
                  <a:lnTo>
                    <a:pt x="586028" y="287574"/>
                  </a:lnTo>
                  <a:lnTo>
                    <a:pt x="587950" y="296088"/>
                  </a:lnTo>
                  <a:lnTo>
                    <a:pt x="589871" y="303784"/>
                  </a:lnTo>
                  <a:lnTo>
                    <a:pt x="591792" y="310776"/>
                  </a:lnTo>
                  <a:lnTo>
                    <a:pt x="593714" y="317091"/>
                  </a:lnTo>
                  <a:lnTo>
                    <a:pt x="595635" y="322758"/>
                  </a:lnTo>
                  <a:lnTo>
                    <a:pt x="597557" y="327813"/>
                  </a:lnTo>
                  <a:lnTo>
                    <a:pt x="599478" y="332292"/>
                  </a:lnTo>
                  <a:lnTo>
                    <a:pt x="601399" y="336232"/>
                  </a:lnTo>
                  <a:lnTo>
                    <a:pt x="603321" y="339675"/>
                  </a:lnTo>
                  <a:lnTo>
                    <a:pt x="605242" y="342606"/>
                  </a:lnTo>
                  <a:lnTo>
                    <a:pt x="607164" y="345119"/>
                  </a:lnTo>
                  <a:lnTo>
                    <a:pt x="609085" y="347264"/>
                  </a:lnTo>
                  <a:lnTo>
                    <a:pt x="611006" y="349077"/>
                  </a:lnTo>
                  <a:lnTo>
                    <a:pt x="612928" y="350592"/>
                  </a:lnTo>
                  <a:lnTo>
                    <a:pt x="614849" y="351842"/>
                  </a:lnTo>
                  <a:lnTo>
                    <a:pt x="616771" y="352858"/>
                  </a:lnTo>
                  <a:lnTo>
                    <a:pt x="618692" y="353667"/>
                  </a:lnTo>
                  <a:lnTo>
                    <a:pt x="620613" y="354286"/>
                  </a:lnTo>
                  <a:lnTo>
                    <a:pt x="622535" y="354744"/>
                  </a:lnTo>
                  <a:lnTo>
                    <a:pt x="624456" y="355076"/>
                  </a:lnTo>
                  <a:lnTo>
                    <a:pt x="626378" y="355303"/>
                  </a:lnTo>
                  <a:lnTo>
                    <a:pt x="628299" y="355442"/>
                  </a:lnTo>
                  <a:lnTo>
                    <a:pt x="630220" y="355510"/>
                  </a:lnTo>
                  <a:lnTo>
                    <a:pt x="632142" y="355520"/>
                  </a:lnTo>
                  <a:lnTo>
                    <a:pt x="634063" y="355486"/>
                  </a:lnTo>
                  <a:lnTo>
                    <a:pt x="635985" y="355418"/>
                  </a:lnTo>
                  <a:lnTo>
                    <a:pt x="637906" y="355323"/>
                  </a:lnTo>
                  <a:lnTo>
                    <a:pt x="639827" y="355214"/>
                  </a:lnTo>
                  <a:lnTo>
                    <a:pt x="641749" y="355096"/>
                  </a:lnTo>
                  <a:lnTo>
                    <a:pt x="643670" y="354974"/>
                  </a:lnTo>
                  <a:lnTo>
                    <a:pt x="645592" y="354850"/>
                  </a:lnTo>
                  <a:lnTo>
                    <a:pt x="647513" y="354726"/>
                  </a:lnTo>
                  <a:lnTo>
                    <a:pt x="649434" y="354604"/>
                  </a:lnTo>
                  <a:lnTo>
                    <a:pt x="651356" y="354484"/>
                  </a:lnTo>
                  <a:lnTo>
                    <a:pt x="653277" y="354367"/>
                  </a:lnTo>
                  <a:lnTo>
                    <a:pt x="655199" y="354251"/>
                  </a:lnTo>
                  <a:lnTo>
                    <a:pt x="657120" y="354135"/>
                  </a:lnTo>
                  <a:lnTo>
                    <a:pt x="659042" y="354018"/>
                  </a:lnTo>
                  <a:lnTo>
                    <a:pt x="660963" y="353899"/>
                  </a:lnTo>
                  <a:lnTo>
                    <a:pt x="662884" y="353777"/>
                  </a:lnTo>
                  <a:lnTo>
                    <a:pt x="664806" y="353653"/>
                  </a:lnTo>
                  <a:lnTo>
                    <a:pt x="666727" y="353524"/>
                  </a:lnTo>
                  <a:lnTo>
                    <a:pt x="668649" y="353393"/>
                  </a:lnTo>
                  <a:lnTo>
                    <a:pt x="670570" y="353258"/>
                  </a:lnTo>
                  <a:lnTo>
                    <a:pt x="672491" y="353122"/>
                  </a:lnTo>
                  <a:lnTo>
                    <a:pt x="674413" y="352985"/>
                  </a:lnTo>
                  <a:lnTo>
                    <a:pt x="676334" y="352851"/>
                  </a:lnTo>
                  <a:lnTo>
                    <a:pt x="678256" y="352719"/>
                  </a:lnTo>
                  <a:lnTo>
                    <a:pt x="680177" y="352591"/>
                  </a:lnTo>
                  <a:lnTo>
                    <a:pt x="682098" y="352470"/>
                  </a:lnTo>
                  <a:lnTo>
                    <a:pt x="684020" y="352356"/>
                  </a:lnTo>
                  <a:lnTo>
                    <a:pt x="685941" y="352250"/>
                  </a:lnTo>
                  <a:lnTo>
                    <a:pt x="687863" y="352152"/>
                  </a:lnTo>
                  <a:lnTo>
                    <a:pt x="689784" y="352061"/>
                  </a:lnTo>
                  <a:lnTo>
                    <a:pt x="691705" y="351973"/>
                  </a:lnTo>
                  <a:lnTo>
                    <a:pt x="693627" y="351887"/>
                  </a:lnTo>
                  <a:lnTo>
                    <a:pt x="695548" y="351799"/>
                  </a:lnTo>
                  <a:lnTo>
                    <a:pt x="697470" y="351705"/>
                  </a:lnTo>
                  <a:lnTo>
                    <a:pt x="699391" y="351601"/>
                  </a:lnTo>
                  <a:lnTo>
                    <a:pt x="701312" y="351479"/>
                  </a:lnTo>
                  <a:lnTo>
                    <a:pt x="703234" y="351335"/>
                  </a:lnTo>
                  <a:lnTo>
                    <a:pt x="705155" y="351165"/>
                  </a:lnTo>
                  <a:lnTo>
                    <a:pt x="707077" y="350967"/>
                  </a:lnTo>
                  <a:lnTo>
                    <a:pt x="708998" y="350737"/>
                  </a:lnTo>
                  <a:lnTo>
                    <a:pt x="710919" y="350476"/>
                  </a:lnTo>
                  <a:lnTo>
                    <a:pt x="712841" y="350183"/>
                  </a:lnTo>
                  <a:lnTo>
                    <a:pt x="714762" y="349859"/>
                  </a:lnTo>
                  <a:lnTo>
                    <a:pt x="716684" y="349507"/>
                  </a:lnTo>
                  <a:lnTo>
                    <a:pt x="718605" y="349130"/>
                  </a:lnTo>
                  <a:lnTo>
                    <a:pt x="720526" y="348735"/>
                  </a:lnTo>
                  <a:lnTo>
                    <a:pt x="722448" y="348329"/>
                  </a:lnTo>
                  <a:lnTo>
                    <a:pt x="724369" y="347916"/>
                  </a:lnTo>
                  <a:lnTo>
                    <a:pt x="726291" y="347500"/>
                  </a:lnTo>
                  <a:lnTo>
                    <a:pt x="728212" y="347087"/>
                  </a:lnTo>
                  <a:lnTo>
                    <a:pt x="730134" y="346678"/>
                  </a:lnTo>
                  <a:lnTo>
                    <a:pt x="732055" y="346276"/>
                  </a:lnTo>
                  <a:lnTo>
                    <a:pt x="733976" y="345880"/>
                  </a:lnTo>
                  <a:lnTo>
                    <a:pt x="735898" y="345487"/>
                  </a:lnTo>
                  <a:lnTo>
                    <a:pt x="737819" y="345092"/>
                  </a:lnTo>
                  <a:lnTo>
                    <a:pt x="739741" y="344690"/>
                  </a:lnTo>
                  <a:lnTo>
                    <a:pt x="741662" y="344272"/>
                  </a:lnTo>
                  <a:lnTo>
                    <a:pt x="743583" y="343829"/>
                  </a:lnTo>
                  <a:lnTo>
                    <a:pt x="745505" y="343352"/>
                  </a:lnTo>
                  <a:lnTo>
                    <a:pt x="747426" y="342830"/>
                  </a:lnTo>
                  <a:lnTo>
                    <a:pt x="749348" y="342246"/>
                  </a:lnTo>
                  <a:lnTo>
                    <a:pt x="751269" y="341584"/>
                  </a:lnTo>
                  <a:lnTo>
                    <a:pt x="753190" y="340838"/>
                  </a:lnTo>
                  <a:lnTo>
                    <a:pt x="755112" y="339996"/>
                  </a:lnTo>
                  <a:lnTo>
                    <a:pt x="757033" y="339051"/>
                  </a:lnTo>
                  <a:lnTo>
                    <a:pt x="758955" y="337995"/>
                  </a:lnTo>
                  <a:lnTo>
                    <a:pt x="760876" y="336823"/>
                  </a:lnTo>
                  <a:lnTo>
                    <a:pt x="762797" y="335531"/>
                  </a:lnTo>
                  <a:lnTo>
                    <a:pt x="764719" y="334120"/>
                  </a:lnTo>
                  <a:lnTo>
                    <a:pt x="766640" y="332576"/>
                  </a:lnTo>
                  <a:lnTo>
                    <a:pt x="768562" y="330923"/>
                  </a:lnTo>
                  <a:lnTo>
                    <a:pt x="770483" y="329174"/>
                  </a:lnTo>
                  <a:lnTo>
                    <a:pt x="772404" y="327339"/>
                  </a:lnTo>
                  <a:lnTo>
                    <a:pt x="774326" y="325435"/>
                  </a:lnTo>
                  <a:lnTo>
                    <a:pt x="776247" y="323478"/>
                  </a:lnTo>
                  <a:lnTo>
                    <a:pt x="778169" y="321483"/>
                  </a:lnTo>
                  <a:lnTo>
                    <a:pt x="780090" y="319471"/>
                  </a:lnTo>
                  <a:lnTo>
                    <a:pt x="782011" y="317461"/>
                  </a:lnTo>
                  <a:lnTo>
                    <a:pt x="783933" y="315476"/>
                  </a:lnTo>
                  <a:lnTo>
                    <a:pt x="785854" y="313535"/>
                  </a:lnTo>
                  <a:lnTo>
                    <a:pt x="787776" y="311656"/>
                  </a:lnTo>
                  <a:lnTo>
                    <a:pt x="789697" y="309857"/>
                  </a:lnTo>
                  <a:lnTo>
                    <a:pt x="791618" y="308156"/>
                  </a:lnTo>
                  <a:lnTo>
                    <a:pt x="793540" y="306572"/>
                  </a:lnTo>
                  <a:lnTo>
                    <a:pt x="795461" y="305124"/>
                  </a:lnTo>
                  <a:lnTo>
                    <a:pt x="797383" y="303838"/>
                  </a:lnTo>
                  <a:lnTo>
                    <a:pt x="799304" y="302754"/>
                  </a:lnTo>
                  <a:lnTo>
                    <a:pt x="801226" y="301875"/>
                  </a:lnTo>
                  <a:lnTo>
                    <a:pt x="803147" y="301219"/>
                  </a:lnTo>
                  <a:lnTo>
                    <a:pt x="805068" y="300806"/>
                  </a:lnTo>
                  <a:lnTo>
                    <a:pt x="806990" y="300652"/>
                  </a:lnTo>
                  <a:lnTo>
                    <a:pt x="808911" y="300770"/>
                  </a:lnTo>
                  <a:lnTo>
                    <a:pt x="810833" y="301170"/>
                  </a:lnTo>
                  <a:lnTo>
                    <a:pt x="812754" y="301859"/>
                  </a:lnTo>
                  <a:lnTo>
                    <a:pt x="814675" y="302872"/>
                  </a:lnTo>
                  <a:lnTo>
                    <a:pt x="816597" y="304173"/>
                  </a:lnTo>
                  <a:lnTo>
                    <a:pt x="818518" y="305739"/>
                  </a:lnTo>
                  <a:lnTo>
                    <a:pt x="820440" y="307552"/>
                  </a:lnTo>
                  <a:lnTo>
                    <a:pt x="822361" y="309589"/>
                  </a:lnTo>
                  <a:lnTo>
                    <a:pt x="824282" y="311824"/>
                  </a:lnTo>
                  <a:lnTo>
                    <a:pt x="826204" y="314225"/>
                  </a:lnTo>
                  <a:lnTo>
                    <a:pt x="828125" y="316762"/>
                  </a:lnTo>
                  <a:lnTo>
                    <a:pt x="830047" y="319403"/>
                  </a:lnTo>
                  <a:lnTo>
                    <a:pt x="831968" y="322106"/>
                  </a:lnTo>
                  <a:lnTo>
                    <a:pt x="833889" y="324829"/>
                  </a:lnTo>
                  <a:lnTo>
                    <a:pt x="835811" y="327543"/>
                  </a:lnTo>
                  <a:lnTo>
                    <a:pt x="837732" y="330218"/>
                  </a:lnTo>
                  <a:lnTo>
                    <a:pt x="839654" y="332829"/>
                  </a:lnTo>
                  <a:lnTo>
                    <a:pt x="841575" y="335352"/>
                  </a:lnTo>
                  <a:lnTo>
                    <a:pt x="843496" y="337768"/>
                  </a:lnTo>
                  <a:lnTo>
                    <a:pt x="845418" y="340059"/>
                  </a:lnTo>
                  <a:lnTo>
                    <a:pt x="847339" y="342193"/>
                  </a:lnTo>
                  <a:lnTo>
                    <a:pt x="849261" y="344180"/>
                  </a:lnTo>
                  <a:lnTo>
                    <a:pt x="851182" y="346015"/>
                  </a:lnTo>
                  <a:lnTo>
                    <a:pt x="853103" y="347697"/>
                  </a:lnTo>
                  <a:lnTo>
                    <a:pt x="855025" y="349225"/>
                  </a:lnTo>
                  <a:lnTo>
                    <a:pt x="856946" y="350603"/>
                  </a:lnTo>
                  <a:lnTo>
                    <a:pt x="858868" y="351834"/>
                  </a:lnTo>
                  <a:lnTo>
                    <a:pt x="860789" y="352924"/>
                  </a:lnTo>
                  <a:lnTo>
                    <a:pt x="862710" y="353868"/>
                  </a:lnTo>
                  <a:lnTo>
                    <a:pt x="864632" y="354683"/>
                  </a:lnTo>
                  <a:lnTo>
                    <a:pt x="866553" y="355385"/>
                  </a:lnTo>
                  <a:lnTo>
                    <a:pt x="868475" y="355982"/>
                  </a:lnTo>
                  <a:lnTo>
                    <a:pt x="870396" y="356486"/>
                  </a:lnTo>
                  <a:lnTo>
                    <a:pt x="872318" y="356904"/>
                  </a:lnTo>
                  <a:lnTo>
                    <a:pt x="874239" y="357246"/>
                  </a:lnTo>
                  <a:lnTo>
                    <a:pt x="876160" y="357520"/>
                  </a:lnTo>
                  <a:lnTo>
                    <a:pt x="878082" y="357732"/>
                  </a:lnTo>
                  <a:lnTo>
                    <a:pt x="880003" y="357888"/>
                  </a:lnTo>
                  <a:lnTo>
                    <a:pt x="881925" y="358001"/>
                  </a:lnTo>
                  <a:lnTo>
                    <a:pt x="883846" y="358078"/>
                  </a:lnTo>
                  <a:lnTo>
                    <a:pt x="885767" y="358123"/>
                  </a:lnTo>
                  <a:lnTo>
                    <a:pt x="887689" y="358141"/>
                  </a:lnTo>
                  <a:lnTo>
                    <a:pt x="889610" y="358137"/>
                  </a:lnTo>
                  <a:lnTo>
                    <a:pt x="891532" y="358115"/>
                  </a:lnTo>
                  <a:lnTo>
                    <a:pt x="893453" y="358079"/>
                  </a:lnTo>
                  <a:lnTo>
                    <a:pt x="895374" y="358032"/>
                  </a:lnTo>
                  <a:lnTo>
                    <a:pt x="897296" y="357978"/>
                  </a:lnTo>
                  <a:lnTo>
                    <a:pt x="899217" y="357921"/>
                  </a:lnTo>
                  <a:lnTo>
                    <a:pt x="901139" y="357862"/>
                  </a:lnTo>
                  <a:lnTo>
                    <a:pt x="903060" y="357805"/>
                  </a:lnTo>
                  <a:lnTo>
                    <a:pt x="904981" y="357752"/>
                  </a:lnTo>
                  <a:lnTo>
                    <a:pt x="906903" y="357703"/>
                  </a:lnTo>
                  <a:lnTo>
                    <a:pt x="908824" y="357661"/>
                  </a:lnTo>
                  <a:lnTo>
                    <a:pt x="910746" y="357626"/>
                  </a:lnTo>
                  <a:lnTo>
                    <a:pt x="912667" y="357599"/>
                  </a:lnTo>
                  <a:lnTo>
                    <a:pt x="914588" y="357578"/>
                  </a:lnTo>
                  <a:lnTo>
                    <a:pt x="916510" y="357564"/>
                  </a:lnTo>
                  <a:lnTo>
                    <a:pt x="918431" y="357555"/>
                  </a:lnTo>
                  <a:lnTo>
                    <a:pt x="920353" y="357550"/>
                  </a:lnTo>
                  <a:lnTo>
                    <a:pt x="922274" y="357548"/>
                  </a:lnTo>
                  <a:lnTo>
                    <a:pt x="924195" y="357547"/>
                  </a:lnTo>
                  <a:lnTo>
                    <a:pt x="926117" y="357547"/>
                  </a:lnTo>
                  <a:lnTo>
                    <a:pt x="928038" y="357547"/>
                  </a:lnTo>
                  <a:lnTo>
                    <a:pt x="929960" y="357547"/>
                  </a:lnTo>
                  <a:lnTo>
                    <a:pt x="931881" y="357547"/>
                  </a:lnTo>
                  <a:lnTo>
                    <a:pt x="933802" y="357547"/>
                  </a:lnTo>
                  <a:lnTo>
                    <a:pt x="935724" y="357547"/>
                  </a:lnTo>
                  <a:lnTo>
                    <a:pt x="937645" y="357550"/>
                  </a:lnTo>
                  <a:lnTo>
                    <a:pt x="939567" y="357556"/>
                  </a:lnTo>
                  <a:lnTo>
                    <a:pt x="941488" y="357567"/>
                  </a:lnTo>
                  <a:lnTo>
                    <a:pt x="943410" y="357584"/>
                  </a:lnTo>
                  <a:lnTo>
                    <a:pt x="945331" y="357608"/>
                  </a:lnTo>
                  <a:lnTo>
                    <a:pt x="947252" y="357640"/>
                  </a:lnTo>
                  <a:lnTo>
                    <a:pt x="949174" y="357679"/>
                  </a:lnTo>
                  <a:lnTo>
                    <a:pt x="951095" y="357725"/>
                  </a:lnTo>
                  <a:lnTo>
                    <a:pt x="953017" y="357779"/>
                  </a:lnTo>
                  <a:lnTo>
                    <a:pt x="954938" y="357838"/>
                  </a:lnTo>
                  <a:lnTo>
                    <a:pt x="956859" y="357903"/>
                  </a:lnTo>
                  <a:lnTo>
                    <a:pt x="958781" y="357971"/>
                  </a:lnTo>
                  <a:lnTo>
                    <a:pt x="960702" y="358040"/>
                  </a:lnTo>
                  <a:lnTo>
                    <a:pt x="962624" y="358110"/>
                  </a:lnTo>
                  <a:lnTo>
                    <a:pt x="964545" y="358179"/>
                  </a:lnTo>
                  <a:lnTo>
                    <a:pt x="966466" y="358244"/>
                  </a:lnTo>
                  <a:lnTo>
                    <a:pt x="968388" y="358306"/>
                  </a:lnTo>
                  <a:lnTo>
                    <a:pt x="970309" y="358363"/>
                  </a:lnTo>
                  <a:lnTo>
                    <a:pt x="972231" y="358415"/>
                  </a:lnTo>
                  <a:lnTo>
                    <a:pt x="974152" y="358462"/>
                  </a:lnTo>
                  <a:lnTo>
                    <a:pt x="976073" y="358502"/>
                  </a:lnTo>
                  <a:lnTo>
                    <a:pt x="977995" y="358537"/>
                  </a:lnTo>
                  <a:lnTo>
                    <a:pt x="979916" y="358566"/>
                  </a:lnTo>
                  <a:lnTo>
                    <a:pt x="981838" y="358591"/>
                  </a:lnTo>
                </a:path>
              </a:pathLst>
            </a:cu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686962" y="2519155"/>
              <a:ext cx="981838" cy="263867"/>
            </a:xfrm>
            <a:custGeom>
              <a:avLst/>
              <a:pathLst>
                <a:path w="981838" h="263867">
                  <a:moveTo>
                    <a:pt x="0" y="263863"/>
                  </a:moveTo>
                  <a:lnTo>
                    <a:pt x="1921" y="263862"/>
                  </a:lnTo>
                  <a:lnTo>
                    <a:pt x="3842" y="263861"/>
                  </a:lnTo>
                  <a:lnTo>
                    <a:pt x="5764" y="263859"/>
                  </a:lnTo>
                  <a:lnTo>
                    <a:pt x="7685" y="263856"/>
                  </a:lnTo>
                  <a:lnTo>
                    <a:pt x="9607" y="263853"/>
                  </a:lnTo>
                  <a:lnTo>
                    <a:pt x="11528" y="263849"/>
                  </a:lnTo>
                  <a:lnTo>
                    <a:pt x="13449" y="263844"/>
                  </a:lnTo>
                  <a:lnTo>
                    <a:pt x="15371" y="263837"/>
                  </a:lnTo>
                  <a:lnTo>
                    <a:pt x="17292" y="263829"/>
                  </a:lnTo>
                  <a:lnTo>
                    <a:pt x="19214" y="263819"/>
                  </a:lnTo>
                  <a:lnTo>
                    <a:pt x="21135" y="263805"/>
                  </a:lnTo>
                  <a:lnTo>
                    <a:pt x="23056" y="263789"/>
                  </a:lnTo>
                  <a:lnTo>
                    <a:pt x="24978" y="263769"/>
                  </a:lnTo>
                  <a:lnTo>
                    <a:pt x="26899" y="263745"/>
                  </a:lnTo>
                  <a:lnTo>
                    <a:pt x="28821" y="263717"/>
                  </a:lnTo>
                  <a:lnTo>
                    <a:pt x="30742" y="263681"/>
                  </a:lnTo>
                  <a:lnTo>
                    <a:pt x="32663" y="263638"/>
                  </a:lnTo>
                  <a:lnTo>
                    <a:pt x="34585" y="263587"/>
                  </a:lnTo>
                  <a:lnTo>
                    <a:pt x="36506" y="263527"/>
                  </a:lnTo>
                  <a:lnTo>
                    <a:pt x="38428" y="263456"/>
                  </a:lnTo>
                  <a:lnTo>
                    <a:pt x="40349" y="263375"/>
                  </a:lnTo>
                  <a:lnTo>
                    <a:pt x="42270" y="263277"/>
                  </a:lnTo>
                  <a:lnTo>
                    <a:pt x="44192" y="263163"/>
                  </a:lnTo>
                  <a:lnTo>
                    <a:pt x="46113" y="263034"/>
                  </a:lnTo>
                  <a:lnTo>
                    <a:pt x="48035" y="262886"/>
                  </a:lnTo>
                  <a:lnTo>
                    <a:pt x="49956" y="262719"/>
                  </a:lnTo>
                  <a:lnTo>
                    <a:pt x="51877" y="262531"/>
                  </a:lnTo>
                  <a:lnTo>
                    <a:pt x="53799" y="262316"/>
                  </a:lnTo>
                  <a:lnTo>
                    <a:pt x="55720" y="262076"/>
                  </a:lnTo>
                  <a:lnTo>
                    <a:pt x="57642" y="261811"/>
                  </a:lnTo>
                  <a:lnTo>
                    <a:pt x="59563" y="261520"/>
                  </a:lnTo>
                  <a:lnTo>
                    <a:pt x="61484" y="261202"/>
                  </a:lnTo>
                  <a:lnTo>
                    <a:pt x="63406" y="260857"/>
                  </a:lnTo>
                  <a:lnTo>
                    <a:pt x="65327" y="260478"/>
                  </a:lnTo>
                  <a:lnTo>
                    <a:pt x="67249" y="260072"/>
                  </a:lnTo>
                  <a:lnTo>
                    <a:pt x="69170" y="259640"/>
                  </a:lnTo>
                  <a:lnTo>
                    <a:pt x="71091" y="259183"/>
                  </a:lnTo>
                  <a:lnTo>
                    <a:pt x="73013" y="258703"/>
                  </a:lnTo>
                  <a:lnTo>
                    <a:pt x="74934" y="258199"/>
                  </a:lnTo>
                  <a:lnTo>
                    <a:pt x="76856" y="257674"/>
                  </a:lnTo>
                  <a:lnTo>
                    <a:pt x="78777" y="257133"/>
                  </a:lnTo>
                  <a:lnTo>
                    <a:pt x="80699" y="256580"/>
                  </a:lnTo>
                  <a:lnTo>
                    <a:pt x="82620" y="256019"/>
                  </a:lnTo>
                  <a:lnTo>
                    <a:pt x="84541" y="255452"/>
                  </a:lnTo>
                  <a:lnTo>
                    <a:pt x="86463" y="254886"/>
                  </a:lnTo>
                  <a:lnTo>
                    <a:pt x="88384" y="254324"/>
                  </a:lnTo>
                  <a:lnTo>
                    <a:pt x="90306" y="253773"/>
                  </a:lnTo>
                  <a:lnTo>
                    <a:pt x="92227" y="253236"/>
                  </a:lnTo>
                  <a:lnTo>
                    <a:pt x="94148" y="252717"/>
                  </a:lnTo>
                  <a:lnTo>
                    <a:pt x="96070" y="252220"/>
                  </a:lnTo>
                  <a:lnTo>
                    <a:pt x="97991" y="251754"/>
                  </a:lnTo>
                  <a:lnTo>
                    <a:pt x="99913" y="251323"/>
                  </a:lnTo>
                  <a:lnTo>
                    <a:pt x="101834" y="250926"/>
                  </a:lnTo>
                  <a:lnTo>
                    <a:pt x="103755" y="250566"/>
                  </a:lnTo>
                  <a:lnTo>
                    <a:pt x="105677" y="250246"/>
                  </a:lnTo>
                  <a:lnTo>
                    <a:pt x="107598" y="249966"/>
                  </a:lnTo>
                  <a:lnTo>
                    <a:pt x="109520" y="249736"/>
                  </a:lnTo>
                  <a:lnTo>
                    <a:pt x="111441" y="249552"/>
                  </a:lnTo>
                  <a:lnTo>
                    <a:pt x="113362" y="249410"/>
                  </a:lnTo>
                  <a:lnTo>
                    <a:pt x="115284" y="249310"/>
                  </a:lnTo>
                  <a:lnTo>
                    <a:pt x="117205" y="249251"/>
                  </a:lnTo>
                  <a:lnTo>
                    <a:pt x="119127" y="249231"/>
                  </a:lnTo>
                  <a:lnTo>
                    <a:pt x="121048" y="249257"/>
                  </a:lnTo>
                  <a:lnTo>
                    <a:pt x="122969" y="249317"/>
                  </a:lnTo>
                  <a:lnTo>
                    <a:pt x="124891" y="249408"/>
                  </a:lnTo>
                  <a:lnTo>
                    <a:pt x="126812" y="249527"/>
                  </a:lnTo>
                  <a:lnTo>
                    <a:pt x="128734" y="249673"/>
                  </a:lnTo>
                  <a:lnTo>
                    <a:pt x="130655" y="249841"/>
                  </a:lnTo>
                  <a:lnTo>
                    <a:pt x="132576" y="250033"/>
                  </a:lnTo>
                  <a:lnTo>
                    <a:pt x="134498" y="250241"/>
                  </a:lnTo>
                  <a:lnTo>
                    <a:pt x="136419" y="250462"/>
                  </a:lnTo>
                  <a:lnTo>
                    <a:pt x="138341" y="250693"/>
                  </a:lnTo>
                  <a:lnTo>
                    <a:pt x="140262" y="250933"/>
                  </a:lnTo>
                  <a:lnTo>
                    <a:pt x="142183" y="251179"/>
                  </a:lnTo>
                  <a:lnTo>
                    <a:pt x="144105" y="251431"/>
                  </a:lnTo>
                  <a:lnTo>
                    <a:pt x="146026" y="251685"/>
                  </a:lnTo>
                  <a:lnTo>
                    <a:pt x="147948" y="251940"/>
                  </a:lnTo>
                  <a:lnTo>
                    <a:pt x="149869" y="252195"/>
                  </a:lnTo>
                  <a:lnTo>
                    <a:pt x="151791" y="252450"/>
                  </a:lnTo>
                  <a:lnTo>
                    <a:pt x="153712" y="252703"/>
                  </a:lnTo>
                  <a:lnTo>
                    <a:pt x="155633" y="252955"/>
                  </a:lnTo>
                  <a:lnTo>
                    <a:pt x="157555" y="253204"/>
                  </a:lnTo>
                  <a:lnTo>
                    <a:pt x="159476" y="253451"/>
                  </a:lnTo>
                  <a:lnTo>
                    <a:pt x="161398" y="253696"/>
                  </a:lnTo>
                  <a:lnTo>
                    <a:pt x="163319" y="253938"/>
                  </a:lnTo>
                  <a:lnTo>
                    <a:pt x="165240" y="254176"/>
                  </a:lnTo>
                  <a:lnTo>
                    <a:pt x="167162" y="254412"/>
                  </a:lnTo>
                  <a:lnTo>
                    <a:pt x="169083" y="254644"/>
                  </a:lnTo>
                  <a:lnTo>
                    <a:pt x="171005" y="254872"/>
                  </a:lnTo>
                  <a:lnTo>
                    <a:pt x="172926" y="255097"/>
                  </a:lnTo>
                  <a:lnTo>
                    <a:pt x="174847" y="255317"/>
                  </a:lnTo>
                  <a:lnTo>
                    <a:pt x="176769" y="255532"/>
                  </a:lnTo>
                  <a:lnTo>
                    <a:pt x="178690" y="255741"/>
                  </a:lnTo>
                  <a:lnTo>
                    <a:pt x="180612" y="255944"/>
                  </a:lnTo>
                  <a:lnTo>
                    <a:pt x="182533" y="256141"/>
                  </a:lnTo>
                  <a:lnTo>
                    <a:pt x="184454" y="256331"/>
                  </a:lnTo>
                  <a:lnTo>
                    <a:pt x="186376" y="256514"/>
                  </a:lnTo>
                  <a:lnTo>
                    <a:pt x="188297" y="256687"/>
                  </a:lnTo>
                  <a:lnTo>
                    <a:pt x="190219" y="256852"/>
                  </a:lnTo>
                  <a:lnTo>
                    <a:pt x="192140" y="257008"/>
                  </a:lnTo>
                  <a:lnTo>
                    <a:pt x="194061" y="257155"/>
                  </a:lnTo>
                  <a:lnTo>
                    <a:pt x="195983" y="257293"/>
                  </a:lnTo>
                  <a:lnTo>
                    <a:pt x="197904" y="257423"/>
                  </a:lnTo>
                  <a:lnTo>
                    <a:pt x="199826" y="257541"/>
                  </a:lnTo>
                  <a:lnTo>
                    <a:pt x="201747" y="257650"/>
                  </a:lnTo>
                  <a:lnTo>
                    <a:pt x="203668" y="257750"/>
                  </a:lnTo>
                  <a:lnTo>
                    <a:pt x="205590" y="257841"/>
                  </a:lnTo>
                  <a:lnTo>
                    <a:pt x="207511" y="257925"/>
                  </a:lnTo>
                  <a:lnTo>
                    <a:pt x="209433" y="258000"/>
                  </a:lnTo>
                  <a:lnTo>
                    <a:pt x="211354" y="258067"/>
                  </a:lnTo>
                  <a:lnTo>
                    <a:pt x="213275" y="258126"/>
                  </a:lnTo>
                  <a:lnTo>
                    <a:pt x="215197" y="258178"/>
                  </a:lnTo>
                  <a:lnTo>
                    <a:pt x="217118" y="258225"/>
                  </a:lnTo>
                  <a:lnTo>
                    <a:pt x="219040" y="258264"/>
                  </a:lnTo>
                  <a:lnTo>
                    <a:pt x="220961" y="258298"/>
                  </a:lnTo>
                  <a:lnTo>
                    <a:pt x="222883" y="258324"/>
                  </a:lnTo>
                  <a:lnTo>
                    <a:pt x="224804" y="258344"/>
                  </a:lnTo>
                  <a:lnTo>
                    <a:pt x="226725" y="258358"/>
                  </a:lnTo>
                  <a:lnTo>
                    <a:pt x="228647" y="258366"/>
                  </a:lnTo>
                  <a:lnTo>
                    <a:pt x="230568" y="258367"/>
                  </a:lnTo>
                  <a:lnTo>
                    <a:pt x="232490" y="258361"/>
                  </a:lnTo>
                  <a:lnTo>
                    <a:pt x="234411" y="258346"/>
                  </a:lnTo>
                  <a:lnTo>
                    <a:pt x="236332" y="258324"/>
                  </a:lnTo>
                  <a:lnTo>
                    <a:pt x="238254" y="258293"/>
                  </a:lnTo>
                  <a:lnTo>
                    <a:pt x="240175" y="258254"/>
                  </a:lnTo>
                  <a:lnTo>
                    <a:pt x="242097" y="258206"/>
                  </a:lnTo>
                  <a:lnTo>
                    <a:pt x="244018" y="258148"/>
                  </a:lnTo>
                  <a:lnTo>
                    <a:pt x="245939" y="258079"/>
                  </a:lnTo>
                  <a:lnTo>
                    <a:pt x="247861" y="258001"/>
                  </a:lnTo>
                  <a:lnTo>
                    <a:pt x="249782" y="257913"/>
                  </a:lnTo>
                  <a:lnTo>
                    <a:pt x="251704" y="257817"/>
                  </a:lnTo>
                  <a:lnTo>
                    <a:pt x="253625" y="257712"/>
                  </a:lnTo>
                  <a:lnTo>
                    <a:pt x="255546" y="257598"/>
                  </a:lnTo>
                  <a:lnTo>
                    <a:pt x="257468" y="257476"/>
                  </a:lnTo>
                  <a:lnTo>
                    <a:pt x="259389" y="257348"/>
                  </a:lnTo>
                  <a:lnTo>
                    <a:pt x="261311" y="257215"/>
                  </a:lnTo>
                  <a:lnTo>
                    <a:pt x="263232" y="257077"/>
                  </a:lnTo>
                  <a:lnTo>
                    <a:pt x="265153" y="256937"/>
                  </a:lnTo>
                  <a:lnTo>
                    <a:pt x="267075" y="256795"/>
                  </a:lnTo>
                  <a:lnTo>
                    <a:pt x="268996" y="256653"/>
                  </a:lnTo>
                  <a:lnTo>
                    <a:pt x="270918" y="256512"/>
                  </a:lnTo>
                  <a:lnTo>
                    <a:pt x="272839" y="256375"/>
                  </a:lnTo>
                  <a:lnTo>
                    <a:pt x="274760" y="256241"/>
                  </a:lnTo>
                  <a:lnTo>
                    <a:pt x="276682" y="256113"/>
                  </a:lnTo>
                  <a:lnTo>
                    <a:pt x="278603" y="255993"/>
                  </a:lnTo>
                  <a:lnTo>
                    <a:pt x="280525" y="255881"/>
                  </a:lnTo>
                  <a:lnTo>
                    <a:pt x="282446" y="255777"/>
                  </a:lnTo>
                  <a:lnTo>
                    <a:pt x="284367" y="255684"/>
                  </a:lnTo>
                  <a:lnTo>
                    <a:pt x="286289" y="255600"/>
                  </a:lnTo>
                  <a:lnTo>
                    <a:pt x="288210" y="255526"/>
                  </a:lnTo>
                  <a:lnTo>
                    <a:pt x="290132" y="255466"/>
                  </a:lnTo>
                  <a:lnTo>
                    <a:pt x="292053" y="255417"/>
                  </a:lnTo>
                  <a:lnTo>
                    <a:pt x="293975" y="255378"/>
                  </a:lnTo>
                  <a:lnTo>
                    <a:pt x="295896" y="255351"/>
                  </a:lnTo>
                  <a:lnTo>
                    <a:pt x="297817" y="255333"/>
                  </a:lnTo>
                  <a:lnTo>
                    <a:pt x="299739" y="255326"/>
                  </a:lnTo>
                  <a:lnTo>
                    <a:pt x="301660" y="255331"/>
                  </a:lnTo>
                  <a:lnTo>
                    <a:pt x="303582" y="255344"/>
                  </a:lnTo>
                  <a:lnTo>
                    <a:pt x="305503" y="255365"/>
                  </a:lnTo>
                  <a:lnTo>
                    <a:pt x="307424" y="255394"/>
                  </a:lnTo>
                  <a:lnTo>
                    <a:pt x="309346" y="255430"/>
                  </a:lnTo>
                  <a:lnTo>
                    <a:pt x="311267" y="255472"/>
                  </a:lnTo>
                  <a:lnTo>
                    <a:pt x="313189" y="255520"/>
                  </a:lnTo>
                  <a:lnTo>
                    <a:pt x="315110" y="255573"/>
                  </a:lnTo>
                  <a:lnTo>
                    <a:pt x="317031" y="255629"/>
                  </a:lnTo>
                  <a:lnTo>
                    <a:pt x="318953" y="255688"/>
                  </a:lnTo>
                  <a:lnTo>
                    <a:pt x="320874" y="255750"/>
                  </a:lnTo>
                  <a:lnTo>
                    <a:pt x="322796" y="255813"/>
                  </a:lnTo>
                  <a:lnTo>
                    <a:pt x="324717" y="255877"/>
                  </a:lnTo>
                  <a:lnTo>
                    <a:pt x="326638" y="255941"/>
                  </a:lnTo>
                  <a:lnTo>
                    <a:pt x="328560" y="256004"/>
                  </a:lnTo>
                  <a:lnTo>
                    <a:pt x="330481" y="256065"/>
                  </a:lnTo>
                  <a:lnTo>
                    <a:pt x="332403" y="256125"/>
                  </a:lnTo>
                  <a:lnTo>
                    <a:pt x="334324" y="256182"/>
                  </a:lnTo>
                  <a:lnTo>
                    <a:pt x="336245" y="256236"/>
                  </a:lnTo>
                  <a:lnTo>
                    <a:pt x="338167" y="256287"/>
                  </a:lnTo>
                  <a:lnTo>
                    <a:pt x="340088" y="256334"/>
                  </a:lnTo>
                  <a:lnTo>
                    <a:pt x="342010" y="256377"/>
                  </a:lnTo>
                  <a:lnTo>
                    <a:pt x="343931" y="256416"/>
                  </a:lnTo>
                  <a:lnTo>
                    <a:pt x="345852" y="256450"/>
                  </a:lnTo>
                  <a:lnTo>
                    <a:pt x="347774" y="256480"/>
                  </a:lnTo>
                  <a:lnTo>
                    <a:pt x="349695" y="256507"/>
                  </a:lnTo>
                  <a:lnTo>
                    <a:pt x="351617" y="256529"/>
                  </a:lnTo>
                  <a:lnTo>
                    <a:pt x="353538" y="256548"/>
                  </a:lnTo>
                  <a:lnTo>
                    <a:pt x="355459" y="256564"/>
                  </a:lnTo>
                  <a:lnTo>
                    <a:pt x="357381" y="256577"/>
                  </a:lnTo>
                  <a:lnTo>
                    <a:pt x="359302" y="256589"/>
                  </a:lnTo>
                  <a:lnTo>
                    <a:pt x="361224" y="256599"/>
                  </a:lnTo>
                  <a:lnTo>
                    <a:pt x="363145" y="256608"/>
                  </a:lnTo>
                  <a:lnTo>
                    <a:pt x="365067" y="256618"/>
                  </a:lnTo>
                  <a:lnTo>
                    <a:pt x="366988" y="256629"/>
                  </a:lnTo>
                  <a:lnTo>
                    <a:pt x="368909" y="256642"/>
                  </a:lnTo>
                  <a:lnTo>
                    <a:pt x="370831" y="256658"/>
                  </a:lnTo>
                  <a:lnTo>
                    <a:pt x="372752" y="256677"/>
                  </a:lnTo>
                  <a:lnTo>
                    <a:pt x="374674" y="256701"/>
                  </a:lnTo>
                  <a:lnTo>
                    <a:pt x="376595" y="256729"/>
                  </a:lnTo>
                  <a:lnTo>
                    <a:pt x="378516" y="256763"/>
                  </a:lnTo>
                  <a:lnTo>
                    <a:pt x="380438" y="256804"/>
                  </a:lnTo>
                  <a:lnTo>
                    <a:pt x="382359" y="256851"/>
                  </a:lnTo>
                  <a:lnTo>
                    <a:pt x="384281" y="256905"/>
                  </a:lnTo>
                  <a:lnTo>
                    <a:pt x="386202" y="256966"/>
                  </a:lnTo>
                  <a:lnTo>
                    <a:pt x="388123" y="257033"/>
                  </a:lnTo>
                  <a:lnTo>
                    <a:pt x="390045" y="257107"/>
                  </a:lnTo>
                  <a:lnTo>
                    <a:pt x="391966" y="257189"/>
                  </a:lnTo>
                  <a:lnTo>
                    <a:pt x="393888" y="257276"/>
                  </a:lnTo>
                  <a:lnTo>
                    <a:pt x="395809" y="257368"/>
                  </a:lnTo>
                  <a:lnTo>
                    <a:pt x="397730" y="257463"/>
                  </a:lnTo>
                  <a:lnTo>
                    <a:pt x="399652" y="257561"/>
                  </a:lnTo>
                  <a:lnTo>
                    <a:pt x="401573" y="257661"/>
                  </a:lnTo>
                  <a:lnTo>
                    <a:pt x="403495" y="257760"/>
                  </a:lnTo>
                  <a:lnTo>
                    <a:pt x="405416" y="257858"/>
                  </a:lnTo>
                  <a:lnTo>
                    <a:pt x="407337" y="257951"/>
                  </a:lnTo>
                  <a:lnTo>
                    <a:pt x="409259" y="258039"/>
                  </a:lnTo>
                  <a:lnTo>
                    <a:pt x="411180" y="258121"/>
                  </a:lnTo>
                  <a:lnTo>
                    <a:pt x="413102" y="258192"/>
                  </a:lnTo>
                  <a:lnTo>
                    <a:pt x="415023" y="258251"/>
                  </a:lnTo>
                  <a:lnTo>
                    <a:pt x="416944" y="258298"/>
                  </a:lnTo>
                  <a:lnTo>
                    <a:pt x="418866" y="258331"/>
                  </a:lnTo>
                  <a:lnTo>
                    <a:pt x="420787" y="258348"/>
                  </a:lnTo>
                  <a:lnTo>
                    <a:pt x="422709" y="258350"/>
                  </a:lnTo>
                  <a:lnTo>
                    <a:pt x="424630" y="258332"/>
                  </a:lnTo>
                  <a:lnTo>
                    <a:pt x="426551" y="258295"/>
                  </a:lnTo>
                  <a:lnTo>
                    <a:pt x="428473" y="258240"/>
                  </a:lnTo>
                  <a:lnTo>
                    <a:pt x="430394" y="258167"/>
                  </a:lnTo>
                  <a:lnTo>
                    <a:pt x="432316" y="258077"/>
                  </a:lnTo>
                  <a:lnTo>
                    <a:pt x="434237" y="257971"/>
                  </a:lnTo>
                  <a:lnTo>
                    <a:pt x="436159" y="257846"/>
                  </a:lnTo>
                  <a:lnTo>
                    <a:pt x="438080" y="257706"/>
                  </a:lnTo>
                  <a:lnTo>
                    <a:pt x="440001" y="257555"/>
                  </a:lnTo>
                  <a:lnTo>
                    <a:pt x="441923" y="257393"/>
                  </a:lnTo>
                  <a:lnTo>
                    <a:pt x="443844" y="257222"/>
                  </a:lnTo>
                  <a:lnTo>
                    <a:pt x="445766" y="257044"/>
                  </a:lnTo>
                  <a:lnTo>
                    <a:pt x="447687" y="256861"/>
                  </a:lnTo>
                  <a:lnTo>
                    <a:pt x="449608" y="256677"/>
                  </a:lnTo>
                  <a:lnTo>
                    <a:pt x="451530" y="256492"/>
                  </a:lnTo>
                  <a:lnTo>
                    <a:pt x="453451" y="256310"/>
                  </a:lnTo>
                  <a:lnTo>
                    <a:pt x="455373" y="256132"/>
                  </a:lnTo>
                  <a:lnTo>
                    <a:pt x="457294" y="255959"/>
                  </a:lnTo>
                  <a:lnTo>
                    <a:pt x="459215" y="255796"/>
                  </a:lnTo>
                  <a:lnTo>
                    <a:pt x="461137" y="255641"/>
                  </a:lnTo>
                  <a:lnTo>
                    <a:pt x="463058" y="255497"/>
                  </a:lnTo>
                  <a:lnTo>
                    <a:pt x="464980" y="255363"/>
                  </a:lnTo>
                  <a:lnTo>
                    <a:pt x="466901" y="255240"/>
                  </a:lnTo>
                  <a:lnTo>
                    <a:pt x="468822" y="255130"/>
                  </a:lnTo>
                  <a:lnTo>
                    <a:pt x="470744" y="255033"/>
                  </a:lnTo>
                  <a:lnTo>
                    <a:pt x="472665" y="254948"/>
                  </a:lnTo>
                  <a:lnTo>
                    <a:pt x="474587" y="254874"/>
                  </a:lnTo>
                  <a:lnTo>
                    <a:pt x="476508" y="254811"/>
                  </a:lnTo>
                  <a:lnTo>
                    <a:pt x="478429" y="254759"/>
                  </a:lnTo>
                  <a:lnTo>
                    <a:pt x="480351" y="254716"/>
                  </a:lnTo>
                  <a:lnTo>
                    <a:pt x="482272" y="254685"/>
                  </a:lnTo>
                  <a:lnTo>
                    <a:pt x="484194" y="254661"/>
                  </a:lnTo>
                  <a:lnTo>
                    <a:pt x="486115" y="254644"/>
                  </a:lnTo>
                  <a:lnTo>
                    <a:pt x="488036" y="254633"/>
                  </a:lnTo>
                  <a:lnTo>
                    <a:pt x="489958" y="254629"/>
                  </a:lnTo>
                  <a:lnTo>
                    <a:pt x="491879" y="254630"/>
                  </a:lnTo>
                  <a:lnTo>
                    <a:pt x="493801" y="254635"/>
                  </a:lnTo>
                  <a:lnTo>
                    <a:pt x="495722" y="254643"/>
                  </a:lnTo>
                  <a:lnTo>
                    <a:pt x="497643" y="254653"/>
                  </a:lnTo>
                  <a:lnTo>
                    <a:pt x="499565" y="254665"/>
                  </a:lnTo>
                  <a:lnTo>
                    <a:pt x="501486" y="254678"/>
                  </a:lnTo>
                  <a:lnTo>
                    <a:pt x="503408" y="254690"/>
                  </a:lnTo>
                  <a:lnTo>
                    <a:pt x="505329" y="254701"/>
                  </a:lnTo>
                  <a:lnTo>
                    <a:pt x="507250" y="254708"/>
                  </a:lnTo>
                  <a:lnTo>
                    <a:pt x="509172" y="254712"/>
                  </a:lnTo>
                  <a:lnTo>
                    <a:pt x="511093" y="254711"/>
                  </a:lnTo>
                  <a:lnTo>
                    <a:pt x="513015" y="254703"/>
                  </a:lnTo>
                  <a:lnTo>
                    <a:pt x="514936" y="254686"/>
                  </a:lnTo>
                  <a:lnTo>
                    <a:pt x="516858" y="254658"/>
                  </a:lnTo>
                  <a:lnTo>
                    <a:pt x="518779" y="254618"/>
                  </a:lnTo>
                  <a:lnTo>
                    <a:pt x="520700" y="254564"/>
                  </a:lnTo>
                  <a:lnTo>
                    <a:pt x="522622" y="254496"/>
                  </a:lnTo>
                  <a:lnTo>
                    <a:pt x="524543" y="254410"/>
                  </a:lnTo>
                  <a:lnTo>
                    <a:pt x="526465" y="254301"/>
                  </a:lnTo>
                  <a:lnTo>
                    <a:pt x="528386" y="254170"/>
                  </a:lnTo>
                  <a:lnTo>
                    <a:pt x="530307" y="254017"/>
                  </a:lnTo>
                  <a:lnTo>
                    <a:pt x="532229" y="253839"/>
                  </a:lnTo>
                  <a:lnTo>
                    <a:pt x="534150" y="253635"/>
                  </a:lnTo>
                  <a:lnTo>
                    <a:pt x="536072" y="253405"/>
                  </a:lnTo>
                  <a:lnTo>
                    <a:pt x="537993" y="253140"/>
                  </a:lnTo>
                  <a:lnTo>
                    <a:pt x="539914" y="252847"/>
                  </a:lnTo>
                  <a:lnTo>
                    <a:pt x="541836" y="252525"/>
                  </a:lnTo>
                  <a:lnTo>
                    <a:pt x="543757" y="252175"/>
                  </a:lnTo>
                  <a:lnTo>
                    <a:pt x="545679" y="251796"/>
                  </a:lnTo>
                  <a:lnTo>
                    <a:pt x="547600" y="251387"/>
                  </a:lnTo>
                  <a:lnTo>
                    <a:pt x="549521" y="250947"/>
                  </a:lnTo>
                  <a:lnTo>
                    <a:pt x="551443" y="250482"/>
                  </a:lnTo>
                  <a:lnTo>
                    <a:pt x="553364" y="249993"/>
                  </a:lnTo>
                  <a:lnTo>
                    <a:pt x="555286" y="249483"/>
                  </a:lnTo>
                  <a:lnTo>
                    <a:pt x="557207" y="248953"/>
                  </a:lnTo>
                  <a:lnTo>
                    <a:pt x="559128" y="248404"/>
                  </a:lnTo>
                  <a:lnTo>
                    <a:pt x="561050" y="247837"/>
                  </a:lnTo>
                  <a:lnTo>
                    <a:pt x="562971" y="247259"/>
                  </a:lnTo>
                  <a:lnTo>
                    <a:pt x="564893" y="246670"/>
                  </a:lnTo>
                  <a:lnTo>
                    <a:pt x="566814" y="246074"/>
                  </a:lnTo>
                  <a:lnTo>
                    <a:pt x="568735" y="245471"/>
                  </a:lnTo>
                  <a:lnTo>
                    <a:pt x="570657" y="244863"/>
                  </a:lnTo>
                  <a:lnTo>
                    <a:pt x="572578" y="244251"/>
                  </a:lnTo>
                  <a:lnTo>
                    <a:pt x="574500" y="243637"/>
                  </a:lnTo>
                  <a:lnTo>
                    <a:pt x="576421" y="243022"/>
                  </a:lnTo>
                  <a:lnTo>
                    <a:pt x="578342" y="242403"/>
                  </a:lnTo>
                  <a:lnTo>
                    <a:pt x="580264" y="241782"/>
                  </a:lnTo>
                  <a:lnTo>
                    <a:pt x="582185" y="241156"/>
                  </a:lnTo>
                  <a:lnTo>
                    <a:pt x="584107" y="240522"/>
                  </a:lnTo>
                  <a:lnTo>
                    <a:pt x="586028" y="239878"/>
                  </a:lnTo>
                  <a:lnTo>
                    <a:pt x="587950" y="239222"/>
                  </a:lnTo>
                  <a:lnTo>
                    <a:pt x="589871" y="238550"/>
                  </a:lnTo>
                  <a:lnTo>
                    <a:pt x="591792" y="237859"/>
                  </a:lnTo>
                  <a:lnTo>
                    <a:pt x="593714" y="237138"/>
                  </a:lnTo>
                  <a:lnTo>
                    <a:pt x="595635" y="236385"/>
                  </a:lnTo>
                  <a:lnTo>
                    <a:pt x="597557" y="235598"/>
                  </a:lnTo>
                  <a:lnTo>
                    <a:pt x="599478" y="234770"/>
                  </a:lnTo>
                  <a:lnTo>
                    <a:pt x="601399" y="233899"/>
                  </a:lnTo>
                  <a:lnTo>
                    <a:pt x="603321" y="232978"/>
                  </a:lnTo>
                  <a:lnTo>
                    <a:pt x="605242" y="231990"/>
                  </a:lnTo>
                  <a:lnTo>
                    <a:pt x="607164" y="230939"/>
                  </a:lnTo>
                  <a:lnTo>
                    <a:pt x="609085" y="229822"/>
                  </a:lnTo>
                  <a:lnTo>
                    <a:pt x="611006" y="228636"/>
                  </a:lnTo>
                  <a:lnTo>
                    <a:pt x="612928" y="227376"/>
                  </a:lnTo>
                  <a:lnTo>
                    <a:pt x="614849" y="226037"/>
                  </a:lnTo>
                  <a:lnTo>
                    <a:pt x="616771" y="224595"/>
                  </a:lnTo>
                  <a:lnTo>
                    <a:pt x="618692" y="223066"/>
                  </a:lnTo>
                  <a:lnTo>
                    <a:pt x="620613" y="221445"/>
                  </a:lnTo>
                  <a:lnTo>
                    <a:pt x="622535" y="219729"/>
                  </a:lnTo>
                  <a:lnTo>
                    <a:pt x="624456" y="217915"/>
                  </a:lnTo>
                  <a:lnTo>
                    <a:pt x="626378" y="215994"/>
                  </a:lnTo>
                  <a:lnTo>
                    <a:pt x="628299" y="213944"/>
                  </a:lnTo>
                  <a:lnTo>
                    <a:pt x="630220" y="211782"/>
                  </a:lnTo>
                  <a:lnTo>
                    <a:pt x="632142" y="209505"/>
                  </a:lnTo>
                  <a:lnTo>
                    <a:pt x="634063" y="207108"/>
                  </a:lnTo>
                  <a:lnTo>
                    <a:pt x="635985" y="204588"/>
                  </a:lnTo>
                  <a:lnTo>
                    <a:pt x="637906" y="201929"/>
                  </a:lnTo>
                  <a:lnTo>
                    <a:pt x="639827" y="199114"/>
                  </a:lnTo>
                  <a:lnTo>
                    <a:pt x="641749" y="196160"/>
                  </a:lnTo>
                  <a:lnTo>
                    <a:pt x="643670" y="193063"/>
                  </a:lnTo>
                  <a:lnTo>
                    <a:pt x="645592" y="189821"/>
                  </a:lnTo>
                  <a:lnTo>
                    <a:pt x="647513" y="186428"/>
                  </a:lnTo>
                  <a:lnTo>
                    <a:pt x="649434" y="182863"/>
                  </a:lnTo>
                  <a:lnTo>
                    <a:pt x="651356" y="179118"/>
                  </a:lnTo>
                  <a:lnTo>
                    <a:pt x="653277" y="175212"/>
                  </a:lnTo>
                  <a:lnTo>
                    <a:pt x="655199" y="171144"/>
                  </a:lnTo>
                  <a:lnTo>
                    <a:pt x="657120" y="166913"/>
                  </a:lnTo>
                  <a:lnTo>
                    <a:pt x="659042" y="162519"/>
                  </a:lnTo>
                  <a:lnTo>
                    <a:pt x="660963" y="157936"/>
                  </a:lnTo>
                  <a:lnTo>
                    <a:pt x="662884" y="153177"/>
                  </a:lnTo>
                  <a:lnTo>
                    <a:pt x="664806" y="148261"/>
                  </a:lnTo>
                  <a:lnTo>
                    <a:pt x="666727" y="143192"/>
                  </a:lnTo>
                  <a:lnTo>
                    <a:pt x="668649" y="137975"/>
                  </a:lnTo>
                  <a:lnTo>
                    <a:pt x="670570" y="132617"/>
                  </a:lnTo>
                  <a:lnTo>
                    <a:pt x="672491" y="127102"/>
                  </a:lnTo>
                  <a:lnTo>
                    <a:pt x="674413" y="121460"/>
                  </a:lnTo>
                  <a:lnTo>
                    <a:pt x="676334" y="115710"/>
                  </a:lnTo>
                  <a:lnTo>
                    <a:pt x="678256" y="109864"/>
                  </a:lnTo>
                  <a:lnTo>
                    <a:pt x="680177" y="103936"/>
                  </a:lnTo>
                  <a:lnTo>
                    <a:pt x="682098" y="97940"/>
                  </a:lnTo>
                  <a:lnTo>
                    <a:pt x="684020" y="91886"/>
                  </a:lnTo>
                  <a:lnTo>
                    <a:pt x="685941" y="85807"/>
                  </a:lnTo>
                  <a:lnTo>
                    <a:pt x="687863" y="79725"/>
                  </a:lnTo>
                  <a:lnTo>
                    <a:pt x="689784" y="73659"/>
                  </a:lnTo>
                  <a:lnTo>
                    <a:pt x="691705" y="67631"/>
                  </a:lnTo>
                  <a:lnTo>
                    <a:pt x="693627" y="61664"/>
                  </a:lnTo>
                  <a:lnTo>
                    <a:pt x="695548" y="55812"/>
                  </a:lnTo>
                  <a:lnTo>
                    <a:pt x="697470" y="50086"/>
                  </a:lnTo>
                  <a:lnTo>
                    <a:pt x="699391" y="44511"/>
                  </a:lnTo>
                  <a:lnTo>
                    <a:pt x="701312" y="39114"/>
                  </a:lnTo>
                  <a:lnTo>
                    <a:pt x="703234" y="33923"/>
                  </a:lnTo>
                  <a:lnTo>
                    <a:pt x="705155" y="28974"/>
                  </a:lnTo>
                  <a:lnTo>
                    <a:pt x="707077" y="24356"/>
                  </a:lnTo>
                  <a:lnTo>
                    <a:pt x="708998" y="20045"/>
                  </a:lnTo>
                  <a:lnTo>
                    <a:pt x="710919" y="16068"/>
                  </a:lnTo>
                  <a:lnTo>
                    <a:pt x="712841" y="12452"/>
                  </a:lnTo>
                  <a:lnTo>
                    <a:pt x="714762" y="9222"/>
                  </a:lnTo>
                  <a:lnTo>
                    <a:pt x="716684" y="6437"/>
                  </a:lnTo>
                  <a:lnTo>
                    <a:pt x="718605" y="4178"/>
                  </a:lnTo>
                  <a:lnTo>
                    <a:pt x="720526" y="2388"/>
                  </a:lnTo>
                  <a:lnTo>
                    <a:pt x="722448" y="1086"/>
                  </a:lnTo>
                  <a:lnTo>
                    <a:pt x="724369" y="285"/>
                  </a:lnTo>
                  <a:lnTo>
                    <a:pt x="726291" y="0"/>
                  </a:lnTo>
                  <a:lnTo>
                    <a:pt x="728212" y="299"/>
                  </a:lnTo>
                  <a:lnTo>
                    <a:pt x="730134" y="1210"/>
                  </a:lnTo>
                  <a:lnTo>
                    <a:pt x="732055" y="2654"/>
                  </a:lnTo>
                  <a:lnTo>
                    <a:pt x="733976" y="4629"/>
                  </a:lnTo>
                  <a:lnTo>
                    <a:pt x="735898" y="7126"/>
                  </a:lnTo>
                  <a:lnTo>
                    <a:pt x="737819" y="10137"/>
                  </a:lnTo>
                  <a:lnTo>
                    <a:pt x="739741" y="13716"/>
                  </a:lnTo>
                  <a:lnTo>
                    <a:pt x="741662" y="17818"/>
                  </a:lnTo>
                  <a:lnTo>
                    <a:pt x="743583" y="22363"/>
                  </a:lnTo>
                  <a:lnTo>
                    <a:pt x="745505" y="27325"/>
                  </a:lnTo>
                  <a:lnTo>
                    <a:pt x="747426" y="32675"/>
                  </a:lnTo>
                  <a:lnTo>
                    <a:pt x="749348" y="38382"/>
                  </a:lnTo>
                  <a:lnTo>
                    <a:pt x="751269" y="44463"/>
                  </a:lnTo>
                  <a:lnTo>
                    <a:pt x="753190" y="50833"/>
                  </a:lnTo>
                  <a:lnTo>
                    <a:pt x="755112" y="57432"/>
                  </a:lnTo>
                  <a:lnTo>
                    <a:pt x="757033" y="64223"/>
                  </a:lnTo>
                  <a:lnTo>
                    <a:pt x="758955" y="71170"/>
                  </a:lnTo>
                  <a:lnTo>
                    <a:pt x="760876" y="78238"/>
                  </a:lnTo>
                  <a:lnTo>
                    <a:pt x="762797" y="85397"/>
                  </a:lnTo>
                  <a:lnTo>
                    <a:pt x="764719" y="92589"/>
                  </a:lnTo>
                  <a:lnTo>
                    <a:pt x="766640" y="99780"/>
                  </a:lnTo>
                  <a:lnTo>
                    <a:pt x="768562" y="106941"/>
                  </a:lnTo>
                  <a:lnTo>
                    <a:pt x="770483" y="114045"/>
                  </a:lnTo>
                  <a:lnTo>
                    <a:pt x="772404" y="121068"/>
                  </a:lnTo>
                  <a:lnTo>
                    <a:pt x="774326" y="127953"/>
                  </a:lnTo>
                  <a:lnTo>
                    <a:pt x="776247" y="134703"/>
                  </a:lnTo>
                  <a:lnTo>
                    <a:pt x="778169" y="141304"/>
                  </a:lnTo>
                  <a:lnTo>
                    <a:pt x="780090" y="147742"/>
                  </a:lnTo>
                  <a:lnTo>
                    <a:pt x="782011" y="154007"/>
                  </a:lnTo>
                  <a:lnTo>
                    <a:pt x="783933" y="160084"/>
                  </a:lnTo>
                  <a:lnTo>
                    <a:pt x="785854" y="165926"/>
                  </a:lnTo>
                  <a:lnTo>
                    <a:pt x="787776" y="171572"/>
                  </a:lnTo>
                  <a:lnTo>
                    <a:pt x="789697" y="177019"/>
                  </a:lnTo>
                  <a:lnTo>
                    <a:pt x="791618" y="182266"/>
                  </a:lnTo>
                  <a:lnTo>
                    <a:pt x="793540" y="187313"/>
                  </a:lnTo>
                  <a:lnTo>
                    <a:pt x="795461" y="192147"/>
                  </a:lnTo>
                  <a:lnTo>
                    <a:pt x="797383" y="196747"/>
                  </a:lnTo>
                  <a:lnTo>
                    <a:pt x="799304" y="201153"/>
                  </a:lnTo>
                  <a:lnTo>
                    <a:pt x="801226" y="205367"/>
                  </a:lnTo>
                  <a:lnTo>
                    <a:pt x="803147" y="209393"/>
                  </a:lnTo>
                  <a:lnTo>
                    <a:pt x="805068" y="213235"/>
                  </a:lnTo>
                  <a:lnTo>
                    <a:pt x="806990" y="216876"/>
                  </a:lnTo>
                  <a:lnTo>
                    <a:pt x="808911" y="220314"/>
                  </a:lnTo>
                  <a:lnTo>
                    <a:pt x="810833" y="223581"/>
                  </a:lnTo>
                  <a:lnTo>
                    <a:pt x="812754" y="226680"/>
                  </a:lnTo>
                  <a:lnTo>
                    <a:pt x="814675" y="229614"/>
                  </a:lnTo>
                  <a:lnTo>
                    <a:pt x="816597" y="232388"/>
                  </a:lnTo>
                  <a:lnTo>
                    <a:pt x="818518" y="234983"/>
                  </a:lnTo>
                  <a:lnTo>
                    <a:pt x="820440" y="237410"/>
                  </a:lnTo>
                  <a:lnTo>
                    <a:pt x="822361" y="239691"/>
                  </a:lnTo>
                  <a:lnTo>
                    <a:pt x="824282" y="241830"/>
                  </a:lnTo>
                  <a:lnTo>
                    <a:pt x="826204" y="243831"/>
                  </a:lnTo>
                  <a:lnTo>
                    <a:pt x="828125" y="245699"/>
                  </a:lnTo>
                  <a:lnTo>
                    <a:pt x="830047" y="247416"/>
                  </a:lnTo>
                  <a:lnTo>
                    <a:pt x="831968" y="249001"/>
                  </a:lnTo>
                  <a:lnTo>
                    <a:pt x="833889" y="250470"/>
                  </a:lnTo>
                  <a:lnTo>
                    <a:pt x="835811" y="251827"/>
                  </a:lnTo>
                  <a:lnTo>
                    <a:pt x="837732" y="253078"/>
                  </a:lnTo>
                  <a:lnTo>
                    <a:pt x="839654" y="254226"/>
                  </a:lnTo>
                  <a:lnTo>
                    <a:pt x="841575" y="255260"/>
                  </a:lnTo>
                  <a:lnTo>
                    <a:pt x="843496" y="256201"/>
                  </a:lnTo>
                  <a:lnTo>
                    <a:pt x="845418" y="257059"/>
                  </a:lnTo>
                  <a:lnTo>
                    <a:pt x="847339" y="257839"/>
                  </a:lnTo>
                  <a:lnTo>
                    <a:pt x="849261" y="258545"/>
                  </a:lnTo>
                  <a:lnTo>
                    <a:pt x="851182" y="259184"/>
                  </a:lnTo>
                  <a:lnTo>
                    <a:pt x="853103" y="259745"/>
                  </a:lnTo>
                  <a:lnTo>
                    <a:pt x="855025" y="260249"/>
                  </a:lnTo>
                  <a:lnTo>
                    <a:pt x="856946" y="260701"/>
                  </a:lnTo>
                  <a:lnTo>
                    <a:pt x="858868" y="261105"/>
                  </a:lnTo>
                  <a:lnTo>
                    <a:pt x="860789" y="261466"/>
                  </a:lnTo>
                  <a:lnTo>
                    <a:pt x="862710" y="261785"/>
                  </a:lnTo>
                  <a:lnTo>
                    <a:pt x="864632" y="262060"/>
                  </a:lnTo>
                  <a:lnTo>
                    <a:pt x="866553" y="262304"/>
                  </a:lnTo>
                  <a:lnTo>
                    <a:pt x="868475" y="262520"/>
                  </a:lnTo>
                  <a:lnTo>
                    <a:pt x="870396" y="262709"/>
                  </a:lnTo>
                  <a:lnTo>
                    <a:pt x="872318" y="262875"/>
                  </a:lnTo>
                  <a:lnTo>
                    <a:pt x="874239" y="263018"/>
                  </a:lnTo>
                  <a:lnTo>
                    <a:pt x="876160" y="263140"/>
                  </a:lnTo>
                  <a:lnTo>
                    <a:pt x="878082" y="263246"/>
                  </a:lnTo>
                  <a:lnTo>
                    <a:pt x="880003" y="263337"/>
                  </a:lnTo>
                  <a:lnTo>
                    <a:pt x="881925" y="263415"/>
                  </a:lnTo>
                  <a:lnTo>
                    <a:pt x="883846" y="263482"/>
                  </a:lnTo>
                  <a:lnTo>
                    <a:pt x="885767" y="263537"/>
                  </a:lnTo>
                  <a:lnTo>
                    <a:pt x="887689" y="263582"/>
                  </a:lnTo>
                  <a:lnTo>
                    <a:pt x="889610" y="263620"/>
                  </a:lnTo>
                  <a:lnTo>
                    <a:pt x="891532" y="263650"/>
                  </a:lnTo>
                  <a:lnTo>
                    <a:pt x="893453" y="263673"/>
                  </a:lnTo>
                  <a:lnTo>
                    <a:pt x="895374" y="263691"/>
                  </a:lnTo>
                  <a:lnTo>
                    <a:pt x="897296" y="263702"/>
                  </a:lnTo>
                  <a:lnTo>
                    <a:pt x="899217" y="263709"/>
                  </a:lnTo>
                  <a:lnTo>
                    <a:pt x="901139" y="263711"/>
                  </a:lnTo>
                  <a:lnTo>
                    <a:pt x="903060" y="263709"/>
                  </a:lnTo>
                  <a:lnTo>
                    <a:pt x="904981" y="263703"/>
                  </a:lnTo>
                  <a:lnTo>
                    <a:pt x="906903" y="263693"/>
                  </a:lnTo>
                  <a:lnTo>
                    <a:pt x="908824" y="263680"/>
                  </a:lnTo>
                  <a:lnTo>
                    <a:pt x="910746" y="263664"/>
                  </a:lnTo>
                  <a:lnTo>
                    <a:pt x="912667" y="263644"/>
                  </a:lnTo>
                  <a:lnTo>
                    <a:pt x="914588" y="263622"/>
                  </a:lnTo>
                  <a:lnTo>
                    <a:pt x="916510" y="263598"/>
                  </a:lnTo>
                  <a:lnTo>
                    <a:pt x="918431" y="263572"/>
                  </a:lnTo>
                  <a:lnTo>
                    <a:pt x="920353" y="263543"/>
                  </a:lnTo>
                  <a:lnTo>
                    <a:pt x="922274" y="263513"/>
                  </a:lnTo>
                  <a:lnTo>
                    <a:pt x="924195" y="263481"/>
                  </a:lnTo>
                  <a:lnTo>
                    <a:pt x="926117" y="263449"/>
                  </a:lnTo>
                  <a:lnTo>
                    <a:pt x="928038" y="263416"/>
                  </a:lnTo>
                  <a:lnTo>
                    <a:pt x="929960" y="263383"/>
                  </a:lnTo>
                  <a:lnTo>
                    <a:pt x="931881" y="263350"/>
                  </a:lnTo>
                  <a:lnTo>
                    <a:pt x="933802" y="263319"/>
                  </a:lnTo>
                  <a:lnTo>
                    <a:pt x="935724" y="263288"/>
                  </a:lnTo>
                  <a:lnTo>
                    <a:pt x="937645" y="263259"/>
                  </a:lnTo>
                  <a:lnTo>
                    <a:pt x="939567" y="263232"/>
                  </a:lnTo>
                  <a:lnTo>
                    <a:pt x="941488" y="263208"/>
                  </a:lnTo>
                  <a:lnTo>
                    <a:pt x="943410" y="263187"/>
                  </a:lnTo>
                  <a:lnTo>
                    <a:pt x="945331" y="263169"/>
                  </a:lnTo>
                  <a:lnTo>
                    <a:pt x="947252" y="263155"/>
                  </a:lnTo>
                  <a:lnTo>
                    <a:pt x="949174" y="263145"/>
                  </a:lnTo>
                  <a:lnTo>
                    <a:pt x="951095" y="263138"/>
                  </a:lnTo>
                  <a:lnTo>
                    <a:pt x="953017" y="263136"/>
                  </a:lnTo>
                  <a:lnTo>
                    <a:pt x="954938" y="263139"/>
                  </a:lnTo>
                  <a:lnTo>
                    <a:pt x="956859" y="263145"/>
                  </a:lnTo>
                  <a:lnTo>
                    <a:pt x="958781" y="263155"/>
                  </a:lnTo>
                  <a:lnTo>
                    <a:pt x="960702" y="263170"/>
                  </a:lnTo>
                  <a:lnTo>
                    <a:pt x="962624" y="263187"/>
                  </a:lnTo>
                  <a:lnTo>
                    <a:pt x="964545" y="263208"/>
                  </a:lnTo>
                  <a:lnTo>
                    <a:pt x="966466" y="263233"/>
                  </a:lnTo>
                  <a:lnTo>
                    <a:pt x="968388" y="263260"/>
                  </a:lnTo>
                  <a:lnTo>
                    <a:pt x="970309" y="263289"/>
                  </a:lnTo>
                  <a:lnTo>
                    <a:pt x="972231" y="263320"/>
                  </a:lnTo>
                  <a:lnTo>
                    <a:pt x="974152" y="263352"/>
                  </a:lnTo>
                  <a:lnTo>
                    <a:pt x="976073" y="263385"/>
                  </a:lnTo>
                  <a:lnTo>
                    <a:pt x="977995" y="263419"/>
                  </a:lnTo>
                  <a:lnTo>
                    <a:pt x="979916" y="263452"/>
                  </a:lnTo>
                  <a:lnTo>
                    <a:pt x="981838" y="263486"/>
                  </a:lnTo>
                  <a:lnTo>
                    <a:pt x="981838" y="263867"/>
                  </a:lnTo>
                  <a:lnTo>
                    <a:pt x="979916" y="263867"/>
                  </a:lnTo>
                  <a:lnTo>
                    <a:pt x="977995" y="263867"/>
                  </a:lnTo>
                  <a:lnTo>
                    <a:pt x="976073" y="263867"/>
                  </a:lnTo>
                  <a:lnTo>
                    <a:pt x="974152" y="263867"/>
                  </a:lnTo>
                  <a:lnTo>
                    <a:pt x="972231" y="263867"/>
                  </a:lnTo>
                  <a:lnTo>
                    <a:pt x="970309" y="263867"/>
                  </a:lnTo>
                  <a:lnTo>
                    <a:pt x="968388" y="263867"/>
                  </a:lnTo>
                  <a:lnTo>
                    <a:pt x="966466" y="263867"/>
                  </a:lnTo>
                  <a:lnTo>
                    <a:pt x="964545" y="263867"/>
                  </a:lnTo>
                  <a:lnTo>
                    <a:pt x="962624" y="263867"/>
                  </a:lnTo>
                  <a:lnTo>
                    <a:pt x="960702" y="263867"/>
                  </a:lnTo>
                  <a:lnTo>
                    <a:pt x="958781" y="263867"/>
                  </a:lnTo>
                  <a:lnTo>
                    <a:pt x="956859" y="263867"/>
                  </a:lnTo>
                  <a:lnTo>
                    <a:pt x="954938" y="263867"/>
                  </a:lnTo>
                  <a:lnTo>
                    <a:pt x="953017" y="263867"/>
                  </a:lnTo>
                  <a:lnTo>
                    <a:pt x="951095" y="263867"/>
                  </a:lnTo>
                  <a:lnTo>
                    <a:pt x="949174" y="263867"/>
                  </a:lnTo>
                  <a:lnTo>
                    <a:pt x="947252" y="263867"/>
                  </a:lnTo>
                  <a:lnTo>
                    <a:pt x="945331" y="263867"/>
                  </a:lnTo>
                  <a:lnTo>
                    <a:pt x="943410" y="263867"/>
                  </a:lnTo>
                  <a:lnTo>
                    <a:pt x="941488" y="263867"/>
                  </a:lnTo>
                  <a:lnTo>
                    <a:pt x="939567" y="263867"/>
                  </a:lnTo>
                  <a:lnTo>
                    <a:pt x="937645" y="263867"/>
                  </a:lnTo>
                  <a:lnTo>
                    <a:pt x="935724" y="263867"/>
                  </a:lnTo>
                  <a:lnTo>
                    <a:pt x="933802" y="263867"/>
                  </a:lnTo>
                  <a:lnTo>
                    <a:pt x="931881" y="263867"/>
                  </a:lnTo>
                  <a:lnTo>
                    <a:pt x="929960" y="263867"/>
                  </a:lnTo>
                  <a:lnTo>
                    <a:pt x="928038" y="263867"/>
                  </a:lnTo>
                  <a:lnTo>
                    <a:pt x="926117" y="263867"/>
                  </a:lnTo>
                  <a:lnTo>
                    <a:pt x="924195" y="263867"/>
                  </a:lnTo>
                  <a:lnTo>
                    <a:pt x="922274" y="263867"/>
                  </a:lnTo>
                  <a:lnTo>
                    <a:pt x="920353" y="263867"/>
                  </a:lnTo>
                  <a:lnTo>
                    <a:pt x="918431" y="263867"/>
                  </a:lnTo>
                  <a:lnTo>
                    <a:pt x="916510" y="263867"/>
                  </a:lnTo>
                  <a:lnTo>
                    <a:pt x="914588" y="263867"/>
                  </a:lnTo>
                  <a:lnTo>
                    <a:pt x="912667" y="263867"/>
                  </a:lnTo>
                  <a:lnTo>
                    <a:pt x="910746" y="263867"/>
                  </a:lnTo>
                  <a:lnTo>
                    <a:pt x="908824" y="263867"/>
                  </a:lnTo>
                  <a:lnTo>
                    <a:pt x="906903" y="263867"/>
                  </a:lnTo>
                  <a:lnTo>
                    <a:pt x="904981" y="263867"/>
                  </a:lnTo>
                  <a:lnTo>
                    <a:pt x="903060" y="263867"/>
                  </a:lnTo>
                  <a:lnTo>
                    <a:pt x="901139" y="263867"/>
                  </a:lnTo>
                  <a:lnTo>
                    <a:pt x="899217" y="263867"/>
                  </a:lnTo>
                  <a:lnTo>
                    <a:pt x="897296" y="263867"/>
                  </a:lnTo>
                  <a:lnTo>
                    <a:pt x="895374" y="263867"/>
                  </a:lnTo>
                  <a:lnTo>
                    <a:pt x="893453" y="263867"/>
                  </a:lnTo>
                  <a:lnTo>
                    <a:pt x="891532" y="263867"/>
                  </a:lnTo>
                  <a:lnTo>
                    <a:pt x="889610" y="263867"/>
                  </a:lnTo>
                  <a:lnTo>
                    <a:pt x="887689" y="263867"/>
                  </a:lnTo>
                  <a:lnTo>
                    <a:pt x="885767" y="263867"/>
                  </a:lnTo>
                  <a:lnTo>
                    <a:pt x="883846" y="263867"/>
                  </a:lnTo>
                  <a:lnTo>
                    <a:pt x="881925" y="263867"/>
                  </a:lnTo>
                  <a:lnTo>
                    <a:pt x="880003" y="263867"/>
                  </a:lnTo>
                  <a:lnTo>
                    <a:pt x="878082" y="263867"/>
                  </a:lnTo>
                  <a:lnTo>
                    <a:pt x="876160" y="263867"/>
                  </a:lnTo>
                  <a:lnTo>
                    <a:pt x="874239" y="263867"/>
                  </a:lnTo>
                  <a:lnTo>
                    <a:pt x="872318" y="263867"/>
                  </a:lnTo>
                  <a:lnTo>
                    <a:pt x="870396" y="263867"/>
                  </a:lnTo>
                  <a:lnTo>
                    <a:pt x="868475" y="263867"/>
                  </a:lnTo>
                  <a:lnTo>
                    <a:pt x="866553" y="263867"/>
                  </a:lnTo>
                  <a:lnTo>
                    <a:pt x="864632" y="263867"/>
                  </a:lnTo>
                  <a:lnTo>
                    <a:pt x="862710" y="263867"/>
                  </a:lnTo>
                  <a:lnTo>
                    <a:pt x="860789" y="263867"/>
                  </a:lnTo>
                  <a:lnTo>
                    <a:pt x="858868" y="263867"/>
                  </a:lnTo>
                  <a:lnTo>
                    <a:pt x="856946" y="263867"/>
                  </a:lnTo>
                  <a:lnTo>
                    <a:pt x="855025" y="263867"/>
                  </a:lnTo>
                  <a:lnTo>
                    <a:pt x="853103" y="263867"/>
                  </a:lnTo>
                  <a:lnTo>
                    <a:pt x="851182" y="263867"/>
                  </a:lnTo>
                  <a:lnTo>
                    <a:pt x="849261" y="263867"/>
                  </a:lnTo>
                  <a:lnTo>
                    <a:pt x="847339" y="263867"/>
                  </a:lnTo>
                  <a:lnTo>
                    <a:pt x="845418" y="263867"/>
                  </a:lnTo>
                  <a:lnTo>
                    <a:pt x="843496" y="263867"/>
                  </a:lnTo>
                  <a:lnTo>
                    <a:pt x="841575" y="263867"/>
                  </a:lnTo>
                  <a:lnTo>
                    <a:pt x="839654" y="263867"/>
                  </a:lnTo>
                  <a:lnTo>
                    <a:pt x="837732" y="263867"/>
                  </a:lnTo>
                  <a:lnTo>
                    <a:pt x="835811" y="263867"/>
                  </a:lnTo>
                  <a:lnTo>
                    <a:pt x="833889" y="263867"/>
                  </a:lnTo>
                  <a:lnTo>
                    <a:pt x="831968" y="263867"/>
                  </a:lnTo>
                  <a:lnTo>
                    <a:pt x="830047" y="263867"/>
                  </a:lnTo>
                  <a:lnTo>
                    <a:pt x="828125" y="263867"/>
                  </a:lnTo>
                  <a:lnTo>
                    <a:pt x="826204" y="263867"/>
                  </a:lnTo>
                  <a:lnTo>
                    <a:pt x="824282" y="263867"/>
                  </a:lnTo>
                  <a:lnTo>
                    <a:pt x="822361" y="263867"/>
                  </a:lnTo>
                  <a:lnTo>
                    <a:pt x="820440" y="263867"/>
                  </a:lnTo>
                  <a:lnTo>
                    <a:pt x="818518" y="263867"/>
                  </a:lnTo>
                  <a:lnTo>
                    <a:pt x="816597" y="263867"/>
                  </a:lnTo>
                  <a:lnTo>
                    <a:pt x="814675" y="263867"/>
                  </a:lnTo>
                  <a:lnTo>
                    <a:pt x="812754" y="263867"/>
                  </a:lnTo>
                  <a:lnTo>
                    <a:pt x="810833" y="263867"/>
                  </a:lnTo>
                  <a:lnTo>
                    <a:pt x="808911" y="263867"/>
                  </a:lnTo>
                  <a:lnTo>
                    <a:pt x="806990" y="263867"/>
                  </a:lnTo>
                  <a:lnTo>
                    <a:pt x="805068" y="263867"/>
                  </a:lnTo>
                  <a:lnTo>
                    <a:pt x="803147" y="263867"/>
                  </a:lnTo>
                  <a:lnTo>
                    <a:pt x="801226" y="263867"/>
                  </a:lnTo>
                  <a:lnTo>
                    <a:pt x="799304" y="263867"/>
                  </a:lnTo>
                  <a:lnTo>
                    <a:pt x="797383" y="263867"/>
                  </a:lnTo>
                  <a:lnTo>
                    <a:pt x="795461" y="263867"/>
                  </a:lnTo>
                  <a:lnTo>
                    <a:pt x="793540" y="263867"/>
                  </a:lnTo>
                  <a:lnTo>
                    <a:pt x="791618" y="263867"/>
                  </a:lnTo>
                  <a:lnTo>
                    <a:pt x="789697" y="263867"/>
                  </a:lnTo>
                  <a:lnTo>
                    <a:pt x="787776" y="263867"/>
                  </a:lnTo>
                  <a:lnTo>
                    <a:pt x="785854" y="263867"/>
                  </a:lnTo>
                  <a:lnTo>
                    <a:pt x="783933" y="263867"/>
                  </a:lnTo>
                  <a:lnTo>
                    <a:pt x="782011" y="263867"/>
                  </a:lnTo>
                  <a:lnTo>
                    <a:pt x="780090" y="263867"/>
                  </a:lnTo>
                  <a:lnTo>
                    <a:pt x="778169" y="263867"/>
                  </a:lnTo>
                  <a:lnTo>
                    <a:pt x="776247" y="263867"/>
                  </a:lnTo>
                  <a:lnTo>
                    <a:pt x="774326" y="263867"/>
                  </a:lnTo>
                  <a:lnTo>
                    <a:pt x="772404" y="263867"/>
                  </a:lnTo>
                  <a:lnTo>
                    <a:pt x="770483" y="263867"/>
                  </a:lnTo>
                  <a:lnTo>
                    <a:pt x="768562" y="263867"/>
                  </a:lnTo>
                  <a:lnTo>
                    <a:pt x="766640" y="263867"/>
                  </a:lnTo>
                  <a:lnTo>
                    <a:pt x="764719" y="263867"/>
                  </a:lnTo>
                  <a:lnTo>
                    <a:pt x="762797" y="263867"/>
                  </a:lnTo>
                  <a:lnTo>
                    <a:pt x="760876" y="263867"/>
                  </a:lnTo>
                  <a:lnTo>
                    <a:pt x="758955" y="263867"/>
                  </a:lnTo>
                  <a:lnTo>
                    <a:pt x="757033" y="263867"/>
                  </a:lnTo>
                  <a:lnTo>
                    <a:pt x="755112" y="263867"/>
                  </a:lnTo>
                  <a:lnTo>
                    <a:pt x="753190" y="263867"/>
                  </a:lnTo>
                  <a:lnTo>
                    <a:pt x="751269" y="263867"/>
                  </a:lnTo>
                  <a:lnTo>
                    <a:pt x="749348" y="263867"/>
                  </a:lnTo>
                  <a:lnTo>
                    <a:pt x="747426" y="263867"/>
                  </a:lnTo>
                  <a:lnTo>
                    <a:pt x="745505" y="263867"/>
                  </a:lnTo>
                  <a:lnTo>
                    <a:pt x="743583" y="263867"/>
                  </a:lnTo>
                  <a:lnTo>
                    <a:pt x="741662" y="263867"/>
                  </a:lnTo>
                  <a:lnTo>
                    <a:pt x="739741" y="263867"/>
                  </a:lnTo>
                  <a:lnTo>
                    <a:pt x="737819" y="263867"/>
                  </a:lnTo>
                  <a:lnTo>
                    <a:pt x="735898" y="263867"/>
                  </a:lnTo>
                  <a:lnTo>
                    <a:pt x="733976" y="263867"/>
                  </a:lnTo>
                  <a:lnTo>
                    <a:pt x="732055" y="263867"/>
                  </a:lnTo>
                  <a:lnTo>
                    <a:pt x="730134" y="263867"/>
                  </a:lnTo>
                  <a:lnTo>
                    <a:pt x="728212" y="263867"/>
                  </a:lnTo>
                  <a:lnTo>
                    <a:pt x="726291" y="263867"/>
                  </a:lnTo>
                  <a:lnTo>
                    <a:pt x="724369" y="263867"/>
                  </a:lnTo>
                  <a:lnTo>
                    <a:pt x="722448" y="263867"/>
                  </a:lnTo>
                  <a:lnTo>
                    <a:pt x="720526" y="263867"/>
                  </a:lnTo>
                  <a:lnTo>
                    <a:pt x="718605" y="263867"/>
                  </a:lnTo>
                  <a:lnTo>
                    <a:pt x="716684" y="263867"/>
                  </a:lnTo>
                  <a:lnTo>
                    <a:pt x="714762" y="263867"/>
                  </a:lnTo>
                  <a:lnTo>
                    <a:pt x="712841" y="263867"/>
                  </a:lnTo>
                  <a:lnTo>
                    <a:pt x="710919" y="263867"/>
                  </a:lnTo>
                  <a:lnTo>
                    <a:pt x="708998" y="263867"/>
                  </a:lnTo>
                  <a:lnTo>
                    <a:pt x="707077" y="263867"/>
                  </a:lnTo>
                  <a:lnTo>
                    <a:pt x="705155" y="263867"/>
                  </a:lnTo>
                  <a:lnTo>
                    <a:pt x="703234" y="263867"/>
                  </a:lnTo>
                  <a:lnTo>
                    <a:pt x="701312" y="263867"/>
                  </a:lnTo>
                  <a:lnTo>
                    <a:pt x="699391" y="263867"/>
                  </a:lnTo>
                  <a:lnTo>
                    <a:pt x="697470" y="263867"/>
                  </a:lnTo>
                  <a:lnTo>
                    <a:pt x="695548" y="263867"/>
                  </a:lnTo>
                  <a:lnTo>
                    <a:pt x="693627" y="263867"/>
                  </a:lnTo>
                  <a:lnTo>
                    <a:pt x="691705" y="263867"/>
                  </a:lnTo>
                  <a:lnTo>
                    <a:pt x="689784" y="263867"/>
                  </a:lnTo>
                  <a:lnTo>
                    <a:pt x="687863" y="263867"/>
                  </a:lnTo>
                  <a:lnTo>
                    <a:pt x="685941" y="263867"/>
                  </a:lnTo>
                  <a:lnTo>
                    <a:pt x="684020" y="263867"/>
                  </a:lnTo>
                  <a:lnTo>
                    <a:pt x="682098" y="263867"/>
                  </a:lnTo>
                  <a:lnTo>
                    <a:pt x="680177" y="263867"/>
                  </a:lnTo>
                  <a:lnTo>
                    <a:pt x="678256" y="263867"/>
                  </a:lnTo>
                  <a:lnTo>
                    <a:pt x="676334" y="263867"/>
                  </a:lnTo>
                  <a:lnTo>
                    <a:pt x="674413" y="263867"/>
                  </a:lnTo>
                  <a:lnTo>
                    <a:pt x="672491" y="263867"/>
                  </a:lnTo>
                  <a:lnTo>
                    <a:pt x="670570" y="263867"/>
                  </a:lnTo>
                  <a:lnTo>
                    <a:pt x="668649" y="263867"/>
                  </a:lnTo>
                  <a:lnTo>
                    <a:pt x="666727" y="263867"/>
                  </a:lnTo>
                  <a:lnTo>
                    <a:pt x="664806" y="263867"/>
                  </a:lnTo>
                  <a:lnTo>
                    <a:pt x="662884" y="263867"/>
                  </a:lnTo>
                  <a:lnTo>
                    <a:pt x="660963" y="263867"/>
                  </a:lnTo>
                  <a:lnTo>
                    <a:pt x="659042" y="263867"/>
                  </a:lnTo>
                  <a:lnTo>
                    <a:pt x="657120" y="263867"/>
                  </a:lnTo>
                  <a:lnTo>
                    <a:pt x="655199" y="263867"/>
                  </a:lnTo>
                  <a:lnTo>
                    <a:pt x="653277" y="263867"/>
                  </a:lnTo>
                  <a:lnTo>
                    <a:pt x="651356" y="263867"/>
                  </a:lnTo>
                  <a:lnTo>
                    <a:pt x="649434" y="263867"/>
                  </a:lnTo>
                  <a:lnTo>
                    <a:pt x="647513" y="263867"/>
                  </a:lnTo>
                  <a:lnTo>
                    <a:pt x="645592" y="263867"/>
                  </a:lnTo>
                  <a:lnTo>
                    <a:pt x="643670" y="263867"/>
                  </a:lnTo>
                  <a:lnTo>
                    <a:pt x="641749" y="263867"/>
                  </a:lnTo>
                  <a:lnTo>
                    <a:pt x="639827" y="263867"/>
                  </a:lnTo>
                  <a:lnTo>
                    <a:pt x="637906" y="263867"/>
                  </a:lnTo>
                  <a:lnTo>
                    <a:pt x="635985" y="263867"/>
                  </a:lnTo>
                  <a:lnTo>
                    <a:pt x="634063" y="263867"/>
                  </a:lnTo>
                  <a:lnTo>
                    <a:pt x="632142" y="263867"/>
                  </a:lnTo>
                  <a:lnTo>
                    <a:pt x="630220" y="263867"/>
                  </a:lnTo>
                  <a:lnTo>
                    <a:pt x="628299" y="263867"/>
                  </a:lnTo>
                  <a:lnTo>
                    <a:pt x="626378" y="263867"/>
                  </a:lnTo>
                  <a:lnTo>
                    <a:pt x="624456" y="263867"/>
                  </a:lnTo>
                  <a:lnTo>
                    <a:pt x="622535" y="263867"/>
                  </a:lnTo>
                  <a:lnTo>
                    <a:pt x="620613" y="263867"/>
                  </a:lnTo>
                  <a:lnTo>
                    <a:pt x="618692" y="263867"/>
                  </a:lnTo>
                  <a:lnTo>
                    <a:pt x="616771" y="263867"/>
                  </a:lnTo>
                  <a:lnTo>
                    <a:pt x="614849" y="263867"/>
                  </a:lnTo>
                  <a:lnTo>
                    <a:pt x="612928" y="263867"/>
                  </a:lnTo>
                  <a:lnTo>
                    <a:pt x="611006" y="263867"/>
                  </a:lnTo>
                  <a:lnTo>
                    <a:pt x="609085" y="263867"/>
                  </a:lnTo>
                  <a:lnTo>
                    <a:pt x="607164" y="263867"/>
                  </a:lnTo>
                  <a:lnTo>
                    <a:pt x="605242" y="263867"/>
                  </a:lnTo>
                  <a:lnTo>
                    <a:pt x="603321" y="263867"/>
                  </a:lnTo>
                  <a:lnTo>
                    <a:pt x="601399" y="263867"/>
                  </a:lnTo>
                  <a:lnTo>
                    <a:pt x="599478" y="263867"/>
                  </a:lnTo>
                  <a:lnTo>
                    <a:pt x="597557" y="263867"/>
                  </a:lnTo>
                  <a:lnTo>
                    <a:pt x="595635" y="263867"/>
                  </a:lnTo>
                  <a:lnTo>
                    <a:pt x="593714" y="263867"/>
                  </a:lnTo>
                  <a:lnTo>
                    <a:pt x="591792" y="263867"/>
                  </a:lnTo>
                  <a:lnTo>
                    <a:pt x="589871" y="263867"/>
                  </a:lnTo>
                  <a:lnTo>
                    <a:pt x="587950" y="263867"/>
                  </a:lnTo>
                  <a:lnTo>
                    <a:pt x="586028" y="263867"/>
                  </a:lnTo>
                  <a:lnTo>
                    <a:pt x="584107" y="263867"/>
                  </a:lnTo>
                  <a:lnTo>
                    <a:pt x="582185" y="263867"/>
                  </a:lnTo>
                  <a:lnTo>
                    <a:pt x="580264" y="263867"/>
                  </a:lnTo>
                  <a:lnTo>
                    <a:pt x="578342" y="263867"/>
                  </a:lnTo>
                  <a:lnTo>
                    <a:pt x="576421" y="263867"/>
                  </a:lnTo>
                  <a:lnTo>
                    <a:pt x="574500" y="263867"/>
                  </a:lnTo>
                  <a:lnTo>
                    <a:pt x="572578" y="263867"/>
                  </a:lnTo>
                  <a:lnTo>
                    <a:pt x="570657" y="263867"/>
                  </a:lnTo>
                  <a:lnTo>
                    <a:pt x="568735" y="263867"/>
                  </a:lnTo>
                  <a:lnTo>
                    <a:pt x="566814" y="263867"/>
                  </a:lnTo>
                  <a:lnTo>
                    <a:pt x="564893" y="263867"/>
                  </a:lnTo>
                  <a:lnTo>
                    <a:pt x="562971" y="263867"/>
                  </a:lnTo>
                  <a:lnTo>
                    <a:pt x="561050" y="263867"/>
                  </a:lnTo>
                  <a:lnTo>
                    <a:pt x="559128" y="263867"/>
                  </a:lnTo>
                  <a:lnTo>
                    <a:pt x="557207" y="263867"/>
                  </a:lnTo>
                  <a:lnTo>
                    <a:pt x="555286" y="263867"/>
                  </a:lnTo>
                  <a:lnTo>
                    <a:pt x="553364" y="263867"/>
                  </a:lnTo>
                  <a:lnTo>
                    <a:pt x="551443" y="263867"/>
                  </a:lnTo>
                  <a:lnTo>
                    <a:pt x="549521" y="263867"/>
                  </a:lnTo>
                  <a:lnTo>
                    <a:pt x="547600" y="263867"/>
                  </a:lnTo>
                  <a:lnTo>
                    <a:pt x="545679" y="263867"/>
                  </a:lnTo>
                  <a:lnTo>
                    <a:pt x="543757" y="263867"/>
                  </a:lnTo>
                  <a:lnTo>
                    <a:pt x="541836" y="263867"/>
                  </a:lnTo>
                  <a:lnTo>
                    <a:pt x="539914" y="263867"/>
                  </a:lnTo>
                  <a:lnTo>
                    <a:pt x="537993" y="263867"/>
                  </a:lnTo>
                  <a:lnTo>
                    <a:pt x="536072" y="263867"/>
                  </a:lnTo>
                  <a:lnTo>
                    <a:pt x="534150" y="263867"/>
                  </a:lnTo>
                  <a:lnTo>
                    <a:pt x="532229" y="263867"/>
                  </a:lnTo>
                  <a:lnTo>
                    <a:pt x="530307" y="263867"/>
                  </a:lnTo>
                  <a:lnTo>
                    <a:pt x="528386" y="263867"/>
                  </a:lnTo>
                  <a:lnTo>
                    <a:pt x="526465" y="263867"/>
                  </a:lnTo>
                  <a:lnTo>
                    <a:pt x="524543" y="263867"/>
                  </a:lnTo>
                  <a:lnTo>
                    <a:pt x="522622" y="263867"/>
                  </a:lnTo>
                  <a:lnTo>
                    <a:pt x="520700" y="263867"/>
                  </a:lnTo>
                  <a:lnTo>
                    <a:pt x="518779" y="263867"/>
                  </a:lnTo>
                  <a:lnTo>
                    <a:pt x="516858" y="263867"/>
                  </a:lnTo>
                  <a:lnTo>
                    <a:pt x="514936" y="263867"/>
                  </a:lnTo>
                  <a:lnTo>
                    <a:pt x="513015" y="263867"/>
                  </a:lnTo>
                  <a:lnTo>
                    <a:pt x="511093" y="263867"/>
                  </a:lnTo>
                  <a:lnTo>
                    <a:pt x="509172" y="263867"/>
                  </a:lnTo>
                  <a:lnTo>
                    <a:pt x="507250" y="263867"/>
                  </a:lnTo>
                  <a:lnTo>
                    <a:pt x="505329" y="263867"/>
                  </a:lnTo>
                  <a:lnTo>
                    <a:pt x="503408" y="263867"/>
                  </a:lnTo>
                  <a:lnTo>
                    <a:pt x="501486" y="263867"/>
                  </a:lnTo>
                  <a:lnTo>
                    <a:pt x="499565" y="263867"/>
                  </a:lnTo>
                  <a:lnTo>
                    <a:pt x="497643" y="263867"/>
                  </a:lnTo>
                  <a:lnTo>
                    <a:pt x="495722" y="263867"/>
                  </a:lnTo>
                  <a:lnTo>
                    <a:pt x="493801" y="263867"/>
                  </a:lnTo>
                  <a:lnTo>
                    <a:pt x="491879" y="263867"/>
                  </a:lnTo>
                  <a:lnTo>
                    <a:pt x="489958" y="263867"/>
                  </a:lnTo>
                  <a:lnTo>
                    <a:pt x="488036" y="263867"/>
                  </a:lnTo>
                  <a:lnTo>
                    <a:pt x="486115" y="263867"/>
                  </a:lnTo>
                  <a:lnTo>
                    <a:pt x="484194" y="263867"/>
                  </a:lnTo>
                  <a:lnTo>
                    <a:pt x="482272" y="263867"/>
                  </a:lnTo>
                  <a:lnTo>
                    <a:pt x="480351" y="263867"/>
                  </a:lnTo>
                  <a:lnTo>
                    <a:pt x="478429" y="263867"/>
                  </a:lnTo>
                  <a:lnTo>
                    <a:pt x="476508" y="263867"/>
                  </a:lnTo>
                  <a:lnTo>
                    <a:pt x="474587" y="263867"/>
                  </a:lnTo>
                  <a:lnTo>
                    <a:pt x="472665" y="263867"/>
                  </a:lnTo>
                  <a:lnTo>
                    <a:pt x="470744" y="263867"/>
                  </a:lnTo>
                  <a:lnTo>
                    <a:pt x="468822" y="263867"/>
                  </a:lnTo>
                  <a:lnTo>
                    <a:pt x="466901" y="263867"/>
                  </a:lnTo>
                  <a:lnTo>
                    <a:pt x="464980" y="263867"/>
                  </a:lnTo>
                  <a:lnTo>
                    <a:pt x="463058" y="263867"/>
                  </a:lnTo>
                  <a:lnTo>
                    <a:pt x="461137" y="263867"/>
                  </a:lnTo>
                  <a:lnTo>
                    <a:pt x="459215" y="263867"/>
                  </a:lnTo>
                  <a:lnTo>
                    <a:pt x="457294" y="263867"/>
                  </a:lnTo>
                  <a:lnTo>
                    <a:pt x="455373" y="263867"/>
                  </a:lnTo>
                  <a:lnTo>
                    <a:pt x="453451" y="263867"/>
                  </a:lnTo>
                  <a:lnTo>
                    <a:pt x="451530" y="263867"/>
                  </a:lnTo>
                  <a:lnTo>
                    <a:pt x="449608" y="263867"/>
                  </a:lnTo>
                  <a:lnTo>
                    <a:pt x="447687" y="263867"/>
                  </a:lnTo>
                  <a:lnTo>
                    <a:pt x="445766" y="263867"/>
                  </a:lnTo>
                  <a:lnTo>
                    <a:pt x="443844" y="263867"/>
                  </a:lnTo>
                  <a:lnTo>
                    <a:pt x="441923" y="263867"/>
                  </a:lnTo>
                  <a:lnTo>
                    <a:pt x="440001" y="263867"/>
                  </a:lnTo>
                  <a:lnTo>
                    <a:pt x="438080" y="263867"/>
                  </a:lnTo>
                  <a:lnTo>
                    <a:pt x="436159" y="263867"/>
                  </a:lnTo>
                  <a:lnTo>
                    <a:pt x="434237" y="263867"/>
                  </a:lnTo>
                  <a:lnTo>
                    <a:pt x="432316" y="263867"/>
                  </a:lnTo>
                  <a:lnTo>
                    <a:pt x="430394" y="263867"/>
                  </a:lnTo>
                  <a:lnTo>
                    <a:pt x="428473" y="263867"/>
                  </a:lnTo>
                  <a:lnTo>
                    <a:pt x="426551" y="263867"/>
                  </a:lnTo>
                  <a:lnTo>
                    <a:pt x="424630" y="263867"/>
                  </a:lnTo>
                  <a:lnTo>
                    <a:pt x="422709" y="263867"/>
                  </a:lnTo>
                  <a:lnTo>
                    <a:pt x="420787" y="263867"/>
                  </a:lnTo>
                  <a:lnTo>
                    <a:pt x="418866" y="263867"/>
                  </a:lnTo>
                  <a:lnTo>
                    <a:pt x="416944" y="263867"/>
                  </a:lnTo>
                  <a:lnTo>
                    <a:pt x="415023" y="263867"/>
                  </a:lnTo>
                  <a:lnTo>
                    <a:pt x="413102" y="263867"/>
                  </a:lnTo>
                  <a:lnTo>
                    <a:pt x="411180" y="263867"/>
                  </a:lnTo>
                  <a:lnTo>
                    <a:pt x="409259" y="263867"/>
                  </a:lnTo>
                  <a:lnTo>
                    <a:pt x="407337" y="263867"/>
                  </a:lnTo>
                  <a:lnTo>
                    <a:pt x="405416" y="263867"/>
                  </a:lnTo>
                  <a:lnTo>
                    <a:pt x="403495" y="263867"/>
                  </a:lnTo>
                  <a:lnTo>
                    <a:pt x="401573" y="263867"/>
                  </a:lnTo>
                  <a:lnTo>
                    <a:pt x="399652" y="263867"/>
                  </a:lnTo>
                  <a:lnTo>
                    <a:pt x="397730" y="263867"/>
                  </a:lnTo>
                  <a:lnTo>
                    <a:pt x="395809" y="263867"/>
                  </a:lnTo>
                  <a:lnTo>
                    <a:pt x="393888" y="263867"/>
                  </a:lnTo>
                  <a:lnTo>
                    <a:pt x="391966" y="263867"/>
                  </a:lnTo>
                  <a:lnTo>
                    <a:pt x="390045" y="263867"/>
                  </a:lnTo>
                  <a:lnTo>
                    <a:pt x="388123" y="263867"/>
                  </a:lnTo>
                  <a:lnTo>
                    <a:pt x="386202" y="263867"/>
                  </a:lnTo>
                  <a:lnTo>
                    <a:pt x="384281" y="263867"/>
                  </a:lnTo>
                  <a:lnTo>
                    <a:pt x="382359" y="263867"/>
                  </a:lnTo>
                  <a:lnTo>
                    <a:pt x="380438" y="263867"/>
                  </a:lnTo>
                  <a:lnTo>
                    <a:pt x="378516" y="263867"/>
                  </a:lnTo>
                  <a:lnTo>
                    <a:pt x="376595" y="263867"/>
                  </a:lnTo>
                  <a:lnTo>
                    <a:pt x="374674" y="263867"/>
                  </a:lnTo>
                  <a:lnTo>
                    <a:pt x="372752" y="263867"/>
                  </a:lnTo>
                  <a:lnTo>
                    <a:pt x="370831" y="263867"/>
                  </a:lnTo>
                  <a:lnTo>
                    <a:pt x="368909" y="263867"/>
                  </a:lnTo>
                  <a:lnTo>
                    <a:pt x="366988" y="263867"/>
                  </a:lnTo>
                  <a:lnTo>
                    <a:pt x="365067" y="263867"/>
                  </a:lnTo>
                  <a:lnTo>
                    <a:pt x="363145" y="263867"/>
                  </a:lnTo>
                  <a:lnTo>
                    <a:pt x="361224" y="263867"/>
                  </a:lnTo>
                  <a:lnTo>
                    <a:pt x="359302" y="263867"/>
                  </a:lnTo>
                  <a:lnTo>
                    <a:pt x="357381" y="263867"/>
                  </a:lnTo>
                  <a:lnTo>
                    <a:pt x="355459" y="263867"/>
                  </a:lnTo>
                  <a:lnTo>
                    <a:pt x="353538" y="263867"/>
                  </a:lnTo>
                  <a:lnTo>
                    <a:pt x="351617" y="263867"/>
                  </a:lnTo>
                  <a:lnTo>
                    <a:pt x="349695" y="263867"/>
                  </a:lnTo>
                  <a:lnTo>
                    <a:pt x="347774" y="263867"/>
                  </a:lnTo>
                  <a:lnTo>
                    <a:pt x="345852" y="263867"/>
                  </a:lnTo>
                  <a:lnTo>
                    <a:pt x="343931" y="263867"/>
                  </a:lnTo>
                  <a:lnTo>
                    <a:pt x="342010" y="263867"/>
                  </a:lnTo>
                  <a:lnTo>
                    <a:pt x="340088" y="263867"/>
                  </a:lnTo>
                  <a:lnTo>
                    <a:pt x="338167" y="263867"/>
                  </a:lnTo>
                  <a:lnTo>
                    <a:pt x="336245" y="263867"/>
                  </a:lnTo>
                  <a:lnTo>
                    <a:pt x="334324" y="263867"/>
                  </a:lnTo>
                  <a:lnTo>
                    <a:pt x="332403" y="263867"/>
                  </a:lnTo>
                  <a:lnTo>
                    <a:pt x="330481" y="263867"/>
                  </a:lnTo>
                  <a:lnTo>
                    <a:pt x="328560" y="263867"/>
                  </a:lnTo>
                  <a:lnTo>
                    <a:pt x="326638" y="263867"/>
                  </a:lnTo>
                  <a:lnTo>
                    <a:pt x="324717" y="263867"/>
                  </a:lnTo>
                  <a:lnTo>
                    <a:pt x="322796" y="263867"/>
                  </a:lnTo>
                  <a:lnTo>
                    <a:pt x="320874" y="263867"/>
                  </a:lnTo>
                  <a:lnTo>
                    <a:pt x="318953" y="263867"/>
                  </a:lnTo>
                  <a:lnTo>
                    <a:pt x="317031" y="263867"/>
                  </a:lnTo>
                  <a:lnTo>
                    <a:pt x="315110" y="263867"/>
                  </a:lnTo>
                  <a:lnTo>
                    <a:pt x="313189" y="263867"/>
                  </a:lnTo>
                  <a:lnTo>
                    <a:pt x="311267" y="263867"/>
                  </a:lnTo>
                  <a:lnTo>
                    <a:pt x="309346" y="263867"/>
                  </a:lnTo>
                  <a:lnTo>
                    <a:pt x="307424" y="263867"/>
                  </a:lnTo>
                  <a:lnTo>
                    <a:pt x="305503" y="263867"/>
                  </a:lnTo>
                  <a:lnTo>
                    <a:pt x="303582" y="263867"/>
                  </a:lnTo>
                  <a:lnTo>
                    <a:pt x="301660" y="263867"/>
                  </a:lnTo>
                  <a:lnTo>
                    <a:pt x="299739" y="263867"/>
                  </a:lnTo>
                  <a:lnTo>
                    <a:pt x="297817" y="263867"/>
                  </a:lnTo>
                  <a:lnTo>
                    <a:pt x="295896" y="263867"/>
                  </a:lnTo>
                  <a:lnTo>
                    <a:pt x="293975" y="263867"/>
                  </a:lnTo>
                  <a:lnTo>
                    <a:pt x="292053" y="263867"/>
                  </a:lnTo>
                  <a:lnTo>
                    <a:pt x="290132" y="263867"/>
                  </a:lnTo>
                  <a:lnTo>
                    <a:pt x="288210" y="263867"/>
                  </a:lnTo>
                  <a:lnTo>
                    <a:pt x="286289" y="263867"/>
                  </a:lnTo>
                  <a:lnTo>
                    <a:pt x="284367" y="263867"/>
                  </a:lnTo>
                  <a:lnTo>
                    <a:pt x="282446" y="263867"/>
                  </a:lnTo>
                  <a:lnTo>
                    <a:pt x="280525" y="263867"/>
                  </a:lnTo>
                  <a:lnTo>
                    <a:pt x="278603" y="263867"/>
                  </a:lnTo>
                  <a:lnTo>
                    <a:pt x="276682" y="263867"/>
                  </a:lnTo>
                  <a:lnTo>
                    <a:pt x="274760" y="263867"/>
                  </a:lnTo>
                  <a:lnTo>
                    <a:pt x="272839" y="263867"/>
                  </a:lnTo>
                  <a:lnTo>
                    <a:pt x="270918" y="263867"/>
                  </a:lnTo>
                  <a:lnTo>
                    <a:pt x="268996" y="263867"/>
                  </a:lnTo>
                  <a:lnTo>
                    <a:pt x="267075" y="263867"/>
                  </a:lnTo>
                  <a:lnTo>
                    <a:pt x="265153" y="263867"/>
                  </a:lnTo>
                  <a:lnTo>
                    <a:pt x="263232" y="263867"/>
                  </a:lnTo>
                  <a:lnTo>
                    <a:pt x="261311" y="263867"/>
                  </a:lnTo>
                  <a:lnTo>
                    <a:pt x="259389" y="263867"/>
                  </a:lnTo>
                  <a:lnTo>
                    <a:pt x="257468" y="263867"/>
                  </a:lnTo>
                  <a:lnTo>
                    <a:pt x="255546" y="263867"/>
                  </a:lnTo>
                  <a:lnTo>
                    <a:pt x="253625" y="263867"/>
                  </a:lnTo>
                  <a:lnTo>
                    <a:pt x="251704" y="263867"/>
                  </a:lnTo>
                  <a:lnTo>
                    <a:pt x="249782" y="263867"/>
                  </a:lnTo>
                  <a:lnTo>
                    <a:pt x="247861" y="263867"/>
                  </a:lnTo>
                  <a:lnTo>
                    <a:pt x="245939" y="263867"/>
                  </a:lnTo>
                  <a:lnTo>
                    <a:pt x="244018" y="263867"/>
                  </a:lnTo>
                  <a:lnTo>
                    <a:pt x="242097" y="263867"/>
                  </a:lnTo>
                  <a:lnTo>
                    <a:pt x="240175" y="263867"/>
                  </a:lnTo>
                  <a:lnTo>
                    <a:pt x="238254" y="263867"/>
                  </a:lnTo>
                  <a:lnTo>
                    <a:pt x="236332" y="263867"/>
                  </a:lnTo>
                  <a:lnTo>
                    <a:pt x="234411" y="263867"/>
                  </a:lnTo>
                  <a:lnTo>
                    <a:pt x="232490" y="263867"/>
                  </a:lnTo>
                  <a:lnTo>
                    <a:pt x="230568" y="263867"/>
                  </a:lnTo>
                  <a:lnTo>
                    <a:pt x="228647" y="263867"/>
                  </a:lnTo>
                  <a:lnTo>
                    <a:pt x="226725" y="263867"/>
                  </a:lnTo>
                  <a:lnTo>
                    <a:pt x="224804" y="263867"/>
                  </a:lnTo>
                  <a:lnTo>
                    <a:pt x="222883" y="263867"/>
                  </a:lnTo>
                  <a:lnTo>
                    <a:pt x="220961" y="263867"/>
                  </a:lnTo>
                  <a:lnTo>
                    <a:pt x="219040" y="263867"/>
                  </a:lnTo>
                  <a:lnTo>
                    <a:pt x="217118" y="263867"/>
                  </a:lnTo>
                  <a:lnTo>
                    <a:pt x="215197" y="263867"/>
                  </a:lnTo>
                  <a:lnTo>
                    <a:pt x="213275" y="263867"/>
                  </a:lnTo>
                  <a:lnTo>
                    <a:pt x="211354" y="263867"/>
                  </a:lnTo>
                  <a:lnTo>
                    <a:pt x="209433" y="263867"/>
                  </a:lnTo>
                  <a:lnTo>
                    <a:pt x="207511" y="263867"/>
                  </a:lnTo>
                  <a:lnTo>
                    <a:pt x="205590" y="263867"/>
                  </a:lnTo>
                  <a:lnTo>
                    <a:pt x="203668" y="263867"/>
                  </a:lnTo>
                  <a:lnTo>
                    <a:pt x="201747" y="263867"/>
                  </a:lnTo>
                  <a:lnTo>
                    <a:pt x="199826" y="263867"/>
                  </a:lnTo>
                  <a:lnTo>
                    <a:pt x="197904" y="263867"/>
                  </a:lnTo>
                  <a:lnTo>
                    <a:pt x="195983" y="263867"/>
                  </a:lnTo>
                  <a:lnTo>
                    <a:pt x="194061" y="263867"/>
                  </a:lnTo>
                  <a:lnTo>
                    <a:pt x="192140" y="263867"/>
                  </a:lnTo>
                  <a:lnTo>
                    <a:pt x="190219" y="263867"/>
                  </a:lnTo>
                  <a:lnTo>
                    <a:pt x="188297" y="263867"/>
                  </a:lnTo>
                  <a:lnTo>
                    <a:pt x="186376" y="263867"/>
                  </a:lnTo>
                  <a:lnTo>
                    <a:pt x="184454" y="263867"/>
                  </a:lnTo>
                  <a:lnTo>
                    <a:pt x="182533" y="263867"/>
                  </a:lnTo>
                  <a:lnTo>
                    <a:pt x="180612" y="263867"/>
                  </a:lnTo>
                  <a:lnTo>
                    <a:pt x="178690" y="263867"/>
                  </a:lnTo>
                  <a:lnTo>
                    <a:pt x="176769" y="263867"/>
                  </a:lnTo>
                  <a:lnTo>
                    <a:pt x="174847" y="263867"/>
                  </a:lnTo>
                  <a:lnTo>
                    <a:pt x="172926" y="263867"/>
                  </a:lnTo>
                  <a:lnTo>
                    <a:pt x="171005" y="263867"/>
                  </a:lnTo>
                  <a:lnTo>
                    <a:pt x="169083" y="263867"/>
                  </a:lnTo>
                  <a:lnTo>
                    <a:pt x="167162" y="263867"/>
                  </a:lnTo>
                  <a:lnTo>
                    <a:pt x="165240" y="263867"/>
                  </a:lnTo>
                  <a:lnTo>
                    <a:pt x="163319" y="263867"/>
                  </a:lnTo>
                  <a:lnTo>
                    <a:pt x="161398" y="263867"/>
                  </a:lnTo>
                  <a:lnTo>
                    <a:pt x="159476" y="263867"/>
                  </a:lnTo>
                  <a:lnTo>
                    <a:pt x="157555" y="263867"/>
                  </a:lnTo>
                  <a:lnTo>
                    <a:pt x="155633" y="263867"/>
                  </a:lnTo>
                  <a:lnTo>
                    <a:pt x="153712" y="263867"/>
                  </a:lnTo>
                  <a:lnTo>
                    <a:pt x="151791" y="263867"/>
                  </a:lnTo>
                  <a:lnTo>
                    <a:pt x="149869" y="263867"/>
                  </a:lnTo>
                  <a:lnTo>
                    <a:pt x="147948" y="263867"/>
                  </a:lnTo>
                  <a:lnTo>
                    <a:pt x="146026" y="263867"/>
                  </a:lnTo>
                  <a:lnTo>
                    <a:pt x="144105" y="263867"/>
                  </a:lnTo>
                  <a:lnTo>
                    <a:pt x="142183" y="263867"/>
                  </a:lnTo>
                  <a:lnTo>
                    <a:pt x="140262" y="263867"/>
                  </a:lnTo>
                  <a:lnTo>
                    <a:pt x="138341" y="263867"/>
                  </a:lnTo>
                  <a:lnTo>
                    <a:pt x="136419" y="263867"/>
                  </a:lnTo>
                  <a:lnTo>
                    <a:pt x="134498" y="263867"/>
                  </a:lnTo>
                  <a:lnTo>
                    <a:pt x="132576" y="263867"/>
                  </a:lnTo>
                  <a:lnTo>
                    <a:pt x="130655" y="263867"/>
                  </a:lnTo>
                  <a:lnTo>
                    <a:pt x="128734" y="263867"/>
                  </a:lnTo>
                  <a:lnTo>
                    <a:pt x="126812" y="263867"/>
                  </a:lnTo>
                  <a:lnTo>
                    <a:pt x="124891" y="263867"/>
                  </a:lnTo>
                  <a:lnTo>
                    <a:pt x="122969" y="263867"/>
                  </a:lnTo>
                  <a:lnTo>
                    <a:pt x="121048" y="263867"/>
                  </a:lnTo>
                  <a:lnTo>
                    <a:pt x="119127" y="263867"/>
                  </a:lnTo>
                  <a:lnTo>
                    <a:pt x="117205" y="263867"/>
                  </a:lnTo>
                  <a:lnTo>
                    <a:pt x="115284" y="263867"/>
                  </a:lnTo>
                  <a:lnTo>
                    <a:pt x="113362" y="263867"/>
                  </a:lnTo>
                  <a:lnTo>
                    <a:pt x="111441" y="263867"/>
                  </a:lnTo>
                  <a:lnTo>
                    <a:pt x="109520" y="263867"/>
                  </a:lnTo>
                  <a:lnTo>
                    <a:pt x="107598" y="263867"/>
                  </a:lnTo>
                  <a:lnTo>
                    <a:pt x="105677" y="263867"/>
                  </a:lnTo>
                  <a:lnTo>
                    <a:pt x="103755" y="263867"/>
                  </a:lnTo>
                  <a:lnTo>
                    <a:pt x="101834" y="263867"/>
                  </a:lnTo>
                  <a:lnTo>
                    <a:pt x="99913" y="263867"/>
                  </a:lnTo>
                  <a:lnTo>
                    <a:pt x="97991" y="263867"/>
                  </a:lnTo>
                  <a:lnTo>
                    <a:pt x="96070" y="263867"/>
                  </a:lnTo>
                  <a:lnTo>
                    <a:pt x="94148" y="263867"/>
                  </a:lnTo>
                  <a:lnTo>
                    <a:pt x="92227" y="263867"/>
                  </a:lnTo>
                  <a:lnTo>
                    <a:pt x="90306" y="263867"/>
                  </a:lnTo>
                  <a:lnTo>
                    <a:pt x="88384" y="263867"/>
                  </a:lnTo>
                  <a:lnTo>
                    <a:pt x="86463" y="263867"/>
                  </a:lnTo>
                  <a:lnTo>
                    <a:pt x="84541" y="263867"/>
                  </a:lnTo>
                  <a:lnTo>
                    <a:pt x="82620" y="263867"/>
                  </a:lnTo>
                  <a:lnTo>
                    <a:pt x="80699" y="263867"/>
                  </a:lnTo>
                  <a:lnTo>
                    <a:pt x="78777" y="263867"/>
                  </a:lnTo>
                  <a:lnTo>
                    <a:pt x="76856" y="263867"/>
                  </a:lnTo>
                  <a:lnTo>
                    <a:pt x="74934" y="263867"/>
                  </a:lnTo>
                  <a:lnTo>
                    <a:pt x="73013" y="263867"/>
                  </a:lnTo>
                  <a:lnTo>
                    <a:pt x="71091" y="263867"/>
                  </a:lnTo>
                  <a:lnTo>
                    <a:pt x="69170" y="263867"/>
                  </a:lnTo>
                  <a:lnTo>
                    <a:pt x="67249" y="263867"/>
                  </a:lnTo>
                  <a:lnTo>
                    <a:pt x="65327" y="263867"/>
                  </a:lnTo>
                  <a:lnTo>
                    <a:pt x="63406" y="263867"/>
                  </a:lnTo>
                  <a:lnTo>
                    <a:pt x="61484" y="263867"/>
                  </a:lnTo>
                  <a:lnTo>
                    <a:pt x="59563" y="263867"/>
                  </a:lnTo>
                  <a:lnTo>
                    <a:pt x="57642" y="263867"/>
                  </a:lnTo>
                  <a:lnTo>
                    <a:pt x="55720" y="263867"/>
                  </a:lnTo>
                  <a:lnTo>
                    <a:pt x="53799" y="263867"/>
                  </a:lnTo>
                  <a:lnTo>
                    <a:pt x="51877" y="263867"/>
                  </a:lnTo>
                  <a:lnTo>
                    <a:pt x="49956" y="263867"/>
                  </a:lnTo>
                  <a:lnTo>
                    <a:pt x="48035" y="263867"/>
                  </a:lnTo>
                  <a:lnTo>
                    <a:pt x="46113" y="263867"/>
                  </a:lnTo>
                  <a:lnTo>
                    <a:pt x="44192" y="263867"/>
                  </a:lnTo>
                  <a:lnTo>
                    <a:pt x="42270" y="263867"/>
                  </a:lnTo>
                  <a:lnTo>
                    <a:pt x="40349" y="263867"/>
                  </a:lnTo>
                  <a:lnTo>
                    <a:pt x="38428" y="263867"/>
                  </a:lnTo>
                  <a:lnTo>
                    <a:pt x="36506" y="263867"/>
                  </a:lnTo>
                  <a:lnTo>
                    <a:pt x="34585" y="263867"/>
                  </a:lnTo>
                  <a:lnTo>
                    <a:pt x="32663" y="263867"/>
                  </a:lnTo>
                  <a:lnTo>
                    <a:pt x="30742" y="263867"/>
                  </a:lnTo>
                  <a:lnTo>
                    <a:pt x="28821" y="263867"/>
                  </a:lnTo>
                  <a:lnTo>
                    <a:pt x="26899" y="263867"/>
                  </a:lnTo>
                  <a:lnTo>
                    <a:pt x="24978" y="263867"/>
                  </a:lnTo>
                  <a:lnTo>
                    <a:pt x="23056" y="263867"/>
                  </a:lnTo>
                  <a:lnTo>
                    <a:pt x="21135" y="263867"/>
                  </a:lnTo>
                  <a:lnTo>
                    <a:pt x="19214" y="263867"/>
                  </a:lnTo>
                  <a:lnTo>
                    <a:pt x="17292" y="263867"/>
                  </a:lnTo>
                  <a:lnTo>
                    <a:pt x="15371" y="263867"/>
                  </a:lnTo>
                  <a:lnTo>
                    <a:pt x="13449" y="263867"/>
                  </a:lnTo>
                  <a:lnTo>
                    <a:pt x="11528" y="263867"/>
                  </a:lnTo>
                  <a:lnTo>
                    <a:pt x="9607" y="263867"/>
                  </a:lnTo>
                  <a:lnTo>
                    <a:pt x="7685" y="263867"/>
                  </a:lnTo>
                  <a:lnTo>
                    <a:pt x="5764" y="263867"/>
                  </a:lnTo>
                  <a:lnTo>
                    <a:pt x="3842" y="263867"/>
                  </a:lnTo>
                  <a:lnTo>
                    <a:pt x="1921" y="26386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6686962" y="2519155"/>
              <a:ext cx="981838" cy="263863"/>
            </a:xfrm>
            <a:custGeom>
              <a:avLst/>
              <a:pathLst>
                <a:path w="981838" h="263863">
                  <a:moveTo>
                    <a:pt x="0" y="263863"/>
                  </a:moveTo>
                  <a:lnTo>
                    <a:pt x="1921" y="263862"/>
                  </a:lnTo>
                  <a:lnTo>
                    <a:pt x="3842" y="263861"/>
                  </a:lnTo>
                  <a:lnTo>
                    <a:pt x="5764" y="263859"/>
                  </a:lnTo>
                  <a:lnTo>
                    <a:pt x="7685" y="263856"/>
                  </a:lnTo>
                  <a:lnTo>
                    <a:pt x="9607" y="263853"/>
                  </a:lnTo>
                  <a:lnTo>
                    <a:pt x="11528" y="263849"/>
                  </a:lnTo>
                  <a:lnTo>
                    <a:pt x="13449" y="263844"/>
                  </a:lnTo>
                  <a:lnTo>
                    <a:pt x="15371" y="263837"/>
                  </a:lnTo>
                  <a:lnTo>
                    <a:pt x="17292" y="263829"/>
                  </a:lnTo>
                  <a:lnTo>
                    <a:pt x="19214" y="263819"/>
                  </a:lnTo>
                  <a:lnTo>
                    <a:pt x="21135" y="263805"/>
                  </a:lnTo>
                  <a:lnTo>
                    <a:pt x="23056" y="263789"/>
                  </a:lnTo>
                  <a:lnTo>
                    <a:pt x="24978" y="263769"/>
                  </a:lnTo>
                  <a:lnTo>
                    <a:pt x="26899" y="263745"/>
                  </a:lnTo>
                  <a:lnTo>
                    <a:pt x="28821" y="263717"/>
                  </a:lnTo>
                  <a:lnTo>
                    <a:pt x="30742" y="263681"/>
                  </a:lnTo>
                  <a:lnTo>
                    <a:pt x="32663" y="263638"/>
                  </a:lnTo>
                  <a:lnTo>
                    <a:pt x="34585" y="263587"/>
                  </a:lnTo>
                  <a:lnTo>
                    <a:pt x="36506" y="263527"/>
                  </a:lnTo>
                  <a:lnTo>
                    <a:pt x="38428" y="263456"/>
                  </a:lnTo>
                  <a:lnTo>
                    <a:pt x="40349" y="263375"/>
                  </a:lnTo>
                  <a:lnTo>
                    <a:pt x="42270" y="263277"/>
                  </a:lnTo>
                  <a:lnTo>
                    <a:pt x="44192" y="263163"/>
                  </a:lnTo>
                  <a:lnTo>
                    <a:pt x="46113" y="263034"/>
                  </a:lnTo>
                  <a:lnTo>
                    <a:pt x="48035" y="262886"/>
                  </a:lnTo>
                  <a:lnTo>
                    <a:pt x="49956" y="262719"/>
                  </a:lnTo>
                  <a:lnTo>
                    <a:pt x="51877" y="262531"/>
                  </a:lnTo>
                  <a:lnTo>
                    <a:pt x="53799" y="262316"/>
                  </a:lnTo>
                  <a:lnTo>
                    <a:pt x="55720" y="262076"/>
                  </a:lnTo>
                  <a:lnTo>
                    <a:pt x="57642" y="261811"/>
                  </a:lnTo>
                  <a:lnTo>
                    <a:pt x="59563" y="261520"/>
                  </a:lnTo>
                  <a:lnTo>
                    <a:pt x="61484" y="261202"/>
                  </a:lnTo>
                  <a:lnTo>
                    <a:pt x="63406" y="260857"/>
                  </a:lnTo>
                  <a:lnTo>
                    <a:pt x="65327" y="260478"/>
                  </a:lnTo>
                  <a:lnTo>
                    <a:pt x="67249" y="260072"/>
                  </a:lnTo>
                  <a:lnTo>
                    <a:pt x="69170" y="259640"/>
                  </a:lnTo>
                  <a:lnTo>
                    <a:pt x="71091" y="259183"/>
                  </a:lnTo>
                  <a:lnTo>
                    <a:pt x="73013" y="258703"/>
                  </a:lnTo>
                  <a:lnTo>
                    <a:pt x="74934" y="258199"/>
                  </a:lnTo>
                  <a:lnTo>
                    <a:pt x="76856" y="257674"/>
                  </a:lnTo>
                  <a:lnTo>
                    <a:pt x="78777" y="257133"/>
                  </a:lnTo>
                  <a:lnTo>
                    <a:pt x="80699" y="256580"/>
                  </a:lnTo>
                  <a:lnTo>
                    <a:pt x="82620" y="256019"/>
                  </a:lnTo>
                  <a:lnTo>
                    <a:pt x="84541" y="255452"/>
                  </a:lnTo>
                  <a:lnTo>
                    <a:pt x="86463" y="254886"/>
                  </a:lnTo>
                  <a:lnTo>
                    <a:pt x="88384" y="254324"/>
                  </a:lnTo>
                  <a:lnTo>
                    <a:pt x="90306" y="253773"/>
                  </a:lnTo>
                  <a:lnTo>
                    <a:pt x="92227" y="253236"/>
                  </a:lnTo>
                  <a:lnTo>
                    <a:pt x="94148" y="252717"/>
                  </a:lnTo>
                  <a:lnTo>
                    <a:pt x="96070" y="252220"/>
                  </a:lnTo>
                  <a:lnTo>
                    <a:pt x="97991" y="251754"/>
                  </a:lnTo>
                  <a:lnTo>
                    <a:pt x="99913" y="251323"/>
                  </a:lnTo>
                  <a:lnTo>
                    <a:pt x="101834" y="250926"/>
                  </a:lnTo>
                  <a:lnTo>
                    <a:pt x="103755" y="250566"/>
                  </a:lnTo>
                  <a:lnTo>
                    <a:pt x="105677" y="250246"/>
                  </a:lnTo>
                  <a:lnTo>
                    <a:pt x="107598" y="249966"/>
                  </a:lnTo>
                  <a:lnTo>
                    <a:pt x="109520" y="249736"/>
                  </a:lnTo>
                  <a:lnTo>
                    <a:pt x="111441" y="249552"/>
                  </a:lnTo>
                  <a:lnTo>
                    <a:pt x="113362" y="249410"/>
                  </a:lnTo>
                  <a:lnTo>
                    <a:pt x="115284" y="249310"/>
                  </a:lnTo>
                  <a:lnTo>
                    <a:pt x="117205" y="249251"/>
                  </a:lnTo>
                  <a:lnTo>
                    <a:pt x="119127" y="249231"/>
                  </a:lnTo>
                  <a:lnTo>
                    <a:pt x="121048" y="249257"/>
                  </a:lnTo>
                  <a:lnTo>
                    <a:pt x="122969" y="249317"/>
                  </a:lnTo>
                  <a:lnTo>
                    <a:pt x="124891" y="249408"/>
                  </a:lnTo>
                  <a:lnTo>
                    <a:pt x="126812" y="249527"/>
                  </a:lnTo>
                  <a:lnTo>
                    <a:pt x="128734" y="249673"/>
                  </a:lnTo>
                  <a:lnTo>
                    <a:pt x="130655" y="249841"/>
                  </a:lnTo>
                  <a:lnTo>
                    <a:pt x="132576" y="250033"/>
                  </a:lnTo>
                  <a:lnTo>
                    <a:pt x="134498" y="250241"/>
                  </a:lnTo>
                  <a:lnTo>
                    <a:pt x="136419" y="250462"/>
                  </a:lnTo>
                  <a:lnTo>
                    <a:pt x="138341" y="250693"/>
                  </a:lnTo>
                  <a:lnTo>
                    <a:pt x="140262" y="250933"/>
                  </a:lnTo>
                  <a:lnTo>
                    <a:pt x="142183" y="251179"/>
                  </a:lnTo>
                  <a:lnTo>
                    <a:pt x="144105" y="251431"/>
                  </a:lnTo>
                  <a:lnTo>
                    <a:pt x="146026" y="251685"/>
                  </a:lnTo>
                  <a:lnTo>
                    <a:pt x="147948" y="251940"/>
                  </a:lnTo>
                  <a:lnTo>
                    <a:pt x="149869" y="252195"/>
                  </a:lnTo>
                  <a:lnTo>
                    <a:pt x="151791" y="252450"/>
                  </a:lnTo>
                  <a:lnTo>
                    <a:pt x="153712" y="252703"/>
                  </a:lnTo>
                  <a:lnTo>
                    <a:pt x="155633" y="252955"/>
                  </a:lnTo>
                  <a:lnTo>
                    <a:pt x="157555" y="253204"/>
                  </a:lnTo>
                  <a:lnTo>
                    <a:pt x="159476" y="253451"/>
                  </a:lnTo>
                  <a:lnTo>
                    <a:pt x="161398" y="253696"/>
                  </a:lnTo>
                  <a:lnTo>
                    <a:pt x="163319" y="253938"/>
                  </a:lnTo>
                  <a:lnTo>
                    <a:pt x="165240" y="254176"/>
                  </a:lnTo>
                  <a:lnTo>
                    <a:pt x="167162" y="254412"/>
                  </a:lnTo>
                  <a:lnTo>
                    <a:pt x="169083" y="254644"/>
                  </a:lnTo>
                  <a:lnTo>
                    <a:pt x="171005" y="254872"/>
                  </a:lnTo>
                  <a:lnTo>
                    <a:pt x="172926" y="255097"/>
                  </a:lnTo>
                  <a:lnTo>
                    <a:pt x="174847" y="255317"/>
                  </a:lnTo>
                  <a:lnTo>
                    <a:pt x="176769" y="255532"/>
                  </a:lnTo>
                  <a:lnTo>
                    <a:pt x="178690" y="255741"/>
                  </a:lnTo>
                  <a:lnTo>
                    <a:pt x="180612" y="255944"/>
                  </a:lnTo>
                  <a:lnTo>
                    <a:pt x="182533" y="256141"/>
                  </a:lnTo>
                  <a:lnTo>
                    <a:pt x="184454" y="256331"/>
                  </a:lnTo>
                  <a:lnTo>
                    <a:pt x="186376" y="256514"/>
                  </a:lnTo>
                  <a:lnTo>
                    <a:pt x="188297" y="256687"/>
                  </a:lnTo>
                  <a:lnTo>
                    <a:pt x="190219" y="256852"/>
                  </a:lnTo>
                  <a:lnTo>
                    <a:pt x="192140" y="257008"/>
                  </a:lnTo>
                  <a:lnTo>
                    <a:pt x="194061" y="257155"/>
                  </a:lnTo>
                  <a:lnTo>
                    <a:pt x="195983" y="257293"/>
                  </a:lnTo>
                  <a:lnTo>
                    <a:pt x="197904" y="257423"/>
                  </a:lnTo>
                  <a:lnTo>
                    <a:pt x="199826" y="257541"/>
                  </a:lnTo>
                  <a:lnTo>
                    <a:pt x="201747" y="257650"/>
                  </a:lnTo>
                  <a:lnTo>
                    <a:pt x="203668" y="257750"/>
                  </a:lnTo>
                  <a:lnTo>
                    <a:pt x="205590" y="257841"/>
                  </a:lnTo>
                  <a:lnTo>
                    <a:pt x="207511" y="257925"/>
                  </a:lnTo>
                  <a:lnTo>
                    <a:pt x="209433" y="258000"/>
                  </a:lnTo>
                  <a:lnTo>
                    <a:pt x="211354" y="258067"/>
                  </a:lnTo>
                  <a:lnTo>
                    <a:pt x="213275" y="258126"/>
                  </a:lnTo>
                  <a:lnTo>
                    <a:pt x="215197" y="258178"/>
                  </a:lnTo>
                  <a:lnTo>
                    <a:pt x="217118" y="258225"/>
                  </a:lnTo>
                  <a:lnTo>
                    <a:pt x="219040" y="258264"/>
                  </a:lnTo>
                  <a:lnTo>
                    <a:pt x="220961" y="258298"/>
                  </a:lnTo>
                  <a:lnTo>
                    <a:pt x="222883" y="258324"/>
                  </a:lnTo>
                  <a:lnTo>
                    <a:pt x="224804" y="258344"/>
                  </a:lnTo>
                  <a:lnTo>
                    <a:pt x="226725" y="258358"/>
                  </a:lnTo>
                  <a:lnTo>
                    <a:pt x="228647" y="258366"/>
                  </a:lnTo>
                  <a:lnTo>
                    <a:pt x="230568" y="258367"/>
                  </a:lnTo>
                  <a:lnTo>
                    <a:pt x="232490" y="258361"/>
                  </a:lnTo>
                  <a:lnTo>
                    <a:pt x="234411" y="258346"/>
                  </a:lnTo>
                  <a:lnTo>
                    <a:pt x="236332" y="258324"/>
                  </a:lnTo>
                  <a:lnTo>
                    <a:pt x="238254" y="258293"/>
                  </a:lnTo>
                  <a:lnTo>
                    <a:pt x="240175" y="258254"/>
                  </a:lnTo>
                  <a:lnTo>
                    <a:pt x="242097" y="258206"/>
                  </a:lnTo>
                  <a:lnTo>
                    <a:pt x="244018" y="258148"/>
                  </a:lnTo>
                  <a:lnTo>
                    <a:pt x="245939" y="258079"/>
                  </a:lnTo>
                  <a:lnTo>
                    <a:pt x="247861" y="258001"/>
                  </a:lnTo>
                  <a:lnTo>
                    <a:pt x="249782" y="257913"/>
                  </a:lnTo>
                  <a:lnTo>
                    <a:pt x="251704" y="257817"/>
                  </a:lnTo>
                  <a:lnTo>
                    <a:pt x="253625" y="257712"/>
                  </a:lnTo>
                  <a:lnTo>
                    <a:pt x="255546" y="257598"/>
                  </a:lnTo>
                  <a:lnTo>
                    <a:pt x="257468" y="257476"/>
                  </a:lnTo>
                  <a:lnTo>
                    <a:pt x="259389" y="257348"/>
                  </a:lnTo>
                  <a:lnTo>
                    <a:pt x="261311" y="257215"/>
                  </a:lnTo>
                  <a:lnTo>
                    <a:pt x="263232" y="257077"/>
                  </a:lnTo>
                  <a:lnTo>
                    <a:pt x="265153" y="256937"/>
                  </a:lnTo>
                  <a:lnTo>
                    <a:pt x="267075" y="256795"/>
                  </a:lnTo>
                  <a:lnTo>
                    <a:pt x="268996" y="256653"/>
                  </a:lnTo>
                  <a:lnTo>
                    <a:pt x="270918" y="256512"/>
                  </a:lnTo>
                  <a:lnTo>
                    <a:pt x="272839" y="256375"/>
                  </a:lnTo>
                  <a:lnTo>
                    <a:pt x="274760" y="256241"/>
                  </a:lnTo>
                  <a:lnTo>
                    <a:pt x="276682" y="256113"/>
                  </a:lnTo>
                  <a:lnTo>
                    <a:pt x="278603" y="255993"/>
                  </a:lnTo>
                  <a:lnTo>
                    <a:pt x="280525" y="255881"/>
                  </a:lnTo>
                  <a:lnTo>
                    <a:pt x="282446" y="255777"/>
                  </a:lnTo>
                  <a:lnTo>
                    <a:pt x="284367" y="255684"/>
                  </a:lnTo>
                  <a:lnTo>
                    <a:pt x="286289" y="255600"/>
                  </a:lnTo>
                  <a:lnTo>
                    <a:pt x="288210" y="255526"/>
                  </a:lnTo>
                  <a:lnTo>
                    <a:pt x="290132" y="255466"/>
                  </a:lnTo>
                  <a:lnTo>
                    <a:pt x="292053" y="255417"/>
                  </a:lnTo>
                  <a:lnTo>
                    <a:pt x="293975" y="255378"/>
                  </a:lnTo>
                  <a:lnTo>
                    <a:pt x="295896" y="255351"/>
                  </a:lnTo>
                  <a:lnTo>
                    <a:pt x="297817" y="255333"/>
                  </a:lnTo>
                  <a:lnTo>
                    <a:pt x="299739" y="255326"/>
                  </a:lnTo>
                  <a:lnTo>
                    <a:pt x="301660" y="255331"/>
                  </a:lnTo>
                  <a:lnTo>
                    <a:pt x="303582" y="255344"/>
                  </a:lnTo>
                  <a:lnTo>
                    <a:pt x="305503" y="255365"/>
                  </a:lnTo>
                  <a:lnTo>
                    <a:pt x="307424" y="255394"/>
                  </a:lnTo>
                  <a:lnTo>
                    <a:pt x="309346" y="255430"/>
                  </a:lnTo>
                  <a:lnTo>
                    <a:pt x="311267" y="255472"/>
                  </a:lnTo>
                  <a:lnTo>
                    <a:pt x="313189" y="255520"/>
                  </a:lnTo>
                  <a:lnTo>
                    <a:pt x="315110" y="255573"/>
                  </a:lnTo>
                  <a:lnTo>
                    <a:pt x="317031" y="255629"/>
                  </a:lnTo>
                  <a:lnTo>
                    <a:pt x="318953" y="255688"/>
                  </a:lnTo>
                  <a:lnTo>
                    <a:pt x="320874" y="255750"/>
                  </a:lnTo>
                  <a:lnTo>
                    <a:pt x="322796" y="255813"/>
                  </a:lnTo>
                  <a:lnTo>
                    <a:pt x="324717" y="255877"/>
                  </a:lnTo>
                  <a:lnTo>
                    <a:pt x="326638" y="255941"/>
                  </a:lnTo>
                  <a:lnTo>
                    <a:pt x="328560" y="256004"/>
                  </a:lnTo>
                  <a:lnTo>
                    <a:pt x="330481" y="256065"/>
                  </a:lnTo>
                  <a:lnTo>
                    <a:pt x="332403" y="256125"/>
                  </a:lnTo>
                  <a:lnTo>
                    <a:pt x="334324" y="256182"/>
                  </a:lnTo>
                  <a:lnTo>
                    <a:pt x="336245" y="256236"/>
                  </a:lnTo>
                  <a:lnTo>
                    <a:pt x="338167" y="256287"/>
                  </a:lnTo>
                  <a:lnTo>
                    <a:pt x="340088" y="256334"/>
                  </a:lnTo>
                  <a:lnTo>
                    <a:pt x="342010" y="256377"/>
                  </a:lnTo>
                  <a:lnTo>
                    <a:pt x="343931" y="256416"/>
                  </a:lnTo>
                  <a:lnTo>
                    <a:pt x="345852" y="256450"/>
                  </a:lnTo>
                  <a:lnTo>
                    <a:pt x="347774" y="256480"/>
                  </a:lnTo>
                  <a:lnTo>
                    <a:pt x="349695" y="256507"/>
                  </a:lnTo>
                  <a:lnTo>
                    <a:pt x="351617" y="256529"/>
                  </a:lnTo>
                  <a:lnTo>
                    <a:pt x="353538" y="256548"/>
                  </a:lnTo>
                  <a:lnTo>
                    <a:pt x="355459" y="256564"/>
                  </a:lnTo>
                  <a:lnTo>
                    <a:pt x="357381" y="256577"/>
                  </a:lnTo>
                  <a:lnTo>
                    <a:pt x="359302" y="256589"/>
                  </a:lnTo>
                  <a:lnTo>
                    <a:pt x="361224" y="256599"/>
                  </a:lnTo>
                  <a:lnTo>
                    <a:pt x="363145" y="256608"/>
                  </a:lnTo>
                  <a:lnTo>
                    <a:pt x="365067" y="256618"/>
                  </a:lnTo>
                  <a:lnTo>
                    <a:pt x="366988" y="256629"/>
                  </a:lnTo>
                  <a:lnTo>
                    <a:pt x="368909" y="256642"/>
                  </a:lnTo>
                  <a:lnTo>
                    <a:pt x="370831" y="256658"/>
                  </a:lnTo>
                  <a:lnTo>
                    <a:pt x="372752" y="256677"/>
                  </a:lnTo>
                  <a:lnTo>
                    <a:pt x="374674" y="256701"/>
                  </a:lnTo>
                  <a:lnTo>
                    <a:pt x="376595" y="256729"/>
                  </a:lnTo>
                  <a:lnTo>
                    <a:pt x="378516" y="256763"/>
                  </a:lnTo>
                  <a:lnTo>
                    <a:pt x="380438" y="256804"/>
                  </a:lnTo>
                  <a:lnTo>
                    <a:pt x="382359" y="256851"/>
                  </a:lnTo>
                  <a:lnTo>
                    <a:pt x="384281" y="256905"/>
                  </a:lnTo>
                  <a:lnTo>
                    <a:pt x="386202" y="256966"/>
                  </a:lnTo>
                  <a:lnTo>
                    <a:pt x="388123" y="257033"/>
                  </a:lnTo>
                  <a:lnTo>
                    <a:pt x="390045" y="257107"/>
                  </a:lnTo>
                  <a:lnTo>
                    <a:pt x="391966" y="257189"/>
                  </a:lnTo>
                  <a:lnTo>
                    <a:pt x="393888" y="257276"/>
                  </a:lnTo>
                  <a:lnTo>
                    <a:pt x="395809" y="257368"/>
                  </a:lnTo>
                  <a:lnTo>
                    <a:pt x="397730" y="257463"/>
                  </a:lnTo>
                  <a:lnTo>
                    <a:pt x="399652" y="257561"/>
                  </a:lnTo>
                  <a:lnTo>
                    <a:pt x="401573" y="257661"/>
                  </a:lnTo>
                  <a:lnTo>
                    <a:pt x="403495" y="257760"/>
                  </a:lnTo>
                  <a:lnTo>
                    <a:pt x="405416" y="257858"/>
                  </a:lnTo>
                  <a:lnTo>
                    <a:pt x="407337" y="257951"/>
                  </a:lnTo>
                  <a:lnTo>
                    <a:pt x="409259" y="258039"/>
                  </a:lnTo>
                  <a:lnTo>
                    <a:pt x="411180" y="258121"/>
                  </a:lnTo>
                  <a:lnTo>
                    <a:pt x="413102" y="258192"/>
                  </a:lnTo>
                  <a:lnTo>
                    <a:pt x="415023" y="258251"/>
                  </a:lnTo>
                  <a:lnTo>
                    <a:pt x="416944" y="258298"/>
                  </a:lnTo>
                  <a:lnTo>
                    <a:pt x="418866" y="258331"/>
                  </a:lnTo>
                  <a:lnTo>
                    <a:pt x="420787" y="258348"/>
                  </a:lnTo>
                  <a:lnTo>
                    <a:pt x="422709" y="258350"/>
                  </a:lnTo>
                  <a:lnTo>
                    <a:pt x="424630" y="258332"/>
                  </a:lnTo>
                  <a:lnTo>
                    <a:pt x="426551" y="258295"/>
                  </a:lnTo>
                  <a:lnTo>
                    <a:pt x="428473" y="258240"/>
                  </a:lnTo>
                  <a:lnTo>
                    <a:pt x="430394" y="258167"/>
                  </a:lnTo>
                  <a:lnTo>
                    <a:pt x="432316" y="258077"/>
                  </a:lnTo>
                  <a:lnTo>
                    <a:pt x="434237" y="257971"/>
                  </a:lnTo>
                  <a:lnTo>
                    <a:pt x="436159" y="257846"/>
                  </a:lnTo>
                  <a:lnTo>
                    <a:pt x="438080" y="257706"/>
                  </a:lnTo>
                  <a:lnTo>
                    <a:pt x="440001" y="257555"/>
                  </a:lnTo>
                  <a:lnTo>
                    <a:pt x="441923" y="257393"/>
                  </a:lnTo>
                  <a:lnTo>
                    <a:pt x="443844" y="257222"/>
                  </a:lnTo>
                  <a:lnTo>
                    <a:pt x="445766" y="257044"/>
                  </a:lnTo>
                  <a:lnTo>
                    <a:pt x="447687" y="256861"/>
                  </a:lnTo>
                  <a:lnTo>
                    <a:pt x="449608" y="256677"/>
                  </a:lnTo>
                  <a:lnTo>
                    <a:pt x="451530" y="256492"/>
                  </a:lnTo>
                  <a:lnTo>
                    <a:pt x="453451" y="256310"/>
                  </a:lnTo>
                  <a:lnTo>
                    <a:pt x="455373" y="256132"/>
                  </a:lnTo>
                  <a:lnTo>
                    <a:pt x="457294" y="255959"/>
                  </a:lnTo>
                  <a:lnTo>
                    <a:pt x="459215" y="255796"/>
                  </a:lnTo>
                  <a:lnTo>
                    <a:pt x="461137" y="255641"/>
                  </a:lnTo>
                  <a:lnTo>
                    <a:pt x="463058" y="255497"/>
                  </a:lnTo>
                  <a:lnTo>
                    <a:pt x="464980" y="255363"/>
                  </a:lnTo>
                  <a:lnTo>
                    <a:pt x="466901" y="255240"/>
                  </a:lnTo>
                  <a:lnTo>
                    <a:pt x="468822" y="255130"/>
                  </a:lnTo>
                  <a:lnTo>
                    <a:pt x="470744" y="255033"/>
                  </a:lnTo>
                  <a:lnTo>
                    <a:pt x="472665" y="254948"/>
                  </a:lnTo>
                  <a:lnTo>
                    <a:pt x="474587" y="254874"/>
                  </a:lnTo>
                  <a:lnTo>
                    <a:pt x="476508" y="254811"/>
                  </a:lnTo>
                  <a:lnTo>
                    <a:pt x="478429" y="254759"/>
                  </a:lnTo>
                  <a:lnTo>
                    <a:pt x="480351" y="254716"/>
                  </a:lnTo>
                  <a:lnTo>
                    <a:pt x="482272" y="254685"/>
                  </a:lnTo>
                  <a:lnTo>
                    <a:pt x="484194" y="254661"/>
                  </a:lnTo>
                  <a:lnTo>
                    <a:pt x="486115" y="254644"/>
                  </a:lnTo>
                  <a:lnTo>
                    <a:pt x="488036" y="254633"/>
                  </a:lnTo>
                  <a:lnTo>
                    <a:pt x="489958" y="254629"/>
                  </a:lnTo>
                  <a:lnTo>
                    <a:pt x="491879" y="254630"/>
                  </a:lnTo>
                  <a:lnTo>
                    <a:pt x="493801" y="254635"/>
                  </a:lnTo>
                  <a:lnTo>
                    <a:pt x="495722" y="254643"/>
                  </a:lnTo>
                  <a:lnTo>
                    <a:pt x="497643" y="254653"/>
                  </a:lnTo>
                  <a:lnTo>
                    <a:pt x="499565" y="254665"/>
                  </a:lnTo>
                  <a:lnTo>
                    <a:pt x="501486" y="254678"/>
                  </a:lnTo>
                  <a:lnTo>
                    <a:pt x="503408" y="254690"/>
                  </a:lnTo>
                  <a:lnTo>
                    <a:pt x="505329" y="254701"/>
                  </a:lnTo>
                  <a:lnTo>
                    <a:pt x="507250" y="254708"/>
                  </a:lnTo>
                  <a:lnTo>
                    <a:pt x="509172" y="254712"/>
                  </a:lnTo>
                  <a:lnTo>
                    <a:pt x="511093" y="254711"/>
                  </a:lnTo>
                  <a:lnTo>
                    <a:pt x="513015" y="254703"/>
                  </a:lnTo>
                  <a:lnTo>
                    <a:pt x="514936" y="254686"/>
                  </a:lnTo>
                  <a:lnTo>
                    <a:pt x="516858" y="254658"/>
                  </a:lnTo>
                  <a:lnTo>
                    <a:pt x="518779" y="254618"/>
                  </a:lnTo>
                  <a:lnTo>
                    <a:pt x="520700" y="254564"/>
                  </a:lnTo>
                  <a:lnTo>
                    <a:pt x="522622" y="254496"/>
                  </a:lnTo>
                  <a:lnTo>
                    <a:pt x="524543" y="254410"/>
                  </a:lnTo>
                  <a:lnTo>
                    <a:pt x="526465" y="254301"/>
                  </a:lnTo>
                  <a:lnTo>
                    <a:pt x="528386" y="254170"/>
                  </a:lnTo>
                  <a:lnTo>
                    <a:pt x="530307" y="254017"/>
                  </a:lnTo>
                  <a:lnTo>
                    <a:pt x="532229" y="253839"/>
                  </a:lnTo>
                  <a:lnTo>
                    <a:pt x="534150" y="253635"/>
                  </a:lnTo>
                  <a:lnTo>
                    <a:pt x="536072" y="253405"/>
                  </a:lnTo>
                  <a:lnTo>
                    <a:pt x="537993" y="253140"/>
                  </a:lnTo>
                  <a:lnTo>
                    <a:pt x="539914" y="252847"/>
                  </a:lnTo>
                  <a:lnTo>
                    <a:pt x="541836" y="252525"/>
                  </a:lnTo>
                  <a:lnTo>
                    <a:pt x="543757" y="252175"/>
                  </a:lnTo>
                  <a:lnTo>
                    <a:pt x="545679" y="251796"/>
                  </a:lnTo>
                  <a:lnTo>
                    <a:pt x="547600" y="251387"/>
                  </a:lnTo>
                  <a:lnTo>
                    <a:pt x="549521" y="250947"/>
                  </a:lnTo>
                  <a:lnTo>
                    <a:pt x="551443" y="250482"/>
                  </a:lnTo>
                  <a:lnTo>
                    <a:pt x="553364" y="249993"/>
                  </a:lnTo>
                  <a:lnTo>
                    <a:pt x="555286" y="249483"/>
                  </a:lnTo>
                  <a:lnTo>
                    <a:pt x="557207" y="248953"/>
                  </a:lnTo>
                  <a:lnTo>
                    <a:pt x="559128" y="248404"/>
                  </a:lnTo>
                  <a:lnTo>
                    <a:pt x="561050" y="247837"/>
                  </a:lnTo>
                  <a:lnTo>
                    <a:pt x="562971" y="247259"/>
                  </a:lnTo>
                  <a:lnTo>
                    <a:pt x="564893" y="246670"/>
                  </a:lnTo>
                  <a:lnTo>
                    <a:pt x="566814" y="246074"/>
                  </a:lnTo>
                  <a:lnTo>
                    <a:pt x="568735" y="245471"/>
                  </a:lnTo>
                  <a:lnTo>
                    <a:pt x="570657" y="244863"/>
                  </a:lnTo>
                  <a:lnTo>
                    <a:pt x="572578" y="244251"/>
                  </a:lnTo>
                  <a:lnTo>
                    <a:pt x="574500" y="243637"/>
                  </a:lnTo>
                  <a:lnTo>
                    <a:pt x="576421" y="243022"/>
                  </a:lnTo>
                  <a:lnTo>
                    <a:pt x="578342" y="242403"/>
                  </a:lnTo>
                  <a:lnTo>
                    <a:pt x="580264" y="241782"/>
                  </a:lnTo>
                  <a:lnTo>
                    <a:pt x="582185" y="241156"/>
                  </a:lnTo>
                  <a:lnTo>
                    <a:pt x="584107" y="240522"/>
                  </a:lnTo>
                  <a:lnTo>
                    <a:pt x="586028" y="239878"/>
                  </a:lnTo>
                  <a:lnTo>
                    <a:pt x="587950" y="239222"/>
                  </a:lnTo>
                  <a:lnTo>
                    <a:pt x="589871" y="238550"/>
                  </a:lnTo>
                  <a:lnTo>
                    <a:pt x="591792" y="237859"/>
                  </a:lnTo>
                  <a:lnTo>
                    <a:pt x="593714" y="237138"/>
                  </a:lnTo>
                  <a:lnTo>
                    <a:pt x="595635" y="236385"/>
                  </a:lnTo>
                  <a:lnTo>
                    <a:pt x="597557" y="235598"/>
                  </a:lnTo>
                  <a:lnTo>
                    <a:pt x="599478" y="234770"/>
                  </a:lnTo>
                  <a:lnTo>
                    <a:pt x="601399" y="233899"/>
                  </a:lnTo>
                  <a:lnTo>
                    <a:pt x="603321" y="232978"/>
                  </a:lnTo>
                  <a:lnTo>
                    <a:pt x="605242" y="231990"/>
                  </a:lnTo>
                  <a:lnTo>
                    <a:pt x="607164" y="230939"/>
                  </a:lnTo>
                  <a:lnTo>
                    <a:pt x="609085" y="229822"/>
                  </a:lnTo>
                  <a:lnTo>
                    <a:pt x="611006" y="228636"/>
                  </a:lnTo>
                  <a:lnTo>
                    <a:pt x="612928" y="227376"/>
                  </a:lnTo>
                  <a:lnTo>
                    <a:pt x="614849" y="226037"/>
                  </a:lnTo>
                  <a:lnTo>
                    <a:pt x="616771" y="224595"/>
                  </a:lnTo>
                  <a:lnTo>
                    <a:pt x="618692" y="223066"/>
                  </a:lnTo>
                  <a:lnTo>
                    <a:pt x="620613" y="221445"/>
                  </a:lnTo>
                  <a:lnTo>
                    <a:pt x="622535" y="219729"/>
                  </a:lnTo>
                  <a:lnTo>
                    <a:pt x="624456" y="217915"/>
                  </a:lnTo>
                  <a:lnTo>
                    <a:pt x="626378" y="215994"/>
                  </a:lnTo>
                  <a:lnTo>
                    <a:pt x="628299" y="213944"/>
                  </a:lnTo>
                  <a:lnTo>
                    <a:pt x="630220" y="211782"/>
                  </a:lnTo>
                  <a:lnTo>
                    <a:pt x="632142" y="209505"/>
                  </a:lnTo>
                  <a:lnTo>
                    <a:pt x="634063" y="207108"/>
                  </a:lnTo>
                  <a:lnTo>
                    <a:pt x="635985" y="204588"/>
                  </a:lnTo>
                  <a:lnTo>
                    <a:pt x="637906" y="201929"/>
                  </a:lnTo>
                  <a:lnTo>
                    <a:pt x="639827" y="199114"/>
                  </a:lnTo>
                  <a:lnTo>
                    <a:pt x="641749" y="196160"/>
                  </a:lnTo>
                  <a:lnTo>
                    <a:pt x="643670" y="193063"/>
                  </a:lnTo>
                  <a:lnTo>
                    <a:pt x="645592" y="189821"/>
                  </a:lnTo>
                  <a:lnTo>
                    <a:pt x="647513" y="186428"/>
                  </a:lnTo>
                  <a:lnTo>
                    <a:pt x="649434" y="182863"/>
                  </a:lnTo>
                  <a:lnTo>
                    <a:pt x="651356" y="179118"/>
                  </a:lnTo>
                  <a:lnTo>
                    <a:pt x="653277" y="175212"/>
                  </a:lnTo>
                  <a:lnTo>
                    <a:pt x="655199" y="171144"/>
                  </a:lnTo>
                  <a:lnTo>
                    <a:pt x="657120" y="166913"/>
                  </a:lnTo>
                  <a:lnTo>
                    <a:pt x="659042" y="162519"/>
                  </a:lnTo>
                  <a:lnTo>
                    <a:pt x="660963" y="157936"/>
                  </a:lnTo>
                  <a:lnTo>
                    <a:pt x="662884" y="153177"/>
                  </a:lnTo>
                  <a:lnTo>
                    <a:pt x="664806" y="148261"/>
                  </a:lnTo>
                  <a:lnTo>
                    <a:pt x="666727" y="143192"/>
                  </a:lnTo>
                  <a:lnTo>
                    <a:pt x="668649" y="137975"/>
                  </a:lnTo>
                  <a:lnTo>
                    <a:pt x="670570" y="132617"/>
                  </a:lnTo>
                  <a:lnTo>
                    <a:pt x="672491" y="127102"/>
                  </a:lnTo>
                  <a:lnTo>
                    <a:pt x="674413" y="121460"/>
                  </a:lnTo>
                  <a:lnTo>
                    <a:pt x="676334" y="115710"/>
                  </a:lnTo>
                  <a:lnTo>
                    <a:pt x="678256" y="109864"/>
                  </a:lnTo>
                  <a:lnTo>
                    <a:pt x="680177" y="103936"/>
                  </a:lnTo>
                  <a:lnTo>
                    <a:pt x="682098" y="97940"/>
                  </a:lnTo>
                  <a:lnTo>
                    <a:pt x="684020" y="91886"/>
                  </a:lnTo>
                  <a:lnTo>
                    <a:pt x="685941" y="85807"/>
                  </a:lnTo>
                  <a:lnTo>
                    <a:pt x="687863" y="79725"/>
                  </a:lnTo>
                  <a:lnTo>
                    <a:pt x="689784" y="73659"/>
                  </a:lnTo>
                  <a:lnTo>
                    <a:pt x="691705" y="67631"/>
                  </a:lnTo>
                  <a:lnTo>
                    <a:pt x="693627" y="61664"/>
                  </a:lnTo>
                  <a:lnTo>
                    <a:pt x="695548" y="55812"/>
                  </a:lnTo>
                  <a:lnTo>
                    <a:pt x="697470" y="50086"/>
                  </a:lnTo>
                  <a:lnTo>
                    <a:pt x="699391" y="44511"/>
                  </a:lnTo>
                  <a:lnTo>
                    <a:pt x="701312" y="39114"/>
                  </a:lnTo>
                  <a:lnTo>
                    <a:pt x="703234" y="33923"/>
                  </a:lnTo>
                  <a:lnTo>
                    <a:pt x="705155" y="28974"/>
                  </a:lnTo>
                  <a:lnTo>
                    <a:pt x="707077" y="24356"/>
                  </a:lnTo>
                  <a:lnTo>
                    <a:pt x="708998" y="20045"/>
                  </a:lnTo>
                  <a:lnTo>
                    <a:pt x="710919" y="16068"/>
                  </a:lnTo>
                  <a:lnTo>
                    <a:pt x="712841" y="12452"/>
                  </a:lnTo>
                  <a:lnTo>
                    <a:pt x="714762" y="9222"/>
                  </a:lnTo>
                  <a:lnTo>
                    <a:pt x="716684" y="6437"/>
                  </a:lnTo>
                  <a:lnTo>
                    <a:pt x="718605" y="4178"/>
                  </a:lnTo>
                  <a:lnTo>
                    <a:pt x="720526" y="2388"/>
                  </a:lnTo>
                  <a:lnTo>
                    <a:pt x="722448" y="1086"/>
                  </a:lnTo>
                  <a:lnTo>
                    <a:pt x="724369" y="285"/>
                  </a:lnTo>
                  <a:lnTo>
                    <a:pt x="726291" y="0"/>
                  </a:lnTo>
                  <a:lnTo>
                    <a:pt x="728212" y="299"/>
                  </a:lnTo>
                  <a:lnTo>
                    <a:pt x="730134" y="1210"/>
                  </a:lnTo>
                  <a:lnTo>
                    <a:pt x="732055" y="2654"/>
                  </a:lnTo>
                  <a:lnTo>
                    <a:pt x="733976" y="4629"/>
                  </a:lnTo>
                  <a:lnTo>
                    <a:pt x="735898" y="7126"/>
                  </a:lnTo>
                  <a:lnTo>
                    <a:pt x="737819" y="10137"/>
                  </a:lnTo>
                  <a:lnTo>
                    <a:pt x="739741" y="13716"/>
                  </a:lnTo>
                  <a:lnTo>
                    <a:pt x="741662" y="17818"/>
                  </a:lnTo>
                  <a:lnTo>
                    <a:pt x="743583" y="22363"/>
                  </a:lnTo>
                  <a:lnTo>
                    <a:pt x="745505" y="27325"/>
                  </a:lnTo>
                  <a:lnTo>
                    <a:pt x="747426" y="32675"/>
                  </a:lnTo>
                  <a:lnTo>
                    <a:pt x="749348" y="38382"/>
                  </a:lnTo>
                  <a:lnTo>
                    <a:pt x="751269" y="44463"/>
                  </a:lnTo>
                  <a:lnTo>
                    <a:pt x="753190" y="50833"/>
                  </a:lnTo>
                  <a:lnTo>
                    <a:pt x="755112" y="57432"/>
                  </a:lnTo>
                  <a:lnTo>
                    <a:pt x="757033" y="64223"/>
                  </a:lnTo>
                  <a:lnTo>
                    <a:pt x="758955" y="71170"/>
                  </a:lnTo>
                  <a:lnTo>
                    <a:pt x="760876" y="78238"/>
                  </a:lnTo>
                  <a:lnTo>
                    <a:pt x="762797" y="85397"/>
                  </a:lnTo>
                  <a:lnTo>
                    <a:pt x="764719" y="92589"/>
                  </a:lnTo>
                  <a:lnTo>
                    <a:pt x="766640" y="99780"/>
                  </a:lnTo>
                  <a:lnTo>
                    <a:pt x="768562" y="106941"/>
                  </a:lnTo>
                  <a:lnTo>
                    <a:pt x="770483" y="114045"/>
                  </a:lnTo>
                  <a:lnTo>
                    <a:pt x="772404" y="121068"/>
                  </a:lnTo>
                  <a:lnTo>
                    <a:pt x="774326" y="127953"/>
                  </a:lnTo>
                  <a:lnTo>
                    <a:pt x="776247" y="134703"/>
                  </a:lnTo>
                  <a:lnTo>
                    <a:pt x="778169" y="141304"/>
                  </a:lnTo>
                  <a:lnTo>
                    <a:pt x="780090" y="147742"/>
                  </a:lnTo>
                  <a:lnTo>
                    <a:pt x="782011" y="154007"/>
                  </a:lnTo>
                  <a:lnTo>
                    <a:pt x="783933" y="160084"/>
                  </a:lnTo>
                  <a:lnTo>
                    <a:pt x="785854" y="165926"/>
                  </a:lnTo>
                  <a:lnTo>
                    <a:pt x="787776" y="171572"/>
                  </a:lnTo>
                  <a:lnTo>
                    <a:pt x="789697" y="177019"/>
                  </a:lnTo>
                  <a:lnTo>
                    <a:pt x="791618" y="182266"/>
                  </a:lnTo>
                  <a:lnTo>
                    <a:pt x="793540" y="187313"/>
                  </a:lnTo>
                  <a:lnTo>
                    <a:pt x="795461" y="192147"/>
                  </a:lnTo>
                  <a:lnTo>
                    <a:pt x="797383" y="196747"/>
                  </a:lnTo>
                  <a:lnTo>
                    <a:pt x="799304" y="201153"/>
                  </a:lnTo>
                  <a:lnTo>
                    <a:pt x="801226" y="205367"/>
                  </a:lnTo>
                  <a:lnTo>
                    <a:pt x="803147" y="209393"/>
                  </a:lnTo>
                  <a:lnTo>
                    <a:pt x="805068" y="213235"/>
                  </a:lnTo>
                  <a:lnTo>
                    <a:pt x="806990" y="216876"/>
                  </a:lnTo>
                  <a:lnTo>
                    <a:pt x="808911" y="220314"/>
                  </a:lnTo>
                  <a:lnTo>
                    <a:pt x="810833" y="223581"/>
                  </a:lnTo>
                  <a:lnTo>
                    <a:pt x="812754" y="226680"/>
                  </a:lnTo>
                  <a:lnTo>
                    <a:pt x="814675" y="229614"/>
                  </a:lnTo>
                  <a:lnTo>
                    <a:pt x="816597" y="232388"/>
                  </a:lnTo>
                  <a:lnTo>
                    <a:pt x="818518" y="234983"/>
                  </a:lnTo>
                  <a:lnTo>
                    <a:pt x="820440" y="237410"/>
                  </a:lnTo>
                  <a:lnTo>
                    <a:pt x="822361" y="239691"/>
                  </a:lnTo>
                  <a:lnTo>
                    <a:pt x="824282" y="241830"/>
                  </a:lnTo>
                  <a:lnTo>
                    <a:pt x="826204" y="243831"/>
                  </a:lnTo>
                  <a:lnTo>
                    <a:pt x="828125" y="245699"/>
                  </a:lnTo>
                  <a:lnTo>
                    <a:pt x="830047" y="247416"/>
                  </a:lnTo>
                  <a:lnTo>
                    <a:pt x="831968" y="249001"/>
                  </a:lnTo>
                  <a:lnTo>
                    <a:pt x="833889" y="250470"/>
                  </a:lnTo>
                  <a:lnTo>
                    <a:pt x="835811" y="251827"/>
                  </a:lnTo>
                  <a:lnTo>
                    <a:pt x="837732" y="253078"/>
                  </a:lnTo>
                  <a:lnTo>
                    <a:pt x="839654" y="254226"/>
                  </a:lnTo>
                  <a:lnTo>
                    <a:pt x="841575" y="255260"/>
                  </a:lnTo>
                  <a:lnTo>
                    <a:pt x="843496" y="256201"/>
                  </a:lnTo>
                  <a:lnTo>
                    <a:pt x="845418" y="257059"/>
                  </a:lnTo>
                  <a:lnTo>
                    <a:pt x="847339" y="257839"/>
                  </a:lnTo>
                  <a:lnTo>
                    <a:pt x="849261" y="258545"/>
                  </a:lnTo>
                  <a:lnTo>
                    <a:pt x="851182" y="259184"/>
                  </a:lnTo>
                  <a:lnTo>
                    <a:pt x="853103" y="259745"/>
                  </a:lnTo>
                  <a:lnTo>
                    <a:pt x="855025" y="260249"/>
                  </a:lnTo>
                  <a:lnTo>
                    <a:pt x="856946" y="260701"/>
                  </a:lnTo>
                  <a:lnTo>
                    <a:pt x="858868" y="261105"/>
                  </a:lnTo>
                  <a:lnTo>
                    <a:pt x="860789" y="261466"/>
                  </a:lnTo>
                  <a:lnTo>
                    <a:pt x="862710" y="261785"/>
                  </a:lnTo>
                  <a:lnTo>
                    <a:pt x="864632" y="262060"/>
                  </a:lnTo>
                  <a:lnTo>
                    <a:pt x="866553" y="262304"/>
                  </a:lnTo>
                  <a:lnTo>
                    <a:pt x="868475" y="262520"/>
                  </a:lnTo>
                  <a:lnTo>
                    <a:pt x="870396" y="262709"/>
                  </a:lnTo>
                  <a:lnTo>
                    <a:pt x="872318" y="262875"/>
                  </a:lnTo>
                  <a:lnTo>
                    <a:pt x="874239" y="263018"/>
                  </a:lnTo>
                  <a:lnTo>
                    <a:pt x="876160" y="263140"/>
                  </a:lnTo>
                  <a:lnTo>
                    <a:pt x="878082" y="263246"/>
                  </a:lnTo>
                  <a:lnTo>
                    <a:pt x="880003" y="263337"/>
                  </a:lnTo>
                  <a:lnTo>
                    <a:pt x="881925" y="263415"/>
                  </a:lnTo>
                  <a:lnTo>
                    <a:pt x="883846" y="263482"/>
                  </a:lnTo>
                  <a:lnTo>
                    <a:pt x="885767" y="263537"/>
                  </a:lnTo>
                  <a:lnTo>
                    <a:pt x="887689" y="263582"/>
                  </a:lnTo>
                  <a:lnTo>
                    <a:pt x="889610" y="263620"/>
                  </a:lnTo>
                  <a:lnTo>
                    <a:pt x="891532" y="263650"/>
                  </a:lnTo>
                  <a:lnTo>
                    <a:pt x="893453" y="263673"/>
                  </a:lnTo>
                  <a:lnTo>
                    <a:pt x="895374" y="263691"/>
                  </a:lnTo>
                  <a:lnTo>
                    <a:pt x="897296" y="263702"/>
                  </a:lnTo>
                  <a:lnTo>
                    <a:pt x="899217" y="263709"/>
                  </a:lnTo>
                  <a:lnTo>
                    <a:pt x="901139" y="263711"/>
                  </a:lnTo>
                  <a:lnTo>
                    <a:pt x="903060" y="263709"/>
                  </a:lnTo>
                  <a:lnTo>
                    <a:pt x="904981" y="263703"/>
                  </a:lnTo>
                  <a:lnTo>
                    <a:pt x="906903" y="263693"/>
                  </a:lnTo>
                  <a:lnTo>
                    <a:pt x="908824" y="263680"/>
                  </a:lnTo>
                  <a:lnTo>
                    <a:pt x="910746" y="263664"/>
                  </a:lnTo>
                  <a:lnTo>
                    <a:pt x="912667" y="263644"/>
                  </a:lnTo>
                  <a:lnTo>
                    <a:pt x="914588" y="263622"/>
                  </a:lnTo>
                  <a:lnTo>
                    <a:pt x="916510" y="263598"/>
                  </a:lnTo>
                  <a:lnTo>
                    <a:pt x="918431" y="263572"/>
                  </a:lnTo>
                  <a:lnTo>
                    <a:pt x="920353" y="263543"/>
                  </a:lnTo>
                  <a:lnTo>
                    <a:pt x="922274" y="263513"/>
                  </a:lnTo>
                  <a:lnTo>
                    <a:pt x="924195" y="263481"/>
                  </a:lnTo>
                  <a:lnTo>
                    <a:pt x="926117" y="263449"/>
                  </a:lnTo>
                  <a:lnTo>
                    <a:pt x="928038" y="263416"/>
                  </a:lnTo>
                  <a:lnTo>
                    <a:pt x="929960" y="263383"/>
                  </a:lnTo>
                  <a:lnTo>
                    <a:pt x="931881" y="263350"/>
                  </a:lnTo>
                  <a:lnTo>
                    <a:pt x="933802" y="263319"/>
                  </a:lnTo>
                  <a:lnTo>
                    <a:pt x="935724" y="263288"/>
                  </a:lnTo>
                  <a:lnTo>
                    <a:pt x="937645" y="263259"/>
                  </a:lnTo>
                  <a:lnTo>
                    <a:pt x="939567" y="263232"/>
                  </a:lnTo>
                  <a:lnTo>
                    <a:pt x="941488" y="263208"/>
                  </a:lnTo>
                  <a:lnTo>
                    <a:pt x="943410" y="263187"/>
                  </a:lnTo>
                  <a:lnTo>
                    <a:pt x="945331" y="263169"/>
                  </a:lnTo>
                  <a:lnTo>
                    <a:pt x="947252" y="263155"/>
                  </a:lnTo>
                  <a:lnTo>
                    <a:pt x="949174" y="263145"/>
                  </a:lnTo>
                  <a:lnTo>
                    <a:pt x="951095" y="263138"/>
                  </a:lnTo>
                  <a:lnTo>
                    <a:pt x="953017" y="263136"/>
                  </a:lnTo>
                  <a:lnTo>
                    <a:pt x="954938" y="263139"/>
                  </a:lnTo>
                  <a:lnTo>
                    <a:pt x="956859" y="263145"/>
                  </a:lnTo>
                  <a:lnTo>
                    <a:pt x="958781" y="263155"/>
                  </a:lnTo>
                  <a:lnTo>
                    <a:pt x="960702" y="263170"/>
                  </a:lnTo>
                  <a:lnTo>
                    <a:pt x="962624" y="263187"/>
                  </a:lnTo>
                  <a:lnTo>
                    <a:pt x="964545" y="263208"/>
                  </a:lnTo>
                  <a:lnTo>
                    <a:pt x="966466" y="263233"/>
                  </a:lnTo>
                  <a:lnTo>
                    <a:pt x="968388" y="263260"/>
                  </a:lnTo>
                  <a:lnTo>
                    <a:pt x="970309" y="263289"/>
                  </a:lnTo>
                  <a:lnTo>
                    <a:pt x="972231" y="263320"/>
                  </a:lnTo>
                  <a:lnTo>
                    <a:pt x="974152" y="263352"/>
                  </a:lnTo>
                  <a:lnTo>
                    <a:pt x="976073" y="263385"/>
                  </a:lnTo>
                  <a:lnTo>
                    <a:pt x="977995" y="263419"/>
                  </a:lnTo>
                  <a:lnTo>
                    <a:pt x="979916" y="263452"/>
                  </a:lnTo>
                  <a:lnTo>
                    <a:pt x="981838" y="263486"/>
                  </a:lnTo>
                </a:path>
              </a:pathLst>
            </a:cu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6637870" y="2873724"/>
              <a:ext cx="1080021" cy="0"/>
            </a:xfrm>
            <a:custGeom>
              <a:avLst/>
              <a:pathLst>
                <a:path w="1080021" h="0">
                  <a:moveTo>
                    <a:pt x="0" y="0"/>
                  </a:moveTo>
                  <a:lnTo>
                    <a:pt x="10800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6686962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6932421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7177881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7423341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7668800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tx181"/>
            <p:cNvSpPr/>
            <p:nvPr/>
          </p:nvSpPr>
          <p:spPr>
            <a:xfrm>
              <a:off x="6609281" y="2934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6854741" y="2934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7100200" y="2934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7345660" y="2936026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7560041" y="2934662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7135214" y="3085448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187" name="rc187"/>
            <p:cNvSpPr/>
            <p:nvPr/>
          </p:nvSpPr>
          <p:spPr>
            <a:xfrm>
              <a:off x="5597344" y="3353201"/>
              <a:ext cx="3161073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8" name="tx188"/>
            <p:cNvSpPr/>
            <p:nvPr/>
          </p:nvSpPr>
          <p:spPr>
            <a:xfrm>
              <a:off x="5666933" y="3480881"/>
              <a:ext cx="8461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Window</a:t>
              </a:r>
            </a:p>
          </p:txBody>
        </p:sp>
        <p:sp>
          <p:nvSpPr>
            <p:cNvPr id="189" name="rc189"/>
            <p:cNvSpPr/>
            <p:nvPr/>
          </p:nvSpPr>
          <p:spPr>
            <a:xfrm>
              <a:off x="6593772" y="3422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6611772" y="3440790"/>
              <a:ext cx="183456" cy="183455"/>
            </a:xfrm>
            <a:prstGeom prst="rect">
              <a:avLst/>
            </a:pr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7057181" y="3422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7075181" y="3440790"/>
              <a:ext cx="183456" cy="183455"/>
            </a:xfrm>
            <a:prstGeom prst="rect">
              <a:avLst/>
            </a:pr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rc193"/>
            <p:cNvSpPr/>
            <p:nvPr/>
          </p:nvSpPr>
          <p:spPr>
            <a:xfrm>
              <a:off x="7482490" y="3422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4" name="rc194"/>
            <p:cNvSpPr/>
            <p:nvPr/>
          </p:nvSpPr>
          <p:spPr>
            <a:xfrm>
              <a:off x="7500491" y="3440790"/>
              <a:ext cx="183455" cy="183455"/>
            </a:xfrm>
            <a:prstGeom prst="rect">
              <a:avLst/>
            </a:pr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rc195"/>
            <p:cNvSpPr/>
            <p:nvPr/>
          </p:nvSpPr>
          <p:spPr>
            <a:xfrm>
              <a:off x="7907800" y="3422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196"/>
            <p:cNvSpPr/>
            <p:nvPr/>
          </p:nvSpPr>
          <p:spPr>
            <a:xfrm>
              <a:off x="7925800" y="3440790"/>
              <a:ext cx="183455" cy="183455"/>
            </a:xfrm>
            <a:prstGeom prst="rect">
              <a:avLst/>
            </a:pr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rc197"/>
            <p:cNvSpPr/>
            <p:nvPr/>
          </p:nvSpPr>
          <p:spPr>
            <a:xfrm>
              <a:off x="8333109" y="3422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8" name="rc198"/>
            <p:cNvSpPr/>
            <p:nvPr/>
          </p:nvSpPr>
          <p:spPr>
            <a:xfrm>
              <a:off x="8351109" y="3440790"/>
              <a:ext cx="183456" cy="183455"/>
            </a:xfrm>
            <a:prstGeom prst="rect">
              <a:avLst/>
            </a:pr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tx199"/>
            <p:cNvSpPr/>
            <p:nvPr/>
          </p:nvSpPr>
          <p:spPr>
            <a:xfrm>
              <a:off x="6882817" y="3492191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7346226" y="34908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7771536" y="349219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8196845" y="3492518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8622154" y="34908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04" name="rc204"/>
            <p:cNvSpPr/>
            <p:nvPr/>
          </p:nvSpPr>
          <p:spPr>
            <a:xfrm>
              <a:off x="7787481" y="581025"/>
              <a:ext cx="1219199" cy="32003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7857070" y="878303"/>
              <a:ext cx="1080021" cy="19954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7906162" y="2290249"/>
              <a:ext cx="981838" cy="492773"/>
            </a:xfrm>
            <a:custGeom>
              <a:avLst/>
              <a:pathLst>
                <a:path w="981838" h="492773">
                  <a:moveTo>
                    <a:pt x="0" y="492773"/>
                  </a:moveTo>
                  <a:lnTo>
                    <a:pt x="1921" y="492773"/>
                  </a:lnTo>
                  <a:lnTo>
                    <a:pt x="3842" y="492773"/>
                  </a:lnTo>
                  <a:lnTo>
                    <a:pt x="5764" y="492773"/>
                  </a:lnTo>
                  <a:lnTo>
                    <a:pt x="7685" y="492773"/>
                  </a:lnTo>
                  <a:lnTo>
                    <a:pt x="9607" y="492773"/>
                  </a:lnTo>
                  <a:lnTo>
                    <a:pt x="11528" y="492773"/>
                  </a:lnTo>
                  <a:lnTo>
                    <a:pt x="13449" y="492773"/>
                  </a:lnTo>
                  <a:lnTo>
                    <a:pt x="15371" y="492773"/>
                  </a:lnTo>
                  <a:lnTo>
                    <a:pt x="17292" y="492773"/>
                  </a:lnTo>
                  <a:lnTo>
                    <a:pt x="19214" y="492773"/>
                  </a:lnTo>
                  <a:lnTo>
                    <a:pt x="21135" y="492773"/>
                  </a:lnTo>
                  <a:lnTo>
                    <a:pt x="23056" y="492773"/>
                  </a:lnTo>
                  <a:lnTo>
                    <a:pt x="24978" y="492773"/>
                  </a:lnTo>
                  <a:lnTo>
                    <a:pt x="26899" y="492773"/>
                  </a:lnTo>
                  <a:lnTo>
                    <a:pt x="28821" y="492773"/>
                  </a:lnTo>
                  <a:lnTo>
                    <a:pt x="30742" y="492773"/>
                  </a:lnTo>
                  <a:lnTo>
                    <a:pt x="32663" y="492773"/>
                  </a:lnTo>
                  <a:lnTo>
                    <a:pt x="34585" y="492772"/>
                  </a:lnTo>
                  <a:lnTo>
                    <a:pt x="36506" y="492771"/>
                  </a:lnTo>
                  <a:lnTo>
                    <a:pt x="38428" y="492770"/>
                  </a:lnTo>
                  <a:lnTo>
                    <a:pt x="40349" y="492766"/>
                  </a:lnTo>
                  <a:lnTo>
                    <a:pt x="42270" y="492759"/>
                  </a:lnTo>
                  <a:lnTo>
                    <a:pt x="44192" y="492746"/>
                  </a:lnTo>
                  <a:lnTo>
                    <a:pt x="46113" y="492723"/>
                  </a:lnTo>
                  <a:lnTo>
                    <a:pt x="48035" y="492682"/>
                  </a:lnTo>
                  <a:lnTo>
                    <a:pt x="49956" y="492611"/>
                  </a:lnTo>
                  <a:lnTo>
                    <a:pt x="51877" y="492494"/>
                  </a:lnTo>
                  <a:lnTo>
                    <a:pt x="53799" y="492305"/>
                  </a:lnTo>
                  <a:lnTo>
                    <a:pt x="55720" y="492009"/>
                  </a:lnTo>
                  <a:lnTo>
                    <a:pt x="57642" y="491531"/>
                  </a:lnTo>
                  <a:lnTo>
                    <a:pt x="59563" y="490807"/>
                  </a:lnTo>
                  <a:lnTo>
                    <a:pt x="61484" y="489746"/>
                  </a:lnTo>
                  <a:lnTo>
                    <a:pt x="63406" y="488237"/>
                  </a:lnTo>
                  <a:lnTo>
                    <a:pt x="65327" y="486153"/>
                  </a:lnTo>
                  <a:lnTo>
                    <a:pt x="67249" y="483357"/>
                  </a:lnTo>
                  <a:lnTo>
                    <a:pt x="69170" y="479716"/>
                  </a:lnTo>
                  <a:lnTo>
                    <a:pt x="71091" y="475107"/>
                  </a:lnTo>
                  <a:lnTo>
                    <a:pt x="73013" y="469437"/>
                  </a:lnTo>
                  <a:lnTo>
                    <a:pt x="74934" y="462660"/>
                  </a:lnTo>
                  <a:lnTo>
                    <a:pt x="76856" y="454791"/>
                  </a:lnTo>
                  <a:lnTo>
                    <a:pt x="78777" y="445869"/>
                  </a:lnTo>
                  <a:lnTo>
                    <a:pt x="80699" y="436132"/>
                  </a:lnTo>
                  <a:lnTo>
                    <a:pt x="82620" y="425891"/>
                  </a:lnTo>
                  <a:lnTo>
                    <a:pt x="84541" y="415458"/>
                  </a:lnTo>
                  <a:lnTo>
                    <a:pt x="86463" y="405160"/>
                  </a:lnTo>
                  <a:lnTo>
                    <a:pt x="88384" y="395299"/>
                  </a:lnTo>
                  <a:lnTo>
                    <a:pt x="90306" y="386118"/>
                  </a:lnTo>
                  <a:lnTo>
                    <a:pt x="92227" y="377764"/>
                  </a:lnTo>
                  <a:lnTo>
                    <a:pt x="94148" y="370268"/>
                  </a:lnTo>
                  <a:lnTo>
                    <a:pt x="96070" y="363534"/>
                  </a:lnTo>
                  <a:lnTo>
                    <a:pt x="97991" y="357344"/>
                  </a:lnTo>
                  <a:lnTo>
                    <a:pt x="99913" y="351376"/>
                  </a:lnTo>
                  <a:lnTo>
                    <a:pt x="101834" y="345178"/>
                  </a:lnTo>
                  <a:lnTo>
                    <a:pt x="103755" y="338348"/>
                  </a:lnTo>
                  <a:lnTo>
                    <a:pt x="105677" y="330551"/>
                  </a:lnTo>
                  <a:lnTo>
                    <a:pt x="107598" y="321535"/>
                  </a:lnTo>
                  <a:lnTo>
                    <a:pt x="109520" y="311148"/>
                  </a:lnTo>
                  <a:lnTo>
                    <a:pt x="111441" y="299341"/>
                  </a:lnTo>
                  <a:lnTo>
                    <a:pt x="113362" y="286159"/>
                  </a:lnTo>
                  <a:lnTo>
                    <a:pt x="115284" y="271718"/>
                  </a:lnTo>
                  <a:lnTo>
                    <a:pt x="117205" y="256181"/>
                  </a:lnTo>
                  <a:lnTo>
                    <a:pt x="119127" y="239731"/>
                  </a:lnTo>
                  <a:lnTo>
                    <a:pt x="121048" y="222551"/>
                  </a:lnTo>
                  <a:lnTo>
                    <a:pt x="122969" y="204772"/>
                  </a:lnTo>
                  <a:lnTo>
                    <a:pt x="124891" y="186615"/>
                  </a:lnTo>
                  <a:lnTo>
                    <a:pt x="126812" y="168231"/>
                  </a:lnTo>
                  <a:lnTo>
                    <a:pt x="128734" y="149777"/>
                  </a:lnTo>
                  <a:lnTo>
                    <a:pt x="130655" y="131434"/>
                  </a:lnTo>
                  <a:lnTo>
                    <a:pt x="132576" y="113411"/>
                  </a:lnTo>
                  <a:lnTo>
                    <a:pt x="134498" y="95944"/>
                  </a:lnTo>
                  <a:lnTo>
                    <a:pt x="136419" y="79290"/>
                  </a:lnTo>
                  <a:lnTo>
                    <a:pt x="138341" y="63709"/>
                  </a:lnTo>
                  <a:lnTo>
                    <a:pt x="140262" y="49449"/>
                  </a:lnTo>
                  <a:lnTo>
                    <a:pt x="142183" y="36729"/>
                  </a:lnTo>
                  <a:lnTo>
                    <a:pt x="144105" y="25846"/>
                  </a:lnTo>
                  <a:lnTo>
                    <a:pt x="146026" y="16876"/>
                  </a:lnTo>
                  <a:lnTo>
                    <a:pt x="147948" y="9802"/>
                  </a:lnTo>
                  <a:lnTo>
                    <a:pt x="149869" y="4636"/>
                  </a:lnTo>
                  <a:lnTo>
                    <a:pt x="151791" y="1372"/>
                  </a:lnTo>
                  <a:lnTo>
                    <a:pt x="153712" y="0"/>
                  </a:lnTo>
                  <a:lnTo>
                    <a:pt x="155633" y="519"/>
                  </a:lnTo>
                  <a:lnTo>
                    <a:pt x="157555" y="2950"/>
                  </a:lnTo>
                  <a:lnTo>
                    <a:pt x="159476" y="7334"/>
                  </a:lnTo>
                  <a:lnTo>
                    <a:pt x="161398" y="13734"/>
                  </a:lnTo>
                  <a:lnTo>
                    <a:pt x="163319" y="22221"/>
                  </a:lnTo>
                  <a:lnTo>
                    <a:pt x="165240" y="32939"/>
                  </a:lnTo>
                  <a:lnTo>
                    <a:pt x="167162" y="46025"/>
                  </a:lnTo>
                  <a:lnTo>
                    <a:pt x="169083" y="61312"/>
                  </a:lnTo>
                  <a:lnTo>
                    <a:pt x="171005" y="78735"/>
                  </a:lnTo>
                  <a:lnTo>
                    <a:pt x="172926" y="98165"/>
                  </a:lnTo>
                  <a:lnTo>
                    <a:pt x="174847" y="119409"/>
                  </a:lnTo>
                  <a:lnTo>
                    <a:pt x="176769" y="142209"/>
                  </a:lnTo>
                  <a:lnTo>
                    <a:pt x="178690" y="166257"/>
                  </a:lnTo>
                  <a:lnTo>
                    <a:pt x="180612" y="191199"/>
                  </a:lnTo>
                  <a:lnTo>
                    <a:pt x="182533" y="216652"/>
                  </a:lnTo>
                  <a:lnTo>
                    <a:pt x="184454" y="242223"/>
                  </a:lnTo>
                  <a:lnTo>
                    <a:pt x="186376" y="267521"/>
                  </a:lnTo>
                  <a:lnTo>
                    <a:pt x="188297" y="292064"/>
                  </a:lnTo>
                  <a:lnTo>
                    <a:pt x="190219" y="315565"/>
                  </a:lnTo>
                  <a:lnTo>
                    <a:pt x="192140" y="337758"/>
                  </a:lnTo>
                  <a:lnTo>
                    <a:pt x="194061" y="358439"/>
                  </a:lnTo>
                  <a:lnTo>
                    <a:pt x="195983" y="377461"/>
                  </a:lnTo>
                  <a:lnTo>
                    <a:pt x="197904" y="394738"/>
                  </a:lnTo>
                  <a:lnTo>
                    <a:pt x="199826" y="410235"/>
                  </a:lnTo>
                  <a:lnTo>
                    <a:pt x="201747" y="423971"/>
                  </a:lnTo>
                  <a:lnTo>
                    <a:pt x="203668" y="436001"/>
                  </a:lnTo>
                  <a:lnTo>
                    <a:pt x="205590" y="446416"/>
                  </a:lnTo>
                  <a:lnTo>
                    <a:pt x="207511" y="455327"/>
                  </a:lnTo>
                  <a:lnTo>
                    <a:pt x="209433" y="462776"/>
                  </a:lnTo>
                  <a:lnTo>
                    <a:pt x="211354" y="468973"/>
                  </a:lnTo>
                  <a:lnTo>
                    <a:pt x="213275" y="474103"/>
                  </a:lnTo>
                  <a:lnTo>
                    <a:pt x="215197" y="478303"/>
                  </a:lnTo>
                  <a:lnTo>
                    <a:pt x="217118" y="481698"/>
                  </a:lnTo>
                  <a:lnTo>
                    <a:pt x="219040" y="484409"/>
                  </a:lnTo>
                  <a:lnTo>
                    <a:pt x="220961" y="486544"/>
                  </a:lnTo>
                  <a:lnTo>
                    <a:pt x="222883" y="488202"/>
                  </a:lnTo>
                  <a:lnTo>
                    <a:pt x="224804" y="489470"/>
                  </a:lnTo>
                  <a:lnTo>
                    <a:pt x="226725" y="490425"/>
                  </a:lnTo>
                  <a:lnTo>
                    <a:pt x="228647" y="491132"/>
                  </a:lnTo>
                  <a:lnTo>
                    <a:pt x="230568" y="491641"/>
                  </a:lnTo>
                  <a:lnTo>
                    <a:pt x="232490" y="491999"/>
                  </a:lnTo>
                  <a:lnTo>
                    <a:pt x="234411" y="492253"/>
                  </a:lnTo>
                  <a:lnTo>
                    <a:pt x="236332" y="492430"/>
                  </a:lnTo>
                  <a:lnTo>
                    <a:pt x="238254" y="492551"/>
                  </a:lnTo>
                  <a:lnTo>
                    <a:pt x="240175" y="492632"/>
                  </a:lnTo>
                  <a:lnTo>
                    <a:pt x="242097" y="492686"/>
                  </a:lnTo>
                  <a:lnTo>
                    <a:pt x="244018" y="492720"/>
                  </a:lnTo>
                  <a:lnTo>
                    <a:pt x="245939" y="492742"/>
                  </a:lnTo>
                  <a:lnTo>
                    <a:pt x="247861" y="492755"/>
                  </a:lnTo>
                  <a:lnTo>
                    <a:pt x="249782" y="492763"/>
                  </a:lnTo>
                  <a:lnTo>
                    <a:pt x="251704" y="492767"/>
                  </a:lnTo>
                  <a:lnTo>
                    <a:pt x="253625" y="492770"/>
                  </a:lnTo>
                  <a:lnTo>
                    <a:pt x="255546" y="492771"/>
                  </a:lnTo>
                  <a:lnTo>
                    <a:pt x="257468" y="492772"/>
                  </a:lnTo>
                  <a:lnTo>
                    <a:pt x="259389" y="492773"/>
                  </a:lnTo>
                  <a:lnTo>
                    <a:pt x="261311" y="492773"/>
                  </a:lnTo>
                  <a:lnTo>
                    <a:pt x="263232" y="492773"/>
                  </a:lnTo>
                  <a:lnTo>
                    <a:pt x="265153" y="492773"/>
                  </a:lnTo>
                  <a:lnTo>
                    <a:pt x="267075" y="492773"/>
                  </a:lnTo>
                  <a:lnTo>
                    <a:pt x="268996" y="492773"/>
                  </a:lnTo>
                  <a:lnTo>
                    <a:pt x="270918" y="492773"/>
                  </a:lnTo>
                  <a:lnTo>
                    <a:pt x="272839" y="492773"/>
                  </a:lnTo>
                  <a:lnTo>
                    <a:pt x="274760" y="492773"/>
                  </a:lnTo>
                  <a:lnTo>
                    <a:pt x="276682" y="492773"/>
                  </a:lnTo>
                  <a:lnTo>
                    <a:pt x="278603" y="492773"/>
                  </a:lnTo>
                  <a:lnTo>
                    <a:pt x="280525" y="492773"/>
                  </a:lnTo>
                  <a:lnTo>
                    <a:pt x="282446" y="492773"/>
                  </a:lnTo>
                  <a:lnTo>
                    <a:pt x="284367" y="492773"/>
                  </a:lnTo>
                  <a:lnTo>
                    <a:pt x="286289" y="492773"/>
                  </a:lnTo>
                  <a:lnTo>
                    <a:pt x="288210" y="492773"/>
                  </a:lnTo>
                  <a:lnTo>
                    <a:pt x="290132" y="492773"/>
                  </a:lnTo>
                  <a:lnTo>
                    <a:pt x="292053" y="492773"/>
                  </a:lnTo>
                  <a:lnTo>
                    <a:pt x="293975" y="492773"/>
                  </a:lnTo>
                  <a:lnTo>
                    <a:pt x="295896" y="492773"/>
                  </a:lnTo>
                  <a:lnTo>
                    <a:pt x="297817" y="492773"/>
                  </a:lnTo>
                  <a:lnTo>
                    <a:pt x="299739" y="492773"/>
                  </a:lnTo>
                  <a:lnTo>
                    <a:pt x="301660" y="492773"/>
                  </a:lnTo>
                  <a:lnTo>
                    <a:pt x="303582" y="492773"/>
                  </a:lnTo>
                  <a:lnTo>
                    <a:pt x="305503" y="492773"/>
                  </a:lnTo>
                  <a:lnTo>
                    <a:pt x="307424" y="492773"/>
                  </a:lnTo>
                  <a:lnTo>
                    <a:pt x="309346" y="492773"/>
                  </a:lnTo>
                  <a:lnTo>
                    <a:pt x="311267" y="492773"/>
                  </a:lnTo>
                  <a:lnTo>
                    <a:pt x="313189" y="492773"/>
                  </a:lnTo>
                  <a:lnTo>
                    <a:pt x="315110" y="492773"/>
                  </a:lnTo>
                  <a:lnTo>
                    <a:pt x="317031" y="492773"/>
                  </a:lnTo>
                  <a:lnTo>
                    <a:pt x="318953" y="492773"/>
                  </a:lnTo>
                  <a:lnTo>
                    <a:pt x="320874" y="492773"/>
                  </a:lnTo>
                  <a:lnTo>
                    <a:pt x="322796" y="492773"/>
                  </a:lnTo>
                  <a:lnTo>
                    <a:pt x="324717" y="492773"/>
                  </a:lnTo>
                  <a:lnTo>
                    <a:pt x="326638" y="492773"/>
                  </a:lnTo>
                  <a:lnTo>
                    <a:pt x="328560" y="492773"/>
                  </a:lnTo>
                  <a:lnTo>
                    <a:pt x="330481" y="492773"/>
                  </a:lnTo>
                  <a:lnTo>
                    <a:pt x="332403" y="492773"/>
                  </a:lnTo>
                  <a:lnTo>
                    <a:pt x="334324" y="492773"/>
                  </a:lnTo>
                  <a:lnTo>
                    <a:pt x="336245" y="492773"/>
                  </a:lnTo>
                  <a:lnTo>
                    <a:pt x="338167" y="492773"/>
                  </a:lnTo>
                  <a:lnTo>
                    <a:pt x="340088" y="492773"/>
                  </a:lnTo>
                  <a:lnTo>
                    <a:pt x="342010" y="492773"/>
                  </a:lnTo>
                  <a:lnTo>
                    <a:pt x="343931" y="492773"/>
                  </a:lnTo>
                  <a:lnTo>
                    <a:pt x="345852" y="492773"/>
                  </a:lnTo>
                  <a:lnTo>
                    <a:pt x="347774" y="492773"/>
                  </a:lnTo>
                  <a:lnTo>
                    <a:pt x="349695" y="492773"/>
                  </a:lnTo>
                  <a:lnTo>
                    <a:pt x="351617" y="492773"/>
                  </a:lnTo>
                  <a:lnTo>
                    <a:pt x="353538" y="492773"/>
                  </a:lnTo>
                  <a:lnTo>
                    <a:pt x="355459" y="492773"/>
                  </a:lnTo>
                  <a:lnTo>
                    <a:pt x="357381" y="492773"/>
                  </a:lnTo>
                  <a:lnTo>
                    <a:pt x="359302" y="492773"/>
                  </a:lnTo>
                  <a:lnTo>
                    <a:pt x="361224" y="492773"/>
                  </a:lnTo>
                  <a:lnTo>
                    <a:pt x="363145" y="492773"/>
                  </a:lnTo>
                  <a:lnTo>
                    <a:pt x="365067" y="492773"/>
                  </a:lnTo>
                  <a:lnTo>
                    <a:pt x="366988" y="492773"/>
                  </a:lnTo>
                  <a:lnTo>
                    <a:pt x="368909" y="492773"/>
                  </a:lnTo>
                  <a:lnTo>
                    <a:pt x="370831" y="492773"/>
                  </a:lnTo>
                  <a:lnTo>
                    <a:pt x="372752" y="492773"/>
                  </a:lnTo>
                  <a:lnTo>
                    <a:pt x="374674" y="492773"/>
                  </a:lnTo>
                  <a:lnTo>
                    <a:pt x="376595" y="492773"/>
                  </a:lnTo>
                  <a:lnTo>
                    <a:pt x="378516" y="492773"/>
                  </a:lnTo>
                  <a:lnTo>
                    <a:pt x="380438" y="492773"/>
                  </a:lnTo>
                  <a:lnTo>
                    <a:pt x="382359" y="492773"/>
                  </a:lnTo>
                  <a:lnTo>
                    <a:pt x="384281" y="492773"/>
                  </a:lnTo>
                  <a:lnTo>
                    <a:pt x="386202" y="492773"/>
                  </a:lnTo>
                  <a:lnTo>
                    <a:pt x="388123" y="492773"/>
                  </a:lnTo>
                  <a:lnTo>
                    <a:pt x="390045" y="492773"/>
                  </a:lnTo>
                  <a:lnTo>
                    <a:pt x="391966" y="492773"/>
                  </a:lnTo>
                  <a:lnTo>
                    <a:pt x="393888" y="492773"/>
                  </a:lnTo>
                  <a:lnTo>
                    <a:pt x="395809" y="492773"/>
                  </a:lnTo>
                  <a:lnTo>
                    <a:pt x="397730" y="492773"/>
                  </a:lnTo>
                  <a:lnTo>
                    <a:pt x="399652" y="492773"/>
                  </a:lnTo>
                  <a:lnTo>
                    <a:pt x="401573" y="492773"/>
                  </a:lnTo>
                  <a:lnTo>
                    <a:pt x="403495" y="492773"/>
                  </a:lnTo>
                  <a:lnTo>
                    <a:pt x="405416" y="492773"/>
                  </a:lnTo>
                  <a:lnTo>
                    <a:pt x="407337" y="492773"/>
                  </a:lnTo>
                  <a:lnTo>
                    <a:pt x="409259" y="492773"/>
                  </a:lnTo>
                  <a:lnTo>
                    <a:pt x="411180" y="492773"/>
                  </a:lnTo>
                  <a:lnTo>
                    <a:pt x="413102" y="492773"/>
                  </a:lnTo>
                  <a:lnTo>
                    <a:pt x="415023" y="492773"/>
                  </a:lnTo>
                  <a:lnTo>
                    <a:pt x="416944" y="492773"/>
                  </a:lnTo>
                  <a:lnTo>
                    <a:pt x="418866" y="492773"/>
                  </a:lnTo>
                  <a:lnTo>
                    <a:pt x="420787" y="492773"/>
                  </a:lnTo>
                  <a:lnTo>
                    <a:pt x="422709" y="492773"/>
                  </a:lnTo>
                  <a:lnTo>
                    <a:pt x="424630" y="492773"/>
                  </a:lnTo>
                  <a:lnTo>
                    <a:pt x="426551" y="492773"/>
                  </a:lnTo>
                  <a:lnTo>
                    <a:pt x="428473" y="492773"/>
                  </a:lnTo>
                  <a:lnTo>
                    <a:pt x="430394" y="492773"/>
                  </a:lnTo>
                  <a:lnTo>
                    <a:pt x="432316" y="492773"/>
                  </a:lnTo>
                  <a:lnTo>
                    <a:pt x="434237" y="492773"/>
                  </a:lnTo>
                  <a:lnTo>
                    <a:pt x="436159" y="492773"/>
                  </a:lnTo>
                  <a:lnTo>
                    <a:pt x="438080" y="492773"/>
                  </a:lnTo>
                  <a:lnTo>
                    <a:pt x="440001" y="492773"/>
                  </a:lnTo>
                  <a:lnTo>
                    <a:pt x="441923" y="492773"/>
                  </a:lnTo>
                  <a:lnTo>
                    <a:pt x="443844" y="492773"/>
                  </a:lnTo>
                  <a:lnTo>
                    <a:pt x="445766" y="492773"/>
                  </a:lnTo>
                  <a:lnTo>
                    <a:pt x="447687" y="492773"/>
                  </a:lnTo>
                  <a:lnTo>
                    <a:pt x="449608" y="492773"/>
                  </a:lnTo>
                  <a:lnTo>
                    <a:pt x="451530" y="492773"/>
                  </a:lnTo>
                  <a:lnTo>
                    <a:pt x="453451" y="492773"/>
                  </a:lnTo>
                  <a:lnTo>
                    <a:pt x="455373" y="492773"/>
                  </a:lnTo>
                  <a:lnTo>
                    <a:pt x="457294" y="492773"/>
                  </a:lnTo>
                  <a:lnTo>
                    <a:pt x="459215" y="492773"/>
                  </a:lnTo>
                  <a:lnTo>
                    <a:pt x="461137" y="492773"/>
                  </a:lnTo>
                  <a:lnTo>
                    <a:pt x="463058" y="492773"/>
                  </a:lnTo>
                  <a:lnTo>
                    <a:pt x="464980" y="492773"/>
                  </a:lnTo>
                  <a:lnTo>
                    <a:pt x="466901" y="492773"/>
                  </a:lnTo>
                  <a:lnTo>
                    <a:pt x="468822" y="492773"/>
                  </a:lnTo>
                  <a:lnTo>
                    <a:pt x="470744" y="492773"/>
                  </a:lnTo>
                  <a:lnTo>
                    <a:pt x="472665" y="492773"/>
                  </a:lnTo>
                  <a:lnTo>
                    <a:pt x="474587" y="492773"/>
                  </a:lnTo>
                  <a:lnTo>
                    <a:pt x="476508" y="492773"/>
                  </a:lnTo>
                  <a:lnTo>
                    <a:pt x="478429" y="492773"/>
                  </a:lnTo>
                  <a:lnTo>
                    <a:pt x="480351" y="492773"/>
                  </a:lnTo>
                  <a:lnTo>
                    <a:pt x="482272" y="492773"/>
                  </a:lnTo>
                  <a:lnTo>
                    <a:pt x="484194" y="492773"/>
                  </a:lnTo>
                  <a:lnTo>
                    <a:pt x="486115" y="492773"/>
                  </a:lnTo>
                  <a:lnTo>
                    <a:pt x="488036" y="492773"/>
                  </a:lnTo>
                  <a:lnTo>
                    <a:pt x="489958" y="492773"/>
                  </a:lnTo>
                  <a:lnTo>
                    <a:pt x="491879" y="492773"/>
                  </a:lnTo>
                  <a:lnTo>
                    <a:pt x="493801" y="492773"/>
                  </a:lnTo>
                  <a:lnTo>
                    <a:pt x="495722" y="492773"/>
                  </a:lnTo>
                  <a:lnTo>
                    <a:pt x="497643" y="492773"/>
                  </a:lnTo>
                  <a:lnTo>
                    <a:pt x="499565" y="492773"/>
                  </a:lnTo>
                  <a:lnTo>
                    <a:pt x="501486" y="492773"/>
                  </a:lnTo>
                  <a:lnTo>
                    <a:pt x="503408" y="492773"/>
                  </a:lnTo>
                  <a:lnTo>
                    <a:pt x="505329" y="492773"/>
                  </a:lnTo>
                  <a:lnTo>
                    <a:pt x="507250" y="492773"/>
                  </a:lnTo>
                  <a:lnTo>
                    <a:pt x="509172" y="492773"/>
                  </a:lnTo>
                  <a:lnTo>
                    <a:pt x="511093" y="492773"/>
                  </a:lnTo>
                  <a:lnTo>
                    <a:pt x="513015" y="492773"/>
                  </a:lnTo>
                  <a:lnTo>
                    <a:pt x="514936" y="492773"/>
                  </a:lnTo>
                  <a:lnTo>
                    <a:pt x="516858" y="492773"/>
                  </a:lnTo>
                  <a:lnTo>
                    <a:pt x="518779" y="492773"/>
                  </a:lnTo>
                  <a:lnTo>
                    <a:pt x="520700" y="492773"/>
                  </a:lnTo>
                  <a:lnTo>
                    <a:pt x="522622" y="492773"/>
                  </a:lnTo>
                  <a:lnTo>
                    <a:pt x="524543" y="492773"/>
                  </a:lnTo>
                  <a:lnTo>
                    <a:pt x="526465" y="492773"/>
                  </a:lnTo>
                  <a:lnTo>
                    <a:pt x="528386" y="492773"/>
                  </a:lnTo>
                  <a:lnTo>
                    <a:pt x="530307" y="492773"/>
                  </a:lnTo>
                  <a:lnTo>
                    <a:pt x="532229" y="492773"/>
                  </a:lnTo>
                  <a:lnTo>
                    <a:pt x="534150" y="492773"/>
                  </a:lnTo>
                  <a:lnTo>
                    <a:pt x="536072" y="492773"/>
                  </a:lnTo>
                  <a:lnTo>
                    <a:pt x="537993" y="492773"/>
                  </a:lnTo>
                  <a:lnTo>
                    <a:pt x="539914" y="492773"/>
                  </a:lnTo>
                  <a:lnTo>
                    <a:pt x="541836" y="492773"/>
                  </a:lnTo>
                  <a:lnTo>
                    <a:pt x="543757" y="492773"/>
                  </a:lnTo>
                  <a:lnTo>
                    <a:pt x="545679" y="492773"/>
                  </a:lnTo>
                  <a:lnTo>
                    <a:pt x="547600" y="492773"/>
                  </a:lnTo>
                  <a:lnTo>
                    <a:pt x="549521" y="492773"/>
                  </a:lnTo>
                  <a:lnTo>
                    <a:pt x="551443" y="492773"/>
                  </a:lnTo>
                  <a:lnTo>
                    <a:pt x="553364" y="492773"/>
                  </a:lnTo>
                  <a:lnTo>
                    <a:pt x="555286" y="492773"/>
                  </a:lnTo>
                  <a:lnTo>
                    <a:pt x="557207" y="492773"/>
                  </a:lnTo>
                  <a:lnTo>
                    <a:pt x="559128" y="492773"/>
                  </a:lnTo>
                  <a:lnTo>
                    <a:pt x="561050" y="492773"/>
                  </a:lnTo>
                  <a:lnTo>
                    <a:pt x="562971" y="492773"/>
                  </a:lnTo>
                  <a:lnTo>
                    <a:pt x="564893" y="492773"/>
                  </a:lnTo>
                  <a:lnTo>
                    <a:pt x="566814" y="492773"/>
                  </a:lnTo>
                  <a:lnTo>
                    <a:pt x="568735" y="492773"/>
                  </a:lnTo>
                  <a:lnTo>
                    <a:pt x="570657" y="492773"/>
                  </a:lnTo>
                  <a:lnTo>
                    <a:pt x="572578" y="492773"/>
                  </a:lnTo>
                  <a:lnTo>
                    <a:pt x="574500" y="492773"/>
                  </a:lnTo>
                  <a:lnTo>
                    <a:pt x="576421" y="492773"/>
                  </a:lnTo>
                  <a:lnTo>
                    <a:pt x="578342" y="492773"/>
                  </a:lnTo>
                  <a:lnTo>
                    <a:pt x="580264" y="492773"/>
                  </a:lnTo>
                  <a:lnTo>
                    <a:pt x="582185" y="492773"/>
                  </a:lnTo>
                  <a:lnTo>
                    <a:pt x="584107" y="492773"/>
                  </a:lnTo>
                  <a:lnTo>
                    <a:pt x="586028" y="492773"/>
                  </a:lnTo>
                  <a:lnTo>
                    <a:pt x="587950" y="492773"/>
                  </a:lnTo>
                  <a:lnTo>
                    <a:pt x="589871" y="492773"/>
                  </a:lnTo>
                  <a:lnTo>
                    <a:pt x="591792" y="492773"/>
                  </a:lnTo>
                  <a:lnTo>
                    <a:pt x="593714" y="492773"/>
                  </a:lnTo>
                  <a:lnTo>
                    <a:pt x="595635" y="492773"/>
                  </a:lnTo>
                  <a:lnTo>
                    <a:pt x="597557" y="492773"/>
                  </a:lnTo>
                  <a:lnTo>
                    <a:pt x="599478" y="492773"/>
                  </a:lnTo>
                  <a:lnTo>
                    <a:pt x="601399" y="492773"/>
                  </a:lnTo>
                  <a:lnTo>
                    <a:pt x="603321" y="492773"/>
                  </a:lnTo>
                  <a:lnTo>
                    <a:pt x="605242" y="492773"/>
                  </a:lnTo>
                  <a:lnTo>
                    <a:pt x="607164" y="492773"/>
                  </a:lnTo>
                  <a:lnTo>
                    <a:pt x="609085" y="492773"/>
                  </a:lnTo>
                  <a:lnTo>
                    <a:pt x="611006" y="492773"/>
                  </a:lnTo>
                  <a:lnTo>
                    <a:pt x="612928" y="492773"/>
                  </a:lnTo>
                  <a:lnTo>
                    <a:pt x="614849" y="492773"/>
                  </a:lnTo>
                  <a:lnTo>
                    <a:pt x="616771" y="492773"/>
                  </a:lnTo>
                  <a:lnTo>
                    <a:pt x="618692" y="492773"/>
                  </a:lnTo>
                  <a:lnTo>
                    <a:pt x="620613" y="492773"/>
                  </a:lnTo>
                  <a:lnTo>
                    <a:pt x="622535" y="492773"/>
                  </a:lnTo>
                  <a:lnTo>
                    <a:pt x="624456" y="492773"/>
                  </a:lnTo>
                  <a:lnTo>
                    <a:pt x="626378" y="492773"/>
                  </a:lnTo>
                  <a:lnTo>
                    <a:pt x="628299" y="492773"/>
                  </a:lnTo>
                  <a:lnTo>
                    <a:pt x="630220" y="492773"/>
                  </a:lnTo>
                  <a:lnTo>
                    <a:pt x="632142" y="492773"/>
                  </a:lnTo>
                  <a:lnTo>
                    <a:pt x="634063" y="492773"/>
                  </a:lnTo>
                  <a:lnTo>
                    <a:pt x="635985" y="492773"/>
                  </a:lnTo>
                  <a:lnTo>
                    <a:pt x="637906" y="492773"/>
                  </a:lnTo>
                  <a:lnTo>
                    <a:pt x="639827" y="492773"/>
                  </a:lnTo>
                  <a:lnTo>
                    <a:pt x="641749" y="492773"/>
                  </a:lnTo>
                  <a:lnTo>
                    <a:pt x="643670" y="492773"/>
                  </a:lnTo>
                  <a:lnTo>
                    <a:pt x="645592" y="492773"/>
                  </a:lnTo>
                  <a:lnTo>
                    <a:pt x="647513" y="492773"/>
                  </a:lnTo>
                  <a:lnTo>
                    <a:pt x="649434" y="492773"/>
                  </a:lnTo>
                  <a:lnTo>
                    <a:pt x="651356" y="492773"/>
                  </a:lnTo>
                  <a:lnTo>
                    <a:pt x="653277" y="492773"/>
                  </a:lnTo>
                  <a:lnTo>
                    <a:pt x="655199" y="492773"/>
                  </a:lnTo>
                  <a:lnTo>
                    <a:pt x="657120" y="492773"/>
                  </a:lnTo>
                  <a:lnTo>
                    <a:pt x="659042" y="492773"/>
                  </a:lnTo>
                  <a:lnTo>
                    <a:pt x="660963" y="492773"/>
                  </a:lnTo>
                  <a:lnTo>
                    <a:pt x="662884" y="492773"/>
                  </a:lnTo>
                  <a:lnTo>
                    <a:pt x="664806" y="492773"/>
                  </a:lnTo>
                  <a:lnTo>
                    <a:pt x="666727" y="492773"/>
                  </a:lnTo>
                  <a:lnTo>
                    <a:pt x="668649" y="492773"/>
                  </a:lnTo>
                  <a:lnTo>
                    <a:pt x="670570" y="492773"/>
                  </a:lnTo>
                  <a:lnTo>
                    <a:pt x="672491" y="492773"/>
                  </a:lnTo>
                  <a:lnTo>
                    <a:pt x="674413" y="492773"/>
                  </a:lnTo>
                  <a:lnTo>
                    <a:pt x="676334" y="492773"/>
                  </a:lnTo>
                  <a:lnTo>
                    <a:pt x="678256" y="492773"/>
                  </a:lnTo>
                  <a:lnTo>
                    <a:pt x="680177" y="492773"/>
                  </a:lnTo>
                  <a:lnTo>
                    <a:pt x="682098" y="492773"/>
                  </a:lnTo>
                  <a:lnTo>
                    <a:pt x="684020" y="492773"/>
                  </a:lnTo>
                  <a:lnTo>
                    <a:pt x="685941" y="492773"/>
                  </a:lnTo>
                  <a:lnTo>
                    <a:pt x="687863" y="492773"/>
                  </a:lnTo>
                  <a:lnTo>
                    <a:pt x="689784" y="492773"/>
                  </a:lnTo>
                  <a:lnTo>
                    <a:pt x="691705" y="492773"/>
                  </a:lnTo>
                  <a:lnTo>
                    <a:pt x="693627" y="492773"/>
                  </a:lnTo>
                  <a:lnTo>
                    <a:pt x="695548" y="492773"/>
                  </a:lnTo>
                  <a:lnTo>
                    <a:pt x="697470" y="492773"/>
                  </a:lnTo>
                  <a:lnTo>
                    <a:pt x="699391" y="492773"/>
                  </a:lnTo>
                  <a:lnTo>
                    <a:pt x="701312" y="492773"/>
                  </a:lnTo>
                  <a:lnTo>
                    <a:pt x="703234" y="492773"/>
                  </a:lnTo>
                  <a:lnTo>
                    <a:pt x="705155" y="492773"/>
                  </a:lnTo>
                  <a:lnTo>
                    <a:pt x="707077" y="492773"/>
                  </a:lnTo>
                  <a:lnTo>
                    <a:pt x="708998" y="492773"/>
                  </a:lnTo>
                  <a:lnTo>
                    <a:pt x="710919" y="492773"/>
                  </a:lnTo>
                  <a:lnTo>
                    <a:pt x="712841" y="492773"/>
                  </a:lnTo>
                  <a:lnTo>
                    <a:pt x="714762" y="492773"/>
                  </a:lnTo>
                  <a:lnTo>
                    <a:pt x="716684" y="492773"/>
                  </a:lnTo>
                  <a:lnTo>
                    <a:pt x="718605" y="492773"/>
                  </a:lnTo>
                  <a:lnTo>
                    <a:pt x="720526" y="492773"/>
                  </a:lnTo>
                  <a:lnTo>
                    <a:pt x="722448" y="492773"/>
                  </a:lnTo>
                  <a:lnTo>
                    <a:pt x="724369" y="492773"/>
                  </a:lnTo>
                  <a:lnTo>
                    <a:pt x="726291" y="492773"/>
                  </a:lnTo>
                  <a:lnTo>
                    <a:pt x="728212" y="492773"/>
                  </a:lnTo>
                  <a:lnTo>
                    <a:pt x="730134" y="492773"/>
                  </a:lnTo>
                  <a:lnTo>
                    <a:pt x="732055" y="492773"/>
                  </a:lnTo>
                  <a:lnTo>
                    <a:pt x="733976" y="492773"/>
                  </a:lnTo>
                  <a:lnTo>
                    <a:pt x="735898" y="492773"/>
                  </a:lnTo>
                  <a:lnTo>
                    <a:pt x="737819" y="492773"/>
                  </a:lnTo>
                  <a:lnTo>
                    <a:pt x="739741" y="492773"/>
                  </a:lnTo>
                  <a:lnTo>
                    <a:pt x="741662" y="492773"/>
                  </a:lnTo>
                  <a:lnTo>
                    <a:pt x="743583" y="492773"/>
                  </a:lnTo>
                  <a:lnTo>
                    <a:pt x="745505" y="492773"/>
                  </a:lnTo>
                  <a:lnTo>
                    <a:pt x="747426" y="492773"/>
                  </a:lnTo>
                  <a:lnTo>
                    <a:pt x="749348" y="492773"/>
                  </a:lnTo>
                  <a:lnTo>
                    <a:pt x="751269" y="492773"/>
                  </a:lnTo>
                  <a:lnTo>
                    <a:pt x="753190" y="492773"/>
                  </a:lnTo>
                  <a:lnTo>
                    <a:pt x="755112" y="492773"/>
                  </a:lnTo>
                  <a:lnTo>
                    <a:pt x="757033" y="492773"/>
                  </a:lnTo>
                  <a:lnTo>
                    <a:pt x="758955" y="492773"/>
                  </a:lnTo>
                  <a:lnTo>
                    <a:pt x="760876" y="492773"/>
                  </a:lnTo>
                  <a:lnTo>
                    <a:pt x="762797" y="492773"/>
                  </a:lnTo>
                  <a:lnTo>
                    <a:pt x="764719" y="492773"/>
                  </a:lnTo>
                  <a:lnTo>
                    <a:pt x="766640" y="492773"/>
                  </a:lnTo>
                  <a:lnTo>
                    <a:pt x="768562" y="492773"/>
                  </a:lnTo>
                  <a:lnTo>
                    <a:pt x="770483" y="492773"/>
                  </a:lnTo>
                  <a:lnTo>
                    <a:pt x="772404" y="492773"/>
                  </a:lnTo>
                  <a:lnTo>
                    <a:pt x="774326" y="492773"/>
                  </a:lnTo>
                  <a:lnTo>
                    <a:pt x="776247" y="492773"/>
                  </a:lnTo>
                  <a:lnTo>
                    <a:pt x="778169" y="492773"/>
                  </a:lnTo>
                  <a:lnTo>
                    <a:pt x="780090" y="492773"/>
                  </a:lnTo>
                  <a:lnTo>
                    <a:pt x="782011" y="492773"/>
                  </a:lnTo>
                  <a:lnTo>
                    <a:pt x="783933" y="492773"/>
                  </a:lnTo>
                  <a:lnTo>
                    <a:pt x="785854" y="492773"/>
                  </a:lnTo>
                  <a:lnTo>
                    <a:pt x="787776" y="492773"/>
                  </a:lnTo>
                  <a:lnTo>
                    <a:pt x="789697" y="492773"/>
                  </a:lnTo>
                  <a:lnTo>
                    <a:pt x="791618" y="492773"/>
                  </a:lnTo>
                  <a:lnTo>
                    <a:pt x="793540" y="492773"/>
                  </a:lnTo>
                  <a:lnTo>
                    <a:pt x="795461" y="492773"/>
                  </a:lnTo>
                  <a:lnTo>
                    <a:pt x="797383" y="492773"/>
                  </a:lnTo>
                  <a:lnTo>
                    <a:pt x="799304" y="492773"/>
                  </a:lnTo>
                  <a:lnTo>
                    <a:pt x="801226" y="492773"/>
                  </a:lnTo>
                  <a:lnTo>
                    <a:pt x="803147" y="492773"/>
                  </a:lnTo>
                  <a:lnTo>
                    <a:pt x="805068" y="492773"/>
                  </a:lnTo>
                  <a:lnTo>
                    <a:pt x="806990" y="492773"/>
                  </a:lnTo>
                  <a:lnTo>
                    <a:pt x="808911" y="492773"/>
                  </a:lnTo>
                  <a:lnTo>
                    <a:pt x="810833" y="492773"/>
                  </a:lnTo>
                  <a:lnTo>
                    <a:pt x="812754" y="492773"/>
                  </a:lnTo>
                  <a:lnTo>
                    <a:pt x="814675" y="492773"/>
                  </a:lnTo>
                  <a:lnTo>
                    <a:pt x="816597" y="492773"/>
                  </a:lnTo>
                  <a:lnTo>
                    <a:pt x="818518" y="492773"/>
                  </a:lnTo>
                  <a:lnTo>
                    <a:pt x="820440" y="492773"/>
                  </a:lnTo>
                  <a:lnTo>
                    <a:pt x="822361" y="492773"/>
                  </a:lnTo>
                  <a:lnTo>
                    <a:pt x="824282" y="492773"/>
                  </a:lnTo>
                  <a:lnTo>
                    <a:pt x="826204" y="492773"/>
                  </a:lnTo>
                  <a:lnTo>
                    <a:pt x="828125" y="492773"/>
                  </a:lnTo>
                  <a:lnTo>
                    <a:pt x="830047" y="492773"/>
                  </a:lnTo>
                  <a:lnTo>
                    <a:pt x="831968" y="492773"/>
                  </a:lnTo>
                  <a:lnTo>
                    <a:pt x="833889" y="492773"/>
                  </a:lnTo>
                  <a:lnTo>
                    <a:pt x="835811" y="492773"/>
                  </a:lnTo>
                  <a:lnTo>
                    <a:pt x="837732" y="492773"/>
                  </a:lnTo>
                  <a:lnTo>
                    <a:pt x="839654" y="492773"/>
                  </a:lnTo>
                  <a:lnTo>
                    <a:pt x="841575" y="492773"/>
                  </a:lnTo>
                  <a:lnTo>
                    <a:pt x="843496" y="492773"/>
                  </a:lnTo>
                  <a:lnTo>
                    <a:pt x="845418" y="492773"/>
                  </a:lnTo>
                  <a:lnTo>
                    <a:pt x="847339" y="492773"/>
                  </a:lnTo>
                  <a:lnTo>
                    <a:pt x="849261" y="492773"/>
                  </a:lnTo>
                  <a:lnTo>
                    <a:pt x="851182" y="492773"/>
                  </a:lnTo>
                  <a:lnTo>
                    <a:pt x="853103" y="492773"/>
                  </a:lnTo>
                  <a:lnTo>
                    <a:pt x="855025" y="492773"/>
                  </a:lnTo>
                  <a:lnTo>
                    <a:pt x="856946" y="492773"/>
                  </a:lnTo>
                  <a:lnTo>
                    <a:pt x="858868" y="492773"/>
                  </a:lnTo>
                  <a:lnTo>
                    <a:pt x="860789" y="492773"/>
                  </a:lnTo>
                  <a:lnTo>
                    <a:pt x="862710" y="492773"/>
                  </a:lnTo>
                  <a:lnTo>
                    <a:pt x="864632" y="492773"/>
                  </a:lnTo>
                  <a:lnTo>
                    <a:pt x="866553" y="492773"/>
                  </a:lnTo>
                  <a:lnTo>
                    <a:pt x="868475" y="492773"/>
                  </a:lnTo>
                  <a:lnTo>
                    <a:pt x="870396" y="492773"/>
                  </a:lnTo>
                  <a:lnTo>
                    <a:pt x="872318" y="492773"/>
                  </a:lnTo>
                  <a:lnTo>
                    <a:pt x="874239" y="492773"/>
                  </a:lnTo>
                  <a:lnTo>
                    <a:pt x="876160" y="492773"/>
                  </a:lnTo>
                  <a:lnTo>
                    <a:pt x="878082" y="492773"/>
                  </a:lnTo>
                  <a:lnTo>
                    <a:pt x="880003" y="492773"/>
                  </a:lnTo>
                  <a:lnTo>
                    <a:pt x="881925" y="492773"/>
                  </a:lnTo>
                  <a:lnTo>
                    <a:pt x="883846" y="492773"/>
                  </a:lnTo>
                  <a:lnTo>
                    <a:pt x="885767" y="492773"/>
                  </a:lnTo>
                  <a:lnTo>
                    <a:pt x="887689" y="492773"/>
                  </a:lnTo>
                  <a:lnTo>
                    <a:pt x="889610" y="492773"/>
                  </a:lnTo>
                  <a:lnTo>
                    <a:pt x="891532" y="492773"/>
                  </a:lnTo>
                  <a:lnTo>
                    <a:pt x="893453" y="492773"/>
                  </a:lnTo>
                  <a:lnTo>
                    <a:pt x="895374" y="492773"/>
                  </a:lnTo>
                  <a:lnTo>
                    <a:pt x="897296" y="492773"/>
                  </a:lnTo>
                  <a:lnTo>
                    <a:pt x="899217" y="492773"/>
                  </a:lnTo>
                  <a:lnTo>
                    <a:pt x="901139" y="492773"/>
                  </a:lnTo>
                  <a:lnTo>
                    <a:pt x="903060" y="492773"/>
                  </a:lnTo>
                  <a:lnTo>
                    <a:pt x="904981" y="492773"/>
                  </a:lnTo>
                  <a:lnTo>
                    <a:pt x="906903" y="492773"/>
                  </a:lnTo>
                  <a:lnTo>
                    <a:pt x="908824" y="492773"/>
                  </a:lnTo>
                  <a:lnTo>
                    <a:pt x="910746" y="492773"/>
                  </a:lnTo>
                  <a:lnTo>
                    <a:pt x="912667" y="492773"/>
                  </a:lnTo>
                  <a:lnTo>
                    <a:pt x="914588" y="492773"/>
                  </a:lnTo>
                  <a:lnTo>
                    <a:pt x="916510" y="492773"/>
                  </a:lnTo>
                  <a:lnTo>
                    <a:pt x="918431" y="492773"/>
                  </a:lnTo>
                  <a:lnTo>
                    <a:pt x="920353" y="492773"/>
                  </a:lnTo>
                  <a:lnTo>
                    <a:pt x="922274" y="492773"/>
                  </a:lnTo>
                  <a:lnTo>
                    <a:pt x="924195" y="492773"/>
                  </a:lnTo>
                  <a:lnTo>
                    <a:pt x="926117" y="492773"/>
                  </a:lnTo>
                  <a:lnTo>
                    <a:pt x="928038" y="492773"/>
                  </a:lnTo>
                  <a:lnTo>
                    <a:pt x="929960" y="492773"/>
                  </a:lnTo>
                  <a:lnTo>
                    <a:pt x="931881" y="492773"/>
                  </a:lnTo>
                  <a:lnTo>
                    <a:pt x="933802" y="492773"/>
                  </a:lnTo>
                  <a:lnTo>
                    <a:pt x="935724" y="492773"/>
                  </a:lnTo>
                  <a:lnTo>
                    <a:pt x="937645" y="492773"/>
                  </a:lnTo>
                  <a:lnTo>
                    <a:pt x="939567" y="492773"/>
                  </a:lnTo>
                  <a:lnTo>
                    <a:pt x="941488" y="492773"/>
                  </a:lnTo>
                  <a:lnTo>
                    <a:pt x="943410" y="492773"/>
                  </a:lnTo>
                  <a:lnTo>
                    <a:pt x="945331" y="492773"/>
                  </a:lnTo>
                  <a:lnTo>
                    <a:pt x="947252" y="492773"/>
                  </a:lnTo>
                  <a:lnTo>
                    <a:pt x="949174" y="492773"/>
                  </a:lnTo>
                  <a:lnTo>
                    <a:pt x="951095" y="492773"/>
                  </a:lnTo>
                  <a:lnTo>
                    <a:pt x="953017" y="492773"/>
                  </a:lnTo>
                  <a:lnTo>
                    <a:pt x="954938" y="492773"/>
                  </a:lnTo>
                  <a:lnTo>
                    <a:pt x="956859" y="492773"/>
                  </a:lnTo>
                  <a:lnTo>
                    <a:pt x="958781" y="492773"/>
                  </a:lnTo>
                  <a:lnTo>
                    <a:pt x="960702" y="492773"/>
                  </a:lnTo>
                  <a:lnTo>
                    <a:pt x="962624" y="492773"/>
                  </a:lnTo>
                  <a:lnTo>
                    <a:pt x="964545" y="492773"/>
                  </a:lnTo>
                  <a:lnTo>
                    <a:pt x="966466" y="492773"/>
                  </a:lnTo>
                  <a:lnTo>
                    <a:pt x="968388" y="492773"/>
                  </a:lnTo>
                  <a:lnTo>
                    <a:pt x="970309" y="492773"/>
                  </a:lnTo>
                  <a:lnTo>
                    <a:pt x="972231" y="492773"/>
                  </a:lnTo>
                  <a:lnTo>
                    <a:pt x="974152" y="492773"/>
                  </a:lnTo>
                  <a:lnTo>
                    <a:pt x="976073" y="492773"/>
                  </a:lnTo>
                  <a:lnTo>
                    <a:pt x="977995" y="492773"/>
                  </a:lnTo>
                  <a:lnTo>
                    <a:pt x="979916" y="492773"/>
                  </a:lnTo>
                  <a:lnTo>
                    <a:pt x="981838" y="492773"/>
                  </a:lnTo>
                  <a:lnTo>
                    <a:pt x="979916" y="492773"/>
                  </a:lnTo>
                  <a:lnTo>
                    <a:pt x="977995" y="492773"/>
                  </a:lnTo>
                  <a:lnTo>
                    <a:pt x="976073" y="492773"/>
                  </a:lnTo>
                  <a:lnTo>
                    <a:pt x="974152" y="492773"/>
                  </a:lnTo>
                  <a:lnTo>
                    <a:pt x="972231" y="492773"/>
                  </a:lnTo>
                  <a:lnTo>
                    <a:pt x="970309" y="492773"/>
                  </a:lnTo>
                  <a:lnTo>
                    <a:pt x="968388" y="492773"/>
                  </a:lnTo>
                  <a:lnTo>
                    <a:pt x="966466" y="492773"/>
                  </a:lnTo>
                  <a:lnTo>
                    <a:pt x="964545" y="492773"/>
                  </a:lnTo>
                  <a:lnTo>
                    <a:pt x="962624" y="492773"/>
                  </a:lnTo>
                  <a:lnTo>
                    <a:pt x="960702" y="492773"/>
                  </a:lnTo>
                  <a:lnTo>
                    <a:pt x="958781" y="492773"/>
                  </a:lnTo>
                  <a:lnTo>
                    <a:pt x="956859" y="492773"/>
                  </a:lnTo>
                  <a:lnTo>
                    <a:pt x="954938" y="492773"/>
                  </a:lnTo>
                  <a:lnTo>
                    <a:pt x="953017" y="492773"/>
                  </a:lnTo>
                  <a:lnTo>
                    <a:pt x="951095" y="492773"/>
                  </a:lnTo>
                  <a:lnTo>
                    <a:pt x="949174" y="492773"/>
                  </a:lnTo>
                  <a:lnTo>
                    <a:pt x="947252" y="492773"/>
                  </a:lnTo>
                  <a:lnTo>
                    <a:pt x="945331" y="492773"/>
                  </a:lnTo>
                  <a:lnTo>
                    <a:pt x="943410" y="492773"/>
                  </a:lnTo>
                  <a:lnTo>
                    <a:pt x="941488" y="492773"/>
                  </a:lnTo>
                  <a:lnTo>
                    <a:pt x="939567" y="492773"/>
                  </a:lnTo>
                  <a:lnTo>
                    <a:pt x="937645" y="492773"/>
                  </a:lnTo>
                  <a:lnTo>
                    <a:pt x="935724" y="492773"/>
                  </a:lnTo>
                  <a:lnTo>
                    <a:pt x="933802" y="492773"/>
                  </a:lnTo>
                  <a:lnTo>
                    <a:pt x="931881" y="492773"/>
                  </a:lnTo>
                  <a:lnTo>
                    <a:pt x="929960" y="492773"/>
                  </a:lnTo>
                  <a:lnTo>
                    <a:pt x="928038" y="492773"/>
                  </a:lnTo>
                  <a:lnTo>
                    <a:pt x="926117" y="492773"/>
                  </a:lnTo>
                  <a:lnTo>
                    <a:pt x="924195" y="492773"/>
                  </a:lnTo>
                  <a:lnTo>
                    <a:pt x="922274" y="492773"/>
                  </a:lnTo>
                  <a:lnTo>
                    <a:pt x="920353" y="492773"/>
                  </a:lnTo>
                  <a:lnTo>
                    <a:pt x="918431" y="492773"/>
                  </a:lnTo>
                  <a:lnTo>
                    <a:pt x="916510" y="492773"/>
                  </a:lnTo>
                  <a:lnTo>
                    <a:pt x="914588" y="492773"/>
                  </a:lnTo>
                  <a:lnTo>
                    <a:pt x="912667" y="492773"/>
                  </a:lnTo>
                  <a:lnTo>
                    <a:pt x="910746" y="492773"/>
                  </a:lnTo>
                  <a:lnTo>
                    <a:pt x="908824" y="492773"/>
                  </a:lnTo>
                  <a:lnTo>
                    <a:pt x="906903" y="492773"/>
                  </a:lnTo>
                  <a:lnTo>
                    <a:pt x="904981" y="492773"/>
                  </a:lnTo>
                  <a:lnTo>
                    <a:pt x="903060" y="492773"/>
                  </a:lnTo>
                  <a:lnTo>
                    <a:pt x="901139" y="492773"/>
                  </a:lnTo>
                  <a:lnTo>
                    <a:pt x="899217" y="492773"/>
                  </a:lnTo>
                  <a:lnTo>
                    <a:pt x="897296" y="492773"/>
                  </a:lnTo>
                  <a:lnTo>
                    <a:pt x="895374" y="492773"/>
                  </a:lnTo>
                  <a:lnTo>
                    <a:pt x="893453" y="492773"/>
                  </a:lnTo>
                  <a:lnTo>
                    <a:pt x="891532" y="492773"/>
                  </a:lnTo>
                  <a:lnTo>
                    <a:pt x="889610" y="492773"/>
                  </a:lnTo>
                  <a:lnTo>
                    <a:pt x="887689" y="492773"/>
                  </a:lnTo>
                  <a:lnTo>
                    <a:pt x="885767" y="492773"/>
                  </a:lnTo>
                  <a:lnTo>
                    <a:pt x="883846" y="492773"/>
                  </a:lnTo>
                  <a:lnTo>
                    <a:pt x="881925" y="492773"/>
                  </a:lnTo>
                  <a:lnTo>
                    <a:pt x="880003" y="492773"/>
                  </a:lnTo>
                  <a:lnTo>
                    <a:pt x="878082" y="492773"/>
                  </a:lnTo>
                  <a:lnTo>
                    <a:pt x="876160" y="492773"/>
                  </a:lnTo>
                  <a:lnTo>
                    <a:pt x="874239" y="492773"/>
                  </a:lnTo>
                  <a:lnTo>
                    <a:pt x="872318" y="492773"/>
                  </a:lnTo>
                  <a:lnTo>
                    <a:pt x="870396" y="492773"/>
                  </a:lnTo>
                  <a:lnTo>
                    <a:pt x="868475" y="492773"/>
                  </a:lnTo>
                  <a:lnTo>
                    <a:pt x="866553" y="492773"/>
                  </a:lnTo>
                  <a:lnTo>
                    <a:pt x="864632" y="492773"/>
                  </a:lnTo>
                  <a:lnTo>
                    <a:pt x="862710" y="492773"/>
                  </a:lnTo>
                  <a:lnTo>
                    <a:pt x="860789" y="492773"/>
                  </a:lnTo>
                  <a:lnTo>
                    <a:pt x="858868" y="492773"/>
                  </a:lnTo>
                  <a:lnTo>
                    <a:pt x="856946" y="492773"/>
                  </a:lnTo>
                  <a:lnTo>
                    <a:pt x="855025" y="492773"/>
                  </a:lnTo>
                  <a:lnTo>
                    <a:pt x="853103" y="492773"/>
                  </a:lnTo>
                  <a:lnTo>
                    <a:pt x="851182" y="492773"/>
                  </a:lnTo>
                  <a:lnTo>
                    <a:pt x="849261" y="492773"/>
                  </a:lnTo>
                  <a:lnTo>
                    <a:pt x="847339" y="492773"/>
                  </a:lnTo>
                  <a:lnTo>
                    <a:pt x="845418" y="492773"/>
                  </a:lnTo>
                  <a:lnTo>
                    <a:pt x="843496" y="492773"/>
                  </a:lnTo>
                  <a:lnTo>
                    <a:pt x="841575" y="492773"/>
                  </a:lnTo>
                  <a:lnTo>
                    <a:pt x="839654" y="492773"/>
                  </a:lnTo>
                  <a:lnTo>
                    <a:pt x="837732" y="492773"/>
                  </a:lnTo>
                  <a:lnTo>
                    <a:pt x="835811" y="492773"/>
                  </a:lnTo>
                  <a:lnTo>
                    <a:pt x="833889" y="492773"/>
                  </a:lnTo>
                  <a:lnTo>
                    <a:pt x="831968" y="492773"/>
                  </a:lnTo>
                  <a:lnTo>
                    <a:pt x="830047" y="492773"/>
                  </a:lnTo>
                  <a:lnTo>
                    <a:pt x="828125" y="492773"/>
                  </a:lnTo>
                  <a:lnTo>
                    <a:pt x="826204" y="492773"/>
                  </a:lnTo>
                  <a:lnTo>
                    <a:pt x="824282" y="492773"/>
                  </a:lnTo>
                  <a:lnTo>
                    <a:pt x="822361" y="492773"/>
                  </a:lnTo>
                  <a:lnTo>
                    <a:pt x="820440" y="492773"/>
                  </a:lnTo>
                  <a:lnTo>
                    <a:pt x="818518" y="492773"/>
                  </a:lnTo>
                  <a:lnTo>
                    <a:pt x="816597" y="492773"/>
                  </a:lnTo>
                  <a:lnTo>
                    <a:pt x="814675" y="492773"/>
                  </a:lnTo>
                  <a:lnTo>
                    <a:pt x="812754" y="492773"/>
                  </a:lnTo>
                  <a:lnTo>
                    <a:pt x="810833" y="492773"/>
                  </a:lnTo>
                  <a:lnTo>
                    <a:pt x="808911" y="492773"/>
                  </a:lnTo>
                  <a:lnTo>
                    <a:pt x="806990" y="492773"/>
                  </a:lnTo>
                  <a:lnTo>
                    <a:pt x="805068" y="492773"/>
                  </a:lnTo>
                  <a:lnTo>
                    <a:pt x="803147" y="492773"/>
                  </a:lnTo>
                  <a:lnTo>
                    <a:pt x="801226" y="492773"/>
                  </a:lnTo>
                  <a:lnTo>
                    <a:pt x="799304" y="492773"/>
                  </a:lnTo>
                  <a:lnTo>
                    <a:pt x="797383" y="492773"/>
                  </a:lnTo>
                  <a:lnTo>
                    <a:pt x="795461" y="492773"/>
                  </a:lnTo>
                  <a:lnTo>
                    <a:pt x="793540" y="492773"/>
                  </a:lnTo>
                  <a:lnTo>
                    <a:pt x="791618" y="492773"/>
                  </a:lnTo>
                  <a:lnTo>
                    <a:pt x="789697" y="492773"/>
                  </a:lnTo>
                  <a:lnTo>
                    <a:pt x="787776" y="492773"/>
                  </a:lnTo>
                  <a:lnTo>
                    <a:pt x="785854" y="492773"/>
                  </a:lnTo>
                  <a:lnTo>
                    <a:pt x="783933" y="492773"/>
                  </a:lnTo>
                  <a:lnTo>
                    <a:pt x="782011" y="492773"/>
                  </a:lnTo>
                  <a:lnTo>
                    <a:pt x="780090" y="492773"/>
                  </a:lnTo>
                  <a:lnTo>
                    <a:pt x="778169" y="492773"/>
                  </a:lnTo>
                  <a:lnTo>
                    <a:pt x="776247" y="492773"/>
                  </a:lnTo>
                  <a:lnTo>
                    <a:pt x="774326" y="492773"/>
                  </a:lnTo>
                  <a:lnTo>
                    <a:pt x="772404" y="492773"/>
                  </a:lnTo>
                  <a:lnTo>
                    <a:pt x="770483" y="492773"/>
                  </a:lnTo>
                  <a:lnTo>
                    <a:pt x="768562" y="492773"/>
                  </a:lnTo>
                  <a:lnTo>
                    <a:pt x="766640" y="492773"/>
                  </a:lnTo>
                  <a:lnTo>
                    <a:pt x="764719" y="492773"/>
                  </a:lnTo>
                  <a:lnTo>
                    <a:pt x="762797" y="492773"/>
                  </a:lnTo>
                  <a:lnTo>
                    <a:pt x="760876" y="492773"/>
                  </a:lnTo>
                  <a:lnTo>
                    <a:pt x="758955" y="492773"/>
                  </a:lnTo>
                  <a:lnTo>
                    <a:pt x="757033" y="492773"/>
                  </a:lnTo>
                  <a:lnTo>
                    <a:pt x="755112" y="492773"/>
                  </a:lnTo>
                  <a:lnTo>
                    <a:pt x="753190" y="492773"/>
                  </a:lnTo>
                  <a:lnTo>
                    <a:pt x="751269" y="492773"/>
                  </a:lnTo>
                  <a:lnTo>
                    <a:pt x="749348" y="492773"/>
                  </a:lnTo>
                  <a:lnTo>
                    <a:pt x="747426" y="492773"/>
                  </a:lnTo>
                  <a:lnTo>
                    <a:pt x="745505" y="492773"/>
                  </a:lnTo>
                  <a:lnTo>
                    <a:pt x="743583" y="492773"/>
                  </a:lnTo>
                  <a:lnTo>
                    <a:pt x="741662" y="492773"/>
                  </a:lnTo>
                  <a:lnTo>
                    <a:pt x="739741" y="492773"/>
                  </a:lnTo>
                  <a:lnTo>
                    <a:pt x="737819" y="492773"/>
                  </a:lnTo>
                  <a:lnTo>
                    <a:pt x="735898" y="492773"/>
                  </a:lnTo>
                  <a:lnTo>
                    <a:pt x="733976" y="492773"/>
                  </a:lnTo>
                  <a:lnTo>
                    <a:pt x="732055" y="492773"/>
                  </a:lnTo>
                  <a:lnTo>
                    <a:pt x="730134" y="492773"/>
                  </a:lnTo>
                  <a:lnTo>
                    <a:pt x="728212" y="492773"/>
                  </a:lnTo>
                  <a:lnTo>
                    <a:pt x="726291" y="492773"/>
                  </a:lnTo>
                  <a:lnTo>
                    <a:pt x="724369" y="492773"/>
                  </a:lnTo>
                  <a:lnTo>
                    <a:pt x="722448" y="492773"/>
                  </a:lnTo>
                  <a:lnTo>
                    <a:pt x="720526" y="492773"/>
                  </a:lnTo>
                  <a:lnTo>
                    <a:pt x="718605" y="492773"/>
                  </a:lnTo>
                  <a:lnTo>
                    <a:pt x="716684" y="492773"/>
                  </a:lnTo>
                  <a:lnTo>
                    <a:pt x="714762" y="492773"/>
                  </a:lnTo>
                  <a:lnTo>
                    <a:pt x="712841" y="492773"/>
                  </a:lnTo>
                  <a:lnTo>
                    <a:pt x="710919" y="492773"/>
                  </a:lnTo>
                  <a:lnTo>
                    <a:pt x="708998" y="492773"/>
                  </a:lnTo>
                  <a:lnTo>
                    <a:pt x="707077" y="492773"/>
                  </a:lnTo>
                  <a:lnTo>
                    <a:pt x="705155" y="492773"/>
                  </a:lnTo>
                  <a:lnTo>
                    <a:pt x="703234" y="492773"/>
                  </a:lnTo>
                  <a:lnTo>
                    <a:pt x="701312" y="492773"/>
                  </a:lnTo>
                  <a:lnTo>
                    <a:pt x="699391" y="492773"/>
                  </a:lnTo>
                  <a:lnTo>
                    <a:pt x="697470" y="492773"/>
                  </a:lnTo>
                  <a:lnTo>
                    <a:pt x="695548" y="492773"/>
                  </a:lnTo>
                  <a:lnTo>
                    <a:pt x="693627" y="492773"/>
                  </a:lnTo>
                  <a:lnTo>
                    <a:pt x="691705" y="492773"/>
                  </a:lnTo>
                  <a:lnTo>
                    <a:pt x="689784" y="492773"/>
                  </a:lnTo>
                  <a:lnTo>
                    <a:pt x="687863" y="492773"/>
                  </a:lnTo>
                  <a:lnTo>
                    <a:pt x="685941" y="492773"/>
                  </a:lnTo>
                  <a:lnTo>
                    <a:pt x="684020" y="492773"/>
                  </a:lnTo>
                  <a:lnTo>
                    <a:pt x="682098" y="492773"/>
                  </a:lnTo>
                  <a:lnTo>
                    <a:pt x="680177" y="492773"/>
                  </a:lnTo>
                  <a:lnTo>
                    <a:pt x="678256" y="492773"/>
                  </a:lnTo>
                  <a:lnTo>
                    <a:pt x="676334" y="492773"/>
                  </a:lnTo>
                  <a:lnTo>
                    <a:pt x="674413" y="492773"/>
                  </a:lnTo>
                  <a:lnTo>
                    <a:pt x="672491" y="492773"/>
                  </a:lnTo>
                  <a:lnTo>
                    <a:pt x="670570" y="492773"/>
                  </a:lnTo>
                  <a:lnTo>
                    <a:pt x="668649" y="492773"/>
                  </a:lnTo>
                  <a:lnTo>
                    <a:pt x="666727" y="492773"/>
                  </a:lnTo>
                  <a:lnTo>
                    <a:pt x="664806" y="492773"/>
                  </a:lnTo>
                  <a:lnTo>
                    <a:pt x="662884" y="492773"/>
                  </a:lnTo>
                  <a:lnTo>
                    <a:pt x="660963" y="492773"/>
                  </a:lnTo>
                  <a:lnTo>
                    <a:pt x="659042" y="492773"/>
                  </a:lnTo>
                  <a:lnTo>
                    <a:pt x="657120" y="492773"/>
                  </a:lnTo>
                  <a:lnTo>
                    <a:pt x="655199" y="492773"/>
                  </a:lnTo>
                  <a:lnTo>
                    <a:pt x="653277" y="492773"/>
                  </a:lnTo>
                  <a:lnTo>
                    <a:pt x="651356" y="492773"/>
                  </a:lnTo>
                  <a:lnTo>
                    <a:pt x="649434" y="492773"/>
                  </a:lnTo>
                  <a:lnTo>
                    <a:pt x="647513" y="492773"/>
                  </a:lnTo>
                  <a:lnTo>
                    <a:pt x="645592" y="492773"/>
                  </a:lnTo>
                  <a:lnTo>
                    <a:pt x="643670" y="492773"/>
                  </a:lnTo>
                  <a:lnTo>
                    <a:pt x="641749" y="492773"/>
                  </a:lnTo>
                  <a:lnTo>
                    <a:pt x="639827" y="492773"/>
                  </a:lnTo>
                  <a:lnTo>
                    <a:pt x="637906" y="492773"/>
                  </a:lnTo>
                  <a:lnTo>
                    <a:pt x="635985" y="492773"/>
                  </a:lnTo>
                  <a:lnTo>
                    <a:pt x="634063" y="492773"/>
                  </a:lnTo>
                  <a:lnTo>
                    <a:pt x="632142" y="492773"/>
                  </a:lnTo>
                  <a:lnTo>
                    <a:pt x="630220" y="492773"/>
                  </a:lnTo>
                  <a:lnTo>
                    <a:pt x="628299" y="492773"/>
                  </a:lnTo>
                  <a:lnTo>
                    <a:pt x="626378" y="492773"/>
                  </a:lnTo>
                  <a:lnTo>
                    <a:pt x="624456" y="492773"/>
                  </a:lnTo>
                  <a:lnTo>
                    <a:pt x="622535" y="492773"/>
                  </a:lnTo>
                  <a:lnTo>
                    <a:pt x="620613" y="492773"/>
                  </a:lnTo>
                  <a:lnTo>
                    <a:pt x="618692" y="492773"/>
                  </a:lnTo>
                  <a:lnTo>
                    <a:pt x="616771" y="492773"/>
                  </a:lnTo>
                  <a:lnTo>
                    <a:pt x="614849" y="492773"/>
                  </a:lnTo>
                  <a:lnTo>
                    <a:pt x="612928" y="492773"/>
                  </a:lnTo>
                  <a:lnTo>
                    <a:pt x="611006" y="492773"/>
                  </a:lnTo>
                  <a:lnTo>
                    <a:pt x="609085" y="492773"/>
                  </a:lnTo>
                  <a:lnTo>
                    <a:pt x="607164" y="492773"/>
                  </a:lnTo>
                  <a:lnTo>
                    <a:pt x="605242" y="492773"/>
                  </a:lnTo>
                  <a:lnTo>
                    <a:pt x="603321" y="492773"/>
                  </a:lnTo>
                  <a:lnTo>
                    <a:pt x="601399" y="492773"/>
                  </a:lnTo>
                  <a:lnTo>
                    <a:pt x="599478" y="492773"/>
                  </a:lnTo>
                  <a:lnTo>
                    <a:pt x="597557" y="492773"/>
                  </a:lnTo>
                  <a:lnTo>
                    <a:pt x="595635" y="492773"/>
                  </a:lnTo>
                  <a:lnTo>
                    <a:pt x="593714" y="492773"/>
                  </a:lnTo>
                  <a:lnTo>
                    <a:pt x="591792" y="492773"/>
                  </a:lnTo>
                  <a:lnTo>
                    <a:pt x="589871" y="492773"/>
                  </a:lnTo>
                  <a:lnTo>
                    <a:pt x="587950" y="492773"/>
                  </a:lnTo>
                  <a:lnTo>
                    <a:pt x="586028" y="492773"/>
                  </a:lnTo>
                  <a:lnTo>
                    <a:pt x="584107" y="492773"/>
                  </a:lnTo>
                  <a:lnTo>
                    <a:pt x="582185" y="492773"/>
                  </a:lnTo>
                  <a:lnTo>
                    <a:pt x="580264" y="492773"/>
                  </a:lnTo>
                  <a:lnTo>
                    <a:pt x="578342" y="492773"/>
                  </a:lnTo>
                  <a:lnTo>
                    <a:pt x="576421" y="492773"/>
                  </a:lnTo>
                  <a:lnTo>
                    <a:pt x="574500" y="492773"/>
                  </a:lnTo>
                  <a:lnTo>
                    <a:pt x="572578" y="492773"/>
                  </a:lnTo>
                  <a:lnTo>
                    <a:pt x="570657" y="492773"/>
                  </a:lnTo>
                  <a:lnTo>
                    <a:pt x="568735" y="492773"/>
                  </a:lnTo>
                  <a:lnTo>
                    <a:pt x="566814" y="492773"/>
                  </a:lnTo>
                  <a:lnTo>
                    <a:pt x="564893" y="492773"/>
                  </a:lnTo>
                  <a:lnTo>
                    <a:pt x="562971" y="492773"/>
                  </a:lnTo>
                  <a:lnTo>
                    <a:pt x="561050" y="492773"/>
                  </a:lnTo>
                  <a:lnTo>
                    <a:pt x="559128" y="492773"/>
                  </a:lnTo>
                  <a:lnTo>
                    <a:pt x="557207" y="492773"/>
                  </a:lnTo>
                  <a:lnTo>
                    <a:pt x="555286" y="492773"/>
                  </a:lnTo>
                  <a:lnTo>
                    <a:pt x="553364" y="492773"/>
                  </a:lnTo>
                  <a:lnTo>
                    <a:pt x="551443" y="492773"/>
                  </a:lnTo>
                  <a:lnTo>
                    <a:pt x="549521" y="492773"/>
                  </a:lnTo>
                  <a:lnTo>
                    <a:pt x="547600" y="492773"/>
                  </a:lnTo>
                  <a:lnTo>
                    <a:pt x="545679" y="492773"/>
                  </a:lnTo>
                  <a:lnTo>
                    <a:pt x="543757" y="492773"/>
                  </a:lnTo>
                  <a:lnTo>
                    <a:pt x="541836" y="492773"/>
                  </a:lnTo>
                  <a:lnTo>
                    <a:pt x="539914" y="492773"/>
                  </a:lnTo>
                  <a:lnTo>
                    <a:pt x="537993" y="492773"/>
                  </a:lnTo>
                  <a:lnTo>
                    <a:pt x="536072" y="492773"/>
                  </a:lnTo>
                  <a:lnTo>
                    <a:pt x="534150" y="492773"/>
                  </a:lnTo>
                  <a:lnTo>
                    <a:pt x="532229" y="492773"/>
                  </a:lnTo>
                  <a:lnTo>
                    <a:pt x="530307" y="492773"/>
                  </a:lnTo>
                  <a:lnTo>
                    <a:pt x="528386" y="492773"/>
                  </a:lnTo>
                  <a:lnTo>
                    <a:pt x="526465" y="492773"/>
                  </a:lnTo>
                  <a:lnTo>
                    <a:pt x="524543" y="492773"/>
                  </a:lnTo>
                  <a:lnTo>
                    <a:pt x="522622" y="492773"/>
                  </a:lnTo>
                  <a:lnTo>
                    <a:pt x="520700" y="492773"/>
                  </a:lnTo>
                  <a:lnTo>
                    <a:pt x="518779" y="492773"/>
                  </a:lnTo>
                  <a:lnTo>
                    <a:pt x="516858" y="492773"/>
                  </a:lnTo>
                  <a:lnTo>
                    <a:pt x="514936" y="492773"/>
                  </a:lnTo>
                  <a:lnTo>
                    <a:pt x="513015" y="492773"/>
                  </a:lnTo>
                  <a:lnTo>
                    <a:pt x="511093" y="492773"/>
                  </a:lnTo>
                  <a:lnTo>
                    <a:pt x="509172" y="492773"/>
                  </a:lnTo>
                  <a:lnTo>
                    <a:pt x="507250" y="492773"/>
                  </a:lnTo>
                  <a:lnTo>
                    <a:pt x="505329" y="492773"/>
                  </a:lnTo>
                  <a:lnTo>
                    <a:pt x="503408" y="492773"/>
                  </a:lnTo>
                  <a:lnTo>
                    <a:pt x="501486" y="492773"/>
                  </a:lnTo>
                  <a:lnTo>
                    <a:pt x="499565" y="492773"/>
                  </a:lnTo>
                  <a:lnTo>
                    <a:pt x="497643" y="492773"/>
                  </a:lnTo>
                  <a:lnTo>
                    <a:pt x="495722" y="492773"/>
                  </a:lnTo>
                  <a:lnTo>
                    <a:pt x="493801" y="492773"/>
                  </a:lnTo>
                  <a:lnTo>
                    <a:pt x="491879" y="492773"/>
                  </a:lnTo>
                  <a:lnTo>
                    <a:pt x="489958" y="492773"/>
                  </a:lnTo>
                  <a:lnTo>
                    <a:pt x="488036" y="492773"/>
                  </a:lnTo>
                  <a:lnTo>
                    <a:pt x="486115" y="492773"/>
                  </a:lnTo>
                  <a:lnTo>
                    <a:pt x="484194" y="492773"/>
                  </a:lnTo>
                  <a:lnTo>
                    <a:pt x="482272" y="492773"/>
                  </a:lnTo>
                  <a:lnTo>
                    <a:pt x="480351" y="492773"/>
                  </a:lnTo>
                  <a:lnTo>
                    <a:pt x="478429" y="492773"/>
                  </a:lnTo>
                  <a:lnTo>
                    <a:pt x="476508" y="492773"/>
                  </a:lnTo>
                  <a:lnTo>
                    <a:pt x="474587" y="492773"/>
                  </a:lnTo>
                  <a:lnTo>
                    <a:pt x="472665" y="492773"/>
                  </a:lnTo>
                  <a:lnTo>
                    <a:pt x="470744" y="492773"/>
                  </a:lnTo>
                  <a:lnTo>
                    <a:pt x="468822" y="492773"/>
                  </a:lnTo>
                  <a:lnTo>
                    <a:pt x="466901" y="492773"/>
                  </a:lnTo>
                  <a:lnTo>
                    <a:pt x="464980" y="492773"/>
                  </a:lnTo>
                  <a:lnTo>
                    <a:pt x="463058" y="492773"/>
                  </a:lnTo>
                  <a:lnTo>
                    <a:pt x="461137" y="492773"/>
                  </a:lnTo>
                  <a:lnTo>
                    <a:pt x="459215" y="492773"/>
                  </a:lnTo>
                  <a:lnTo>
                    <a:pt x="457294" y="492773"/>
                  </a:lnTo>
                  <a:lnTo>
                    <a:pt x="455373" y="492773"/>
                  </a:lnTo>
                  <a:lnTo>
                    <a:pt x="453451" y="492773"/>
                  </a:lnTo>
                  <a:lnTo>
                    <a:pt x="451530" y="492773"/>
                  </a:lnTo>
                  <a:lnTo>
                    <a:pt x="449608" y="492773"/>
                  </a:lnTo>
                  <a:lnTo>
                    <a:pt x="447687" y="492773"/>
                  </a:lnTo>
                  <a:lnTo>
                    <a:pt x="445766" y="492773"/>
                  </a:lnTo>
                  <a:lnTo>
                    <a:pt x="443844" y="492773"/>
                  </a:lnTo>
                  <a:lnTo>
                    <a:pt x="441923" y="492773"/>
                  </a:lnTo>
                  <a:lnTo>
                    <a:pt x="440001" y="492773"/>
                  </a:lnTo>
                  <a:lnTo>
                    <a:pt x="438080" y="492773"/>
                  </a:lnTo>
                  <a:lnTo>
                    <a:pt x="436159" y="492773"/>
                  </a:lnTo>
                  <a:lnTo>
                    <a:pt x="434237" y="492773"/>
                  </a:lnTo>
                  <a:lnTo>
                    <a:pt x="432316" y="492773"/>
                  </a:lnTo>
                  <a:lnTo>
                    <a:pt x="430394" y="492773"/>
                  </a:lnTo>
                  <a:lnTo>
                    <a:pt x="428473" y="492773"/>
                  </a:lnTo>
                  <a:lnTo>
                    <a:pt x="426551" y="492773"/>
                  </a:lnTo>
                  <a:lnTo>
                    <a:pt x="424630" y="492773"/>
                  </a:lnTo>
                  <a:lnTo>
                    <a:pt x="422709" y="492773"/>
                  </a:lnTo>
                  <a:lnTo>
                    <a:pt x="420787" y="492773"/>
                  </a:lnTo>
                  <a:lnTo>
                    <a:pt x="418866" y="492773"/>
                  </a:lnTo>
                  <a:lnTo>
                    <a:pt x="416944" y="492773"/>
                  </a:lnTo>
                  <a:lnTo>
                    <a:pt x="415023" y="492773"/>
                  </a:lnTo>
                  <a:lnTo>
                    <a:pt x="413102" y="492773"/>
                  </a:lnTo>
                  <a:lnTo>
                    <a:pt x="411180" y="492773"/>
                  </a:lnTo>
                  <a:lnTo>
                    <a:pt x="409259" y="492773"/>
                  </a:lnTo>
                  <a:lnTo>
                    <a:pt x="407337" y="492773"/>
                  </a:lnTo>
                  <a:lnTo>
                    <a:pt x="405416" y="492773"/>
                  </a:lnTo>
                  <a:lnTo>
                    <a:pt x="403495" y="492773"/>
                  </a:lnTo>
                  <a:lnTo>
                    <a:pt x="401573" y="492773"/>
                  </a:lnTo>
                  <a:lnTo>
                    <a:pt x="399652" y="492773"/>
                  </a:lnTo>
                  <a:lnTo>
                    <a:pt x="397730" y="492773"/>
                  </a:lnTo>
                  <a:lnTo>
                    <a:pt x="395809" y="492773"/>
                  </a:lnTo>
                  <a:lnTo>
                    <a:pt x="393888" y="492773"/>
                  </a:lnTo>
                  <a:lnTo>
                    <a:pt x="391966" y="492773"/>
                  </a:lnTo>
                  <a:lnTo>
                    <a:pt x="390045" y="492773"/>
                  </a:lnTo>
                  <a:lnTo>
                    <a:pt x="388123" y="492773"/>
                  </a:lnTo>
                  <a:lnTo>
                    <a:pt x="386202" y="492773"/>
                  </a:lnTo>
                  <a:lnTo>
                    <a:pt x="384281" y="492773"/>
                  </a:lnTo>
                  <a:lnTo>
                    <a:pt x="382359" y="492773"/>
                  </a:lnTo>
                  <a:lnTo>
                    <a:pt x="380438" y="492773"/>
                  </a:lnTo>
                  <a:lnTo>
                    <a:pt x="378516" y="492773"/>
                  </a:lnTo>
                  <a:lnTo>
                    <a:pt x="376595" y="492773"/>
                  </a:lnTo>
                  <a:lnTo>
                    <a:pt x="374674" y="492773"/>
                  </a:lnTo>
                  <a:lnTo>
                    <a:pt x="372752" y="492773"/>
                  </a:lnTo>
                  <a:lnTo>
                    <a:pt x="370831" y="492773"/>
                  </a:lnTo>
                  <a:lnTo>
                    <a:pt x="368909" y="492773"/>
                  </a:lnTo>
                  <a:lnTo>
                    <a:pt x="366988" y="492773"/>
                  </a:lnTo>
                  <a:lnTo>
                    <a:pt x="365067" y="492773"/>
                  </a:lnTo>
                  <a:lnTo>
                    <a:pt x="363145" y="492773"/>
                  </a:lnTo>
                  <a:lnTo>
                    <a:pt x="361224" y="492773"/>
                  </a:lnTo>
                  <a:lnTo>
                    <a:pt x="359302" y="492773"/>
                  </a:lnTo>
                  <a:lnTo>
                    <a:pt x="357381" y="492773"/>
                  </a:lnTo>
                  <a:lnTo>
                    <a:pt x="355459" y="492773"/>
                  </a:lnTo>
                  <a:lnTo>
                    <a:pt x="353538" y="492773"/>
                  </a:lnTo>
                  <a:lnTo>
                    <a:pt x="351617" y="492773"/>
                  </a:lnTo>
                  <a:lnTo>
                    <a:pt x="349695" y="492773"/>
                  </a:lnTo>
                  <a:lnTo>
                    <a:pt x="347774" y="492773"/>
                  </a:lnTo>
                  <a:lnTo>
                    <a:pt x="345852" y="492773"/>
                  </a:lnTo>
                  <a:lnTo>
                    <a:pt x="343931" y="492773"/>
                  </a:lnTo>
                  <a:lnTo>
                    <a:pt x="342010" y="492773"/>
                  </a:lnTo>
                  <a:lnTo>
                    <a:pt x="340088" y="492773"/>
                  </a:lnTo>
                  <a:lnTo>
                    <a:pt x="338167" y="492773"/>
                  </a:lnTo>
                  <a:lnTo>
                    <a:pt x="336245" y="492773"/>
                  </a:lnTo>
                  <a:lnTo>
                    <a:pt x="334324" y="492773"/>
                  </a:lnTo>
                  <a:lnTo>
                    <a:pt x="332403" y="492773"/>
                  </a:lnTo>
                  <a:lnTo>
                    <a:pt x="330481" y="492773"/>
                  </a:lnTo>
                  <a:lnTo>
                    <a:pt x="328560" y="492773"/>
                  </a:lnTo>
                  <a:lnTo>
                    <a:pt x="326638" y="492773"/>
                  </a:lnTo>
                  <a:lnTo>
                    <a:pt x="324717" y="492773"/>
                  </a:lnTo>
                  <a:lnTo>
                    <a:pt x="322796" y="492773"/>
                  </a:lnTo>
                  <a:lnTo>
                    <a:pt x="320874" y="492773"/>
                  </a:lnTo>
                  <a:lnTo>
                    <a:pt x="318953" y="492773"/>
                  </a:lnTo>
                  <a:lnTo>
                    <a:pt x="317031" y="492773"/>
                  </a:lnTo>
                  <a:lnTo>
                    <a:pt x="315110" y="492773"/>
                  </a:lnTo>
                  <a:lnTo>
                    <a:pt x="313189" y="492773"/>
                  </a:lnTo>
                  <a:lnTo>
                    <a:pt x="311267" y="492773"/>
                  </a:lnTo>
                  <a:lnTo>
                    <a:pt x="309346" y="492773"/>
                  </a:lnTo>
                  <a:lnTo>
                    <a:pt x="307424" y="492773"/>
                  </a:lnTo>
                  <a:lnTo>
                    <a:pt x="305503" y="492773"/>
                  </a:lnTo>
                  <a:lnTo>
                    <a:pt x="303582" y="492773"/>
                  </a:lnTo>
                  <a:lnTo>
                    <a:pt x="301660" y="492773"/>
                  </a:lnTo>
                  <a:lnTo>
                    <a:pt x="299739" y="492773"/>
                  </a:lnTo>
                  <a:lnTo>
                    <a:pt x="297817" y="492773"/>
                  </a:lnTo>
                  <a:lnTo>
                    <a:pt x="295896" y="492773"/>
                  </a:lnTo>
                  <a:lnTo>
                    <a:pt x="293975" y="492773"/>
                  </a:lnTo>
                  <a:lnTo>
                    <a:pt x="292053" y="492773"/>
                  </a:lnTo>
                  <a:lnTo>
                    <a:pt x="290132" y="492773"/>
                  </a:lnTo>
                  <a:lnTo>
                    <a:pt x="288210" y="492773"/>
                  </a:lnTo>
                  <a:lnTo>
                    <a:pt x="286289" y="492773"/>
                  </a:lnTo>
                  <a:lnTo>
                    <a:pt x="284367" y="492773"/>
                  </a:lnTo>
                  <a:lnTo>
                    <a:pt x="282446" y="492773"/>
                  </a:lnTo>
                  <a:lnTo>
                    <a:pt x="280525" y="492773"/>
                  </a:lnTo>
                  <a:lnTo>
                    <a:pt x="278603" y="492773"/>
                  </a:lnTo>
                  <a:lnTo>
                    <a:pt x="276682" y="492773"/>
                  </a:lnTo>
                  <a:lnTo>
                    <a:pt x="274760" y="492773"/>
                  </a:lnTo>
                  <a:lnTo>
                    <a:pt x="272839" y="492773"/>
                  </a:lnTo>
                  <a:lnTo>
                    <a:pt x="270918" y="492773"/>
                  </a:lnTo>
                  <a:lnTo>
                    <a:pt x="268996" y="492773"/>
                  </a:lnTo>
                  <a:lnTo>
                    <a:pt x="267075" y="492773"/>
                  </a:lnTo>
                  <a:lnTo>
                    <a:pt x="265153" y="492773"/>
                  </a:lnTo>
                  <a:lnTo>
                    <a:pt x="263232" y="492773"/>
                  </a:lnTo>
                  <a:lnTo>
                    <a:pt x="261311" y="492773"/>
                  </a:lnTo>
                  <a:lnTo>
                    <a:pt x="259389" y="492773"/>
                  </a:lnTo>
                  <a:lnTo>
                    <a:pt x="257468" y="492773"/>
                  </a:lnTo>
                  <a:lnTo>
                    <a:pt x="255546" y="492773"/>
                  </a:lnTo>
                  <a:lnTo>
                    <a:pt x="253625" y="492773"/>
                  </a:lnTo>
                  <a:lnTo>
                    <a:pt x="251704" y="492773"/>
                  </a:lnTo>
                  <a:lnTo>
                    <a:pt x="249782" y="492773"/>
                  </a:lnTo>
                  <a:lnTo>
                    <a:pt x="247861" y="492773"/>
                  </a:lnTo>
                  <a:lnTo>
                    <a:pt x="245939" y="492773"/>
                  </a:lnTo>
                  <a:lnTo>
                    <a:pt x="244018" y="492773"/>
                  </a:lnTo>
                  <a:lnTo>
                    <a:pt x="242097" y="492773"/>
                  </a:lnTo>
                  <a:lnTo>
                    <a:pt x="240175" y="492773"/>
                  </a:lnTo>
                  <a:lnTo>
                    <a:pt x="238254" y="492773"/>
                  </a:lnTo>
                  <a:lnTo>
                    <a:pt x="236332" y="492773"/>
                  </a:lnTo>
                  <a:lnTo>
                    <a:pt x="234411" y="492773"/>
                  </a:lnTo>
                  <a:lnTo>
                    <a:pt x="232490" y="492773"/>
                  </a:lnTo>
                  <a:lnTo>
                    <a:pt x="230568" y="492773"/>
                  </a:lnTo>
                  <a:lnTo>
                    <a:pt x="228647" y="492773"/>
                  </a:lnTo>
                  <a:lnTo>
                    <a:pt x="226725" y="492773"/>
                  </a:lnTo>
                  <a:lnTo>
                    <a:pt x="224804" y="492773"/>
                  </a:lnTo>
                  <a:lnTo>
                    <a:pt x="222883" y="492773"/>
                  </a:lnTo>
                  <a:lnTo>
                    <a:pt x="220961" y="492773"/>
                  </a:lnTo>
                  <a:lnTo>
                    <a:pt x="219040" y="492773"/>
                  </a:lnTo>
                  <a:lnTo>
                    <a:pt x="217118" y="492773"/>
                  </a:lnTo>
                  <a:lnTo>
                    <a:pt x="215197" y="492773"/>
                  </a:lnTo>
                  <a:lnTo>
                    <a:pt x="213275" y="492773"/>
                  </a:lnTo>
                  <a:lnTo>
                    <a:pt x="211354" y="492773"/>
                  </a:lnTo>
                  <a:lnTo>
                    <a:pt x="209433" y="492773"/>
                  </a:lnTo>
                  <a:lnTo>
                    <a:pt x="207511" y="492773"/>
                  </a:lnTo>
                  <a:lnTo>
                    <a:pt x="205590" y="492773"/>
                  </a:lnTo>
                  <a:lnTo>
                    <a:pt x="203668" y="492773"/>
                  </a:lnTo>
                  <a:lnTo>
                    <a:pt x="201747" y="492773"/>
                  </a:lnTo>
                  <a:lnTo>
                    <a:pt x="199826" y="492773"/>
                  </a:lnTo>
                  <a:lnTo>
                    <a:pt x="197904" y="492773"/>
                  </a:lnTo>
                  <a:lnTo>
                    <a:pt x="195983" y="492773"/>
                  </a:lnTo>
                  <a:lnTo>
                    <a:pt x="194061" y="492773"/>
                  </a:lnTo>
                  <a:lnTo>
                    <a:pt x="192140" y="492773"/>
                  </a:lnTo>
                  <a:lnTo>
                    <a:pt x="190219" y="492773"/>
                  </a:lnTo>
                  <a:lnTo>
                    <a:pt x="188297" y="492773"/>
                  </a:lnTo>
                  <a:lnTo>
                    <a:pt x="186376" y="492773"/>
                  </a:lnTo>
                  <a:lnTo>
                    <a:pt x="184454" y="492773"/>
                  </a:lnTo>
                  <a:lnTo>
                    <a:pt x="182533" y="492773"/>
                  </a:lnTo>
                  <a:lnTo>
                    <a:pt x="180612" y="492773"/>
                  </a:lnTo>
                  <a:lnTo>
                    <a:pt x="178690" y="492773"/>
                  </a:lnTo>
                  <a:lnTo>
                    <a:pt x="176769" y="492773"/>
                  </a:lnTo>
                  <a:lnTo>
                    <a:pt x="174847" y="492773"/>
                  </a:lnTo>
                  <a:lnTo>
                    <a:pt x="172926" y="492773"/>
                  </a:lnTo>
                  <a:lnTo>
                    <a:pt x="171005" y="492773"/>
                  </a:lnTo>
                  <a:lnTo>
                    <a:pt x="169083" y="492773"/>
                  </a:lnTo>
                  <a:lnTo>
                    <a:pt x="167162" y="492773"/>
                  </a:lnTo>
                  <a:lnTo>
                    <a:pt x="165240" y="492773"/>
                  </a:lnTo>
                  <a:lnTo>
                    <a:pt x="163319" y="492773"/>
                  </a:lnTo>
                  <a:lnTo>
                    <a:pt x="161398" y="492773"/>
                  </a:lnTo>
                  <a:lnTo>
                    <a:pt x="159476" y="492773"/>
                  </a:lnTo>
                  <a:lnTo>
                    <a:pt x="157555" y="492773"/>
                  </a:lnTo>
                  <a:lnTo>
                    <a:pt x="155633" y="492773"/>
                  </a:lnTo>
                  <a:lnTo>
                    <a:pt x="153712" y="492773"/>
                  </a:lnTo>
                  <a:lnTo>
                    <a:pt x="151791" y="492773"/>
                  </a:lnTo>
                  <a:lnTo>
                    <a:pt x="149869" y="492773"/>
                  </a:lnTo>
                  <a:lnTo>
                    <a:pt x="147948" y="492773"/>
                  </a:lnTo>
                  <a:lnTo>
                    <a:pt x="146026" y="492773"/>
                  </a:lnTo>
                  <a:lnTo>
                    <a:pt x="144105" y="492773"/>
                  </a:lnTo>
                  <a:lnTo>
                    <a:pt x="142183" y="492773"/>
                  </a:lnTo>
                  <a:lnTo>
                    <a:pt x="140262" y="492773"/>
                  </a:lnTo>
                  <a:lnTo>
                    <a:pt x="138341" y="492773"/>
                  </a:lnTo>
                  <a:lnTo>
                    <a:pt x="136419" y="492773"/>
                  </a:lnTo>
                  <a:lnTo>
                    <a:pt x="134498" y="492773"/>
                  </a:lnTo>
                  <a:lnTo>
                    <a:pt x="132576" y="492773"/>
                  </a:lnTo>
                  <a:lnTo>
                    <a:pt x="130655" y="492773"/>
                  </a:lnTo>
                  <a:lnTo>
                    <a:pt x="128734" y="492773"/>
                  </a:lnTo>
                  <a:lnTo>
                    <a:pt x="126812" y="492773"/>
                  </a:lnTo>
                  <a:lnTo>
                    <a:pt x="124891" y="492773"/>
                  </a:lnTo>
                  <a:lnTo>
                    <a:pt x="122969" y="492773"/>
                  </a:lnTo>
                  <a:lnTo>
                    <a:pt x="121048" y="492773"/>
                  </a:lnTo>
                  <a:lnTo>
                    <a:pt x="119127" y="492773"/>
                  </a:lnTo>
                  <a:lnTo>
                    <a:pt x="117205" y="492773"/>
                  </a:lnTo>
                  <a:lnTo>
                    <a:pt x="115284" y="492773"/>
                  </a:lnTo>
                  <a:lnTo>
                    <a:pt x="113362" y="492773"/>
                  </a:lnTo>
                  <a:lnTo>
                    <a:pt x="111441" y="492773"/>
                  </a:lnTo>
                  <a:lnTo>
                    <a:pt x="109520" y="492773"/>
                  </a:lnTo>
                  <a:lnTo>
                    <a:pt x="107598" y="492773"/>
                  </a:lnTo>
                  <a:lnTo>
                    <a:pt x="105677" y="492773"/>
                  </a:lnTo>
                  <a:lnTo>
                    <a:pt x="103755" y="492773"/>
                  </a:lnTo>
                  <a:lnTo>
                    <a:pt x="101834" y="492773"/>
                  </a:lnTo>
                  <a:lnTo>
                    <a:pt x="99913" y="492773"/>
                  </a:lnTo>
                  <a:lnTo>
                    <a:pt x="97991" y="492773"/>
                  </a:lnTo>
                  <a:lnTo>
                    <a:pt x="96070" y="492773"/>
                  </a:lnTo>
                  <a:lnTo>
                    <a:pt x="94148" y="492773"/>
                  </a:lnTo>
                  <a:lnTo>
                    <a:pt x="92227" y="492773"/>
                  </a:lnTo>
                  <a:lnTo>
                    <a:pt x="90306" y="492773"/>
                  </a:lnTo>
                  <a:lnTo>
                    <a:pt x="88384" y="492773"/>
                  </a:lnTo>
                  <a:lnTo>
                    <a:pt x="86463" y="492773"/>
                  </a:lnTo>
                  <a:lnTo>
                    <a:pt x="84541" y="492773"/>
                  </a:lnTo>
                  <a:lnTo>
                    <a:pt x="82620" y="492773"/>
                  </a:lnTo>
                  <a:lnTo>
                    <a:pt x="80699" y="492773"/>
                  </a:lnTo>
                  <a:lnTo>
                    <a:pt x="78777" y="492773"/>
                  </a:lnTo>
                  <a:lnTo>
                    <a:pt x="76856" y="492773"/>
                  </a:lnTo>
                  <a:lnTo>
                    <a:pt x="74934" y="492773"/>
                  </a:lnTo>
                  <a:lnTo>
                    <a:pt x="73013" y="492773"/>
                  </a:lnTo>
                  <a:lnTo>
                    <a:pt x="71091" y="492773"/>
                  </a:lnTo>
                  <a:lnTo>
                    <a:pt x="69170" y="492773"/>
                  </a:lnTo>
                  <a:lnTo>
                    <a:pt x="67249" y="492773"/>
                  </a:lnTo>
                  <a:lnTo>
                    <a:pt x="65327" y="492773"/>
                  </a:lnTo>
                  <a:lnTo>
                    <a:pt x="63406" y="492773"/>
                  </a:lnTo>
                  <a:lnTo>
                    <a:pt x="61484" y="492773"/>
                  </a:lnTo>
                  <a:lnTo>
                    <a:pt x="59563" y="492773"/>
                  </a:lnTo>
                  <a:lnTo>
                    <a:pt x="57642" y="492773"/>
                  </a:lnTo>
                  <a:lnTo>
                    <a:pt x="55720" y="492773"/>
                  </a:lnTo>
                  <a:lnTo>
                    <a:pt x="53799" y="492773"/>
                  </a:lnTo>
                  <a:lnTo>
                    <a:pt x="51877" y="492773"/>
                  </a:lnTo>
                  <a:lnTo>
                    <a:pt x="49956" y="492773"/>
                  </a:lnTo>
                  <a:lnTo>
                    <a:pt x="48035" y="492773"/>
                  </a:lnTo>
                  <a:lnTo>
                    <a:pt x="46113" y="492773"/>
                  </a:lnTo>
                  <a:lnTo>
                    <a:pt x="44192" y="492773"/>
                  </a:lnTo>
                  <a:lnTo>
                    <a:pt x="42270" y="492773"/>
                  </a:lnTo>
                  <a:lnTo>
                    <a:pt x="40349" y="492773"/>
                  </a:lnTo>
                  <a:lnTo>
                    <a:pt x="38428" y="492773"/>
                  </a:lnTo>
                  <a:lnTo>
                    <a:pt x="36506" y="492773"/>
                  </a:lnTo>
                  <a:lnTo>
                    <a:pt x="34585" y="492773"/>
                  </a:lnTo>
                  <a:lnTo>
                    <a:pt x="32663" y="492773"/>
                  </a:lnTo>
                  <a:lnTo>
                    <a:pt x="30742" y="492773"/>
                  </a:lnTo>
                  <a:lnTo>
                    <a:pt x="28821" y="492773"/>
                  </a:lnTo>
                  <a:lnTo>
                    <a:pt x="26899" y="492773"/>
                  </a:lnTo>
                  <a:lnTo>
                    <a:pt x="24978" y="492773"/>
                  </a:lnTo>
                  <a:lnTo>
                    <a:pt x="23056" y="492773"/>
                  </a:lnTo>
                  <a:lnTo>
                    <a:pt x="21135" y="492773"/>
                  </a:lnTo>
                  <a:lnTo>
                    <a:pt x="19214" y="492773"/>
                  </a:lnTo>
                  <a:lnTo>
                    <a:pt x="17292" y="492773"/>
                  </a:lnTo>
                  <a:lnTo>
                    <a:pt x="15371" y="492773"/>
                  </a:lnTo>
                  <a:lnTo>
                    <a:pt x="13449" y="492773"/>
                  </a:lnTo>
                  <a:lnTo>
                    <a:pt x="11528" y="492773"/>
                  </a:lnTo>
                  <a:lnTo>
                    <a:pt x="9607" y="492773"/>
                  </a:lnTo>
                  <a:lnTo>
                    <a:pt x="7685" y="492773"/>
                  </a:lnTo>
                  <a:lnTo>
                    <a:pt x="5764" y="492773"/>
                  </a:lnTo>
                  <a:lnTo>
                    <a:pt x="3842" y="492773"/>
                  </a:lnTo>
                  <a:lnTo>
                    <a:pt x="1921" y="492773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7906162" y="2290249"/>
              <a:ext cx="981838" cy="492773"/>
            </a:xfrm>
            <a:custGeom>
              <a:avLst/>
              <a:pathLst>
                <a:path w="981838" h="492773">
                  <a:moveTo>
                    <a:pt x="0" y="492773"/>
                  </a:moveTo>
                  <a:lnTo>
                    <a:pt x="1921" y="492773"/>
                  </a:lnTo>
                  <a:lnTo>
                    <a:pt x="3842" y="492773"/>
                  </a:lnTo>
                  <a:lnTo>
                    <a:pt x="5764" y="492773"/>
                  </a:lnTo>
                  <a:lnTo>
                    <a:pt x="7685" y="492773"/>
                  </a:lnTo>
                  <a:lnTo>
                    <a:pt x="9607" y="492773"/>
                  </a:lnTo>
                  <a:lnTo>
                    <a:pt x="11528" y="492773"/>
                  </a:lnTo>
                  <a:lnTo>
                    <a:pt x="13449" y="492773"/>
                  </a:lnTo>
                  <a:lnTo>
                    <a:pt x="15371" y="492773"/>
                  </a:lnTo>
                  <a:lnTo>
                    <a:pt x="17292" y="492773"/>
                  </a:lnTo>
                  <a:lnTo>
                    <a:pt x="19214" y="492773"/>
                  </a:lnTo>
                  <a:lnTo>
                    <a:pt x="21135" y="492773"/>
                  </a:lnTo>
                  <a:lnTo>
                    <a:pt x="23056" y="492773"/>
                  </a:lnTo>
                  <a:lnTo>
                    <a:pt x="24978" y="492773"/>
                  </a:lnTo>
                  <a:lnTo>
                    <a:pt x="26899" y="492773"/>
                  </a:lnTo>
                  <a:lnTo>
                    <a:pt x="28821" y="492773"/>
                  </a:lnTo>
                  <a:lnTo>
                    <a:pt x="30742" y="492773"/>
                  </a:lnTo>
                  <a:lnTo>
                    <a:pt x="32663" y="492773"/>
                  </a:lnTo>
                  <a:lnTo>
                    <a:pt x="34585" y="492772"/>
                  </a:lnTo>
                  <a:lnTo>
                    <a:pt x="36506" y="492771"/>
                  </a:lnTo>
                  <a:lnTo>
                    <a:pt x="38428" y="492770"/>
                  </a:lnTo>
                  <a:lnTo>
                    <a:pt x="40349" y="492766"/>
                  </a:lnTo>
                  <a:lnTo>
                    <a:pt x="42270" y="492759"/>
                  </a:lnTo>
                  <a:lnTo>
                    <a:pt x="44192" y="492746"/>
                  </a:lnTo>
                  <a:lnTo>
                    <a:pt x="46113" y="492723"/>
                  </a:lnTo>
                  <a:lnTo>
                    <a:pt x="48035" y="492682"/>
                  </a:lnTo>
                  <a:lnTo>
                    <a:pt x="49956" y="492611"/>
                  </a:lnTo>
                  <a:lnTo>
                    <a:pt x="51877" y="492494"/>
                  </a:lnTo>
                  <a:lnTo>
                    <a:pt x="53799" y="492305"/>
                  </a:lnTo>
                  <a:lnTo>
                    <a:pt x="55720" y="492009"/>
                  </a:lnTo>
                  <a:lnTo>
                    <a:pt x="57642" y="491531"/>
                  </a:lnTo>
                  <a:lnTo>
                    <a:pt x="59563" y="490807"/>
                  </a:lnTo>
                  <a:lnTo>
                    <a:pt x="61484" y="489746"/>
                  </a:lnTo>
                  <a:lnTo>
                    <a:pt x="63406" y="488237"/>
                  </a:lnTo>
                  <a:lnTo>
                    <a:pt x="65327" y="486153"/>
                  </a:lnTo>
                  <a:lnTo>
                    <a:pt x="67249" y="483357"/>
                  </a:lnTo>
                  <a:lnTo>
                    <a:pt x="69170" y="479716"/>
                  </a:lnTo>
                  <a:lnTo>
                    <a:pt x="71091" y="475107"/>
                  </a:lnTo>
                  <a:lnTo>
                    <a:pt x="73013" y="469437"/>
                  </a:lnTo>
                  <a:lnTo>
                    <a:pt x="74934" y="462660"/>
                  </a:lnTo>
                  <a:lnTo>
                    <a:pt x="76856" y="454791"/>
                  </a:lnTo>
                  <a:lnTo>
                    <a:pt x="78777" y="445869"/>
                  </a:lnTo>
                  <a:lnTo>
                    <a:pt x="80699" y="436132"/>
                  </a:lnTo>
                  <a:lnTo>
                    <a:pt x="82620" y="425891"/>
                  </a:lnTo>
                  <a:lnTo>
                    <a:pt x="84541" y="415458"/>
                  </a:lnTo>
                  <a:lnTo>
                    <a:pt x="86463" y="405160"/>
                  </a:lnTo>
                  <a:lnTo>
                    <a:pt x="88384" y="395299"/>
                  </a:lnTo>
                  <a:lnTo>
                    <a:pt x="90306" y="386118"/>
                  </a:lnTo>
                  <a:lnTo>
                    <a:pt x="92227" y="377764"/>
                  </a:lnTo>
                  <a:lnTo>
                    <a:pt x="94148" y="370268"/>
                  </a:lnTo>
                  <a:lnTo>
                    <a:pt x="96070" y="363534"/>
                  </a:lnTo>
                  <a:lnTo>
                    <a:pt x="97991" y="357344"/>
                  </a:lnTo>
                  <a:lnTo>
                    <a:pt x="99913" y="351376"/>
                  </a:lnTo>
                  <a:lnTo>
                    <a:pt x="101834" y="345178"/>
                  </a:lnTo>
                  <a:lnTo>
                    <a:pt x="103755" y="338348"/>
                  </a:lnTo>
                  <a:lnTo>
                    <a:pt x="105677" y="330551"/>
                  </a:lnTo>
                  <a:lnTo>
                    <a:pt x="107598" y="321535"/>
                  </a:lnTo>
                  <a:lnTo>
                    <a:pt x="109520" y="311148"/>
                  </a:lnTo>
                  <a:lnTo>
                    <a:pt x="111441" y="299341"/>
                  </a:lnTo>
                  <a:lnTo>
                    <a:pt x="113362" y="286159"/>
                  </a:lnTo>
                  <a:lnTo>
                    <a:pt x="115284" y="271718"/>
                  </a:lnTo>
                  <a:lnTo>
                    <a:pt x="117205" y="256181"/>
                  </a:lnTo>
                  <a:lnTo>
                    <a:pt x="119127" y="239731"/>
                  </a:lnTo>
                  <a:lnTo>
                    <a:pt x="121048" y="222551"/>
                  </a:lnTo>
                  <a:lnTo>
                    <a:pt x="122969" y="204772"/>
                  </a:lnTo>
                  <a:lnTo>
                    <a:pt x="124891" y="186615"/>
                  </a:lnTo>
                  <a:lnTo>
                    <a:pt x="126812" y="168231"/>
                  </a:lnTo>
                  <a:lnTo>
                    <a:pt x="128734" y="149777"/>
                  </a:lnTo>
                  <a:lnTo>
                    <a:pt x="130655" y="131434"/>
                  </a:lnTo>
                  <a:lnTo>
                    <a:pt x="132576" y="113411"/>
                  </a:lnTo>
                  <a:lnTo>
                    <a:pt x="134498" y="95944"/>
                  </a:lnTo>
                  <a:lnTo>
                    <a:pt x="136419" y="79290"/>
                  </a:lnTo>
                  <a:lnTo>
                    <a:pt x="138341" y="63709"/>
                  </a:lnTo>
                  <a:lnTo>
                    <a:pt x="140262" y="49449"/>
                  </a:lnTo>
                  <a:lnTo>
                    <a:pt x="142183" y="36729"/>
                  </a:lnTo>
                  <a:lnTo>
                    <a:pt x="144105" y="25846"/>
                  </a:lnTo>
                  <a:lnTo>
                    <a:pt x="146026" y="16876"/>
                  </a:lnTo>
                  <a:lnTo>
                    <a:pt x="147948" y="9802"/>
                  </a:lnTo>
                  <a:lnTo>
                    <a:pt x="149869" y="4636"/>
                  </a:lnTo>
                  <a:lnTo>
                    <a:pt x="151791" y="1372"/>
                  </a:lnTo>
                  <a:lnTo>
                    <a:pt x="153712" y="0"/>
                  </a:lnTo>
                  <a:lnTo>
                    <a:pt x="155633" y="519"/>
                  </a:lnTo>
                  <a:lnTo>
                    <a:pt x="157555" y="2950"/>
                  </a:lnTo>
                  <a:lnTo>
                    <a:pt x="159476" y="7334"/>
                  </a:lnTo>
                  <a:lnTo>
                    <a:pt x="161398" y="13734"/>
                  </a:lnTo>
                  <a:lnTo>
                    <a:pt x="163319" y="22221"/>
                  </a:lnTo>
                  <a:lnTo>
                    <a:pt x="165240" y="32939"/>
                  </a:lnTo>
                  <a:lnTo>
                    <a:pt x="167162" y="46025"/>
                  </a:lnTo>
                  <a:lnTo>
                    <a:pt x="169083" y="61312"/>
                  </a:lnTo>
                  <a:lnTo>
                    <a:pt x="171005" y="78735"/>
                  </a:lnTo>
                  <a:lnTo>
                    <a:pt x="172926" y="98165"/>
                  </a:lnTo>
                  <a:lnTo>
                    <a:pt x="174847" y="119409"/>
                  </a:lnTo>
                  <a:lnTo>
                    <a:pt x="176769" y="142209"/>
                  </a:lnTo>
                  <a:lnTo>
                    <a:pt x="178690" y="166257"/>
                  </a:lnTo>
                  <a:lnTo>
                    <a:pt x="180612" y="191199"/>
                  </a:lnTo>
                  <a:lnTo>
                    <a:pt x="182533" y="216652"/>
                  </a:lnTo>
                  <a:lnTo>
                    <a:pt x="184454" y="242223"/>
                  </a:lnTo>
                  <a:lnTo>
                    <a:pt x="186376" y="267521"/>
                  </a:lnTo>
                  <a:lnTo>
                    <a:pt x="188297" y="292064"/>
                  </a:lnTo>
                  <a:lnTo>
                    <a:pt x="190219" y="315565"/>
                  </a:lnTo>
                  <a:lnTo>
                    <a:pt x="192140" y="337758"/>
                  </a:lnTo>
                  <a:lnTo>
                    <a:pt x="194061" y="358439"/>
                  </a:lnTo>
                  <a:lnTo>
                    <a:pt x="195983" y="377461"/>
                  </a:lnTo>
                  <a:lnTo>
                    <a:pt x="197904" y="394738"/>
                  </a:lnTo>
                  <a:lnTo>
                    <a:pt x="199826" y="410235"/>
                  </a:lnTo>
                  <a:lnTo>
                    <a:pt x="201747" y="423971"/>
                  </a:lnTo>
                  <a:lnTo>
                    <a:pt x="203668" y="436001"/>
                  </a:lnTo>
                  <a:lnTo>
                    <a:pt x="205590" y="446416"/>
                  </a:lnTo>
                  <a:lnTo>
                    <a:pt x="207511" y="455327"/>
                  </a:lnTo>
                  <a:lnTo>
                    <a:pt x="209433" y="462776"/>
                  </a:lnTo>
                  <a:lnTo>
                    <a:pt x="211354" y="468973"/>
                  </a:lnTo>
                  <a:lnTo>
                    <a:pt x="213275" y="474103"/>
                  </a:lnTo>
                  <a:lnTo>
                    <a:pt x="215197" y="478303"/>
                  </a:lnTo>
                  <a:lnTo>
                    <a:pt x="217118" y="481698"/>
                  </a:lnTo>
                  <a:lnTo>
                    <a:pt x="219040" y="484409"/>
                  </a:lnTo>
                  <a:lnTo>
                    <a:pt x="220961" y="486544"/>
                  </a:lnTo>
                  <a:lnTo>
                    <a:pt x="222883" y="488202"/>
                  </a:lnTo>
                  <a:lnTo>
                    <a:pt x="224804" y="489470"/>
                  </a:lnTo>
                  <a:lnTo>
                    <a:pt x="226725" y="490425"/>
                  </a:lnTo>
                  <a:lnTo>
                    <a:pt x="228647" y="491132"/>
                  </a:lnTo>
                  <a:lnTo>
                    <a:pt x="230568" y="491641"/>
                  </a:lnTo>
                  <a:lnTo>
                    <a:pt x="232490" y="491999"/>
                  </a:lnTo>
                  <a:lnTo>
                    <a:pt x="234411" y="492253"/>
                  </a:lnTo>
                  <a:lnTo>
                    <a:pt x="236332" y="492430"/>
                  </a:lnTo>
                  <a:lnTo>
                    <a:pt x="238254" y="492551"/>
                  </a:lnTo>
                  <a:lnTo>
                    <a:pt x="240175" y="492632"/>
                  </a:lnTo>
                  <a:lnTo>
                    <a:pt x="242097" y="492686"/>
                  </a:lnTo>
                  <a:lnTo>
                    <a:pt x="244018" y="492720"/>
                  </a:lnTo>
                  <a:lnTo>
                    <a:pt x="245939" y="492742"/>
                  </a:lnTo>
                  <a:lnTo>
                    <a:pt x="247861" y="492755"/>
                  </a:lnTo>
                  <a:lnTo>
                    <a:pt x="249782" y="492763"/>
                  </a:lnTo>
                  <a:lnTo>
                    <a:pt x="251704" y="492767"/>
                  </a:lnTo>
                  <a:lnTo>
                    <a:pt x="253625" y="492770"/>
                  </a:lnTo>
                  <a:lnTo>
                    <a:pt x="255546" y="492771"/>
                  </a:lnTo>
                  <a:lnTo>
                    <a:pt x="257468" y="492772"/>
                  </a:lnTo>
                  <a:lnTo>
                    <a:pt x="259389" y="492773"/>
                  </a:lnTo>
                  <a:lnTo>
                    <a:pt x="261311" y="492773"/>
                  </a:lnTo>
                  <a:lnTo>
                    <a:pt x="263232" y="492773"/>
                  </a:lnTo>
                  <a:lnTo>
                    <a:pt x="265153" y="492773"/>
                  </a:lnTo>
                  <a:lnTo>
                    <a:pt x="267075" y="492773"/>
                  </a:lnTo>
                  <a:lnTo>
                    <a:pt x="268996" y="492773"/>
                  </a:lnTo>
                  <a:lnTo>
                    <a:pt x="270918" y="492773"/>
                  </a:lnTo>
                  <a:lnTo>
                    <a:pt x="272839" y="492773"/>
                  </a:lnTo>
                  <a:lnTo>
                    <a:pt x="274760" y="492773"/>
                  </a:lnTo>
                  <a:lnTo>
                    <a:pt x="276682" y="492773"/>
                  </a:lnTo>
                  <a:lnTo>
                    <a:pt x="278603" y="492773"/>
                  </a:lnTo>
                  <a:lnTo>
                    <a:pt x="280525" y="492773"/>
                  </a:lnTo>
                  <a:lnTo>
                    <a:pt x="282446" y="492773"/>
                  </a:lnTo>
                  <a:lnTo>
                    <a:pt x="284367" y="492773"/>
                  </a:lnTo>
                  <a:lnTo>
                    <a:pt x="286289" y="492773"/>
                  </a:lnTo>
                  <a:lnTo>
                    <a:pt x="288210" y="492773"/>
                  </a:lnTo>
                  <a:lnTo>
                    <a:pt x="290132" y="492773"/>
                  </a:lnTo>
                  <a:lnTo>
                    <a:pt x="292053" y="492773"/>
                  </a:lnTo>
                  <a:lnTo>
                    <a:pt x="293975" y="492773"/>
                  </a:lnTo>
                  <a:lnTo>
                    <a:pt x="295896" y="492773"/>
                  </a:lnTo>
                  <a:lnTo>
                    <a:pt x="297817" y="492773"/>
                  </a:lnTo>
                  <a:lnTo>
                    <a:pt x="299739" y="492773"/>
                  </a:lnTo>
                  <a:lnTo>
                    <a:pt x="301660" y="492773"/>
                  </a:lnTo>
                  <a:lnTo>
                    <a:pt x="303582" y="492773"/>
                  </a:lnTo>
                  <a:lnTo>
                    <a:pt x="305503" y="492773"/>
                  </a:lnTo>
                  <a:lnTo>
                    <a:pt x="307424" y="492773"/>
                  </a:lnTo>
                  <a:lnTo>
                    <a:pt x="309346" y="492773"/>
                  </a:lnTo>
                  <a:lnTo>
                    <a:pt x="311267" y="492773"/>
                  </a:lnTo>
                  <a:lnTo>
                    <a:pt x="313189" y="492773"/>
                  </a:lnTo>
                  <a:lnTo>
                    <a:pt x="315110" y="492773"/>
                  </a:lnTo>
                  <a:lnTo>
                    <a:pt x="317031" y="492773"/>
                  </a:lnTo>
                  <a:lnTo>
                    <a:pt x="318953" y="492773"/>
                  </a:lnTo>
                  <a:lnTo>
                    <a:pt x="320874" y="492773"/>
                  </a:lnTo>
                  <a:lnTo>
                    <a:pt x="322796" y="492773"/>
                  </a:lnTo>
                  <a:lnTo>
                    <a:pt x="324717" y="492773"/>
                  </a:lnTo>
                  <a:lnTo>
                    <a:pt x="326638" y="492773"/>
                  </a:lnTo>
                  <a:lnTo>
                    <a:pt x="328560" y="492773"/>
                  </a:lnTo>
                  <a:lnTo>
                    <a:pt x="330481" y="492773"/>
                  </a:lnTo>
                  <a:lnTo>
                    <a:pt x="332403" y="492773"/>
                  </a:lnTo>
                  <a:lnTo>
                    <a:pt x="334324" y="492773"/>
                  </a:lnTo>
                  <a:lnTo>
                    <a:pt x="336245" y="492773"/>
                  </a:lnTo>
                  <a:lnTo>
                    <a:pt x="338167" y="492773"/>
                  </a:lnTo>
                  <a:lnTo>
                    <a:pt x="340088" y="492773"/>
                  </a:lnTo>
                  <a:lnTo>
                    <a:pt x="342010" y="492773"/>
                  </a:lnTo>
                  <a:lnTo>
                    <a:pt x="343931" y="492773"/>
                  </a:lnTo>
                  <a:lnTo>
                    <a:pt x="345852" y="492773"/>
                  </a:lnTo>
                  <a:lnTo>
                    <a:pt x="347774" y="492773"/>
                  </a:lnTo>
                  <a:lnTo>
                    <a:pt x="349695" y="492773"/>
                  </a:lnTo>
                  <a:lnTo>
                    <a:pt x="351617" y="492773"/>
                  </a:lnTo>
                  <a:lnTo>
                    <a:pt x="353538" y="492773"/>
                  </a:lnTo>
                  <a:lnTo>
                    <a:pt x="355459" y="492773"/>
                  </a:lnTo>
                  <a:lnTo>
                    <a:pt x="357381" y="492773"/>
                  </a:lnTo>
                  <a:lnTo>
                    <a:pt x="359302" y="492773"/>
                  </a:lnTo>
                  <a:lnTo>
                    <a:pt x="361224" y="492773"/>
                  </a:lnTo>
                  <a:lnTo>
                    <a:pt x="363145" y="492773"/>
                  </a:lnTo>
                  <a:lnTo>
                    <a:pt x="365067" y="492773"/>
                  </a:lnTo>
                  <a:lnTo>
                    <a:pt x="366988" y="492773"/>
                  </a:lnTo>
                  <a:lnTo>
                    <a:pt x="368909" y="492773"/>
                  </a:lnTo>
                  <a:lnTo>
                    <a:pt x="370831" y="492773"/>
                  </a:lnTo>
                  <a:lnTo>
                    <a:pt x="372752" y="492773"/>
                  </a:lnTo>
                  <a:lnTo>
                    <a:pt x="374674" y="492773"/>
                  </a:lnTo>
                  <a:lnTo>
                    <a:pt x="376595" y="492773"/>
                  </a:lnTo>
                  <a:lnTo>
                    <a:pt x="378516" y="492773"/>
                  </a:lnTo>
                  <a:lnTo>
                    <a:pt x="380438" y="492773"/>
                  </a:lnTo>
                  <a:lnTo>
                    <a:pt x="382359" y="492773"/>
                  </a:lnTo>
                  <a:lnTo>
                    <a:pt x="384281" y="492773"/>
                  </a:lnTo>
                  <a:lnTo>
                    <a:pt x="386202" y="492773"/>
                  </a:lnTo>
                  <a:lnTo>
                    <a:pt x="388123" y="492773"/>
                  </a:lnTo>
                  <a:lnTo>
                    <a:pt x="390045" y="492773"/>
                  </a:lnTo>
                  <a:lnTo>
                    <a:pt x="391966" y="492773"/>
                  </a:lnTo>
                  <a:lnTo>
                    <a:pt x="393888" y="492773"/>
                  </a:lnTo>
                  <a:lnTo>
                    <a:pt x="395809" y="492773"/>
                  </a:lnTo>
                  <a:lnTo>
                    <a:pt x="397730" y="492773"/>
                  </a:lnTo>
                  <a:lnTo>
                    <a:pt x="399652" y="492773"/>
                  </a:lnTo>
                  <a:lnTo>
                    <a:pt x="401573" y="492773"/>
                  </a:lnTo>
                  <a:lnTo>
                    <a:pt x="403495" y="492773"/>
                  </a:lnTo>
                  <a:lnTo>
                    <a:pt x="405416" y="492773"/>
                  </a:lnTo>
                  <a:lnTo>
                    <a:pt x="407337" y="492773"/>
                  </a:lnTo>
                  <a:lnTo>
                    <a:pt x="409259" y="492773"/>
                  </a:lnTo>
                  <a:lnTo>
                    <a:pt x="411180" y="492773"/>
                  </a:lnTo>
                  <a:lnTo>
                    <a:pt x="413102" y="492773"/>
                  </a:lnTo>
                  <a:lnTo>
                    <a:pt x="415023" y="492773"/>
                  </a:lnTo>
                  <a:lnTo>
                    <a:pt x="416944" y="492773"/>
                  </a:lnTo>
                  <a:lnTo>
                    <a:pt x="418866" y="492773"/>
                  </a:lnTo>
                  <a:lnTo>
                    <a:pt x="420787" y="492773"/>
                  </a:lnTo>
                  <a:lnTo>
                    <a:pt x="422709" y="492773"/>
                  </a:lnTo>
                  <a:lnTo>
                    <a:pt x="424630" y="492773"/>
                  </a:lnTo>
                  <a:lnTo>
                    <a:pt x="426551" y="492773"/>
                  </a:lnTo>
                  <a:lnTo>
                    <a:pt x="428473" y="492773"/>
                  </a:lnTo>
                  <a:lnTo>
                    <a:pt x="430394" y="492773"/>
                  </a:lnTo>
                  <a:lnTo>
                    <a:pt x="432316" y="492773"/>
                  </a:lnTo>
                  <a:lnTo>
                    <a:pt x="434237" y="492773"/>
                  </a:lnTo>
                  <a:lnTo>
                    <a:pt x="436159" y="492773"/>
                  </a:lnTo>
                  <a:lnTo>
                    <a:pt x="438080" y="492773"/>
                  </a:lnTo>
                  <a:lnTo>
                    <a:pt x="440001" y="492773"/>
                  </a:lnTo>
                  <a:lnTo>
                    <a:pt x="441923" y="492773"/>
                  </a:lnTo>
                  <a:lnTo>
                    <a:pt x="443844" y="492773"/>
                  </a:lnTo>
                  <a:lnTo>
                    <a:pt x="445766" y="492773"/>
                  </a:lnTo>
                  <a:lnTo>
                    <a:pt x="447687" y="492773"/>
                  </a:lnTo>
                  <a:lnTo>
                    <a:pt x="449608" y="492773"/>
                  </a:lnTo>
                  <a:lnTo>
                    <a:pt x="451530" y="492773"/>
                  </a:lnTo>
                  <a:lnTo>
                    <a:pt x="453451" y="492773"/>
                  </a:lnTo>
                  <a:lnTo>
                    <a:pt x="455373" y="492773"/>
                  </a:lnTo>
                  <a:lnTo>
                    <a:pt x="457294" y="492773"/>
                  </a:lnTo>
                  <a:lnTo>
                    <a:pt x="459215" y="492773"/>
                  </a:lnTo>
                  <a:lnTo>
                    <a:pt x="461137" y="492773"/>
                  </a:lnTo>
                  <a:lnTo>
                    <a:pt x="463058" y="492773"/>
                  </a:lnTo>
                  <a:lnTo>
                    <a:pt x="464980" y="492773"/>
                  </a:lnTo>
                  <a:lnTo>
                    <a:pt x="466901" y="492773"/>
                  </a:lnTo>
                  <a:lnTo>
                    <a:pt x="468822" y="492773"/>
                  </a:lnTo>
                  <a:lnTo>
                    <a:pt x="470744" y="492773"/>
                  </a:lnTo>
                  <a:lnTo>
                    <a:pt x="472665" y="492773"/>
                  </a:lnTo>
                  <a:lnTo>
                    <a:pt x="474587" y="492773"/>
                  </a:lnTo>
                  <a:lnTo>
                    <a:pt x="476508" y="492773"/>
                  </a:lnTo>
                  <a:lnTo>
                    <a:pt x="478429" y="492773"/>
                  </a:lnTo>
                  <a:lnTo>
                    <a:pt x="480351" y="492773"/>
                  </a:lnTo>
                  <a:lnTo>
                    <a:pt x="482272" y="492773"/>
                  </a:lnTo>
                  <a:lnTo>
                    <a:pt x="484194" y="492773"/>
                  </a:lnTo>
                  <a:lnTo>
                    <a:pt x="486115" y="492773"/>
                  </a:lnTo>
                  <a:lnTo>
                    <a:pt x="488036" y="492773"/>
                  </a:lnTo>
                  <a:lnTo>
                    <a:pt x="489958" y="492773"/>
                  </a:lnTo>
                  <a:lnTo>
                    <a:pt x="491879" y="492773"/>
                  </a:lnTo>
                  <a:lnTo>
                    <a:pt x="493801" y="492773"/>
                  </a:lnTo>
                  <a:lnTo>
                    <a:pt x="495722" y="492773"/>
                  </a:lnTo>
                  <a:lnTo>
                    <a:pt x="497643" y="492773"/>
                  </a:lnTo>
                  <a:lnTo>
                    <a:pt x="499565" y="492773"/>
                  </a:lnTo>
                  <a:lnTo>
                    <a:pt x="501486" y="492773"/>
                  </a:lnTo>
                  <a:lnTo>
                    <a:pt x="503408" y="492773"/>
                  </a:lnTo>
                  <a:lnTo>
                    <a:pt x="505329" y="492773"/>
                  </a:lnTo>
                  <a:lnTo>
                    <a:pt x="507250" y="492773"/>
                  </a:lnTo>
                  <a:lnTo>
                    <a:pt x="509172" y="492773"/>
                  </a:lnTo>
                  <a:lnTo>
                    <a:pt x="511093" y="492773"/>
                  </a:lnTo>
                  <a:lnTo>
                    <a:pt x="513015" y="492773"/>
                  </a:lnTo>
                  <a:lnTo>
                    <a:pt x="514936" y="492773"/>
                  </a:lnTo>
                  <a:lnTo>
                    <a:pt x="516858" y="492773"/>
                  </a:lnTo>
                  <a:lnTo>
                    <a:pt x="518779" y="492773"/>
                  </a:lnTo>
                  <a:lnTo>
                    <a:pt x="520700" y="492773"/>
                  </a:lnTo>
                  <a:lnTo>
                    <a:pt x="522622" y="492773"/>
                  </a:lnTo>
                  <a:lnTo>
                    <a:pt x="524543" y="492773"/>
                  </a:lnTo>
                  <a:lnTo>
                    <a:pt x="526465" y="492773"/>
                  </a:lnTo>
                  <a:lnTo>
                    <a:pt x="528386" y="492773"/>
                  </a:lnTo>
                  <a:lnTo>
                    <a:pt x="530307" y="492773"/>
                  </a:lnTo>
                  <a:lnTo>
                    <a:pt x="532229" y="492773"/>
                  </a:lnTo>
                  <a:lnTo>
                    <a:pt x="534150" y="492773"/>
                  </a:lnTo>
                  <a:lnTo>
                    <a:pt x="536072" y="492773"/>
                  </a:lnTo>
                  <a:lnTo>
                    <a:pt x="537993" y="492773"/>
                  </a:lnTo>
                  <a:lnTo>
                    <a:pt x="539914" y="492773"/>
                  </a:lnTo>
                  <a:lnTo>
                    <a:pt x="541836" y="492773"/>
                  </a:lnTo>
                  <a:lnTo>
                    <a:pt x="543757" y="492773"/>
                  </a:lnTo>
                  <a:lnTo>
                    <a:pt x="545679" y="492773"/>
                  </a:lnTo>
                  <a:lnTo>
                    <a:pt x="547600" y="492773"/>
                  </a:lnTo>
                  <a:lnTo>
                    <a:pt x="549521" y="492773"/>
                  </a:lnTo>
                  <a:lnTo>
                    <a:pt x="551443" y="492773"/>
                  </a:lnTo>
                  <a:lnTo>
                    <a:pt x="553364" y="492773"/>
                  </a:lnTo>
                  <a:lnTo>
                    <a:pt x="555286" y="492773"/>
                  </a:lnTo>
                  <a:lnTo>
                    <a:pt x="557207" y="492773"/>
                  </a:lnTo>
                  <a:lnTo>
                    <a:pt x="559128" y="492773"/>
                  </a:lnTo>
                  <a:lnTo>
                    <a:pt x="561050" y="492773"/>
                  </a:lnTo>
                  <a:lnTo>
                    <a:pt x="562971" y="492773"/>
                  </a:lnTo>
                  <a:lnTo>
                    <a:pt x="564893" y="492773"/>
                  </a:lnTo>
                  <a:lnTo>
                    <a:pt x="566814" y="492773"/>
                  </a:lnTo>
                  <a:lnTo>
                    <a:pt x="568735" y="492773"/>
                  </a:lnTo>
                  <a:lnTo>
                    <a:pt x="570657" y="492773"/>
                  </a:lnTo>
                  <a:lnTo>
                    <a:pt x="572578" y="492773"/>
                  </a:lnTo>
                  <a:lnTo>
                    <a:pt x="574500" y="492773"/>
                  </a:lnTo>
                  <a:lnTo>
                    <a:pt x="576421" y="492773"/>
                  </a:lnTo>
                  <a:lnTo>
                    <a:pt x="578342" y="492773"/>
                  </a:lnTo>
                  <a:lnTo>
                    <a:pt x="580264" y="492773"/>
                  </a:lnTo>
                  <a:lnTo>
                    <a:pt x="582185" y="492773"/>
                  </a:lnTo>
                  <a:lnTo>
                    <a:pt x="584107" y="492773"/>
                  </a:lnTo>
                  <a:lnTo>
                    <a:pt x="586028" y="492773"/>
                  </a:lnTo>
                  <a:lnTo>
                    <a:pt x="587950" y="492773"/>
                  </a:lnTo>
                  <a:lnTo>
                    <a:pt x="589871" y="492773"/>
                  </a:lnTo>
                  <a:lnTo>
                    <a:pt x="591792" y="492773"/>
                  </a:lnTo>
                  <a:lnTo>
                    <a:pt x="593714" y="492773"/>
                  </a:lnTo>
                  <a:lnTo>
                    <a:pt x="595635" y="492773"/>
                  </a:lnTo>
                  <a:lnTo>
                    <a:pt x="597557" y="492773"/>
                  </a:lnTo>
                  <a:lnTo>
                    <a:pt x="599478" y="492773"/>
                  </a:lnTo>
                  <a:lnTo>
                    <a:pt x="601399" y="492773"/>
                  </a:lnTo>
                  <a:lnTo>
                    <a:pt x="603321" y="492773"/>
                  </a:lnTo>
                  <a:lnTo>
                    <a:pt x="605242" y="492773"/>
                  </a:lnTo>
                  <a:lnTo>
                    <a:pt x="607164" y="492773"/>
                  </a:lnTo>
                  <a:lnTo>
                    <a:pt x="609085" y="492773"/>
                  </a:lnTo>
                  <a:lnTo>
                    <a:pt x="611006" y="492773"/>
                  </a:lnTo>
                  <a:lnTo>
                    <a:pt x="612928" y="492773"/>
                  </a:lnTo>
                  <a:lnTo>
                    <a:pt x="614849" y="492773"/>
                  </a:lnTo>
                  <a:lnTo>
                    <a:pt x="616771" y="492773"/>
                  </a:lnTo>
                  <a:lnTo>
                    <a:pt x="618692" y="492773"/>
                  </a:lnTo>
                  <a:lnTo>
                    <a:pt x="620613" y="492773"/>
                  </a:lnTo>
                  <a:lnTo>
                    <a:pt x="622535" y="492773"/>
                  </a:lnTo>
                  <a:lnTo>
                    <a:pt x="624456" y="492773"/>
                  </a:lnTo>
                  <a:lnTo>
                    <a:pt x="626378" y="492773"/>
                  </a:lnTo>
                  <a:lnTo>
                    <a:pt x="628299" y="492773"/>
                  </a:lnTo>
                  <a:lnTo>
                    <a:pt x="630220" y="492773"/>
                  </a:lnTo>
                  <a:lnTo>
                    <a:pt x="632142" y="492773"/>
                  </a:lnTo>
                  <a:lnTo>
                    <a:pt x="634063" y="492773"/>
                  </a:lnTo>
                  <a:lnTo>
                    <a:pt x="635985" y="492773"/>
                  </a:lnTo>
                  <a:lnTo>
                    <a:pt x="637906" y="492773"/>
                  </a:lnTo>
                  <a:lnTo>
                    <a:pt x="639827" y="492773"/>
                  </a:lnTo>
                  <a:lnTo>
                    <a:pt x="641749" y="492773"/>
                  </a:lnTo>
                  <a:lnTo>
                    <a:pt x="643670" y="492773"/>
                  </a:lnTo>
                  <a:lnTo>
                    <a:pt x="645592" y="492773"/>
                  </a:lnTo>
                  <a:lnTo>
                    <a:pt x="647513" y="492773"/>
                  </a:lnTo>
                  <a:lnTo>
                    <a:pt x="649434" y="492773"/>
                  </a:lnTo>
                  <a:lnTo>
                    <a:pt x="651356" y="492773"/>
                  </a:lnTo>
                  <a:lnTo>
                    <a:pt x="653277" y="492773"/>
                  </a:lnTo>
                  <a:lnTo>
                    <a:pt x="655199" y="492773"/>
                  </a:lnTo>
                  <a:lnTo>
                    <a:pt x="657120" y="492773"/>
                  </a:lnTo>
                  <a:lnTo>
                    <a:pt x="659042" y="492773"/>
                  </a:lnTo>
                  <a:lnTo>
                    <a:pt x="660963" y="492773"/>
                  </a:lnTo>
                  <a:lnTo>
                    <a:pt x="662884" y="492773"/>
                  </a:lnTo>
                  <a:lnTo>
                    <a:pt x="664806" y="492773"/>
                  </a:lnTo>
                  <a:lnTo>
                    <a:pt x="666727" y="492773"/>
                  </a:lnTo>
                  <a:lnTo>
                    <a:pt x="668649" y="492773"/>
                  </a:lnTo>
                  <a:lnTo>
                    <a:pt x="670570" y="492773"/>
                  </a:lnTo>
                  <a:lnTo>
                    <a:pt x="672491" y="492773"/>
                  </a:lnTo>
                  <a:lnTo>
                    <a:pt x="674413" y="492773"/>
                  </a:lnTo>
                  <a:lnTo>
                    <a:pt x="676334" y="492773"/>
                  </a:lnTo>
                  <a:lnTo>
                    <a:pt x="678256" y="492773"/>
                  </a:lnTo>
                  <a:lnTo>
                    <a:pt x="680177" y="492773"/>
                  </a:lnTo>
                  <a:lnTo>
                    <a:pt x="682098" y="492773"/>
                  </a:lnTo>
                  <a:lnTo>
                    <a:pt x="684020" y="492773"/>
                  </a:lnTo>
                  <a:lnTo>
                    <a:pt x="685941" y="492773"/>
                  </a:lnTo>
                  <a:lnTo>
                    <a:pt x="687863" y="492773"/>
                  </a:lnTo>
                  <a:lnTo>
                    <a:pt x="689784" y="492773"/>
                  </a:lnTo>
                  <a:lnTo>
                    <a:pt x="691705" y="492773"/>
                  </a:lnTo>
                  <a:lnTo>
                    <a:pt x="693627" y="492773"/>
                  </a:lnTo>
                  <a:lnTo>
                    <a:pt x="695548" y="492773"/>
                  </a:lnTo>
                  <a:lnTo>
                    <a:pt x="697470" y="492773"/>
                  </a:lnTo>
                  <a:lnTo>
                    <a:pt x="699391" y="492773"/>
                  </a:lnTo>
                  <a:lnTo>
                    <a:pt x="701312" y="492773"/>
                  </a:lnTo>
                  <a:lnTo>
                    <a:pt x="703234" y="492773"/>
                  </a:lnTo>
                  <a:lnTo>
                    <a:pt x="705155" y="492773"/>
                  </a:lnTo>
                  <a:lnTo>
                    <a:pt x="707077" y="492773"/>
                  </a:lnTo>
                  <a:lnTo>
                    <a:pt x="708998" y="492773"/>
                  </a:lnTo>
                  <a:lnTo>
                    <a:pt x="710919" y="492773"/>
                  </a:lnTo>
                  <a:lnTo>
                    <a:pt x="712841" y="492773"/>
                  </a:lnTo>
                  <a:lnTo>
                    <a:pt x="714762" y="492773"/>
                  </a:lnTo>
                  <a:lnTo>
                    <a:pt x="716684" y="492773"/>
                  </a:lnTo>
                  <a:lnTo>
                    <a:pt x="718605" y="492773"/>
                  </a:lnTo>
                  <a:lnTo>
                    <a:pt x="720526" y="492773"/>
                  </a:lnTo>
                  <a:lnTo>
                    <a:pt x="722448" y="492773"/>
                  </a:lnTo>
                  <a:lnTo>
                    <a:pt x="724369" y="492773"/>
                  </a:lnTo>
                  <a:lnTo>
                    <a:pt x="726291" y="492773"/>
                  </a:lnTo>
                  <a:lnTo>
                    <a:pt x="728212" y="492773"/>
                  </a:lnTo>
                  <a:lnTo>
                    <a:pt x="730134" y="492773"/>
                  </a:lnTo>
                  <a:lnTo>
                    <a:pt x="732055" y="492773"/>
                  </a:lnTo>
                  <a:lnTo>
                    <a:pt x="733976" y="492773"/>
                  </a:lnTo>
                  <a:lnTo>
                    <a:pt x="735898" y="492773"/>
                  </a:lnTo>
                  <a:lnTo>
                    <a:pt x="737819" y="492773"/>
                  </a:lnTo>
                  <a:lnTo>
                    <a:pt x="739741" y="492773"/>
                  </a:lnTo>
                  <a:lnTo>
                    <a:pt x="741662" y="492773"/>
                  </a:lnTo>
                  <a:lnTo>
                    <a:pt x="743583" y="492773"/>
                  </a:lnTo>
                  <a:lnTo>
                    <a:pt x="745505" y="492773"/>
                  </a:lnTo>
                  <a:lnTo>
                    <a:pt x="747426" y="492773"/>
                  </a:lnTo>
                  <a:lnTo>
                    <a:pt x="749348" y="492773"/>
                  </a:lnTo>
                  <a:lnTo>
                    <a:pt x="751269" y="492773"/>
                  </a:lnTo>
                  <a:lnTo>
                    <a:pt x="753190" y="492773"/>
                  </a:lnTo>
                  <a:lnTo>
                    <a:pt x="755112" y="492773"/>
                  </a:lnTo>
                  <a:lnTo>
                    <a:pt x="757033" y="492773"/>
                  </a:lnTo>
                  <a:lnTo>
                    <a:pt x="758955" y="492773"/>
                  </a:lnTo>
                  <a:lnTo>
                    <a:pt x="760876" y="492773"/>
                  </a:lnTo>
                  <a:lnTo>
                    <a:pt x="762797" y="492773"/>
                  </a:lnTo>
                  <a:lnTo>
                    <a:pt x="764719" y="492773"/>
                  </a:lnTo>
                  <a:lnTo>
                    <a:pt x="766640" y="492773"/>
                  </a:lnTo>
                  <a:lnTo>
                    <a:pt x="768562" y="492773"/>
                  </a:lnTo>
                  <a:lnTo>
                    <a:pt x="770483" y="492773"/>
                  </a:lnTo>
                  <a:lnTo>
                    <a:pt x="772404" y="492773"/>
                  </a:lnTo>
                  <a:lnTo>
                    <a:pt x="774326" y="492773"/>
                  </a:lnTo>
                  <a:lnTo>
                    <a:pt x="776247" y="492773"/>
                  </a:lnTo>
                  <a:lnTo>
                    <a:pt x="778169" y="492773"/>
                  </a:lnTo>
                  <a:lnTo>
                    <a:pt x="780090" y="492773"/>
                  </a:lnTo>
                  <a:lnTo>
                    <a:pt x="782011" y="492773"/>
                  </a:lnTo>
                  <a:lnTo>
                    <a:pt x="783933" y="492773"/>
                  </a:lnTo>
                  <a:lnTo>
                    <a:pt x="785854" y="492773"/>
                  </a:lnTo>
                  <a:lnTo>
                    <a:pt x="787776" y="492773"/>
                  </a:lnTo>
                  <a:lnTo>
                    <a:pt x="789697" y="492773"/>
                  </a:lnTo>
                  <a:lnTo>
                    <a:pt x="791618" y="492773"/>
                  </a:lnTo>
                  <a:lnTo>
                    <a:pt x="793540" y="492773"/>
                  </a:lnTo>
                  <a:lnTo>
                    <a:pt x="795461" y="492773"/>
                  </a:lnTo>
                  <a:lnTo>
                    <a:pt x="797383" y="492773"/>
                  </a:lnTo>
                  <a:lnTo>
                    <a:pt x="799304" y="492773"/>
                  </a:lnTo>
                  <a:lnTo>
                    <a:pt x="801226" y="492773"/>
                  </a:lnTo>
                  <a:lnTo>
                    <a:pt x="803147" y="492773"/>
                  </a:lnTo>
                  <a:lnTo>
                    <a:pt x="805068" y="492773"/>
                  </a:lnTo>
                  <a:lnTo>
                    <a:pt x="806990" y="492773"/>
                  </a:lnTo>
                  <a:lnTo>
                    <a:pt x="808911" y="492773"/>
                  </a:lnTo>
                  <a:lnTo>
                    <a:pt x="810833" y="492773"/>
                  </a:lnTo>
                  <a:lnTo>
                    <a:pt x="812754" y="492773"/>
                  </a:lnTo>
                  <a:lnTo>
                    <a:pt x="814675" y="492773"/>
                  </a:lnTo>
                  <a:lnTo>
                    <a:pt x="816597" y="492773"/>
                  </a:lnTo>
                  <a:lnTo>
                    <a:pt x="818518" y="492773"/>
                  </a:lnTo>
                  <a:lnTo>
                    <a:pt x="820440" y="492773"/>
                  </a:lnTo>
                  <a:lnTo>
                    <a:pt x="822361" y="492773"/>
                  </a:lnTo>
                  <a:lnTo>
                    <a:pt x="824282" y="492773"/>
                  </a:lnTo>
                  <a:lnTo>
                    <a:pt x="826204" y="492773"/>
                  </a:lnTo>
                  <a:lnTo>
                    <a:pt x="828125" y="492773"/>
                  </a:lnTo>
                  <a:lnTo>
                    <a:pt x="830047" y="492773"/>
                  </a:lnTo>
                  <a:lnTo>
                    <a:pt x="831968" y="492773"/>
                  </a:lnTo>
                  <a:lnTo>
                    <a:pt x="833889" y="492773"/>
                  </a:lnTo>
                  <a:lnTo>
                    <a:pt x="835811" y="492773"/>
                  </a:lnTo>
                  <a:lnTo>
                    <a:pt x="837732" y="492773"/>
                  </a:lnTo>
                  <a:lnTo>
                    <a:pt x="839654" y="492773"/>
                  </a:lnTo>
                  <a:lnTo>
                    <a:pt x="841575" y="492773"/>
                  </a:lnTo>
                  <a:lnTo>
                    <a:pt x="843496" y="492773"/>
                  </a:lnTo>
                  <a:lnTo>
                    <a:pt x="845418" y="492773"/>
                  </a:lnTo>
                  <a:lnTo>
                    <a:pt x="847339" y="492773"/>
                  </a:lnTo>
                  <a:lnTo>
                    <a:pt x="849261" y="492773"/>
                  </a:lnTo>
                  <a:lnTo>
                    <a:pt x="851182" y="492773"/>
                  </a:lnTo>
                  <a:lnTo>
                    <a:pt x="853103" y="492773"/>
                  </a:lnTo>
                  <a:lnTo>
                    <a:pt x="855025" y="492773"/>
                  </a:lnTo>
                  <a:lnTo>
                    <a:pt x="856946" y="492773"/>
                  </a:lnTo>
                  <a:lnTo>
                    <a:pt x="858868" y="492773"/>
                  </a:lnTo>
                  <a:lnTo>
                    <a:pt x="860789" y="492773"/>
                  </a:lnTo>
                  <a:lnTo>
                    <a:pt x="862710" y="492773"/>
                  </a:lnTo>
                  <a:lnTo>
                    <a:pt x="864632" y="492773"/>
                  </a:lnTo>
                  <a:lnTo>
                    <a:pt x="866553" y="492773"/>
                  </a:lnTo>
                  <a:lnTo>
                    <a:pt x="868475" y="492773"/>
                  </a:lnTo>
                  <a:lnTo>
                    <a:pt x="870396" y="492773"/>
                  </a:lnTo>
                  <a:lnTo>
                    <a:pt x="872318" y="492773"/>
                  </a:lnTo>
                  <a:lnTo>
                    <a:pt x="874239" y="492773"/>
                  </a:lnTo>
                  <a:lnTo>
                    <a:pt x="876160" y="492773"/>
                  </a:lnTo>
                  <a:lnTo>
                    <a:pt x="878082" y="492773"/>
                  </a:lnTo>
                  <a:lnTo>
                    <a:pt x="880003" y="492773"/>
                  </a:lnTo>
                  <a:lnTo>
                    <a:pt x="881925" y="492773"/>
                  </a:lnTo>
                  <a:lnTo>
                    <a:pt x="883846" y="492773"/>
                  </a:lnTo>
                  <a:lnTo>
                    <a:pt x="885767" y="492773"/>
                  </a:lnTo>
                  <a:lnTo>
                    <a:pt x="887689" y="492773"/>
                  </a:lnTo>
                  <a:lnTo>
                    <a:pt x="889610" y="492773"/>
                  </a:lnTo>
                  <a:lnTo>
                    <a:pt x="891532" y="492773"/>
                  </a:lnTo>
                  <a:lnTo>
                    <a:pt x="893453" y="492773"/>
                  </a:lnTo>
                  <a:lnTo>
                    <a:pt x="895374" y="492773"/>
                  </a:lnTo>
                  <a:lnTo>
                    <a:pt x="897296" y="492773"/>
                  </a:lnTo>
                  <a:lnTo>
                    <a:pt x="899217" y="492773"/>
                  </a:lnTo>
                  <a:lnTo>
                    <a:pt x="901139" y="492773"/>
                  </a:lnTo>
                  <a:lnTo>
                    <a:pt x="903060" y="492773"/>
                  </a:lnTo>
                  <a:lnTo>
                    <a:pt x="904981" y="492773"/>
                  </a:lnTo>
                  <a:lnTo>
                    <a:pt x="906903" y="492773"/>
                  </a:lnTo>
                  <a:lnTo>
                    <a:pt x="908824" y="492773"/>
                  </a:lnTo>
                  <a:lnTo>
                    <a:pt x="910746" y="492773"/>
                  </a:lnTo>
                  <a:lnTo>
                    <a:pt x="912667" y="492773"/>
                  </a:lnTo>
                  <a:lnTo>
                    <a:pt x="914588" y="492773"/>
                  </a:lnTo>
                  <a:lnTo>
                    <a:pt x="916510" y="492773"/>
                  </a:lnTo>
                  <a:lnTo>
                    <a:pt x="918431" y="492773"/>
                  </a:lnTo>
                  <a:lnTo>
                    <a:pt x="920353" y="492773"/>
                  </a:lnTo>
                  <a:lnTo>
                    <a:pt x="922274" y="492773"/>
                  </a:lnTo>
                  <a:lnTo>
                    <a:pt x="924195" y="492773"/>
                  </a:lnTo>
                  <a:lnTo>
                    <a:pt x="926117" y="492773"/>
                  </a:lnTo>
                  <a:lnTo>
                    <a:pt x="928038" y="492773"/>
                  </a:lnTo>
                  <a:lnTo>
                    <a:pt x="929960" y="492773"/>
                  </a:lnTo>
                  <a:lnTo>
                    <a:pt x="931881" y="492773"/>
                  </a:lnTo>
                  <a:lnTo>
                    <a:pt x="933802" y="492773"/>
                  </a:lnTo>
                  <a:lnTo>
                    <a:pt x="935724" y="492773"/>
                  </a:lnTo>
                  <a:lnTo>
                    <a:pt x="937645" y="492773"/>
                  </a:lnTo>
                  <a:lnTo>
                    <a:pt x="939567" y="492773"/>
                  </a:lnTo>
                  <a:lnTo>
                    <a:pt x="941488" y="492773"/>
                  </a:lnTo>
                  <a:lnTo>
                    <a:pt x="943410" y="492773"/>
                  </a:lnTo>
                  <a:lnTo>
                    <a:pt x="945331" y="492773"/>
                  </a:lnTo>
                  <a:lnTo>
                    <a:pt x="947252" y="492773"/>
                  </a:lnTo>
                  <a:lnTo>
                    <a:pt x="949174" y="492773"/>
                  </a:lnTo>
                  <a:lnTo>
                    <a:pt x="951095" y="492773"/>
                  </a:lnTo>
                  <a:lnTo>
                    <a:pt x="953017" y="492773"/>
                  </a:lnTo>
                  <a:lnTo>
                    <a:pt x="954938" y="492773"/>
                  </a:lnTo>
                  <a:lnTo>
                    <a:pt x="956859" y="492773"/>
                  </a:lnTo>
                  <a:lnTo>
                    <a:pt x="958781" y="492773"/>
                  </a:lnTo>
                  <a:lnTo>
                    <a:pt x="960702" y="492773"/>
                  </a:lnTo>
                  <a:lnTo>
                    <a:pt x="962624" y="492773"/>
                  </a:lnTo>
                  <a:lnTo>
                    <a:pt x="964545" y="492773"/>
                  </a:lnTo>
                  <a:lnTo>
                    <a:pt x="966466" y="492773"/>
                  </a:lnTo>
                  <a:lnTo>
                    <a:pt x="968388" y="492773"/>
                  </a:lnTo>
                  <a:lnTo>
                    <a:pt x="970309" y="492773"/>
                  </a:lnTo>
                  <a:lnTo>
                    <a:pt x="972231" y="492773"/>
                  </a:lnTo>
                  <a:lnTo>
                    <a:pt x="974152" y="492773"/>
                  </a:lnTo>
                  <a:lnTo>
                    <a:pt x="976073" y="492773"/>
                  </a:lnTo>
                  <a:lnTo>
                    <a:pt x="977995" y="492773"/>
                  </a:lnTo>
                  <a:lnTo>
                    <a:pt x="979916" y="492773"/>
                  </a:lnTo>
                  <a:lnTo>
                    <a:pt x="981838" y="492773"/>
                  </a:lnTo>
                </a:path>
              </a:pathLst>
            </a:custGeom>
            <a:ln w="27101" cap="flat">
              <a:solidFill>
                <a:srgbClr val="8E4C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7906162" y="1509833"/>
              <a:ext cx="981838" cy="1273190"/>
            </a:xfrm>
            <a:custGeom>
              <a:avLst/>
              <a:pathLst>
                <a:path w="981838" h="1273190">
                  <a:moveTo>
                    <a:pt x="0" y="1273190"/>
                  </a:moveTo>
                  <a:lnTo>
                    <a:pt x="1921" y="1273190"/>
                  </a:lnTo>
                  <a:lnTo>
                    <a:pt x="3842" y="1273190"/>
                  </a:lnTo>
                  <a:lnTo>
                    <a:pt x="5764" y="1273190"/>
                  </a:lnTo>
                  <a:lnTo>
                    <a:pt x="7685" y="1273190"/>
                  </a:lnTo>
                  <a:lnTo>
                    <a:pt x="9607" y="1273190"/>
                  </a:lnTo>
                  <a:lnTo>
                    <a:pt x="11528" y="1273190"/>
                  </a:lnTo>
                  <a:lnTo>
                    <a:pt x="13449" y="1273190"/>
                  </a:lnTo>
                  <a:lnTo>
                    <a:pt x="15371" y="1273190"/>
                  </a:lnTo>
                  <a:lnTo>
                    <a:pt x="17292" y="1273190"/>
                  </a:lnTo>
                  <a:lnTo>
                    <a:pt x="19214" y="1273190"/>
                  </a:lnTo>
                  <a:lnTo>
                    <a:pt x="21135" y="1273190"/>
                  </a:lnTo>
                  <a:lnTo>
                    <a:pt x="23056" y="1273190"/>
                  </a:lnTo>
                  <a:lnTo>
                    <a:pt x="24978" y="1273190"/>
                  </a:lnTo>
                  <a:lnTo>
                    <a:pt x="26899" y="1273190"/>
                  </a:lnTo>
                  <a:lnTo>
                    <a:pt x="28821" y="1273190"/>
                  </a:lnTo>
                  <a:lnTo>
                    <a:pt x="30742" y="1273190"/>
                  </a:lnTo>
                  <a:lnTo>
                    <a:pt x="32663" y="1273190"/>
                  </a:lnTo>
                  <a:lnTo>
                    <a:pt x="34585" y="1273190"/>
                  </a:lnTo>
                  <a:lnTo>
                    <a:pt x="36506" y="1273190"/>
                  </a:lnTo>
                  <a:lnTo>
                    <a:pt x="38428" y="1273190"/>
                  </a:lnTo>
                  <a:lnTo>
                    <a:pt x="40349" y="1273190"/>
                  </a:lnTo>
                  <a:lnTo>
                    <a:pt x="42270" y="1273190"/>
                  </a:lnTo>
                  <a:lnTo>
                    <a:pt x="44192" y="1273190"/>
                  </a:lnTo>
                  <a:lnTo>
                    <a:pt x="46113" y="1273190"/>
                  </a:lnTo>
                  <a:lnTo>
                    <a:pt x="48035" y="1273190"/>
                  </a:lnTo>
                  <a:lnTo>
                    <a:pt x="49956" y="1273190"/>
                  </a:lnTo>
                  <a:lnTo>
                    <a:pt x="51877" y="1273190"/>
                  </a:lnTo>
                  <a:lnTo>
                    <a:pt x="53799" y="1273190"/>
                  </a:lnTo>
                  <a:lnTo>
                    <a:pt x="55720" y="1273189"/>
                  </a:lnTo>
                  <a:lnTo>
                    <a:pt x="57642" y="1273189"/>
                  </a:lnTo>
                  <a:lnTo>
                    <a:pt x="59563" y="1273189"/>
                  </a:lnTo>
                  <a:lnTo>
                    <a:pt x="61484" y="1273187"/>
                  </a:lnTo>
                  <a:lnTo>
                    <a:pt x="63406" y="1273182"/>
                  </a:lnTo>
                  <a:lnTo>
                    <a:pt x="65327" y="1273168"/>
                  </a:lnTo>
                  <a:lnTo>
                    <a:pt x="67249" y="1273132"/>
                  </a:lnTo>
                  <a:lnTo>
                    <a:pt x="69170" y="1273045"/>
                  </a:lnTo>
                  <a:lnTo>
                    <a:pt x="71091" y="1272854"/>
                  </a:lnTo>
                  <a:lnTo>
                    <a:pt x="73013" y="1272469"/>
                  </a:lnTo>
                  <a:lnTo>
                    <a:pt x="74934" y="1271755"/>
                  </a:lnTo>
                  <a:lnTo>
                    <a:pt x="76856" y="1270537"/>
                  </a:lnTo>
                  <a:lnTo>
                    <a:pt x="78777" y="1268627"/>
                  </a:lnTo>
                  <a:lnTo>
                    <a:pt x="80699" y="1265877"/>
                  </a:lnTo>
                  <a:lnTo>
                    <a:pt x="82620" y="1262249"/>
                  </a:lnTo>
                  <a:lnTo>
                    <a:pt x="84541" y="1257878"/>
                  </a:lnTo>
                  <a:lnTo>
                    <a:pt x="86463" y="1253103"/>
                  </a:lnTo>
                  <a:lnTo>
                    <a:pt x="88384" y="1248441"/>
                  </a:lnTo>
                  <a:lnTo>
                    <a:pt x="90306" y="1244481"/>
                  </a:lnTo>
                  <a:lnTo>
                    <a:pt x="92227" y="1241751"/>
                  </a:lnTo>
                  <a:lnTo>
                    <a:pt x="94148" y="1240573"/>
                  </a:lnTo>
                  <a:lnTo>
                    <a:pt x="96070" y="1240969"/>
                  </a:lnTo>
                  <a:lnTo>
                    <a:pt x="97991" y="1242647"/>
                  </a:lnTo>
                  <a:lnTo>
                    <a:pt x="99913" y="1245059"/>
                  </a:lnTo>
                  <a:lnTo>
                    <a:pt x="101834" y="1247450"/>
                  </a:lnTo>
                  <a:lnTo>
                    <a:pt x="103755" y="1249158"/>
                  </a:lnTo>
                  <a:lnTo>
                    <a:pt x="105677" y="1249706"/>
                  </a:lnTo>
                  <a:lnTo>
                    <a:pt x="107598" y="1248876"/>
                  </a:lnTo>
                  <a:lnTo>
                    <a:pt x="109520" y="1246735"/>
                  </a:lnTo>
                  <a:lnTo>
                    <a:pt x="111441" y="1243599"/>
                  </a:lnTo>
                  <a:lnTo>
                    <a:pt x="113362" y="1239923"/>
                  </a:lnTo>
                  <a:lnTo>
                    <a:pt x="115284" y="1236189"/>
                  </a:lnTo>
                  <a:lnTo>
                    <a:pt x="117205" y="1232789"/>
                  </a:lnTo>
                  <a:lnTo>
                    <a:pt x="119127" y="1229978"/>
                  </a:lnTo>
                  <a:lnTo>
                    <a:pt x="121048" y="1227862"/>
                  </a:lnTo>
                  <a:lnTo>
                    <a:pt x="122969" y="1226428"/>
                  </a:lnTo>
                  <a:lnTo>
                    <a:pt x="124891" y="1225583"/>
                  </a:lnTo>
                  <a:lnTo>
                    <a:pt x="126812" y="1225203"/>
                  </a:lnTo>
                  <a:lnTo>
                    <a:pt x="128734" y="1225166"/>
                  </a:lnTo>
                  <a:lnTo>
                    <a:pt x="130655" y="1225391"/>
                  </a:lnTo>
                  <a:lnTo>
                    <a:pt x="132576" y="1225867"/>
                  </a:lnTo>
                  <a:lnTo>
                    <a:pt x="134498" y="1226653"/>
                  </a:lnTo>
                  <a:lnTo>
                    <a:pt x="136419" y="1227849"/>
                  </a:lnTo>
                  <a:lnTo>
                    <a:pt x="138341" y="1229467"/>
                  </a:lnTo>
                  <a:lnTo>
                    <a:pt x="140262" y="1231429"/>
                  </a:lnTo>
                  <a:lnTo>
                    <a:pt x="142183" y="1233555"/>
                  </a:lnTo>
                  <a:lnTo>
                    <a:pt x="144105" y="1235625"/>
                  </a:lnTo>
                  <a:lnTo>
                    <a:pt x="146026" y="1237452"/>
                  </a:lnTo>
                  <a:lnTo>
                    <a:pt x="147948" y="1238955"/>
                  </a:lnTo>
                  <a:lnTo>
                    <a:pt x="149869" y="1240181"/>
                  </a:lnTo>
                  <a:lnTo>
                    <a:pt x="151791" y="1241278"/>
                  </a:lnTo>
                  <a:lnTo>
                    <a:pt x="153712" y="1242418"/>
                  </a:lnTo>
                  <a:lnTo>
                    <a:pt x="155633" y="1243727"/>
                  </a:lnTo>
                  <a:lnTo>
                    <a:pt x="157555" y="1245211"/>
                  </a:lnTo>
                  <a:lnTo>
                    <a:pt x="159476" y="1246744"/>
                  </a:lnTo>
                  <a:lnTo>
                    <a:pt x="161398" y="1248088"/>
                  </a:lnTo>
                  <a:lnTo>
                    <a:pt x="163319" y="1248957"/>
                  </a:lnTo>
                  <a:lnTo>
                    <a:pt x="165240" y="1249097"/>
                  </a:lnTo>
                  <a:lnTo>
                    <a:pt x="167162" y="1248346"/>
                  </a:lnTo>
                  <a:lnTo>
                    <a:pt x="169083" y="1246666"/>
                  </a:lnTo>
                  <a:lnTo>
                    <a:pt x="171005" y="1244103"/>
                  </a:lnTo>
                  <a:lnTo>
                    <a:pt x="172926" y="1240805"/>
                  </a:lnTo>
                  <a:lnTo>
                    <a:pt x="174847" y="1236902"/>
                  </a:lnTo>
                  <a:lnTo>
                    <a:pt x="176769" y="1232428"/>
                  </a:lnTo>
                  <a:lnTo>
                    <a:pt x="178690" y="1227328"/>
                  </a:lnTo>
                  <a:lnTo>
                    <a:pt x="180612" y="1221494"/>
                  </a:lnTo>
                  <a:lnTo>
                    <a:pt x="182533" y="1214827"/>
                  </a:lnTo>
                  <a:lnTo>
                    <a:pt x="184454" y="1207325"/>
                  </a:lnTo>
                  <a:lnTo>
                    <a:pt x="186376" y="1199141"/>
                  </a:lnTo>
                  <a:lnTo>
                    <a:pt x="188297" y="1190602"/>
                  </a:lnTo>
                  <a:lnTo>
                    <a:pt x="190219" y="1182155"/>
                  </a:lnTo>
                  <a:lnTo>
                    <a:pt x="192140" y="1174272"/>
                  </a:lnTo>
                  <a:lnTo>
                    <a:pt x="194061" y="1167352"/>
                  </a:lnTo>
                  <a:lnTo>
                    <a:pt x="195983" y="1161663"/>
                  </a:lnTo>
                  <a:lnTo>
                    <a:pt x="197904" y="1157356"/>
                  </a:lnTo>
                  <a:lnTo>
                    <a:pt x="199826" y="1154536"/>
                  </a:lnTo>
                  <a:lnTo>
                    <a:pt x="201747" y="1153328"/>
                  </a:lnTo>
                  <a:lnTo>
                    <a:pt x="203668" y="1153893"/>
                  </a:lnTo>
                  <a:lnTo>
                    <a:pt x="205590" y="1156360"/>
                  </a:lnTo>
                  <a:lnTo>
                    <a:pt x="207511" y="1160771"/>
                  </a:lnTo>
                  <a:lnTo>
                    <a:pt x="209433" y="1166614"/>
                  </a:lnTo>
                  <a:lnTo>
                    <a:pt x="211354" y="1173145"/>
                  </a:lnTo>
                  <a:lnTo>
                    <a:pt x="213275" y="1179345"/>
                  </a:lnTo>
                  <a:lnTo>
                    <a:pt x="215197" y="1184062"/>
                  </a:lnTo>
                  <a:lnTo>
                    <a:pt x="217118" y="1186189"/>
                  </a:lnTo>
                  <a:lnTo>
                    <a:pt x="219040" y="1184838"/>
                  </a:lnTo>
                  <a:lnTo>
                    <a:pt x="220961" y="1179472"/>
                  </a:lnTo>
                  <a:lnTo>
                    <a:pt x="222883" y="1169956"/>
                  </a:lnTo>
                  <a:lnTo>
                    <a:pt x="224804" y="1156469"/>
                  </a:lnTo>
                  <a:lnTo>
                    <a:pt x="226725" y="1139258"/>
                  </a:lnTo>
                  <a:lnTo>
                    <a:pt x="228647" y="1118265"/>
                  </a:lnTo>
                  <a:lnTo>
                    <a:pt x="230568" y="1092697"/>
                  </a:lnTo>
                  <a:lnTo>
                    <a:pt x="232490" y="1060657"/>
                  </a:lnTo>
                  <a:lnTo>
                    <a:pt x="234411" y="1018985"/>
                  </a:lnTo>
                  <a:lnTo>
                    <a:pt x="236332" y="963412"/>
                  </a:lnTo>
                  <a:lnTo>
                    <a:pt x="238254" y="889129"/>
                  </a:lnTo>
                  <a:lnTo>
                    <a:pt x="240175" y="791864"/>
                  </a:lnTo>
                  <a:lnTo>
                    <a:pt x="242097" y="668888"/>
                  </a:lnTo>
                  <a:lnTo>
                    <a:pt x="244018" y="523151"/>
                  </a:lnTo>
                  <a:lnTo>
                    <a:pt x="245939" y="365373"/>
                  </a:lnTo>
                  <a:lnTo>
                    <a:pt x="247861" y="212523"/>
                  </a:lnTo>
                  <a:lnTo>
                    <a:pt x="249782" y="86614"/>
                  </a:lnTo>
                  <a:lnTo>
                    <a:pt x="251704" y="10132"/>
                  </a:lnTo>
                  <a:lnTo>
                    <a:pt x="253625" y="0"/>
                  </a:lnTo>
                  <a:lnTo>
                    <a:pt x="255546" y="62241"/>
                  </a:lnTo>
                  <a:lnTo>
                    <a:pt x="257468" y="189565"/>
                  </a:lnTo>
                  <a:lnTo>
                    <a:pt x="259389" y="363005"/>
                  </a:lnTo>
                  <a:lnTo>
                    <a:pt x="261311" y="557072"/>
                  </a:lnTo>
                  <a:lnTo>
                    <a:pt x="263232" y="746416"/>
                  </a:lnTo>
                  <a:lnTo>
                    <a:pt x="265153" y="911552"/>
                  </a:lnTo>
                  <a:lnTo>
                    <a:pt x="267075" y="1041881"/>
                  </a:lnTo>
                  <a:lnTo>
                    <a:pt x="268996" y="1135572"/>
                  </a:lnTo>
                  <a:lnTo>
                    <a:pt x="270918" y="1197147"/>
                  </a:lnTo>
                  <a:lnTo>
                    <a:pt x="272839" y="1234220"/>
                  </a:lnTo>
                  <a:lnTo>
                    <a:pt x="274760" y="1254691"/>
                  </a:lnTo>
                  <a:lnTo>
                    <a:pt x="276682" y="1265066"/>
                  </a:lnTo>
                  <a:lnTo>
                    <a:pt x="278603" y="1269751"/>
                  </a:lnTo>
                  <a:lnTo>
                    <a:pt x="280525" y="1271824"/>
                  </a:lnTo>
                  <a:lnTo>
                    <a:pt x="282446" y="1272683"/>
                  </a:lnTo>
                  <a:lnTo>
                    <a:pt x="284367" y="1273015"/>
                  </a:lnTo>
                  <a:lnTo>
                    <a:pt x="286289" y="1273134"/>
                  </a:lnTo>
                  <a:lnTo>
                    <a:pt x="288210" y="1273173"/>
                  </a:lnTo>
                  <a:lnTo>
                    <a:pt x="290132" y="1273185"/>
                  </a:lnTo>
                  <a:lnTo>
                    <a:pt x="292053" y="1273188"/>
                  </a:lnTo>
                  <a:lnTo>
                    <a:pt x="293975" y="1273189"/>
                  </a:lnTo>
                  <a:lnTo>
                    <a:pt x="295896" y="1273189"/>
                  </a:lnTo>
                  <a:lnTo>
                    <a:pt x="297817" y="1273190"/>
                  </a:lnTo>
                  <a:lnTo>
                    <a:pt x="299739" y="1273190"/>
                  </a:lnTo>
                  <a:lnTo>
                    <a:pt x="301660" y="1273190"/>
                  </a:lnTo>
                  <a:lnTo>
                    <a:pt x="303582" y="1273190"/>
                  </a:lnTo>
                  <a:lnTo>
                    <a:pt x="305503" y="1273190"/>
                  </a:lnTo>
                  <a:lnTo>
                    <a:pt x="307424" y="1273190"/>
                  </a:lnTo>
                  <a:lnTo>
                    <a:pt x="309346" y="1273190"/>
                  </a:lnTo>
                  <a:lnTo>
                    <a:pt x="311267" y="1273190"/>
                  </a:lnTo>
                  <a:lnTo>
                    <a:pt x="313189" y="1273190"/>
                  </a:lnTo>
                  <a:lnTo>
                    <a:pt x="315110" y="1273190"/>
                  </a:lnTo>
                  <a:lnTo>
                    <a:pt x="317031" y="1273190"/>
                  </a:lnTo>
                  <a:lnTo>
                    <a:pt x="318953" y="1273190"/>
                  </a:lnTo>
                  <a:lnTo>
                    <a:pt x="320874" y="1273190"/>
                  </a:lnTo>
                  <a:lnTo>
                    <a:pt x="322796" y="1273190"/>
                  </a:lnTo>
                  <a:lnTo>
                    <a:pt x="324717" y="1273190"/>
                  </a:lnTo>
                  <a:lnTo>
                    <a:pt x="326638" y="1273190"/>
                  </a:lnTo>
                  <a:lnTo>
                    <a:pt x="328560" y="1273190"/>
                  </a:lnTo>
                  <a:lnTo>
                    <a:pt x="330481" y="1273190"/>
                  </a:lnTo>
                  <a:lnTo>
                    <a:pt x="332403" y="1273190"/>
                  </a:lnTo>
                  <a:lnTo>
                    <a:pt x="334324" y="1273190"/>
                  </a:lnTo>
                  <a:lnTo>
                    <a:pt x="336245" y="1273190"/>
                  </a:lnTo>
                  <a:lnTo>
                    <a:pt x="338167" y="1273190"/>
                  </a:lnTo>
                  <a:lnTo>
                    <a:pt x="340088" y="1273190"/>
                  </a:lnTo>
                  <a:lnTo>
                    <a:pt x="342010" y="1273190"/>
                  </a:lnTo>
                  <a:lnTo>
                    <a:pt x="343931" y="1273190"/>
                  </a:lnTo>
                  <a:lnTo>
                    <a:pt x="345852" y="1273190"/>
                  </a:lnTo>
                  <a:lnTo>
                    <a:pt x="347774" y="1273190"/>
                  </a:lnTo>
                  <a:lnTo>
                    <a:pt x="349695" y="1273190"/>
                  </a:lnTo>
                  <a:lnTo>
                    <a:pt x="351617" y="1273190"/>
                  </a:lnTo>
                  <a:lnTo>
                    <a:pt x="353538" y="1273190"/>
                  </a:lnTo>
                  <a:lnTo>
                    <a:pt x="355459" y="1273190"/>
                  </a:lnTo>
                  <a:lnTo>
                    <a:pt x="357381" y="1273190"/>
                  </a:lnTo>
                  <a:lnTo>
                    <a:pt x="359302" y="1273190"/>
                  </a:lnTo>
                  <a:lnTo>
                    <a:pt x="361224" y="1273190"/>
                  </a:lnTo>
                  <a:lnTo>
                    <a:pt x="363145" y="1273190"/>
                  </a:lnTo>
                  <a:lnTo>
                    <a:pt x="365067" y="1273190"/>
                  </a:lnTo>
                  <a:lnTo>
                    <a:pt x="366988" y="1273190"/>
                  </a:lnTo>
                  <a:lnTo>
                    <a:pt x="368909" y="1273190"/>
                  </a:lnTo>
                  <a:lnTo>
                    <a:pt x="370831" y="1273190"/>
                  </a:lnTo>
                  <a:lnTo>
                    <a:pt x="372752" y="1273190"/>
                  </a:lnTo>
                  <a:lnTo>
                    <a:pt x="374674" y="1273190"/>
                  </a:lnTo>
                  <a:lnTo>
                    <a:pt x="376595" y="1273190"/>
                  </a:lnTo>
                  <a:lnTo>
                    <a:pt x="378516" y="1273190"/>
                  </a:lnTo>
                  <a:lnTo>
                    <a:pt x="380438" y="1273190"/>
                  </a:lnTo>
                  <a:lnTo>
                    <a:pt x="382359" y="1273190"/>
                  </a:lnTo>
                  <a:lnTo>
                    <a:pt x="384281" y="1273190"/>
                  </a:lnTo>
                  <a:lnTo>
                    <a:pt x="386202" y="1273190"/>
                  </a:lnTo>
                  <a:lnTo>
                    <a:pt x="388123" y="1273190"/>
                  </a:lnTo>
                  <a:lnTo>
                    <a:pt x="390045" y="1273190"/>
                  </a:lnTo>
                  <a:lnTo>
                    <a:pt x="391966" y="1273190"/>
                  </a:lnTo>
                  <a:lnTo>
                    <a:pt x="393888" y="1273190"/>
                  </a:lnTo>
                  <a:lnTo>
                    <a:pt x="395809" y="1273190"/>
                  </a:lnTo>
                  <a:lnTo>
                    <a:pt x="397730" y="1273190"/>
                  </a:lnTo>
                  <a:lnTo>
                    <a:pt x="399652" y="1273190"/>
                  </a:lnTo>
                  <a:lnTo>
                    <a:pt x="401573" y="1273190"/>
                  </a:lnTo>
                  <a:lnTo>
                    <a:pt x="403495" y="1273190"/>
                  </a:lnTo>
                  <a:lnTo>
                    <a:pt x="405416" y="1273190"/>
                  </a:lnTo>
                  <a:lnTo>
                    <a:pt x="407337" y="1273190"/>
                  </a:lnTo>
                  <a:lnTo>
                    <a:pt x="409259" y="1273190"/>
                  </a:lnTo>
                  <a:lnTo>
                    <a:pt x="411180" y="1273190"/>
                  </a:lnTo>
                  <a:lnTo>
                    <a:pt x="413102" y="1273190"/>
                  </a:lnTo>
                  <a:lnTo>
                    <a:pt x="415023" y="1273190"/>
                  </a:lnTo>
                  <a:lnTo>
                    <a:pt x="416944" y="1273190"/>
                  </a:lnTo>
                  <a:lnTo>
                    <a:pt x="418866" y="1273190"/>
                  </a:lnTo>
                  <a:lnTo>
                    <a:pt x="420787" y="1273190"/>
                  </a:lnTo>
                  <a:lnTo>
                    <a:pt x="422709" y="1273190"/>
                  </a:lnTo>
                  <a:lnTo>
                    <a:pt x="424630" y="1273190"/>
                  </a:lnTo>
                  <a:lnTo>
                    <a:pt x="426551" y="1273190"/>
                  </a:lnTo>
                  <a:lnTo>
                    <a:pt x="428473" y="1273190"/>
                  </a:lnTo>
                  <a:lnTo>
                    <a:pt x="430394" y="1273190"/>
                  </a:lnTo>
                  <a:lnTo>
                    <a:pt x="432316" y="1273190"/>
                  </a:lnTo>
                  <a:lnTo>
                    <a:pt x="434237" y="1273190"/>
                  </a:lnTo>
                  <a:lnTo>
                    <a:pt x="436159" y="1273190"/>
                  </a:lnTo>
                  <a:lnTo>
                    <a:pt x="438080" y="1273190"/>
                  </a:lnTo>
                  <a:lnTo>
                    <a:pt x="440001" y="1273190"/>
                  </a:lnTo>
                  <a:lnTo>
                    <a:pt x="441923" y="1273190"/>
                  </a:lnTo>
                  <a:lnTo>
                    <a:pt x="443844" y="1273190"/>
                  </a:lnTo>
                  <a:lnTo>
                    <a:pt x="445766" y="1273190"/>
                  </a:lnTo>
                  <a:lnTo>
                    <a:pt x="447687" y="1273190"/>
                  </a:lnTo>
                  <a:lnTo>
                    <a:pt x="449608" y="1273190"/>
                  </a:lnTo>
                  <a:lnTo>
                    <a:pt x="451530" y="1273190"/>
                  </a:lnTo>
                  <a:lnTo>
                    <a:pt x="453451" y="1273190"/>
                  </a:lnTo>
                  <a:lnTo>
                    <a:pt x="455373" y="1273190"/>
                  </a:lnTo>
                  <a:lnTo>
                    <a:pt x="457294" y="1273190"/>
                  </a:lnTo>
                  <a:lnTo>
                    <a:pt x="459215" y="1273190"/>
                  </a:lnTo>
                  <a:lnTo>
                    <a:pt x="461137" y="1273190"/>
                  </a:lnTo>
                  <a:lnTo>
                    <a:pt x="463058" y="1273190"/>
                  </a:lnTo>
                  <a:lnTo>
                    <a:pt x="464980" y="1273190"/>
                  </a:lnTo>
                  <a:lnTo>
                    <a:pt x="466901" y="1273190"/>
                  </a:lnTo>
                  <a:lnTo>
                    <a:pt x="468822" y="1273190"/>
                  </a:lnTo>
                  <a:lnTo>
                    <a:pt x="470744" y="1273190"/>
                  </a:lnTo>
                  <a:lnTo>
                    <a:pt x="472665" y="1273190"/>
                  </a:lnTo>
                  <a:lnTo>
                    <a:pt x="474587" y="1273190"/>
                  </a:lnTo>
                  <a:lnTo>
                    <a:pt x="476508" y="1273190"/>
                  </a:lnTo>
                  <a:lnTo>
                    <a:pt x="478429" y="1273190"/>
                  </a:lnTo>
                  <a:lnTo>
                    <a:pt x="480351" y="1273190"/>
                  </a:lnTo>
                  <a:lnTo>
                    <a:pt x="482272" y="1273190"/>
                  </a:lnTo>
                  <a:lnTo>
                    <a:pt x="484194" y="1273190"/>
                  </a:lnTo>
                  <a:lnTo>
                    <a:pt x="486115" y="1273190"/>
                  </a:lnTo>
                  <a:lnTo>
                    <a:pt x="488036" y="1273190"/>
                  </a:lnTo>
                  <a:lnTo>
                    <a:pt x="489958" y="1273190"/>
                  </a:lnTo>
                  <a:lnTo>
                    <a:pt x="491879" y="1273190"/>
                  </a:lnTo>
                  <a:lnTo>
                    <a:pt x="493801" y="1273190"/>
                  </a:lnTo>
                  <a:lnTo>
                    <a:pt x="495722" y="1273190"/>
                  </a:lnTo>
                  <a:lnTo>
                    <a:pt x="497643" y="1273190"/>
                  </a:lnTo>
                  <a:lnTo>
                    <a:pt x="499565" y="1273190"/>
                  </a:lnTo>
                  <a:lnTo>
                    <a:pt x="501486" y="1273190"/>
                  </a:lnTo>
                  <a:lnTo>
                    <a:pt x="503408" y="1273190"/>
                  </a:lnTo>
                  <a:lnTo>
                    <a:pt x="505329" y="1273190"/>
                  </a:lnTo>
                  <a:lnTo>
                    <a:pt x="507250" y="1273190"/>
                  </a:lnTo>
                  <a:lnTo>
                    <a:pt x="509172" y="1273190"/>
                  </a:lnTo>
                  <a:lnTo>
                    <a:pt x="511093" y="1273190"/>
                  </a:lnTo>
                  <a:lnTo>
                    <a:pt x="513015" y="1273190"/>
                  </a:lnTo>
                  <a:lnTo>
                    <a:pt x="514936" y="1273190"/>
                  </a:lnTo>
                  <a:lnTo>
                    <a:pt x="516858" y="1273190"/>
                  </a:lnTo>
                  <a:lnTo>
                    <a:pt x="518779" y="1273190"/>
                  </a:lnTo>
                  <a:lnTo>
                    <a:pt x="520700" y="1273190"/>
                  </a:lnTo>
                  <a:lnTo>
                    <a:pt x="522622" y="1273190"/>
                  </a:lnTo>
                  <a:lnTo>
                    <a:pt x="524543" y="1273190"/>
                  </a:lnTo>
                  <a:lnTo>
                    <a:pt x="526465" y="1273190"/>
                  </a:lnTo>
                  <a:lnTo>
                    <a:pt x="528386" y="1273190"/>
                  </a:lnTo>
                  <a:lnTo>
                    <a:pt x="530307" y="1273190"/>
                  </a:lnTo>
                  <a:lnTo>
                    <a:pt x="532229" y="1273190"/>
                  </a:lnTo>
                  <a:lnTo>
                    <a:pt x="534150" y="1273190"/>
                  </a:lnTo>
                  <a:lnTo>
                    <a:pt x="536072" y="1273190"/>
                  </a:lnTo>
                  <a:lnTo>
                    <a:pt x="537993" y="1273190"/>
                  </a:lnTo>
                  <a:lnTo>
                    <a:pt x="539914" y="1273190"/>
                  </a:lnTo>
                  <a:lnTo>
                    <a:pt x="541836" y="1273190"/>
                  </a:lnTo>
                  <a:lnTo>
                    <a:pt x="543757" y="1273190"/>
                  </a:lnTo>
                  <a:lnTo>
                    <a:pt x="545679" y="1273190"/>
                  </a:lnTo>
                  <a:lnTo>
                    <a:pt x="547600" y="1273190"/>
                  </a:lnTo>
                  <a:lnTo>
                    <a:pt x="549521" y="1273190"/>
                  </a:lnTo>
                  <a:lnTo>
                    <a:pt x="551443" y="1273190"/>
                  </a:lnTo>
                  <a:lnTo>
                    <a:pt x="553364" y="1273190"/>
                  </a:lnTo>
                  <a:lnTo>
                    <a:pt x="555286" y="1273190"/>
                  </a:lnTo>
                  <a:lnTo>
                    <a:pt x="557207" y="1273190"/>
                  </a:lnTo>
                  <a:lnTo>
                    <a:pt x="559128" y="1273190"/>
                  </a:lnTo>
                  <a:lnTo>
                    <a:pt x="561050" y="1273190"/>
                  </a:lnTo>
                  <a:lnTo>
                    <a:pt x="562971" y="1273190"/>
                  </a:lnTo>
                  <a:lnTo>
                    <a:pt x="564893" y="1273190"/>
                  </a:lnTo>
                  <a:lnTo>
                    <a:pt x="566814" y="1273190"/>
                  </a:lnTo>
                  <a:lnTo>
                    <a:pt x="568735" y="1273190"/>
                  </a:lnTo>
                  <a:lnTo>
                    <a:pt x="570657" y="1273190"/>
                  </a:lnTo>
                  <a:lnTo>
                    <a:pt x="572578" y="1273190"/>
                  </a:lnTo>
                  <a:lnTo>
                    <a:pt x="574500" y="1273190"/>
                  </a:lnTo>
                  <a:lnTo>
                    <a:pt x="576421" y="1273190"/>
                  </a:lnTo>
                  <a:lnTo>
                    <a:pt x="578342" y="1273190"/>
                  </a:lnTo>
                  <a:lnTo>
                    <a:pt x="580264" y="1273190"/>
                  </a:lnTo>
                  <a:lnTo>
                    <a:pt x="582185" y="1273190"/>
                  </a:lnTo>
                  <a:lnTo>
                    <a:pt x="584107" y="1273190"/>
                  </a:lnTo>
                  <a:lnTo>
                    <a:pt x="586028" y="1273190"/>
                  </a:lnTo>
                  <a:lnTo>
                    <a:pt x="587950" y="1273190"/>
                  </a:lnTo>
                  <a:lnTo>
                    <a:pt x="589871" y="1273190"/>
                  </a:lnTo>
                  <a:lnTo>
                    <a:pt x="591792" y="1273190"/>
                  </a:lnTo>
                  <a:lnTo>
                    <a:pt x="593714" y="1273190"/>
                  </a:lnTo>
                  <a:lnTo>
                    <a:pt x="595635" y="1273190"/>
                  </a:lnTo>
                  <a:lnTo>
                    <a:pt x="597557" y="1273190"/>
                  </a:lnTo>
                  <a:lnTo>
                    <a:pt x="599478" y="1273190"/>
                  </a:lnTo>
                  <a:lnTo>
                    <a:pt x="601399" y="1273190"/>
                  </a:lnTo>
                  <a:lnTo>
                    <a:pt x="603321" y="1273190"/>
                  </a:lnTo>
                  <a:lnTo>
                    <a:pt x="605242" y="1273190"/>
                  </a:lnTo>
                  <a:lnTo>
                    <a:pt x="607164" y="1273190"/>
                  </a:lnTo>
                  <a:lnTo>
                    <a:pt x="609085" y="1273190"/>
                  </a:lnTo>
                  <a:lnTo>
                    <a:pt x="611006" y="1273190"/>
                  </a:lnTo>
                  <a:lnTo>
                    <a:pt x="612928" y="1273190"/>
                  </a:lnTo>
                  <a:lnTo>
                    <a:pt x="614849" y="1273190"/>
                  </a:lnTo>
                  <a:lnTo>
                    <a:pt x="616771" y="1273190"/>
                  </a:lnTo>
                  <a:lnTo>
                    <a:pt x="618692" y="1273190"/>
                  </a:lnTo>
                  <a:lnTo>
                    <a:pt x="620613" y="1273190"/>
                  </a:lnTo>
                  <a:lnTo>
                    <a:pt x="622535" y="1273190"/>
                  </a:lnTo>
                  <a:lnTo>
                    <a:pt x="624456" y="1273190"/>
                  </a:lnTo>
                  <a:lnTo>
                    <a:pt x="626378" y="1273190"/>
                  </a:lnTo>
                  <a:lnTo>
                    <a:pt x="628299" y="1273190"/>
                  </a:lnTo>
                  <a:lnTo>
                    <a:pt x="630220" y="1273190"/>
                  </a:lnTo>
                  <a:lnTo>
                    <a:pt x="632142" y="1273190"/>
                  </a:lnTo>
                  <a:lnTo>
                    <a:pt x="634063" y="1273190"/>
                  </a:lnTo>
                  <a:lnTo>
                    <a:pt x="635985" y="1273190"/>
                  </a:lnTo>
                  <a:lnTo>
                    <a:pt x="637906" y="1273190"/>
                  </a:lnTo>
                  <a:lnTo>
                    <a:pt x="639827" y="1273190"/>
                  </a:lnTo>
                  <a:lnTo>
                    <a:pt x="641749" y="1273190"/>
                  </a:lnTo>
                  <a:lnTo>
                    <a:pt x="643670" y="1273190"/>
                  </a:lnTo>
                  <a:lnTo>
                    <a:pt x="645592" y="1273190"/>
                  </a:lnTo>
                  <a:lnTo>
                    <a:pt x="647513" y="1273190"/>
                  </a:lnTo>
                  <a:lnTo>
                    <a:pt x="649434" y="1273190"/>
                  </a:lnTo>
                  <a:lnTo>
                    <a:pt x="651356" y="1273190"/>
                  </a:lnTo>
                  <a:lnTo>
                    <a:pt x="653277" y="1273190"/>
                  </a:lnTo>
                  <a:lnTo>
                    <a:pt x="655199" y="1273190"/>
                  </a:lnTo>
                  <a:lnTo>
                    <a:pt x="657120" y="1273190"/>
                  </a:lnTo>
                  <a:lnTo>
                    <a:pt x="659042" y="1273190"/>
                  </a:lnTo>
                  <a:lnTo>
                    <a:pt x="660963" y="1273190"/>
                  </a:lnTo>
                  <a:lnTo>
                    <a:pt x="662884" y="1273190"/>
                  </a:lnTo>
                  <a:lnTo>
                    <a:pt x="664806" y="1273190"/>
                  </a:lnTo>
                  <a:lnTo>
                    <a:pt x="666727" y="1273190"/>
                  </a:lnTo>
                  <a:lnTo>
                    <a:pt x="668649" y="1273190"/>
                  </a:lnTo>
                  <a:lnTo>
                    <a:pt x="670570" y="1273190"/>
                  </a:lnTo>
                  <a:lnTo>
                    <a:pt x="672491" y="1273190"/>
                  </a:lnTo>
                  <a:lnTo>
                    <a:pt x="674413" y="1273190"/>
                  </a:lnTo>
                  <a:lnTo>
                    <a:pt x="676334" y="1273190"/>
                  </a:lnTo>
                  <a:lnTo>
                    <a:pt x="678256" y="1273190"/>
                  </a:lnTo>
                  <a:lnTo>
                    <a:pt x="680177" y="1273190"/>
                  </a:lnTo>
                  <a:lnTo>
                    <a:pt x="682098" y="1273190"/>
                  </a:lnTo>
                  <a:lnTo>
                    <a:pt x="684020" y="1273190"/>
                  </a:lnTo>
                  <a:lnTo>
                    <a:pt x="685941" y="1273190"/>
                  </a:lnTo>
                  <a:lnTo>
                    <a:pt x="687863" y="1273190"/>
                  </a:lnTo>
                  <a:lnTo>
                    <a:pt x="689784" y="1273190"/>
                  </a:lnTo>
                  <a:lnTo>
                    <a:pt x="691705" y="1273190"/>
                  </a:lnTo>
                  <a:lnTo>
                    <a:pt x="693627" y="1273190"/>
                  </a:lnTo>
                  <a:lnTo>
                    <a:pt x="695548" y="1273190"/>
                  </a:lnTo>
                  <a:lnTo>
                    <a:pt x="697470" y="1273190"/>
                  </a:lnTo>
                  <a:lnTo>
                    <a:pt x="699391" y="1273190"/>
                  </a:lnTo>
                  <a:lnTo>
                    <a:pt x="701312" y="1273190"/>
                  </a:lnTo>
                  <a:lnTo>
                    <a:pt x="703234" y="1273190"/>
                  </a:lnTo>
                  <a:lnTo>
                    <a:pt x="705155" y="1273190"/>
                  </a:lnTo>
                  <a:lnTo>
                    <a:pt x="707077" y="1273190"/>
                  </a:lnTo>
                  <a:lnTo>
                    <a:pt x="708998" y="1273190"/>
                  </a:lnTo>
                  <a:lnTo>
                    <a:pt x="710919" y="1273190"/>
                  </a:lnTo>
                  <a:lnTo>
                    <a:pt x="712841" y="1273190"/>
                  </a:lnTo>
                  <a:lnTo>
                    <a:pt x="714762" y="1273190"/>
                  </a:lnTo>
                  <a:lnTo>
                    <a:pt x="716684" y="1273190"/>
                  </a:lnTo>
                  <a:lnTo>
                    <a:pt x="718605" y="1273190"/>
                  </a:lnTo>
                  <a:lnTo>
                    <a:pt x="720526" y="1273190"/>
                  </a:lnTo>
                  <a:lnTo>
                    <a:pt x="722448" y="1273190"/>
                  </a:lnTo>
                  <a:lnTo>
                    <a:pt x="724369" y="1273190"/>
                  </a:lnTo>
                  <a:lnTo>
                    <a:pt x="726291" y="1273190"/>
                  </a:lnTo>
                  <a:lnTo>
                    <a:pt x="728212" y="1273190"/>
                  </a:lnTo>
                  <a:lnTo>
                    <a:pt x="730134" y="1273190"/>
                  </a:lnTo>
                  <a:lnTo>
                    <a:pt x="732055" y="1273190"/>
                  </a:lnTo>
                  <a:lnTo>
                    <a:pt x="733976" y="1273190"/>
                  </a:lnTo>
                  <a:lnTo>
                    <a:pt x="735898" y="1273190"/>
                  </a:lnTo>
                  <a:lnTo>
                    <a:pt x="737819" y="1273190"/>
                  </a:lnTo>
                  <a:lnTo>
                    <a:pt x="739741" y="1273190"/>
                  </a:lnTo>
                  <a:lnTo>
                    <a:pt x="741662" y="1273190"/>
                  </a:lnTo>
                  <a:lnTo>
                    <a:pt x="743583" y="1273190"/>
                  </a:lnTo>
                  <a:lnTo>
                    <a:pt x="745505" y="1273190"/>
                  </a:lnTo>
                  <a:lnTo>
                    <a:pt x="747426" y="1273190"/>
                  </a:lnTo>
                  <a:lnTo>
                    <a:pt x="749348" y="1273190"/>
                  </a:lnTo>
                  <a:lnTo>
                    <a:pt x="751269" y="1273190"/>
                  </a:lnTo>
                  <a:lnTo>
                    <a:pt x="753190" y="1273190"/>
                  </a:lnTo>
                  <a:lnTo>
                    <a:pt x="755112" y="1273190"/>
                  </a:lnTo>
                  <a:lnTo>
                    <a:pt x="757033" y="1273190"/>
                  </a:lnTo>
                  <a:lnTo>
                    <a:pt x="758955" y="1273190"/>
                  </a:lnTo>
                  <a:lnTo>
                    <a:pt x="760876" y="1273190"/>
                  </a:lnTo>
                  <a:lnTo>
                    <a:pt x="762797" y="1273190"/>
                  </a:lnTo>
                  <a:lnTo>
                    <a:pt x="764719" y="1273190"/>
                  </a:lnTo>
                  <a:lnTo>
                    <a:pt x="766640" y="1273190"/>
                  </a:lnTo>
                  <a:lnTo>
                    <a:pt x="768562" y="1273190"/>
                  </a:lnTo>
                  <a:lnTo>
                    <a:pt x="770483" y="1273190"/>
                  </a:lnTo>
                  <a:lnTo>
                    <a:pt x="772404" y="1273190"/>
                  </a:lnTo>
                  <a:lnTo>
                    <a:pt x="774326" y="1273190"/>
                  </a:lnTo>
                  <a:lnTo>
                    <a:pt x="776247" y="1273190"/>
                  </a:lnTo>
                  <a:lnTo>
                    <a:pt x="778169" y="1273190"/>
                  </a:lnTo>
                  <a:lnTo>
                    <a:pt x="780090" y="1273190"/>
                  </a:lnTo>
                  <a:lnTo>
                    <a:pt x="782011" y="1273190"/>
                  </a:lnTo>
                  <a:lnTo>
                    <a:pt x="783933" y="1273190"/>
                  </a:lnTo>
                  <a:lnTo>
                    <a:pt x="785854" y="1273190"/>
                  </a:lnTo>
                  <a:lnTo>
                    <a:pt x="787776" y="1273190"/>
                  </a:lnTo>
                  <a:lnTo>
                    <a:pt x="789697" y="1273190"/>
                  </a:lnTo>
                  <a:lnTo>
                    <a:pt x="791618" y="1273190"/>
                  </a:lnTo>
                  <a:lnTo>
                    <a:pt x="793540" y="1273190"/>
                  </a:lnTo>
                  <a:lnTo>
                    <a:pt x="795461" y="1273190"/>
                  </a:lnTo>
                  <a:lnTo>
                    <a:pt x="797383" y="1273190"/>
                  </a:lnTo>
                  <a:lnTo>
                    <a:pt x="799304" y="1273190"/>
                  </a:lnTo>
                  <a:lnTo>
                    <a:pt x="801226" y="1273190"/>
                  </a:lnTo>
                  <a:lnTo>
                    <a:pt x="803147" y="1273190"/>
                  </a:lnTo>
                  <a:lnTo>
                    <a:pt x="805068" y="1273190"/>
                  </a:lnTo>
                  <a:lnTo>
                    <a:pt x="806990" y="1273190"/>
                  </a:lnTo>
                  <a:lnTo>
                    <a:pt x="808911" y="1273190"/>
                  </a:lnTo>
                  <a:lnTo>
                    <a:pt x="810833" y="1273190"/>
                  </a:lnTo>
                  <a:lnTo>
                    <a:pt x="812754" y="1273190"/>
                  </a:lnTo>
                  <a:lnTo>
                    <a:pt x="814675" y="1273190"/>
                  </a:lnTo>
                  <a:lnTo>
                    <a:pt x="816597" y="1273190"/>
                  </a:lnTo>
                  <a:lnTo>
                    <a:pt x="818518" y="1273190"/>
                  </a:lnTo>
                  <a:lnTo>
                    <a:pt x="820440" y="1273190"/>
                  </a:lnTo>
                  <a:lnTo>
                    <a:pt x="822361" y="1273190"/>
                  </a:lnTo>
                  <a:lnTo>
                    <a:pt x="824282" y="1273190"/>
                  </a:lnTo>
                  <a:lnTo>
                    <a:pt x="826204" y="1273190"/>
                  </a:lnTo>
                  <a:lnTo>
                    <a:pt x="828125" y="1273190"/>
                  </a:lnTo>
                  <a:lnTo>
                    <a:pt x="830047" y="1273190"/>
                  </a:lnTo>
                  <a:lnTo>
                    <a:pt x="831968" y="1273190"/>
                  </a:lnTo>
                  <a:lnTo>
                    <a:pt x="833889" y="1273190"/>
                  </a:lnTo>
                  <a:lnTo>
                    <a:pt x="835811" y="1273190"/>
                  </a:lnTo>
                  <a:lnTo>
                    <a:pt x="837732" y="1273190"/>
                  </a:lnTo>
                  <a:lnTo>
                    <a:pt x="839654" y="1273190"/>
                  </a:lnTo>
                  <a:lnTo>
                    <a:pt x="841575" y="1273190"/>
                  </a:lnTo>
                  <a:lnTo>
                    <a:pt x="843496" y="1273190"/>
                  </a:lnTo>
                  <a:lnTo>
                    <a:pt x="845418" y="1273190"/>
                  </a:lnTo>
                  <a:lnTo>
                    <a:pt x="847339" y="1273190"/>
                  </a:lnTo>
                  <a:lnTo>
                    <a:pt x="849261" y="1273190"/>
                  </a:lnTo>
                  <a:lnTo>
                    <a:pt x="851182" y="1273190"/>
                  </a:lnTo>
                  <a:lnTo>
                    <a:pt x="853103" y="1273190"/>
                  </a:lnTo>
                  <a:lnTo>
                    <a:pt x="855025" y="1273190"/>
                  </a:lnTo>
                  <a:lnTo>
                    <a:pt x="856946" y="1273190"/>
                  </a:lnTo>
                  <a:lnTo>
                    <a:pt x="858868" y="1273190"/>
                  </a:lnTo>
                  <a:lnTo>
                    <a:pt x="860789" y="1273190"/>
                  </a:lnTo>
                  <a:lnTo>
                    <a:pt x="862710" y="1273190"/>
                  </a:lnTo>
                  <a:lnTo>
                    <a:pt x="864632" y="1273190"/>
                  </a:lnTo>
                  <a:lnTo>
                    <a:pt x="866553" y="1273190"/>
                  </a:lnTo>
                  <a:lnTo>
                    <a:pt x="868475" y="1273190"/>
                  </a:lnTo>
                  <a:lnTo>
                    <a:pt x="870396" y="1273190"/>
                  </a:lnTo>
                  <a:lnTo>
                    <a:pt x="872318" y="1273190"/>
                  </a:lnTo>
                  <a:lnTo>
                    <a:pt x="874239" y="1273190"/>
                  </a:lnTo>
                  <a:lnTo>
                    <a:pt x="876160" y="1273190"/>
                  </a:lnTo>
                  <a:lnTo>
                    <a:pt x="878082" y="1273190"/>
                  </a:lnTo>
                  <a:lnTo>
                    <a:pt x="880003" y="1273190"/>
                  </a:lnTo>
                  <a:lnTo>
                    <a:pt x="881925" y="1273190"/>
                  </a:lnTo>
                  <a:lnTo>
                    <a:pt x="883846" y="1273190"/>
                  </a:lnTo>
                  <a:lnTo>
                    <a:pt x="885767" y="1273190"/>
                  </a:lnTo>
                  <a:lnTo>
                    <a:pt x="887689" y="1273190"/>
                  </a:lnTo>
                  <a:lnTo>
                    <a:pt x="889610" y="1273190"/>
                  </a:lnTo>
                  <a:lnTo>
                    <a:pt x="891532" y="1273190"/>
                  </a:lnTo>
                  <a:lnTo>
                    <a:pt x="893453" y="1273190"/>
                  </a:lnTo>
                  <a:lnTo>
                    <a:pt x="895374" y="1273190"/>
                  </a:lnTo>
                  <a:lnTo>
                    <a:pt x="897296" y="1273190"/>
                  </a:lnTo>
                  <a:lnTo>
                    <a:pt x="899217" y="1273190"/>
                  </a:lnTo>
                  <a:lnTo>
                    <a:pt x="901139" y="1273190"/>
                  </a:lnTo>
                  <a:lnTo>
                    <a:pt x="903060" y="1273190"/>
                  </a:lnTo>
                  <a:lnTo>
                    <a:pt x="904981" y="1273190"/>
                  </a:lnTo>
                  <a:lnTo>
                    <a:pt x="906903" y="1273190"/>
                  </a:lnTo>
                  <a:lnTo>
                    <a:pt x="908824" y="1273190"/>
                  </a:lnTo>
                  <a:lnTo>
                    <a:pt x="910746" y="1273190"/>
                  </a:lnTo>
                  <a:lnTo>
                    <a:pt x="912667" y="1273190"/>
                  </a:lnTo>
                  <a:lnTo>
                    <a:pt x="914588" y="1273190"/>
                  </a:lnTo>
                  <a:lnTo>
                    <a:pt x="916510" y="1273190"/>
                  </a:lnTo>
                  <a:lnTo>
                    <a:pt x="918431" y="1273190"/>
                  </a:lnTo>
                  <a:lnTo>
                    <a:pt x="920353" y="1273190"/>
                  </a:lnTo>
                  <a:lnTo>
                    <a:pt x="922274" y="1273190"/>
                  </a:lnTo>
                  <a:lnTo>
                    <a:pt x="924195" y="1273190"/>
                  </a:lnTo>
                  <a:lnTo>
                    <a:pt x="926117" y="1273190"/>
                  </a:lnTo>
                  <a:lnTo>
                    <a:pt x="928038" y="1273190"/>
                  </a:lnTo>
                  <a:lnTo>
                    <a:pt x="929960" y="1273190"/>
                  </a:lnTo>
                  <a:lnTo>
                    <a:pt x="931881" y="1273190"/>
                  </a:lnTo>
                  <a:lnTo>
                    <a:pt x="933802" y="1273190"/>
                  </a:lnTo>
                  <a:lnTo>
                    <a:pt x="935724" y="1273190"/>
                  </a:lnTo>
                  <a:lnTo>
                    <a:pt x="937645" y="1273190"/>
                  </a:lnTo>
                  <a:lnTo>
                    <a:pt x="939567" y="1273190"/>
                  </a:lnTo>
                  <a:lnTo>
                    <a:pt x="941488" y="1273190"/>
                  </a:lnTo>
                  <a:lnTo>
                    <a:pt x="943410" y="1273190"/>
                  </a:lnTo>
                  <a:lnTo>
                    <a:pt x="945331" y="1273190"/>
                  </a:lnTo>
                  <a:lnTo>
                    <a:pt x="947252" y="1273190"/>
                  </a:lnTo>
                  <a:lnTo>
                    <a:pt x="949174" y="1273190"/>
                  </a:lnTo>
                  <a:lnTo>
                    <a:pt x="951095" y="1273190"/>
                  </a:lnTo>
                  <a:lnTo>
                    <a:pt x="953017" y="1273190"/>
                  </a:lnTo>
                  <a:lnTo>
                    <a:pt x="954938" y="1273190"/>
                  </a:lnTo>
                  <a:lnTo>
                    <a:pt x="956859" y="1273190"/>
                  </a:lnTo>
                  <a:lnTo>
                    <a:pt x="958781" y="1273190"/>
                  </a:lnTo>
                  <a:lnTo>
                    <a:pt x="960702" y="1273190"/>
                  </a:lnTo>
                  <a:lnTo>
                    <a:pt x="962624" y="1273190"/>
                  </a:lnTo>
                  <a:lnTo>
                    <a:pt x="964545" y="1273190"/>
                  </a:lnTo>
                  <a:lnTo>
                    <a:pt x="966466" y="1273190"/>
                  </a:lnTo>
                  <a:lnTo>
                    <a:pt x="968388" y="1273190"/>
                  </a:lnTo>
                  <a:lnTo>
                    <a:pt x="970309" y="1273190"/>
                  </a:lnTo>
                  <a:lnTo>
                    <a:pt x="972231" y="1273190"/>
                  </a:lnTo>
                  <a:lnTo>
                    <a:pt x="974152" y="1273190"/>
                  </a:lnTo>
                  <a:lnTo>
                    <a:pt x="976073" y="1273190"/>
                  </a:lnTo>
                  <a:lnTo>
                    <a:pt x="977995" y="1273190"/>
                  </a:lnTo>
                  <a:lnTo>
                    <a:pt x="979916" y="1273190"/>
                  </a:lnTo>
                  <a:lnTo>
                    <a:pt x="981838" y="1273190"/>
                  </a:lnTo>
                  <a:lnTo>
                    <a:pt x="979916" y="1273190"/>
                  </a:lnTo>
                  <a:lnTo>
                    <a:pt x="977995" y="1273190"/>
                  </a:lnTo>
                  <a:lnTo>
                    <a:pt x="976073" y="1273190"/>
                  </a:lnTo>
                  <a:lnTo>
                    <a:pt x="974152" y="1273190"/>
                  </a:lnTo>
                  <a:lnTo>
                    <a:pt x="972231" y="1273190"/>
                  </a:lnTo>
                  <a:lnTo>
                    <a:pt x="970309" y="1273190"/>
                  </a:lnTo>
                  <a:lnTo>
                    <a:pt x="968388" y="1273190"/>
                  </a:lnTo>
                  <a:lnTo>
                    <a:pt x="966466" y="1273190"/>
                  </a:lnTo>
                  <a:lnTo>
                    <a:pt x="964545" y="1273190"/>
                  </a:lnTo>
                  <a:lnTo>
                    <a:pt x="962624" y="1273190"/>
                  </a:lnTo>
                  <a:lnTo>
                    <a:pt x="960702" y="1273190"/>
                  </a:lnTo>
                  <a:lnTo>
                    <a:pt x="958781" y="1273190"/>
                  </a:lnTo>
                  <a:lnTo>
                    <a:pt x="956859" y="1273190"/>
                  </a:lnTo>
                  <a:lnTo>
                    <a:pt x="954938" y="1273190"/>
                  </a:lnTo>
                  <a:lnTo>
                    <a:pt x="953017" y="1273190"/>
                  </a:lnTo>
                  <a:lnTo>
                    <a:pt x="951095" y="1273190"/>
                  </a:lnTo>
                  <a:lnTo>
                    <a:pt x="949174" y="1273190"/>
                  </a:lnTo>
                  <a:lnTo>
                    <a:pt x="947252" y="1273190"/>
                  </a:lnTo>
                  <a:lnTo>
                    <a:pt x="945331" y="1273190"/>
                  </a:lnTo>
                  <a:lnTo>
                    <a:pt x="943410" y="1273190"/>
                  </a:lnTo>
                  <a:lnTo>
                    <a:pt x="941488" y="1273190"/>
                  </a:lnTo>
                  <a:lnTo>
                    <a:pt x="939567" y="1273190"/>
                  </a:lnTo>
                  <a:lnTo>
                    <a:pt x="937645" y="1273190"/>
                  </a:lnTo>
                  <a:lnTo>
                    <a:pt x="935724" y="1273190"/>
                  </a:lnTo>
                  <a:lnTo>
                    <a:pt x="933802" y="1273190"/>
                  </a:lnTo>
                  <a:lnTo>
                    <a:pt x="931881" y="1273190"/>
                  </a:lnTo>
                  <a:lnTo>
                    <a:pt x="929960" y="1273190"/>
                  </a:lnTo>
                  <a:lnTo>
                    <a:pt x="928038" y="1273190"/>
                  </a:lnTo>
                  <a:lnTo>
                    <a:pt x="926117" y="1273190"/>
                  </a:lnTo>
                  <a:lnTo>
                    <a:pt x="924195" y="1273190"/>
                  </a:lnTo>
                  <a:lnTo>
                    <a:pt x="922274" y="1273190"/>
                  </a:lnTo>
                  <a:lnTo>
                    <a:pt x="920353" y="1273190"/>
                  </a:lnTo>
                  <a:lnTo>
                    <a:pt x="918431" y="1273190"/>
                  </a:lnTo>
                  <a:lnTo>
                    <a:pt x="916510" y="1273190"/>
                  </a:lnTo>
                  <a:lnTo>
                    <a:pt x="914588" y="1273190"/>
                  </a:lnTo>
                  <a:lnTo>
                    <a:pt x="912667" y="1273190"/>
                  </a:lnTo>
                  <a:lnTo>
                    <a:pt x="910746" y="1273190"/>
                  </a:lnTo>
                  <a:lnTo>
                    <a:pt x="908824" y="1273190"/>
                  </a:lnTo>
                  <a:lnTo>
                    <a:pt x="906903" y="1273190"/>
                  </a:lnTo>
                  <a:lnTo>
                    <a:pt x="904981" y="1273190"/>
                  </a:lnTo>
                  <a:lnTo>
                    <a:pt x="903060" y="1273190"/>
                  </a:lnTo>
                  <a:lnTo>
                    <a:pt x="901139" y="1273190"/>
                  </a:lnTo>
                  <a:lnTo>
                    <a:pt x="899217" y="1273190"/>
                  </a:lnTo>
                  <a:lnTo>
                    <a:pt x="897296" y="1273190"/>
                  </a:lnTo>
                  <a:lnTo>
                    <a:pt x="895374" y="1273190"/>
                  </a:lnTo>
                  <a:lnTo>
                    <a:pt x="893453" y="1273190"/>
                  </a:lnTo>
                  <a:lnTo>
                    <a:pt x="891532" y="1273190"/>
                  </a:lnTo>
                  <a:lnTo>
                    <a:pt x="889610" y="1273190"/>
                  </a:lnTo>
                  <a:lnTo>
                    <a:pt x="887689" y="1273190"/>
                  </a:lnTo>
                  <a:lnTo>
                    <a:pt x="885767" y="1273190"/>
                  </a:lnTo>
                  <a:lnTo>
                    <a:pt x="883846" y="1273190"/>
                  </a:lnTo>
                  <a:lnTo>
                    <a:pt x="881925" y="1273190"/>
                  </a:lnTo>
                  <a:lnTo>
                    <a:pt x="880003" y="1273190"/>
                  </a:lnTo>
                  <a:lnTo>
                    <a:pt x="878082" y="1273190"/>
                  </a:lnTo>
                  <a:lnTo>
                    <a:pt x="876160" y="1273190"/>
                  </a:lnTo>
                  <a:lnTo>
                    <a:pt x="874239" y="1273190"/>
                  </a:lnTo>
                  <a:lnTo>
                    <a:pt x="872318" y="1273190"/>
                  </a:lnTo>
                  <a:lnTo>
                    <a:pt x="870396" y="1273190"/>
                  </a:lnTo>
                  <a:lnTo>
                    <a:pt x="868475" y="1273190"/>
                  </a:lnTo>
                  <a:lnTo>
                    <a:pt x="866553" y="1273190"/>
                  </a:lnTo>
                  <a:lnTo>
                    <a:pt x="864632" y="1273190"/>
                  </a:lnTo>
                  <a:lnTo>
                    <a:pt x="862710" y="1273190"/>
                  </a:lnTo>
                  <a:lnTo>
                    <a:pt x="860789" y="1273190"/>
                  </a:lnTo>
                  <a:lnTo>
                    <a:pt x="858868" y="1273190"/>
                  </a:lnTo>
                  <a:lnTo>
                    <a:pt x="856946" y="1273190"/>
                  </a:lnTo>
                  <a:lnTo>
                    <a:pt x="855025" y="1273190"/>
                  </a:lnTo>
                  <a:lnTo>
                    <a:pt x="853103" y="1273190"/>
                  </a:lnTo>
                  <a:lnTo>
                    <a:pt x="851182" y="1273190"/>
                  </a:lnTo>
                  <a:lnTo>
                    <a:pt x="849261" y="1273190"/>
                  </a:lnTo>
                  <a:lnTo>
                    <a:pt x="847339" y="1273190"/>
                  </a:lnTo>
                  <a:lnTo>
                    <a:pt x="845418" y="1273190"/>
                  </a:lnTo>
                  <a:lnTo>
                    <a:pt x="843496" y="1273190"/>
                  </a:lnTo>
                  <a:lnTo>
                    <a:pt x="841575" y="1273190"/>
                  </a:lnTo>
                  <a:lnTo>
                    <a:pt x="839654" y="1273190"/>
                  </a:lnTo>
                  <a:lnTo>
                    <a:pt x="837732" y="1273190"/>
                  </a:lnTo>
                  <a:lnTo>
                    <a:pt x="835811" y="1273190"/>
                  </a:lnTo>
                  <a:lnTo>
                    <a:pt x="833889" y="1273190"/>
                  </a:lnTo>
                  <a:lnTo>
                    <a:pt x="831968" y="1273190"/>
                  </a:lnTo>
                  <a:lnTo>
                    <a:pt x="830047" y="1273190"/>
                  </a:lnTo>
                  <a:lnTo>
                    <a:pt x="828125" y="1273190"/>
                  </a:lnTo>
                  <a:lnTo>
                    <a:pt x="826204" y="1273190"/>
                  </a:lnTo>
                  <a:lnTo>
                    <a:pt x="824282" y="1273190"/>
                  </a:lnTo>
                  <a:lnTo>
                    <a:pt x="822361" y="1273190"/>
                  </a:lnTo>
                  <a:lnTo>
                    <a:pt x="820440" y="1273190"/>
                  </a:lnTo>
                  <a:lnTo>
                    <a:pt x="818518" y="1273190"/>
                  </a:lnTo>
                  <a:lnTo>
                    <a:pt x="816597" y="1273190"/>
                  </a:lnTo>
                  <a:lnTo>
                    <a:pt x="814675" y="1273190"/>
                  </a:lnTo>
                  <a:lnTo>
                    <a:pt x="812754" y="1273190"/>
                  </a:lnTo>
                  <a:lnTo>
                    <a:pt x="810833" y="1273190"/>
                  </a:lnTo>
                  <a:lnTo>
                    <a:pt x="808911" y="1273190"/>
                  </a:lnTo>
                  <a:lnTo>
                    <a:pt x="806990" y="1273190"/>
                  </a:lnTo>
                  <a:lnTo>
                    <a:pt x="805068" y="1273190"/>
                  </a:lnTo>
                  <a:lnTo>
                    <a:pt x="803147" y="1273190"/>
                  </a:lnTo>
                  <a:lnTo>
                    <a:pt x="801226" y="1273190"/>
                  </a:lnTo>
                  <a:lnTo>
                    <a:pt x="799304" y="1273190"/>
                  </a:lnTo>
                  <a:lnTo>
                    <a:pt x="797383" y="1273190"/>
                  </a:lnTo>
                  <a:lnTo>
                    <a:pt x="795461" y="1273190"/>
                  </a:lnTo>
                  <a:lnTo>
                    <a:pt x="793540" y="1273190"/>
                  </a:lnTo>
                  <a:lnTo>
                    <a:pt x="791618" y="1273190"/>
                  </a:lnTo>
                  <a:lnTo>
                    <a:pt x="789697" y="1273190"/>
                  </a:lnTo>
                  <a:lnTo>
                    <a:pt x="787776" y="1273190"/>
                  </a:lnTo>
                  <a:lnTo>
                    <a:pt x="785854" y="1273190"/>
                  </a:lnTo>
                  <a:lnTo>
                    <a:pt x="783933" y="1273190"/>
                  </a:lnTo>
                  <a:lnTo>
                    <a:pt x="782011" y="1273190"/>
                  </a:lnTo>
                  <a:lnTo>
                    <a:pt x="780090" y="1273190"/>
                  </a:lnTo>
                  <a:lnTo>
                    <a:pt x="778169" y="1273190"/>
                  </a:lnTo>
                  <a:lnTo>
                    <a:pt x="776247" y="1273190"/>
                  </a:lnTo>
                  <a:lnTo>
                    <a:pt x="774326" y="1273190"/>
                  </a:lnTo>
                  <a:lnTo>
                    <a:pt x="772404" y="1273190"/>
                  </a:lnTo>
                  <a:lnTo>
                    <a:pt x="770483" y="1273190"/>
                  </a:lnTo>
                  <a:lnTo>
                    <a:pt x="768562" y="1273190"/>
                  </a:lnTo>
                  <a:lnTo>
                    <a:pt x="766640" y="1273190"/>
                  </a:lnTo>
                  <a:lnTo>
                    <a:pt x="764719" y="1273190"/>
                  </a:lnTo>
                  <a:lnTo>
                    <a:pt x="762797" y="1273190"/>
                  </a:lnTo>
                  <a:lnTo>
                    <a:pt x="760876" y="1273190"/>
                  </a:lnTo>
                  <a:lnTo>
                    <a:pt x="758955" y="1273190"/>
                  </a:lnTo>
                  <a:lnTo>
                    <a:pt x="757033" y="1273190"/>
                  </a:lnTo>
                  <a:lnTo>
                    <a:pt x="755112" y="1273190"/>
                  </a:lnTo>
                  <a:lnTo>
                    <a:pt x="753190" y="1273190"/>
                  </a:lnTo>
                  <a:lnTo>
                    <a:pt x="751269" y="1273190"/>
                  </a:lnTo>
                  <a:lnTo>
                    <a:pt x="749348" y="1273190"/>
                  </a:lnTo>
                  <a:lnTo>
                    <a:pt x="747426" y="1273190"/>
                  </a:lnTo>
                  <a:lnTo>
                    <a:pt x="745505" y="1273190"/>
                  </a:lnTo>
                  <a:lnTo>
                    <a:pt x="743583" y="1273190"/>
                  </a:lnTo>
                  <a:lnTo>
                    <a:pt x="741662" y="1273190"/>
                  </a:lnTo>
                  <a:lnTo>
                    <a:pt x="739741" y="1273190"/>
                  </a:lnTo>
                  <a:lnTo>
                    <a:pt x="737819" y="1273190"/>
                  </a:lnTo>
                  <a:lnTo>
                    <a:pt x="735898" y="1273190"/>
                  </a:lnTo>
                  <a:lnTo>
                    <a:pt x="733976" y="1273190"/>
                  </a:lnTo>
                  <a:lnTo>
                    <a:pt x="732055" y="1273190"/>
                  </a:lnTo>
                  <a:lnTo>
                    <a:pt x="730134" y="1273190"/>
                  </a:lnTo>
                  <a:lnTo>
                    <a:pt x="728212" y="1273190"/>
                  </a:lnTo>
                  <a:lnTo>
                    <a:pt x="726291" y="1273190"/>
                  </a:lnTo>
                  <a:lnTo>
                    <a:pt x="724369" y="1273190"/>
                  </a:lnTo>
                  <a:lnTo>
                    <a:pt x="722448" y="1273190"/>
                  </a:lnTo>
                  <a:lnTo>
                    <a:pt x="720526" y="1273190"/>
                  </a:lnTo>
                  <a:lnTo>
                    <a:pt x="718605" y="1273190"/>
                  </a:lnTo>
                  <a:lnTo>
                    <a:pt x="716684" y="1273190"/>
                  </a:lnTo>
                  <a:lnTo>
                    <a:pt x="714762" y="1273190"/>
                  </a:lnTo>
                  <a:lnTo>
                    <a:pt x="712841" y="1273190"/>
                  </a:lnTo>
                  <a:lnTo>
                    <a:pt x="710919" y="1273190"/>
                  </a:lnTo>
                  <a:lnTo>
                    <a:pt x="708998" y="1273190"/>
                  </a:lnTo>
                  <a:lnTo>
                    <a:pt x="707077" y="1273190"/>
                  </a:lnTo>
                  <a:lnTo>
                    <a:pt x="705155" y="1273190"/>
                  </a:lnTo>
                  <a:lnTo>
                    <a:pt x="703234" y="1273190"/>
                  </a:lnTo>
                  <a:lnTo>
                    <a:pt x="701312" y="1273190"/>
                  </a:lnTo>
                  <a:lnTo>
                    <a:pt x="699391" y="1273190"/>
                  </a:lnTo>
                  <a:lnTo>
                    <a:pt x="697470" y="1273190"/>
                  </a:lnTo>
                  <a:lnTo>
                    <a:pt x="695548" y="1273190"/>
                  </a:lnTo>
                  <a:lnTo>
                    <a:pt x="693627" y="1273190"/>
                  </a:lnTo>
                  <a:lnTo>
                    <a:pt x="691705" y="1273190"/>
                  </a:lnTo>
                  <a:lnTo>
                    <a:pt x="689784" y="1273190"/>
                  </a:lnTo>
                  <a:lnTo>
                    <a:pt x="687863" y="1273190"/>
                  </a:lnTo>
                  <a:lnTo>
                    <a:pt x="685941" y="1273190"/>
                  </a:lnTo>
                  <a:lnTo>
                    <a:pt x="684020" y="1273190"/>
                  </a:lnTo>
                  <a:lnTo>
                    <a:pt x="682098" y="1273190"/>
                  </a:lnTo>
                  <a:lnTo>
                    <a:pt x="680177" y="1273190"/>
                  </a:lnTo>
                  <a:lnTo>
                    <a:pt x="678256" y="1273190"/>
                  </a:lnTo>
                  <a:lnTo>
                    <a:pt x="676334" y="1273190"/>
                  </a:lnTo>
                  <a:lnTo>
                    <a:pt x="674413" y="1273190"/>
                  </a:lnTo>
                  <a:lnTo>
                    <a:pt x="672491" y="1273190"/>
                  </a:lnTo>
                  <a:lnTo>
                    <a:pt x="670570" y="1273190"/>
                  </a:lnTo>
                  <a:lnTo>
                    <a:pt x="668649" y="1273190"/>
                  </a:lnTo>
                  <a:lnTo>
                    <a:pt x="666727" y="1273190"/>
                  </a:lnTo>
                  <a:lnTo>
                    <a:pt x="664806" y="1273190"/>
                  </a:lnTo>
                  <a:lnTo>
                    <a:pt x="662884" y="1273190"/>
                  </a:lnTo>
                  <a:lnTo>
                    <a:pt x="660963" y="1273190"/>
                  </a:lnTo>
                  <a:lnTo>
                    <a:pt x="659042" y="1273190"/>
                  </a:lnTo>
                  <a:lnTo>
                    <a:pt x="657120" y="1273190"/>
                  </a:lnTo>
                  <a:lnTo>
                    <a:pt x="655199" y="1273190"/>
                  </a:lnTo>
                  <a:lnTo>
                    <a:pt x="653277" y="1273190"/>
                  </a:lnTo>
                  <a:lnTo>
                    <a:pt x="651356" y="1273190"/>
                  </a:lnTo>
                  <a:lnTo>
                    <a:pt x="649434" y="1273190"/>
                  </a:lnTo>
                  <a:lnTo>
                    <a:pt x="647513" y="1273190"/>
                  </a:lnTo>
                  <a:lnTo>
                    <a:pt x="645592" y="1273190"/>
                  </a:lnTo>
                  <a:lnTo>
                    <a:pt x="643670" y="1273190"/>
                  </a:lnTo>
                  <a:lnTo>
                    <a:pt x="641749" y="1273190"/>
                  </a:lnTo>
                  <a:lnTo>
                    <a:pt x="639827" y="1273190"/>
                  </a:lnTo>
                  <a:lnTo>
                    <a:pt x="637906" y="1273190"/>
                  </a:lnTo>
                  <a:lnTo>
                    <a:pt x="635985" y="1273190"/>
                  </a:lnTo>
                  <a:lnTo>
                    <a:pt x="634063" y="1273190"/>
                  </a:lnTo>
                  <a:lnTo>
                    <a:pt x="632142" y="1273190"/>
                  </a:lnTo>
                  <a:lnTo>
                    <a:pt x="630220" y="1273190"/>
                  </a:lnTo>
                  <a:lnTo>
                    <a:pt x="628299" y="1273190"/>
                  </a:lnTo>
                  <a:lnTo>
                    <a:pt x="626378" y="1273190"/>
                  </a:lnTo>
                  <a:lnTo>
                    <a:pt x="624456" y="1273190"/>
                  </a:lnTo>
                  <a:lnTo>
                    <a:pt x="622535" y="1273190"/>
                  </a:lnTo>
                  <a:lnTo>
                    <a:pt x="620613" y="1273190"/>
                  </a:lnTo>
                  <a:lnTo>
                    <a:pt x="618692" y="1273190"/>
                  </a:lnTo>
                  <a:lnTo>
                    <a:pt x="616771" y="1273190"/>
                  </a:lnTo>
                  <a:lnTo>
                    <a:pt x="614849" y="1273190"/>
                  </a:lnTo>
                  <a:lnTo>
                    <a:pt x="612928" y="1273190"/>
                  </a:lnTo>
                  <a:lnTo>
                    <a:pt x="611006" y="1273190"/>
                  </a:lnTo>
                  <a:lnTo>
                    <a:pt x="609085" y="1273190"/>
                  </a:lnTo>
                  <a:lnTo>
                    <a:pt x="607164" y="1273190"/>
                  </a:lnTo>
                  <a:lnTo>
                    <a:pt x="605242" y="1273190"/>
                  </a:lnTo>
                  <a:lnTo>
                    <a:pt x="603321" y="1273190"/>
                  </a:lnTo>
                  <a:lnTo>
                    <a:pt x="601399" y="1273190"/>
                  </a:lnTo>
                  <a:lnTo>
                    <a:pt x="599478" y="1273190"/>
                  </a:lnTo>
                  <a:lnTo>
                    <a:pt x="597557" y="1273190"/>
                  </a:lnTo>
                  <a:lnTo>
                    <a:pt x="595635" y="1273190"/>
                  </a:lnTo>
                  <a:lnTo>
                    <a:pt x="593714" y="1273190"/>
                  </a:lnTo>
                  <a:lnTo>
                    <a:pt x="591792" y="1273190"/>
                  </a:lnTo>
                  <a:lnTo>
                    <a:pt x="589871" y="1273190"/>
                  </a:lnTo>
                  <a:lnTo>
                    <a:pt x="587950" y="1273190"/>
                  </a:lnTo>
                  <a:lnTo>
                    <a:pt x="586028" y="1273190"/>
                  </a:lnTo>
                  <a:lnTo>
                    <a:pt x="584107" y="1273190"/>
                  </a:lnTo>
                  <a:lnTo>
                    <a:pt x="582185" y="1273190"/>
                  </a:lnTo>
                  <a:lnTo>
                    <a:pt x="580264" y="1273190"/>
                  </a:lnTo>
                  <a:lnTo>
                    <a:pt x="578342" y="1273190"/>
                  </a:lnTo>
                  <a:lnTo>
                    <a:pt x="576421" y="1273190"/>
                  </a:lnTo>
                  <a:lnTo>
                    <a:pt x="574500" y="1273190"/>
                  </a:lnTo>
                  <a:lnTo>
                    <a:pt x="572578" y="1273190"/>
                  </a:lnTo>
                  <a:lnTo>
                    <a:pt x="570657" y="1273190"/>
                  </a:lnTo>
                  <a:lnTo>
                    <a:pt x="568735" y="1273190"/>
                  </a:lnTo>
                  <a:lnTo>
                    <a:pt x="566814" y="1273190"/>
                  </a:lnTo>
                  <a:lnTo>
                    <a:pt x="564893" y="1273190"/>
                  </a:lnTo>
                  <a:lnTo>
                    <a:pt x="562971" y="1273190"/>
                  </a:lnTo>
                  <a:lnTo>
                    <a:pt x="561050" y="1273190"/>
                  </a:lnTo>
                  <a:lnTo>
                    <a:pt x="559128" y="1273190"/>
                  </a:lnTo>
                  <a:lnTo>
                    <a:pt x="557207" y="1273190"/>
                  </a:lnTo>
                  <a:lnTo>
                    <a:pt x="555286" y="1273190"/>
                  </a:lnTo>
                  <a:lnTo>
                    <a:pt x="553364" y="1273190"/>
                  </a:lnTo>
                  <a:lnTo>
                    <a:pt x="551443" y="1273190"/>
                  </a:lnTo>
                  <a:lnTo>
                    <a:pt x="549521" y="1273190"/>
                  </a:lnTo>
                  <a:lnTo>
                    <a:pt x="547600" y="1273190"/>
                  </a:lnTo>
                  <a:lnTo>
                    <a:pt x="545679" y="1273190"/>
                  </a:lnTo>
                  <a:lnTo>
                    <a:pt x="543757" y="1273190"/>
                  </a:lnTo>
                  <a:lnTo>
                    <a:pt x="541836" y="1273190"/>
                  </a:lnTo>
                  <a:lnTo>
                    <a:pt x="539914" y="1273190"/>
                  </a:lnTo>
                  <a:lnTo>
                    <a:pt x="537993" y="1273190"/>
                  </a:lnTo>
                  <a:lnTo>
                    <a:pt x="536072" y="1273190"/>
                  </a:lnTo>
                  <a:lnTo>
                    <a:pt x="534150" y="1273190"/>
                  </a:lnTo>
                  <a:lnTo>
                    <a:pt x="532229" y="1273190"/>
                  </a:lnTo>
                  <a:lnTo>
                    <a:pt x="530307" y="1273190"/>
                  </a:lnTo>
                  <a:lnTo>
                    <a:pt x="528386" y="1273190"/>
                  </a:lnTo>
                  <a:lnTo>
                    <a:pt x="526465" y="1273190"/>
                  </a:lnTo>
                  <a:lnTo>
                    <a:pt x="524543" y="1273190"/>
                  </a:lnTo>
                  <a:lnTo>
                    <a:pt x="522622" y="1273190"/>
                  </a:lnTo>
                  <a:lnTo>
                    <a:pt x="520700" y="1273190"/>
                  </a:lnTo>
                  <a:lnTo>
                    <a:pt x="518779" y="1273190"/>
                  </a:lnTo>
                  <a:lnTo>
                    <a:pt x="516858" y="1273190"/>
                  </a:lnTo>
                  <a:lnTo>
                    <a:pt x="514936" y="1273190"/>
                  </a:lnTo>
                  <a:lnTo>
                    <a:pt x="513015" y="1273190"/>
                  </a:lnTo>
                  <a:lnTo>
                    <a:pt x="511093" y="1273190"/>
                  </a:lnTo>
                  <a:lnTo>
                    <a:pt x="509172" y="1273190"/>
                  </a:lnTo>
                  <a:lnTo>
                    <a:pt x="507250" y="1273190"/>
                  </a:lnTo>
                  <a:lnTo>
                    <a:pt x="505329" y="1273190"/>
                  </a:lnTo>
                  <a:lnTo>
                    <a:pt x="503408" y="1273190"/>
                  </a:lnTo>
                  <a:lnTo>
                    <a:pt x="501486" y="1273190"/>
                  </a:lnTo>
                  <a:lnTo>
                    <a:pt x="499565" y="1273190"/>
                  </a:lnTo>
                  <a:lnTo>
                    <a:pt x="497643" y="1273190"/>
                  </a:lnTo>
                  <a:lnTo>
                    <a:pt x="495722" y="1273190"/>
                  </a:lnTo>
                  <a:lnTo>
                    <a:pt x="493801" y="1273190"/>
                  </a:lnTo>
                  <a:lnTo>
                    <a:pt x="491879" y="1273190"/>
                  </a:lnTo>
                  <a:lnTo>
                    <a:pt x="489958" y="1273190"/>
                  </a:lnTo>
                  <a:lnTo>
                    <a:pt x="488036" y="1273190"/>
                  </a:lnTo>
                  <a:lnTo>
                    <a:pt x="486115" y="1273190"/>
                  </a:lnTo>
                  <a:lnTo>
                    <a:pt x="484194" y="1273190"/>
                  </a:lnTo>
                  <a:lnTo>
                    <a:pt x="482272" y="1273190"/>
                  </a:lnTo>
                  <a:lnTo>
                    <a:pt x="480351" y="1273190"/>
                  </a:lnTo>
                  <a:lnTo>
                    <a:pt x="478429" y="1273190"/>
                  </a:lnTo>
                  <a:lnTo>
                    <a:pt x="476508" y="1273190"/>
                  </a:lnTo>
                  <a:lnTo>
                    <a:pt x="474587" y="1273190"/>
                  </a:lnTo>
                  <a:lnTo>
                    <a:pt x="472665" y="1273190"/>
                  </a:lnTo>
                  <a:lnTo>
                    <a:pt x="470744" y="1273190"/>
                  </a:lnTo>
                  <a:lnTo>
                    <a:pt x="468822" y="1273190"/>
                  </a:lnTo>
                  <a:lnTo>
                    <a:pt x="466901" y="1273190"/>
                  </a:lnTo>
                  <a:lnTo>
                    <a:pt x="464980" y="1273190"/>
                  </a:lnTo>
                  <a:lnTo>
                    <a:pt x="463058" y="1273190"/>
                  </a:lnTo>
                  <a:lnTo>
                    <a:pt x="461137" y="1273190"/>
                  </a:lnTo>
                  <a:lnTo>
                    <a:pt x="459215" y="1273190"/>
                  </a:lnTo>
                  <a:lnTo>
                    <a:pt x="457294" y="1273190"/>
                  </a:lnTo>
                  <a:lnTo>
                    <a:pt x="455373" y="1273190"/>
                  </a:lnTo>
                  <a:lnTo>
                    <a:pt x="453451" y="1273190"/>
                  </a:lnTo>
                  <a:lnTo>
                    <a:pt x="451530" y="1273190"/>
                  </a:lnTo>
                  <a:lnTo>
                    <a:pt x="449608" y="1273190"/>
                  </a:lnTo>
                  <a:lnTo>
                    <a:pt x="447687" y="1273190"/>
                  </a:lnTo>
                  <a:lnTo>
                    <a:pt x="445766" y="1273190"/>
                  </a:lnTo>
                  <a:lnTo>
                    <a:pt x="443844" y="1273190"/>
                  </a:lnTo>
                  <a:lnTo>
                    <a:pt x="441923" y="1273190"/>
                  </a:lnTo>
                  <a:lnTo>
                    <a:pt x="440001" y="1273190"/>
                  </a:lnTo>
                  <a:lnTo>
                    <a:pt x="438080" y="1273190"/>
                  </a:lnTo>
                  <a:lnTo>
                    <a:pt x="436159" y="1273190"/>
                  </a:lnTo>
                  <a:lnTo>
                    <a:pt x="434237" y="1273190"/>
                  </a:lnTo>
                  <a:lnTo>
                    <a:pt x="432316" y="1273190"/>
                  </a:lnTo>
                  <a:lnTo>
                    <a:pt x="430394" y="1273190"/>
                  </a:lnTo>
                  <a:lnTo>
                    <a:pt x="428473" y="1273190"/>
                  </a:lnTo>
                  <a:lnTo>
                    <a:pt x="426551" y="1273190"/>
                  </a:lnTo>
                  <a:lnTo>
                    <a:pt x="424630" y="1273190"/>
                  </a:lnTo>
                  <a:lnTo>
                    <a:pt x="422709" y="1273190"/>
                  </a:lnTo>
                  <a:lnTo>
                    <a:pt x="420787" y="1273190"/>
                  </a:lnTo>
                  <a:lnTo>
                    <a:pt x="418866" y="1273190"/>
                  </a:lnTo>
                  <a:lnTo>
                    <a:pt x="416944" y="1273190"/>
                  </a:lnTo>
                  <a:lnTo>
                    <a:pt x="415023" y="1273190"/>
                  </a:lnTo>
                  <a:lnTo>
                    <a:pt x="413102" y="1273190"/>
                  </a:lnTo>
                  <a:lnTo>
                    <a:pt x="411180" y="1273190"/>
                  </a:lnTo>
                  <a:lnTo>
                    <a:pt x="409259" y="1273190"/>
                  </a:lnTo>
                  <a:lnTo>
                    <a:pt x="407337" y="1273190"/>
                  </a:lnTo>
                  <a:lnTo>
                    <a:pt x="405416" y="1273190"/>
                  </a:lnTo>
                  <a:lnTo>
                    <a:pt x="403495" y="1273190"/>
                  </a:lnTo>
                  <a:lnTo>
                    <a:pt x="401573" y="1273190"/>
                  </a:lnTo>
                  <a:lnTo>
                    <a:pt x="399652" y="1273190"/>
                  </a:lnTo>
                  <a:lnTo>
                    <a:pt x="397730" y="1273190"/>
                  </a:lnTo>
                  <a:lnTo>
                    <a:pt x="395809" y="1273190"/>
                  </a:lnTo>
                  <a:lnTo>
                    <a:pt x="393888" y="1273190"/>
                  </a:lnTo>
                  <a:lnTo>
                    <a:pt x="391966" y="1273190"/>
                  </a:lnTo>
                  <a:lnTo>
                    <a:pt x="390045" y="1273190"/>
                  </a:lnTo>
                  <a:lnTo>
                    <a:pt x="388123" y="1273190"/>
                  </a:lnTo>
                  <a:lnTo>
                    <a:pt x="386202" y="1273190"/>
                  </a:lnTo>
                  <a:lnTo>
                    <a:pt x="384281" y="1273190"/>
                  </a:lnTo>
                  <a:lnTo>
                    <a:pt x="382359" y="1273190"/>
                  </a:lnTo>
                  <a:lnTo>
                    <a:pt x="380438" y="1273190"/>
                  </a:lnTo>
                  <a:lnTo>
                    <a:pt x="378516" y="1273190"/>
                  </a:lnTo>
                  <a:lnTo>
                    <a:pt x="376595" y="1273190"/>
                  </a:lnTo>
                  <a:lnTo>
                    <a:pt x="374674" y="1273190"/>
                  </a:lnTo>
                  <a:lnTo>
                    <a:pt x="372752" y="1273190"/>
                  </a:lnTo>
                  <a:lnTo>
                    <a:pt x="370831" y="1273190"/>
                  </a:lnTo>
                  <a:lnTo>
                    <a:pt x="368909" y="1273190"/>
                  </a:lnTo>
                  <a:lnTo>
                    <a:pt x="366988" y="1273190"/>
                  </a:lnTo>
                  <a:lnTo>
                    <a:pt x="365067" y="1273190"/>
                  </a:lnTo>
                  <a:lnTo>
                    <a:pt x="363145" y="1273190"/>
                  </a:lnTo>
                  <a:lnTo>
                    <a:pt x="361224" y="1273190"/>
                  </a:lnTo>
                  <a:lnTo>
                    <a:pt x="359302" y="1273190"/>
                  </a:lnTo>
                  <a:lnTo>
                    <a:pt x="357381" y="1273190"/>
                  </a:lnTo>
                  <a:lnTo>
                    <a:pt x="355459" y="1273190"/>
                  </a:lnTo>
                  <a:lnTo>
                    <a:pt x="353538" y="1273190"/>
                  </a:lnTo>
                  <a:lnTo>
                    <a:pt x="351617" y="1273190"/>
                  </a:lnTo>
                  <a:lnTo>
                    <a:pt x="349695" y="1273190"/>
                  </a:lnTo>
                  <a:lnTo>
                    <a:pt x="347774" y="1273190"/>
                  </a:lnTo>
                  <a:lnTo>
                    <a:pt x="345852" y="1273190"/>
                  </a:lnTo>
                  <a:lnTo>
                    <a:pt x="343931" y="1273190"/>
                  </a:lnTo>
                  <a:lnTo>
                    <a:pt x="342010" y="1273190"/>
                  </a:lnTo>
                  <a:lnTo>
                    <a:pt x="340088" y="1273190"/>
                  </a:lnTo>
                  <a:lnTo>
                    <a:pt x="338167" y="1273190"/>
                  </a:lnTo>
                  <a:lnTo>
                    <a:pt x="336245" y="1273190"/>
                  </a:lnTo>
                  <a:lnTo>
                    <a:pt x="334324" y="1273190"/>
                  </a:lnTo>
                  <a:lnTo>
                    <a:pt x="332403" y="1273190"/>
                  </a:lnTo>
                  <a:lnTo>
                    <a:pt x="330481" y="1273190"/>
                  </a:lnTo>
                  <a:lnTo>
                    <a:pt x="328560" y="1273190"/>
                  </a:lnTo>
                  <a:lnTo>
                    <a:pt x="326638" y="1273190"/>
                  </a:lnTo>
                  <a:lnTo>
                    <a:pt x="324717" y="1273190"/>
                  </a:lnTo>
                  <a:lnTo>
                    <a:pt x="322796" y="1273190"/>
                  </a:lnTo>
                  <a:lnTo>
                    <a:pt x="320874" y="1273190"/>
                  </a:lnTo>
                  <a:lnTo>
                    <a:pt x="318953" y="1273190"/>
                  </a:lnTo>
                  <a:lnTo>
                    <a:pt x="317031" y="1273190"/>
                  </a:lnTo>
                  <a:lnTo>
                    <a:pt x="315110" y="1273190"/>
                  </a:lnTo>
                  <a:lnTo>
                    <a:pt x="313189" y="1273190"/>
                  </a:lnTo>
                  <a:lnTo>
                    <a:pt x="311267" y="1273190"/>
                  </a:lnTo>
                  <a:lnTo>
                    <a:pt x="309346" y="1273190"/>
                  </a:lnTo>
                  <a:lnTo>
                    <a:pt x="307424" y="1273190"/>
                  </a:lnTo>
                  <a:lnTo>
                    <a:pt x="305503" y="1273190"/>
                  </a:lnTo>
                  <a:lnTo>
                    <a:pt x="303582" y="1273190"/>
                  </a:lnTo>
                  <a:lnTo>
                    <a:pt x="301660" y="1273190"/>
                  </a:lnTo>
                  <a:lnTo>
                    <a:pt x="299739" y="1273190"/>
                  </a:lnTo>
                  <a:lnTo>
                    <a:pt x="297817" y="1273190"/>
                  </a:lnTo>
                  <a:lnTo>
                    <a:pt x="295896" y="1273190"/>
                  </a:lnTo>
                  <a:lnTo>
                    <a:pt x="293975" y="1273190"/>
                  </a:lnTo>
                  <a:lnTo>
                    <a:pt x="292053" y="1273190"/>
                  </a:lnTo>
                  <a:lnTo>
                    <a:pt x="290132" y="1273190"/>
                  </a:lnTo>
                  <a:lnTo>
                    <a:pt x="288210" y="1273190"/>
                  </a:lnTo>
                  <a:lnTo>
                    <a:pt x="286289" y="1273190"/>
                  </a:lnTo>
                  <a:lnTo>
                    <a:pt x="284367" y="1273190"/>
                  </a:lnTo>
                  <a:lnTo>
                    <a:pt x="282446" y="1273190"/>
                  </a:lnTo>
                  <a:lnTo>
                    <a:pt x="280525" y="1273190"/>
                  </a:lnTo>
                  <a:lnTo>
                    <a:pt x="278603" y="1273190"/>
                  </a:lnTo>
                  <a:lnTo>
                    <a:pt x="276682" y="1273190"/>
                  </a:lnTo>
                  <a:lnTo>
                    <a:pt x="274760" y="1273190"/>
                  </a:lnTo>
                  <a:lnTo>
                    <a:pt x="272839" y="1273190"/>
                  </a:lnTo>
                  <a:lnTo>
                    <a:pt x="270918" y="1273190"/>
                  </a:lnTo>
                  <a:lnTo>
                    <a:pt x="268996" y="1273190"/>
                  </a:lnTo>
                  <a:lnTo>
                    <a:pt x="267075" y="1273190"/>
                  </a:lnTo>
                  <a:lnTo>
                    <a:pt x="265153" y="1273190"/>
                  </a:lnTo>
                  <a:lnTo>
                    <a:pt x="263232" y="1273190"/>
                  </a:lnTo>
                  <a:lnTo>
                    <a:pt x="261311" y="1273190"/>
                  </a:lnTo>
                  <a:lnTo>
                    <a:pt x="259389" y="1273190"/>
                  </a:lnTo>
                  <a:lnTo>
                    <a:pt x="257468" y="1273190"/>
                  </a:lnTo>
                  <a:lnTo>
                    <a:pt x="255546" y="1273190"/>
                  </a:lnTo>
                  <a:lnTo>
                    <a:pt x="253625" y="1273190"/>
                  </a:lnTo>
                  <a:lnTo>
                    <a:pt x="251704" y="1273190"/>
                  </a:lnTo>
                  <a:lnTo>
                    <a:pt x="249782" y="1273190"/>
                  </a:lnTo>
                  <a:lnTo>
                    <a:pt x="247861" y="1273190"/>
                  </a:lnTo>
                  <a:lnTo>
                    <a:pt x="245939" y="1273190"/>
                  </a:lnTo>
                  <a:lnTo>
                    <a:pt x="244018" y="1273190"/>
                  </a:lnTo>
                  <a:lnTo>
                    <a:pt x="242097" y="1273190"/>
                  </a:lnTo>
                  <a:lnTo>
                    <a:pt x="240175" y="1273190"/>
                  </a:lnTo>
                  <a:lnTo>
                    <a:pt x="238254" y="1273190"/>
                  </a:lnTo>
                  <a:lnTo>
                    <a:pt x="236332" y="1273190"/>
                  </a:lnTo>
                  <a:lnTo>
                    <a:pt x="234411" y="1273190"/>
                  </a:lnTo>
                  <a:lnTo>
                    <a:pt x="232490" y="1273190"/>
                  </a:lnTo>
                  <a:lnTo>
                    <a:pt x="230568" y="1273190"/>
                  </a:lnTo>
                  <a:lnTo>
                    <a:pt x="228647" y="1273190"/>
                  </a:lnTo>
                  <a:lnTo>
                    <a:pt x="226725" y="1273190"/>
                  </a:lnTo>
                  <a:lnTo>
                    <a:pt x="224804" y="1273190"/>
                  </a:lnTo>
                  <a:lnTo>
                    <a:pt x="222883" y="1273190"/>
                  </a:lnTo>
                  <a:lnTo>
                    <a:pt x="220961" y="1273190"/>
                  </a:lnTo>
                  <a:lnTo>
                    <a:pt x="219040" y="1273190"/>
                  </a:lnTo>
                  <a:lnTo>
                    <a:pt x="217118" y="1273190"/>
                  </a:lnTo>
                  <a:lnTo>
                    <a:pt x="215197" y="1273190"/>
                  </a:lnTo>
                  <a:lnTo>
                    <a:pt x="213275" y="1273190"/>
                  </a:lnTo>
                  <a:lnTo>
                    <a:pt x="211354" y="1273190"/>
                  </a:lnTo>
                  <a:lnTo>
                    <a:pt x="209433" y="1273190"/>
                  </a:lnTo>
                  <a:lnTo>
                    <a:pt x="207511" y="1273190"/>
                  </a:lnTo>
                  <a:lnTo>
                    <a:pt x="205590" y="1273190"/>
                  </a:lnTo>
                  <a:lnTo>
                    <a:pt x="203668" y="1273190"/>
                  </a:lnTo>
                  <a:lnTo>
                    <a:pt x="201747" y="1273190"/>
                  </a:lnTo>
                  <a:lnTo>
                    <a:pt x="199826" y="1273190"/>
                  </a:lnTo>
                  <a:lnTo>
                    <a:pt x="197904" y="1273190"/>
                  </a:lnTo>
                  <a:lnTo>
                    <a:pt x="195983" y="1273190"/>
                  </a:lnTo>
                  <a:lnTo>
                    <a:pt x="194061" y="1273190"/>
                  </a:lnTo>
                  <a:lnTo>
                    <a:pt x="192140" y="1273190"/>
                  </a:lnTo>
                  <a:lnTo>
                    <a:pt x="190219" y="1273190"/>
                  </a:lnTo>
                  <a:lnTo>
                    <a:pt x="188297" y="1273190"/>
                  </a:lnTo>
                  <a:lnTo>
                    <a:pt x="186376" y="1273190"/>
                  </a:lnTo>
                  <a:lnTo>
                    <a:pt x="184454" y="1273190"/>
                  </a:lnTo>
                  <a:lnTo>
                    <a:pt x="182533" y="1273190"/>
                  </a:lnTo>
                  <a:lnTo>
                    <a:pt x="180612" y="1273190"/>
                  </a:lnTo>
                  <a:lnTo>
                    <a:pt x="178690" y="1273190"/>
                  </a:lnTo>
                  <a:lnTo>
                    <a:pt x="176769" y="1273190"/>
                  </a:lnTo>
                  <a:lnTo>
                    <a:pt x="174847" y="1273190"/>
                  </a:lnTo>
                  <a:lnTo>
                    <a:pt x="172926" y="1273190"/>
                  </a:lnTo>
                  <a:lnTo>
                    <a:pt x="171005" y="1273190"/>
                  </a:lnTo>
                  <a:lnTo>
                    <a:pt x="169083" y="1273190"/>
                  </a:lnTo>
                  <a:lnTo>
                    <a:pt x="167162" y="1273190"/>
                  </a:lnTo>
                  <a:lnTo>
                    <a:pt x="165240" y="1273190"/>
                  </a:lnTo>
                  <a:lnTo>
                    <a:pt x="163319" y="1273190"/>
                  </a:lnTo>
                  <a:lnTo>
                    <a:pt x="161398" y="1273190"/>
                  </a:lnTo>
                  <a:lnTo>
                    <a:pt x="159476" y="1273190"/>
                  </a:lnTo>
                  <a:lnTo>
                    <a:pt x="157555" y="1273190"/>
                  </a:lnTo>
                  <a:lnTo>
                    <a:pt x="155633" y="1273190"/>
                  </a:lnTo>
                  <a:lnTo>
                    <a:pt x="153712" y="1273190"/>
                  </a:lnTo>
                  <a:lnTo>
                    <a:pt x="151791" y="1273190"/>
                  </a:lnTo>
                  <a:lnTo>
                    <a:pt x="149869" y="1273190"/>
                  </a:lnTo>
                  <a:lnTo>
                    <a:pt x="147948" y="1273190"/>
                  </a:lnTo>
                  <a:lnTo>
                    <a:pt x="146026" y="1273190"/>
                  </a:lnTo>
                  <a:lnTo>
                    <a:pt x="144105" y="1273190"/>
                  </a:lnTo>
                  <a:lnTo>
                    <a:pt x="142183" y="1273190"/>
                  </a:lnTo>
                  <a:lnTo>
                    <a:pt x="140262" y="1273190"/>
                  </a:lnTo>
                  <a:lnTo>
                    <a:pt x="138341" y="1273190"/>
                  </a:lnTo>
                  <a:lnTo>
                    <a:pt x="136419" y="1273190"/>
                  </a:lnTo>
                  <a:lnTo>
                    <a:pt x="134498" y="1273190"/>
                  </a:lnTo>
                  <a:lnTo>
                    <a:pt x="132576" y="1273190"/>
                  </a:lnTo>
                  <a:lnTo>
                    <a:pt x="130655" y="1273190"/>
                  </a:lnTo>
                  <a:lnTo>
                    <a:pt x="128734" y="1273190"/>
                  </a:lnTo>
                  <a:lnTo>
                    <a:pt x="126812" y="1273190"/>
                  </a:lnTo>
                  <a:lnTo>
                    <a:pt x="124891" y="1273190"/>
                  </a:lnTo>
                  <a:lnTo>
                    <a:pt x="122969" y="1273190"/>
                  </a:lnTo>
                  <a:lnTo>
                    <a:pt x="121048" y="1273190"/>
                  </a:lnTo>
                  <a:lnTo>
                    <a:pt x="119127" y="1273190"/>
                  </a:lnTo>
                  <a:lnTo>
                    <a:pt x="117205" y="1273190"/>
                  </a:lnTo>
                  <a:lnTo>
                    <a:pt x="115284" y="1273190"/>
                  </a:lnTo>
                  <a:lnTo>
                    <a:pt x="113362" y="1273190"/>
                  </a:lnTo>
                  <a:lnTo>
                    <a:pt x="111441" y="1273190"/>
                  </a:lnTo>
                  <a:lnTo>
                    <a:pt x="109520" y="1273190"/>
                  </a:lnTo>
                  <a:lnTo>
                    <a:pt x="107598" y="1273190"/>
                  </a:lnTo>
                  <a:lnTo>
                    <a:pt x="105677" y="1273190"/>
                  </a:lnTo>
                  <a:lnTo>
                    <a:pt x="103755" y="1273190"/>
                  </a:lnTo>
                  <a:lnTo>
                    <a:pt x="101834" y="1273190"/>
                  </a:lnTo>
                  <a:lnTo>
                    <a:pt x="99913" y="1273190"/>
                  </a:lnTo>
                  <a:lnTo>
                    <a:pt x="97991" y="1273190"/>
                  </a:lnTo>
                  <a:lnTo>
                    <a:pt x="96070" y="1273190"/>
                  </a:lnTo>
                  <a:lnTo>
                    <a:pt x="94148" y="1273190"/>
                  </a:lnTo>
                  <a:lnTo>
                    <a:pt x="92227" y="1273190"/>
                  </a:lnTo>
                  <a:lnTo>
                    <a:pt x="90306" y="1273190"/>
                  </a:lnTo>
                  <a:lnTo>
                    <a:pt x="88384" y="1273190"/>
                  </a:lnTo>
                  <a:lnTo>
                    <a:pt x="86463" y="1273190"/>
                  </a:lnTo>
                  <a:lnTo>
                    <a:pt x="84541" y="1273190"/>
                  </a:lnTo>
                  <a:lnTo>
                    <a:pt x="82620" y="1273190"/>
                  </a:lnTo>
                  <a:lnTo>
                    <a:pt x="80699" y="1273190"/>
                  </a:lnTo>
                  <a:lnTo>
                    <a:pt x="78777" y="1273190"/>
                  </a:lnTo>
                  <a:lnTo>
                    <a:pt x="76856" y="1273190"/>
                  </a:lnTo>
                  <a:lnTo>
                    <a:pt x="74934" y="1273190"/>
                  </a:lnTo>
                  <a:lnTo>
                    <a:pt x="73013" y="1273190"/>
                  </a:lnTo>
                  <a:lnTo>
                    <a:pt x="71091" y="1273190"/>
                  </a:lnTo>
                  <a:lnTo>
                    <a:pt x="69170" y="1273190"/>
                  </a:lnTo>
                  <a:lnTo>
                    <a:pt x="67249" y="1273190"/>
                  </a:lnTo>
                  <a:lnTo>
                    <a:pt x="65327" y="1273190"/>
                  </a:lnTo>
                  <a:lnTo>
                    <a:pt x="63406" y="1273190"/>
                  </a:lnTo>
                  <a:lnTo>
                    <a:pt x="61484" y="1273190"/>
                  </a:lnTo>
                  <a:lnTo>
                    <a:pt x="59563" y="1273190"/>
                  </a:lnTo>
                  <a:lnTo>
                    <a:pt x="57642" y="1273190"/>
                  </a:lnTo>
                  <a:lnTo>
                    <a:pt x="55720" y="1273190"/>
                  </a:lnTo>
                  <a:lnTo>
                    <a:pt x="53799" y="1273190"/>
                  </a:lnTo>
                  <a:lnTo>
                    <a:pt x="51877" y="1273190"/>
                  </a:lnTo>
                  <a:lnTo>
                    <a:pt x="49956" y="1273190"/>
                  </a:lnTo>
                  <a:lnTo>
                    <a:pt x="48035" y="1273190"/>
                  </a:lnTo>
                  <a:lnTo>
                    <a:pt x="46113" y="1273190"/>
                  </a:lnTo>
                  <a:lnTo>
                    <a:pt x="44192" y="1273190"/>
                  </a:lnTo>
                  <a:lnTo>
                    <a:pt x="42270" y="1273190"/>
                  </a:lnTo>
                  <a:lnTo>
                    <a:pt x="40349" y="1273190"/>
                  </a:lnTo>
                  <a:lnTo>
                    <a:pt x="38428" y="1273190"/>
                  </a:lnTo>
                  <a:lnTo>
                    <a:pt x="36506" y="1273190"/>
                  </a:lnTo>
                  <a:lnTo>
                    <a:pt x="34585" y="1273190"/>
                  </a:lnTo>
                  <a:lnTo>
                    <a:pt x="32663" y="1273190"/>
                  </a:lnTo>
                  <a:lnTo>
                    <a:pt x="30742" y="1273190"/>
                  </a:lnTo>
                  <a:lnTo>
                    <a:pt x="28821" y="1273190"/>
                  </a:lnTo>
                  <a:lnTo>
                    <a:pt x="26899" y="1273190"/>
                  </a:lnTo>
                  <a:lnTo>
                    <a:pt x="24978" y="1273190"/>
                  </a:lnTo>
                  <a:lnTo>
                    <a:pt x="23056" y="1273190"/>
                  </a:lnTo>
                  <a:lnTo>
                    <a:pt x="21135" y="1273190"/>
                  </a:lnTo>
                  <a:lnTo>
                    <a:pt x="19214" y="1273190"/>
                  </a:lnTo>
                  <a:lnTo>
                    <a:pt x="17292" y="1273190"/>
                  </a:lnTo>
                  <a:lnTo>
                    <a:pt x="15371" y="1273190"/>
                  </a:lnTo>
                  <a:lnTo>
                    <a:pt x="13449" y="1273190"/>
                  </a:lnTo>
                  <a:lnTo>
                    <a:pt x="11528" y="1273190"/>
                  </a:lnTo>
                  <a:lnTo>
                    <a:pt x="9607" y="1273190"/>
                  </a:lnTo>
                  <a:lnTo>
                    <a:pt x="7685" y="1273190"/>
                  </a:lnTo>
                  <a:lnTo>
                    <a:pt x="5764" y="1273190"/>
                  </a:lnTo>
                  <a:lnTo>
                    <a:pt x="3842" y="1273190"/>
                  </a:lnTo>
                  <a:lnTo>
                    <a:pt x="1921" y="127319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7906162" y="1509833"/>
              <a:ext cx="981838" cy="1273190"/>
            </a:xfrm>
            <a:custGeom>
              <a:avLst/>
              <a:pathLst>
                <a:path w="981838" h="1273190">
                  <a:moveTo>
                    <a:pt x="0" y="1273190"/>
                  </a:moveTo>
                  <a:lnTo>
                    <a:pt x="1921" y="1273190"/>
                  </a:lnTo>
                  <a:lnTo>
                    <a:pt x="3842" y="1273190"/>
                  </a:lnTo>
                  <a:lnTo>
                    <a:pt x="5764" y="1273190"/>
                  </a:lnTo>
                  <a:lnTo>
                    <a:pt x="7685" y="1273190"/>
                  </a:lnTo>
                  <a:lnTo>
                    <a:pt x="9607" y="1273190"/>
                  </a:lnTo>
                  <a:lnTo>
                    <a:pt x="11528" y="1273190"/>
                  </a:lnTo>
                  <a:lnTo>
                    <a:pt x="13449" y="1273190"/>
                  </a:lnTo>
                  <a:lnTo>
                    <a:pt x="15371" y="1273190"/>
                  </a:lnTo>
                  <a:lnTo>
                    <a:pt x="17292" y="1273190"/>
                  </a:lnTo>
                  <a:lnTo>
                    <a:pt x="19214" y="1273190"/>
                  </a:lnTo>
                  <a:lnTo>
                    <a:pt x="21135" y="1273190"/>
                  </a:lnTo>
                  <a:lnTo>
                    <a:pt x="23056" y="1273190"/>
                  </a:lnTo>
                  <a:lnTo>
                    <a:pt x="24978" y="1273190"/>
                  </a:lnTo>
                  <a:lnTo>
                    <a:pt x="26899" y="1273190"/>
                  </a:lnTo>
                  <a:lnTo>
                    <a:pt x="28821" y="1273190"/>
                  </a:lnTo>
                  <a:lnTo>
                    <a:pt x="30742" y="1273190"/>
                  </a:lnTo>
                  <a:lnTo>
                    <a:pt x="32663" y="1273190"/>
                  </a:lnTo>
                  <a:lnTo>
                    <a:pt x="34585" y="1273190"/>
                  </a:lnTo>
                  <a:lnTo>
                    <a:pt x="36506" y="1273190"/>
                  </a:lnTo>
                  <a:lnTo>
                    <a:pt x="38428" y="1273190"/>
                  </a:lnTo>
                  <a:lnTo>
                    <a:pt x="40349" y="1273190"/>
                  </a:lnTo>
                  <a:lnTo>
                    <a:pt x="42270" y="1273190"/>
                  </a:lnTo>
                  <a:lnTo>
                    <a:pt x="44192" y="1273190"/>
                  </a:lnTo>
                  <a:lnTo>
                    <a:pt x="46113" y="1273190"/>
                  </a:lnTo>
                  <a:lnTo>
                    <a:pt x="48035" y="1273190"/>
                  </a:lnTo>
                  <a:lnTo>
                    <a:pt x="49956" y="1273190"/>
                  </a:lnTo>
                  <a:lnTo>
                    <a:pt x="51877" y="1273190"/>
                  </a:lnTo>
                  <a:lnTo>
                    <a:pt x="53799" y="1273190"/>
                  </a:lnTo>
                  <a:lnTo>
                    <a:pt x="55720" y="1273189"/>
                  </a:lnTo>
                  <a:lnTo>
                    <a:pt x="57642" y="1273189"/>
                  </a:lnTo>
                  <a:lnTo>
                    <a:pt x="59563" y="1273189"/>
                  </a:lnTo>
                  <a:lnTo>
                    <a:pt x="61484" y="1273187"/>
                  </a:lnTo>
                  <a:lnTo>
                    <a:pt x="63406" y="1273182"/>
                  </a:lnTo>
                  <a:lnTo>
                    <a:pt x="65327" y="1273168"/>
                  </a:lnTo>
                  <a:lnTo>
                    <a:pt x="67249" y="1273132"/>
                  </a:lnTo>
                  <a:lnTo>
                    <a:pt x="69170" y="1273045"/>
                  </a:lnTo>
                  <a:lnTo>
                    <a:pt x="71091" y="1272854"/>
                  </a:lnTo>
                  <a:lnTo>
                    <a:pt x="73013" y="1272469"/>
                  </a:lnTo>
                  <a:lnTo>
                    <a:pt x="74934" y="1271755"/>
                  </a:lnTo>
                  <a:lnTo>
                    <a:pt x="76856" y="1270537"/>
                  </a:lnTo>
                  <a:lnTo>
                    <a:pt x="78777" y="1268627"/>
                  </a:lnTo>
                  <a:lnTo>
                    <a:pt x="80699" y="1265877"/>
                  </a:lnTo>
                  <a:lnTo>
                    <a:pt x="82620" y="1262249"/>
                  </a:lnTo>
                  <a:lnTo>
                    <a:pt x="84541" y="1257878"/>
                  </a:lnTo>
                  <a:lnTo>
                    <a:pt x="86463" y="1253103"/>
                  </a:lnTo>
                  <a:lnTo>
                    <a:pt x="88384" y="1248441"/>
                  </a:lnTo>
                  <a:lnTo>
                    <a:pt x="90306" y="1244481"/>
                  </a:lnTo>
                  <a:lnTo>
                    <a:pt x="92227" y="1241751"/>
                  </a:lnTo>
                  <a:lnTo>
                    <a:pt x="94148" y="1240573"/>
                  </a:lnTo>
                  <a:lnTo>
                    <a:pt x="96070" y="1240969"/>
                  </a:lnTo>
                  <a:lnTo>
                    <a:pt x="97991" y="1242647"/>
                  </a:lnTo>
                  <a:lnTo>
                    <a:pt x="99913" y="1245059"/>
                  </a:lnTo>
                  <a:lnTo>
                    <a:pt x="101834" y="1247450"/>
                  </a:lnTo>
                  <a:lnTo>
                    <a:pt x="103755" y="1249158"/>
                  </a:lnTo>
                  <a:lnTo>
                    <a:pt x="105677" y="1249706"/>
                  </a:lnTo>
                  <a:lnTo>
                    <a:pt x="107598" y="1248876"/>
                  </a:lnTo>
                  <a:lnTo>
                    <a:pt x="109520" y="1246735"/>
                  </a:lnTo>
                  <a:lnTo>
                    <a:pt x="111441" y="1243599"/>
                  </a:lnTo>
                  <a:lnTo>
                    <a:pt x="113362" y="1239923"/>
                  </a:lnTo>
                  <a:lnTo>
                    <a:pt x="115284" y="1236189"/>
                  </a:lnTo>
                  <a:lnTo>
                    <a:pt x="117205" y="1232789"/>
                  </a:lnTo>
                  <a:lnTo>
                    <a:pt x="119127" y="1229978"/>
                  </a:lnTo>
                  <a:lnTo>
                    <a:pt x="121048" y="1227862"/>
                  </a:lnTo>
                  <a:lnTo>
                    <a:pt x="122969" y="1226428"/>
                  </a:lnTo>
                  <a:lnTo>
                    <a:pt x="124891" y="1225583"/>
                  </a:lnTo>
                  <a:lnTo>
                    <a:pt x="126812" y="1225203"/>
                  </a:lnTo>
                  <a:lnTo>
                    <a:pt x="128734" y="1225166"/>
                  </a:lnTo>
                  <a:lnTo>
                    <a:pt x="130655" y="1225391"/>
                  </a:lnTo>
                  <a:lnTo>
                    <a:pt x="132576" y="1225867"/>
                  </a:lnTo>
                  <a:lnTo>
                    <a:pt x="134498" y="1226653"/>
                  </a:lnTo>
                  <a:lnTo>
                    <a:pt x="136419" y="1227849"/>
                  </a:lnTo>
                  <a:lnTo>
                    <a:pt x="138341" y="1229467"/>
                  </a:lnTo>
                  <a:lnTo>
                    <a:pt x="140262" y="1231429"/>
                  </a:lnTo>
                  <a:lnTo>
                    <a:pt x="142183" y="1233555"/>
                  </a:lnTo>
                  <a:lnTo>
                    <a:pt x="144105" y="1235625"/>
                  </a:lnTo>
                  <a:lnTo>
                    <a:pt x="146026" y="1237452"/>
                  </a:lnTo>
                  <a:lnTo>
                    <a:pt x="147948" y="1238955"/>
                  </a:lnTo>
                  <a:lnTo>
                    <a:pt x="149869" y="1240181"/>
                  </a:lnTo>
                  <a:lnTo>
                    <a:pt x="151791" y="1241278"/>
                  </a:lnTo>
                  <a:lnTo>
                    <a:pt x="153712" y="1242418"/>
                  </a:lnTo>
                  <a:lnTo>
                    <a:pt x="155633" y="1243727"/>
                  </a:lnTo>
                  <a:lnTo>
                    <a:pt x="157555" y="1245211"/>
                  </a:lnTo>
                  <a:lnTo>
                    <a:pt x="159476" y="1246744"/>
                  </a:lnTo>
                  <a:lnTo>
                    <a:pt x="161398" y="1248088"/>
                  </a:lnTo>
                  <a:lnTo>
                    <a:pt x="163319" y="1248957"/>
                  </a:lnTo>
                  <a:lnTo>
                    <a:pt x="165240" y="1249097"/>
                  </a:lnTo>
                  <a:lnTo>
                    <a:pt x="167162" y="1248346"/>
                  </a:lnTo>
                  <a:lnTo>
                    <a:pt x="169083" y="1246666"/>
                  </a:lnTo>
                  <a:lnTo>
                    <a:pt x="171005" y="1244103"/>
                  </a:lnTo>
                  <a:lnTo>
                    <a:pt x="172926" y="1240805"/>
                  </a:lnTo>
                  <a:lnTo>
                    <a:pt x="174847" y="1236902"/>
                  </a:lnTo>
                  <a:lnTo>
                    <a:pt x="176769" y="1232428"/>
                  </a:lnTo>
                  <a:lnTo>
                    <a:pt x="178690" y="1227328"/>
                  </a:lnTo>
                  <a:lnTo>
                    <a:pt x="180612" y="1221494"/>
                  </a:lnTo>
                  <a:lnTo>
                    <a:pt x="182533" y="1214827"/>
                  </a:lnTo>
                  <a:lnTo>
                    <a:pt x="184454" y="1207325"/>
                  </a:lnTo>
                  <a:lnTo>
                    <a:pt x="186376" y="1199141"/>
                  </a:lnTo>
                  <a:lnTo>
                    <a:pt x="188297" y="1190602"/>
                  </a:lnTo>
                  <a:lnTo>
                    <a:pt x="190219" y="1182155"/>
                  </a:lnTo>
                  <a:lnTo>
                    <a:pt x="192140" y="1174272"/>
                  </a:lnTo>
                  <a:lnTo>
                    <a:pt x="194061" y="1167352"/>
                  </a:lnTo>
                  <a:lnTo>
                    <a:pt x="195983" y="1161663"/>
                  </a:lnTo>
                  <a:lnTo>
                    <a:pt x="197904" y="1157356"/>
                  </a:lnTo>
                  <a:lnTo>
                    <a:pt x="199826" y="1154536"/>
                  </a:lnTo>
                  <a:lnTo>
                    <a:pt x="201747" y="1153328"/>
                  </a:lnTo>
                  <a:lnTo>
                    <a:pt x="203668" y="1153893"/>
                  </a:lnTo>
                  <a:lnTo>
                    <a:pt x="205590" y="1156360"/>
                  </a:lnTo>
                  <a:lnTo>
                    <a:pt x="207511" y="1160771"/>
                  </a:lnTo>
                  <a:lnTo>
                    <a:pt x="209433" y="1166614"/>
                  </a:lnTo>
                  <a:lnTo>
                    <a:pt x="211354" y="1173145"/>
                  </a:lnTo>
                  <a:lnTo>
                    <a:pt x="213275" y="1179345"/>
                  </a:lnTo>
                  <a:lnTo>
                    <a:pt x="215197" y="1184062"/>
                  </a:lnTo>
                  <a:lnTo>
                    <a:pt x="217118" y="1186189"/>
                  </a:lnTo>
                  <a:lnTo>
                    <a:pt x="219040" y="1184838"/>
                  </a:lnTo>
                  <a:lnTo>
                    <a:pt x="220961" y="1179472"/>
                  </a:lnTo>
                  <a:lnTo>
                    <a:pt x="222883" y="1169956"/>
                  </a:lnTo>
                  <a:lnTo>
                    <a:pt x="224804" y="1156469"/>
                  </a:lnTo>
                  <a:lnTo>
                    <a:pt x="226725" y="1139258"/>
                  </a:lnTo>
                  <a:lnTo>
                    <a:pt x="228647" y="1118265"/>
                  </a:lnTo>
                  <a:lnTo>
                    <a:pt x="230568" y="1092697"/>
                  </a:lnTo>
                  <a:lnTo>
                    <a:pt x="232490" y="1060657"/>
                  </a:lnTo>
                  <a:lnTo>
                    <a:pt x="234411" y="1018985"/>
                  </a:lnTo>
                  <a:lnTo>
                    <a:pt x="236332" y="963412"/>
                  </a:lnTo>
                  <a:lnTo>
                    <a:pt x="238254" y="889129"/>
                  </a:lnTo>
                  <a:lnTo>
                    <a:pt x="240175" y="791864"/>
                  </a:lnTo>
                  <a:lnTo>
                    <a:pt x="242097" y="668888"/>
                  </a:lnTo>
                  <a:lnTo>
                    <a:pt x="244018" y="523151"/>
                  </a:lnTo>
                  <a:lnTo>
                    <a:pt x="245939" y="365373"/>
                  </a:lnTo>
                  <a:lnTo>
                    <a:pt x="247861" y="212523"/>
                  </a:lnTo>
                  <a:lnTo>
                    <a:pt x="249782" y="86614"/>
                  </a:lnTo>
                  <a:lnTo>
                    <a:pt x="251704" y="10132"/>
                  </a:lnTo>
                  <a:lnTo>
                    <a:pt x="253625" y="0"/>
                  </a:lnTo>
                  <a:lnTo>
                    <a:pt x="255546" y="62241"/>
                  </a:lnTo>
                  <a:lnTo>
                    <a:pt x="257468" y="189565"/>
                  </a:lnTo>
                  <a:lnTo>
                    <a:pt x="259389" y="363005"/>
                  </a:lnTo>
                  <a:lnTo>
                    <a:pt x="261311" y="557072"/>
                  </a:lnTo>
                  <a:lnTo>
                    <a:pt x="263232" y="746416"/>
                  </a:lnTo>
                  <a:lnTo>
                    <a:pt x="265153" y="911552"/>
                  </a:lnTo>
                  <a:lnTo>
                    <a:pt x="267075" y="1041881"/>
                  </a:lnTo>
                  <a:lnTo>
                    <a:pt x="268996" y="1135572"/>
                  </a:lnTo>
                  <a:lnTo>
                    <a:pt x="270918" y="1197147"/>
                  </a:lnTo>
                  <a:lnTo>
                    <a:pt x="272839" y="1234220"/>
                  </a:lnTo>
                  <a:lnTo>
                    <a:pt x="274760" y="1254691"/>
                  </a:lnTo>
                  <a:lnTo>
                    <a:pt x="276682" y="1265066"/>
                  </a:lnTo>
                  <a:lnTo>
                    <a:pt x="278603" y="1269751"/>
                  </a:lnTo>
                  <a:lnTo>
                    <a:pt x="280525" y="1271824"/>
                  </a:lnTo>
                  <a:lnTo>
                    <a:pt x="282446" y="1272683"/>
                  </a:lnTo>
                  <a:lnTo>
                    <a:pt x="284367" y="1273015"/>
                  </a:lnTo>
                  <a:lnTo>
                    <a:pt x="286289" y="1273134"/>
                  </a:lnTo>
                  <a:lnTo>
                    <a:pt x="288210" y="1273173"/>
                  </a:lnTo>
                  <a:lnTo>
                    <a:pt x="290132" y="1273185"/>
                  </a:lnTo>
                  <a:lnTo>
                    <a:pt x="292053" y="1273188"/>
                  </a:lnTo>
                  <a:lnTo>
                    <a:pt x="293975" y="1273189"/>
                  </a:lnTo>
                  <a:lnTo>
                    <a:pt x="295896" y="1273189"/>
                  </a:lnTo>
                  <a:lnTo>
                    <a:pt x="297817" y="1273190"/>
                  </a:lnTo>
                  <a:lnTo>
                    <a:pt x="299739" y="1273190"/>
                  </a:lnTo>
                  <a:lnTo>
                    <a:pt x="301660" y="1273190"/>
                  </a:lnTo>
                  <a:lnTo>
                    <a:pt x="303582" y="1273190"/>
                  </a:lnTo>
                  <a:lnTo>
                    <a:pt x="305503" y="1273190"/>
                  </a:lnTo>
                  <a:lnTo>
                    <a:pt x="307424" y="1273190"/>
                  </a:lnTo>
                  <a:lnTo>
                    <a:pt x="309346" y="1273190"/>
                  </a:lnTo>
                  <a:lnTo>
                    <a:pt x="311267" y="1273190"/>
                  </a:lnTo>
                  <a:lnTo>
                    <a:pt x="313189" y="1273190"/>
                  </a:lnTo>
                  <a:lnTo>
                    <a:pt x="315110" y="1273190"/>
                  </a:lnTo>
                  <a:lnTo>
                    <a:pt x="317031" y="1273190"/>
                  </a:lnTo>
                  <a:lnTo>
                    <a:pt x="318953" y="1273190"/>
                  </a:lnTo>
                  <a:lnTo>
                    <a:pt x="320874" y="1273190"/>
                  </a:lnTo>
                  <a:lnTo>
                    <a:pt x="322796" y="1273190"/>
                  </a:lnTo>
                  <a:lnTo>
                    <a:pt x="324717" y="1273190"/>
                  </a:lnTo>
                  <a:lnTo>
                    <a:pt x="326638" y="1273190"/>
                  </a:lnTo>
                  <a:lnTo>
                    <a:pt x="328560" y="1273190"/>
                  </a:lnTo>
                  <a:lnTo>
                    <a:pt x="330481" y="1273190"/>
                  </a:lnTo>
                  <a:lnTo>
                    <a:pt x="332403" y="1273190"/>
                  </a:lnTo>
                  <a:lnTo>
                    <a:pt x="334324" y="1273190"/>
                  </a:lnTo>
                  <a:lnTo>
                    <a:pt x="336245" y="1273190"/>
                  </a:lnTo>
                  <a:lnTo>
                    <a:pt x="338167" y="1273190"/>
                  </a:lnTo>
                  <a:lnTo>
                    <a:pt x="340088" y="1273190"/>
                  </a:lnTo>
                  <a:lnTo>
                    <a:pt x="342010" y="1273190"/>
                  </a:lnTo>
                  <a:lnTo>
                    <a:pt x="343931" y="1273190"/>
                  </a:lnTo>
                  <a:lnTo>
                    <a:pt x="345852" y="1273190"/>
                  </a:lnTo>
                  <a:lnTo>
                    <a:pt x="347774" y="1273190"/>
                  </a:lnTo>
                  <a:lnTo>
                    <a:pt x="349695" y="1273190"/>
                  </a:lnTo>
                  <a:lnTo>
                    <a:pt x="351617" y="1273190"/>
                  </a:lnTo>
                  <a:lnTo>
                    <a:pt x="353538" y="1273190"/>
                  </a:lnTo>
                  <a:lnTo>
                    <a:pt x="355459" y="1273190"/>
                  </a:lnTo>
                  <a:lnTo>
                    <a:pt x="357381" y="1273190"/>
                  </a:lnTo>
                  <a:lnTo>
                    <a:pt x="359302" y="1273190"/>
                  </a:lnTo>
                  <a:lnTo>
                    <a:pt x="361224" y="1273190"/>
                  </a:lnTo>
                  <a:lnTo>
                    <a:pt x="363145" y="1273190"/>
                  </a:lnTo>
                  <a:lnTo>
                    <a:pt x="365067" y="1273190"/>
                  </a:lnTo>
                  <a:lnTo>
                    <a:pt x="366988" y="1273190"/>
                  </a:lnTo>
                  <a:lnTo>
                    <a:pt x="368909" y="1273190"/>
                  </a:lnTo>
                  <a:lnTo>
                    <a:pt x="370831" y="1273190"/>
                  </a:lnTo>
                  <a:lnTo>
                    <a:pt x="372752" y="1273190"/>
                  </a:lnTo>
                  <a:lnTo>
                    <a:pt x="374674" y="1273190"/>
                  </a:lnTo>
                  <a:lnTo>
                    <a:pt x="376595" y="1273190"/>
                  </a:lnTo>
                  <a:lnTo>
                    <a:pt x="378516" y="1273190"/>
                  </a:lnTo>
                  <a:lnTo>
                    <a:pt x="380438" y="1273190"/>
                  </a:lnTo>
                  <a:lnTo>
                    <a:pt x="382359" y="1273190"/>
                  </a:lnTo>
                  <a:lnTo>
                    <a:pt x="384281" y="1273190"/>
                  </a:lnTo>
                  <a:lnTo>
                    <a:pt x="386202" y="1273190"/>
                  </a:lnTo>
                  <a:lnTo>
                    <a:pt x="388123" y="1273190"/>
                  </a:lnTo>
                  <a:lnTo>
                    <a:pt x="390045" y="1273190"/>
                  </a:lnTo>
                  <a:lnTo>
                    <a:pt x="391966" y="1273190"/>
                  </a:lnTo>
                  <a:lnTo>
                    <a:pt x="393888" y="1273190"/>
                  </a:lnTo>
                  <a:lnTo>
                    <a:pt x="395809" y="1273190"/>
                  </a:lnTo>
                  <a:lnTo>
                    <a:pt x="397730" y="1273190"/>
                  </a:lnTo>
                  <a:lnTo>
                    <a:pt x="399652" y="1273190"/>
                  </a:lnTo>
                  <a:lnTo>
                    <a:pt x="401573" y="1273190"/>
                  </a:lnTo>
                  <a:lnTo>
                    <a:pt x="403495" y="1273190"/>
                  </a:lnTo>
                  <a:lnTo>
                    <a:pt x="405416" y="1273190"/>
                  </a:lnTo>
                  <a:lnTo>
                    <a:pt x="407337" y="1273190"/>
                  </a:lnTo>
                  <a:lnTo>
                    <a:pt x="409259" y="1273190"/>
                  </a:lnTo>
                  <a:lnTo>
                    <a:pt x="411180" y="1273190"/>
                  </a:lnTo>
                  <a:lnTo>
                    <a:pt x="413102" y="1273190"/>
                  </a:lnTo>
                  <a:lnTo>
                    <a:pt x="415023" y="1273190"/>
                  </a:lnTo>
                  <a:lnTo>
                    <a:pt x="416944" y="1273190"/>
                  </a:lnTo>
                  <a:lnTo>
                    <a:pt x="418866" y="1273190"/>
                  </a:lnTo>
                  <a:lnTo>
                    <a:pt x="420787" y="1273190"/>
                  </a:lnTo>
                  <a:lnTo>
                    <a:pt x="422709" y="1273190"/>
                  </a:lnTo>
                  <a:lnTo>
                    <a:pt x="424630" y="1273190"/>
                  </a:lnTo>
                  <a:lnTo>
                    <a:pt x="426551" y="1273190"/>
                  </a:lnTo>
                  <a:lnTo>
                    <a:pt x="428473" y="1273190"/>
                  </a:lnTo>
                  <a:lnTo>
                    <a:pt x="430394" y="1273190"/>
                  </a:lnTo>
                  <a:lnTo>
                    <a:pt x="432316" y="1273190"/>
                  </a:lnTo>
                  <a:lnTo>
                    <a:pt x="434237" y="1273190"/>
                  </a:lnTo>
                  <a:lnTo>
                    <a:pt x="436159" y="1273190"/>
                  </a:lnTo>
                  <a:lnTo>
                    <a:pt x="438080" y="1273190"/>
                  </a:lnTo>
                  <a:lnTo>
                    <a:pt x="440001" y="1273190"/>
                  </a:lnTo>
                  <a:lnTo>
                    <a:pt x="441923" y="1273190"/>
                  </a:lnTo>
                  <a:lnTo>
                    <a:pt x="443844" y="1273190"/>
                  </a:lnTo>
                  <a:lnTo>
                    <a:pt x="445766" y="1273190"/>
                  </a:lnTo>
                  <a:lnTo>
                    <a:pt x="447687" y="1273190"/>
                  </a:lnTo>
                  <a:lnTo>
                    <a:pt x="449608" y="1273190"/>
                  </a:lnTo>
                  <a:lnTo>
                    <a:pt x="451530" y="1273190"/>
                  </a:lnTo>
                  <a:lnTo>
                    <a:pt x="453451" y="1273190"/>
                  </a:lnTo>
                  <a:lnTo>
                    <a:pt x="455373" y="1273190"/>
                  </a:lnTo>
                  <a:lnTo>
                    <a:pt x="457294" y="1273190"/>
                  </a:lnTo>
                  <a:lnTo>
                    <a:pt x="459215" y="1273190"/>
                  </a:lnTo>
                  <a:lnTo>
                    <a:pt x="461137" y="1273190"/>
                  </a:lnTo>
                  <a:lnTo>
                    <a:pt x="463058" y="1273190"/>
                  </a:lnTo>
                  <a:lnTo>
                    <a:pt x="464980" y="1273190"/>
                  </a:lnTo>
                  <a:lnTo>
                    <a:pt x="466901" y="1273190"/>
                  </a:lnTo>
                  <a:lnTo>
                    <a:pt x="468822" y="1273190"/>
                  </a:lnTo>
                  <a:lnTo>
                    <a:pt x="470744" y="1273190"/>
                  </a:lnTo>
                  <a:lnTo>
                    <a:pt x="472665" y="1273190"/>
                  </a:lnTo>
                  <a:lnTo>
                    <a:pt x="474587" y="1273190"/>
                  </a:lnTo>
                  <a:lnTo>
                    <a:pt x="476508" y="1273190"/>
                  </a:lnTo>
                  <a:lnTo>
                    <a:pt x="478429" y="1273190"/>
                  </a:lnTo>
                  <a:lnTo>
                    <a:pt x="480351" y="1273190"/>
                  </a:lnTo>
                  <a:lnTo>
                    <a:pt x="482272" y="1273190"/>
                  </a:lnTo>
                  <a:lnTo>
                    <a:pt x="484194" y="1273190"/>
                  </a:lnTo>
                  <a:lnTo>
                    <a:pt x="486115" y="1273190"/>
                  </a:lnTo>
                  <a:lnTo>
                    <a:pt x="488036" y="1273190"/>
                  </a:lnTo>
                  <a:lnTo>
                    <a:pt x="489958" y="1273190"/>
                  </a:lnTo>
                  <a:lnTo>
                    <a:pt x="491879" y="1273190"/>
                  </a:lnTo>
                  <a:lnTo>
                    <a:pt x="493801" y="1273190"/>
                  </a:lnTo>
                  <a:lnTo>
                    <a:pt x="495722" y="1273190"/>
                  </a:lnTo>
                  <a:lnTo>
                    <a:pt x="497643" y="1273190"/>
                  </a:lnTo>
                  <a:lnTo>
                    <a:pt x="499565" y="1273190"/>
                  </a:lnTo>
                  <a:lnTo>
                    <a:pt x="501486" y="1273190"/>
                  </a:lnTo>
                  <a:lnTo>
                    <a:pt x="503408" y="1273190"/>
                  </a:lnTo>
                  <a:lnTo>
                    <a:pt x="505329" y="1273190"/>
                  </a:lnTo>
                  <a:lnTo>
                    <a:pt x="507250" y="1273190"/>
                  </a:lnTo>
                  <a:lnTo>
                    <a:pt x="509172" y="1273190"/>
                  </a:lnTo>
                  <a:lnTo>
                    <a:pt x="511093" y="1273190"/>
                  </a:lnTo>
                  <a:lnTo>
                    <a:pt x="513015" y="1273190"/>
                  </a:lnTo>
                  <a:lnTo>
                    <a:pt x="514936" y="1273190"/>
                  </a:lnTo>
                  <a:lnTo>
                    <a:pt x="516858" y="1273190"/>
                  </a:lnTo>
                  <a:lnTo>
                    <a:pt x="518779" y="1273190"/>
                  </a:lnTo>
                  <a:lnTo>
                    <a:pt x="520700" y="1273190"/>
                  </a:lnTo>
                  <a:lnTo>
                    <a:pt x="522622" y="1273190"/>
                  </a:lnTo>
                  <a:lnTo>
                    <a:pt x="524543" y="1273190"/>
                  </a:lnTo>
                  <a:lnTo>
                    <a:pt x="526465" y="1273190"/>
                  </a:lnTo>
                  <a:lnTo>
                    <a:pt x="528386" y="1273190"/>
                  </a:lnTo>
                  <a:lnTo>
                    <a:pt x="530307" y="1273190"/>
                  </a:lnTo>
                  <a:lnTo>
                    <a:pt x="532229" y="1273190"/>
                  </a:lnTo>
                  <a:lnTo>
                    <a:pt x="534150" y="1273190"/>
                  </a:lnTo>
                  <a:lnTo>
                    <a:pt x="536072" y="1273190"/>
                  </a:lnTo>
                  <a:lnTo>
                    <a:pt x="537993" y="1273190"/>
                  </a:lnTo>
                  <a:lnTo>
                    <a:pt x="539914" y="1273190"/>
                  </a:lnTo>
                  <a:lnTo>
                    <a:pt x="541836" y="1273190"/>
                  </a:lnTo>
                  <a:lnTo>
                    <a:pt x="543757" y="1273190"/>
                  </a:lnTo>
                  <a:lnTo>
                    <a:pt x="545679" y="1273190"/>
                  </a:lnTo>
                  <a:lnTo>
                    <a:pt x="547600" y="1273190"/>
                  </a:lnTo>
                  <a:lnTo>
                    <a:pt x="549521" y="1273190"/>
                  </a:lnTo>
                  <a:lnTo>
                    <a:pt x="551443" y="1273190"/>
                  </a:lnTo>
                  <a:lnTo>
                    <a:pt x="553364" y="1273190"/>
                  </a:lnTo>
                  <a:lnTo>
                    <a:pt x="555286" y="1273190"/>
                  </a:lnTo>
                  <a:lnTo>
                    <a:pt x="557207" y="1273190"/>
                  </a:lnTo>
                  <a:lnTo>
                    <a:pt x="559128" y="1273190"/>
                  </a:lnTo>
                  <a:lnTo>
                    <a:pt x="561050" y="1273190"/>
                  </a:lnTo>
                  <a:lnTo>
                    <a:pt x="562971" y="1273190"/>
                  </a:lnTo>
                  <a:lnTo>
                    <a:pt x="564893" y="1273190"/>
                  </a:lnTo>
                  <a:lnTo>
                    <a:pt x="566814" y="1273190"/>
                  </a:lnTo>
                  <a:lnTo>
                    <a:pt x="568735" y="1273190"/>
                  </a:lnTo>
                  <a:lnTo>
                    <a:pt x="570657" y="1273190"/>
                  </a:lnTo>
                  <a:lnTo>
                    <a:pt x="572578" y="1273190"/>
                  </a:lnTo>
                  <a:lnTo>
                    <a:pt x="574500" y="1273190"/>
                  </a:lnTo>
                  <a:lnTo>
                    <a:pt x="576421" y="1273190"/>
                  </a:lnTo>
                  <a:lnTo>
                    <a:pt x="578342" y="1273190"/>
                  </a:lnTo>
                  <a:lnTo>
                    <a:pt x="580264" y="1273190"/>
                  </a:lnTo>
                  <a:lnTo>
                    <a:pt x="582185" y="1273190"/>
                  </a:lnTo>
                  <a:lnTo>
                    <a:pt x="584107" y="1273190"/>
                  </a:lnTo>
                  <a:lnTo>
                    <a:pt x="586028" y="1273190"/>
                  </a:lnTo>
                  <a:lnTo>
                    <a:pt x="587950" y="1273190"/>
                  </a:lnTo>
                  <a:lnTo>
                    <a:pt x="589871" y="1273190"/>
                  </a:lnTo>
                  <a:lnTo>
                    <a:pt x="591792" y="1273190"/>
                  </a:lnTo>
                  <a:lnTo>
                    <a:pt x="593714" y="1273190"/>
                  </a:lnTo>
                  <a:lnTo>
                    <a:pt x="595635" y="1273190"/>
                  </a:lnTo>
                  <a:lnTo>
                    <a:pt x="597557" y="1273190"/>
                  </a:lnTo>
                  <a:lnTo>
                    <a:pt x="599478" y="1273190"/>
                  </a:lnTo>
                  <a:lnTo>
                    <a:pt x="601399" y="1273190"/>
                  </a:lnTo>
                  <a:lnTo>
                    <a:pt x="603321" y="1273190"/>
                  </a:lnTo>
                  <a:lnTo>
                    <a:pt x="605242" y="1273190"/>
                  </a:lnTo>
                  <a:lnTo>
                    <a:pt x="607164" y="1273190"/>
                  </a:lnTo>
                  <a:lnTo>
                    <a:pt x="609085" y="1273190"/>
                  </a:lnTo>
                  <a:lnTo>
                    <a:pt x="611006" y="1273190"/>
                  </a:lnTo>
                  <a:lnTo>
                    <a:pt x="612928" y="1273190"/>
                  </a:lnTo>
                  <a:lnTo>
                    <a:pt x="614849" y="1273190"/>
                  </a:lnTo>
                  <a:lnTo>
                    <a:pt x="616771" y="1273190"/>
                  </a:lnTo>
                  <a:lnTo>
                    <a:pt x="618692" y="1273190"/>
                  </a:lnTo>
                  <a:lnTo>
                    <a:pt x="620613" y="1273190"/>
                  </a:lnTo>
                  <a:lnTo>
                    <a:pt x="622535" y="1273190"/>
                  </a:lnTo>
                  <a:lnTo>
                    <a:pt x="624456" y="1273190"/>
                  </a:lnTo>
                  <a:lnTo>
                    <a:pt x="626378" y="1273190"/>
                  </a:lnTo>
                  <a:lnTo>
                    <a:pt x="628299" y="1273190"/>
                  </a:lnTo>
                  <a:lnTo>
                    <a:pt x="630220" y="1273190"/>
                  </a:lnTo>
                  <a:lnTo>
                    <a:pt x="632142" y="1273190"/>
                  </a:lnTo>
                  <a:lnTo>
                    <a:pt x="634063" y="1273190"/>
                  </a:lnTo>
                  <a:lnTo>
                    <a:pt x="635985" y="1273190"/>
                  </a:lnTo>
                  <a:lnTo>
                    <a:pt x="637906" y="1273190"/>
                  </a:lnTo>
                  <a:lnTo>
                    <a:pt x="639827" y="1273190"/>
                  </a:lnTo>
                  <a:lnTo>
                    <a:pt x="641749" y="1273190"/>
                  </a:lnTo>
                  <a:lnTo>
                    <a:pt x="643670" y="1273190"/>
                  </a:lnTo>
                  <a:lnTo>
                    <a:pt x="645592" y="1273190"/>
                  </a:lnTo>
                  <a:lnTo>
                    <a:pt x="647513" y="1273190"/>
                  </a:lnTo>
                  <a:lnTo>
                    <a:pt x="649434" y="1273190"/>
                  </a:lnTo>
                  <a:lnTo>
                    <a:pt x="651356" y="1273190"/>
                  </a:lnTo>
                  <a:lnTo>
                    <a:pt x="653277" y="1273190"/>
                  </a:lnTo>
                  <a:lnTo>
                    <a:pt x="655199" y="1273190"/>
                  </a:lnTo>
                  <a:lnTo>
                    <a:pt x="657120" y="1273190"/>
                  </a:lnTo>
                  <a:lnTo>
                    <a:pt x="659042" y="1273190"/>
                  </a:lnTo>
                  <a:lnTo>
                    <a:pt x="660963" y="1273190"/>
                  </a:lnTo>
                  <a:lnTo>
                    <a:pt x="662884" y="1273190"/>
                  </a:lnTo>
                  <a:lnTo>
                    <a:pt x="664806" y="1273190"/>
                  </a:lnTo>
                  <a:lnTo>
                    <a:pt x="666727" y="1273190"/>
                  </a:lnTo>
                  <a:lnTo>
                    <a:pt x="668649" y="1273190"/>
                  </a:lnTo>
                  <a:lnTo>
                    <a:pt x="670570" y="1273190"/>
                  </a:lnTo>
                  <a:lnTo>
                    <a:pt x="672491" y="1273190"/>
                  </a:lnTo>
                  <a:lnTo>
                    <a:pt x="674413" y="1273190"/>
                  </a:lnTo>
                  <a:lnTo>
                    <a:pt x="676334" y="1273190"/>
                  </a:lnTo>
                  <a:lnTo>
                    <a:pt x="678256" y="1273190"/>
                  </a:lnTo>
                  <a:lnTo>
                    <a:pt x="680177" y="1273190"/>
                  </a:lnTo>
                  <a:lnTo>
                    <a:pt x="682098" y="1273190"/>
                  </a:lnTo>
                  <a:lnTo>
                    <a:pt x="684020" y="1273190"/>
                  </a:lnTo>
                  <a:lnTo>
                    <a:pt x="685941" y="1273190"/>
                  </a:lnTo>
                  <a:lnTo>
                    <a:pt x="687863" y="1273190"/>
                  </a:lnTo>
                  <a:lnTo>
                    <a:pt x="689784" y="1273190"/>
                  </a:lnTo>
                  <a:lnTo>
                    <a:pt x="691705" y="1273190"/>
                  </a:lnTo>
                  <a:lnTo>
                    <a:pt x="693627" y="1273190"/>
                  </a:lnTo>
                  <a:lnTo>
                    <a:pt x="695548" y="1273190"/>
                  </a:lnTo>
                  <a:lnTo>
                    <a:pt x="697470" y="1273190"/>
                  </a:lnTo>
                  <a:lnTo>
                    <a:pt x="699391" y="1273190"/>
                  </a:lnTo>
                  <a:lnTo>
                    <a:pt x="701312" y="1273190"/>
                  </a:lnTo>
                  <a:lnTo>
                    <a:pt x="703234" y="1273190"/>
                  </a:lnTo>
                  <a:lnTo>
                    <a:pt x="705155" y="1273190"/>
                  </a:lnTo>
                  <a:lnTo>
                    <a:pt x="707077" y="1273190"/>
                  </a:lnTo>
                  <a:lnTo>
                    <a:pt x="708998" y="1273190"/>
                  </a:lnTo>
                  <a:lnTo>
                    <a:pt x="710919" y="1273190"/>
                  </a:lnTo>
                  <a:lnTo>
                    <a:pt x="712841" y="1273190"/>
                  </a:lnTo>
                  <a:lnTo>
                    <a:pt x="714762" y="1273190"/>
                  </a:lnTo>
                  <a:lnTo>
                    <a:pt x="716684" y="1273190"/>
                  </a:lnTo>
                  <a:lnTo>
                    <a:pt x="718605" y="1273190"/>
                  </a:lnTo>
                  <a:lnTo>
                    <a:pt x="720526" y="1273190"/>
                  </a:lnTo>
                  <a:lnTo>
                    <a:pt x="722448" y="1273190"/>
                  </a:lnTo>
                  <a:lnTo>
                    <a:pt x="724369" y="1273190"/>
                  </a:lnTo>
                  <a:lnTo>
                    <a:pt x="726291" y="1273190"/>
                  </a:lnTo>
                  <a:lnTo>
                    <a:pt x="728212" y="1273190"/>
                  </a:lnTo>
                  <a:lnTo>
                    <a:pt x="730134" y="1273190"/>
                  </a:lnTo>
                  <a:lnTo>
                    <a:pt x="732055" y="1273190"/>
                  </a:lnTo>
                  <a:lnTo>
                    <a:pt x="733976" y="1273190"/>
                  </a:lnTo>
                  <a:lnTo>
                    <a:pt x="735898" y="1273190"/>
                  </a:lnTo>
                  <a:lnTo>
                    <a:pt x="737819" y="1273190"/>
                  </a:lnTo>
                  <a:lnTo>
                    <a:pt x="739741" y="1273190"/>
                  </a:lnTo>
                  <a:lnTo>
                    <a:pt x="741662" y="1273190"/>
                  </a:lnTo>
                  <a:lnTo>
                    <a:pt x="743583" y="1273190"/>
                  </a:lnTo>
                  <a:lnTo>
                    <a:pt x="745505" y="1273190"/>
                  </a:lnTo>
                  <a:lnTo>
                    <a:pt x="747426" y="1273190"/>
                  </a:lnTo>
                  <a:lnTo>
                    <a:pt x="749348" y="1273190"/>
                  </a:lnTo>
                  <a:lnTo>
                    <a:pt x="751269" y="1273190"/>
                  </a:lnTo>
                  <a:lnTo>
                    <a:pt x="753190" y="1273190"/>
                  </a:lnTo>
                  <a:lnTo>
                    <a:pt x="755112" y="1273190"/>
                  </a:lnTo>
                  <a:lnTo>
                    <a:pt x="757033" y="1273190"/>
                  </a:lnTo>
                  <a:lnTo>
                    <a:pt x="758955" y="1273190"/>
                  </a:lnTo>
                  <a:lnTo>
                    <a:pt x="760876" y="1273190"/>
                  </a:lnTo>
                  <a:lnTo>
                    <a:pt x="762797" y="1273190"/>
                  </a:lnTo>
                  <a:lnTo>
                    <a:pt x="764719" y="1273190"/>
                  </a:lnTo>
                  <a:lnTo>
                    <a:pt x="766640" y="1273190"/>
                  </a:lnTo>
                  <a:lnTo>
                    <a:pt x="768562" y="1273190"/>
                  </a:lnTo>
                  <a:lnTo>
                    <a:pt x="770483" y="1273190"/>
                  </a:lnTo>
                  <a:lnTo>
                    <a:pt x="772404" y="1273190"/>
                  </a:lnTo>
                  <a:lnTo>
                    <a:pt x="774326" y="1273190"/>
                  </a:lnTo>
                  <a:lnTo>
                    <a:pt x="776247" y="1273190"/>
                  </a:lnTo>
                  <a:lnTo>
                    <a:pt x="778169" y="1273190"/>
                  </a:lnTo>
                  <a:lnTo>
                    <a:pt x="780090" y="1273190"/>
                  </a:lnTo>
                  <a:lnTo>
                    <a:pt x="782011" y="1273190"/>
                  </a:lnTo>
                  <a:lnTo>
                    <a:pt x="783933" y="1273190"/>
                  </a:lnTo>
                  <a:lnTo>
                    <a:pt x="785854" y="1273190"/>
                  </a:lnTo>
                  <a:lnTo>
                    <a:pt x="787776" y="1273190"/>
                  </a:lnTo>
                  <a:lnTo>
                    <a:pt x="789697" y="1273190"/>
                  </a:lnTo>
                  <a:lnTo>
                    <a:pt x="791618" y="1273190"/>
                  </a:lnTo>
                  <a:lnTo>
                    <a:pt x="793540" y="1273190"/>
                  </a:lnTo>
                  <a:lnTo>
                    <a:pt x="795461" y="1273190"/>
                  </a:lnTo>
                  <a:lnTo>
                    <a:pt x="797383" y="1273190"/>
                  </a:lnTo>
                  <a:lnTo>
                    <a:pt x="799304" y="1273190"/>
                  </a:lnTo>
                  <a:lnTo>
                    <a:pt x="801226" y="1273190"/>
                  </a:lnTo>
                  <a:lnTo>
                    <a:pt x="803147" y="1273190"/>
                  </a:lnTo>
                  <a:lnTo>
                    <a:pt x="805068" y="1273190"/>
                  </a:lnTo>
                  <a:lnTo>
                    <a:pt x="806990" y="1273190"/>
                  </a:lnTo>
                  <a:lnTo>
                    <a:pt x="808911" y="1273190"/>
                  </a:lnTo>
                  <a:lnTo>
                    <a:pt x="810833" y="1273190"/>
                  </a:lnTo>
                  <a:lnTo>
                    <a:pt x="812754" y="1273190"/>
                  </a:lnTo>
                  <a:lnTo>
                    <a:pt x="814675" y="1273190"/>
                  </a:lnTo>
                  <a:lnTo>
                    <a:pt x="816597" y="1273190"/>
                  </a:lnTo>
                  <a:lnTo>
                    <a:pt x="818518" y="1273190"/>
                  </a:lnTo>
                  <a:lnTo>
                    <a:pt x="820440" y="1273190"/>
                  </a:lnTo>
                  <a:lnTo>
                    <a:pt x="822361" y="1273190"/>
                  </a:lnTo>
                  <a:lnTo>
                    <a:pt x="824282" y="1273190"/>
                  </a:lnTo>
                  <a:lnTo>
                    <a:pt x="826204" y="1273190"/>
                  </a:lnTo>
                  <a:lnTo>
                    <a:pt x="828125" y="1273190"/>
                  </a:lnTo>
                  <a:lnTo>
                    <a:pt x="830047" y="1273190"/>
                  </a:lnTo>
                  <a:lnTo>
                    <a:pt x="831968" y="1273190"/>
                  </a:lnTo>
                  <a:lnTo>
                    <a:pt x="833889" y="1273190"/>
                  </a:lnTo>
                  <a:lnTo>
                    <a:pt x="835811" y="1273190"/>
                  </a:lnTo>
                  <a:lnTo>
                    <a:pt x="837732" y="1273190"/>
                  </a:lnTo>
                  <a:lnTo>
                    <a:pt x="839654" y="1273190"/>
                  </a:lnTo>
                  <a:lnTo>
                    <a:pt x="841575" y="1273190"/>
                  </a:lnTo>
                  <a:lnTo>
                    <a:pt x="843496" y="1273190"/>
                  </a:lnTo>
                  <a:lnTo>
                    <a:pt x="845418" y="1273190"/>
                  </a:lnTo>
                  <a:lnTo>
                    <a:pt x="847339" y="1273190"/>
                  </a:lnTo>
                  <a:lnTo>
                    <a:pt x="849261" y="1273190"/>
                  </a:lnTo>
                  <a:lnTo>
                    <a:pt x="851182" y="1273190"/>
                  </a:lnTo>
                  <a:lnTo>
                    <a:pt x="853103" y="1273190"/>
                  </a:lnTo>
                  <a:lnTo>
                    <a:pt x="855025" y="1273190"/>
                  </a:lnTo>
                  <a:lnTo>
                    <a:pt x="856946" y="1273190"/>
                  </a:lnTo>
                  <a:lnTo>
                    <a:pt x="858868" y="1273190"/>
                  </a:lnTo>
                  <a:lnTo>
                    <a:pt x="860789" y="1273190"/>
                  </a:lnTo>
                  <a:lnTo>
                    <a:pt x="862710" y="1273190"/>
                  </a:lnTo>
                  <a:lnTo>
                    <a:pt x="864632" y="1273190"/>
                  </a:lnTo>
                  <a:lnTo>
                    <a:pt x="866553" y="1273190"/>
                  </a:lnTo>
                  <a:lnTo>
                    <a:pt x="868475" y="1273190"/>
                  </a:lnTo>
                  <a:lnTo>
                    <a:pt x="870396" y="1273190"/>
                  </a:lnTo>
                  <a:lnTo>
                    <a:pt x="872318" y="1273190"/>
                  </a:lnTo>
                  <a:lnTo>
                    <a:pt x="874239" y="1273190"/>
                  </a:lnTo>
                  <a:lnTo>
                    <a:pt x="876160" y="1273190"/>
                  </a:lnTo>
                  <a:lnTo>
                    <a:pt x="878082" y="1273190"/>
                  </a:lnTo>
                  <a:lnTo>
                    <a:pt x="880003" y="1273190"/>
                  </a:lnTo>
                  <a:lnTo>
                    <a:pt x="881925" y="1273190"/>
                  </a:lnTo>
                  <a:lnTo>
                    <a:pt x="883846" y="1273190"/>
                  </a:lnTo>
                  <a:lnTo>
                    <a:pt x="885767" y="1273190"/>
                  </a:lnTo>
                  <a:lnTo>
                    <a:pt x="887689" y="1273190"/>
                  </a:lnTo>
                  <a:lnTo>
                    <a:pt x="889610" y="1273190"/>
                  </a:lnTo>
                  <a:lnTo>
                    <a:pt x="891532" y="1273190"/>
                  </a:lnTo>
                  <a:lnTo>
                    <a:pt x="893453" y="1273190"/>
                  </a:lnTo>
                  <a:lnTo>
                    <a:pt x="895374" y="1273190"/>
                  </a:lnTo>
                  <a:lnTo>
                    <a:pt x="897296" y="1273190"/>
                  </a:lnTo>
                  <a:lnTo>
                    <a:pt x="899217" y="1273190"/>
                  </a:lnTo>
                  <a:lnTo>
                    <a:pt x="901139" y="1273190"/>
                  </a:lnTo>
                  <a:lnTo>
                    <a:pt x="903060" y="1273190"/>
                  </a:lnTo>
                  <a:lnTo>
                    <a:pt x="904981" y="1273190"/>
                  </a:lnTo>
                  <a:lnTo>
                    <a:pt x="906903" y="1273190"/>
                  </a:lnTo>
                  <a:lnTo>
                    <a:pt x="908824" y="1273190"/>
                  </a:lnTo>
                  <a:lnTo>
                    <a:pt x="910746" y="1273190"/>
                  </a:lnTo>
                  <a:lnTo>
                    <a:pt x="912667" y="1273190"/>
                  </a:lnTo>
                  <a:lnTo>
                    <a:pt x="914588" y="1273190"/>
                  </a:lnTo>
                  <a:lnTo>
                    <a:pt x="916510" y="1273190"/>
                  </a:lnTo>
                  <a:lnTo>
                    <a:pt x="918431" y="1273190"/>
                  </a:lnTo>
                  <a:lnTo>
                    <a:pt x="920353" y="1273190"/>
                  </a:lnTo>
                  <a:lnTo>
                    <a:pt x="922274" y="1273190"/>
                  </a:lnTo>
                  <a:lnTo>
                    <a:pt x="924195" y="1273190"/>
                  </a:lnTo>
                  <a:lnTo>
                    <a:pt x="926117" y="1273190"/>
                  </a:lnTo>
                  <a:lnTo>
                    <a:pt x="928038" y="1273190"/>
                  </a:lnTo>
                  <a:lnTo>
                    <a:pt x="929960" y="1273190"/>
                  </a:lnTo>
                  <a:lnTo>
                    <a:pt x="931881" y="1273190"/>
                  </a:lnTo>
                  <a:lnTo>
                    <a:pt x="933802" y="1273190"/>
                  </a:lnTo>
                  <a:lnTo>
                    <a:pt x="935724" y="1273190"/>
                  </a:lnTo>
                  <a:lnTo>
                    <a:pt x="937645" y="1273190"/>
                  </a:lnTo>
                  <a:lnTo>
                    <a:pt x="939567" y="1273190"/>
                  </a:lnTo>
                  <a:lnTo>
                    <a:pt x="941488" y="1273190"/>
                  </a:lnTo>
                  <a:lnTo>
                    <a:pt x="943410" y="1273190"/>
                  </a:lnTo>
                  <a:lnTo>
                    <a:pt x="945331" y="1273190"/>
                  </a:lnTo>
                  <a:lnTo>
                    <a:pt x="947252" y="1273190"/>
                  </a:lnTo>
                  <a:lnTo>
                    <a:pt x="949174" y="1273190"/>
                  </a:lnTo>
                  <a:lnTo>
                    <a:pt x="951095" y="1273190"/>
                  </a:lnTo>
                  <a:lnTo>
                    <a:pt x="953017" y="1273190"/>
                  </a:lnTo>
                  <a:lnTo>
                    <a:pt x="954938" y="1273190"/>
                  </a:lnTo>
                  <a:lnTo>
                    <a:pt x="956859" y="1273190"/>
                  </a:lnTo>
                  <a:lnTo>
                    <a:pt x="958781" y="1273190"/>
                  </a:lnTo>
                  <a:lnTo>
                    <a:pt x="960702" y="1273190"/>
                  </a:lnTo>
                  <a:lnTo>
                    <a:pt x="962624" y="1273190"/>
                  </a:lnTo>
                  <a:lnTo>
                    <a:pt x="964545" y="1273190"/>
                  </a:lnTo>
                  <a:lnTo>
                    <a:pt x="966466" y="1273190"/>
                  </a:lnTo>
                  <a:lnTo>
                    <a:pt x="968388" y="1273190"/>
                  </a:lnTo>
                  <a:lnTo>
                    <a:pt x="970309" y="1273190"/>
                  </a:lnTo>
                  <a:lnTo>
                    <a:pt x="972231" y="1273190"/>
                  </a:lnTo>
                  <a:lnTo>
                    <a:pt x="974152" y="1273190"/>
                  </a:lnTo>
                  <a:lnTo>
                    <a:pt x="976073" y="1273190"/>
                  </a:lnTo>
                  <a:lnTo>
                    <a:pt x="977995" y="1273190"/>
                  </a:lnTo>
                  <a:lnTo>
                    <a:pt x="979916" y="1273190"/>
                  </a:lnTo>
                  <a:lnTo>
                    <a:pt x="981838" y="1273190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7906162" y="2467847"/>
              <a:ext cx="981838" cy="315175"/>
            </a:xfrm>
            <a:custGeom>
              <a:avLst/>
              <a:pathLst>
                <a:path w="981838" h="315175">
                  <a:moveTo>
                    <a:pt x="0" y="315175"/>
                  </a:moveTo>
                  <a:lnTo>
                    <a:pt x="1921" y="315175"/>
                  </a:lnTo>
                  <a:lnTo>
                    <a:pt x="3842" y="315175"/>
                  </a:lnTo>
                  <a:lnTo>
                    <a:pt x="5764" y="315175"/>
                  </a:lnTo>
                  <a:lnTo>
                    <a:pt x="7685" y="315174"/>
                  </a:lnTo>
                  <a:lnTo>
                    <a:pt x="9607" y="315174"/>
                  </a:lnTo>
                  <a:lnTo>
                    <a:pt x="11528" y="315174"/>
                  </a:lnTo>
                  <a:lnTo>
                    <a:pt x="13449" y="315173"/>
                  </a:lnTo>
                  <a:lnTo>
                    <a:pt x="15371" y="315173"/>
                  </a:lnTo>
                  <a:lnTo>
                    <a:pt x="17292" y="315172"/>
                  </a:lnTo>
                  <a:lnTo>
                    <a:pt x="19214" y="315171"/>
                  </a:lnTo>
                  <a:lnTo>
                    <a:pt x="21135" y="315169"/>
                  </a:lnTo>
                  <a:lnTo>
                    <a:pt x="23056" y="315167"/>
                  </a:lnTo>
                  <a:lnTo>
                    <a:pt x="24978" y="315163"/>
                  </a:lnTo>
                  <a:lnTo>
                    <a:pt x="26899" y="315159"/>
                  </a:lnTo>
                  <a:lnTo>
                    <a:pt x="28821" y="315153"/>
                  </a:lnTo>
                  <a:lnTo>
                    <a:pt x="30742" y="315145"/>
                  </a:lnTo>
                  <a:lnTo>
                    <a:pt x="32663" y="315135"/>
                  </a:lnTo>
                  <a:lnTo>
                    <a:pt x="34585" y="315122"/>
                  </a:lnTo>
                  <a:lnTo>
                    <a:pt x="36506" y="315106"/>
                  </a:lnTo>
                  <a:lnTo>
                    <a:pt x="38428" y="315085"/>
                  </a:lnTo>
                  <a:lnTo>
                    <a:pt x="40349" y="315058"/>
                  </a:lnTo>
                  <a:lnTo>
                    <a:pt x="42270" y="315024"/>
                  </a:lnTo>
                  <a:lnTo>
                    <a:pt x="44192" y="314982"/>
                  </a:lnTo>
                  <a:lnTo>
                    <a:pt x="46113" y="314931"/>
                  </a:lnTo>
                  <a:lnTo>
                    <a:pt x="48035" y="314869"/>
                  </a:lnTo>
                  <a:lnTo>
                    <a:pt x="49956" y="314794"/>
                  </a:lnTo>
                  <a:lnTo>
                    <a:pt x="51877" y="314705"/>
                  </a:lnTo>
                  <a:lnTo>
                    <a:pt x="53799" y="314599"/>
                  </a:lnTo>
                  <a:lnTo>
                    <a:pt x="55720" y="314472"/>
                  </a:lnTo>
                  <a:lnTo>
                    <a:pt x="57642" y="314323"/>
                  </a:lnTo>
                  <a:lnTo>
                    <a:pt x="59563" y="314152"/>
                  </a:lnTo>
                  <a:lnTo>
                    <a:pt x="61484" y="313956"/>
                  </a:lnTo>
                  <a:lnTo>
                    <a:pt x="63406" y="313733"/>
                  </a:lnTo>
                  <a:lnTo>
                    <a:pt x="65327" y="313480"/>
                  </a:lnTo>
                  <a:lnTo>
                    <a:pt x="67249" y="313196"/>
                  </a:lnTo>
                  <a:lnTo>
                    <a:pt x="69170" y="312873"/>
                  </a:lnTo>
                  <a:lnTo>
                    <a:pt x="71091" y="312516"/>
                  </a:lnTo>
                  <a:lnTo>
                    <a:pt x="73013" y="312122"/>
                  </a:lnTo>
                  <a:lnTo>
                    <a:pt x="74934" y="311691"/>
                  </a:lnTo>
                  <a:lnTo>
                    <a:pt x="76856" y="311222"/>
                  </a:lnTo>
                  <a:lnTo>
                    <a:pt x="78777" y="310714"/>
                  </a:lnTo>
                  <a:lnTo>
                    <a:pt x="80699" y="310167"/>
                  </a:lnTo>
                  <a:lnTo>
                    <a:pt x="82620" y="309573"/>
                  </a:lnTo>
                  <a:lnTo>
                    <a:pt x="84541" y="308941"/>
                  </a:lnTo>
                  <a:lnTo>
                    <a:pt x="86463" y="308270"/>
                  </a:lnTo>
                  <a:lnTo>
                    <a:pt x="88384" y="307564"/>
                  </a:lnTo>
                  <a:lnTo>
                    <a:pt x="90306" y="306824"/>
                  </a:lnTo>
                  <a:lnTo>
                    <a:pt x="92227" y="306053"/>
                  </a:lnTo>
                  <a:lnTo>
                    <a:pt x="94148" y="305253"/>
                  </a:lnTo>
                  <a:lnTo>
                    <a:pt x="96070" y="304425"/>
                  </a:lnTo>
                  <a:lnTo>
                    <a:pt x="97991" y="303580"/>
                  </a:lnTo>
                  <a:lnTo>
                    <a:pt x="99913" y="302723"/>
                  </a:lnTo>
                  <a:lnTo>
                    <a:pt x="101834" y="301862"/>
                  </a:lnTo>
                  <a:lnTo>
                    <a:pt x="103755" y="301003"/>
                  </a:lnTo>
                  <a:lnTo>
                    <a:pt x="105677" y="300153"/>
                  </a:lnTo>
                  <a:lnTo>
                    <a:pt x="107598" y="299322"/>
                  </a:lnTo>
                  <a:lnTo>
                    <a:pt x="109520" y="298523"/>
                  </a:lnTo>
                  <a:lnTo>
                    <a:pt x="111441" y="297765"/>
                  </a:lnTo>
                  <a:lnTo>
                    <a:pt x="113362" y="297055"/>
                  </a:lnTo>
                  <a:lnTo>
                    <a:pt x="115284" y="296400"/>
                  </a:lnTo>
                  <a:lnTo>
                    <a:pt x="117205" y="295809"/>
                  </a:lnTo>
                  <a:lnTo>
                    <a:pt x="119127" y="295289"/>
                  </a:lnTo>
                  <a:lnTo>
                    <a:pt x="121048" y="294844"/>
                  </a:lnTo>
                  <a:lnTo>
                    <a:pt x="122969" y="294493"/>
                  </a:lnTo>
                  <a:lnTo>
                    <a:pt x="124891" y="294232"/>
                  </a:lnTo>
                  <a:lnTo>
                    <a:pt x="126812" y="294058"/>
                  </a:lnTo>
                  <a:lnTo>
                    <a:pt x="128734" y="293972"/>
                  </a:lnTo>
                  <a:lnTo>
                    <a:pt x="130655" y="293970"/>
                  </a:lnTo>
                  <a:lnTo>
                    <a:pt x="132576" y="294051"/>
                  </a:lnTo>
                  <a:lnTo>
                    <a:pt x="134498" y="294211"/>
                  </a:lnTo>
                  <a:lnTo>
                    <a:pt x="136419" y="294452"/>
                  </a:lnTo>
                  <a:lnTo>
                    <a:pt x="138341" y="294763"/>
                  </a:lnTo>
                  <a:lnTo>
                    <a:pt x="140262" y="295131"/>
                  </a:lnTo>
                  <a:lnTo>
                    <a:pt x="142183" y="295548"/>
                  </a:lnTo>
                  <a:lnTo>
                    <a:pt x="144105" y="296008"/>
                  </a:lnTo>
                  <a:lnTo>
                    <a:pt x="146026" y="296501"/>
                  </a:lnTo>
                  <a:lnTo>
                    <a:pt x="147948" y="297020"/>
                  </a:lnTo>
                  <a:lnTo>
                    <a:pt x="149869" y="297560"/>
                  </a:lnTo>
                  <a:lnTo>
                    <a:pt x="151791" y="298112"/>
                  </a:lnTo>
                  <a:lnTo>
                    <a:pt x="153712" y="298669"/>
                  </a:lnTo>
                  <a:lnTo>
                    <a:pt x="155633" y="299226"/>
                  </a:lnTo>
                  <a:lnTo>
                    <a:pt x="157555" y="299780"/>
                  </a:lnTo>
                  <a:lnTo>
                    <a:pt x="159476" y="300328"/>
                  </a:lnTo>
                  <a:lnTo>
                    <a:pt x="161398" y="300869"/>
                  </a:lnTo>
                  <a:lnTo>
                    <a:pt x="163319" y="301400"/>
                  </a:lnTo>
                  <a:lnTo>
                    <a:pt x="165240" y="301921"/>
                  </a:lnTo>
                  <a:lnTo>
                    <a:pt x="167162" y="302432"/>
                  </a:lnTo>
                  <a:lnTo>
                    <a:pt x="169083" y="302935"/>
                  </a:lnTo>
                  <a:lnTo>
                    <a:pt x="171005" y="303430"/>
                  </a:lnTo>
                  <a:lnTo>
                    <a:pt x="172926" y="303918"/>
                  </a:lnTo>
                  <a:lnTo>
                    <a:pt x="174847" y="304398"/>
                  </a:lnTo>
                  <a:lnTo>
                    <a:pt x="176769" y="304870"/>
                  </a:lnTo>
                  <a:lnTo>
                    <a:pt x="178690" y="305333"/>
                  </a:lnTo>
                  <a:lnTo>
                    <a:pt x="180612" y="305786"/>
                  </a:lnTo>
                  <a:lnTo>
                    <a:pt x="182533" y="306227"/>
                  </a:lnTo>
                  <a:lnTo>
                    <a:pt x="184454" y="306655"/>
                  </a:lnTo>
                  <a:lnTo>
                    <a:pt x="186376" y="307066"/>
                  </a:lnTo>
                  <a:lnTo>
                    <a:pt x="188297" y="307458"/>
                  </a:lnTo>
                  <a:lnTo>
                    <a:pt x="190219" y="307827"/>
                  </a:lnTo>
                  <a:lnTo>
                    <a:pt x="192140" y="308165"/>
                  </a:lnTo>
                  <a:lnTo>
                    <a:pt x="194061" y="308472"/>
                  </a:lnTo>
                  <a:lnTo>
                    <a:pt x="195983" y="308747"/>
                  </a:lnTo>
                  <a:lnTo>
                    <a:pt x="197904" y="308986"/>
                  </a:lnTo>
                  <a:lnTo>
                    <a:pt x="199826" y="309188"/>
                  </a:lnTo>
                  <a:lnTo>
                    <a:pt x="201747" y="309351"/>
                  </a:lnTo>
                  <a:lnTo>
                    <a:pt x="203668" y="309474"/>
                  </a:lnTo>
                  <a:lnTo>
                    <a:pt x="205590" y="309548"/>
                  </a:lnTo>
                  <a:lnTo>
                    <a:pt x="207511" y="309581"/>
                  </a:lnTo>
                  <a:lnTo>
                    <a:pt x="209433" y="309573"/>
                  </a:lnTo>
                  <a:lnTo>
                    <a:pt x="211354" y="309525"/>
                  </a:lnTo>
                  <a:lnTo>
                    <a:pt x="213275" y="309436"/>
                  </a:lnTo>
                  <a:lnTo>
                    <a:pt x="215197" y="309309"/>
                  </a:lnTo>
                  <a:lnTo>
                    <a:pt x="217118" y="309142"/>
                  </a:lnTo>
                  <a:lnTo>
                    <a:pt x="219040" y="308931"/>
                  </a:lnTo>
                  <a:lnTo>
                    <a:pt x="220961" y="308681"/>
                  </a:lnTo>
                  <a:lnTo>
                    <a:pt x="222883" y="308391"/>
                  </a:lnTo>
                  <a:lnTo>
                    <a:pt x="224804" y="308062"/>
                  </a:lnTo>
                  <a:lnTo>
                    <a:pt x="226725" y="307692"/>
                  </a:lnTo>
                  <a:lnTo>
                    <a:pt x="228647" y="307280"/>
                  </a:lnTo>
                  <a:lnTo>
                    <a:pt x="230568" y="306825"/>
                  </a:lnTo>
                  <a:lnTo>
                    <a:pt x="232490" y="306317"/>
                  </a:lnTo>
                  <a:lnTo>
                    <a:pt x="234411" y="305759"/>
                  </a:lnTo>
                  <a:lnTo>
                    <a:pt x="236332" y="305150"/>
                  </a:lnTo>
                  <a:lnTo>
                    <a:pt x="238254" y="304487"/>
                  </a:lnTo>
                  <a:lnTo>
                    <a:pt x="240175" y="303770"/>
                  </a:lnTo>
                  <a:lnTo>
                    <a:pt x="242097" y="302995"/>
                  </a:lnTo>
                  <a:lnTo>
                    <a:pt x="244018" y="302161"/>
                  </a:lnTo>
                  <a:lnTo>
                    <a:pt x="245939" y="301259"/>
                  </a:lnTo>
                  <a:lnTo>
                    <a:pt x="247861" y="300289"/>
                  </a:lnTo>
                  <a:lnTo>
                    <a:pt x="249782" y="299256"/>
                  </a:lnTo>
                  <a:lnTo>
                    <a:pt x="251704" y="298159"/>
                  </a:lnTo>
                  <a:lnTo>
                    <a:pt x="253625" y="296998"/>
                  </a:lnTo>
                  <a:lnTo>
                    <a:pt x="255546" y="295775"/>
                  </a:lnTo>
                  <a:lnTo>
                    <a:pt x="257468" y="294491"/>
                  </a:lnTo>
                  <a:lnTo>
                    <a:pt x="259389" y="293141"/>
                  </a:lnTo>
                  <a:lnTo>
                    <a:pt x="261311" y="291729"/>
                  </a:lnTo>
                  <a:lnTo>
                    <a:pt x="263232" y="290265"/>
                  </a:lnTo>
                  <a:lnTo>
                    <a:pt x="265153" y="288752"/>
                  </a:lnTo>
                  <a:lnTo>
                    <a:pt x="267075" y="287195"/>
                  </a:lnTo>
                  <a:lnTo>
                    <a:pt x="268996" y="285598"/>
                  </a:lnTo>
                  <a:lnTo>
                    <a:pt x="270918" y="283967"/>
                  </a:lnTo>
                  <a:lnTo>
                    <a:pt x="272839" y="282305"/>
                  </a:lnTo>
                  <a:lnTo>
                    <a:pt x="274760" y="280619"/>
                  </a:lnTo>
                  <a:lnTo>
                    <a:pt x="276682" y="278917"/>
                  </a:lnTo>
                  <a:lnTo>
                    <a:pt x="278603" y="277207"/>
                  </a:lnTo>
                  <a:lnTo>
                    <a:pt x="280525" y="275491"/>
                  </a:lnTo>
                  <a:lnTo>
                    <a:pt x="282446" y="273775"/>
                  </a:lnTo>
                  <a:lnTo>
                    <a:pt x="284367" y="272063"/>
                  </a:lnTo>
                  <a:lnTo>
                    <a:pt x="286289" y="270357"/>
                  </a:lnTo>
                  <a:lnTo>
                    <a:pt x="288210" y="268660"/>
                  </a:lnTo>
                  <a:lnTo>
                    <a:pt x="290132" y="266970"/>
                  </a:lnTo>
                  <a:lnTo>
                    <a:pt x="292053" y="265282"/>
                  </a:lnTo>
                  <a:lnTo>
                    <a:pt x="293975" y="263593"/>
                  </a:lnTo>
                  <a:lnTo>
                    <a:pt x="295896" y="261893"/>
                  </a:lnTo>
                  <a:lnTo>
                    <a:pt x="297817" y="260172"/>
                  </a:lnTo>
                  <a:lnTo>
                    <a:pt x="299739" y="258416"/>
                  </a:lnTo>
                  <a:lnTo>
                    <a:pt x="301660" y="256595"/>
                  </a:lnTo>
                  <a:lnTo>
                    <a:pt x="303582" y="254693"/>
                  </a:lnTo>
                  <a:lnTo>
                    <a:pt x="305503" y="252685"/>
                  </a:lnTo>
                  <a:lnTo>
                    <a:pt x="307424" y="250543"/>
                  </a:lnTo>
                  <a:lnTo>
                    <a:pt x="309346" y="248237"/>
                  </a:lnTo>
                  <a:lnTo>
                    <a:pt x="311267" y="245733"/>
                  </a:lnTo>
                  <a:lnTo>
                    <a:pt x="313189" y="242995"/>
                  </a:lnTo>
                  <a:lnTo>
                    <a:pt x="315110" y="239923"/>
                  </a:lnTo>
                  <a:lnTo>
                    <a:pt x="317031" y="236522"/>
                  </a:lnTo>
                  <a:lnTo>
                    <a:pt x="318953" y="232752"/>
                  </a:lnTo>
                  <a:lnTo>
                    <a:pt x="320874" y="228575"/>
                  </a:lnTo>
                  <a:lnTo>
                    <a:pt x="322796" y="223951"/>
                  </a:lnTo>
                  <a:lnTo>
                    <a:pt x="324717" y="218846"/>
                  </a:lnTo>
                  <a:lnTo>
                    <a:pt x="326638" y="213225"/>
                  </a:lnTo>
                  <a:lnTo>
                    <a:pt x="328560" y="206957"/>
                  </a:lnTo>
                  <a:lnTo>
                    <a:pt x="330481" y="200105"/>
                  </a:lnTo>
                  <a:lnTo>
                    <a:pt x="332403" y="192664"/>
                  </a:lnTo>
                  <a:lnTo>
                    <a:pt x="334324" y="184633"/>
                  </a:lnTo>
                  <a:lnTo>
                    <a:pt x="336245" y="176014"/>
                  </a:lnTo>
                  <a:lnTo>
                    <a:pt x="338167" y="166824"/>
                  </a:lnTo>
                  <a:lnTo>
                    <a:pt x="340088" y="157088"/>
                  </a:lnTo>
                  <a:lnTo>
                    <a:pt x="342010" y="146775"/>
                  </a:lnTo>
                  <a:lnTo>
                    <a:pt x="343931" y="136015"/>
                  </a:lnTo>
                  <a:lnTo>
                    <a:pt x="345852" y="124901"/>
                  </a:lnTo>
                  <a:lnTo>
                    <a:pt x="347774" y="113520"/>
                  </a:lnTo>
                  <a:lnTo>
                    <a:pt x="349695" y="101967"/>
                  </a:lnTo>
                  <a:lnTo>
                    <a:pt x="351617" y="90353"/>
                  </a:lnTo>
                  <a:lnTo>
                    <a:pt x="353538" y="78797"/>
                  </a:lnTo>
                  <a:lnTo>
                    <a:pt x="355459" y="67479"/>
                  </a:lnTo>
                  <a:lnTo>
                    <a:pt x="357381" y="56569"/>
                  </a:lnTo>
                  <a:lnTo>
                    <a:pt x="359302" y="46197"/>
                  </a:lnTo>
                  <a:lnTo>
                    <a:pt x="361224" y="36510"/>
                  </a:lnTo>
                  <a:lnTo>
                    <a:pt x="363145" y="27649"/>
                  </a:lnTo>
                  <a:lnTo>
                    <a:pt x="365067" y="19753"/>
                  </a:lnTo>
                  <a:lnTo>
                    <a:pt x="366988" y="12953"/>
                  </a:lnTo>
                  <a:lnTo>
                    <a:pt x="368909" y="7517"/>
                  </a:lnTo>
                  <a:lnTo>
                    <a:pt x="370831" y="3552"/>
                  </a:lnTo>
                  <a:lnTo>
                    <a:pt x="372752" y="1028"/>
                  </a:lnTo>
                  <a:lnTo>
                    <a:pt x="374674" y="0"/>
                  </a:lnTo>
                  <a:lnTo>
                    <a:pt x="376595" y="502"/>
                  </a:lnTo>
                  <a:lnTo>
                    <a:pt x="378516" y="2548"/>
                  </a:lnTo>
                  <a:lnTo>
                    <a:pt x="380438" y="6129"/>
                  </a:lnTo>
                  <a:lnTo>
                    <a:pt x="382359" y="11338"/>
                  </a:lnTo>
                  <a:lnTo>
                    <a:pt x="384281" y="18123"/>
                  </a:lnTo>
                  <a:lnTo>
                    <a:pt x="386202" y="26231"/>
                  </a:lnTo>
                  <a:lnTo>
                    <a:pt x="388123" y="35555"/>
                  </a:lnTo>
                  <a:lnTo>
                    <a:pt x="390045" y="45974"/>
                  </a:lnTo>
                  <a:lnTo>
                    <a:pt x="391966" y="57356"/>
                  </a:lnTo>
                  <a:lnTo>
                    <a:pt x="393888" y="69558"/>
                  </a:lnTo>
                  <a:lnTo>
                    <a:pt x="395809" y="82462"/>
                  </a:lnTo>
                  <a:lnTo>
                    <a:pt x="397730" y="95897"/>
                  </a:lnTo>
                  <a:lnTo>
                    <a:pt x="399652" y="109626"/>
                  </a:lnTo>
                  <a:lnTo>
                    <a:pt x="401573" y="123502"/>
                  </a:lnTo>
                  <a:lnTo>
                    <a:pt x="403495" y="137386"/>
                  </a:lnTo>
                  <a:lnTo>
                    <a:pt x="405416" y="151145"/>
                  </a:lnTo>
                  <a:lnTo>
                    <a:pt x="407337" y="164660"/>
                  </a:lnTo>
                  <a:lnTo>
                    <a:pt x="409259" y="177801"/>
                  </a:lnTo>
                  <a:lnTo>
                    <a:pt x="411180" y="190395"/>
                  </a:lnTo>
                  <a:lnTo>
                    <a:pt x="413102" y="202425"/>
                  </a:lnTo>
                  <a:lnTo>
                    <a:pt x="415023" y="213833"/>
                  </a:lnTo>
                  <a:lnTo>
                    <a:pt x="416944" y="224574"/>
                  </a:lnTo>
                  <a:lnTo>
                    <a:pt x="418866" y="234615"/>
                  </a:lnTo>
                  <a:lnTo>
                    <a:pt x="420787" y="243935"/>
                  </a:lnTo>
                  <a:lnTo>
                    <a:pt x="422709" y="252512"/>
                  </a:lnTo>
                  <a:lnTo>
                    <a:pt x="424630" y="260233"/>
                  </a:lnTo>
                  <a:lnTo>
                    <a:pt x="426551" y="267246"/>
                  </a:lnTo>
                  <a:lnTo>
                    <a:pt x="428473" y="273574"/>
                  </a:lnTo>
                  <a:lnTo>
                    <a:pt x="430394" y="279245"/>
                  </a:lnTo>
                  <a:lnTo>
                    <a:pt x="432316" y="284294"/>
                  </a:lnTo>
                  <a:lnTo>
                    <a:pt x="434237" y="288756"/>
                  </a:lnTo>
                  <a:lnTo>
                    <a:pt x="436159" y="292673"/>
                  </a:lnTo>
                  <a:lnTo>
                    <a:pt x="438080" y="296001"/>
                  </a:lnTo>
                  <a:lnTo>
                    <a:pt x="440001" y="298884"/>
                  </a:lnTo>
                  <a:lnTo>
                    <a:pt x="441923" y="301366"/>
                  </a:lnTo>
                  <a:lnTo>
                    <a:pt x="443844" y="303488"/>
                  </a:lnTo>
                  <a:lnTo>
                    <a:pt x="445766" y="305288"/>
                  </a:lnTo>
                  <a:lnTo>
                    <a:pt x="447687" y="306802"/>
                  </a:lnTo>
                  <a:lnTo>
                    <a:pt x="449608" y="308066"/>
                  </a:lnTo>
                  <a:lnTo>
                    <a:pt x="451530" y="309081"/>
                  </a:lnTo>
                  <a:lnTo>
                    <a:pt x="453451" y="309913"/>
                  </a:lnTo>
                  <a:lnTo>
                    <a:pt x="455373" y="310591"/>
                  </a:lnTo>
                  <a:lnTo>
                    <a:pt x="457294" y="311138"/>
                  </a:lnTo>
                  <a:lnTo>
                    <a:pt x="459215" y="311573"/>
                  </a:lnTo>
                  <a:lnTo>
                    <a:pt x="461137" y="311913"/>
                  </a:lnTo>
                  <a:lnTo>
                    <a:pt x="463058" y="312172"/>
                  </a:lnTo>
                  <a:lnTo>
                    <a:pt x="464980" y="312356"/>
                  </a:lnTo>
                  <a:lnTo>
                    <a:pt x="466901" y="312483"/>
                  </a:lnTo>
                  <a:lnTo>
                    <a:pt x="468822" y="312566"/>
                  </a:lnTo>
                  <a:lnTo>
                    <a:pt x="470744" y="312610"/>
                  </a:lnTo>
                  <a:lnTo>
                    <a:pt x="472665" y="312621"/>
                  </a:lnTo>
                  <a:lnTo>
                    <a:pt x="474587" y="312605"/>
                  </a:lnTo>
                  <a:lnTo>
                    <a:pt x="476508" y="312564"/>
                  </a:lnTo>
                  <a:lnTo>
                    <a:pt x="478429" y="312501"/>
                  </a:lnTo>
                  <a:lnTo>
                    <a:pt x="480351" y="312420"/>
                  </a:lnTo>
                  <a:lnTo>
                    <a:pt x="482272" y="312324"/>
                  </a:lnTo>
                  <a:lnTo>
                    <a:pt x="484194" y="312213"/>
                  </a:lnTo>
                  <a:lnTo>
                    <a:pt x="486115" y="312089"/>
                  </a:lnTo>
                  <a:lnTo>
                    <a:pt x="488036" y="311953"/>
                  </a:lnTo>
                  <a:lnTo>
                    <a:pt x="489958" y="311804"/>
                  </a:lnTo>
                  <a:lnTo>
                    <a:pt x="491879" y="311640"/>
                  </a:lnTo>
                  <a:lnTo>
                    <a:pt x="493801" y="311461"/>
                  </a:lnTo>
                  <a:lnTo>
                    <a:pt x="495722" y="311266"/>
                  </a:lnTo>
                  <a:lnTo>
                    <a:pt x="497643" y="311054"/>
                  </a:lnTo>
                  <a:lnTo>
                    <a:pt x="499565" y="310823"/>
                  </a:lnTo>
                  <a:lnTo>
                    <a:pt x="501486" y="310571"/>
                  </a:lnTo>
                  <a:lnTo>
                    <a:pt x="503408" y="310295"/>
                  </a:lnTo>
                  <a:lnTo>
                    <a:pt x="505329" y="309991"/>
                  </a:lnTo>
                  <a:lnTo>
                    <a:pt x="507250" y="309654"/>
                  </a:lnTo>
                  <a:lnTo>
                    <a:pt x="509172" y="309285"/>
                  </a:lnTo>
                  <a:lnTo>
                    <a:pt x="511093" y="308883"/>
                  </a:lnTo>
                  <a:lnTo>
                    <a:pt x="513015" y="308445"/>
                  </a:lnTo>
                  <a:lnTo>
                    <a:pt x="514936" y="307970"/>
                  </a:lnTo>
                  <a:lnTo>
                    <a:pt x="516858" y="307456"/>
                  </a:lnTo>
                  <a:lnTo>
                    <a:pt x="518779" y="306900"/>
                  </a:lnTo>
                  <a:lnTo>
                    <a:pt x="520700" y="306297"/>
                  </a:lnTo>
                  <a:lnTo>
                    <a:pt x="522622" y="305653"/>
                  </a:lnTo>
                  <a:lnTo>
                    <a:pt x="524543" y="304967"/>
                  </a:lnTo>
                  <a:lnTo>
                    <a:pt x="526465" y="304240"/>
                  </a:lnTo>
                  <a:lnTo>
                    <a:pt x="528386" y="303472"/>
                  </a:lnTo>
                  <a:lnTo>
                    <a:pt x="530307" y="302663"/>
                  </a:lnTo>
                  <a:lnTo>
                    <a:pt x="532229" y="301813"/>
                  </a:lnTo>
                  <a:lnTo>
                    <a:pt x="534150" y="300917"/>
                  </a:lnTo>
                  <a:lnTo>
                    <a:pt x="536072" y="299983"/>
                  </a:lnTo>
                  <a:lnTo>
                    <a:pt x="537993" y="299011"/>
                  </a:lnTo>
                  <a:lnTo>
                    <a:pt x="539914" y="298003"/>
                  </a:lnTo>
                  <a:lnTo>
                    <a:pt x="541836" y="296960"/>
                  </a:lnTo>
                  <a:lnTo>
                    <a:pt x="543757" y="295883"/>
                  </a:lnTo>
                  <a:lnTo>
                    <a:pt x="545679" y="294772"/>
                  </a:lnTo>
                  <a:lnTo>
                    <a:pt x="547600" y="293625"/>
                  </a:lnTo>
                  <a:lnTo>
                    <a:pt x="549521" y="292450"/>
                  </a:lnTo>
                  <a:lnTo>
                    <a:pt x="551443" y="291248"/>
                  </a:lnTo>
                  <a:lnTo>
                    <a:pt x="553364" y="290023"/>
                  </a:lnTo>
                  <a:lnTo>
                    <a:pt x="555286" y="288778"/>
                  </a:lnTo>
                  <a:lnTo>
                    <a:pt x="557207" y="287516"/>
                  </a:lnTo>
                  <a:lnTo>
                    <a:pt x="559128" y="286241"/>
                  </a:lnTo>
                  <a:lnTo>
                    <a:pt x="561050" y="284958"/>
                  </a:lnTo>
                  <a:lnTo>
                    <a:pt x="562971" y="283674"/>
                  </a:lnTo>
                  <a:lnTo>
                    <a:pt x="564893" y="282397"/>
                  </a:lnTo>
                  <a:lnTo>
                    <a:pt x="566814" y="281132"/>
                  </a:lnTo>
                  <a:lnTo>
                    <a:pt x="568735" y="279886"/>
                  </a:lnTo>
                  <a:lnTo>
                    <a:pt x="570657" y="278667"/>
                  </a:lnTo>
                  <a:lnTo>
                    <a:pt x="572578" y="277484"/>
                  </a:lnTo>
                  <a:lnTo>
                    <a:pt x="574500" y="276352"/>
                  </a:lnTo>
                  <a:lnTo>
                    <a:pt x="576421" y="275277"/>
                  </a:lnTo>
                  <a:lnTo>
                    <a:pt x="578342" y="274265"/>
                  </a:lnTo>
                  <a:lnTo>
                    <a:pt x="580264" y="273326"/>
                  </a:lnTo>
                  <a:lnTo>
                    <a:pt x="582185" y="272466"/>
                  </a:lnTo>
                  <a:lnTo>
                    <a:pt x="584107" y="271693"/>
                  </a:lnTo>
                  <a:lnTo>
                    <a:pt x="586028" y="271015"/>
                  </a:lnTo>
                  <a:lnTo>
                    <a:pt x="587950" y="270452"/>
                  </a:lnTo>
                  <a:lnTo>
                    <a:pt x="589871" y="270005"/>
                  </a:lnTo>
                  <a:lnTo>
                    <a:pt x="591792" y="269671"/>
                  </a:lnTo>
                  <a:lnTo>
                    <a:pt x="593714" y="269456"/>
                  </a:lnTo>
                  <a:lnTo>
                    <a:pt x="595635" y="269362"/>
                  </a:lnTo>
                  <a:lnTo>
                    <a:pt x="597557" y="269391"/>
                  </a:lnTo>
                  <a:lnTo>
                    <a:pt x="599478" y="269546"/>
                  </a:lnTo>
                  <a:lnTo>
                    <a:pt x="601399" y="269840"/>
                  </a:lnTo>
                  <a:lnTo>
                    <a:pt x="603321" y="270271"/>
                  </a:lnTo>
                  <a:lnTo>
                    <a:pt x="605242" y="270826"/>
                  </a:lnTo>
                  <a:lnTo>
                    <a:pt x="607164" y="271503"/>
                  </a:lnTo>
                  <a:lnTo>
                    <a:pt x="609085" y="272299"/>
                  </a:lnTo>
                  <a:lnTo>
                    <a:pt x="611006" y="273210"/>
                  </a:lnTo>
                  <a:lnTo>
                    <a:pt x="612928" y="274230"/>
                  </a:lnTo>
                  <a:lnTo>
                    <a:pt x="614849" y="275363"/>
                  </a:lnTo>
                  <a:lnTo>
                    <a:pt x="616771" y="276601"/>
                  </a:lnTo>
                  <a:lnTo>
                    <a:pt x="618692" y="277924"/>
                  </a:lnTo>
                  <a:lnTo>
                    <a:pt x="620613" y="279324"/>
                  </a:lnTo>
                  <a:lnTo>
                    <a:pt x="622535" y="280789"/>
                  </a:lnTo>
                  <a:lnTo>
                    <a:pt x="624456" y="282310"/>
                  </a:lnTo>
                  <a:lnTo>
                    <a:pt x="626378" y="283876"/>
                  </a:lnTo>
                  <a:lnTo>
                    <a:pt x="628299" y="285476"/>
                  </a:lnTo>
                  <a:lnTo>
                    <a:pt x="630220" y="287096"/>
                  </a:lnTo>
                  <a:lnTo>
                    <a:pt x="632142" y="288720"/>
                  </a:lnTo>
                  <a:lnTo>
                    <a:pt x="634063" y="290336"/>
                  </a:lnTo>
                  <a:lnTo>
                    <a:pt x="635985" y="291933"/>
                  </a:lnTo>
                  <a:lnTo>
                    <a:pt x="637906" y="293501"/>
                  </a:lnTo>
                  <a:lnTo>
                    <a:pt x="639827" y="295031"/>
                  </a:lnTo>
                  <a:lnTo>
                    <a:pt x="641749" y="296510"/>
                  </a:lnTo>
                  <a:lnTo>
                    <a:pt x="643670" y="297924"/>
                  </a:lnTo>
                  <a:lnTo>
                    <a:pt x="645592" y="299273"/>
                  </a:lnTo>
                  <a:lnTo>
                    <a:pt x="647513" y="300554"/>
                  </a:lnTo>
                  <a:lnTo>
                    <a:pt x="649434" y="301761"/>
                  </a:lnTo>
                  <a:lnTo>
                    <a:pt x="651356" y="302894"/>
                  </a:lnTo>
                  <a:lnTo>
                    <a:pt x="653277" y="303950"/>
                  </a:lnTo>
                  <a:lnTo>
                    <a:pt x="655199" y="304928"/>
                  </a:lnTo>
                  <a:lnTo>
                    <a:pt x="657120" y="305816"/>
                  </a:lnTo>
                  <a:lnTo>
                    <a:pt x="659042" y="306631"/>
                  </a:lnTo>
                  <a:lnTo>
                    <a:pt x="660963" y="307373"/>
                  </a:lnTo>
                  <a:lnTo>
                    <a:pt x="662884" y="308048"/>
                  </a:lnTo>
                  <a:lnTo>
                    <a:pt x="664806" y="308657"/>
                  </a:lnTo>
                  <a:lnTo>
                    <a:pt x="666727" y="309205"/>
                  </a:lnTo>
                  <a:lnTo>
                    <a:pt x="668649" y="309695"/>
                  </a:lnTo>
                  <a:lnTo>
                    <a:pt x="670570" y="310124"/>
                  </a:lnTo>
                  <a:lnTo>
                    <a:pt x="672491" y="310506"/>
                  </a:lnTo>
                  <a:lnTo>
                    <a:pt x="674413" y="310845"/>
                  </a:lnTo>
                  <a:lnTo>
                    <a:pt x="676334" y="311146"/>
                  </a:lnTo>
                  <a:lnTo>
                    <a:pt x="678256" y="311413"/>
                  </a:lnTo>
                  <a:lnTo>
                    <a:pt x="680177" y="311650"/>
                  </a:lnTo>
                  <a:lnTo>
                    <a:pt x="682098" y="311860"/>
                  </a:lnTo>
                  <a:lnTo>
                    <a:pt x="684020" y="312043"/>
                  </a:lnTo>
                  <a:lnTo>
                    <a:pt x="685941" y="312205"/>
                  </a:lnTo>
                  <a:lnTo>
                    <a:pt x="687863" y="312350"/>
                  </a:lnTo>
                  <a:lnTo>
                    <a:pt x="689784" y="312479"/>
                  </a:lnTo>
                  <a:lnTo>
                    <a:pt x="691705" y="312593"/>
                  </a:lnTo>
                  <a:lnTo>
                    <a:pt x="693627" y="312693"/>
                  </a:lnTo>
                  <a:lnTo>
                    <a:pt x="695548" y="312778"/>
                  </a:lnTo>
                  <a:lnTo>
                    <a:pt x="697470" y="312847"/>
                  </a:lnTo>
                  <a:lnTo>
                    <a:pt x="699391" y="312898"/>
                  </a:lnTo>
                  <a:lnTo>
                    <a:pt x="701312" y="312932"/>
                  </a:lnTo>
                  <a:lnTo>
                    <a:pt x="703234" y="312945"/>
                  </a:lnTo>
                  <a:lnTo>
                    <a:pt x="705155" y="312937"/>
                  </a:lnTo>
                  <a:lnTo>
                    <a:pt x="707077" y="312904"/>
                  </a:lnTo>
                  <a:lnTo>
                    <a:pt x="708998" y="312843"/>
                  </a:lnTo>
                  <a:lnTo>
                    <a:pt x="710919" y="312748"/>
                  </a:lnTo>
                  <a:lnTo>
                    <a:pt x="712841" y="312617"/>
                  </a:lnTo>
                  <a:lnTo>
                    <a:pt x="714762" y="312449"/>
                  </a:lnTo>
                  <a:lnTo>
                    <a:pt x="716684" y="312242"/>
                  </a:lnTo>
                  <a:lnTo>
                    <a:pt x="718605" y="311996"/>
                  </a:lnTo>
                  <a:lnTo>
                    <a:pt x="720526" y="311707"/>
                  </a:lnTo>
                  <a:lnTo>
                    <a:pt x="722448" y="311375"/>
                  </a:lnTo>
                  <a:lnTo>
                    <a:pt x="724369" y="310997"/>
                  </a:lnTo>
                  <a:lnTo>
                    <a:pt x="726291" y="310572"/>
                  </a:lnTo>
                  <a:lnTo>
                    <a:pt x="728212" y="310107"/>
                  </a:lnTo>
                  <a:lnTo>
                    <a:pt x="730134" y="309604"/>
                  </a:lnTo>
                  <a:lnTo>
                    <a:pt x="732055" y="309065"/>
                  </a:lnTo>
                  <a:lnTo>
                    <a:pt x="733976" y="308493"/>
                  </a:lnTo>
                  <a:lnTo>
                    <a:pt x="735898" y="307893"/>
                  </a:lnTo>
                  <a:lnTo>
                    <a:pt x="737819" y="307267"/>
                  </a:lnTo>
                  <a:lnTo>
                    <a:pt x="739741" y="306620"/>
                  </a:lnTo>
                  <a:lnTo>
                    <a:pt x="741662" y="305960"/>
                  </a:lnTo>
                  <a:lnTo>
                    <a:pt x="743583" y="305291"/>
                  </a:lnTo>
                  <a:lnTo>
                    <a:pt x="745505" y="304619"/>
                  </a:lnTo>
                  <a:lnTo>
                    <a:pt x="747426" y="303947"/>
                  </a:lnTo>
                  <a:lnTo>
                    <a:pt x="749348" y="303278"/>
                  </a:lnTo>
                  <a:lnTo>
                    <a:pt x="751269" y="302617"/>
                  </a:lnTo>
                  <a:lnTo>
                    <a:pt x="753190" y="301965"/>
                  </a:lnTo>
                  <a:lnTo>
                    <a:pt x="755112" y="301323"/>
                  </a:lnTo>
                  <a:lnTo>
                    <a:pt x="757033" y="300689"/>
                  </a:lnTo>
                  <a:lnTo>
                    <a:pt x="758955" y="300062"/>
                  </a:lnTo>
                  <a:lnTo>
                    <a:pt x="760876" y="299437"/>
                  </a:lnTo>
                  <a:lnTo>
                    <a:pt x="762797" y="298811"/>
                  </a:lnTo>
                  <a:lnTo>
                    <a:pt x="764719" y="298176"/>
                  </a:lnTo>
                  <a:lnTo>
                    <a:pt x="766640" y="297521"/>
                  </a:lnTo>
                  <a:lnTo>
                    <a:pt x="768562" y="296839"/>
                  </a:lnTo>
                  <a:lnTo>
                    <a:pt x="770483" y="296119"/>
                  </a:lnTo>
                  <a:lnTo>
                    <a:pt x="772404" y="295351"/>
                  </a:lnTo>
                  <a:lnTo>
                    <a:pt x="774326" y="294526"/>
                  </a:lnTo>
                  <a:lnTo>
                    <a:pt x="776247" y="293633"/>
                  </a:lnTo>
                  <a:lnTo>
                    <a:pt x="778169" y="292662"/>
                  </a:lnTo>
                  <a:lnTo>
                    <a:pt x="780090" y="291587"/>
                  </a:lnTo>
                  <a:lnTo>
                    <a:pt x="782011" y="290416"/>
                  </a:lnTo>
                  <a:lnTo>
                    <a:pt x="783933" y="289145"/>
                  </a:lnTo>
                  <a:lnTo>
                    <a:pt x="785854" y="287773"/>
                  </a:lnTo>
                  <a:lnTo>
                    <a:pt x="787776" y="286301"/>
                  </a:lnTo>
                  <a:lnTo>
                    <a:pt x="789697" y="284733"/>
                  </a:lnTo>
                  <a:lnTo>
                    <a:pt x="791618" y="283075"/>
                  </a:lnTo>
                  <a:lnTo>
                    <a:pt x="793540" y="281329"/>
                  </a:lnTo>
                  <a:lnTo>
                    <a:pt x="795461" y="279525"/>
                  </a:lnTo>
                  <a:lnTo>
                    <a:pt x="797383" y="277685"/>
                  </a:lnTo>
                  <a:lnTo>
                    <a:pt x="799304" y="275829"/>
                  </a:lnTo>
                  <a:lnTo>
                    <a:pt x="801226" y="273983"/>
                  </a:lnTo>
                  <a:lnTo>
                    <a:pt x="803147" y="272172"/>
                  </a:lnTo>
                  <a:lnTo>
                    <a:pt x="805068" y="270424"/>
                  </a:lnTo>
                  <a:lnTo>
                    <a:pt x="806990" y="268787"/>
                  </a:lnTo>
                  <a:lnTo>
                    <a:pt x="808911" y="267287"/>
                  </a:lnTo>
                  <a:lnTo>
                    <a:pt x="810833" y="265947"/>
                  </a:lnTo>
                  <a:lnTo>
                    <a:pt x="812754" y="264791"/>
                  </a:lnTo>
                  <a:lnTo>
                    <a:pt x="814675" y="263841"/>
                  </a:lnTo>
                  <a:lnTo>
                    <a:pt x="816597" y="263118"/>
                  </a:lnTo>
                  <a:lnTo>
                    <a:pt x="818518" y="262636"/>
                  </a:lnTo>
                  <a:lnTo>
                    <a:pt x="820440" y="262444"/>
                  </a:lnTo>
                  <a:lnTo>
                    <a:pt x="822361" y="262531"/>
                  </a:lnTo>
                  <a:lnTo>
                    <a:pt x="824282" y="262882"/>
                  </a:lnTo>
                  <a:lnTo>
                    <a:pt x="826204" y="263493"/>
                  </a:lnTo>
                  <a:lnTo>
                    <a:pt x="828125" y="264356"/>
                  </a:lnTo>
                  <a:lnTo>
                    <a:pt x="830047" y="265460"/>
                  </a:lnTo>
                  <a:lnTo>
                    <a:pt x="831968" y="266788"/>
                  </a:lnTo>
                  <a:lnTo>
                    <a:pt x="833889" y="268344"/>
                  </a:lnTo>
                  <a:lnTo>
                    <a:pt x="835811" y="270093"/>
                  </a:lnTo>
                  <a:lnTo>
                    <a:pt x="837732" y="271994"/>
                  </a:lnTo>
                  <a:lnTo>
                    <a:pt x="839654" y="274022"/>
                  </a:lnTo>
                  <a:lnTo>
                    <a:pt x="841575" y="276152"/>
                  </a:lnTo>
                  <a:lnTo>
                    <a:pt x="843496" y="278360"/>
                  </a:lnTo>
                  <a:lnTo>
                    <a:pt x="845418" y="280620"/>
                  </a:lnTo>
                  <a:lnTo>
                    <a:pt x="847339" y="282908"/>
                  </a:lnTo>
                  <a:lnTo>
                    <a:pt x="849261" y="285194"/>
                  </a:lnTo>
                  <a:lnTo>
                    <a:pt x="851182" y="287456"/>
                  </a:lnTo>
                  <a:lnTo>
                    <a:pt x="853103" y="289674"/>
                  </a:lnTo>
                  <a:lnTo>
                    <a:pt x="855025" y="291833"/>
                  </a:lnTo>
                  <a:lnTo>
                    <a:pt x="856946" y="293918"/>
                  </a:lnTo>
                  <a:lnTo>
                    <a:pt x="858868" y="295916"/>
                  </a:lnTo>
                  <a:lnTo>
                    <a:pt x="860789" y="297811"/>
                  </a:lnTo>
                  <a:lnTo>
                    <a:pt x="862710" y="299583"/>
                  </a:lnTo>
                  <a:lnTo>
                    <a:pt x="864632" y="301241"/>
                  </a:lnTo>
                  <a:lnTo>
                    <a:pt x="866553" y="302782"/>
                  </a:lnTo>
                  <a:lnTo>
                    <a:pt x="868475" y="304203"/>
                  </a:lnTo>
                  <a:lnTo>
                    <a:pt x="870396" y="305505"/>
                  </a:lnTo>
                  <a:lnTo>
                    <a:pt x="872318" y="306689"/>
                  </a:lnTo>
                  <a:lnTo>
                    <a:pt x="874239" y="307752"/>
                  </a:lnTo>
                  <a:lnTo>
                    <a:pt x="876160" y="308686"/>
                  </a:lnTo>
                  <a:lnTo>
                    <a:pt x="878082" y="309515"/>
                  </a:lnTo>
                  <a:lnTo>
                    <a:pt x="880003" y="310245"/>
                  </a:lnTo>
                  <a:lnTo>
                    <a:pt x="881925" y="310883"/>
                  </a:lnTo>
                  <a:lnTo>
                    <a:pt x="883846" y="311434"/>
                  </a:lnTo>
                  <a:lnTo>
                    <a:pt x="885767" y="311905"/>
                  </a:lnTo>
                  <a:lnTo>
                    <a:pt x="887689" y="312304"/>
                  </a:lnTo>
                  <a:lnTo>
                    <a:pt x="889610" y="312628"/>
                  </a:lnTo>
                  <a:lnTo>
                    <a:pt x="891532" y="312897"/>
                  </a:lnTo>
                  <a:lnTo>
                    <a:pt x="893453" y="313118"/>
                  </a:lnTo>
                  <a:lnTo>
                    <a:pt x="895374" y="313295"/>
                  </a:lnTo>
                  <a:lnTo>
                    <a:pt x="897296" y="313436"/>
                  </a:lnTo>
                  <a:lnTo>
                    <a:pt x="899217" y="313545"/>
                  </a:lnTo>
                  <a:lnTo>
                    <a:pt x="901139" y="313626"/>
                  </a:lnTo>
                  <a:lnTo>
                    <a:pt x="903060" y="313680"/>
                  </a:lnTo>
                  <a:lnTo>
                    <a:pt x="904981" y="313716"/>
                  </a:lnTo>
                  <a:lnTo>
                    <a:pt x="906903" y="313737"/>
                  </a:lnTo>
                  <a:lnTo>
                    <a:pt x="908824" y="313745"/>
                  </a:lnTo>
                  <a:lnTo>
                    <a:pt x="910746" y="313743"/>
                  </a:lnTo>
                  <a:lnTo>
                    <a:pt x="912667" y="313733"/>
                  </a:lnTo>
                  <a:lnTo>
                    <a:pt x="914588" y="313716"/>
                  </a:lnTo>
                  <a:lnTo>
                    <a:pt x="916510" y="313695"/>
                  </a:lnTo>
                  <a:lnTo>
                    <a:pt x="918431" y="313671"/>
                  </a:lnTo>
                  <a:lnTo>
                    <a:pt x="920353" y="313647"/>
                  </a:lnTo>
                  <a:lnTo>
                    <a:pt x="922274" y="313623"/>
                  </a:lnTo>
                  <a:lnTo>
                    <a:pt x="924195" y="313602"/>
                  </a:lnTo>
                  <a:lnTo>
                    <a:pt x="926117" y="313584"/>
                  </a:lnTo>
                  <a:lnTo>
                    <a:pt x="928038" y="313571"/>
                  </a:lnTo>
                  <a:lnTo>
                    <a:pt x="929960" y="313566"/>
                  </a:lnTo>
                  <a:lnTo>
                    <a:pt x="931881" y="313568"/>
                  </a:lnTo>
                  <a:lnTo>
                    <a:pt x="933802" y="313578"/>
                  </a:lnTo>
                  <a:lnTo>
                    <a:pt x="935724" y="313597"/>
                  </a:lnTo>
                  <a:lnTo>
                    <a:pt x="937645" y="313625"/>
                  </a:lnTo>
                  <a:lnTo>
                    <a:pt x="939567" y="313662"/>
                  </a:lnTo>
                  <a:lnTo>
                    <a:pt x="941488" y="313708"/>
                  </a:lnTo>
                  <a:lnTo>
                    <a:pt x="943410" y="313763"/>
                  </a:lnTo>
                  <a:lnTo>
                    <a:pt x="945331" y="313826"/>
                  </a:lnTo>
                  <a:lnTo>
                    <a:pt x="947252" y="313896"/>
                  </a:lnTo>
                  <a:lnTo>
                    <a:pt x="949174" y="313971"/>
                  </a:lnTo>
                  <a:lnTo>
                    <a:pt x="951095" y="314050"/>
                  </a:lnTo>
                  <a:lnTo>
                    <a:pt x="953017" y="314132"/>
                  </a:lnTo>
                  <a:lnTo>
                    <a:pt x="954938" y="314217"/>
                  </a:lnTo>
                  <a:lnTo>
                    <a:pt x="956859" y="314301"/>
                  </a:lnTo>
                  <a:lnTo>
                    <a:pt x="958781" y="314385"/>
                  </a:lnTo>
                  <a:lnTo>
                    <a:pt x="960702" y="314466"/>
                  </a:lnTo>
                  <a:lnTo>
                    <a:pt x="962624" y="314544"/>
                  </a:lnTo>
                  <a:lnTo>
                    <a:pt x="964545" y="314619"/>
                  </a:lnTo>
                  <a:lnTo>
                    <a:pt x="966466" y="314688"/>
                  </a:lnTo>
                  <a:lnTo>
                    <a:pt x="968388" y="314753"/>
                  </a:lnTo>
                  <a:lnTo>
                    <a:pt x="970309" y="314813"/>
                  </a:lnTo>
                  <a:lnTo>
                    <a:pt x="972231" y="314866"/>
                  </a:lnTo>
                  <a:lnTo>
                    <a:pt x="974152" y="314913"/>
                  </a:lnTo>
                  <a:lnTo>
                    <a:pt x="976073" y="314955"/>
                  </a:lnTo>
                  <a:lnTo>
                    <a:pt x="977995" y="314993"/>
                  </a:lnTo>
                  <a:lnTo>
                    <a:pt x="979916" y="315025"/>
                  </a:lnTo>
                  <a:lnTo>
                    <a:pt x="981838" y="315175"/>
                  </a:lnTo>
                  <a:lnTo>
                    <a:pt x="979916" y="315175"/>
                  </a:lnTo>
                  <a:lnTo>
                    <a:pt x="977995" y="315175"/>
                  </a:lnTo>
                  <a:lnTo>
                    <a:pt x="976073" y="315175"/>
                  </a:lnTo>
                  <a:lnTo>
                    <a:pt x="974152" y="315175"/>
                  </a:lnTo>
                  <a:lnTo>
                    <a:pt x="972231" y="315175"/>
                  </a:lnTo>
                  <a:lnTo>
                    <a:pt x="970309" y="315175"/>
                  </a:lnTo>
                  <a:lnTo>
                    <a:pt x="968388" y="315175"/>
                  </a:lnTo>
                  <a:lnTo>
                    <a:pt x="966466" y="315175"/>
                  </a:lnTo>
                  <a:lnTo>
                    <a:pt x="964545" y="315175"/>
                  </a:lnTo>
                  <a:lnTo>
                    <a:pt x="962624" y="315175"/>
                  </a:lnTo>
                  <a:lnTo>
                    <a:pt x="960702" y="315175"/>
                  </a:lnTo>
                  <a:lnTo>
                    <a:pt x="958781" y="315175"/>
                  </a:lnTo>
                  <a:lnTo>
                    <a:pt x="956859" y="315175"/>
                  </a:lnTo>
                  <a:lnTo>
                    <a:pt x="954938" y="315175"/>
                  </a:lnTo>
                  <a:lnTo>
                    <a:pt x="953017" y="315175"/>
                  </a:lnTo>
                  <a:lnTo>
                    <a:pt x="951095" y="315175"/>
                  </a:lnTo>
                  <a:lnTo>
                    <a:pt x="949174" y="315175"/>
                  </a:lnTo>
                  <a:lnTo>
                    <a:pt x="947252" y="315175"/>
                  </a:lnTo>
                  <a:lnTo>
                    <a:pt x="945331" y="315175"/>
                  </a:lnTo>
                  <a:lnTo>
                    <a:pt x="943410" y="315175"/>
                  </a:lnTo>
                  <a:lnTo>
                    <a:pt x="941488" y="315175"/>
                  </a:lnTo>
                  <a:lnTo>
                    <a:pt x="939567" y="315175"/>
                  </a:lnTo>
                  <a:lnTo>
                    <a:pt x="937645" y="315175"/>
                  </a:lnTo>
                  <a:lnTo>
                    <a:pt x="935724" y="315175"/>
                  </a:lnTo>
                  <a:lnTo>
                    <a:pt x="933802" y="315175"/>
                  </a:lnTo>
                  <a:lnTo>
                    <a:pt x="931881" y="315175"/>
                  </a:lnTo>
                  <a:lnTo>
                    <a:pt x="929960" y="315175"/>
                  </a:lnTo>
                  <a:lnTo>
                    <a:pt x="928038" y="315175"/>
                  </a:lnTo>
                  <a:lnTo>
                    <a:pt x="926117" y="315175"/>
                  </a:lnTo>
                  <a:lnTo>
                    <a:pt x="924195" y="315175"/>
                  </a:lnTo>
                  <a:lnTo>
                    <a:pt x="922274" y="315175"/>
                  </a:lnTo>
                  <a:lnTo>
                    <a:pt x="920353" y="315175"/>
                  </a:lnTo>
                  <a:lnTo>
                    <a:pt x="918431" y="315175"/>
                  </a:lnTo>
                  <a:lnTo>
                    <a:pt x="916510" y="315175"/>
                  </a:lnTo>
                  <a:lnTo>
                    <a:pt x="914588" y="315175"/>
                  </a:lnTo>
                  <a:lnTo>
                    <a:pt x="912667" y="315175"/>
                  </a:lnTo>
                  <a:lnTo>
                    <a:pt x="910746" y="315175"/>
                  </a:lnTo>
                  <a:lnTo>
                    <a:pt x="908824" y="315175"/>
                  </a:lnTo>
                  <a:lnTo>
                    <a:pt x="906903" y="315175"/>
                  </a:lnTo>
                  <a:lnTo>
                    <a:pt x="904981" y="315175"/>
                  </a:lnTo>
                  <a:lnTo>
                    <a:pt x="903060" y="315175"/>
                  </a:lnTo>
                  <a:lnTo>
                    <a:pt x="901139" y="315175"/>
                  </a:lnTo>
                  <a:lnTo>
                    <a:pt x="899217" y="315175"/>
                  </a:lnTo>
                  <a:lnTo>
                    <a:pt x="897296" y="315175"/>
                  </a:lnTo>
                  <a:lnTo>
                    <a:pt x="895374" y="315175"/>
                  </a:lnTo>
                  <a:lnTo>
                    <a:pt x="893453" y="315175"/>
                  </a:lnTo>
                  <a:lnTo>
                    <a:pt x="891532" y="315175"/>
                  </a:lnTo>
                  <a:lnTo>
                    <a:pt x="889610" y="315175"/>
                  </a:lnTo>
                  <a:lnTo>
                    <a:pt x="887689" y="315175"/>
                  </a:lnTo>
                  <a:lnTo>
                    <a:pt x="885767" y="315175"/>
                  </a:lnTo>
                  <a:lnTo>
                    <a:pt x="883846" y="315175"/>
                  </a:lnTo>
                  <a:lnTo>
                    <a:pt x="881925" y="315175"/>
                  </a:lnTo>
                  <a:lnTo>
                    <a:pt x="880003" y="315175"/>
                  </a:lnTo>
                  <a:lnTo>
                    <a:pt x="878082" y="315175"/>
                  </a:lnTo>
                  <a:lnTo>
                    <a:pt x="876160" y="315175"/>
                  </a:lnTo>
                  <a:lnTo>
                    <a:pt x="874239" y="315175"/>
                  </a:lnTo>
                  <a:lnTo>
                    <a:pt x="872318" y="315175"/>
                  </a:lnTo>
                  <a:lnTo>
                    <a:pt x="870396" y="315175"/>
                  </a:lnTo>
                  <a:lnTo>
                    <a:pt x="868475" y="315175"/>
                  </a:lnTo>
                  <a:lnTo>
                    <a:pt x="866553" y="315175"/>
                  </a:lnTo>
                  <a:lnTo>
                    <a:pt x="864632" y="315175"/>
                  </a:lnTo>
                  <a:lnTo>
                    <a:pt x="862710" y="315175"/>
                  </a:lnTo>
                  <a:lnTo>
                    <a:pt x="860789" y="315175"/>
                  </a:lnTo>
                  <a:lnTo>
                    <a:pt x="858868" y="315175"/>
                  </a:lnTo>
                  <a:lnTo>
                    <a:pt x="856946" y="315175"/>
                  </a:lnTo>
                  <a:lnTo>
                    <a:pt x="855025" y="315175"/>
                  </a:lnTo>
                  <a:lnTo>
                    <a:pt x="853103" y="315175"/>
                  </a:lnTo>
                  <a:lnTo>
                    <a:pt x="851182" y="315175"/>
                  </a:lnTo>
                  <a:lnTo>
                    <a:pt x="849261" y="315175"/>
                  </a:lnTo>
                  <a:lnTo>
                    <a:pt x="847339" y="315175"/>
                  </a:lnTo>
                  <a:lnTo>
                    <a:pt x="845418" y="315175"/>
                  </a:lnTo>
                  <a:lnTo>
                    <a:pt x="843496" y="315175"/>
                  </a:lnTo>
                  <a:lnTo>
                    <a:pt x="841575" y="315175"/>
                  </a:lnTo>
                  <a:lnTo>
                    <a:pt x="839654" y="315175"/>
                  </a:lnTo>
                  <a:lnTo>
                    <a:pt x="837732" y="315175"/>
                  </a:lnTo>
                  <a:lnTo>
                    <a:pt x="835811" y="315175"/>
                  </a:lnTo>
                  <a:lnTo>
                    <a:pt x="833889" y="315175"/>
                  </a:lnTo>
                  <a:lnTo>
                    <a:pt x="831968" y="315175"/>
                  </a:lnTo>
                  <a:lnTo>
                    <a:pt x="830047" y="315175"/>
                  </a:lnTo>
                  <a:lnTo>
                    <a:pt x="828125" y="315175"/>
                  </a:lnTo>
                  <a:lnTo>
                    <a:pt x="826204" y="315175"/>
                  </a:lnTo>
                  <a:lnTo>
                    <a:pt x="824282" y="315175"/>
                  </a:lnTo>
                  <a:lnTo>
                    <a:pt x="822361" y="315175"/>
                  </a:lnTo>
                  <a:lnTo>
                    <a:pt x="820440" y="315175"/>
                  </a:lnTo>
                  <a:lnTo>
                    <a:pt x="818518" y="315175"/>
                  </a:lnTo>
                  <a:lnTo>
                    <a:pt x="816597" y="315175"/>
                  </a:lnTo>
                  <a:lnTo>
                    <a:pt x="814675" y="315175"/>
                  </a:lnTo>
                  <a:lnTo>
                    <a:pt x="812754" y="315175"/>
                  </a:lnTo>
                  <a:lnTo>
                    <a:pt x="810833" y="315175"/>
                  </a:lnTo>
                  <a:lnTo>
                    <a:pt x="808911" y="315175"/>
                  </a:lnTo>
                  <a:lnTo>
                    <a:pt x="806990" y="315175"/>
                  </a:lnTo>
                  <a:lnTo>
                    <a:pt x="805068" y="315175"/>
                  </a:lnTo>
                  <a:lnTo>
                    <a:pt x="803147" y="315175"/>
                  </a:lnTo>
                  <a:lnTo>
                    <a:pt x="801226" y="315175"/>
                  </a:lnTo>
                  <a:lnTo>
                    <a:pt x="799304" y="315175"/>
                  </a:lnTo>
                  <a:lnTo>
                    <a:pt x="797383" y="315175"/>
                  </a:lnTo>
                  <a:lnTo>
                    <a:pt x="795461" y="315175"/>
                  </a:lnTo>
                  <a:lnTo>
                    <a:pt x="793540" y="315175"/>
                  </a:lnTo>
                  <a:lnTo>
                    <a:pt x="791618" y="315175"/>
                  </a:lnTo>
                  <a:lnTo>
                    <a:pt x="789697" y="315175"/>
                  </a:lnTo>
                  <a:lnTo>
                    <a:pt x="787776" y="315175"/>
                  </a:lnTo>
                  <a:lnTo>
                    <a:pt x="785854" y="315175"/>
                  </a:lnTo>
                  <a:lnTo>
                    <a:pt x="783933" y="315175"/>
                  </a:lnTo>
                  <a:lnTo>
                    <a:pt x="782011" y="315175"/>
                  </a:lnTo>
                  <a:lnTo>
                    <a:pt x="780090" y="315175"/>
                  </a:lnTo>
                  <a:lnTo>
                    <a:pt x="778169" y="315175"/>
                  </a:lnTo>
                  <a:lnTo>
                    <a:pt x="776247" y="315175"/>
                  </a:lnTo>
                  <a:lnTo>
                    <a:pt x="774326" y="315175"/>
                  </a:lnTo>
                  <a:lnTo>
                    <a:pt x="772404" y="315175"/>
                  </a:lnTo>
                  <a:lnTo>
                    <a:pt x="770483" y="315175"/>
                  </a:lnTo>
                  <a:lnTo>
                    <a:pt x="768562" y="315175"/>
                  </a:lnTo>
                  <a:lnTo>
                    <a:pt x="766640" y="315175"/>
                  </a:lnTo>
                  <a:lnTo>
                    <a:pt x="764719" y="315175"/>
                  </a:lnTo>
                  <a:lnTo>
                    <a:pt x="762797" y="315175"/>
                  </a:lnTo>
                  <a:lnTo>
                    <a:pt x="760876" y="315175"/>
                  </a:lnTo>
                  <a:lnTo>
                    <a:pt x="758955" y="315175"/>
                  </a:lnTo>
                  <a:lnTo>
                    <a:pt x="757033" y="315175"/>
                  </a:lnTo>
                  <a:lnTo>
                    <a:pt x="755112" y="315175"/>
                  </a:lnTo>
                  <a:lnTo>
                    <a:pt x="753190" y="315175"/>
                  </a:lnTo>
                  <a:lnTo>
                    <a:pt x="751269" y="315175"/>
                  </a:lnTo>
                  <a:lnTo>
                    <a:pt x="749348" y="315175"/>
                  </a:lnTo>
                  <a:lnTo>
                    <a:pt x="747426" y="315175"/>
                  </a:lnTo>
                  <a:lnTo>
                    <a:pt x="745505" y="315175"/>
                  </a:lnTo>
                  <a:lnTo>
                    <a:pt x="743583" y="315175"/>
                  </a:lnTo>
                  <a:lnTo>
                    <a:pt x="741662" y="315175"/>
                  </a:lnTo>
                  <a:lnTo>
                    <a:pt x="739741" y="315175"/>
                  </a:lnTo>
                  <a:lnTo>
                    <a:pt x="737819" y="315175"/>
                  </a:lnTo>
                  <a:lnTo>
                    <a:pt x="735898" y="315175"/>
                  </a:lnTo>
                  <a:lnTo>
                    <a:pt x="733976" y="315175"/>
                  </a:lnTo>
                  <a:lnTo>
                    <a:pt x="732055" y="315175"/>
                  </a:lnTo>
                  <a:lnTo>
                    <a:pt x="730134" y="315175"/>
                  </a:lnTo>
                  <a:lnTo>
                    <a:pt x="728212" y="315175"/>
                  </a:lnTo>
                  <a:lnTo>
                    <a:pt x="726291" y="315175"/>
                  </a:lnTo>
                  <a:lnTo>
                    <a:pt x="724369" y="315175"/>
                  </a:lnTo>
                  <a:lnTo>
                    <a:pt x="722448" y="315175"/>
                  </a:lnTo>
                  <a:lnTo>
                    <a:pt x="720526" y="315175"/>
                  </a:lnTo>
                  <a:lnTo>
                    <a:pt x="718605" y="315175"/>
                  </a:lnTo>
                  <a:lnTo>
                    <a:pt x="716684" y="315175"/>
                  </a:lnTo>
                  <a:lnTo>
                    <a:pt x="714762" y="315175"/>
                  </a:lnTo>
                  <a:lnTo>
                    <a:pt x="712841" y="315175"/>
                  </a:lnTo>
                  <a:lnTo>
                    <a:pt x="710919" y="315175"/>
                  </a:lnTo>
                  <a:lnTo>
                    <a:pt x="708998" y="315175"/>
                  </a:lnTo>
                  <a:lnTo>
                    <a:pt x="707077" y="315175"/>
                  </a:lnTo>
                  <a:lnTo>
                    <a:pt x="705155" y="315175"/>
                  </a:lnTo>
                  <a:lnTo>
                    <a:pt x="703234" y="315175"/>
                  </a:lnTo>
                  <a:lnTo>
                    <a:pt x="701312" y="315175"/>
                  </a:lnTo>
                  <a:lnTo>
                    <a:pt x="699391" y="315175"/>
                  </a:lnTo>
                  <a:lnTo>
                    <a:pt x="697470" y="315175"/>
                  </a:lnTo>
                  <a:lnTo>
                    <a:pt x="695548" y="315175"/>
                  </a:lnTo>
                  <a:lnTo>
                    <a:pt x="693627" y="315175"/>
                  </a:lnTo>
                  <a:lnTo>
                    <a:pt x="691705" y="315175"/>
                  </a:lnTo>
                  <a:lnTo>
                    <a:pt x="689784" y="315175"/>
                  </a:lnTo>
                  <a:lnTo>
                    <a:pt x="687863" y="315175"/>
                  </a:lnTo>
                  <a:lnTo>
                    <a:pt x="685941" y="315175"/>
                  </a:lnTo>
                  <a:lnTo>
                    <a:pt x="684020" y="315175"/>
                  </a:lnTo>
                  <a:lnTo>
                    <a:pt x="682098" y="315175"/>
                  </a:lnTo>
                  <a:lnTo>
                    <a:pt x="680177" y="315175"/>
                  </a:lnTo>
                  <a:lnTo>
                    <a:pt x="678256" y="315175"/>
                  </a:lnTo>
                  <a:lnTo>
                    <a:pt x="676334" y="315175"/>
                  </a:lnTo>
                  <a:lnTo>
                    <a:pt x="674413" y="315175"/>
                  </a:lnTo>
                  <a:lnTo>
                    <a:pt x="672491" y="315175"/>
                  </a:lnTo>
                  <a:lnTo>
                    <a:pt x="670570" y="315175"/>
                  </a:lnTo>
                  <a:lnTo>
                    <a:pt x="668649" y="315175"/>
                  </a:lnTo>
                  <a:lnTo>
                    <a:pt x="666727" y="315175"/>
                  </a:lnTo>
                  <a:lnTo>
                    <a:pt x="664806" y="315175"/>
                  </a:lnTo>
                  <a:lnTo>
                    <a:pt x="662884" y="315175"/>
                  </a:lnTo>
                  <a:lnTo>
                    <a:pt x="660963" y="315175"/>
                  </a:lnTo>
                  <a:lnTo>
                    <a:pt x="659042" y="315175"/>
                  </a:lnTo>
                  <a:lnTo>
                    <a:pt x="657120" y="315175"/>
                  </a:lnTo>
                  <a:lnTo>
                    <a:pt x="655199" y="315175"/>
                  </a:lnTo>
                  <a:lnTo>
                    <a:pt x="653277" y="315175"/>
                  </a:lnTo>
                  <a:lnTo>
                    <a:pt x="651356" y="315175"/>
                  </a:lnTo>
                  <a:lnTo>
                    <a:pt x="649434" y="315175"/>
                  </a:lnTo>
                  <a:lnTo>
                    <a:pt x="647513" y="315175"/>
                  </a:lnTo>
                  <a:lnTo>
                    <a:pt x="645592" y="315175"/>
                  </a:lnTo>
                  <a:lnTo>
                    <a:pt x="643670" y="315175"/>
                  </a:lnTo>
                  <a:lnTo>
                    <a:pt x="641749" y="315175"/>
                  </a:lnTo>
                  <a:lnTo>
                    <a:pt x="639827" y="315175"/>
                  </a:lnTo>
                  <a:lnTo>
                    <a:pt x="637906" y="315175"/>
                  </a:lnTo>
                  <a:lnTo>
                    <a:pt x="635985" y="315175"/>
                  </a:lnTo>
                  <a:lnTo>
                    <a:pt x="634063" y="315175"/>
                  </a:lnTo>
                  <a:lnTo>
                    <a:pt x="632142" y="315175"/>
                  </a:lnTo>
                  <a:lnTo>
                    <a:pt x="630220" y="315175"/>
                  </a:lnTo>
                  <a:lnTo>
                    <a:pt x="628299" y="315175"/>
                  </a:lnTo>
                  <a:lnTo>
                    <a:pt x="626378" y="315175"/>
                  </a:lnTo>
                  <a:lnTo>
                    <a:pt x="624456" y="315175"/>
                  </a:lnTo>
                  <a:lnTo>
                    <a:pt x="622535" y="315175"/>
                  </a:lnTo>
                  <a:lnTo>
                    <a:pt x="620613" y="315175"/>
                  </a:lnTo>
                  <a:lnTo>
                    <a:pt x="618692" y="315175"/>
                  </a:lnTo>
                  <a:lnTo>
                    <a:pt x="616771" y="315175"/>
                  </a:lnTo>
                  <a:lnTo>
                    <a:pt x="614849" y="315175"/>
                  </a:lnTo>
                  <a:lnTo>
                    <a:pt x="612928" y="315175"/>
                  </a:lnTo>
                  <a:lnTo>
                    <a:pt x="611006" y="315175"/>
                  </a:lnTo>
                  <a:lnTo>
                    <a:pt x="609085" y="315175"/>
                  </a:lnTo>
                  <a:lnTo>
                    <a:pt x="607164" y="315175"/>
                  </a:lnTo>
                  <a:lnTo>
                    <a:pt x="605242" y="315175"/>
                  </a:lnTo>
                  <a:lnTo>
                    <a:pt x="603321" y="315175"/>
                  </a:lnTo>
                  <a:lnTo>
                    <a:pt x="601399" y="315175"/>
                  </a:lnTo>
                  <a:lnTo>
                    <a:pt x="599478" y="315175"/>
                  </a:lnTo>
                  <a:lnTo>
                    <a:pt x="597557" y="315175"/>
                  </a:lnTo>
                  <a:lnTo>
                    <a:pt x="595635" y="315175"/>
                  </a:lnTo>
                  <a:lnTo>
                    <a:pt x="593714" y="315175"/>
                  </a:lnTo>
                  <a:lnTo>
                    <a:pt x="591792" y="315175"/>
                  </a:lnTo>
                  <a:lnTo>
                    <a:pt x="589871" y="315175"/>
                  </a:lnTo>
                  <a:lnTo>
                    <a:pt x="587950" y="315175"/>
                  </a:lnTo>
                  <a:lnTo>
                    <a:pt x="586028" y="315175"/>
                  </a:lnTo>
                  <a:lnTo>
                    <a:pt x="584107" y="315175"/>
                  </a:lnTo>
                  <a:lnTo>
                    <a:pt x="582185" y="315175"/>
                  </a:lnTo>
                  <a:lnTo>
                    <a:pt x="580264" y="315175"/>
                  </a:lnTo>
                  <a:lnTo>
                    <a:pt x="578342" y="315175"/>
                  </a:lnTo>
                  <a:lnTo>
                    <a:pt x="576421" y="315175"/>
                  </a:lnTo>
                  <a:lnTo>
                    <a:pt x="574500" y="315175"/>
                  </a:lnTo>
                  <a:lnTo>
                    <a:pt x="572578" y="315175"/>
                  </a:lnTo>
                  <a:lnTo>
                    <a:pt x="570657" y="315175"/>
                  </a:lnTo>
                  <a:lnTo>
                    <a:pt x="568735" y="315175"/>
                  </a:lnTo>
                  <a:lnTo>
                    <a:pt x="566814" y="315175"/>
                  </a:lnTo>
                  <a:lnTo>
                    <a:pt x="564893" y="315175"/>
                  </a:lnTo>
                  <a:lnTo>
                    <a:pt x="562971" y="315175"/>
                  </a:lnTo>
                  <a:lnTo>
                    <a:pt x="561050" y="315175"/>
                  </a:lnTo>
                  <a:lnTo>
                    <a:pt x="559128" y="315175"/>
                  </a:lnTo>
                  <a:lnTo>
                    <a:pt x="557207" y="315175"/>
                  </a:lnTo>
                  <a:lnTo>
                    <a:pt x="555286" y="315175"/>
                  </a:lnTo>
                  <a:lnTo>
                    <a:pt x="553364" y="315175"/>
                  </a:lnTo>
                  <a:lnTo>
                    <a:pt x="551443" y="315175"/>
                  </a:lnTo>
                  <a:lnTo>
                    <a:pt x="549521" y="315175"/>
                  </a:lnTo>
                  <a:lnTo>
                    <a:pt x="547600" y="315175"/>
                  </a:lnTo>
                  <a:lnTo>
                    <a:pt x="545679" y="315175"/>
                  </a:lnTo>
                  <a:lnTo>
                    <a:pt x="543757" y="315175"/>
                  </a:lnTo>
                  <a:lnTo>
                    <a:pt x="541836" y="315175"/>
                  </a:lnTo>
                  <a:lnTo>
                    <a:pt x="539914" y="315175"/>
                  </a:lnTo>
                  <a:lnTo>
                    <a:pt x="537993" y="315175"/>
                  </a:lnTo>
                  <a:lnTo>
                    <a:pt x="536072" y="315175"/>
                  </a:lnTo>
                  <a:lnTo>
                    <a:pt x="534150" y="315175"/>
                  </a:lnTo>
                  <a:lnTo>
                    <a:pt x="532229" y="315175"/>
                  </a:lnTo>
                  <a:lnTo>
                    <a:pt x="530307" y="315175"/>
                  </a:lnTo>
                  <a:lnTo>
                    <a:pt x="528386" y="315175"/>
                  </a:lnTo>
                  <a:lnTo>
                    <a:pt x="526465" y="315175"/>
                  </a:lnTo>
                  <a:lnTo>
                    <a:pt x="524543" y="315175"/>
                  </a:lnTo>
                  <a:lnTo>
                    <a:pt x="522622" y="315175"/>
                  </a:lnTo>
                  <a:lnTo>
                    <a:pt x="520700" y="315175"/>
                  </a:lnTo>
                  <a:lnTo>
                    <a:pt x="518779" y="315175"/>
                  </a:lnTo>
                  <a:lnTo>
                    <a:pt x="516858" y="315175"/>
                  </a:lnTo>
                  <a:lnTo>
                    <a:pt x="514936" y="315175"/>
                  </a:lnTo>
                  <a:lnTo>
                    <a:pt x="513015" y="315175"/>
                  </a:lnTo>
                  <a:lnTo>
                    <a:pt x="511093" y="315175"/>
                  </a:lnTo>
                  <a:lnTo>
                    <a:pt x="509172" y="315175"/>
                  </a:lnTo>
                  <a:lnTo>
                    <a:pt x="507250" y="315175"/>
                  </a:lnTo>
                  <a:lnTo>
                    <a:pt x="505329" y="315175"/>
                  </a:lnTo>
                  <a:lnTo>
                    <a:pt x="503408" y="315175"/>
                  </a:lnTo>
                  <a:lnTo>
                    <a:pt x="501486" y="315175"/>
                  </a:lnTo>
                  <a:lnTo>
                    <a:pt x="499565" y="315175"/>
                  </a:lnTo>
                  <a:lnTo>
                    <a:pt x="497643" y="315175"/>
                  </a:lnTo>
                  <a:lnTo>
                    <a:pt x="495722" y="315175"/>
                  </a:lnTo>
                  <a:lnTo>
                    <a:pt x="493801" y="315175"/>
                  </a:lnTo>
                  <a:lnTo>
                    <a:pt x="491879" y="315175"/>
                  </a:lnTo>
                  <a:lnTo>
                    <a:pt x="489958" y="315175"/>
                  </a:lnTo>
                  <a:lnTo>
                    <a:pt x="488036" y="315175"/>
                  </a:lnTo>
                  <a:lnTo>
                    <a:pt x="486115" y="315175"/>
                  </a:lnTo>
                  <a:lnTo>
                    <a:pt x="484194" y="315175"/>
                  </a:lnTo>
                  <a:lnTo>
                    <a:pt x="482272" y="315175"/>
                  </a:lnTo>
                  <a:lnTo>
                    <a:pt x="480351" y="315175"/>
                  </a:lnTo>
                  <a:lnTo>
                    <a:pt x="478429" y="315175"/>
                  </a:lnTo>
                  <a:lnTo>
                    <a:pt x="476508" y="315175"/>
                  </a:lnTo>
                  <a:lnTo>
                    <a:pt x="474587" y="315175"/>
                  </a:lnTo>
                  <a:lnTo>
                    <a:pt x="472665" y="315175"/>
                  </a:lnTo>
                  <a:lnTo>
                    <a:pt x="470744" y="315175"/>
                  </a:lnTo>
                  <a:lnTo>
                    <a:pt x="468822" y="315175"/>
                  </a:lnTo>
                  <a:lnTo>
                    <a:pt x="466901" y="315175"/>
                  </a:lnTo>
                  <a:lnTo>
                    <a:pt x="464980" y="315175"/>
                  </a:lnTo>
                  <a:lnTo>
                    <a:pt x="463058" y="315175"/>
                  </a:lnTo>
                  <a:lnTo>
                    <a:pt x="461137" y="315175"/>
                  </a:lnTo>
                  <a:lnTo>
                    <a:pt x="459215" y="315175"/>
                  </a:lnTo>
                  <a:lnTo>
                    <a:pt x="457294" y="315175"/>
                  </a:lnTo>
                  <a:lnTo>
                    <a:pt x="455373" y="315175"/>
                  </a:lnTo>
                  <a:lnTo>
                    <a:pt x="453451" y="315175"/>
                  </a:lnTo>
                  <a:lnTo>
                    <a:pt x="451530" y="315175"/>
                  </a:lnTo>
                  <a:lnTo>
                    <a:pt x="449608" y="315175"/>
                  </a:lnTo>
                  <a:lnTo>
                    <a:pt x="447687" y="315175"/>
                  </a:lnTo>
                  <a:lnTo>
                    <a:pt x="445766" y="315175"/>
                  </a:lnTo>
                  <a:lnTo>
                    <a:pt x="443844" y="315175"/>
                  </a:lnTo>
                  <a:lnTo>
                    <a:pt x="441923" y="315175"/>
                  </a:lnTo>
                  <a:lnTo>
                    <a:pt x="440001" y="315175"/>
                  </a:lnTo>
                  <a:lnTo>
                    <a:pt x="438080" y="315175"/>
                  </a:lnTo>
                  <a:lnTo>
                    <a:pt x="436159" y="315175"/>
                  </a:lnTo>
                  <a:lnTo>
                    <a:pt x="434237" y="315175"/>
                  </a:lnTo>
                  <a:lnTo>
                    <a:pt x="432316" y="315175"/>
                  </a:lnTo>
                  <a:lnTo>
                    <a:pt x="430394" y="315175"/>
                  </a:lnTo>
                  <a:lnTo>
                    <a:pt x="428473" y="315175"/>
                  </a:lnTo>
                  <a:lnTo>
                    <a:pt x="426551" y="315175"/>
                  </a:lnTo>
                  <a:lnTo>
                    <a:pt x="424630" y="315175"/>
                  </a:lnTo>
                  <a:lnTo>
                    <a:pt x="422709" y="315175"/>
                  </a:lnTo>
                  <a:lnTo>
                    <a:pt x="420787" y="315175"/>
                  </a:lnTo>
                  <a:lnTo>
                    <a:pt x="418866" y="315175"/>
                  </a:lnTo>
                  <a:lnTo>
                    <a:pt x="416944" y="315175"/>
                  </a:lnTo>
                  <a:lnTo>
                    <a:pt x="415023" y="315175"/>
                  </a:lnTo>
                  <a:lnTo>
                    <a:pt x="413102" y="315175"/>
                  </a:lnTo>
                  <a:lnTo>
                    <a:pt x="411180" y="315175"/>
                  </a:lnTo>
                  <a:lnTo>
                    <a:pt x="409259" y="315175"/>
                  </a:lnTo>
                  <a:lnTo>
                    <a:pt x="407337" y="315175"/>
                  </a:lnTo>
                  <a:lnTo>
                    <a:pt x="405416" y="315175"/>
                  </a:lnTo>
                  <a:lnTo>
                    <a:pt x="403495" y="315175"/>
                  </a:lnTo>
                  <a:lnTo>
                    <a:pt x="401573" y="315175"/>
                  </a:lnTo>
                  <a:lnTo>
                    <a:pt x="399652" y="315175"/>
                  </a:lnTo>
                  <a:lnTo>
                    <a:pt x="397730" y="315175"/>
                  </a:lnTo>
                  <a:lnTo>
                    <a:pt x="395809" y="315175"/>
                  </a:lnTo>
                  <a:lnTo>
                    <a:pt x="393888" y="315175"/>
                  </a:lnTo>
                  <a:lnTo>
                    <a:pt x="391966" y="315175"/>
                  </a:lnTo>
                  <a:lnTo>
                    <a:pt x="390045" y="315175"/>
                  </a:lnTo>
                  <a:lnTo>
                    <a:pt x="388123" y="315175"/>
                  </a:lnTo>
                  <a:lnTo>
                    <a:pt x="386202" y="315175"/>
                  </a:lnTo>
                  <a:lnTo>
                    <a:pt x="384281" y="315175"/>
                  </a:lnTo>
                  <a:lnTo>
                    <a:pt x="382359" y="315175"/>
                  </a:lnTo>
                  <a:lnTo>
                    <a:pt x="380438" y="315175"/>
                  </a:lnTo>
                  <a:lnTo>
                    <a:pt x="378516" y="315175"/>
                  </a:lnTo>
                  <a:lnTo>
                    <a:pt x="376595" y="315175"/>
                  </a:lnTo>
                  <a:lnTo>
                    <a:pt x="374674" y="315175"/>
                  </a:lnTo>
                  <a:lnTo>
                    <a:pt x="372752" y="315175"/>
                  </a:lnTo>
                  <a:lnTo>
                    <a:pt x="370831" y="315175"/>
                  </a:lnTo>
                  <a:lnTo>
                    <a:pt x="368909" y="315175"/>
                  </a:lnTo>
                  <a:lnTo>
                    <a:pt x="366988" y="315175"/>
                  </a:lnTo>
                  <a:lnTo>
                    <a:pt x="365067" y="315175"/>
                  </a:lnTo>
                  <a:lnTo>
                    <a:pt x="363145" y="315175"/>
                  </a:lnTo>
                  <a:lnTo>
                    <a:pt x="361224" y="315175"/>
                  </a:lnTo>
                  <a:lnTo>
                    <a:pt x="359302" y="315175"/>
                  </a:lnTo>
                  <a:lnTo>
                    <a:pt x="357381" y="315175"/>
                  </a:lnTo>
                  <a:lnTo>
                    <a:pt x="355459" y="315175"/>
                  </a:lnTo>
                  <a:lnTo>
                    <a:pt x="353538" y="315175"/>
                  </a:lnTo>
                  <a:lnTo>
                    <a:pt x="351617" y="315175"/>
                  </a:lnTo>
                  <a:lnTo>
                    <a:pt x="349695" y="315175"/>
                  </a:lnTo>
                  <a:lnTo>
                    <a:pt x="347774" y="315175"/>
                  </a:lnTo>
                  <a:lnTo>
                    <a:pt x="345852" y="315175"/>
                  </a:lnTo>
                  <a:lnTo>
                    <a:pt x="343931" y="315175"/>
                  </a:lnTo>
                  <a:lnTo>
                    <a:pt x="342010" y="315175"/>
                  </a:lnTo>
                  <a:lnTo>
                    <a:pt x="340088" y="315175"/>
                  </a:lnTo>
                  <a:lnTo>
                    <a:pt x="338167" y="315175"/>
                  </a:lnTo>
                  <a:lnTo>
                    <a:pt x="336245" y="315175"/>
                  </a:lnTo>
                  <a:lnTo>
                    <a:pt x="334324" y="315175"/>
                  </a:lnTo>
                  <a:lnTo>
                    <a:pt x="332403" y="315175"/>
                  </a:lnTo>
                  <a:lnTo>
                    <a:pt x="330481" y="315175"/>
                  </a:lnTo>
                  <a:lnTo>
                    <a:pt x="328560" y="315175"/>
                  </a:lnTo>
                  <a:lnTo>
                    <a:pt x="326638" y="315175"/>
                  </a:lnTo>
                  <a:lnTo>
                    <a:pt x="324717" y="315175"/>
                  </a:lnTo>
                  <a:lnTo>
                    <a:pt x="322796" y="315175"/>
                  </a:lnTo>
                  <a:lnTo>
                    <a:pt x="320874" y="315175"/>
                  </a:lnTo>
                  <a:lnTo>
                    <a:pt x="318953" y="315175"/>
                  </a:lnTo>
                  <a:lnTo>
                    <a:pt x="317031" y="315175"/>
                  </a:lnTo>
                  <a:lnTo>
                    <a:pt x="315110" y="315175"/>
                  </a:lnTo>
                  <a:lnTo>
                    <a:pt x="313189" y="315175"/>
                  </a:lnTo>
                  <a:lnTo>
                    <a:pt x="311267" y="315175"/>
                  </a:lnTo>
                  <a:lnTo>
                    <a:pt x="309346" y="315175"/>
                  </a:lnTo>
                  <a:lnTo>
                    <a:pt x="307424" y="315175"/>
                  </a:lnTo>
                  <a:lnTo>
                    <a:pt x="305503" y="315175"/>
                  </a:lnTo>
                  <a:lnTo>
                    <a:pt x="303582" y="315175"/>
                  </a:lnTo>
                  <a:lnTo>
                    <a:pt x="301660" y="315175"/>
                  </a:lnTo>
                  <a:lnTo>
                    <a:pt x="299739" y="315175"/>
                  </a:lnTo>
                  <a:lnTo>
                    <a:pt x="297817" y="315175"/>
                  </a:lnTo>
                  <a:lnTo>
                    <a:pt x="295896" y="315175"/>
                  </a:lnTo>
                  <a:lnTo>
                    <a:pt x="293975" y="315175"/>
                  </a:lnTo>
                  <a:lnTo>
                    <a:pt x="292053" y="315175"/>
                  </a:lnTo>
                  <a:lnTo>
                    <a:pt x="290132" y="315175"/>
                  </a:lnTo>
                  <a:lnTo>
                    <a:pt x="288210" y="315175"/>
                  </a:lnTo>
                  <a:lnTo>
                    <a:pt x="286289" y="315175"/>
                  </a:lnTo>
                  <a:lnTo>
                    <a:pt x="284367" y="315175"/>
                  </a:lnTo>
                  <a:lnTo>
                    <a:pt x="282446" y="315175"/>
                  </a:lnTo>
                  <a:lnTo>
                    <a:pt x="280525" y="315175"/>
                  </a:lnTo>
                  <a:lnTo>
                    <a:pt x="278603" y="315175"/>
                  </a:lnTo>
                  <a:lnTo>
                    <a:pt x="276682" y="315175"/>
                  </a:lnTo>
                  <a:lnTo>
                    <a:pt x="274760" y="315175"/>
                  </a:lnTo>
                  <a:lnTo>
                    <a:pt x="272839" y="315175"/>
                  </a:lnTo>
                  <a:lnTo>
                    <a:pt x="270918" y="315175"/>
                  </a:lnTo>
                  <a:lnTo>
                    <a:pt x="268996" y="315175"/>
                  </a:lnTo>
                  <a:lnTo>
                    <a:pt x="267075" y="315175"/>
                  </a:lnTo>
                  <a:lnTo>
                    <a:pt x="265153" y="315175"/>
                  </a:lnTo>
                  <a:lnTo>
                    <a:pt x="263232" y="315175"/>
                  </a:lnTo>
                  <a:lnTo>
                    <a:pt x="261311" y="315175"/>
                  </a:lnTo>
                  <a:lnTo>
                    <a:pt x="259389" y="315175"/>
                  </a:lnTo>
                  <a:lnTo>
                    <a:pt x="257468" y="315175"/>
                  </a:lnTo>
                  <a:lnTo>
                    <a:pt x="255546" y="315175"/>
                  </a:lnTo>
                  <a:lnTo>
                    <a:pt x="253625" y="315175"/>
                  </a:lnTo>
                  <a:lnTo>
                    <a:pt x="251704" y="315175"/>
                  </a:lnTo>
                  <a:lnTo>
                    <a:pt x="249782" y="315175"/>
                  </a:lnTo>
                  <a:lnTo>
                    <a:pt x="247861" y="315175"/>
                  </a:lnTo>
                  <a:lnTo>
                    <a:pt x="245939" y="315175"/>
                  </a:lnTo>
                  <a:lnTo>
                    <a:pt x="244018" y="315175"/>
                  </a:lnTo>
                  <a:lnTo>
                    <a:pt x="242097" y="315175"/>
                  </a:lnTo>
                  <a:lnTo>
                    <a:pt x="240175" y="315175"/>
                  </a:lnTo>
                  <a:lnTo>
                    <a:pt x="238254" y="315175"/>
                  </a:lnTo>
                  <a:lnTo>
                    <a:pt x="236332" y="315175"/>
                  </a:lnTo>
                  <a:lnTo>
                    <a:pt x="234411" y="315175"/>
                  </a:lnTo>
                  <a:lnTo>
                    <a:pt x="232490" y="315175"/>
                  </a:lnTo>
                  <a:lnTo>
                    <a:pt x="230568" y="315175"/>
                  </a:lnTo>
                  <a:lnTo>
                    <a:pt x="228647" y="315175"/>
                  </a:lnTo>
                  <a:lnTo>
                    <a:pt x="226725" y="315175"/>
                  </a:lnTo>
                  <a:lnTo>
                    <a:pt x="224804" y="315175"/>
                  </a:lnTo>
                  <a:lnTo>
                    <a:pt x="222883" y="315175"/>
                  </a:lnTo>
                  <a:lnTo>
                    <a:pt x="220961" y="315175"/>
                  </a:lnTo>
                  <a:lnTo>
                    <a:pt x="219040" y="315175"/>
                  </a:lnTo>
                  <a:lnTo>
                    <a:pt x="217118" y="315175"/>
                  </a:lnTo>
                  <a:lnTo>
                    <a:pt x="215197" y="315175"/>
                  </a:lnTo>
                  <a:lnTo>
                    <a:pt x="213275" y="315175"/>
                  </a:lnTo>
                  <a:lnTo>
                    <a:pt x="211354" y="315175"/>
                  </a:lnTo>
                  <a:lnTo>
                    <a:pt x="209433" y="315175"/>
                  </a:lnTo>
                  <a:lnTo>
                    <a:pt x="207511" y="315175"/>
                  </a:lnTo>
                  <a:lnTo>
                    <a:pt x="205590" y="315175"/>
                  </a:lnTo>
                  <a:lnTo>
                    <a:pt x="203668" y="315175"/>
                  </a:lnTo>
                  <a:lnTo>
                    <a:pt x="201747" y="315175"/>
                  </a:lnTo>
                  <a:lnTo>
                    <a:pt x="199826" y="315175"/>
                  </a:lnTo>
                  <a:lnTo>
                    <a:pt x="197904" y="315175"/>
                  </a:lnTo>
                  <a:lnTo>
                    <a:pt x="195983" y="315175"/>
                  </a:lnTo>
                  <a:lnTo>
                    <a:pt x="194061" y="315175"/>
                  </a:lnTo>
                  <a:lnTo>
                    <a:pt x="192140" y="315175"/>
                  </a:lnTo>
                  <a:lnTo>
                    <a:pt x="190219" y="315175"/>
                  </a:lnTo>
                  <a:lnTo>
                    <a:pt x="188297" y="315175"/>
                  </a:lnTo>
                  <a:lnTo>
                    <a:pt x="186376" y="315175"/>
                  </a:lnTo>
                  <a:lnTo>
                    <a:pt x="184454" y="315175"/>
                  </a:lnTo>
                  <a:lnTo>
                    <a:pt x="182533" y="315175"/>
                  </a:lnTo>
                  <a:lnTo>
                    <a:pt x="180612" y="315175"/>
                  </a:lnTo>
                  <a:lnTo>
                    <a:pt x="178690" y="315175"/>
                  </a:lnTo>
                  <a:lnTo>
                    <a:pt x="176769" y="315175"/>
                  </a:lnTo>
                  <a:lnTo>
                    <a:pt x="174847" y="315175"/>
                  </a:lnTo>
                  <a:lnTo>
                    <a:pt x="172926" y="315175"/>
                  </a:lnTo>
                  <a:lnTo>
                    <a:pt x="171005" y="315175"/>
                  </a:lnTo>
                  <a:lnTo>
                    <a:pt x="169083" y="315175"/>
                  </a:lnTo>
                  <a:lnTo>
                    <a:pt x="167162" y="315175"/>
                  </a:lnTo>
                  <a:lnTo>
                    <a:pt x="165240" y="315175"/>
                  </a:lnTo>
                  <a:lnTo>
                    <a:pt x="163319" y="315175"/>
                  </a:lnTo>
                  <a:lnTo>
                    <a:pt x="161398" y="315175"/>
                  </a:lnTo>
                  <a:lnTo>
                    <a:pt x="159476" y="315175"/>
                  </a:lnTo>
                  <a:lnTo>
                    <a:pt x="157555" y="315175"/>
                  </a:lnTo>
                  <a:lnTo>
                    <a:pt x="155633" y="315175"/>
                  </a:lnTo>
                  <a:lnTo>
                    <a:pt x="153712" y="315175"/>
                  </a:lnTo>
                  <a:lnTo>
                    <a:pt x="151791" y="315175"/>
                  </a:lnTo>
                  <a:lnTo>
                    <a:pt x="149869" y="315175"/>
                  </a:lnTo>
                  <a:lnTo>
                    <a:pt x="147948" y="315175"/>
                  </a:lnTo>
                  <a:lnTo>
                    <a:pt x="146026" y="315175"/>
                  </a:lnTo>
                  <a:lnTo>
                    <a:pt x="144105" y="315175"/>
                  </a:lnTo>
                  <a:lnTo>
                    <a:pt x="142183" y="315175"/>
                  </a:lnTo>
                  <a:lnTo>
                    <a:pt x="140262" y="315175"/>
                  </a:lnTo>
                  <a:lnTo>
                    <a:pt x="138341" y="315175"/>
                  </a:lnTo>
                  <a:lnTo>
                    <a:pt x="136419" y="315175"/>
                  </a:lnTo>
                  <a:lnTo>
                    <a:pt x="134498" y="315175"/>
                  </a:lnTo>
                  <a:lnTo>
                    <a:pt x="132576" y="315175"/>
                  </a:lnTo>
                  <a:lnTo>
                    <a:pt x="130655" y="315175"/>
                  </a:lnTo>
                  <a:lnTo>
                    <a:pt x="128734" y="315175"/>
                  </a:lnTo>
                  <a:lnTo>
                    <a:pt x="126812" y="315175"/>
                  </a:lnTo>
                  <a:lnTo>
                    <a:pt x="124891" y="315175"/>
                  </a:lnTo>
                  <a:lnTo>
                    <a:pt x="122969" y="315175"/>
                  </a:lnTo>
                  <a:lnTo>
                    <a:pt x="121048" y="315175"/>
                  </a:lnTo>
                  <a:lnTo>
                    <a:pt x="119127" y="315175"/>
                  </a:lnTo>
                  <a:lnTo>
                    <a:pt x="117205" y="315175"/>
                  </a:lnTo>
                  <a:lnTo>
                    <a:pt x="115284" y="315175"/>
                  </a:lnTo>
                  <a:lnTo>
                    <a:pt x="113362" y="315175"/>
                  </a:lnTo>
                  <a:lnTo>
                    <a:pt x="111441" y="315175"/>
                  </a:lnTo>
                  <a:lnTo>
                    <a:pt x="109520" y="315175"/>
                  </a:lnTo>
                  <a:lnTo>
                    <a:pt x="107598" y="315175"/>
                  </a:lnTo>
                  <a:lnTo>
                    <a:pt x="105677" y="315175"/>
                  </a:lnTo>
                  <a:lnTo>
                    <a:pt x="103755" y="315175"/>
                  </a:lnTo>
                  <a:lnTo>
                    <a:pt x="101834" y="315175"/>
                  </a:lnTo>
                  <a:lnTo>
                    <a:pt x="99913" y="315175"/>
                  </a:lnTo>
                  <a:lnTo>
                    <a:pt x="97991" y="315175"/>
                  </a:lnTo>
                  <a:lnTo>
                    <a:pt x="96070" y="315175"/>
                  </a:lnTo>
                  <a:lnTo>
                    <a:pt x="94148" y="315175"/>
                  </a:lnTo>
                  <a:lnTo>
                    <a:pt x="92227" y="315175"/>
                  </a:lnTo>
                  <a:lnTo>
                    <a:pt x="90306" y="315175"/>
                  </a:lnTo>
                  <a:lnTo>
                    <a:pt x="88384" y="315175"/>
                  </a:lnTo>
                  <a:lnTo>
                    <a:pt x="86463" y="315175"/>
                  </a:lnTo>
                  <a:lnTo>
                    <a:pt x="84541" y="315175"/>
                  </a:lnTo>
                  <a:lnTo>
                    <a:pt x="82620" y="315175"/>
                  </a:lnTo>
                  <a:lnTo>
                    <a:pt x="80699" y="315175"/>
                  </a:lnTo>
                  <a:lnTo>
                    <a:pt x="78777" y="315175"/>
                  </a:lnTo>
                  <a:lnTo>
                    <a:pt x="76856" y="315175"/>
                  </a:lnTo>
                  <a:lnTo>
                    <a:pt x="74934" y="315175"/>
                  </a:lnTo>
                  <a:lnTo>
                    <a:pt x="73013" y="315175"/>
                  </a:lnTo>
                  <a:lnTo>
                    <a:pt x="71091" y="315175"/>
                  </a:lnTo>
                  <a:lnTo>
                    <a:pt x="69170" y="315175"/>
                  </a:lnTo>
                  <a:lnTo>
                    <a:pt x="67249" y="315175"/>
                  </a:lnTo>
                  <a:lnTo>
                    <a:pt x="65327" y="315175"/>
                  </a:lnTo>
                  <a:lnTo>
                    <a:pt x="63406" y="315175"/>
                  </a:lnTo>
                  <a:lnTo>
                    <a:pt x="61484" y="315175"/>
                  </a:lnTo>
                  <a:lnTo>
                    <a:pt x="59563" y="315175"/>
                  </a:lnTo>
                  <a:lnTo>
                    <a:pt x="57642" y="315175"/>
                  </a:lnTo>
                  <a:lnTo>
                    <a:pt x="55720" y="315175"/>
                  </a:lnTo>
                  <a:lnTo>
                    <a:pt x="53799" y="315175"/>
                  </a:lnTo>
                  <a:lnTo>
                    <a:pt x="51877" y="315175"/>
                  </a:lnTo>
                  <a:lnTo>
                    <a:pt x="49956" y="315175"/>
                  </a:lnTo>
                  <a:lnTo>
                    <a:pt x="48035" y="315175"/>
                  </a:lnTo>
                  <a:lnTo>
                    <a:pt x="46113" y="315175"/>
                  </a:lnTo>
                  <a:lnTo>
                    <a:pt x="44192" y="315175"/>
                  </a:lnTo>
                  <a:lnTo>
                    <a:pt x="42270" y="315175"/>
                  </a:lnTo>
                  <a:lnTo>
                    <a:pt x="40349" y="315175"/>
                  </a:lnTo>
                  <a:lnTo>
                    <a:pt x="38428" y="315175"/>
                  </a:lnTo>
                  <a:lnTo>
                    <a:pt x="36506" y="315175"/>
                  </a:lnTo>
                  <a:lnTo>
                    <a:pt x="34585" y="315175"/>
                  </a:lnTo>
                  <a:lnTo>
                    <a:pt x="32663" y="315175"/>
                  </a:lnTo>
                  <a:lnTo>
                    <a:pt x="30742" y="315175"/>
                  </a:lnTo>
                  <a:lnTo>
                    <a:pt x="28821" y="315175"/>
                  </a:lnTo>
                  <a:lnTo>
                    <a:pt x="26899" y="315175"/>
                  </a:lnTo>
                  <a:lnTo>
                    <a:pt x="24978" y="315175"/>
                  </a:lnTo>
                  <a:lnTo>
                    <a:pt x="23056" y="315175"/>
                  </a:lnTo>
                  <a:lnTo>
                    <a:pt x="21135" y="315175"/>
                  </a:lnTo>
                  <a:lnTo>
                    <a:pt x="19214" y="315175"/>
                  </a:lnTo>
                  <a:lnTo>
                    <a:pt x="17292" y="315175"/>
                  </a:lnTo>
                  <a:lnTo>
                    <a:pt x="15371" y="315175"/>
                  </a:lnTo>
                  <a:lnTo>
                    <a:pt x="13449" y="315175"/>
                  </a:lnTo>
                  <a:lnTo>
                    <a:pt x="11528" y="315175"/>
                  </a:lnTo>
                  <a:lnTo>
                    <a:pt x="9607" y="315175"/>
                  </a:lnTo>
                  <a:lnTo>
                    <a:pt x="7685" y="315175"/>
                  </a:lnTo>
                  <a:lnTo>
                    <a:pt x="5764" y="315175"/>
                  </a:lnTo>
                  <a:lnTo>
                    <a:pt x="3842" y="315175"/>
                  </a:lnTo>
                  <a:lnTo>
                    <a:pt x="1921" y="315175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7906162" y="2467847"/>
              <a:ext cx="981838" cy="315175"/>
            </a:xfrm>
            <a:custGeom>
              <a:avLst/>
              <a:pathLst>
                <a:path w="981838" h="315175">
                  <a:moveTo>
                    <a:pt x="0" y="315175"/>
                  </a:moveTo>
                  <a:lnTo>
                    <a:pt x="1921" y="315175"/>
                  </a:lnTo>
                  <a:lnTo>
                    <a:pt x="3842" y="315175"/>
                  </a:lnTo>
                  <a:lnTo>
                    <a:pt x="5764" y="315175"/>
                  </a:lnTo>
                  <a:lnTo>
                    <a:pt x="7685" y="315174"/>
                  </a:lnTo>
                  <a:lnTo>
                    <a:pt x="9607" y="315174"/>
                  </a:lnTo>
                  <a:lnTo>
                    <a:pt x="11528" y="315174"/>
                  </a:lnTo>
                  <a:lnTo>
                    <a:pt x="13449" y="315173"/>
                  </a:lnTo>
                  <a:lnTo>
                    <a:pt x="15371" y="315173"/>
                  </a:lnTo>
                  <a:lnTo>
                    <a:pt x="17292" y="315172"/>
                  </a:lnTo>
                  <a:lnTo>
                    <a:pt x="19214" y="315171"/>
                  </a:lnTo>
                  <a:lnTo>
                    <a:pt x="21135" y="315169"/>
                  </a:lnTo>
                  <a:lnTo>
                    <a:pt x="23056" y="315167"/>
                  </a:lnTo>
                  <a:lnTo>
                    <a:pt x="24978" y="315163"/>
                  </a:lnTo>
                  <a:lnTo>
                    <a:pt x="26899" y="315159"/>
                  </a:lnTo>
                  <a:lnTo>
                    <a:pt x="28821" y="315153"/>
                  </a:lnTo>
                  <a:lnTo>
                    <a:pt x="30742" y="315145"/>
                  </a:lnTo>
                  <a:lnTo>
                    <a:pt x="32663" y="315135"/>
                  </a:lnTo>
                  <a:lnTo>
                    <a:pt x="34585" y="315122"/>
                  </a:lnTo>
                  <a:lnTo>
                    <a:pt x="36506" y="315106"/>
                  </a:lnTo>
                  <a:lnTo>
                    <a:pt x="38428" y="315085"/>
                  </a:lnTo>
                  <a:lnTo>
                    <a:pt x="40349" y="315058"/>
                  </a:lnTo>
                  <a:lnTo>
                    <a:pt x="42270" y="315024"/>
                  </a:lnTo>
                  <a:lnTo>
                    <a:pt x="44192" y="314982"/>
                  </a:lnTo>
                  <a:lnTo>
                    <a:pt x="46113" y="314931"/>
                  </a:lnTo>
                  <a:lnTo>
                    <a:pt x="48035" y="314869"/>
                  </a:lnTo>
                  <a:lnTo>
                    <a:pt x="49956" y="314794"/>
                  </a:lnTo>
                  <a:lnTo>
                    <a:pt x="51877" y="314705"/>
                  </a:lnTo>
                  <a:lnTo>
                    <a:pt x="53799" y="314599"/>
                  </a:lnTo>
                  <a:lnTo>
                    <a:pt x="55720" y="314472"/>
                  </a:lnTo>
                  <a:lnTo>
                    <a:pt x="57642" y="314323"/>
                  </a:lnTo>
                  <a:lnTo>
                    <a:pt x="59563" y="314152"/>
                  </a:lnTo>
                  <a:lnTo>
                    <a:pt x="61484" y="313956"/>
                  </a:lnTo>
                  <a:lnTo>
                    <a:pt x="63406" y="313733"/>
                  </a:lnTo>
                  <a:lnTo>
                    <a:pt x="65327" y="313480"/>
                  </a:lnTo>
                  <a:lnTo>
                    <a:pt x="67249" y="313196"/>
                  </a:lnTo>
                  <a:lnTo>
                    <a:pt x="69170" y="312873"/>
                  </a:lnTo>
                  <a:lnTo>
                    <a:pt x="71091" y="312516"/>
                  </a:lnTo>
                  <a:lnTo>
                    <a:pt x="73013" y="312122"/>
                  </a:lnTo>
                  <a:lnTo>
                    <a:pt x="74934" y="311691"/>
                  </a:lnTo>
                  <a:lnTo>
                    <a:pt x="76856" y="311222"/>
                  </a:lnTo>
                  <a:lnTo>
                    <a:pt x="78777" y="310714"/>
                  </a:lnTo>
                  <a:lnTo>
                    <a:pt x="80699" y="310167"/>
                  </a:lnTo>
                  <a:lnTo>
                    <a:pt x="82620" y="309573"/>
                  </a:lnTo>
                  <a:lnTo>
                    <a:pt x="84541" y="308941"/>
                  </a:lnTo>
                  <a:lnTo>
                    <a:pt x="86463" y="308270"/>
                  </a:lnTo>
                  <a:lnTo>
                    <a:pt x="88384" y="307564"/>
                  </a:lnTo>
                  <a:lnTo>
                    <a:pt x="90306" y="306824"/>
                  </a:lnTo>
                  <a:lnTo>
                    <a:pt x="92227" y="306053"/>
                  </a:lnTo>
                  <a:lnTo>
                    <a:pt x="94148" y="305253"/>
                  </a:lnTo>
                  <a:lnTo>
                    <a:pt x="96070" y="304425"/>
                  </a:lnTo>
                  <a:lnTo>
                    <a:pt x="97991" y="303580"/>
                  </a:lnTo>
                  <a:lnTo>
                    <a:pt x="99913" y="302723"/>
                  </a:lnTo>
                  <a:lnTo>
                    <a:pt x="101834" y="301862"/>
                  </a:lnTo>
                  <a:lnTo>
                    <a:pt x="103755" y="301003"/>
                  </a:lnTo>
                  <a:lnTo>
                    <a:pt x="105677" y="300153"/>
                  </a:lnTo>
                  <a:lnTo>
                    <a:pt x="107598" y="299322"/>
                  </a:lnTo>
                  <a:lnTo>
                    <a:pt x="109520" y="298523"/>
                  </a:lnTo>
                  <a:lnTo>
                    <a:pt x="111441" y="297765"/>
                  </a:lnTo>
                  <a:lnTo>
                    <a:pt x="113362" y="297055"/>
                  </a:lnTo>
                  <a:lnTo>
                    <a:pt x="115284" y="296400"/>
                  </a:lnTo>
                  <a:lnTo>
                    <a:pt x="117205" y="295809"/>
                  </a:lnTo>
                  <a:lnTo>
                    <a:pt x="119127" y="295289"/>
                  </a:lnTo>
                  <a:lnTo>
                    <a:pt x="121048" y="294844"/>
                  </a:lnTo>
                  <a:lnTo>
                    <a:pt x="122969" y="294493"/>
                  </a:lnTo>
                  <a:lnTo>
                    <a:pt x="124891" y="294232"/>
                  </a:lnTo>
                  <a:lnTo>
                    <a:pt x="126812" y="294058"/>
                  </a:lnTo>
                  <a:lnTo>
                    <a:pt x="128734" y="293972"/>
                  </a:lnTo>
                  <a:lnTo>
                    <a:pt x="130655" y="293970"/>
                  </a:lnTo>
                  <a:lnTo>
                    <a:pt x="132576" y="294051"/>
                  </a:lnTo>
                  <a:lnTo>
                    <a:pt x="134498" y="294211"/>
                  </a:lnTo>
                  <a:lnTo>
                    <a:pt x="136419" y="294452"/>
                  </a:lnTo>
                  <a:lnTo>
                    <a:pt x="138341" y="294763"/>
                  </a:lnTo>
                  <a:lnTo>
                    <a:pt x="140262" y="295131"/>
                  </a:lnTo>
                  <a:lnTo>
                    <a:pt x="142183" y="295548"/>
                  </a:lnTo>
                  <a:lnTo>
                    <a:pt x="144105" y="296008"/>
                  </a:lnTo>
                  <a:lnTo>
                    <a:pt x="146026" y="296501"/>
                  </a:lnTo>
                  <a:lnTo>
                    <a:pt x="147948" y="297020"/>
                  </a:lnTo>
                  <a:lnTo>
                    <a:pt x="149869" y="297560"/>
                  </a:lnTo>
                  <a:lnTo>
                    <a:pt x="151791" y="298112"/>
                  </a:lnTo>
                  <a:lnTo>
                    <a:pt x="153712" y="298669"/>
                  </a:lnTo>
                  <a:lnTo>
                    <a:pt x="155633" y="299226"/>
                  </a:lnTo>
                  <a:lnTo>
                    <a:pt x="157555" y="299780"/>
                  </a:lnTo>
                  <a:lnTo>
                    <a:pt x="159476" y="300328"/>
                  </a:lnTo>
                  <a:lnTo>
                    <a:pt x="161398" y="300869"/>
                  </a:lnTo>
                  <a:lnTo>
                    <a:pt x="163319" y="301400"/>
                  </a:lnTo>
                  <a:lnTo>
                    <a:pt x="165240" y="301921"/>
                  </a:lnTo>
                  <a:lnTo>
                    <a:pt x="167162" y="302432"/>
                  </a:lnTo>
                  <a:lnTo>
                    <a:pt x="169083" y="302935"/>
                  </a:lnTo>
                  <a:lnTo>
                    <a:pt x="171005" y="303430"/>
                  </a:lnTo>
                  <a:lnTo>
                    <a:pt x="172926" y="303918"/>
                  </a:lnTo>
                  <a:lnTo>
                    <a:pt x="174847" y="304398"/>
                  </a:lnTo>
                  <a:lnTo>
                    <a:pt x="176769" y="304870"/>
                  </a:lnTo>
                  <a:lnTo>
                    <a:pt x="178690" y="305333"/>
                  </a:lnTo>
                  <a:lnTo>
                    <a:pt x="180612" y="305786"/>
                  </a:lnTo>
                  <a:lnTo>
                    <a:pt x="182533" y="306227"/>
                  </a:lnTo>
                  <a:lnTo>
                    <a:pt x="184454" y="306655"/>
                  </a:lnTo>
                  <a:lnTo>
                    <a:pt x="186376" y="307066"/>
                  </a:lnTo>
                  <a:lnTo>
                    <a:pt x="188297" y="307458"/>
                  </a:lnTo>
                  <a:lnTo>
                    <a:pt x="190219" y="307827"/>
                  </a:lnTo>
                  <a:lnTo>
                    <a:pt x="192140" y="308165"/>
                  </a:lnTo>
                  <a:lnTo>
                    <a:pt x="194061" y="308472"/>
                  </a:lnTo>
                  <a:lnTo>
                    <a:pt x="195983" y="308747"/>
                  </a:lnTo>
                  <a:lnTo>
                    <a:pt x="197904" y="308986"/>
                  </a:lnTo>
                  <a:lnTo>
                    <a:pt x="199826" y="309188"/>
                  </a:lnTo>
                  <a:lnTo>
                    <a:pt x="201747" y="309351"/>
                  </a:lnTo>
                  <a:lnTo>
                    <a:pt x="203668" y="309474"/>
                  </a:lnTo>
                  <a:lnTo>
                    <a:pt x="205590" y="309548"/>
                  </a:lnTo>
                  <a:lnTo>
                    <a:pt x="207511" y="309581"/>
                  </a:lnTo>
                  <a:lnTo>
                    <a:pt x="209433" y="309573"/>
                  </a:lnTo>
                  <a:lnTo>
                    <a:pt x="211354" y="309525"/>
                  </a:lnTo>
                  <a:lnTo>
                    <a:pt x="213275" y="309436"/>
                  </a:lnTo>
                  <a:lnTo>
                    <a:pt x="215197" y="309309"/>
                  </a:lnTo>
                  <a:lnTo>
                    <a:pt x="217118" y="309142"/>
                  </a:lnTo>
                  <a:lnTo>
                    <a:pt x="219040" y="308931"/>
                  </a:lnTo>
                  <a:lnTo>
                    <a:pt x="220961" y="308681"/>
                  </a:lnTo>
                  <a:lnTo>
                    <a:pt x="222883" y="308391"/>
                  </a:lnTo>
                  <a:lnTo>
                    <a:pt x="224804" y="308062"/>
                  </a:lnTo>
                  <a:lnTo>
                    <a:pt x="226725" y="307692"/>
                  </a:lnTo>
                  <a:lnTo>
                    <a:pt x="228647" y="307280"/>
                  </a:lnTo>
                  <a:lnTo>
                    <a:pt x="230568" y="306825"/>
                  </a:lnTo>
                  <a:lnTo>
                    <a:pt x="232490" y="306317"/>
                  </a:lnTo>
                  <a:lnTo>
                    <a:pt x="234411" y="305759"/>
                  </a:lnTo>
                  <a:lnTo>
                    <a:pt x="236332" y="305150"/>
                  </a:lnTo>
                  <a:lnTo>
                    <a:pt x="238254" y="304487"/>
                  </a:lnTo>
                  <a:lnTo>
                    <a:pt x="240175" y="303770"/>
                  </a:lnTo>
                  <a:lnTo>
                    <a:pt x="242097" y="302995"/>
                  </a:lnTo>
                  <a:lnTo>
                    <a:pt x="244018" y="302161"/>
                  </a:lnTo>
                  <a:lnTo>
                    <a:pt x="245939" y="301259"/>
                  </a:lnTo>
                  <a:lnTo>
                    <a:pt x="247861" y="300289"/>
                  </a:lnTo>
                  <a:lnTo>
                    <a:pt x="249782" y="299256"/>
                  </a:lnTo>
                  <a:lnTo>
                    <a:pt x="251704" y="298159"/>
                  </a:lnTo>
                  <a:lnTo>
                    <a:pt x="253625" y="296998"/>
                  </a:lnTo>
                  <a:lnTo>
                    <a:pt x="255546" y="295775"/>
                  </a:lnTo>
                  <a:lnTo>
                    <a:pt x="257468" y="294491"/>
                  </a:lnTo>
                  <a:lnTo>
                    <a:pt x="259389" y="293141"/>
                  </a:lnTo>
                  <a:lnTo>
                    <a:pt x="261311" y="291729"/>
                  </a:lnTo>
                  <a:lnTo>
                    <a:pt x="263232" y="290265"/>
                  </a:lnTo>
                  <a:lnTo>
                    <a:pt x="265153" y="288752"/>
                  </a:lnTo>
                  <a:lnTo>
                    <a:pt x="267075" y="287195"/>
                  </a:lnTo>
                  <a:lnTo>
                    <a:pt x="268996" y="285598"/>
                  </a:lnTo>
                  <a:lnTo>
                    <a:pt x="270918" y="283967"/>
                  </a:lnTo>
                  <a:lnTo>
                    <a:pt x="272839" y="282305"/>
                  </a:lnTo>
                  <a:lnTo>
                    <a:pt x="274760" y="280619"/>
                  </a:lnTo>
                  <a:lnTo>
                    <a:pt x="276682" y="278917"/>
                  </a:lnTo>
                  <a:lnTo>
                    <a:pt x="278603" y="277207"/>
                  </a:lnTo>
                  <a:lnTo>
                    <a:pt x="280525" y="275491"/>
                  </a:lnTo>
                  <a:lnTo>
                    <a:pt x="282446" y="273775"/>
                  </a:lnTo>
                  <a:lnTo>
                    <a:pt x="284367" y="272063"/>
                  </a:lnTo>
                  <a:lnTo>
                    <a:pt x="286289" y="270357"/>
                  </a:lnTo>
                  <a:lnTo>
                    <a:pt x="288210" y="268660"/>
                  </a:lnTo>
                  <a:lnTo>
                    <a:pt x="290132" y="266970"/>
                  </a:lnTo>
                  <a:lnTo>
                    <a:pt x="292053" y="265282"/>
                  </a:lnTo>
                  <a:lnTo>
                    <a:pt x="293975" y="263593"/>
                  </a:lnTo>
                  <a:lnTo>
                    <a:pt x="295896" y="261893"/>
                  </a:lnTo>
                  <a:lnTo>
                    <a:pt x="297817" y="260172"/>
                  </a:lnTo>
                  <a:lnTo>
                    <a:pt x="299739" y="258416"/>
                  </a:lnTo>
                  <a:lnTo>
                    <a:pt x="301660" y="256595"/>
                  </a:lnTo>
                  <a:lnTo>
                    <a:pt x="303582" y="254693"/>
                  </a:lnTo>
                  <a:lnTo>
                    <a:pt x="305503" y="252685"/>
                  </a:lnTo>
                  <a:lnTo>
                    <a:pt x="307424" y="250543"/>
                  </a:lnTo>
                  <a:lnTo>
                    <a:pt x="309346" y="248237"/>
                  </a:lnTo>
                  <a:lnTo>
                    <a:pt x="311267" y="245733"/>
                  </a:lnTo>
                  <a:lnTo>
                    <a:pt x="313189" y="242995"/>
                  </a:lnTo>
                  <a:lnTo>
                    <a:pt x="315110" y="239923"/>
                  </a:lnTo>
                  <a:lnTo>
                    <a:pt x="317031" y="236522"/>
                  </a:lnTo>
                  <a:lnTo>
                    <a:pt x="318953" y="232752"/>
                  </a:lnTo>
                  <a:lnTo>
                    <a:pt x="320874" y="228575"/>
                  </a:lnTo>
                  <a:lnTo>
                    <a:pt x="322796" y="223951"/>
                  </a:lnTo>
                  <a:lnTo>
                    <a:pt x="324717" y="218846"/>
                  </a:lnTo>
                  <a:lnTo>
                    <a:pt x="326638" y="213225"/>
                  </a:lnTo>
                  <a:lnTo>
                    <a:pt x="328560" y="206957"/>
                  </a:lnTo>
                  <a:lnTo>
                    <a:pt x="330481" y="200105"/>
                  </a:lnTo>
                  <a:lnTo>
                    <a:pt x="332403" y="192664"/>
                  </a:lnTo>
                  <a:lnTo>
                    <a:pt x="334324" y="184633"/>
                  </a:lnTo>
                  <a:lnTo>
                    <a:pt x="336245" y="176014"/>
                  </a:lnTo>
                  <a:lnTo>
                    <a:pt x="338167" y="166824"/>
                  </a:lnTo>
                  <a:lnTo>
                    <a:pt x="340088" y="157088"/>
                  </a:lnTo>
                  <a:lnTo>
                    <a:pt x="342010" y="146775"/>
                  </a:lnTo>
                  <a:lnTo>
                    <a:pt x="343931" y="136015"/>
                  </a:lnTo>
                  <a:lnTo>
                    <a:pt x="345852" y="124901"/>
                  </a:lnTo>
                  <a:lnTo>
                    <a:pt x="347774" y="113520"/>
                  </a:lnTo>
                  <a:lnTo>
                    <a:pt x="349695" y="101967"/>
                  </a:lnTo>
                  <a:lnTo>
                    <a:pt x="351617" y="90353"/>
                  </a:lnTo>
                  <a:lnTo>
                    <a:pt x="353538" y="78797"/>
                  </a:lnTo>
                  <a:lnTo>
                    <a:pt x="355459" y="67479"/>
                  </a:lnTo>
                  <a:lnTo>
                    <a:pt x="357381" y="56569"/>
                  </a:lnTo>
                  <a:lnTo>
                    <a:pt x="359302" y="46197"/>
                  </a:lnTo>
                  <a:lnTo>
                    <a:pt x="361224" y="36510"/>
                  </a:lnTo>
                  <a:lnTo>
                    <a:pt x="363145" y="27649"/>
                  </a:lnTo>
                  <a:lnTo>
                    <a:pt x="365067" y="19753"/>
                  </a:lnTo>
                  <a:lnTo>
                    <a:pt x="366988" y="12953"/>
                  </a:lnTo>
                  <a:lnTo>
                    <a:pt x="368909" y="7517"/>
                  </a:lnTo>
                  <a:lnTo>
                    <a:pt x="370831" y="3552"/>
                  </a:lnTo>
                  <a:lnTo>
                    <a:pt x="372752" y="1028"/>
                  </a:lnTo>
                  <a:lnTo>
                    <a:pt x="374674" y="0"/>
                  </a:lnTo>
                  <a:lnTo>
                    <a:pt x="376595" y="502"/>
                  </a:lnTo>
                  <a:lnTo>
                    <a:pt x="378516" y="2548"/>
                  </a:lnTo>
                  <a:lnTo>
                    <a:pt x="380438" y="6129"/>
                  </a:lnTo>
                  <a:lnTo>
                    <a:pt x="382359" y="11338"/>
                  </a:lnTo>
                  <a:lnTo>
                    <a:pt x="384281" y="18123"/>
                  </a:lnTo>
                  <a:lnTo>
                    <a:pt x="386202" y="26231"/>
                  </a:lnTo>
                  <a:lnTo>
                    <a:pt x="388123" y="35555"/>
                  </a:lnTo>
                  <a:lnTo>
                    <a:pt x="390045" y="45974"/>
                  </a:lnTo>
                  <a:lnTo>
                    <a:pt x="391966" y="57356"/>
                  </a:lnTo>
                  <a:lnTo>
                    <a:pt x="393888" y="69558"/>
                  </a:lnTo>
                  <a:lnTo>
                    <a:pt x="395809" y="82462"/>
                  </a:lnTo>
                  <a:lnTo>
                    <a:pt x="397730" y="95897"/>
                  </a:lnTo>
                  <a:lnTo>
                    <a:pt x="399652" y="109626"/>
                  </a:lnTo>
                  <a:lnTo>
                    <a:pt x="401573" y="123502"/>
                  </a:lnTo>
                  <a:lnTo>
                    <a:pt x="403495" y="137386"/>
                  </a:lnTo>
                  <a:lnTo>
                    <a:pt x="405416" y="151145"/>
                  </a:lnTo>
                  <a:lnTo>
                    <a:pt x="407337" y="164660"/>
                  </a:lnTo>
                  <a:lnTo>
                    <a:pt x="409259" y="177801"/>
                  </a:lnTo>
                  <a:lnTo>
                    <a:pt x="411180" y="190395"/>
                  </a:lnTo>
                  <a:lnTo>
                    <a:pt x="413102" y="202425"/>
                  </a:lnTo>
                  <a:lnTo>
                    <a:pt x="415023" y="213833"/>
                  </a:lnTo>
                  <a:lnTo>
                    <a:pt x="416944" y="224574"/>
                  </a:lnTo>
                  <a:lnTo>
                    <a:pt x="418866" y="234615"/>
                  </a:lnTo>
                  <a:lnTo>
                    <a:pt x="420787" y="243935"/>
                  </a:lnTo>
                  <a:lnTo>
                    <a:pt x="422709" y="252512"/>
                  </a:lnTo>
                  <a:lnTo>
                    <a:pt x="424630" y="260233"/>
                  </a:lnTo>
                  <a:lnTo>
                    <a:pt x="426551" y="267246"/>
                  </a:lnTo>
                  <a:lnTo>
                    <a:pt x="428473" y="273574"/>
                  </a:lnTo>
                  <a:lnTo>
                    <a:pt x="430394" y="279245"/>
                  </a:lnTo>
                  <a:lnTo>
                    <a:pt x="432316" y="284294"/>
                  </a:lnTo>
                  <a:lnTo>
                    <a:pt x="434237" y="288756"/>
                  </a:lnTo>
                  <a:lnTo>
                    <a:pt x="436159" y="292673"/>
                  </a:lnTo>
                  <a:lnTo>
                    <a:pt x="438080" y="296001"/>
                  </a:lnTo>
                  <a:lnTo>
                    <a:pt x="440001" y="298884"/>
                  </a:lnTo>
                  <a:lnTo>
                    <a:pt x="441923" y="301366"/>
                  </a:lnTo>
                  <a:lnTo>
                    <a:pt x="443844" y="303488"/>
                  </a:lnTo>
                  <a:lnTo>
                    <a:pt x="445766" y="305288"/>
                  </a:lnTo>
                  <a:lnTo>
                    <a:pt x="447687" y="306802"/>
                  </a:lnTo>
                  <a:lnTo>
                    <a:pt x="449608" y="308066"/>
                  </a:lnTo>
                  <a:lnTo>
                    <a:pt x="451530" y="309081"/>
                  </a:lnTo>
                  <a:lnTo>
                    <a:pt x="453451" y="309913"/>
                  </a:lnTo>
                  <a:lnTo>
                    <a:pt x="455373" y="310591"/>
                  </a:lnTo>
                  <a:lnTo>
                    <a:pt x="457294" y="311138"/>
                  </a:lnTo>
                  <a:lnTo>
                    <a:pt x="459215" y="311573"/>
                  </a:lnTo>
                  <a:lnTo>
                    <a:pt x="461137" y="311913"/>
                  </a:lnTo>
                  <a:lnTo>
                    <a:pt x="463058" y="312172"/>
                  </a:lnTo>
                  <a:lnTo>
                    <a:pt x="464980" y="312356"/>
                  </a:lnTo>
                  <a:lnTo>
                    <a:pt x="466901" y="312483"/>
                  </a:lnTo>
                  <a:lnTo>
                    <a:pt x="468822" y="312566"/>
                  </a:lnTo>
                  <a:lnTo>
                    <a:pt x="470744" y="312610"/>
                  </a:lnTo>
                  <a:lnTo>
                    <a:pt x="472665" y="312621"/>
                  </a:lnTo>
                  <a:lnTo>
                    <a:pt x="474587" y="312605"/>
                  </a:lnTo>
                  <a:lnTo>
                    <a:pt x="476508" y="312564"/>
                  </a:lnTo>
                  <a:lnTo>
                    <a:pt x="478429" y="312501"/>
                  </a:lnTo>
                  <a:lnTo>
                    <a:pt x="480351" y="312420"/>
                  </a:lnTo>
                  <a:lnTo>
                    <a:pt x="482272" y="312324"/>
                  </a:lnTo>
                  <a:lnTo>
                    <a:pt x="484194" y="312213"/>
                  </a:lnTo>
                  <a:lnTo>
                    <a:pt x="486115" y="312089"/>
                  </a:lnTo>
                  <a:lnTo>
                    <a:pt x="488036" y="311953"/>
                  </a:lnTo>
                  <a:lnTo>
                    <a:pt x="489958" y="311804"/>
                  </a:lnTo>
                  <a:lnTo>
                    <a:pt x="491879" y="311640"/>
                  </a:lnTo>
                  <a:lnTo>
                    <a:pt x="493801" y="311461"/>
                  </a:lnTo>
                  <a:lnTo>
                    <a:pt x="495722" y="311266"/>
                  </a:lnTo>
                  <a:lnTo>
                    <a:pt x="497643" y="311054"/>
                  </a:lnTo>
                  <a:lnTo>
                    <a:pt x="499565" y="310823"/>
                  </a:lnTo>
                  <a:lnTo>
                    <a:pt x="501486" y="310571"/>
                  </a:lnTo>
                  <a:lnTo>
                    <a:pt x="503408" y="310295"/>
                  </a:lnTo>
                  <a:lnTo>
                    <a:pt x="505329" y="309991"/>
                  </a:lnTo>
                  <a:lnTo>
                    <a:pt x="507250" y="309654"/>
                  </a:lnTo>
                  <a:lnTo>
                    <a:pt x="509172" y="309285"/>
                  </a:lnTo>
                  <a:lnTo>
                    <a:pt x="511093" y="308883"/>
                  </a:lnTo>
                  <a:lnTo>
                    <a:pt x="513015" y="308445"/>
                  </a:lnTo>
                  <a:lnTo>
                    <a:pt x="514936" y="307970"/>
                  </a:lnTo>
                  <a:lnTo>
                    <a:pt x="516858" y="307456"/>
                  </a:lnTo>
                  <a:lnTo>
                    <a:pt x="518779" y="306900"/>
                  </a:lnTo>
                  <a:lnTo>
                    <a:pt x="520700" y="306297"/>
                  </a:lnTo>
                  <a:lnTo>
                    <a:pt x="522622" y="305653"/>
                  </a:lnTo>
                  <a:lnTo>
                    <a:pt x="524543" y="304967"/>
                  </a:lnTo>
                  <a:lnTo>
                    <a:pt x="526465" y="304240"/>
                  </a:lnTo>
                  <a:lnTo>
                    <a:pt x="528386" y="303472"/>
                  </a:lnTo>
                  <a:lnTo>
                    <a:pt x="530307" y="302663"/>
                  </a:lnTo>
                  <a:lnTo>
                    <a:pt x="532229" y="301813"/>
                  </a:lnTo>
                  <a:lnTo>
                    <a:pt x="534150" y="300917"/>
                  </a:lnTo>
                  <a:lnTo>
                    <a:pt x="536072" y="299983"/>
                  </a:lnTo>
                  <a:lnTo>
                    <a:pt x="537993" y="299011"/>
                  </a:lnTo>
                  <a:lnTo>
                    <a:pt x="539914" y="298003"/>
                  </a:lnTo>
                  <a:lnTo>
                    <a:pt x="541836" y="296960"/>
                  </a:lnTo>
                  <a:lnTo>
                    <a:pt x="543757" y="295883"/>
                  </a:lnTo>
                  <a:lnTo>
                    <a:pt x="545679" y="294772"/>
                  </a:lnTo>
                  <a:lnTo>
                    <a:pt x="547600" y="293625"/>
                  </a:lnTo>
                  <a:lnTo>
                    <a:pt x="549521" y="292450"/>
                  </a:lnTo>
                  <a:lnTo>
                    <a:pt x="551443" y="291248"/>
                  </a:lnTo>
                  <a:lnTo>
                    <a:pt x="553364" y="290023"/>
                  </a:lnTo>
                  <a:lnTo>
                    <a:pt x="555286" y="288778"/>
                  </a:lnTo>
                  <a:lnTo>
                    <a:pt x="557207" y="287516"/>
                  </a:lnTo>
                  <a:lnTo>
                    <a:pt x="559128" y="286241"/>
                  </a:lnTo>
                  <a:lnTo>
                    <a:pt x="561050" y="284958"/>
                  </a:lnTo>
                  <a:lnTo>
                    <a:pt x="562971" y="283674"/>
                  </a:lnTo>
                  <a:lnTo>
                    <a:pt x="564893" y="282397"/>
                  </a:lnTo>
                  <a:lnTo>
                    <a:pt x="566814" y="281132"/>
                  </a:lnTo>
                  <a:lnTo>
                    <a:pt x="568735" y="279886"/>
                  </a:lnTo>
                  <a:lnTo>
                    <a:pt x="570657" y="278667"/>
                  </a:lnTo>
                  <a:lnTo>
                    <a:pt x="572578" y="277484"/>
                  </a:lnTo>
                  <a:lnTo>
                    <a:pt x="574500" y="276352"/>
                  </a:lnTo>
                  <a:lnTo>
                    <a:pt x="576421" y="275277"/>
                  </a:lnTo>
                  <a:lnTo>
                    <a:pt x="578342" y="274265"/>
                  </a:lnTo>
                  <a:lnTo>
                    <a:pt x="580264" y="273326"/>
                  </a:lnTo>
                  <a:lnTo>
                    <a:pt x="582185" y="272466"/>
                  </a:lnTo>
                  <a:lnTo>
                    <a:pt x="584107" y="271693"/>
                  </a:lnTo>
                  <a:lnTo>
                    <a:pt x="586028" y="271015"/>
                  </a:lnTo>
                  <a:lnTo>
                    <a:pt x="587950" y="270452"/>
                  </a:lnTo>
                  <a:lnTo>
                    <a:pt x="589871" y="270005"/>
                  </a:lnTo>
                  <a:lnTo>
                    <a:pt x="591792" y="269671"/>
                  </a:lnTo>
                  <a:lnTo>
                    <a:pt x="593714" y="269456"/>
                  </a:lnTo>
                  <a:lnTo>
                    <a:pt x="595635" y="269362"/>
                  </a:lnTo>
                  <a:lnTo>
                    <a:pt x="597557" y="269391"/>
                  </a:lnTo>
                  <a:lnTo>
                    <a:pt x="599478" y="269546"/>
                  </a:lnTo>
                  <a:lnTo>
                    <a:pt x="601399" y="269840"/>
                  </a:lnTo>
                  <a:lnTo>
                    <a:pt x="603321" y="270271"/>
                  </a:lnTo>
                  <a:lnTo>
                    <a:pt x="605242" y="270826"/>
                  </a:lnTo>
                  <a:lnTo>
                    <a:pt x="607164" y="271503"/>
                  </a:lnTo>
                  <a:lnTo>
                    <a:pt x="609085" y="272299"/>
                  </a:lnTo>
                  <a:lnTo>
                    <a:pt x="611006" y="273210"/>
                  </a:lnTo>
                  <a:lnTo>
                    <a:pt x="612928" y="274230"/>
                  </a:lnTo>
                  <a:lnTo>
                    <a:pt x="614849" y="275363"/>
                  </a:lnTo>
                  <a:lnTo>
                    <a:pt x="616771" y="276601"/>
                  </a:lnTo>
                  <a:lnTo>
                    <a:pt x="618692" y="277924"/>
                  </a:lnTo>
                  <a:lnTo>
                    <a:pt x="620613" y="279324"/>
                  </a:lnTo>
                  <a:lnTo>
                    <a:pt x="622535" y="280789"/>
                  </a:lnTo>
                  <a:lnTo>
                    <a:pt x="624456" y="282310"/>
                  </a:lnTo>
                  <a:lnTo>
                    <a:pt x="626378" y="283876"/>
                  </a:lnTo>
                  <a:lnTo>
                    <a:pt x="628299" y="285476"/>
                  </a:lnTo>
                  <a:lnTo>
                    <a:pt x="630220" y="287096"/>
                  </a:lnTo>
                  <a:lnTo>
                    <a:pt x="632142" y="288720"/>
                  </a:lnTo>
                  <a:lnTo>
                    <a:pt x="634063" y="290336"/>
                  </a:lnTo>
                  <a:lnTo>
                    <a:pt x="635985" y="291933"/>
                  </a:lnTo>
                  <a:lnTo>
                    <a:pt x="637906" y="293501"/>
                  </a:lnTo>
                  <a:lnTo>
                    <a:pt x="639827" y="295031"/>
                  </a:lnTo>
                  <a:lnTo>
                    <a:pt x="641749" y="296510"/>
                  </a:lnTo>
                  <a:lnTo>
                    <a:pt x="643670" y="297924"/>
                  </a:lnTo>
                  <a:lnTo>
                    <a:pt x="645592" y="299273"/>
                  </a:lnTo>
                  <a:lnTo>
                    <a:pt x="647513" y="300554"/>
                  </a:lnTo>
                  <a:lnTo>
                    <a:pt x="649434" y="301761"/>
                  </a:lnTo>
                  <a:lnTo>
                    <a:pt x="651356" y="302894"/>
                  </a:lnTo>
                  <a:lnTo>
                    <a:pt x="653277" y="303950"/>
                  </a:lnTo>
                  <a:lnTo>
                    <a:pt x="655199" y="304928"/>
                  </a:lnTo>
                  <a:lnTo>
                    <a:pt x="657120" y="305816"/>
                  </a:lnTo>
                  <a:lnTo>
                    <a:pt x="659042" y="306631"/>
                  </a:lnTo>
                  <a:lnTo>
                    <a:pt x="660963" y="307373"/>
                  </a:lnTo>
                  <a:lnTo>
                    <a:pt x="662884" y="308048"/>
                  </a:lnTo>
                  <a:lnTo>
                    <a:pt x="664806" y="308657"/>
                  </a:lnTo>
                  <a:lnTo>
                    <a:pt x="666727" y="309205"/>
                  </a:lnTo>
                  <a:lnTo>
                    <a:pt x="668649" y="309695"/>
                  </a:lnTo>
                  <a:lnTo>
                    <a:pt x="670570" y="310124"/>
                  </a:lnTo>
                  <a:lnTo>
                    <a:pt x="672491" y="310506"/>
                  </a:lnTo>
                  <a:lnTo>
                    <a:pt x="674413" y="310845"/>
                  </a:lnTo>
                  <a:lnTo>
                    <a:pt x="676334" y="311146"/>
                  </a:lnTo>
                  <a:lnTo>
                    <a:pt x="678256" y="311413"/>
                  </a:lnTo>
                  <a:lnTo>
                    <a:pt x="680177" y="311650"/>
                  </a:lnTo>
                  <a:lnTo>
                    <a:pt x="682098" y="311860"/>
                  </a:lnTo>
                  <a:lnTo>
                    <a:pt x="684020" y="312043"/>
                  </a:lnTo>
                  <a:lnTo>
                    <a:pt x="685941" y="312205"/>
                  </a:lnTo>
                  <a:lnTo>
                    <a:pt x="687863" y="312350"/>
                  </a:lnTo>
                  <a:lnTo>
                    <a:pt x="689784" y="312479"/>
                  </a:lnTo>
                  <a:lnTo>
                    <a:pt x="691705" y="312593"/>
                  </a:lnTo>
                  <a:lnTo>
                    <a:pt x="693627" y="312693"/>
                  </a:lnTo>
                  <a:lnTo>
                    <a:pt x="695548" y="312778"/>
                  </a:lnTo>
                  <a:lnTo>
                    <a:pt x="697470" y="312847"/>
                  </a:lnTo>
                  <a:lnTo>
                    <a:pt x="699391" y="312898"/>
                  </a:lnTo>
                  <a:lnTo>
                    <a:pt x="701312" y="312932"/>
                  </a:lnTo>
                  <a:lnTo>
                    <a:pt x="703234" y="312945"/>
                  </a:lnTo>
                  <a:lnTo>
                    <a:pt x="705155" y="312937"/>
                  </a:lnTo>
                  <a:lnTo>
                    <a:pt x="707077" y="312904"/>
                  </a:lnTo>
                  <a:lnTo>
                    <a:pt x="708998" y="312843"/>
                  </a:lnTo>
                  <a:lnTo>
                    <a:pt x="710919" y="312748"/>
                  </a:lnTo>
                  <a:lnTo>
                    <a:pt x="712841" y="312617"/>
                  </a:lnTo>
                  <a:lnTo>
                    <a:pt x="714762" y="312449"/>
                  </a:lnTo>
                  <a:lnTo>
                    <a:pt x="716684" y="312242"/>
                  </a:lnTo>
                  <a:lnTo>
                    <a:pt x="718605" y="311996"/>
                  </a:lnTo>
                  <a:lnTo>
                    <a:pt x="720526" y="311707"/>
                  </a:lnTo>
                  <a:lnTo>
                    <a:pt x="722448" y="311375"/>
                  </a:lnTo>
                  <a:lnTo>
                    <a:pt x="724369" y="310997"/>
                  </a:lnTo>
                  <a:lnTo>
                    <a:pt x="726291" y="310572"/>
                  </a:lnTo>
                  <a:lnTo>
                    <a:pt x="728212" y="310107"/>
                  </a:lnTo>
                  <a:lnTo>
                    <a:pt x="730134" y="309604"/>
                  </a:lnTo>
                  <a:lnTo>
                    <a:pt x="732055" y="309065"/>
                  </a:lnTo>
                  <a:lnTo>
                    <a:pt x="733976" y="308493"/>
                  </a:lnTo>
                  <a:lnTo>
                    <a:pt x="735898" y="307893"/>
                  </a:lnTo>
                  <a:lnTo>
                    <a:pt x="737819" y="307267"/>
                  </a:lnTo>
                  <a:lnTo>
                    <a:pt x="739741" y="306620"/>
                  </a:lnTo>
                  <a:lnTo>
                    <a:pt x="741662" y="305960"/>
                  </a:lnTo>
                  <a:lnTo>
                    <a:pt x="743583" y="305291"/>
                  </a:lnTo>
                  <a:lnTo>
                    <a:pt x="745505" y="304619"/>
                  </a:lnTo>
                  <a:lnTo>
                    <a:pt x="747426" y="303947"/>
                  </a:lnTo>
                  <a:lnTo>
                    <a:pt x="749348" y="303278"/>
                  </a:lnTo>
                  <a:lnTo>
                    <a:pt x="751269" y="302617"/>
                  </a:lnTo>
                  <a:lnTo>
                    <a:pt x="753190" y="301965"/>
                  </a:lnTo>
                  <a:lnTo>
                    <a:pt x="755112" y="301323"/>
                  </a:lnTo>
                  <a:lnTo>
                    <a:pt x="757033" y="300689"/>
                  </a:lnTo>
                  <a:lnTo>
                    <a:pt x="758955" y="300062"/>
                  </a:lnTo>
                  <a:lnTo>
                    <a:pt x="760876" y="299437"/>
                  </a:lnTo>
                  <a:lnTo>
                    <a:pt x="762797" y="298811"/>
                  </a:lnTo>
                  <a:lnTo>
                    <a:pt x="764719" y="298176"/>
                  </a:lnTo>
                  <a:lnTo>
                    <a:pt x="766640" y="297521"/>
                  </a:lnTo>
                  <a:lnTo>
                    <a:pt x="768562" y="296839"/>
                  </a:lnTo>
                  <a:lnTo>
                    <a:pt x="770483" y="296119"/>
                  </a:lnTo>
                  <a:lnTo>
                    <a:pt x="772404" y="295351"/>
                  </a:lnTo>
                  <a:lnTo>
                    <a:pt x="774326" y="294526"/>
                  </a:lnTo>
                  <a:lnTo>
                    <a:pt x="776247" y="293633"/>
                  </a:lnTo>
                  <a:lnTo>
                    <a:pt x="778169" y="292662"/>
                  </a:lnTo>
                  <a:lnTo>
                    <a:pt x="780090" y="291587"/>
                  </a:lnTo>
                  <a:lnTo>
                    <a:pt x="782011" y="290416"/>
                  </a:lnTo>
                  <a:lnTo>
                    <a:pt x="783933" y="289145"/>
                  </a:lnTo>
                  <a:lnTo>
                    <a:pt x="785854" y="287773"/>
                  </a:lnTo>
                  <a:lnTo>
                    <a:pt x="787776" y="286301"/>
                  </a:lnTo>
                  <a:lnTo>
                    <a:pt x="789697" y="284733"/>
                  </a:lnTo>
                  <a:lnTo>
                    <a:pt x="791618" y="283075"/>
                  </a:lnTo>
                  <a:lnTo>
                    <a:pt x="793540" y="281329"/>
                  </a:lnTo>
                  <a:lnTo>
                    <a:pt x="795461" y="279525"/>
                  </a:lnTo>
                  <a:lnTo>
                    <a:pt x="797383" y="277685"/>
                  </a:lnTo>
                  <a:lnTo>
                    <a:pt x="799304" y="275829"/>
                  </a:lnTo>
                  <a:lnTo>
                    <a:pt x="801226" y="273983"/>
                  </a:lnTo>
                  <a:lnTo>
                    <a:pt x="803147" y="272172"/>
                  </a:lnTo>
                  <a:lnTo>
                    <a:pt x="805068" y="270424"/>
                  </a:lnTo>
                  <a:lnTo>
                    <a:pt x="806990" y="268787"/>
                  </a:lnTo>
                  <a:lnTo>
                    <a:pt x="808911" y="267287"/>
                  </a:lnTo>
                  <a:lnTo>
                    <a:pt x="810833" y="265947"/>
                  </a:lnTo>
                  <a:lnTo>
                    <a:pt x="812754" y="264791"/>
                  </a:lnTo>
                  <a:lnTo>
                    <a:pt x="814675" y="263841"/>
                  </a:lnTo>
                  <a:lnTo>
                    <a:pt x="816597" y="263118"/>
                  </a:lnTo>
                  <a:lnTo>
                    <a:pt x="818518" y="262636"/>
                  </a:lnTo>
                  <a:lnTo>
                    <a:pt x="820440" y="262444"/>
                  </a:lnTo>
                  <a:lnTo>
                    <a:pt x="822361" y="262531"/>
                  </a:lnTo>
                  <a:lnTo>
                    <a:pt x="824282" y="262882"/>
                  </a:lnTo>
                  <a:lnTo>
                    <a:pt x="826204" y="263493"/>
                  </a:lnTo>
                  <a:lnTo>
                    <a:pt x="828125" y="264356"/>
                  </a:lnTo>
                  <a:lnTo>
                    <a:pt x="830047" y="265460"/>
                  </a:lnTo>
                  <a:lnTo>
                    <a:pt x="831968" y="266788"/>
                  </a:lnTo>
                  <a:lnTo>
                    <a:pt x="833889" y="268344"/>
                  </a:lnTo>
                  <a:lnTo>
                    <a:pt x="835811" y="270093"/>
                  </a:lnTo>
                  <a:lnTo>
                    <a:pt x="837732" y="271994"/>
                  </a:lnTo>
                  <a:lnTo>
                    <a:pt x="839654" y="274022"/>
                  </a:lnTo>
                  <a:lnTo>
                    <a:pt x="841575" y="276152"/>
                  </a:lnTo>
                  <a:lnTo>
                    <a:pt x="843496" y="278360"/>
                  </a:lnTo>
                  <a:lnTo>
                    <a:pt x="845418" y="280620"/>
                  </a:lnTo>
                  <a:lnTo>
                    <a:pt x="847339" y="282908"/>
                  </a:lnTo>
                  <a:lnTo>
                    <a:pt x="849261" y="285194"/>
                  </a:lnTo>
                  <a:lnTo>
                    <a:pt x="851182" y="287456"/>
                  </a:lnTo>
                  <a:lnTo>
                    <a:pt x="853103" y="289674"/>
                  </a:lnTo>
                  <a:lnTo>
                    <a:pt x="855025" y="291833"/>
                  </a:lnTo>
                  <a:lnTo>
                    <a:pt x="856946" y="293918"/>
                  </a:lnTo>
                  <a:lnTo>
                    <a:pt x="858868" y="295916"/>
                  </a:lnTo>
                  <a:lnTo>
                    <a:pt x="860789" y="297811"/>
                  </a:lnTo>
                  <a:lnTo>
                    <a:pt x="862710" y="299583"/>
                  </a:lnTo>
                  <a:lnTo>
                    <a:pt x="864632" y="301241"/>
                  </a:lnTo>
                  <a:lnTo>
                    <a:pt x="866553" y="302782"/>
                  </a:lnTo>
                  <a:lnTo>
                    <a:pt x="868475" y="304203"/>
                  </a:lnTo>
                  <a:lnTo>
                    <a:pt x="870396" y="305505"/>
                  </a:lnTo>
                  <a:lnTo>
                    <a:pt x="872318" y="306689"/>
                  </a:lnTo>
                  <a:lnTo>
                    <a:pt x="874239" y="307752"/>
                  </a:lnTo>
                  <a:lnTo>
                    <a:pt x="876160" y="308686"/>
                  </a:lnTo>
                  <a:lnTo>
                    <a:pt x="878082" y="309515"/>
                  </a:lnTo>
                  <a:lnTo>
                    <a:pt x="880003" y="310245"/>
                  </a:lnTo>
                  <a:lnTo>
                    <a:pt x="881925" y="310883"/>
                  </a:lnTo>
                  <a:lnTo>
                    <a:pt x="883846" y="311434"/>
                  </a:lnTo>
                  <a:lnTo>
                    <a:pt x="885767" y="311905"/>
                  </a:lnTo>
                  <a:lnTo>
                    <a:pt x="887689" y="312304"/>
                  </a:lnTo>
                  <a:lnTo>
                    <a:pt x="889610" y="312628"/>
                  </a:lnTo>
                  <a:lnTo>
                    <a:pt x="891532" y="312897"/>
                  </a:lnTo>
                  <a:lnTo>
                    <a:pt x="893453" y="313118"/>
                  </a:lnTo>
                  <a:lnTo>
                    <a:pt x="895374" y="313295"/>
                  </a:lnTo>
                  <a:lnTo>
                    <a:pt x="897296" y="313436"/>
                  </a:lnTo>
                  <a:lnTo>
                    <a:pt x="899217" y="313545"/>
                  </a:lnTo>
                  <a:lnTo>
                    <a:pt x="901139" y="313626"/>
                  </a:lnTo>
                  <a:lnTo>
                    <a:pt x="903060" y="313680"/>
                  </a:lnTo>
                  <a:lnTo>
                    <a:pt x="904981" y="313716"/>
                  </a:lnTo>
                  <a:lnTo>
                    <a:pt x="906903" y="313737"/>
                  </a:lnTo>
                  <a:lnTo>
                    <a:pt x="908824" y="313745"/>
                  </a:lnTo>
                  <a:lnTo>
                    <a:pt x="910746" y="313743"/>
                  </a:lnTo>
                  <a:lnTo>
                    <a:pt x="912667" y="313733"/>
                  </a:lnTo>
                  <a:lnTo>
                    <a:pt x="914588" y="313716"/>
                  </a:lnTo>
                  <a:lnTo>
                    <a:pt x="916510" y="313695"/>
                  </a:lnTo>
                  <a:lnTo>
                    <a:pt x="918431" y="313671"/>
                  </a:lnTo>
                  <a:lnTo>
                    <a:pt x="920353" y="313647"/>
                  </a:lnTo>
                  <a:lnTo>
                    <a:pt x="922274" y="313623"/>
                  </a:lnTo>
                  <a:lnTo>
                    <a:pt x="924195" y="313602"/>
                  </a:lnTo>
                  <a:lnTo>
                    <a:pt x="926117" y="313584"/>
                  </a:lnTo>
                  <a:lnTo>
                    <a:pt x="928038" y="313571"/>
                  </a:lnTo>
                  <a:lnTo>
                    <a:pt x="929960" y="313566"/>
                  </a:lnTo>
                  <a:lnTo>
                    <a:pt x="931881" y="313568"/>
                  </a:lnTo>
                  <a:lnTo>
                    <a:pt x="933802" y="313578"/>
                  </a:lnTo>
                  <a:lnTo>
                    <a:pt x="935724" y="313597"/>
                  </a:lnTo>
                  <a:lnTo>
                    <a:pt x="937645" y="313625"/>
                  </a:lnTo>
                  <a:lnTo>
                    <a:pt x="939567" y="313662"/>
                  </a:lnTo>
                  <a:lnTo>
                    <a:pt x="941488" y="313708"/>
                  </a:lnTo>
                  <a:lnTo>
                    <a:pt x="943410" y="313763"/>
                  </a:lnTo>
                  <a:lnTo>
                    <a:pt x="945331" y="313826"/>
                  </a:lnTo>
                  <a:lnTo>
                    <a:pt x="947252" y="313896"/>
                  </a:lnTo>
                  <a:lnTo>
                    <a:pt x="949174" y="313971"/>
                  </a:lnTo>
                  <a:lnTo>
                    <a:pt x="951095" y="314050"/>
                  </a:lnTo>
                  <a:lnTo>
                    <a:pt x="953017" y="314132"/>
                  </a:lnTo>
                  <a:lnTo>
                    <a:pt x="954938" y="314217"/>
                  </a:lnTo>
                  <a:lnTo>
                    <a:pt x="956859" y="314301"/>
                  </a:lnTo>
                  <a:lnTo>
                    <a:pt x="958781" y="314385"/>
                  </a:lnTo>
                  <a:lnTo>
                    <a:pt x="960702" y="314466"/>
                  </a:lnTo>
                  <a:lnTo>
                    <a:pt x="962624" y="314544"/>
                  </a:lnTo>
                  <a:lnTo>
                    <a:pt x="964545" y="314619"/>
                  </a:lnTo>
                  <a:lnTo>
                    <a:pt x="966466" y="314688"/>
                  </a:lnTo>
                  <a:lnTo>
                    <a:pt x="968388" y="314753"/>
                  </a:lnTo>
                  <a:lnTo>
                    <a:pt x="970309" y="314813"/>
                  </a:lnTo>
                  <a:lnTo>
                    <a:pt x="972231" y="314866"/>
                  </a:lnTo>
                  <a:lnTo>
                    <a:pt x="974152" y="314913"/>
                  </a:lnTo>
                  <a:lnTo>
                    <a:pt x="976073" y="314955"/>
                  </a:lnTo>
                  <a:lnTo>
                    <a:pt x="977995" y="314993"/>
                  </a:lnTo>
                  <a:lnTo>
                    <a:pt x="979916" y="315025"/>
                  </a:lnTo>
                  <a:lnTo>
                    <a:pt x="981838" y="315053"/>
                  </a:lnTo>
                </a:path>
              </a:pathLst>
            </a:custGeom>
            <a:ln w="27101" cap="flat">
              <a:solidFill>
                <a:srgbClr val="D79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7906162" y="2543431"/>
              <a:ext cx="981838" cy="239591"/>
            </a:xfrm>
            <a:custGeom>
              <a:avLst/>
              <a:pathLst>
                <a:path w="981838" h="239591">
                  <a:moveTo>
                    <a:pt x="0" y="239588"/>
                  </a:moveTo>
                  <a:lnTo>
                    <a:pt x="1921" y="239587"/>
                  </a:lnTo>
                  <a:lnTo>
                    <a:pt x="3842" y="239586"/>
                  </a:lnTo>
                  <a:lnTo>
                    <a:pt x="5764" y="239584"/>
                  </a:lnTo>
                  <a:lnTo>
                    <a:pt x="7685" y="239582"/>
                  </a:lnTo>
                  <a:lnTo>
                    <a:pt x="9607" y="239580"/>
                  </a:lnTo>
                  <a:lnTo>
                    <a:pt x="11528" y="239577"/>
                  </a:lnTo>
                  <a:lnTo>
                    <a:pt x="13449" y="239573"/>
                  </a:lnTo>
                  <a:lnTo>
                    <a:pt x="15371" y="239569"/>
                  </a:lnTo>
                  <a:lnTo>
                    <a:pt x="17292" y="239563"/>
                  </a:lnTo>
                  <a:lnTo>
                    <a:pt x="19214" y="239557"/>
                  </a:lnTo>
                  <a:lnTo>
                    <a:pt x="21135" y="239549"/>
                  </a:lnTo>
                  <a:lnTo>
                    <a:pt x="23056" y="239539"/>
                  </a:lnTo>
                  <a:lnTo>
                    <a:pt x="24978" y="239528"/>
                  </a:lnTo>
                  <a:lnTo>
                    <a:pt x="26899" y="239513"/>
                  </a:lnTo>
                  <a:lnTo>
                    <a:pt x="28821" y="239497"/>
                  </a:lnTo>
                  <a:lnTo>
                    <a:pt x="30742" y="239477"/>
                  </a:lnTo>
                  <a:lnTo>
                    <a:pt x="32663" y="239453"/>
                  </a:lnTo>
                  <a:lnTo>
                    <a:pt x="34585" y="239426"/>
                  </a:lnTo>
                  <a:lnTo>
                    <a:pt x="36506" y="239394"/>
                  </a:lnTo>
                  <a:lnTo>
                    <a:pt x="38428" y="239357"/>
                  </a:lnTo>
                  <a:lnTo>
                    <a:pt x="40349" y="239313"/>
                  </a:lnTo>
                  <a:lnTo>
                    <a:pt x="42270" y="239263"/>
                  </a:lnTo>
                  <a:lnTo>
                    <a:pt x="44192" y="239206"/>
                  </a:lnTo>
                  <a:lnTo>
                    <a:pt x="46113" y="239142"/>
                  </a:lnTo>
                  <a:lnTo>
                    <a:pt x="48035" y="239066"/>
                  </a:lnTo>
                  <a:lnTo>
                    <a:pt x="49956" y="238981"/>
                  </a:lnTo>
                  <a:lnTo>
                    <a:pt x="51877" y="238886"/>
                  </a:lnTo>
                  <a:lnTo>
                    <a:pt x="53799" y="238780"/>
                  </a:lnTo>
                  <a:lnTo>
                    <a:pt x="55720" y="238663"/>
                  </a:lnTo>
                  <a:lnTo>
                    <a:pt x="57642" y="238531"/>
                  </a:lnTo>
                  <a:lnTo>
                    <a:pt x="59563" y="238384"/>
                  </a:lnTo>
                  <a:lnTo>
                    <a:pt x="61484" y="238223"/>
                  </a:lnTo>
                  <a:lnTo>
                    <a:pt x="63406" y="238049"/>
                  </a:lnTo>
                  <a:lnTo>
                    <a:pt x="65327" y="237859"/>
                  </a:lnTo>
                  <a:lnTo>
                    <a:pt x="67249" y="237654"/>
                  </a:lnTo>
                  <a:lnTo>
                    <a:pt x="69170" y="237430"/>
                  </a:lnTo>
                  <a:lnTo>
                    <a:pt x="71091" y="237191"/>
                  </a:lnTo>
                  <a:lnTo>
                    <a:pt x="73013" y="236938"/>
                  </a:lnTo>
                  <a:lnTo>
                    <a:pt x="74934" y="236670"/>
                  </a:lnTo>
                  <a:lnTo>
                    <a:pt x="76856" y="236388"/>
                  </a:lnTo>
                  <a:lnTo>
                    <a:pt x="78777" y="236089"/>
                  </a:lnTo>
                  <a:lnTo>
                    <a:pt x="80699" y="235779"/>
                  </a:lnTo>
                  <a:lnTo>
                    <a:pt x="82620" y="235458"/>
                  </a:lnTo>
                  <a:lnTo>
                    <a:pt x="84541" y="235128"/>
                  </a:lnTo>
                  <a:lnTo>
                    <a:pt x="86463" y="234791"/>
                  </a:lnTo>
                  <a:lnTo>
                    <a:pt x="88384" y="234447"/>
                  </a:lnTo>
                  <a:lnTo>
                    <a:pt x="90306" y="234099"/>
                  </a:lnTo>
                  <a:lnTo>
                    <a:pt x="92227" y="233751"/>
                  </a:lnTo>
                  <a:lnTo>
                    <a:pt x="94148" y="233405"/>
                  </a:lnTo>
                  <a:lnTo>
                    <a:pt x="96070" y="233062"/>
                  </a:lnTo>
                  <a:lnTo>
                    <a:pt x="97991" y="232725"/>
                  </a:lnTo>
                  <a:lnTo>
                    <a:pt x="99913" y="232399"/>
                  </a:lnTo>
                  <a:lnTo>
                    <a:pt x="101834" y="232085"/>
                  </a:lnTo>
                  <a:lnTo>
                    <a:pt x="103755" y="231784"/>
                  </a:lnTo>
                  <a:lnTo>
                    <a:pt x="105677" y="231499"/>
                  </a:lnTo>
                  <a:lnTo>
                    <a:pt x="107598" y="231232"/>
                  </a:lnTo>
                  <a:lnTo>
                    <a:pt x="109520" y="230988"/>
                  </a:lnTo>
                  <a:lnTo>
                    <a:pt x="111441" y="230767"/>
                  </a:lnTo>
                  <a:lnTo>
                    <a:pt x="113362" y="230568"/>
                  </a:lnTo>
                  <a:lnTo>
                    <a:pt x="115284" y="230392"/>
                  </a:lnTo>
                  <a:lnTo>
                    <a:pt x="117205" y="230240"/>
                  </a:lnTo>
                  <a:lnTo>
                    <a:pt x="119127" y="230113"/>
                  </a:lnTo>
                  <a:lnTo>
                    <a:pt x="121048" y="230013"/>
                  </a:lnTo>
                  <a:lnTo>
                    <a:pt x="122969" y="229935"/>
                  </a:lnTo>
                  <a:lnTo>
                    <a:pt x="124891" y="229878"/>
                  </a:lnTo>
                  <a:lnTo>
                    <a:pt x="126812" y="229841"/>
                  </a:lnTo>
                  <a:lnTo>
                    <a:pt x="128734" y="229822"/>
                  </a:lnTo>
                  <a:lnTo>
                    <a:pt x="130655" y="229822"/>
                  </a:lnTo>
                  <a:lnTo>
                    <a:pt x="132576" y="229835"/>
                  </a:lnTo>
                  <a:lnTo>
                    <a:pt x="134498" y="229858"/>
                  </a:lnTo>
                  <a:lnTo>
                    <a:pt x="136419" y="229888"/>
                  </a:lnTo>
                  <a:lnTo>
                    <a:pt x="138341" y="229923"/>
                  </a:lnTo>
                  <a:lnTo>
                    <a:pt x="140262" y="229960"/>
                  </a:lnTo>
                  <a:lnTo>
                    <a:pt x="142183" y="229995"/>
                  </a:lnTo>
                  <a:lnTo>
                    <a:pt x="144105" y="230025"/>
                  </a:lnTo>
                  <a:lnTo>
                    <a:pt x="146026" y="230048"/>
                  </a:lnTo>
                  <a:lnTo>
                    <a:pt x="147948" y="230063"/>
                  </a:lnTo>
                  <a:lnTo>
                    <a:pt x="149869" y="230065"/>
                  </a:lnTo>
                  <a:lnTo>
                    <a:pt x="151791" y="230051"/>
                  </a:lnTo>
                  <a:lnTo>
                    <a:pt x="153712" y="230021"/>
                  </a:lnTo>
                  <a:lnTo>
                    <a:pt x="155633" y="229975"/>
                  </a:lnTo>
                  <a:lnTo>
                    <a:pt x="157555" y="229913"/>
                  </a:lnTo>
                  <a:lnTo>
                    <a:pt x="159476" y="229833"/>
                  </a:lnTo>
                  <a:lnTo>
                    <a:pt x="161398" y="229733"/>
                  </a:lnTo>
                  <a:lnTo>
                    <a:pt x="163319" y="229615"/>
                  </a:lnTo>
                  <a:lnTo>
                    <a:pt x="165240" y="229481"/>
                  </a:lnTo>
                  <a:lnTo>
                    <a:pt x="167162" y="229333"/>
                  </a:lnTo>
                  <a:lnTo>
                    <a:pt x="169083" y="229172"/>
                  </a:lnTo>
                  <a:lnTo>
                    <a:pt x="171005" y="228999"/>
                  </a:lnTo>
                  <a:lnTo>
                    <a:pt x="172926" y="228814"/>
                  </a:lnTo>
                  <a:lnTo>
                    <a:pt x="174847" y="228624"/>
                  </a:lnTo>
                  <a:lnTo>
                    <a:pt x="176769" y="228429"/>
                  </a:lnTo>
                  <a:lnTo>
                    <a:pt x="178690" y="228231"/>
                  </a:lnTo>
                  <a:lnTo>
                    <a:pt x="180612" y="228033"/>
                  </a:lnTo>
                  <a:lnTo>
                    <a:pt x="182533" y="227838"/>
                  </a:lnTo>
                  <a:lnTo>
                    <a:pt x="184454" y="227649"/>
                  </a:lnTo>
                  <a:lnTo>
                    <a:pt x="186376" y="227466"/>
                  </a:lnTo>
                  <a:lnTo>
                    <a:pt x="188297" y="227292"/>
                  </a:lnTo>
                  <a:lnTo>
                    <a:pt x="190219" y="227129"/>
                  </a:lnTo>
                  <a:lnTo>
                    <a:pt x="192140" y="226979"/>
                  </a:lnTo>
                  <a:lnTo>
                    <a:pt x="194061" y="226844"/>
                  </a:lnTo>
                  <a:lnTo>
                    <a:pt x="195983" y="226723"/>
                  </a:lnTo>
                  <a:lnTo>
                    <a:pt x="197904" y="226617"/>
                  </a:lnTo>
                  <a:lnTo>
                    <a:pt x="199826" y="226527"/>
                  </a:lnTo>
                  <a:lnTo>
                    <a:pt x="201747" y="226453"/>
                  </a:lnTo>
                  <a:lnTo>
                    <a:pt x="203668" y="226399"/>
                  </a:lnTo>
                  <a:lnTo>
                    <a:pt x="205590" y="226360"/>
                  </a:lnTo>
                  <a:lnTo>
                    <a:pt x="207511" y="226338"/>
                  </a:lnTo>
                  <a:lnTo>
                    <a:pt x="209433" y="226330"/>
                  </a:lnTo>
                  <a:lnTo>
                    <a:pt x="211354" y="226337"/>
                  </a:lnTo>
                  <a:lnTo>
                    <a:pt x="213275" y="226362"/>
                  </a:lnTo>
                  <a:lnTo>
                    <a:pt x="215197" y="226400"/>
                  </a:lnTo>
                  <a:lnTo>
                    <a:pt x="217118" y="226452"/>
                  </a:lnTo>
                  <a:lnTo>
                    <a:pt x="219040" y="226516"/>
                  </a:lnTo>
                  <a:lnTo>
                    <a:pt x="220961" y="226592"/>
                  </a:lnTo>
                  <a:lnTo>
                    <a:pt x="222883" y="226680"/>
                  </a:lnTo>
                  <a:lnTo>
                    <a:pt x="224804" y="226781"/>
                  </a:lnTo>
                  <a:lnTo>
                    <a:pt x="226725" y="226891"/>
                  </a:lnTo>
                  <a:lnTo>
                    <a:pt x="228647" y="227011"/>
                  </a:lnTo>
                  <a:lnTo>
                    <a:pt x="230568" y="227141"/>
                  </a:lnTo>
                  <a:lnTo>
                    <a:pt x="232490" y="227279"/>
                  </a:lnTo>
                  <a:lnTo>
                    <a:pt x="234411" y="227427"/>
                  </a:lnTo>
                  <a:lnTo>
                    <a:pt x="236332" y="227584"/>
                  </a:lnTo>
                  <a:lnTo>
                    <a:pt x="238254" y="227748"/>
                  </a:lnTo>
                  <a:lnTo>
                    <a:pt x="240175" y="227919"/>
                  </a:lnTo>
                  <a:lnTo>
                    <a:pt x="242097" y="228097"/>
                  </a:lnTo>
                  <a:lnTo>
                    <a:pt x="244018" y="228283"/>
                  </a:lnTo>
                  <a:lnTo>
                    <a:pt x="245939" y="228476"/>
                  </a:lnTo>
                  <a:lnTo>
                    <a:pt x="247861" y="228674"/>
                  </a:lnTo>
                  <a:lnTo>
                    <a:pt x="249782" y="228878"/>
                  </a:lnTo>
                  <a:lnTo>
                    <a:pt x="251704" y="229086"/>
                  </a:lnTo>
                  <a:lnTo>
                    <a:pt x="253625" y="229300"/>
                  </a:lnTo>
                  <a:lnTo>
                    <a:pt x="255546" y="229518"/>
                  </a:lnTo>
                  <a:lnTo>
                    <a:pt x="257468" y="229739"/>
                  </a:lnTo>
                  <a:lnTo>
                    <a:pt x="259389" y="229962"/>
                  </a:lnTo>
                  <a:lnTo>
                    <a:pt x="261311" y="230188"/>
                  </a:lnTo>
                  <a:lnTo>
                    <a:pt x="263232" y="230415"/>
                  </a:lnTo>
                  <a:lnTo>
                    <a:pt x="265153" y="230643"/>
                  </a:lnTo>
                  <a:lnTo>
                    <a:pt x="267075" y="230870"/>
                  </a:lnTo>
                  <a:lnTo>
                    <a:pt x="268996" y="231097"/>
                  </a:lnTo>
                  <a:lnTo>
                    <a:pt x="270918" y="231321"/>
                  </a:lnTo>
                  <a:lnTo>
                    <a:pt x="272839" y="231544"/>
                  </a:lnTo>
                  <a:lnTo>
                    <a:pt x="274760" y="231763"/>
                  </a:lnTo>
                  <a:lnTo>
                    <a:pt x="276682" y="231976"/>
                  </a:lnTo>
                  <a:lnTo>
                    <a:pt x="278603" y="232185"/>
                  </a:lnTo>
                  <a:lnTo>
                    <a:pt x="280525" y="232388"/>
                  </a:lnTo>
                  <a:lnTo>
                    <a:pt x="282446" y="232584"/>
                  </a:lnTo>
                  <a:lnTo>
                    <a:pt x="284367" y="232773"/>
                  </a:lnTo>
                  <a:lnTo>
                    <a:pt x="286289" y="232951"/>
                  </a:lnTo>
                  <a:lnTo>
                    <a:pt x="288210" y="233120"/>
                  </a:lnTo>
                  <a:lnTo>
                    <a:pt x="290132" y="233279"/>
                  </a:lnTo>
                  <a:lnTo>
                    <a:pt x="292053" y="233427"/>
                  </a:lnTo>
                  <a:lnTo>
                    <a:pt x="293975" y="233564"/>
                  </a:lnTo>
                  <a:lnTo>
                    <a:pt x="295896" y="233685"/>
                  </a:lnTo>
                  <a:lnTo>
                    <a:pt x="297817" y="233793"/>
                  </a:lnTo>
                  <a:lnTo>
                    <a:pt x="299739" y="233887"/>
                  </a:lnTo>
                  <a:lnTo>
                    <a:pt x="301660" y="233966"/>
                  </a:lnTo>
                  <a:lnTo>
                    <a:pt x="303582" y="234030"/>
                  </a:lnTo>
                  <a:lnTo>
                    <a:pt x="305503" y="234076"/>
                  </a:lnTo>
                  <a:lnTo>
                    <a:pt x="307424" y="234103"/>
                  </a:lnTo>
                  <a:lnTo>
                    <a:pt x="309346" y="234113"/>
                  </a:lnTo>
                  <a:lnTo>
                    <a:pt x="311267" y="234106"/>
                  </a:lnTo>
                  <a:lnTo>
                    <a:pt x="313189" y="234081"/>
                  </a:lnTo>
                  <a:lnTo>
                    <a:pt x="315110" y="234037"/>
                  </a:lnTo>
                  <a:lnTo>
                    <a:pt x="317031" y="233969"/>
                  </a:lnTo>
                  <a:lnTo>
                    <a:pt x="318953" y="233881"/>
                  </a:lnTo>
                  <a:lnTo>
                    <a:pt x="320874" y="233774"/>
                  </a:lnTo>
                  <a:lnTo>
                    <a:pt x="322796" y="233648"/>
                  </a:lnTo>
                  <a:lnTo>
                    <a:pt x="324717" y="233501"/>
                  </a:lnTo>
                  <a:lnTo>
                    <a:pt x="326638" y="233329"/>
                  </a:lnTo>
                  <a:lnTo>
                    <a:pt x="328560" y="233135"/>
                  </a:lnTo>
                  <a:lnTo>
                    <a:pt x="330481" y="232920"/>
                  </a:lnTo>
                  <a:lnTo>
                    <a:pt x="332403" y="232685"/>
                  </a:lnTo>
                  <a:lnTo>
                    <a:pt x="334324" y="232428"/>
                  </a:lnTo>
                  <a:lnTo>
                    <a:pt x="336245" y="232149"/>
                  </a:lnTo>
                  <a:lnTo>
                    <a:pt x="338167" y="231844"/>
                  </a:lnTo>
                  <a:lnTo>
                    <a:pt x="340088" y="231518"/>
                  </a:lnTo>
                  <a:lnTo>
                    <a:pt x="342010" y="231171"/>
                  </a:lnTo>
                  <a:lnTo>
                    <a:pt x="343931" y="230804"/>
                  </a:lnTo>
                  <a:lnTo>
                    <a:pt x="345852" y="230416"/>
                  </a:lnTo>
                  <a:lnTo>
                    <a:pt x="347774" y="230002"/>
                  </a:lnTo>
                  <a:lnTo>
                    <a:pt x="349695" y="229567"/>
                  </a:lnTo>
                  <a:lnTo>
                    <a:pt x="351617" y="229113"/>
                  </a:lnTo>
                  <a:lnTo>
                    <a:pt x="353538" y="228639"/>
                  </a:lnTo>
                  <a:lnTo>
                    <a:pt x="355459" y="228146"/>
                  </a:lnTo>
                  <a:lnTo>
                    <a:pt x="357381" y="227631"/>
                  </a:lnTo>
                  <a:lnTo>
                    <a:pt x="359302" y="227095"/>
                  </a:lnTo>
                  <a:lnTo>
                    <a:pt x="361224" y="226541"/>
                  </a:lnTo>
                  <a:lnTo>
                    <a:pt x="363145" y="225969"/>
                  </a:lnTo>
                  <a:lnTo>
                    <a:pt x="365067" y="225379"/>
                  </a:lnTo>
                  <a:lnTo>
                    <a:pt x="366988" y="224771"/>
                  </a:lnTo>
                  <a:lnTo>
                    <a:pt x="368909" y="224141"/>
                  </a:lnTo>
                  <a:lnTo>
                    <a:pt x="370831" y="223494"/>
                  </a:lnTo>
                  <a:lnTo>
                    <a:pt x="372752" y="222830"/>
                  </a:lnTo>
                  <a:lnTo>
                    <a:pt x="374674" y="222149"/>
                  </a:lnTo>
                  <a:lnTo>
                    <a:pt x="376595" y="221452"/>
                  </a:lnTo>
                  <a:lnTo>
                    <a:pt x="378516" y="220734"/>
                  </a:lnTo>
                  <a:lnTo>
                    <a:pt x="380438" y="219997"/>
                  </a:lnTo>
                  <a:lnTo>
                    <a:pt x="382359" y="219243"/>
                  </a:lnTo>
                  <a:lnTo>
                    <a:pt x="384281" y="218472"/>
                  </a:lnTo>
                  <a:lnTo>
                    <a:pt x="386202" y="217683"/>
                  </a:lnTo>
                  <a:lnTo>
                    <a:pt x="388123" y="216874"/>
                  </a:lnTo>
                  <a:lnTo>
                    <a:pt x="390045" y="216044"/>
                  </a:lnTo>
                  <a:lnTo>
                    <a:pt x="391966" y="215195"/>
                  </a:lnTo>
                  <a:lnTo>
                    <a:pt x="393888" y="214327"/>
                  </a:lnTo>
                  <a:lnTo>
                    <a:pt x="395809" y="213439"/>
                  </a:lnTo>
                  <a:lnTo>
                    <a:pt x="397730" y="212531"/>
                  </a:lnTo>
                  <a:lnTo>
                    <a:pt x="399652" y="211597"/>
                  </a:lnTo>
                  <a:lnTo>
                    <a:pt x="401573" y="210642"/>
                  </a:lnTo>
                  <a:lnTo>
                    <a:pt x="403495" y="209665"/>
                  </a:lnTo>
                  <a:lnTo>
                    <a:pt x="405416" y="208666"/>
                  </a:lnTo>
                  <a:lnTo>
                    <a:pt x="407337" y="207644"/>
                  </a:lnTo>
                  <a:lnTo>
                    <a:pt x="409259" y="206594"/>
                  </a:lnTo>
                  <a:lnTo>
                    <a:pt x="411180" y="205517"/>
                  </a:lnTo>
                  <a:lnTo>
                    <a:pt x="413102" y="204415"/>
                  </a:lnTo>
                  <a:lnTo>
                    <a:pt x="415023" y="203287"/>
                  </a:lnTo>
                  <a:lnTo>
                    <a:pt x="416944" y="202132"/>
                  </a:lnTo>
                  <a:lnTo>
                    <a:pt x="418866" y="200947"/>
                  </a:lnTo>
                  <a:lnTo>
                    <a:pt x="420787" y="199726"/>
                  </a:lnTo>
                  <a:lnTo>
                    <a:pt x="422709" y="198474"/>
                  </a:lnTo>
                  <a:lnTo>
                    <a:pt x="424630" y="197189"/>
                  </a:lnTo>
                  <a:lnTo>
                    <a:pt x="426551" y="195870"/>
                  </a:lnTo>
                  <a:lnTo>
                    <a:pt x="428473" y="194516"/>
                  </a:lnTo>
                  <a:lnTo>
                    <a:pt x="430394" y="193115"/>
                  </a:lnTo>
                  <a:lnTo>
                    <a:pt x="432316" y="191671"/>
                  </a:lnTo>
                  <a:lnTo>
                    <a:pt x="434237" y="190184"/>
                  </a:lnTo>
                  <a:lnTo>
                    <a:pt x="436159" y="188652"/>
                  </a:lnTo>
                  <a:lnTo>
                    <a:pt x="438080" y="187072"/>
                  </a:lnTo>
                  <a:lnTo>
                    <a:pt x="440001" y="185434"/>
                  </a:lnTo>
                  <a:lnTo>
                    <a:pt x="441923" y="183733"/>
                  </a:lnTo>
                  <a:lnTo>
                    <a:pt x="443844" y="181974"/>
                  </a:lnTo>
                  <a:lnTo>
                    <a:pt x="445766" y="180153"/>
                  </a:lnTo>
                  <a:lnTo>
                    <a:pt x="447687" y="178268"/>
                  </a:lnTo>
                  <a:lnTo>
                    <a:pt x="449608" y="176314"/>
                  </a:lnTo>
                  <a:lnTo>
                    <a:pt x="451530" y="174268"/>
                  </a:lnTo>
                  <a:lnTo>
                    <a:pt x="453451" y="172144"/>
                  </a:lnTo>
                  <a:lnTo>
                    <a:pt x="455373" y="169941"/>
                  </a:lnTo>
                  <a:lnTo>
                    <a:pt x="457294" y="167655"/>
                  </a:lnTo>
                  <a:lnTo>
                    <a:pt x="459215" y="165281"/>
                  </a:lnTo>
                  <a:lnTo>
                    <a:pt x="461137" y="162800"/>
                  </a:lnTo>
                  <a:lnTo>
                    <a:pt x="463058" y="160215"/>
                  </a:lnTo>
                  <a:lnTo>
                    <a:pt x="464980" y="157531"/>
                  </a:lnTo>
                  <a:lnTo>
                    <a:pt x="466901" y="154747"/>
                  </a:lnTo>
                  <a:lnTo>
                    <a:pt x="468822" y="151860"/>
                  </a:lnTo>
                  <a:lnTo>
                    <a:pt x="470744" y="148859"/>
                  </a:lnTo>
                  <a:lnTo>
                    <a:pt x="472665" y="145727"/>
                  </a:lnTo>
                  <a:lnTo>
                    <a:pt x="474587" y="142486"/>
                  </a:lnTo>
                  <a:lnTo>
                    <a:pt x="476508" y="139133"/>
                  </a:lnTo>
                  <a:lnTo>
                    <a:pt x="478429" y="135670"/>
                  </a:lnTo>
                  <a:lnTo>
                    <a:pt x="480351" y="132096"/>
                  </a:lnTo>
                  <a:lnTo>
                    <a:pt x="482272" y="128383"/>
                  </a:lnTo>
                  <a:lnTo>
                    <a:pt x="484194" y="124557"/>
                  </a:lnTo>
                  <a:lnTo>
                    <a:pt x="486115" y="120626"/>
                  </a:lnTo>
                  <a:lnTo>
                    <a:pt x="488036" y="116590"/>
                  </a:lnTo>
                  <a:lnTo>
                    <a:pt x="489958" y="112455"/>
                  </a:lnTo>
                  <a:lnTo>
                    <a:pt x="491879" y="108211"/>
                  </a:lnTo>
                  <a:lnTo>
                    <a:pt x="493801" y="103866"/>
                  </a:lnTo>
                  <a:lnTo>
                    <a:pt x="495722" y="99441"/>
                  </a:lnTo>
                  <a:lnTo>
                    <a:pt x="497643" y="94943"/>
                  </a:lnTo>
                  <a:lnTo>
                    <a:pt x="499565" y="90381"/>
                  </a:lnTo>
                  <a:lnTo>
                    <a:pt x="501486" y="85760"/>
                  </a:lnTo>
                  <a:lnTo>
                    <a:pt x="503408" y="81087"/>
                  </a:lnTo>
                  <a:lnTo>
                    <a:pt x="505329" y="76387"/>
                  </a:lnTo>
                  <a:lnTo>
                    <a:pt x="507250" y="71673"/>
                  </a:lnTo>
                  <a:lnTo>
                    <a:pt x="509172" y="66956"/>
                  </a:lnTo>
                  <a:lnTo>
                    <a:pt x="511093" y="62249"/>
                  </a:lnTo>
                  <a:lnTo>
                    <a:pt x="513015" y="57579"/>
                  </a:lnTo>
                  <a:lnTo>
                    <a:pt x="514936" y="52962"/>
                  </a:lnTo>
                  <a:lnTo>
                    <a:pt x="516858" y="48412"/>
                  </a:lnTo>
                  <a:lnTo>
                    <a:pt x="518779" y="43946"/>
                  </a:lnTo>
                  <a:lnTo>
                    <a:pt x="520700" y="39578"/>
                  </a:lnTo>
                  <a:lnTo>
                    <a:pt x="522622" y="35341"/>
                  </a:lnTo>
                  <a:lnTo>
                    <a:pt x="524543" y="31272"/>
                  </a:lnTo>
                  <a:lnTo>
                    <a:pt x="526465" y="27365"/>
                  </a:lnTo>
                  <a:lnTo>
                    <a:pt x="528386" y="23637"/>
                  </a:lnTo>
                  <a:lnTo>
                    <a:pt x="530307" y="20103"/>
                  </a:lnTo>
                  <a:lnTo>
                    <a:pt x="532229" y="16780"/>
                  </a:lnTo>
                  <a:lnTo>
                    <a:pt x="534150" y="13757"/>
                  </a:lnTo>
                  <a:lnTo>
                    <a:pt x="536072" y="10989"/>
                  </a:lnTo>
                  <a:lnTo>
                    <a:pt x="537993" y="8489"/>
                  </a:lnTo>
                  <a:lnTo>
                    <a:pt x="539914" y="6270"/>
                  </a:lnTo>
                  <a:lnTo>
                    <a:pt x="541836" y="4344"/>
                  </a:lnTo>
                  <a:lnTo>
                    <a:pt x="543757" y="2779"/>
                  </a:lnTo>
                  <a:lnTo>
                    <a:pt x="545679" y="1578"/>
                  </a:lnTo>
                  <a:lnTo>
                    <a:pt x="547600" y="709"/>
                  </a:lnTo>
                  <a:lnTo>
                    <a:pt x="549521" y="180"/>
                  </a:lnTo>
                  <a:lnTo>
                    <a:pt x="551443" y="0"/>
                  </a:lnTo>
                  <a:lnTo>
                    <a:pt x="553364" y="192"/>
                  </a:lnTo>
                  <a:lnTo>
                    <a:pt x="555286" y="828"/>
                  </a:lnTo>
                  <a:lnTo>
                    <a:pt x="557207" y="1825"/>
                  </a:lnTo>
                  <a:lnTo>
                    <a:pt x="559128" y="3183"/>
                  </a:lnTo>
                  <a:lnTo>
                    <a:pt x="561050" y="4899"/>
                  </a:lnTo>
                  <a:lnTo>
                    <a:pt x="562971" y="6973"/>
                  </a:lnTo>
                  <a:lnTo>
                    <a:pt x="564893" y="9480"/>
                  </a:lnTo>
                  <a:lnTo>
                    <a:pt x="566814" y="12349"/>
                  </a:lnTo>
                  <a:lnTo>
                    <a:pt x="568735" y="15550"/>
                  </a:lnTo>
                  <a:lnTo>
                    <a:pt x="570657" y="19073"/>
                  </a:lnTo>
                  <a:lnTo>
                    <a:pt x="572578" y="22907"/>
                  </a:lnTo>
                  <a:lnTo>
                    <a:pt x="574500" y="27076"/>
                  </a:lnTo>
                  <a:lnTo>
                    <a:pt x="576421" y="31567"/>
                  </a:lnTo>
                  <a:lnTo>
                    <a:pt x="578342" y="36316"/>
                  </a:lnTo>
                  <a:lnTo>
                    <a:pt x="580264" y="41304"/>
                  </a:lnTo>
                  <a:lnTo>
                    <a:pt x="582185" y="46513"/>
                  </a:lnTo>
                  <a:lnTo>
                    <a:pt x="584107" y="51928"/>
                  </a:lnTo>
                  <a:lnTo>
                    <a:pt x="586028" y="57568"/>
                  </a:lnTo>
                  <a:lnTo>
                    <a:pt x="587950" y="63353"/>
                  </a:lnTo>
                  <a:lnTo>
                    <a:pt x="589871" y="69265"/>
                  </a:lnTo>
                  <a:lnTo>
                    <a:pt x="591792" y="75280"/>
                  </a:lnTo>
                  <a:lnTo>
                    <a:pt x="593714" y="81379"/>
                  </a:lnTo>
                  <a:lnTo>
                    <a:pt x="595635" y="87546"/>
                  </a:lnTo>
                  <a:lnTo>
                    <a:pt x="597557" y="93742"/>
                  </a:lnTo>
                  <a:lnTo>
                    <a:pt x="599478" y="99942"/>
                  </a:lnTo>
                  <a:lnTo>
                    <a:pt x="601399" y="106126"/>
                  </a:lnTo>
                  <a:lnTo>
                    <a:pt x="603321" y="112276"/>
                  </a:lnTo>
                  <a:lnTo>
                    <a:pt x="605242" y="118366"/>
                  </a:lnTo>
                  <a:lnTo>
                    <a:pt x="607164" y="124361"/>
                  </a:lnTo>
                  <a:lnTo>
                    <a:pt x="609085" y="130255"/>
                  </a:lnTo>
                  <a:lnTo>
                    <a:pt x="611006" y="136037"/>
                  </a:lnTo>
                  <a:lnTo>
                    <a:pt x="612928" y="141692"/>
                  </a:lnTo>
                  <a:lnTo>
                    <a:pt x="614849" y="147208"/>
                  </a:lnTo>
                  <a:lnTo>
                    <a:pt x="616771" y="152531"/>
                  </a:lnTo>
                  <a:lnTo>
                    <a:pt x="618692" y="157682"/>
                  </a:lnTo>
                  <a:lnTo>
                    <a:pt x="620613" y="162662"/>
                  </a:lnTo>
                  <a:lnTo>
                    <a:pt x="622535" y="167463"/>
                  </a:lnTo>
                  <a:lnTo>
                    <a:pt x="624456" y="172080"/>
                  </a:lnTo>
                  <a:lnTo>
                    <a:pt x="626378" y="176483"/>
                  </a:lnTo>
                  <a:lnTo>
                    <a:pt x="628299" y="180667"/>
                  </a:lnTo>
                  <a:lnTo>
                    <a:pt x="630220" y="184661"/>
                  </a:lnTo>
                  <a:lnTo>
                    <a:pt x="632142" y="188465"/>
                  </a:lnTo>
                  <a:lnTo>
                    <a:pt x="634063" y="192080"/>
                  </a:lnTo>
                  <a:lnTo>
                    <a:pt x="635985" y="195502"/>
                  </a:lnTo>
                  <a:lnTo>
                    <a:pt x="637906" y="198695"/>
                  </a:lnTo>
                  <a:lnTo>
                    <a:pt x="639827" y="201711"/>
                  </a:lnTo>
                  <a:lnTo>
                    <a:pt x="641749" y="204555"/>
                  </a:lnTo>
                  <a:lnTo>
                    <a:pt x="643670" y="207231"/>
                  </a:lnTo>
                  <a:lnTo>
                    <a:pt x="645592" y="209745"/>
                  </a:lnTo>
                  <a:lnTo>
                    <a:pt x="647513" y="212071"/>
                  </a:lnTo>
                  <a:lnTo>
                    <a:pt x="649434" y="214239"/>
                  </a:lnTo>
                  <a:lnTo>
                    <a:pt x="651356" y="216267"/>
                  </a:lnTo>
                  <a:lnTo>
                    <a:pt x="653277" y="218160"/>
                  </a:lnTo>
                  <a:lnTo>
                    <a:pt x="655199" y="219926"/>
                  </a:lnTo>
                  <a:lnTo>
                    <a:pt x="657120" y="221558"/>
                  </a:lnTo>
                  <a:lnTo>
                    <a:pt x="659042" y="223056"/>
                  </a:lnTo>
                  <a:lnTo>
                    <a:pt x="660963" y="224449"/>
                  </a:lnTo>
                  <a:lnTo>
                    <a:pt x="662884" y="225742"/>
                  </a:lnTo>
                  <a:lnTo>
                    <a:pt x="664806" y="226940"/>
                  </a:lnTo>
                  <a:lnTo>
                    <a:pt x="666727" y="228049"/>
                  </a:lnTo>
                  <a:lnTo>
                    <a:pt x="668649" y="229053"/>
                  </a:lnTo>
                  <a:lnTo>
                    <a:pt x="670570" y="229981"/>
                  </a:lnTo>
                  <a:lnTo>
                    <a:pt x="672491" y="230837"/>
                  </a:lnTo>
                  <a:lnTo>
                    <a:pt x="674413" y="231628"/>
                  </a:lnTo>
                  <a:lnTo>
                    <a:pt x="676334" y="232356"/>
                  </a:lnTo>
                  <a:lnTo>
                    <a:pt x="678256" y="233017"/>
                  </a:lnTo>
                  <a:lnTo>
                    <a:pt x="680177" y="233619"/>
                  </a:lnTo>
                  <a:lnTo>
                    <a:pt x="682098" y="234173"/>
                  </a:lnTo>
                  <a:lnTo>
                    <a:pt x="684020" y="234682"/>
                  </a:lnTo>
                  <a:lnTo>
                    <a:pt x="685941" y="235149"/>
                  </a:lnTo>
                  <a:lnTo>
                    <a:pt x="687863" y="235575"/>
                  </a:lnTo>
                  <a:lnTo>
                    <a:pt x="689784" y="235958"/>
                  </a:lnTo>
                  <a:lnTo>
                    <a:pt x="691705" y="236308"/>
                  </a:lnTo>
                  <a:lnTo>
                    <a:pt x="693627" y="236630"/>
                  </a:lnTo>
                  <a:lnTo>
                    <a:pt x="695548" y="236923"/>
                  </a:lnTo>
                  <a:lnTo>
                    <a:pt x="697470" y="237192"/>
                  </a:lnTo>
                  <a:lnTo>
                    <a:pt x="699391" y="237431"/>
                  </a:lnTo>
                  <a:lnTo>
                    <a:pt x="701312" y="237649"/>
                  </a:lnTo>
                  <a:lnTo>
                    <a:pt x="703234" y="237848"/>
                  </a:lnTo>
                  <a:lnTo>
                    <a:pt x="705155" y="238030"/>
                  </a:lnTo>
                  <a:lnTo>
                    <a:pt x="707077" y="238195"/>
                  </a:lnTo>
                  <a:lnTo>
                    <a:pt x="708998" y="238343"/>
                  </a:lnTo>
                  <a:lnTo>
                    <a:pt x="710919" y="238475"/>
                  </a:lnTo>
                  <a:lnTo>
                    <a:pt x="712841" y="238596"/>
                  </a:lnTo>
                  <a:lnTo>
                    <a:pt x="714762" y="238705"/>
                  </a:lnTo>
                  <a:lnTo>
                    <a:pt x="716684" y="238804"/>
                  </a:lnTo>
                  <a:lnTo>
                    <a:pt x="718605" y="238893"/>
                  </a:lnTo>
                  <a:lnTo>
                    <a:pt x="720526" y="238971"/>
                  </a:lnTo>
                  <a:lnTo>
                    <a:pt x="722448" y="239040"/>
                  </a:lnTo>
                  <a:lnTo>
                    <a:pt x="724369" y="239103"/>
                  </a:lnTo>
                  <a:lnTo>
                    <a:pt x="726291" y="239158"/>
                  </a:lnTo>
                  <a:lnTo>
                    <a:pt x="728212" y="239207"/>
                  </a:lnTo>
                  <a:lnTo>
                    <a:pt x="730134" y="239249"/>
                  </a:lnTo>
                  <a:lnTo>
                    <a:pt x="732055" y="239285"/>
                  </a:lnTo>
                  <a:lnTo>
                    <a:pt x="733976" y="239316"/>
                  </a:lnTo>
                  <a:lnTo>
                    <a:pt x="735898" y="239343"/>
                  </a:lnTo>
                  <a:lnTo>
                    <a:pt x="737819" y="239364"/>
                  </a:lnTo>
                  <a:lnTo>
                    <a:pt x="739741" y="239381"/>
                  </a:lnTo>
                  <a:lnTo>
                    <a:pt x="741662" y="239394"/>
                  </a:lnTo>
                  <a:lnTo>
                    <a:pt x="743583" y="239402"/>
                  </a:lnTo>
                  <a:lnTo>
                    <a:pt x="745505" y="239407"/>
                  </a:lnTo>
                  <a:lnTo>
                    <a:pt x="747426" y="239408"/>
                  </a:lnTo>
                  <a:lnTo>
                    <a:pt x="749348" y="239407"/>
                  </a:lnTo>
                  <a:lnTo>
                    <a:pt x="751269" y="239401"/>
                  </a:lnTo>
                  <a:lnTo>
                    <a:pt x="753190" y="239392"/>
                  </a:lnTo>
                  <a:lnTo>
                    <a:pt x="755112" y="239380"/>
                  </a:lnTo>
                  <a:lnTo>
                    <a:pt x="757033" y="239365"/>
                  </a:lnTo>
                  <a:lnTo>
                    <a:pt x="758955" y="239348"/>
                  </a:lnTo>
                  <a:lnTo>
                    <a:pt x="760876" y="239327"/>
                  </a:lnTo>
                  <a:lnTo>
                    <a:pt x="762797" y="239304"/>
                  </a:lnTo>
                  <a:lnTo>
                    <a:pt x="764719" y="239279"/>
                  </a:lnTo>
                  <a:lnTo>
                    <a:pt x="766640" y="239251"/>
                  </a:lnTo>
                  <a:lnTo>
                    <a:pt x="768562" y="239221"/>
                  </a:lnTo>
                  <a:lnTo>
                    <a:pt x="770483" y="239189"/>
                  </a:lnTo>
                  <a:lnTo>
                    <a:pt x="772404" y="239156"/>
                  </a:lnTo>
                  <a:lnTo>
                    <a:pt x="774326" y="239120"/>
                  </a:lnTo>
                  <a:lnTo>
                    <a:pt x="776247" y="239083"/>
                  </a:lnTo>
                  <a:lnTo>
                    <a:pt x="778169" y="239046"/>
                  </a:lnTo>
                  <a:lnTo>
                    <a:pt x="780090" y="239007"/>
                  </a:lnTo>
                  <a:lnTo>
                    <a:pt x="782011" y="238967"/>
                  </a:lnTo>
                  <a:lnTo>
                    <a:pt x="783933" y="238927"/>
                  </a:lnTo>
                  <a:lnTo>
                    <a:pt x="785854" y="238887"/>
                  </a:lnTo>
                  <a:lnTo>
                    <a:pt x="787776" y="238847"/>
                  </a:lnTo>
                  <a:lnTo>
                    <a:pt x="789697" y="238807"/>
                  </a:lnTo>
                  <a:lnTo>
                    <a:pt x="791618" y="238768"/>
                  </a:lnTo>
                  <a:lnTo>
                    <a:pt x="793540" y="238729"/>
                  </a:lnTo>
                  <a:lnTo>
                    <a:pt x="795461" y="238692"/>
                  </a:lnTo>
                  <a:lnTo>
                    <a:pt x="797383" y="238656"/>
                  </a:lnTo>
                  <a:lnTo>
                    <a:pt x="799304" y="238620"/>
                  </a:lnTo>
                  <a:lnTo>
                    <a:pt x="801226" y="238587"/>
                  </a:lnTo>
                  <a:lnTo>
                    <a:pt x="803147" y="238555"/>
                  </a:lnTo>
                  <a:lnTo>
                    <a:pt x="805068" y="238524"/>
                  </a:lnTo>
                  <a:lnTo>
                    <a:pt x="806990" y="238496"/>
                  </a:lnTo>
                  <a:lnTo>
                    <a:pt x="808911" y="238469"/>
                  </a:lnTo>
                  <a:lnTo>
                    <a:pt x="810833" y="238443"/>
                  </a:lnTo>
                  <a:lnTo>
                    <a:pt x="812754" y="238419"/>
                  </a:lnTo>
                  <a:lnTo>
                    <a:pt x="814675" y="238397"/>
                  </a:lnTo>
                  <a:lnTo>
                    <a:pt x="816597" y="238376"/>
                  </a:lnTo>
                  <a:lnTo>
                    <a:pt x="818518" y="238357"/>
                  </a:lnTo>
                  <a:lnTo>
                    <a:pt x="820440" y="238338"/>
                  </a:lnTo>
                  <a:lnTo>
                    <a:pt x="822361" y="238320"/>
                  </a:lnTo>
                  <a:lnTo>
                    <a:pt x="824282" y="238302"/>
                  </a:lnTo>
                  <a:lnTo>
                    <a:pt x="826204" y="238285"/>
                  </a:lnTo>
                  <a:lnTo>
                    <a:pt x="828125" y="238268"/>
                  </a:lnTo>
                  <a:lnTo>
                    <a:pt x="830047" y="238250"/>
                  </a:lnTo>
                  <a:lnTo>
                    <a:pt x="831968" y="238232"/>
                  </a:lnTo>
                  <a:lnTo>
                    <a:pt x="833889" y="238212"/>
                  </a:lnTo>
                  <a:lnTo>
                    <a:pt x="835811" y="238190"/>
                  </a:lnTo>
                  <a:lnTo>
                    <a:pt x="837732" y="238167"/>
                  </a:lnTo>
                  <a:lnTo>
                    <a:pt x="839654" y="238141"/>
                  </a:lnTo>
                  <a:lnTo>
                    <a:pt x="841575" y="238113"/>
                  </a:lnTo>
                  <a:lnTo>
                    <a:pt x="843496" y="238082"/>
                  </a:lnTo>
                  <a:lnTo>
                    <a:pt x="845418" y="238047"/>
                  </a:lnTo>
                  <a:lnTo>
                    <a:pt x="847339" y="238008"/>
                  </a:lnTo>
                  <a:lnTo>
                    <a:pt x="849261" y="237966"/>
                  </a:lnTo>
                  <a:lnTo>
                    <a:pt x="851182" y="237920"/>
                  </a:lnTo>
                  <a:lnTo>
                    <a:pt x="853103" y="237870"/>
                  </a:lnTo>
                  <a:lnTo>
                    <a:pt x="855025" y="237815"/>
                  </a:lnTo>
                  <a:lnTo>
                    <a:pt x="856946" y="237755"/>
                  </a:lnTo>
                  <a:lnTo>
                    <a:pt x="858868" y="237692"/>
                  </a:lnTo>
                  <a:lnTo>
                    <a:pt x="860789" y="237625"/>
                  </a:lnTo>
                  <a:lnTo>
                    <a:pt x="862710" y="237554"/>
                  </a:lnTo>
                  <a:lnTo>
                    <a:pt x="864632" y="237479"/>
                  </a:lnTo>
                  <a:lnTo>
                    <a:pt x="866553" y="237402"/>
                  </a:lnTo>
                  <a:lnTo>
                    <a:pt x="868475" y="237322"/>
                  </a:lnTo>
                  <a:lnTo>
                    <a:pt x="870396" y="237240"/>
                  </a:lnTo>
                  <a:lnTo>
                    <a:pt x="872318" y="237157"/>
                  </a:lnTo>
                  <a:lnTo>
                    <a:pt x="874239" y="237073"/>
                  </a:lnTo>
                  <a:lnTo>
                    <a:pt x="876160" y="236990"/>
                  </a:lnTo>
                  <a:lnTo>
                    <a:pt x="878082" y="236908"/>
                  </a:lnTo>
                  <a:lnTo>
                    <a:pt x="880003" y="236827"/>
                  </a:lnTo>
                  <a:lnTo>
                    <a:pt x="881925" y="236750"/>
                  </a:lnTo>
                  <a:lnTo>
                    <a:pt x="883846" y="236675"/>
                  </a:lnTo>
                  <a:lnTo>
                    <a:pt x="885767" y="236606"/>
                  </a:lnTo>
                  <a:lnTo>
                    <a:pt x="887689" y="236542"/>
                  </a:lnTo>
                  <a:lnTo>
                    <a:pt x="889610" y="236483"/>
                  </a:lnTo>
                  <a:lnTo>
                    <a:pt x="891532" y="236431"/>
                  </a:lnTo>
                  <a:lnTo>
                    <a:pt x="893453" y="236386"/>
                  </a:lnTo>
                  <a:lnTo>
                    <a:pt x="895374" y="236349"/>
                  </a:lnTo>
                  <a:lnTo>
                    <a:pt x="897296" y="236320"/>
                  </a:lnTo>
                  <a:lnTo>
                    <a:pt x="899217" y="236300"/>
                  </a:lnTo>
                  <a:lnTo>
                    <a:pt x="901139" y="236287"/>
                  </a:lnTo>
                  <a:lnTo>
                    <a:pt x="903060" y="236282"/>
                  </a:lnTo>
                  <a:lnTo>
                    <a:pt x="904981" y="236286"/>
                  </a:lnTo>
                  <a:lnTo>
                    <a:pt x="906903" y="236299"/>
                  </a:lnTo>
                  <a:lnTo>
                    <a:pt x="908824" y="236319"/>
                  </a:lnTo>
                  <a:lnTo>
                    <a:pt x="910746" y="236346"/>
                  </a:lnTo>
                  <a:lnTo>
                    <a:pt x="912667" y="236379"/>
                  </a:lnTo>
                  <a:lnTo>
                    <a:pt x="914588" y="236419"/>
                  </a:lnTo>
                  <a:lnTo>
                    <a:pt x="916510" y="236465"/>
                  </a:lnTo>
                  <a:lnTo>
                    <a:pt x="918431" y="236515"/>
                  </a:lnTo>
                  <a:lnTo>
                    <a:pt x="920353" y="236569"/>
                  </a:lnTo>
                  <a:lnTo>
                    <a:pt x="922274" y="236626"/>
                  </a:lnTo>
                  <a:lnTo>
                    <a:pt x="924195" y="236685"/>
                  </a:lnTo>
                  <a:lnTo>
                    <a:pt x="926117" y="236746"/>
                  </a:lnTo>
                  <a:lnTo>
                    <a:pt x="928038" y="236807"/>
                  </a:lnTo>
                  <a:lnTo>
                    <a:pt x="929960" y="236869"/>
                  </a:lnTo>
                  <a:lnTo>
                    <a:pt x="931881" y="236930"/>
                  </a:lnTo>
                  <a:lnTo>
                    <a:pt x="933802" y="236990"/>
                  </a:lnTo>
                  <a:lnTo>
                    <a:pt x="935724" y="237049"/>
                  </a:lnTo>
                  <a:lnTo>
                    <a:pt x="937645" y="237106"/>
                  </a:lnTo>
                  <a:lnTo>
                    <a:pt x="939567" y="237160"/>
                  </a:lnTo>
                  <a:lnTo>
                    <a:pt x="941488" y="237213"/>
                  </a:lnTo>
                  <a:lnTo>
                    <a:pt x="943410" y="237263"/>
                  </a:lnTo>
                  <a:lnTo>
                    <a:pt x="945331" y="237311"/>
                  </a:lnTo>
                  <a:lnTo>
                    <a:pt x="947252" y="237356"/>
                  </a:lnTo>
                  <a:lnTo>
                    <a:pt x="949174" y="237400"/>
                  </a:lnTo>
                  <a:lnTo>
                    <a:pt x="951095" y="237442"/>
                  </a:lnTo>
                  <a:lnTo>
                    <a:pt x="953017" y="237484"/>
                  </a:lnTo>
                  <a:lnTo>
                    <a:pt x="954938" y="237524"/>
                  </a:lnTo>
                  <a:lnTo>
                    <a:pt x="956859" y="237564"/>
                  </a:lnTo>
                  <a:lnTo>
                    <a:pt x="958781" y="237604"/>
                  </a:lnTo>
                  <a:lnTo>
                    <a:pt x="960702" y="237645"/>
                  </a:lnTo>
                  <a:lnTo>
                    <a:pt x="962624" y="237686"/>
                  </a:lnTo>
                  <a:lnTo>
                    <a:pt x="964545" y="237729"/>
                  </a:lnTo>
                  <a:lnTo>
                    <a:pt x="966466" y="237773"/>
                  </a:lnTo>
                  <a:lnTo>
                    <a:pt x="968388" y="237820"/>
                  </a:lnTo>
                  <a:lnTo>
                    <a:pt x="970309" y="237869"/>
                  </a:lnTo>
                  <a:lnTo>
                    <a:pt x="972231" y="237920"/>
                  </a:lnTo>
                  <a:lnTo>
                    <a:pt x="974152" y="237974"/>
                  </a:lnTo>
                  <a:lnTo>
                    <a:pt x="976073" y="238029"/>
                  </a:lnTo>
                  <a:lnTo>
                    <a:pt x="977995" y="238088"/>
                  </a:lnTo>
                  <a:lnTo>
                    <a:pt x="979916" y="238148"/>
                  </a:lnTo>
                  <a:lnTo>
                    <a:pt x="981838" y="238211"/>
                  </a:lnTo>
                  <a:lnTo>
                    <a:pt x="981838" y="239591"/>
                  </a:lnTo>
                  <a:lnTo>
                    <a:pt x="979916" y="239591"/>
                  </a:lnTo>
                  <a:lnTo>
                    <a:pt x="977995" y="239591"/>
                  </a:lnTo>
                  <a:lnTo>
                    <a:pt x="976073" y="239591"/>
                  </a:lnTo>
                  <a:lnTo>
                    <a:pt x="974152" y="239591"/>
                  </a:lnTo>
                  <a:lnTo>
                    <a:pt x="972231" y="239591"/>
                  </a:lnTo>
                  <a:lnTo>
                    <a:pt x="970309" y="239591"/>
                  </a:lnTo>
                  <a:lnTo>
                    <a:pt x="968388" y="239591"/>
                  </a:lnTo>
                  <a:lnTo>
                    <a:pt x="966466" y="239591"/>
                  </a:lnTo>
                  <a:lnTo>
                    <a:pt x="964545" y="239591"/>
                  </a:lnTo>
                  <a:lnTo>
                    <a:pt x="962624" y="239591"/>
                  </a:lnTo>
                  <a:lnTo>
                    <a:pt x="960702" y="239591"/>
                  </a:lnTo>
                  <a:lnTo>
                    <a:pt x="958781" y="239591"/>
                  </a:lnTo>
                  <a:lnTo>
                    <a:pt x="956859" y="239591"/>
                  </a:lnTo>
                  <a:lnTo>
                    <a:pt x="954938" y="239591"/>
                  </a:lnTo>
                  <a:lnTo>
                    <a:pt x="953017" y="239591"/>
                  </a:lnTo>
                  <a:lnTo>
                    <a:pt x="951095" y="239591"/>
                  </a:lnTo>
                  <a:lnTo>
                    <a:pt x="949174" y="239591"/>
                  </a:lnTo>
                  <a:lnTo>
                    <a:pt x="947252" y="239591"/>
                  </a:lnTo>
                  <a:lnTo>
                    <a:pt x="945331" y="239591"/>
                  </a:lnTo>
                  <a:lnTo>
                    <a:pt x="943410" y="239591"/>
                  </a:lnTo>
                  <a:lnTo>
                    <a:pt x="941488" y="239591"/>
                  </a:lnTo>
                  <a:lnTo>
                    <a:pt x="939567" y="239591"/>
                  </a:lnTo>
                  <a:lnTo>
                    <a:pt x="937645" y="239591"/>
                  </a:lnTo>
                  <a:lnTo>
                    <a:pt x="935724" y="239591"/>
                  </a:lnTo>
                  <a:lnTo>
                    <a:pt x="933802" y="239591"/>
                  </a:lnTo>
                  <a:lnTo>
                    <a:pt x="931881" y="239591"/>
                  </a:lnTo>
                  <a:lnTo>
                    <a:pt x="929960" y="239591"/>
                  </a:lnTo>
                  <a:lnTo>
                    <a:pt x="928038" y="239591"/>
                  </a:lnTo>
                  <a:lnTo>
                    <a:pt x="926117" y="239591"/>
                  </a:lnTo>
                  <a:lnTo>
                    <a:pt x="924195" y="239591"/>
                  </a:lnTo>
                  <a:lnTo>
                    <a:pt x="922274" y="239591"/>
                  </a:lnTo>
                  <a:lnTo>
                    <a:pt x="920353" y="239591"/>
                  </a:lnTo>
                  <a:lnTo>
                    <a:pt x="918431" y="239591"/>
                  </a:lnTo>
                  <a:lnTo>
                    <a:pt x="916510" y="239591"/>
                  </a:lnTo>
                  <a:lnTo>
                    <a:pt x="914588" y="239591"/>
                  </a:lnTo>
                  <a:lnTo>
                    <a:pt x="912667" y="239591"/>
                  </a:lnTo>
                  <a:lnTo>
                    <a:pt x="910746" y="239591"/>
                  </a:lnTo>
                  <a:lnTo>
                    <a:pt x="908824" y="239591"/>
                  </a:lnTo>
                  <a:lnTo>
                    <a:pt x="906903" y="239591"/>
                  </a:lnTo>
                  <a:lnTo>
                    <a:pt x="904981" y="239591"/>
                  </a:lnTo>
                  <a:lnTo>
                    <a:pt x="903060" y="239591"/>
                  </a:lnTo>
                  <a:lnTo>
                    <a:pt x="901139" y="239591"/>
                  </a:lnTo>
                  <a:lnTo>
                    <a:pt x="899217" y="239591"/>
                  </a:lnTo>
                  <a:lnTo>
                    <a:pt x="897296" y="239591"/>
                  </a:lnTo>
                  <a:lnTo>
                    <a:pt x="895374" y="239591"/>
                  </a:lnTo>
                  <a:lnTo>
                    <a:pt x="893453" y="239591"/>
                  </a:lnTo>
                  <a:lnTo>
                    <a:pt x="891532" y="239591"/>
                  </a:lnTo>
                  <a:lnTo>
                    <a:pt x="889610" y="239591"/>
                  </a:lnTo>
                  <a:lnTo>
                    <a:pt x="887689" y="239591"/>
                  </a:lnTo>
                  <a:lnTo>
                    <a:pt x="885767" y="239591"/>
                  </a:lnTo>
                  <a:lnTo>
                    <a:pt x="883846" y="239591"/>
                  </a:lnTo>
                  <a:lnTo>
                    <a:pt x="881925" y="239591"/>
                  </a:lnTo>
                  <a:lnTo>
                    <a:pt x="880003" y="239591"/>
                  </a:lnTo>
                  <a:lnTo>
                    <a:pt x="878082" y="239591"/>
                  </a:lnTo>
                  <a:lnTo>
                    <a:pt x="876160" y="239591"/>
                  </a:lnTo>
                  <a:lnTo>
                    <a:pt x="874239" y="239591"/>
                  </a:lnTo>
                  <a:lnTo>
                    <a:pt x="872318" y="239591"/>
                  </a:lnTo>
                  <a:lnTo>
                    <a:pt x="870396" y="239591"/>
                  </a:lnTo>
                  <a:lnTo>
                    <a:pt x="868475" y="239591"/>
                  </a:lnTo>
                  <a:lnTo>
                    <a:pt x="866553" y="239591"/>
                  </a:lnTo>
                  <a:lnTo>
                    <a:pt x="864632" y="239591"/>
                  </a:lnTo>
                  <a:lnTo>
                    <a:pt x="862710" y="239591"/>
                  </a:lnTo>
                  <a:lnTo>
                    <a:pt x="860789" y="239591"/>
                  </a:lnTo>
                  <a:lnTo>
                    <a:pt x="858868" y="239591"/>
                  </a:lnTo>
                  <a:lnTo>
                    <a:pt x="856946" y="239591"/>
                  </a:lnTo>
                  <a:lnTo>
                    <a:pt x="855025" y="239591"/>
                  </a:lnTo>
                  <a:lnTo>
                    <a:pt x="853103" y="239591"/>
                  </a:lnTo>
                  <a:lnTo>
                    <a:pt x="851182" y="239591"/>
                  </a:lnTo>
                  <a:lnTo>
                    <a:pt x="849261" y="239591"/>
                  </a:lnTo>
                  <a:lnTo>
                    <a:pt x="847339" y="239591"/>
                  </a:lnTo>
                  <a:lnTo>
                    <a:pt x="845418" y="239591"/>
                  </a:lnTo>
                  <a:lnTo>
                    <a:pt x="843496" y="239591"/>
                  </a:lnTo>
                  <a:lnTo>
                    <a:pt x="841575" y="239591"/>
                  </a:lnTo>
                  <a:lnTo>
                    <a:pt x="839654" y="239591"/>
                  </a:lnTo>
                  <a:lnTo>
                    <a:pt x="837732" y="239591"/>
                  </a:lnTo>
                  <a:lnTo>
                    <a:pt x="835811" y="239591"/>
                  </a:lnTo>
                  <a:lnTo>
                    <a:pt x="833889" y="239591"/>
                  </a:lnTo>
                  <a:lnTo>
                    <a:pt x="831968" y="239591"/>
                  </a:lnTo>
                  <a:lnTo>
                    <a:pt x="830047" y="239591"/>
                  </a:lnTo>
                  <a:lnTo>
                    <a:pt x="828125" y="239591"/>
                  </a:lnTo>
                  <a:lnTo>
                    <a:pt x="826204" y="239591"/>
                  </a:lnTo>
                  <a:lnTo>
                    <a:pt x="824282" y="239591"/>
                  </a:lnTo>
                  <a:lnTo>
                    <a:pt x="822361" y="239591"/>
                  </a:lnTo>
                  <a:lnTo>
                    <a:pt x="820440" y="239591"/>
                  </a:lnTo>
                  <a:lnTo>
                    <a:pt x="818518" y="239591"/>
                  </a:lnTo>
                  <a:lnTo>
                    <a:pt x="816597" y="239591"/>
                  </a:lnTo>
                  <a:lnTo>
                    <a:pt x="814675" y="239591"/>
                  </a:lnTo>
                  <a:lnTo>
                    <a:pt x="812754" y="239591"/>
                  </a:lnTo>
                  <a:lnTo>
                    <a:pt x="810833" y="239591"/>
                  </a:lnTo>
                  <a:lnTo>
                    <a:pt x="808911" y="239591"/>
                  </a:lnTo>
                  <a:lnTo>
                    <a:pt x="806990" y="239591"/>
                  </a:lnTo>
                  <a:lnTo>
                    <a:pt x="805068" y="239591"/>
                  </a:lnTo>
                  <a:lnTo>
                    <a:pt x="803147" y="239591"/>
                  </a:lnTo>
                  <a:lnTo>
                    <a:pt x="801226" y="239591"/>
                  </a:lnTo>
                  <a:lnTo>
                    <a:pt x="799304" y="239591"/>
                  </a:lnTo>
                  <a:lnTo>
                    <a:pt x="797383" y="239591"/>
                  </a:lnTo>
                  <a:lnTo>
                    <a:pt x="795461" y="239591"/>
                  </a:lnTo>
                  <a:lnTo>
                    <a:pt x="793540" y="239591"/>
                  </a:lnTo>
                  <a:lnTo>
                    <a:pt x="791618" y="239591"/>
                  </a:lnTo>
                  <a:lnTo>
                    <a:pt x="789697" y="239591"/>
                  </a:lnTo>
                  <a:lnTo>
                    <a:pt x="787776" y="239591"/>
                  </a:lnTo>
                  <a:lnTo>
                    <a:pt x="785854" y="239591"/>
                  </a:lnTo>
                  <a:lnTo>
                    <a:pt x="783933" y="239591"/>
                  </a:lnTo>
                  <a:lnTo>
                    <a:pt x="782011" y="239591"/>
                  </a:lnTo>
                  <a:lnTo>
                    <a:pt x="780090" y="239591"/>
                  </a:lnTo>
                  <a:lnTo>
                    <a:pt x="778169" y="239591"/>
                  </a:lnTo>
                  <a:lnTo>
                    <a:pt x="776247" y="239591"/>
                  </a:lnTo>
                  <a:lnTo>
                    <a:pt x="774326" y="239591"/>
                  </a:lnTo>
                  <a:lnTo>
                    <a:pt x="772404" y="239591"/>
                  </a:lnTo>
                  <a:lnTo>
                    <a:pt x="770483" y="239591"/>
                  </a:lnTo>
                  <a:lnTo>
                    <a:pt x="768562" y="239591"/>
                  </a:lnTo>
                  <a:lnTo>
                    <a:pt x="766640" y="239591"/>
                  </a:lnTo>
                  <a:lnTo>
                    <a:pt x="764719" y="239591"/>
                  </a:lnTo>
                  <a:lnTo>
                    <a:pt x="762797" y="239591"/>
                  </a:lnTo>
                  <a:lnTo>
                    <a:pt x="760876" y="239591"/>
                  </a:lnTo>
                  <a:lnTo>
                    <a:pt x="758955" y="239591"/>
                  </a:lnTo>
                  <a:lnTo>
                    <a:pt x="757033" y="239591"/>
                  </a:lnTo>
                  <a:lnTo>
                    <a:pt x="755112" y="239591"/>
                  </a:lnTo>
                  <a:lnTo>
                    <a:pt x="753190" y="239591"/>
                  </a:lnTo>
                  <a:lnTo>
                    <a:pt x="751269" y="239591"/>
                  </a:lnTo>
                  <a:lnTo>
                    <a:pt x="749348" y="239591"/>
                  </a:lnTo>
                  <a:lnTo>
                    <a:pt x="747426" y="239591"/>
                  </a:lnTo>
                  <a:lnTo>
                    <a:pt x="745505" y="239591"/>
                  </a:lnTo>
                  <a:lnTo>
                    <a:pt x="743583" y="239591"/>
                  </a:lnTo>
                  <a:lnTo>
                    <a:pt x="741662" y="239591"/>
                  </a:lnTo>
                  <a:lnTo>
                    <a:pt x="739741" y="239591"/>
                  </a:lnTo>
                  <a:lnTo>
                    <a:pt x="737819" y="239591"/>
                  </a:lnTo>
                  <a:lnTo>
                    <a:pt x="735898" y="239591"/>
                  </a:lnTo>
                  <a:lnTo>
                    <a:pt x="733976" y="239591"/>
                  </a:lnTo>
                  <a:lnTo>
                    <a:pt x="732055" y="239591"/>
                  </a:lnTo>
                  <a:lnTo>
                    <a:pt x="730134" y="239591"/>
                  </a:lnTo>
                  <a:lnTo>
                    <a:pt x="728212" y="239591"/>
                  </a:lnTo>
                  <a:lnTo>
                    <a:pt x="726291" y="239591"/>
                  </a:lnTo>
                  <a:lnTo>
                    <a:pt x="724369" y="239591"/>
                  </a:lnTo>
                  <a:lnTo>
                    <a:pt x="722448" y="239591"/>
                  </a:lnTo>
                  <a:lnTo>
                    <a:pt x="720526" y="239591"/>
                  </a:lnTo>
                  <a:lnTo>
                    <a:pt x="718605" y="239591"/>
                  </a:lnTo>
                  <a:lnTo>
                    <a:pt x="716684" y="239591"/>
                  </a:lnTo>
                  <a:lnTo>
                    <a:pt x="714762" y="239591"/>
                  </a:lnTo>
                  <a:lnTo>
                    <a:pt x="712841" y="239591"/>
                  </a:lnTo>
                  <a:lnTo>
                    <a:pt x="710919" y="239591"/>
                  </a:lnTo>
                  <a:lnTo>
                    <a:pt x="708998" y="239591"/>
                  </a:lnTo>
                  <a:lnTo>
                    <a:pt x="707077" y="239591"/>
                  </a:lnTo>
                  <a:lnTo>
                    <a:pt x="705155" y="239591"/>
                  </a:lnTo>
                  <a:lnTo>
                    <a:pt x="703234" y="239591"/>
                  </a:lnTo>
                  <a:lnTo>
                    <a:pt x="701312" y="239591"/>
                  </a:lnTo>
                  <a:lnTo>
                    <a:pt x="699391" y="239591"/>
                  </a:lnTo>
                  <a:lnTo>
                    <a:pt x="697470" y="239591"/>
                  </a:lnTo>
                  <a:lnTo>
                    <a:pt x="695548" y="239591"/>
                  </a:lnTo>
                  <a:lnTo>
                    <a:pt x="693627" y="239591"/>
                  </a:lnTo>
                  <a:lnTo>
                    <a:pt x="691705" y="239591"/>
                  </a:lnTo>
                  <a:lnTo>
                    <a:pt x="689784" y="239591"/>
                  </a:lnTo>
                  <a:lnTo>
                    <a:pt x="687863" y="239591"/>
                  </a:lnTo>
                  <a:lnTo>
                    <a:pt x="685941" y="239591"/>
                  </a:lnTo>
                  <a:lnTo>
                    <a:pt x="684020" y="239591"/>
                  </a:lnTo>
                  <a:lnTo>
                    <a:pt x="682098" y="239591"/>
                  </a:lnTo>
                  <a:lnTo>
                    <a:pt x="680177" y="239591"/>
                  </a:lnTo>
                  <a:lnTo>
                    <a:pt x="678256" y="239591"/>
                  </a:lnTo>
                  <a:lnTo>
                    <a:pt x="676334" y="239591"/>
                  </a:lnTo>
                  <a:lnTo>
                    <a:pt x="674413" y="239591"/>
                  </a:lnTo>
                  <a:lnTo>
                    <a:pt x="672491" y="239591"/>
                  </a:lnTo>
                  <a:lnTo>
                    <a:pt x="670570" y="239591"/>
                  </a:lnTo>
                  <a:lnTo>
                    <a:pt x="668649" y="239591"/>
                  </a:lnTo>
                  <a:lnTo>
                    <a:pt x="666727" y="239591"/>
                  </a:lnTo>
                  <a:lnTo>
                    <a:pt x="664806" y="239591"/>
                  </a:lnTo>
                  <a:lnTo>
                    <a:pt x="662884" y="239591"/>
                  </a:lnTo>
                  <a:lnTo>
                    <a:pt x="660963" y="239591"/>
                  </a:lnTo>
                  <a:lnTo>
                    <a:pt x="659042" y="239591"/>
                  </a:lnTo>
                  <a:lnTo>
                    <a:pt x="657120" y="239591"/>
                  </a:lnTo>
                  <a:lnTo>
                    <a:pt x="655199" y="239591"/>
                  </a:lnTo>
                  <a:lnTo>
                    <a:pt x="653277" y="239591"/>
                  </a:lnTo>
                  <a:lnTo>
                    <a:pt x="651356" y="239591"/>
                  </a:lnTo>
                  <a:lnTo>
                    <a:pt x="649434" y="239591"/>
                  </a:lnTo>
                  <a:lnTo>
                    <a:pt x="647513" y="239591"/>
                  </a:lnTo>
                  <a:lnTo>
                    <a:pt x="645592" y="239591"/>
                  </a:lnTo>
                  <a:lnTo>
                    <a:pt x="643670" y="239591"/>
                  </a:lnTo>
                  <a:lnTo>
                    <a:pt x="641749" y="239591"/>
                  </a:lnTo>
                  <a:lnTo>
                    <a:pt x="639827" y="239591"/>
                  </a:lnTo>
                  <a:lnTo>
                    <a:pt x="637906" y="239591"/>
                  </a:lnTo>
                  <a:lnTo>
                    <a:pt x="635985" y="239591"/>
                  </a:lnTo>
                  <a:lnTo>
                    <a:pt x="634063" y="239591"/>
                  </a:lnTo>
                  <a:lnTo>
                    <a:pt x="632142" y="239591"/>
                  </a:lnTo>
                  <a:lnTo>
                    <a:pt x="630220" y="239591"/>
                  </a:lnTo>
                  <a:lnTo>
                    <a:pt x="628299" y="239591"/>
                  </a:lnTo>
                  <a:lnTo>
                    <a:pt x="626378" y="239591"/>
                  </a:lnTo>
                  <a:lnTo>
                    <a:pt x="624456" y="239591"/>
                  </a:lnTo>
                  <a:lnTo>
                    <a:pt x="622535" y="239591"/>
                  </a:lnTo>
                  <a:lnTo>
                    <a:pt x="620613" y="239591"/>
                  </a:lnTo>
                  <a:lnTo>
                    <a:pt x="618692" y="239591"/>
                  </a:lnTo>
                  <a:lnTo>
                    <a:pt x="616771" y="239591"/>
                  </a:lnTo>
                  <a:lnTo>
                    <a:pt x="614849" y="239591"/>
                  </a:lnTo>
                  <a:lnTo>
                    <a:pt x="612928" y="239591"/>
                  </a:lnTo>
                  <a:lnTo>
                    <a:pt x="611006" y="239591"/>
                  </a:lnTo>
                  <a:lnTo>
                    <a:pt x="609085" y="239591"/>
                  </a:lnTo>
                  <a:lnTo>
                    <a:pt x="607164" y="239591"/>
                  </a:lnTo>
                  <a:lnTo>
                    <a:pt x="605242" y="239591"/>
                  </a:lnTo>
                  <a:lnTo>
                    <a:pt x="603321" y="239591"/>
                  </a:lnTo>
                  <a:lnTo>
                    <a:pt x="601399" y="239591"/>
                  </a:lnTo>
                  <a:lnTo>
                    <a:pt x="599478" y="239591"/>
                  </a:lnTo>
                  <a:lnTo>
                    <a:pt x="597557" y="239591"/>
                  </a:lnTo>
                  <a:lnTo>
                    <a:pt x="595635" y="239591"/>
                  </a:lnTo>
                  <a:lnTo>
                    <a:pt x="593714" y="239591"/>
                  </a:lnTo>
                  <a:lnTo>
                    <a:pt x="591792" y="239591"/>
                  </a:lnTo>
                  <a:lnTo>
                    <a:pt x="589871" y="239591"/>
                  </a:lnTo>
                  <a:lnTo>
                    <a:pt x="587950" y="239591"/>
                  </a:lnTo>
                  <a:lnTo>
                    <a:pt x="586028" y="239591"/>
                  </a:lnTo>
                  <a:lnTo>
                    <a:pt x="584107" y="239591"/>
                  </a:lnTo>
                  <a:lnTo>
                    <a:pt x="582185" y="239591"/>
                  </a:lnTo>
                  <a:lnTo>
                    <a:pt x="580264" y="239591"/>
                  </a:lnTo>
                  <a:lnTo>
                    <a:pt x="578342" y="239591"/>
                  </a:lnTo>
                  <a:lnTo>
                    <a:pt x="576421" y="239591"/>
                  </a:lnTo>
                  <a:lnTo>
                    <a:pt x="574500" y="239591"/>
                  </a:lnTo>
                  <a:lnTo>
                    <a:pt x="572578" y="239591"/>
                  </a:lnTo>
                  <a:lnTo>
                    <a:pt x="570657" y="239591"/>
                  </a:lnTo>
                  <a:lnTo>
                    <a:pt x="568735" y="239591"/>
                  </a:lnTo>
                  <a:lnTo>
                    <a:pt x="566814" y="239591"/>
                  </a:lnTo>
                  <a:lnTo>
                    <a:pt x="564893" y="239591"/>
                  </a:lnTo>
                  <a:lnTo>
                    <a:pt x="562971" y="239591"/>
                  </a:lnTo>
                  <a:lnTo>
                    <a:pt x="561050" y="239591"/>
                  </a:lnTo>
                  <a:lnTo>
                    <a:pt x="559128" y="239591"/>
                  </a:lnTo>
                  <a:lnTo>
                    <a:pt x="557207" y="239591"/>
                  </a:lnTo>
                  <a:lnTo>
                    <a:pt x="555286" y="239591"/>
                  </a:lnTo>
                  <a:lnTo>
                    <a:pt x="553364" y="239591"/>
                  </a:lnTo>
                  <a:lnTo>
                    <a:pt x="551443" y="239591"/>
                  </a:lnTo>
                  <a:lnTo>
                    <a:pt x="549521" y="239591"/>
                  </a:lnTo>
                  <a:lnTo>
                    <a:pt x="547600" y="239591"/>
                  </a:lnTo>
                  <a:lnTo>
                    <a:pt x="545679" y="239591"/>
                  </a:lnTo>
                  <a:lnTo>
                    <a:pt x="543757" y="239591"/>
                  </a:lnTo>
                  <a:lnTo>
                    <a:pt x="541836" y="239591"/>
                  </a:lnTo>
                  <a:lnTo>
                    <a:pt x="539914" y="239591"/>
                  </a:lnTo>
                  <a:lnTo>
                    <a:pt x="537993" y="239591"/>
                  </a:lnTo>
                  <a:lnTo>
                    <a:pt x="536072" y="239591"/>
                  </a:lnTo>
                  <a:lnTo>
                    <a:pt x="534150" y="239591"/>
                  </a:lnTo>
                  <a:lnTo>
                    <a:pt x="532229" y="239591"/>
                  </a:lnTo>
                  <a:lnTo>
                    <a:pt x="530307" y="239591"/>
                  </a:lnTo>
                  <a:lnTo>
                    <a:pt x="528386" y="239591"/>
                  </a:lnTo>
                  <a:lnTo>
                    <a:pt x="526465" y="239591"/>
                  </a:lnTo>
                  <a:lnTo>
                    <a:pt x="524543" y="239591"/>
                  </a:lnTo>
                  <a:lnTo>
                    <a:pt x="522622" y="239591"/>
                  </a:lnTo>
                  <a:lnTo>
                    <a:pt x="520700" y="239591"/>
                  </a:lnTo>
                  <a:lnTo>
                    <a:pt x="518779" y="239591"/>
                  </a:lnTo>
                  <a:lnTo>
                    <a:pt x="516858" y="239591"/>
                  </a:lnTo>
                  <a:lnTo>
                    <a:pt x="514936" y="239591"/>
                  </a:lnTo>
                  <a:lnTo>
                    <a:pt x="513015" y="239591"/>
                  </a:lnTo>
                  <a:lnTo>
                    <a:pt x="511093" y="239591"/>
                  </a:lnTo>
                  <a:lnTo>
                    <a:pt x="509172" y="239591"/>
                  </a:lnTo>
                  <a:lnTo>
                    <a:pt x="507250" y="239591"/>
                  </a:lnTo>
                  <a:lnTo>
                    <a:pt x="505329" y="239591"/>
                  </a:lnTo>
                  <a:lnTo>
                    <a:pt x="503408" y="239591"/>
                  </a:lnTo>
                  <a:lnTo>
                    <a:pt x="501486" y="239591"/>
                  </a:lnTo>
                  <a:lnTo>
                    <a:pt x="499565" y="239591"/>
                  </a:lnTo>
                  <a:lnTo>
                    <a:pt x="497643" y="239591"/>
                  </a:lnTo>
                  <a:lnTo>
                    <a:pt x="495722" y="239591"/>
                  </a:lnTo>
                  <a:lnTo>
                    <a:pt x="493801" y="239591"/>
                  </a:lnTo>
                  <a:lnTo>
                    <a:pt x="491879" y="239591"/>
                  </a:lnTo>
                  <a:lnTo>
                    <a:pt x="489958" y="239591"/>
                  </a:lnTo>
                  <a:lnTo>
                    <a:pt x="488036" y="239591"/>
                  </a:lnTo>
                  <a:lnTo>
                    <a:pt x="486115" y="239591"/>
                  </a:lnTo>
                  <a:lnTo>
                    <a:pt x="484194" y="239591"/>
                  </a:lnTo>
                  <a:lnTo>
                    <a:pt x="482272" y="239591"/>
                  </a:lnTo>
                  <a:lnTo>
                    <a:pt x="480351" y="239591"/>
                  </a:lnTo>
                  <a:lnTo>
                    <a:pt x="478429" y="239591"/>
                  </a:lnTo>
                  <a:lnTo>
                    <a:pt x="476508" y="239591"/>
                  </a:lnTo>
                  <a:lnTo>
                    <a:pt x="474587" y="239591"/>
                  </a:lnTo>
                  <a:lnTo>
                    <a:pt x="472665" y="239591"/>
                  </a:lnTo>
                  <a:lnTo>
                    <a:pt x="470744" y="239591"/>
                  </a:lnTo>
                  <a:lnTo>
                    <a:pt x="468822" y="239591"/>
                  </a:lnTo>
                  <a:lnTo>
                    <a:pt x="466901" y="239591"/>
                  </a:lnTo>
                  <a:lnTo>
                    <a:pt x="464980" y="239591"/>
                  </a:lnTo>
                  <a:lnTo>
                    <a:pt x="463058" y="239591"/>
                  </a:lnTo>
                  <a:lnTo>
                    <a:pt x="461137" y="239591"/>
                  </a:lnTo>
                  <a:lnTo>
                    <a:pt x="459215" y="239591"/>
                  </a:lnTo>
                  <a:lnTo>
                    <a:pt x="457294" y="239591"/>
                  </a:lnTo>
                  <a:lnTo>
                    <a:pt x="455373" y="239591"/>
                  </a:lnTo>
                  <a:lnTo>
                    <a:pt x="453451" y="239591"/>
                  </a:lnTo>
                  <a:lnTo>
                    <a:pt x="451530" y="239591"/>
                  </a:lnTo>
                  <a:lnTo>
                    <a:pt x="449608" y="239591"/>
                  </a:lnTo>
                  <a:lnTo>
                    <a:pt x="447687" y="239591"/>
                  </a:lnTo>
                  <a:lnTo>
                    <a:pt x="445766" y="239591"/>
                  </a:lnTo>
                  <a:lnTo>
                    <a:pt x="443844" y="239591"/>
                  </a:lnTo>
                  <a:lnTo>
                    <a:pt x="441923" y="239591"/>
                  </a:lnTo>
                  <a:lnTo>
                    <a:pt x="440001" y="239591"/>
                  </a:lnTo>
                  <a:lnTo>
                    <a:pt x="438080" y="239591"/>
                  </a:lnTo>
                  <a:lnTo>
                    <a:pt x="436159" y="239591"/>
                  </a:lnTo>
                  <a:lnTo>
                    <a:pt x="434237" y="239591"/>
                  </a:lnTo>
                  <a:lnTo>
                    <a:pt x="432316" y="239591"/>
                  </a:lnTo>
                  <a:lnTo>
                    <a:pt x="430394" y="239591"/>
                  </a:lnTo>
                  <a:lnTo>
                    <a:pt x="428473" y="239591"/>
                  </a:lnTo>
                  <a:lnTo>
                    <a:pt x="426551" y="239591"/>
                  </a:lnTo>
                  <a:lnTo>
                    <a:pt x="424630" y="239591"/>
                  </a:lnTo>
                  <a:lnTo>
                    <a:pt x="422709" y="239591"/>
                  </a:lnTo>
                  <a:lnTo>
                    <a:pt x="420787" y="239591"/>
                  </a:lnTo>
                  <a:lnTo>
                    <a:pt x="418866" y="239591"/>
                  </a:lnTo>
                  <a:lnTo>
                    <a:pt x="416944" y="239591"/>
                  </a:lnTo>
                  <a:lnTo>
                    <a:pt x="415023" y="239591"/>
                  </a:lnTo>
                  <a:lnTo>
                    <a:pt x="413102" y="239591"/>
                  </a:lnTo>
                  <a:lnTo>
                    <a:pt x="411180" y="239591"/>
                  </a:lnTo>
                  <a:lnTo>
                    <a:pt x="409259" y="239591"/>
                  </a:lnTo>
                  <a:lnTo>
                    <a:pt x="407337" y="239591"/>
                  </a:lnTo>
                  <a:lnTo>
                    <a:pt x="405416" y="239591"/>
                  </a:lnTo>
                  <a:lnTo>
                    <a:pt x="403495" y="239591"/>
                  </a:lnTo>
                  <a:lnTo>
                    <a:pt x="401573" y="239591"/>
                  </a:lnTo>
                  <a:lnTo>
                    <a:pt x="399652" y="239591"/>
                  </a:lnTo>
                  <a:lnTo>
                    <a:pt x="397730" y="239591"/>
                  </a:lnTo>
                  <a:lnTo>
                    <a:pt x="395809" y="239591"/>
                  </a:lnTo>
                  <a:lnTo>
                    <a:pt x="393888" y="239591"/>
                  </a:lnTo>
                  <a:lnTo>
                    <a:pt x="391966" y="239591"/>
                  </a:lnTo>
                  <a:lnTo>
                    <a:pt x="390045" y="239591"/>
                  </a:lnTo>
                  <a:lnTo>
                    <a:pt x="388123" y="239591"/>
                  </a:lnTo>
                  <a:lnTo>
                    <a:pt x="386202" y="239591"/>
                  </a:lnTo>
                  <a:lnTo>
                    <a:pt x="384281" y="239591"/>
                  </a:lnTo>
                  <a:lnTo>
                    <a:pt x="382359" y="239591"/>
                  </a:lnTo>
                  <a:lnTo>
                    <a:pt x="380438" y="239591"/>
                  </a:lnTo>
                  <a:lnTo>
                    <a:pt x="378516" y="239591"/>
                  </a:lnTo>
                  <a:lnTo>
                    <a:pt x="376595" y="239591"/>
                  </a:lnTo>
                  <a:lnTo>
                    <a:pt x="374674" y="239591"/>
                  </a:lnTo>
                  <a:lnTo>
                    <a:pt x="372752" y="239591"/>
                  </a:lnTo>
                  <a:lnTo>
                    <a:pt x="370831" y="239591"/>
                  </a:lnTo>
                  <a:lnTo>
                    <a:pt x="368909" y="239591"/>
                  </a:lnTo>
                  <a:lnTo>
                    <a:pt x="366988" y="239591"/>
                  </a:lnTo>
                  <a:lnTo>
                    <a:pt x="365067" y="239591"/>
                  </a:lnTo>
                  <a:lnTo>
                    <a:pt x="363145" y="239591"/>
                  </a:lnTo>
                  <a:lnTo>
                    <a:pt x="361224" y="239591"/>
                  </a:lnTo>
                  <a:lnTo>
                    <a:pt x="359302" y="239591"/>
                  </a:lnTo>
                  <a:lnTo>
                    <a:pt x="357381" y="239591"/>
                  </a:lnTo>
                  <a:lnTo>
                    <a:pt x="355459" y="239591"/>
                  </a:lnTo>
                  <a:lnTo>
                    <a:pt x="353538" y="239591"/>
                  </a:lnTo>
                  <a:lnTo>
                    <a:pt x="351617" y="239591"/>
                  </a:lnTo>
                  <a:lnTo>
                    <a:pt x="349695" y="239591"/>
                  </a:lnTo>
                  <a:lnTo>
                    <a:pt x="347774" y="239591"/>
                  </a:lnTo>
                  <a:lnTo>
                    <a:pt x="345852" y="239591"/>
                  </a:lnTo>
                  <a:lnTo>
                    <a:pt x="343931" y="239591"/>
                  </a:lnTo>
                  <a:lnTo>
                    <a:pt x="342010" y="239591"/>
                  </a:lnTo>
                  <a:lnTo>
                    <a:pt x="340088" y="239591"/>
                  </a:lnTo>
                  <a:lnTo>
                    <a:pt x="338167" y="239591"/>
                  </a:lnTo>
                  <a:lnTo>
                    <a:pt x="336245" y="239591"/>
                  </a:lnTo>
                  <a:lnTo>
                    <a:pt x="334324" y="239591"/>
                  </a:lnTo>
                  <a:lnTo>
                    <a:pt x="332403" y="239591"/>
                  </a:lnTo>
                  <a:lnTo>
                    <a:pt x="330481" y="239591"/>
                  </a:lnTo>
                  <a:lnTo>
                    <a:pt x="328560" y="239591"/>
                  </a:lnTo>
                  <a:lnTo>
                    <a:pt x="326638" y="239591"/>
                  </a:lnTo>
                  <a:lnTo>
                    <a:pt x="324717" y="239591"/>
                  </a:lnTo>
                  <a:lnTo>
                    <a:pt x="322796" y="239591"/>
                  </a:lnTo>
                  <a:lnTo>
                    <a:pt x="320874" y="239591"/>
                  </a:lnTo>
                  <a:lnTo>
                    <a:pt x="318953" y="239591"/>
                  </a:lnTo>
                  <a:lnTo>
                    <a:pt x="317031" y="239591"/>
                  </a:lnTo>
                  <a:lnTo>
                    <a:pt x="315110" y="239591"/>
                  </a:lnTo>
                  <a:lnTo>
                    <a:pt x="313189" y="239591"/>
                  </a:lnTo>
                  <a:lnTo>
                    <a:pt x="311267" y="239591"/>
                  </a:lnTo>
                  <a:lnTo>
                    <a:pt x="309346" y="239591"/>
                  </a:lnTo>
                  <a:lnTo>
                    <a:pt x="307424" y="239591"/>
                  </a:lnTo>
                  <a:lnTo>
                    <a:pt x="305503" y="239591"/>
                  </a:lnTo>
                  <a:lnTo>
                    <a:pt x="303582" y="239591"/>
                  </a:lnTo>
                  <a:lnTo>
                    <a:pt x="301660" y="239591"/>
                  </a:lnTo>
                  <a:lnTo>
                    <a:pt x="299739" y="239591"/>
                  </a:lnTo>
                  <a:lnTo>
                    <a:pt x="297817" y="239591"/>
                  </a:lnTo>
                  <a:lnTo>
                    <a:pt x="295896" y="239591"/>
                  </a:lnTo>
                  <a:lnTo>
                    <a:pt x="293975" y="239591"/>
                  </a:lnTo>
                  <a:lnTo>
                    <a:pt x="292053" y="239591"/>
                  </a:lnTo>
                  <a:lnTo>
                    <a:pt x="290132" y="239591"/>
                  </a:lnTo>
                  <a:lnTo>
                    <a:pt x="288210" y="239591"/>
                  </a:lnTo>
                  <a:lnTo>
                    <a:pt x="286289" y="239591"/>
                  </a:lnTo>
                  <a:lnTo>
                    <a:pt x="284367" y="239591"/>
                  </a:lnTo>
                  <a:lnTo>
                    <a:pt x="282446" y="239591"/>
                  </a:lnTo>
                  <a:lnTo>
                    <a:pt x="280525" y="239591"/>
                  </a:lnTo>
                  <a:lnTo>
                    <a:pt x="278603" y="239591"/>
                  </a:lnTo>
                  <a:lnTo>
                    <a:pt x="276682" y="239591"/>
                  </a:lnTo>
                  <a:lnTo>
                    <a:pt x="274760" y="239591"/>
                  </a:lnTo>
                  <a:lnTo>
                    <a:pt x="272839" y="239591"/>
                  </a:lnTo>
                  <a:lnTo>
                    <a:pt x="270918" y="239591"/>
                  </a:lnTo>
                  <a:lnTo>
                    <a:pt x="268996" y="239591"/>
                  </a:lnTo>
                  <a:lnTo>
                    <a:pt x="267075" y="239591"/>
                  </a:lnTo>
                  <a:lnTo>
                    <a:pt x="265153" y="239591"/>
                  </a:lnTo>
                  <a:lnTo>
                    <a:pt x="263232" y="239591"/>
                  </a:lnTo>
                  <a:lnTo>
                    <a:pt x="261311" y="239591"/>
                  </a:lnTo>
                  <a:lnTo>
                    <a:pt x="259389" y="239591"/>
                  </a:lnTo>
                  <a:lnTo>
                    <a:pt x="257468" y="239591"/>
                  </a:lnTo>
                  <a:lnTo>
                    <a:pt x="255546" y="239591"/>
                  </a:lnTo>
                  <a:lnTo>
                    <a:pt x="253625" y="239591"/>
                  </a:lnTo>
                  <a:lnTo>
                    <a:pt x="251704" y="239591"/>
                  </a:lnTo>
                  <a:lnTo>
                    <a:pt x="249782" y="239591"/>
                  </a:lnTo>
                  <a:lnTo>
                    <a:pt x="247861" y="239591"/>
                  </a:lnTo>
                  <a:lnTo>
                    <a:pt x="245939" y="239591"/>
                  </a:lnTo>
                  <a:lnTo>
                    <a:pt x="244018" y="239591"/>
                  </a:lnTo>
                  <a:lnTo>
                    <a:pt x="242097" y="239591"/>
                  </a:lnTo>
                  <a:lnTo>
                    <a:pt x="240175" y="239591"/>
                  </a:lnTo>
                  <a:lnTo>
                    <a:pt x="238254" y="239591"/>
                  </a:lnTo>
                  <a:lnTo>
                    <a:pt x="236332" y="239591"/>
                  </a:lnTo>
                  <a:lnTo>
                    <a:pt x="234411" y="239591"/>
                  </a:lnTo>
                  <a:lnTo>
                    <a:pt x="232490" y="239591"/>
                  </a:lnTo>
                  <a:lnTo>
                    <a:pt x="230568" y="239591"/>
                  </a:lnTo>
                  <a:lnTo>
                    <a:pt x="228647" y="239591"/>
                  </a:lnTo>
                  <a:lnTo>
                    <a:pt x="226725" y="239591"/>
                  </a:lnTo>
                  <a:lnTo>
                    <a:pt x="224804" y="239591"/>
                  </a:lnTo>
                  <a:lnTo>
                    <a:pt x="222883" y="239591"/>
                  </a:lnTo>
                  <a:lnTo>
                    <a:pt x="220961" y="239591"/>
                  </a:lnTo>
                  <a:lnTo>
                    <a:pt x="219040" y="239591"/>
                  </a:lnTo>
                  <a:lnTo>
                    <a:pt x="217118" y="239591"/>
                  </a:lnTo>
                  <a:lnTo>
                    <a:pt x="215197" y="239591"/>
                  </a:lnTo>
                  <a:lnTo>
                    <a:pt x="213275" y="239591"/>
                  </a:lnTo>
                  <a:lnTo>
                    <a:pt x="211354" y="239591"/>
                  </a:lnTo>
                  <a:lnTo>
                    <a:pt x="209433" y="239591"/>
                  </a:lnTo>
                  <a:lnTo>
                    <a:pt x="207511" y="239591"/>
                  </a:lnTo>
                  <a:lnTo>
                    <a:pt x="205590" y="239591"/>
                  </a:lnTo>
                  <a:lnTo>
                    <a:pt x="203668" y="239591"/>
                  </a:lnTo>
                  <a:lnTo>
                    <a:pt x="201747" y="239591"/>
                  </a:lnTo>
                  <a:lnTo>
                    <a:pt x="199826" y="239591"/>
                  </a:lnTo>
                  <a:lnTo>
                    <a:pt x="197904" y="239591"/>
                  </a:lnTo>
                  <a:lnTo>
                    <a:pt x="195983" y="239591"/>
                  </a:lnTo>
                  <a:lnTo>
                    <a:pt x="194061" y="239591"/>
                  </a:lnTo>
                  <a:lnTo>
                    <a:pt x="192140" y="239591"/>
                  </a:lnTo>
                  <a:lnTo>
                    <a:pt x="190219" y="239591"/>
                  </a:lnTo>
                  <a:lnTo>
                    <a:pt x="188297" y="239591"/>
                  </a:lnTo>
                  <a:lnTo>
                    <a:pt x="186376" y="239591"/>
                  </a:lnTo>
                  <a:lnTo>
                    <a:pt x="184454" y="239591"/>
                  </a:lnTo>
                  <a:lnTo>
                    <a:pt x="182533" y="239591"/>
                  </a:lnTo>
                  <a:lnTo>
                    <a:pt x="180612" y="239591"/>
                  </a:lnTo>
                  <a:lnTo>
                    <a:pt x="178690" y="239591"/>
                  </a:lnTo>
                  <a:lnTo>
                    <a:pt x="176769" y="239591"/>
                  </a:lnTo>
                  <a:lnTo>
                    <a:pt x="174847" y="239591"/>
                  </a:lnTo>
                  <a:lnTo>
                    <a:pt x="172926" y="239591"/>
                  </a:lnTo>
                  <a:lnTo>
                    <a:pt x="171005" y="239591"/>
                  </a:lnTo>
                  <a:lnTo>
                    <a:pt x="169083" y="239591"/>
                  </a:lnTo>
                  <a:lnTo>
                    <a:pt x="167162" y="239591"/>
                  </a:lnTo>
                  <a:lnTo>
                    <a:pt x="165240" y="239591"/>
                  </a:lnTo>
                  <a:lnTo>
                    <a:pt x="163319" y="239591"/>
                  </a:lnTo>
                  <a:lnTo>
                    <a:pt x="161398" y="239591"/>
                  </a:lnTo>
                  <a:lnTo>
                    <a:pt x="159476" y="239591"/>
                  </a:lnTo>
                  <a:lnTo>
                    <a:pt x="157555" y="239591"/>
                  </a:lnTo>
                  <a:lnTo>
                    <a:pt x="155633" y="239591"/>
                  </a:lnTo>
                  <a:lnTo>
                    <a:pt x="153712" y="239591"/>
                  </a:lnTo>
                  <a:lnTo>
                    <a:pt x="151791" y="239591"/>
                  </a:lnTo>
                  <a:lnTo>
                    <a:pt x="149869" y="239591"/>
                  </a:lnTo>
                  <a:lnTo>
                    <a:pt x="147948" y="239591"/>
                  </a:lnTo>
                  <a:lnTo>
                    <a:pt x="146026" y="239591"/>
                  </a:lnTo>
                  <a:lnTo>
                    <a:pt x="144105" y="239591"/>
                  </a:lnTo>
                  <a:lnTo>
                    <a:pt x="142183" y="239591"/>
                  </a:lnTo>
                  <a:lnTo>
                    <a:pt x="140262" y="239591"/>
                  </a:lnTo>
                  <a:lnTo>
                    <a:pt x="138341" y="239591"/>
                  </a:lnTo>
                  <a:lnTo>
                    <a:pt x="136419" y="239591"/>
                  </a:lnTo>
                  <a:lnTo>
                    <a:pt x="134498" y="239591"/>
                  </a:lnTo>
                  <a:lnTo>
                    <a:pt x="132576" y="239591"/>
                  </a:lnTo>
                  <a:lnTo>
                    <a:pt x="130655" y="239591"/>
                  </a:lnTo>
                  <a:lnTo>
                    <a:pt x="128734" y="239591"/>
                  </a:lnTo>
                  <a:lnTo>
                    <a:pt x="126812" y="239591"/>
                  </a:lnTo>
                  <a:lnTo>
                    <a:pt x="124891" y="239591"/>
                  </a:lnTo>
                  <a:lnTo>
                    <a:pt x="122969" y="239591"/>
                  </a:lnTo>
                  <a:lnTo>
                    <a:pt x="121048" y="239591"/>
                  </a:lnTo>
                  <a:lnTo>
                    <a:pt x="119127" y="239591"/>
                  </a:lnTo>
                  <a:lnTo>
                    <a:pt x="117205" y="239591"/>
                  </a:lnTo>
                  <a:lnTo>
                    <a:pt x="115284" y="239591"/>
                  </a:lnTo>
                  <a:lnTo>
                    <a:pt x="113362" y="239591"/>
                  </a:lnTo>
                  <a:lnTo>
                    <a:pt x="111441" y="239591"/>
                  </a:lnTo>
                  <a:lnTo>
                    <a:pt x="109520" y="239591"/>
                  </a:lnTo>
                  <a:lnTo>
                    <a:pt x="107598" y="239591"/>
                  </a:lnTo>
                  <a:lnTo>
                    <a:pt x="105677" y="239591"/>
                  </a:lnTo>
                  <a:lnTo>
                    <a:pt x="103755" y="239591"/>
                  </a:lnTo>
                  <a:lnTo>
                    <a:pt x="101834" y="239591"/>
                  </a:lnTo>
                  <a:lnTo>
                    <a:pt x="99913" y="239591"/>
                  </a:lnTo>
                  <a:lnTo>
                    <a:pt x="97991" y="239591"/>
                  </a:lnTo>
                  <a:lnTo>
                    <a:pt x="96070" y="239591"/>
                  </a:lnTo>
                  <a:lnTo>
                    <a:pt x="94148" y="239591"/>
                  </a:lnTo>
                  <a:lnTo>
                    <a:pt x="92227" y="239591"/>
                  </a:lnTo>
                  <a:lnTo>
                    <a:pt x="90306" y="239591"/>
                  </a:lnTo>
                  <a:lnTo>
                    <a:pt x="88384" y="239591"/>
                  </a:lnTo>
                  <a:lnTo>
                    <a:pt x="86463" y="239591"/>
                  </a:lnTo>
                  <a:lnTo>
                    <a:pt x="84541" y="239591"/>
                  </a:lnTo>
                  <a:lnTo>
                    <a:pt x="82620" y="239591"/>
                  </a:lnTo>
                  <a:lnTo>
                    <a:pt x="80699" y="239591"/>
                  </a:lnTo>
                  <a:lnTo>
                    <a:pt x="78777" y="239591"/>
                  </a:lnTo>
                  <a:lnTo>
                    <a:pt x="76856" y="239591"/>
                  </a:lnTo>
                  <a:lnTo>
                    <a:pt x="74934" y="239591"/>
                  </a:lnTo>
                  <a:lnTo>
                    <a:pt x="73013" y="239591"/>
                  </a:lnTo>
                  <a:lnTo>
                    <a:pt x="71091" y="239591"/>
                  </a:lnTo>
                  <a:lnTo>
                    <a:pt x="69170" y="239591"/>
                  </a:lnTo>
                  <a:lnTo>
                    <a:pt x="67249" y="239591"/>
                  </a:lnTo>
                  <a:lnTo>
                    <a:pt x="65327" y="239591"/>
                  </a:lnTo>
                  <a:lnTo>
                    <a:pt x="63406" y="239591"/>
                  </a:lnTo>
                  <a:lnTo>
                    <a:pt x="61484" y="239591"/>
                  </a:lnTo>
                  <a:lnTo>
                    <a:pt x="59563" y="239591"/>
                  </a:lnTo>
                  <a:lnTo>
                    <a:pt x="57642" y="239591"/>
                  </a:lnTo>
                  <a:lnTo>
                    <a:pt x="55720" y="239591"/>
                  </a:lnTo>
                  <a:lnTo>
                    <a:pt x="53799" y="239591"/>
                  </a:lnTo>
                  <a:lnTo>
                    <a:pt x="51877" y="239591"/>
                  </a:lnTo>
                  <a:lnTo>
                    <a:pt x="49956" y="239591"/>
                  </a:lnTo>
                  <a:lnTo>
                    <a:pt x="48035" y="239591"/>
                  </a:lnTo>
                  <a:lnTo>
                    <a:pt x="46113" y="239591"/>
                  </a:lnTo>
                  <a:lnTo>
                    <a:pt x="44192" y="239591"/>
                  </a:lnTo>
                  <a:lnTo>
                    <a:pt x="42270" y="239591"/>
                  </a:lnTo>
                  <a:lnTo>
                    <a:pt x="40349" y="239591"/>
                  </a:lnTo>
                  <a:lnTo>
                    <a:pt x="38428" y="239591"/>
                  </a:lnTo>
                  <a:lnTo>
                    <a:pt x="36506" y="239591"/>
                  </a:lnTo>
                  <a:lnTo>
                    <a:pt x="34585" y="239591"/>
                  </a:lnTo>
                  <a:lnTo>
                    <a:pt x="32663" y="239591"/>
                  </a:lnTo>
                  <a:lnTo>
                    <a:pt x="30742" y="239591"/>
                  </a:lnTo>
                  <a:lnTo>
                    <a:pt x="28821" y="239591"/>
                  </a:lnTo>
                  <a:lnTo>
                    <a:pt x="26899" y="239591"/>
                  </a:lnTo>
                  <a:lnTo>
                    <a:pt x="24978" y="239591"/>
                  </a:lnTo>
                  <a:lnTo>
                    <a:pt x="23056" y="239591"/>
                  </a:lnTo>
                  <a:lnTo>
                    <a:pt x="21135" y="239591"/>
                  </a:lnTo>
                  <a:lnTo>
                    <a:pt x="19214" y="239591"/>
                  </a:lnTo>
                  <a:lnTo>
                    <a:pt x="17292" y="239591"/>
                  </a:lnTo>
                  <a:lnTo>
                    <a:pt x="15371" y="239591"/>
                  </a:lnTo>
                  <a:lnTo>
                    <a:pt x="13449" y="239591"/>
                  </a:lnTo>
                  <a:lnTo>
                    <a:pt x="11528" y="239591"/>
                  </a:lnTo>
                  <a:lnTo>
                    <a:pt x="9607" y="239591"/>
                  </a:lnTo>
                  <a:lnTo>
                    <a:pt x="7685" y="239591"/>
                  </a:lnTo>
                  <a:lnTo>
                    <a:pt x="5764" y="239591"/>
                  </a:lnTo>
                  <a:lnTo>
                    <a:pt x="3842" y="239591"/>
                  </a:lnTo>
                  <a:lnTo>
                    <a:pt x="1921" y="23959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7906162" y="2543431"/>
              <a:ext cx="981838" cy="239588"/>
            </a:xfrm>
            <a:custGeom>
              <a:avLst/>
              <a:pathLst>
                <a:path w="981838" h="239588">
                  <a:moveTo>
                    <a:pt x="0" y="239588"/>
                  </a:moveTo>
                  <a:lnTo>
                    <a:pt x="1921" y="239587"/>
                  </a:lnTo>
                  <a:lnTo>
                    <a:pt x="3842" y="239586"/>
                  </a:lnTo>
                  <a:lnTo>
                    <a:pt x="5764" y="239584"/>
                  </a:lnTo>
                  <a:lnTo>
                    <a:pt x="7685" y="239582"/>
                  </a:lnTo>
                  <a:lnTo>
                    <a:pt x="9607" y="239580"/>
                  </a:lnTo>
                  <a:lnTo>
                    <a:pt x="11528" y="239577"/>
                  </a:lnTo>
                  <a:lnTo>
                    <a:pt x="13449" y="239573"/>
                  </a:lnTo>
                  <a:lnTo>
                    <a:pt x="15371" y="239569"/>
                  </a:lnTo>
                  <a:lnTo>
                    <a:pt x="17292" y="239563"/>
                  </a:lnTo>
                  <a:lnTo>
                    <a:pt x="19214" y="239557"/>
                  </a:lnTo>
                  <a:lnTo>
                    <a:pt x="21135" y="239549"/>
                  </a:lnTo>
                  <a:lnTo>
                    <a:pt x="23056" y="239539"/>
                  </a:lnTo>
                  <a:lnTo>
                    <a:pt x="24978" y="239528"/>
                  </a:lnTo>
                  <a:lnTo>
                    <a:pt x="26899" y="239513"/>
                  </a:lnTo>
                  <a:lnTo>
                    <a:pt x="28821" y="239497"/>
                  </a:lnTo>
                  <a:lnTo>
                    <a:pt x="30742" y="239477"/>
                  </a:lnTo>
                  <a:lnTo>
                    <a:pt x="32663" y="239453"/>
                  </a:lnTo>
                  <a:lnTo>
                    <a:pt x="34585" y="239426"/>
                  </a:lnTo>
                  <a:lnTo>
                    <a:pt x="36506" y="239394"/>
                  </a:lnTo>
                  <a:lnTo>
                    <a:pt x="38428" y="239357"/>
                  </a:lnTo>
                  <a:lnTo>
                    <a:pt x="40349" y="239313"/>
                  </a:lnTo>
                  <a:lnTo>
                    <a:pt x="42270" y="239263"/>
                  </a:lnTo>
                  <a:lnTo>
                    <a:pt x="44192" y="239206"/>
                  </a:lnTo>
                  <a:lnTo>
                    <a:pt x="46113" y="239142"/>
                  </a:lnTo>
                  <a:lnTo>
                    <a:pt x="48035" y="239066"/>
                  </a:lnTo>
                  <a:lnTo>
                    <a:pt x="49956" y="238981"/>
                  </a:lnTo>
                  <a:lnTo>
                    <a:pt x="51877" y="238886"/>
                  </a:lnTo>
                  <a:lnTo>
                    <a:pt x="53799" y="238780"/>
                  </a:lnTo>
                  <a:lnTo>
                    <a:pt x="55720" y="238663"/>
                  </a:lnTo>
                  <a:lnTo>
                    <a:pt x="57642" y="238531"/>
                  </a:lnTo>
                  <a:lnTo>
                    <a:pt x="59563" y="238384"/>
                  </a:lnTo>
                  <a:lnTo>
                    <a:pt x="61484" y="238223"/>
                  </a:lnTo>
                  <a:lnTo>
                    <a:pt x="63406" y="238049"/>
                  </a:lnTo>
                  <a:lnTo>
                    <a:pt x="65327" y="237859"/>
                  </a:lnTo>
                  <a:lnTo>
                    <a:pt x="67249" y="237654"/>
                  </a:lnTo>
                  <a:lnTo>
                    <a:pt x="69170" y="237430"/>
                  </a:lnTo>
                  <a:lnTo>
                    <a:pt x="71091" y="237191"/>
                  </a:lnTo>
                  <a:lnTo>
                    <a:pt x="73013" y="236938"/>
                  </a:lnTo>
                  <a:lnTo>
                    <a:pt x="74934" y="236670"/>
                  </a:lnTo>
                  <a:lnTo>
                    <a:pt x="76856" y="236388"/>
                  </a:lnTo>
                  <a:lnTo>
                    <a:pt x="78777" y="236089"/>
                  </a:lnTo>
                  <a:lnTo>
                    <a:pt x="80699" y="235779"/>
                  </a:lnTo>
                  <a:lnTo>
                    <a:pt x="82620" y="235458"/>
                  </a:lnTo>
                  <a:lnTo>
                    <a:pt x="84541" y="235128"/>
                  </a:lnTo>
                  <a:lnTo>
                    <a:pt x="86463" y="234791"/>
                  </a:lnTo>
                  <a:lnTo>
                    <a:pt x="88384" y="234447"/>
                  </a:lnTo>
                  <a:lnTo>
                    <a:pt x="90306" y="234099"/>
                  </a:lnTo>
                  <a:lnTo>
                    <a:pt x="92227" y="233751"/>
                  </a:lnTo>
                  <a:lnTo>
                    <a:pt x="94148" y="233405"/>
                  </a:lnTo>
                  <a:lnTo>
                    <a:pt x="96070" y="233062"/>
                  </a:lnTo>
                  <a:lnTo>
                    <a:pt x="97991" y="232725"/>
                  </a:lnTo>
                  <a:lnTo>
                    <a:pt x="99913" y="232399"/>
                  </a:lnTo>
                  <a:lnTo>
                    <a:pt x="101834" y="232085"/>
                  </a:lnTo>
                  <a:lnTo>
                    <a:pt x="103755" y="231784"/>
                  </a:lnTo>
                  <a:lnTo>
                    <a:pt x="105677" y="231499"/>
                  </a:lnTo>
                  <a:lnTo>
                    <a:pt x="107598" y="231232"/>
                  </a:lnTo>
                  <a:lnTo>
                    <a:pt x="109520" y="230988"/>
                  </a:lnTo>
                  <a:lnTo>
                    <a:pt x="111441" y="230767"/>
                  </a:lnTo>
                  <a:lnTo>
                    <a:pt x="113362" y="230568"/>
                  </a:lnTo>
                  <a:lnTo>
                    <a:pt x="115284" y="230392"/>
                  </a:lnTo>
                  <a:lnTo>
                    <a:pt x="117205" y="230240"/>
                  </a:lnTo>
                  <a:lnTo>
                    <a:pt x="119127" y="230113"/>
                  </a:lnTo>
                  <a:lnTo>
                    <a:pt x="121048" y="230013"/>
                  </a:lnTo>
                  <a:lnTo>
                    <a:pt x="122969" y="229935"/>
                  </a:lnTo>
                  <a:lnTo>
                    <a:pt x="124891" y="229878"/>
                  </a:lnTo>
                  <a:lnTo>
                    <a:pt x="126812" y="229841"/>
                  </a:lnTo>
                  <a:lnTo>
                    <a:pt x="128734" y="229822"/>
                  </a:lnTo>
                  <a:lnTo>
                    <a:pt x="130655" y="229822"/>
                  </a:lnTo>
                  <a:lnTo>
                    <a:pt x="132576" y="229835"/>
                  </a:lnTo>
                  <a:lnTo>
                    <a:pt x="134498" y="229858"/>
                  </a:lnTo>
                  <a:lnTo>
                    <a:pt x="136419" y="229888"/>
                  </a:lnTo>
                  <a:lnTo>
                    <a:pt x="138341" y="229923"/>
                  </a:lnTo>
                  <a:lnTo>
                    <a:pt x="140262" y="229960"/>
                  </a:lnTo>
                  <a:lnTo>
                    <a:pt x="142183" y="229995"/>
                  </a:lnTo>
                  <a:lnTo>
                    <a:pt x="144105" y="230025"/>
                  </a:lnTo>
                  <a:lnTo>
                    <a:pt x="146026" y="230048"/>
                  </a:lnTo>
                  <a:lnTo>
                    <a:pt x="147948" y="230063"/>
                  </a:lnTo>
                  <a:lnTo>
                    <a:pt x="149869" y="230065"/>
                  </a:lnTo>
                  <a:lnTo>
                    <a:pt x="151791" y="230051"/>
                  </a:lnTo>
                  <a:lnTo>
                    <a:pt x="153712" y="230021"/>
                  </a:lnTo>
                  <a:lnTo>
                    <a:pt x="155633" y="229975"/>
                  </a:lnTo>
                  <a:lnTo>
                    <a:pt x="157555" y="229913"/>
                  </a:lnTo>
                  <a:lnTo>
                    <a:pt x="159476" y="229833"/>
                  </a:lnTo>
                  <a:lnTo>
                    <a:pt x="161398" y="229733"/>
                  </a:lnTo>
                  <a:lnTo>
                    <a:pt x="163319" y="229615"/>
                  </a:lnTo>
                  <a:lnTo>
                    <a:pt x="165240" y="229481"/>
                  </a:lnTo>
                  <a:lnTo>
                    <a:pt x="167162" y="229333"/>
                  </a:lnTo>
                  <a:lnTo>
                    <a:pt x="169083" y="229172"/>
                  </a:lnTo>
                  <a:lnTo>
                    <a:pt x="171005" y="228999"/>
                  </a:lnTo>
                  <a:lnTo>
                    <a:pt x="172926" y="228814"/>
                  </a:lnTo>
                  <a:lnTo>
                    <a:pt x="174847" y="228624"/>
                  </a:lnTo>
                  <a:lnTo>
                    <a:pt x="176769" y="228429"/>
                  </a:lnTo>
                  <a:lnTo>
                    <a:pt x="178690" y="228231"/>
                  </a:lnTo>
                  <a:lnTo>
                    <a:pt x="180612" y="228033"/>
                  </a:lnTo>
                  <a:lnTo>
                    <a:pt x="182533" y="227838"/>
                  </a:lnTo>
                  <a:lnTo>
                    <a:pt x="184454" y="227649"/>
                  </a:lnTo>
                  <a:lnTo>
                    <a:pt x="186376" y="227466"/>
                  </a:lnTo>
                  <a:lnTo>
                    <a:pt x="188297" y="227292"/>
                  </a:lnTo>
                  <a:lnTo>
                    <a:pt x="190219" y="227129"/>
                  </a:lnTo>
                  <a:lnTo>
                    <a:pt x="192140" y="226979"/>
                  </a:lnTo>
                  <a:lnTo>
                    <a:pt x="194061" y="226844"/>
                  </a:lnTo>
                  <a:lnTo>
                    <a:pt x="195983" y="226723"/>
                  </a:lnTo>
                  <a:lnTo>
                    <a:pt x="197904" y="226617"/>
                  </a:lnTo>
                  <a:lnTo>
                    <a:pt x="199826" y="226527"/>
                  </a:lnTo>
                  <a:lnTo>
                    <a:pt x="201747" y="226453"/>
                  </a:lnTo>
                  <a:lnTo>
                    <a:pt x="203668" y="226399"/>
                  </a:lnTo>
                  <a:lnTo>
                    <a:pt x="205590" y="226360"/>
                  </a:lnTo>
                  <a:lnTo>
                    <a:pt x="207511" y="226338"/>
                  </a:lnTo>
                  <a:lnTo>
                    <a:pt x="209433" y="226330"/>
                  </a:lnTo>
                  <a:lnTo>
                    <a:pt x="211354" y="226337"/>
                  </a:lnTo>
                  <a:lnTo>
                    <a:pt x="213275" y="226362"/>
                  </a:lnTo>
                  <a:lnTo>
                    <a:pt x="215197" y="226400"/>
                  </a:lnTo>
                  <a:lnTo>
                    <a:pt x="217118" y="226452"/>
                  </a:lnTo>
                  <a:lnTo>
                    <a:pt x="219040" y="226516"/>
                  </a:lnTo>
                  <a:lnTo>
                    <a:pt x="220961" y="226592"/>
                  </a:lnTo>
                  <a:lnTo>
                    <a:pt x="222883" y="226680"/>
                  </a:lnTo>
                  <a:lnTo>
                    <a:pt x="224804" y="226781"/>
                  </a:lnTo>
                  <a:lnTo>
                    <a:pt x="226725" y="226891"/>
                  </a:lnTo>
                  <a:lnTo>
                    <a:pt x="228647" y="227011"/>
                  </a:lnTo>
                  <a:lnTo>
                    <a:pt x="230568" y="227141"/>
                  </a:lnTo>
                  <a:lnTo>
                    <a:pt x="232490" y="227279"/>
                  </a:lnTo>
                  <a:lnTo>
                    <a:pt x="234411" y="227427"/>
                  </a:lnTo>
                  <a:lnTo>
                    <a:pt x="236332" y="227584"/>
                  </a:lnTo>
                  <a:lnTo>
                    <a:pt x="238254" y="227748"/>
                  </a:lnTo>
                  <a:lnTo>
                    <a:pt x="240175" y="227919"/>
                  </a:lnTo>
                  <a:lnTo>
                    <a:pt x="242097" y="228097"/>
                  </a:lnTo>
                  <a:lnTo>
                    <a:pt x="244018" y="228283"/>
                  </a:lnTo>
                  <a:lnTo>
                    <a:pt x="245939" y="228476"/>
                  </a:lnTo>
                  <a:lnTo>
                    <a:pt x="247861" y="228674"/>
                  </a:lnTo>
                  <a:lnTo>
                    <a:pt x="249782" y="228878"/>
                  </a:lnTo>
                  <a:lnTo>
                    <a:pt x="251704" y="229086"/>
                  </a:lnTo>
                  <a:lnTo>
                    <a:pt x="253625" y="229300"/>
                  </a:lnTo>
                  <a:lnTo>
                    <a:pt x="255546" y="229518"/>
                  </a:lnTo>
                  <a:lnTo>
                    <a:pt x="257468" y="229739"/>
                  </a:lnTo>
                  <a:lnTo>
                    <a:pt x="259389" y="229962"/>
                  </a:lnTo>
                  <a:lnTo>
                    <a:pt x="261311" y="230188"/>
                  </a:lnTo>
                  <a:lnTo>
                    <a:pt x="263232" y="230415"/>
                  </a:lnTo>
                  <a:lnTo>
                    <a:pt x="265153" y="230643"/>
                  </a:lnTo>
                  <a:lnTo>
                    <a:pt x="267075" y="230870"/>
                  </a:lnTo>
                  <a:lnTo>
                    <a:pt x="268996" y="231097"/>
                  </a:lnTo>
                  <a:lnTo>
                    <a:pt x="270918" y="231321"/>
                  </a:lnTo>
                  <a:lnTo>
                    <a:pt x="272839" y="231544"/>
                  </a:lnTo>
                  <a:lnTo>
                    <a:pt x="274760" y="231763"/>
                  </a:lnTo>
                  <a:lnTo>
                    <a:pt x="276682" y="231976"/>
                  </a:lnTo>
                  <a:lnTo>
                    <a:pt x="278603" y="232185"/>
                  </a:lnTo>
                  <a:lnTo>
                    <a:pt x="280525" y="232388"/>
                  </a:lnTo>
                  <a:lnTo>
                    <a:pt x="282446" y="232584"/>
                  </a:lnTo>
                  <a:lnTo>
                    <a:pt x="284367" y="232773"/>
                  </a:lnTo>
                  <a:lnTo>
                    <a:pt x="286289" y="232951"/>
                  </a:lnTo>
                  <a:lnTo>
                    <a:pt x="288210" y="233120"/>
                  </a:lnTo>
                  <a:lnTo>
                    <a:pt x="290132" y="233279"/>
                  </a:lnTo>
                  <a:lnTo>
                    <a:pt x="292053" y="233427"/>
                  </a:lnTo>
                  <a:lnTo>
                    <a:pt x="293975" y="233564"/>
                  </a:lnTo>
                  <a:lnTo>
                    <a:pt x="295896" y="233685"/>
                  </a:lnTo>
                  <a:lnTo>
                    <a:pt x="297817" y="233793"/>
                  </a:lnTo>
                  <a:lnTo>
                    <a:pt x="299739" y="233887"/>
                  </a:lnTo>
                  <a:lnTo>
                    <a:pt x="301660" y="233966"/>
                  </a:lnTo>
                  <a:lnTo>
                    <a:pt x="303582" y="234030"/>
                  </a:lnTo>
                  <a:lnTo>
                    <a:pt x="305503" y="234076"/>
                  </a:lnTo>
                  <a:lnTo>
                    <a:pt x="307424" y="234103"/>
                  </a:lnTo>
                  <a:lnTo>
                    <a:pt x="309346" y="234113"/>
                  </a:lnTo>
                  <a:lnTo>
                    <a:pt x="311267" y="234106"/>
                  </a:lnTo>
                  <a:lnTo>
                    <a:pt x="313189" y="234081"/>
                  </a:lnTo>
                  <a:lnTo>
                    <a:pt x="315110" y="234037"/>
                  </a:lnTo>
                  <a:lnTo>
                    <a:pt x="317031" y="233969"/>
                  </a:lnTo>
                  <a:lnTo>
                    <a:pt x="318953" y="233881"/>
                  </a:lnTo>
                  <a:lnTo>
                    <a:pt x="320874" y="233774"/>
                  </a:lnTo>
                  <a:lnTo>
                    <a:pt x="322796" y="233648"/>
                  </a:lnTo>
                  <a:lnTo>
                    <a:pt x="324717" y="233501"/>
                  </a:lnTo>
                  <a:lnTo>
                    <a:pt x="326638" y="233329"/>
                  </a:lnTo>
                  <a:lnTo>
                    <a:pt x="328560" y="233135"/>
                  </a:lnTo>
                  <a:lnTo>
                    <a:pt x="330481" y="232920"/>
                  </a:lnTo>
                  <a:lnTo>
                    <a:pt x="332403" y="232685"/>
                  </a:lnTo>
                  <a:lnTo>
                    <a:pt x="334324" y="232428"/>
                  </a:lnTo>
                  <a:lnTo>
                    <a:pt x="336245" y="232149"/>
                  </a:lnTo>
                  <a:lnTo>
                    <a:pt x="338167" y="231844"/>
                  </a:lnTo>
                  <a:lnTo>
                    <a:pt x="340088" y="231518"/>
                  </a:lnTo>
                  <a:lnTo>
                    <a:pt x="342010" y="231171"/>
                  </a:lnTo>
                  <a:lnTo>
                    <a:pt x="343931" y="230804"/>
                  </a:lnTo>
                  <a:lnTo>
                    <a:pt x="345852" y="230416"/>
                  </a:lnTo>
                  <a:lnTo>
                    <a:pt x="347774" y="230002"/>
                  </a:lnTo>
                  <a:lnTo>
                    <a:pt x="349695" y="229567"/>
                  </a:lnTo>
                  <a:lnTo>
                    <a:pt x="351617" y="229113"/>
                  </a:lnTo>
                  <a:lnTo>
                    <a:pt x="353538" y="228639"/>
                  </a:lnTo>
                  <a:lnTo>
                    <a:pt x="355459" y="228146"/>
                  </a:lnTo>
                  <a:lnTo>
                    <a:pt x="357381" y="227631"/>
                  </a:lnTo>
                  <a:lnTo>
                    <a:pt x="359302" y="227095"/>
                  </a:lnTo>
                  <a:lnTo>
                    <a:pt x="361224" y="226541"/>
                  </a:lnTo>
                  <a:lnTo>
                    <a:pt x="363145" y="225969"/>
                  </a:lnTo>
                  <a:lnTo>
                    <a:pt x="365067" y="225379"/>
                  </a:lnTo>
                  <a:lnTo>
                    <a:pt x="366988" y="224771"/>
                  </a:lnTo>
                  <a:lnTo>
                    <a:pt x="368909" y="224141"/>
                  </a:lnTo>
                  <a:lnTo>
                    <a:pt x="370831" y="223494"/>
                  </a:lnTo>
                  <a:lnTo>
                    <a:pt x="372752" y="222830"/>
                  </a:lnTo>
                  <a:lnTo>
                    <a:pt x="374674" y="222149"/>
                  </a:lnTo>
                  <a:lnTo>
                    <a:pt x="376595" y="221452"/>
                  </a:lnTo>
                  <a:lnTo>
                    <a:pt x="378516" y="220734"/>
                  </a:lnTo>
                  <a:lnTo>
                    <a:pt x="380438" y="219997"/>
                  </a:lnTo>
                  <a:lnTo>
                    <a:pt x="382359" y="219243"/>
                  </a:lnTo>
                  <a:lnTo>
                    <a:pt x="384281" y="218472"/>
                  </a:lnTo>
                  <a:lnTo>
                    <a:pt x="386202" y="217683"/>
                  </a:lnTo>
                  <a:lnTo>
                    <a:pt x="388123" y="216874"/>
                  </a:lnTo>
                  <a:lnTo>
                    <a:pt x="390045" y="216044"/>
                  </a:lnTo>
                  <a:lnTo>
                    <a:pt x="391966" y="215195"/>
                  </a:lnTo>
                  <a:lnTo>
                    <a:pt x="393888" y="214327"/>
                  </a:lnTo>
                  <a:lnTo>
                    <a:pt x="395809" y="213439"/>
                  </a:lnTo>
                  <a:lnTo>
                    <a:pt x="397730" y="212531"/>
                  </a:lnTo>
                  <a:lnTo>
                    <a:pt x="399652" y="211597"/>
                  </a:lnTo>
                  <a:lnTo>
                    <a:pt x="401573" y="210642"/>
                  </a:lnTo>
                  <a:lnTo>
                    <a:pt x="403495" y="209665"/>
                  </a:lnTo>
                  <a:lnTo>
                    <a:pt x="405416" y="208666"/>
                  </a:lnTo>
                  <a:lnTo>
                    <a:pt x="407337" y="207644"/>
                  </a:lnTo>
                  <a:lnTo>
                    <a:pt x="409259" y="206594"/>
                  </a:lnTo>
                  <a:lnTo>
                    <a:pt x="411180" y="205517"/>
                  </a:lnTo>
                  <a:lnTo>
                    <a:pt x="413102" y="204415"/>
                  </a:lnTo>
                  <a:lnTo>
                    <a:pt x="415023" y="203287"/>
                  </a:lnTo>
                  <a:lnTo>
                    <a:pt x="416944" y="202132"/>
                  </a:lnTo>
                  <a:lnTo>
                    <a:pt x="418866" y="200947"/>
                  </a:lnTo>
                  <a:lnTo>
                    <a:pt x="420787" y="199726"/>
                  </a:lnTo>
                  <a:lnTo>
                    <a:pt x="422709" y="198474"/>
                  </a:lnTo>
                  <a:lnTo>
                    <a:pt x="424630" y="197189"/>
                  </a:lnTo>
                  <a:lnTo>
                    <a:pt x="426551" y="195870"/>
                  </a:lnTo>
                  <a:lnTo>
                    <a:pt x="428473" y="194516"/>
                  </a:lnTo>
                  <a:lnTo>
                    <a:pt x="430394" y="193115"/>
                  </a:lnTo>
                  <a:lnTo>
                    <a:pt x="432316" y="191671"/>
                  </a:lnTo>
                  <a:lnTo>
                    <a:pt x="434237" y="190184"/>
                  </a:lnTo>
                  <a:lnTo>
                    <a:pt x="436159" y="188652"/>
                  </a:lnTo>
                  <a:lnTo>
                    <a:pt x="438080" y="187072"/>
                  </a:lnTo>
                  <a:lnTo>
                    <a:pt x="440001" y="185434"/>
                  </a:lnTo>
                  <a:lnTo>
                    <a:pt x="441923" y="183733"/>
                  </a:lnTo>
                  <a:lnTo>
                    <a:pt x="443844" y="181974"/>
                  </a:lnTo>
                  <a:lnTo>
                    <a:pt x="445766" y="180153"/>
                  </a:lnTo>
                  <a:lnTo>
                    <a:pt x="447687" y="178268"/>
                  </a:lnTo>
                  <a:lnTo>
                    <a:pt x="449608" y="176314"/>
                  </a:lnTo>
                  <a:lnTo>
                    <a:pt x="451530" y="174268"/>
                  </a:lnTo>
                  <a:lnTo>
                    <a:pt x="453451" y="172144"/>
                  </a:lnTo>
                  <a:lnTo>
                    <a:pt x="455373" y="169941"/>
                  </a:lnTo>
                  <a:lnTo>
                    <a:pt x="457294" y="167655"/>
                  </a:lnTo>
                  <a:lnTo>
                    <a:pt x="459215" y="165281"/>
                  </a:lnTo>
                  <a:lnTo>
                    <a:pt x="461137" y="162800"/>
                  </a:lnTo>
                  <a:lnTo>
                    <a:pt x="463058" y="160215"/>
                  </a:lnTo>
                  <a:lnTo>
                    <a:pt x="464980" y="157531"/>
                  </a:lnTo>
                  <a:lnTo>
                    <a:pt x="466901" y="154747"/>
                  </a:lnTo>
                  <a:lnTo>
                    <a:pt x="468822" y="151860"/>
                  </a:lnTo>
                  <a:lnTo>
                    <a:pt x="470744" y="148859"/>
                  </a:lnTo>
                  <a:lnTo>
                    <a:pt x="472665" y="145727"/>
                  </a:lnTo>
                  <a:lnTo>
                    <a:pt x="474587" y="142486"/>
                  </a:lnTo>
                  <a:lnTo>
                    <a:pt x="476508" y="139133"/>
                  </a:lnTo>
                  <a:lnTo>
                    <a:pt x="478429" y="135670"/>
                  </a:lnTo>
                  <a:lnTo>
                    <a:pt x="480351" y="132096"/>
                  </a:lnTo>
                  <a:lnTo>
                    <a:pt x="482272" y="128383"/>
                  </a:lnTo>
                  <a:lnTo>
                    <a:pt x="484194" y="124557"/>
                  </a:lnTo>
                  <a:lnTo>
                    <a:pt x="486115" y="120626"/>
                  </a:lnTo>
                  <a:lnTo>
                    <a:pt x="488036" y="116590"/>
                  </a:lnTo>
                  <a:lnTo>
                    <a:pt x="489958" y="112455"/>
                  </a:lnTo>
                  <a:lnTo>
                    <a:pt x="491879" y="108211"/>
                  </a:lnTo>
                  <a:lnTo>
                    <a:pt x="493801" y="103866"/>
                  </a:lnTo>
                  <a:lnTo>
                    <a:pt x="495722" y="99441"/>
                  </a:lnTo>
                  <a:lnTo>
                    <a:pt x="497643" y="94943"/>
                  </a:lnTo>
                  <a:lnTo>
                    <a:pt x="499565" y="90381"/>
                  </a:lnTo>
                  <a:lnTo>
                    <a:pt x="501486" y="85760"/>
                  </a:lnTo>
                  <a:lnTo>
                    <a:pt x="503408" y="81087"/>
                  </a:lnTo>
                  <a:lnTo>
                    <a:pt x="505329" y="76387"/>
                  </a:lnTo>
                  <a:lnTo>
                    <a:pt x="507250" y="71673"/>
                  </a:lnTo>
                  <a:lnTo>
                    <a:pt x="509172" y="66956"/>
                  </a:lnTo>
                  <a:lnTo>
                    <a:pt x="511093" y="62249"/>
                  </a:lnTo>
                  <a:lnTo>
                    <a:pt x="513015" y="57579"/>
                  </a:lnTo>
                  <a:lnTo>
                    <a:pt x="514936" y="52962"/>
                  </a:lnTo>
                  <a:lnTo>
                    <a:pt x="516858" y="48412"/>
                  </a:lnTo>
                  <a:lnTo>
                    <a:pt x="518779" y="43946"/>
                  </a:lnTo>
                  <a:lnTo>
                    <a:pt x="520700" y="39578"/>
                  </a:lnTo>
                  <a:lnTo>
                    <a:pt x="522622" y="35341"/>
                  </a:lnTo>
                  <a:lnTo>
                    <a:pt x="524543" y="31272"/>
                  </a:lnTo>
                  <a:lnTo>
                    <a:pt x="526465" y="27365"/>
                  </a:lnTo>
                  <a:lnTo>
                    <a:pt x="528386" y="23637"/>
                  </a:lnTo>
                  <a:lnTo>
                    <a:pt x="530307" y="20103"/>
                  </a:lnTo>
                  <a:lnTo>
                    <a:pt x="532229" y="16780"/>
                  </a:lnTo>
                  <a:lnTo>
                    <a:pt x="534150" y="13757"/>
                  </a:lnTo>
                  <a:lnTo>
                    <a:pt x="536072" y="10989"/>
                  </a:lnTo>
                  <a:lnTo>
                    <a:pt x="537993" y="8489"/>
                  </a:lnTo>
                  <a:lnTo>
                    <a:pt x="539914" y="6270"/>
                  </a:lnTo>
                  <a:lnTo>
                    <a:pt x="541836" y="4344"/>
                  </a:lnTo>
                  <a:lnTo>
                    <a:pt x="543757" y="2779"/>
                  </a:lnTo>
                  <a:lnTo>
                    <a:pt x="545679" y="1578"/>
                  </a:lnTo>
                  <a:lnTo>
                    <a:pt x="547600" y="709"/>
                  </a:lnTo>
                  <a:lnTo>
                    <a:pt x="549521" y="180"/>
                  </a:lnTo>
                  <a:lnTo>
                    <a:pt x="551443" y="0"/>
                  </a:lnTo>
                  <a:lnTo>
                    <a:pt x="553364" y="192"/>
                  </a:lnTo>
                  <a:lnTo>
                    <a:pt x="555286" y="828"/>
                  </a:lnTo>
                  <a:lnTo>
                    <a:pt x="557207" y="1825"/>
                  </a:lnTo>
                  <a:lnTo>
                    <a:pt x="559128" y="3183"/>
                  </a:lnTo>
                  <a:lnTo>
                    <a:pt x="561050" y="4899"/>
                  </a:lnTo>
                  <a:lnTo>
                    <a:pt x="562971" y="6973"/>
                  </a:lnTo>
                  <a:lnTo>
                    <a:pt x="564893" y="9480"/>
                  </a:lnTo>
                  <a:lnTo>
                    <a:pt x="566814" y="12349"/>
                  </a:lnTo>
                  <a:lnTo>
                    <a:pt x="568735" y="15550"/>
                  </a:lnTo>
                  <a:lnTo>
                    <a:pt x="570657" y="19073"/>
                  </a:lnTo>
                  <a:lnTo>
                    <a:pt x="572578" y="22907"/>
                  </a:lnTo>
                  <a:lnTo>
                    <a:pt x="574500" y="27076"/>
                  </a:lnTo>
                  <a:lnTo>
                    <a:pt x="576421" y="31567"/>
                  </a:lnTo>
                  <a:lnTo>
                    <a:pt x="578342" y="36316"/>
                  </a:lnTo>
                  <a:lnTo>
                    <a:pt x="580264" y="41304"/>
                  </a:lnTo>
                  <a:lnTo>
                    <a:pt x="582185" y="46513"/>
                  </a:lnTo>
                  <a:lnTo>
                    <a:pt x="584107" y="51928"/>
                  </a:lnTo>
                  <a:lnTo>
                    <a:pt x="586028" y="57568"/>
                  </a:lnTo>
                  <a:lnTo>
                    <a:pt x="587950" y="63353"/>
                  </a:lnTo>
                  <a:lnTo>
                    <a:pt x="589871" y="69265"/>
                  </a:lnTo>
                  <a:lnTo>
                    <a:pt x="591792" y="75280"/>
                  </a:lnTo>
                  <a:lnTo>
                    <a:pt x="593714" y="81379"/>
                  </a:lnTo>
                  <a:lnTo>
                    <a:pt x="595635" y="87546"/>
                  </a:lnTo>
                  <a:lnTo>
                    <a:pt x="597557" y="93742"/>
                  </a:lnTo>
                  <a:lnTo>
                    <a:pt x="599478" y="99942"/>
                  </a:lnTo>
                  <a:lnTo>
                    <a:pt x="601399" y="106126"/>
                  </a:lnTo>
                  <a:lnTo>
                    <a:pt x="603321" y="112276"/>
                  </a:lnTo>
                  <a:lnTo>
                    <a:pt x="605242" y="118366"/>
                  </a:lnTo>
                  <a:lnTo>
                    <a:pt x="607164" y="124361"/>
                  </a:lnTo>
                  <a:lnTo>
                    <a:pt x="609085" y="130255"/>
                  </a:lnTo>
                  <a:lnTo>
                    <a:pt x="611006" y="136037"/>
                  </a:lnTo>
                  <a:lnTo>
                    <a:pt x="612928" y="141692"/>
                  </a:lnTo>
                  <a:lnTo>
                    <a:pt x="614849" y="147208"/>
                  </a:lnTo>
                  <a:lnTo>
                    <a:pt x="616771" y="152531"/>
                  </a:lnTo>
                  <a:lnTo>
                    <a:pt x="618692" y="157682"/>
                  </a:lnTo>
                  <a:lnTo>
                    <a:pt x="620613" y="162662"/>
                  </a:lnTo>
                  <a:lnTo>
                    <a:pt x="622535" y="167463"/>
                  </a:lnTo>
                  <a:lnTo>
                    <a:pt x="624456" y="172080"/>
                  </a:lnTo>
                  <a:lnTo>
                    <a:pt x="626378" y="176483"/>
                  </a:lnTo>
                  <a:lnTo>
                    <a:pt x="628299" y="180667"/>
                  </a:lnTo>
                  <a:lnTo>
                    <a:pt x="630220" y="184661"/>
                  </a:lnTo>
                  <a:lnTo>
                    <a:pt x="632142" y="188465"/>
                  </a:lnTo>
                  <a:lnTo>
                    <a:pt x="634063" y="192080"/>
                  </a:lnTo>
                  <a:lnTo>
                    <a:pt x="635985" y="195502"/>
                  </a:lnTo>
                  <a:lnTo>
                    <a:pt x="637906" y="198695"/>
                  </a:lnTo>
                  <a:lnTo>
                    <a:pt x="639827" y="201711"/>
                  </a:lnTo>
                  <a:lnTo>
                    <a:pt x="641749" y="204555"/>
                  </a:lnTo>
                  <a:lnTo>
                    <a:pt x="643670" y="207231"/>
                  </a:lnTo>
                  <a:lnTo>
                    <a:pt x="645592" y="209745"/>
                  </a:lnTo>
                  <a:lnTo>
                    <a:pt x="647513" y="212071"/>
                  </a:lnTo>
                  <a:lnTo>
                    <a:pt x="649434" y="214239"/>
                  </a:lnTo>
                  <a:lnTo>
                    <a:pt x="651356" y="216267"/>
                  </a:lnTo>
                  <a:lnTo>
                    <a:pt x="653277" y="218160"/>
                  </a:lnTo>
                  <a:lnTo>
                    <a:pt x="655199" y="219926"/>
                  </a:lnTo>
                  <a:lnTo>
                    <a:pt x="657120" y="221558"/>
                  </a:lnTo>
                  <a:lnTo>
                    <a:pt x="659042" y="223056"/>
                  </a:lnTo>
                  <a:lnTo>
                    <a:pt x="660963" y="224449"/>
                  </a:lnTo>
                  <a:lnTo>
                    <a:pt x="662884" y="225742"/>
                  </a:lnTo>
                  <a:lnTo>
                    <a:pt x="664806" y="226940"/>
                  </a:lnTo>
                  <a:lnTo>
                    <a:pt x="666727" y="228049"/>
                  </a:lnTo>
                  <a:lnTo>
                    <a:pt x="668649" y="229053"/>
                  </a:lnTo>
                  <a:lnTo>
                    <a:pt x="670570" y="229981"/>
                  </a:lnTo>
                  <a:lnTo>
                    <a:pt x="672491" y="230837"/>
                  </a:lnTo>
                  <a:lnTo>
                    <a:pt x="674413" y="231628"/>
                  </a:lnTo>
                  <a:lnTo>
                    <a:pt x="676334" y="232356"/>
                  </a:lnTo>
                  <a:lnTo>
                    <a:pt x="678256" y="233017"/>
                  </a:lnTo>
                  <a:lnTo>
                    <a:pt x="680177" y="233619"/>
                  </a:lnTo>
                  <a:lnTo>
                    <a:pt x="682098" y="234173"/>
                  </a:lnTo>
                  <a:lnTo>
                    <a:pt x="684020" y="234682"/>
                  </a:lnTo>
                  <a:lnTo>
                    <a:pt x="685941" y="235149"/>
                  </a:lnTo>
                  <a:lnTo>
                    <a:pt x="687863" y="235575"/>
                  </a:lnTo>
                  <a:lnTo>
                    <a:pt x="689784" y="235958"/>
                  </a:lnTo>
                  <a:lnTo>
                    <a:pt x="691705" y="236308"/>
                  </a:lnTo>
                  <a:lnTo>
                    <a:pt x="693627" y="236630"/>
                  </a:lnTo>
                  <a:lnTo>
                    <a:pt x="695548" y="236923"/>
                  </a:lnTo>
                  <a:lnTo>
                    <a:pt x="697470" y="237192"/>
                  </a:lnTo>
                  <a:lnTo>
                    <a:pt x="699391" y="237431"/>
                  </a:lnTo>
                  <a:lnTo>
                    <a:pt x="701312" y="237649"/>
                  </a:lnTo>
                  <a:lnTo>
                    <a:pt x="703234" y="237848"/>
                  </a:lnTo>
                  <a:lnTo>
                    <a:pt x="705155" y="238030"/>
                  </a:lnTo>
                  <a:lnTo>
                    <a:pt x="707077" y="238195"/>
                  </a:lnTo>
                  <a:lnTo>
                    <a:pt x="708998" y="238343"/>
                  </a:lnTo>
                  <a:lnTo>
                    <a:pt x="710919" y="238475"/>
                  </a:lnTo>
                  <a:lnTo>
                    <a:pt x="712841" y="238596"/>
                  </a:lnTo>
                  <a:lnTo>
                    <a:pt x="714762" y="238705"/>
                  </a:lnTo>
                  <a:lnTo>
                    <a:pt x="716684" y="238804"/>
                  </a:lnTo>
                  <a:lnTo>
                    <a:pt x="718605" y="238893"/>
                  </a:lnTo>
                  <a:lnTo>
                    <a:pt x="720526" y="238971"/>
                  </a:lnTo>
                  <a:lnTo>
                    <a:pt x="722448" y="239040"/>
                  </a:lnTo>
                  <a:lnTo>
                    <a:pt x="724369" y="239103"/>
                  </a:lnTo>
                  <a:lnTo>
                    <a:pt x="726291" y="239158"/>
                  </a:lnTo>
                  <a:lnTo>
                    <a:pt x="728212" y="239207"/>
                  </a:lnTo>
                  <a:lnTo>
                    <a:pt x="730134" y="239249"/>
                  </a:lnTo>
                  <a:lnTo>
                    <a:pt x="732055" y="239285"/>
                  </a:lnTo>
                  <a:lnTo>
                    <a:pt x="733976" y="239316"/>
                  </a:lnTo>
                  <a:lnTo>
                    <a:pt x="735898" y="239343"/>
                  </a:lnTo>
                  <a:lnTo>
                    <a:pt x="737819" y="239364"/>
                  </a:lnTo>
                  <a:lnTo>
                    <a:pt x="739741" y="239381"/>
                  </a:lnTo>
                  <a:lnTo>
                    <a:pt x="741662" y="239394"/>
                  </a:lnTo>
                  <a:lnTo>
                    <a:pt x="743583" y="239402"/>
                  </a:lnTo>
                  <a:lnTo>
                    <a:pt x="745505" y="239407"/>
                  </a:lnTo>
                  <a:lnTo>
                    <a:pt x="747426" y="239408"/>
                  </a:lnTo>
                  <a:lnTo>
                    <a:pt x="749348" y="239407"/>
                  </a:lnTo>
                  <a:lnTo>
                    <a:pt x="751269" y="239401"/>
                  </a:lnTo>
                  <a:lnTo>
                    <a:pt x="753190" y="239392"/>
                  </a:lnTo>
                  <a:lnTo>
                    <a:pt x="755112" y="239380"/>
                  </a:lnTo>
                  <a:lnTo>
                    <a:pt x="757033" y="239365"/>
                  </a:lnTo>
                  <a:lnTo>
                    <a:pt x="758955" y="239348"/>
                  </a:lnTo>
                  <a:lnTo>
                    <a:pt x="760876" y="239327"/>
                  </a:lnTo>
                  <a:lnTo>
                    <a:pt x="762797" y="239304"/>
                  </a:lnTo>
                  <a:lnTo>
                    <a:pt x="764719" y="239279"/>
                  </a:lnTo>
                  <a:lnTo>
                    <a:pt x="766640" y="239251"/>
                  </a:lnTo>
                  <a:lnTo>
                    <a:pt x="768562" y="239221"/>
                  </a:lnTo>
                  <a:lnTo>
                    <a:pt x="770483" y="239189"/>
                  </a:lnTo>
                  <a:lnTo>
                    <a:pt x="772404" y="239156"/>
                  </a:lnTo>
                  <a:lnTo>
                    <a:pt x="774326" y="239120"/>
                  </a:lnTo>
                  <a:lnTo>
                    <a:pt x="776247" y="239083"/>
                  </a:lnTo>
                  <a:lnTo>
                    <a:pt x="778169" y="239046"/>
                  </a:lnTo>
                  <a:lnTo>
                    <a:pt x="780090" y="239007"/>
                  </a:lnTo>
                  <a:lnTo>
                    <a:pt x="782011" y="238967"/>
                  </a:lnTo>
                  <a:lnTo>
                    <a:pt x="783933" y="238927"/>
                  </a:lnTo>
                  <a:lnTo>
                    <a:pt x="785854" y="238887"/>
                  </a:lnTo>
                  <a:lnTo>
                    <a:pt x="787776" y="238847"/>
                  </a:lnTo>
                  <a:lnTo>
                    <a:pt x="789697" y="238807"/>
                  </a:lnTo>
                  <a:lnTo>
                    <a:pt x="791618" y="238768"/>
                  </a:lnTo>
                  <a:lnTo>
                    <a:pt x="793540" y="238729"/>
                  </a:lnTo>
                  <a:lnTo>
                    <a:pt x="795461" y="238692"/>
                  </a:lnTo>
                  <a:lnTo>
                    <a:pt x="797383" y="238656"/>
                  </a:lnTo>
                  <a:lnTo>
                    <a:pt x="799304" y="238620"/>
                  </a:lnTo>
                  <a:lnTo>
                    <a:pt x="801226" y="238587"/>
                  </a:lnTo>
                  <a:lnTo>
                    <a:pt x="803147" y="238555"/>
                  </a:lnTo>
                  <a:lnTo>
                    <a:pt x="805068" y="238524"/>
                  </a:lnTo>
                  <a:lnTo>
                    <a:pt x="806990" y="238496"/>
                  </a:lnTo>
                  <a:lnTo>
                    <a:pt x="808911" y="238469"/>
                  </a:lnTo>
                  <a:lnTo>
                    <a:pt x="810833" y="238443"/>
                  </a:lnTo>
                  <a:lnTo>
                    <a:pt x="812754" y="238419"/>
                  </a:lnTo>
                  <a:lnTo>
                    <a:pt x="814675" y="238397"/>
                  </a:lnTo>
                  <a:lnTo>
                    <a:pt x="816597" y="238376"/>
                  </a:lnTo>
                  <a:lnTo>
                    <a:pt x="818518" y="238357"/>
                  </a:lnTo>
                  <a:lnTo>
                    <a:pt x="820440" y="238338"/>
                  </a:lnTo>
                  <a:lnTo>
                    <a:pt x="822361" y="238320"/>
                  </a:lnTo>
                  <a:lnTo>
                    <a:pt x="824282" y="238302"/>
                  </a:lnTo>
                  <a:lnTo>
                    <a:pt x="826204" y="238285"/>
                  </a:lnTo>
                  <a:lnTo>
                    <a:pt x="828125" y="238268"/>
                  </a:lnTo>
                  <a:lnTo>
                    <a:pt x="830047" y="238250"/>
                  </a:lnTo>
                  <a:lnTo>
                    <a:pt x="831968" y="238232"/>
                  </a:lnTo>
                  <a:lnTo>
                    <a:pt x="833889" y="238212"/>
                  </a:lnTo>
                  <a:lnTo>
                    <a:pt x="835811" y="238190"/>
                  </a:lnTo>
                  <a:lnTo>
                    <a:pt x="837732" y="238167"/>
                  </a:lnTo>
                  <a:lnTo>
                    <a:pt x="839654" y="238141"/>
                  </a:lnTo>
                  <a:lnTo>
                    <a:pt x="841575" y="238113"/>
                  </a:lnTo>
                  <a:lnTo>
                    <a:pt x="843496" y="238082"/>
                  </a:lnTo>
                  <a:lnTo>
                    <a:pt x="845418" y="238047"/>
                  </a:lnTo>
                  <a:lnTo>
                    <a:pt x="847339" y="238008"/>
                  </a:lnTo>
                  <a:lnTo>
                    <a:pt x="849261" y="237966"/>
                  </a:lnTo>
                  <a:lnTo>
                    <a:pt x="851182" y="237920"/>
                  </a:lnTo>
                  <a:lnTo>
                    <a:pt x="853103" y="237870"/>
                  </a:lnTo>
                  <a:lnTo>
                    <a:pt x="855025" y="237815"/>
                  </a:lnTo>
                  <a:lnTo>
                    <a:pt x="856946" y="237755"/>
                  </a:lnTo>
                  <a:lnTo>
                    <a:pt x="858868" y="237692"/>
                  </a:lnTo>
                  <a:lnTo>
                    <a:pt x="860789" y="237625"/>
                  </a:lnTo>
                  <a:lnTo>
                    <a:pt x="862710" y="237554"/>
                  </a:lnTo>
                  <a:lnTo>
                    <a:pt x="864632" y="237479"/>
                  </a:lnTo>
                  <a:lnTo>
                    <a:pt x="866553" y="237402"/>
                  </a:lnTo>
                  <a:lnTo>
                    <a:pt x="868475" y="237322"/>
                  </a:lnTo>
                  <a:lnTo>
                    <a:pt x="870396" y="237240"/>
                  </a:lnTo>
                  <a:lnTo>
                    <a:pt x="872318" y="237157"/>
                  </a:lnTo>
                  <a:lnTo>
                    <a:pt x="874239" y="237073"/>
                  </a:lnTo>
                  <a:lnTo>
                    <a:pt x="876160" y="236990"/>
                  </a:lnTo>
                  <a:lnTo>
                    <a:pt x="878082" y="236908"/>
                  </a:lnTo>
                  <a:lnTo>
                    <a:pt x="880003" y="236827"/>
                  </a:lnTo>
                  <a:lnTo>
                    <a:pt x="881925" y="236750"/>
                  </a:lnTo>
                  <a:lnTo>
                    <a:pt x="883846" y="236675"/>
                  </a:lnTo>
                  <a:lnTo>
                    <a:pt x="885767" y="236606"/>
                  </a:lnTo>
                  <a:lnTo>
                    <a:pt x="887689" y="236542"/>
                  </a:lnTo>
                  <a:lnTo>
                    <a:pt x="889610" y="236483"/>
                  </a:lnTo>
                  <a:lnTo>
                    <a:pt x="891532" y="236431"/>
                  </a:lnTo>
                  <a:lnTo>
                    <a:pt x="893453" y="236386"/>
                  </a:lnTo>
                  <a:lnTo>
                    <a:pt x="895374" y="236349"/>
                  </a:lnTo>
                  <a:lnTo>
                    <a:pt x="897296" y="236320"/>
                  </a:lnTo>
                  <a:lnTo>
                    <a:pt x="899217" y="236300"/>
                  </a:lnTo>
                  <a:lnTo>
                    <a:pt x="901139" y="236287"/>
                  </a:lnTo>
                  <a:lnTo>
                    <a:pt x="903060" y="236282"/>
                  </a:lnTo>
                  <a:lnTo>
                    <a:pt x="904981" y="236286"/>
                  </a:lnTo>
                  <a:lnTo>
                    <a:pt x="906903" y="236299"/>
                  </a:lnTo>
                  <a:lnTo>
                    <a:pt x="908824" y="236319"/>
                  </a:lnTo>
                  <a:lnTo>
                    <a:pt x="910746" y="236346"/>
                  </a:lnTo>
                  <a:lnTo>
                    <a:pt x="912667" y="236379"/>
                  </a:lnTo>
                  <a:lnTo>
                    <a:pt x="914588" y="236419"/>
                  </a:lnTo>
                  <a:lnTo>
                    <a:pt x="916510" y="236465"/>
                  </a:lnTo>
                  <a:lnTo>
                    <a:pt x="918431" y="236515"/>
                  </a:lnTo>
                  <a:lnTo>
                    <a:pt x="920353" y="236569"/>
                  </a:lnTo>
                  <a:lnTo>
                    <a:pt x="922274" y="236626"/>
                  </a:lnTo>
                  <a:lnTo>
                    <a:pt x="924195" y="236685"/>
                  </a:lnTo>
                  <a:lnTo>
                    <a:pt x="926117" y="236746"/>
                  </a:lnTo>
                  <a:lnTo>
                    <a:pt x="928038" y="236807"/>
                  </a:lnTo>
                  <a:lnTo>
                    <a:pt x="929960" y="236869"/>
                  </a:lnTo>
                  <a:lnTo>
                    <a:pt x="931881" y="236930"/>
                  </a:lnTo>
                  <a:lnTo>
                    <a:pt x="933802" y="236990"/>
                  </a:lnTo>
                  <a:lnTo>
                    <a:pt x="935724" y="237049"/>
                  </a:lnTo>
                  <a:lnTo>
                    <a:pt x="937645" y="237106"/>
                  </a:lnTo>
                  <a:lnTo>
                    <a:pt x="939567" y="237160"/>
                  </a:lnTo>
                  <a:lnTo>
                    <a:pt x="941488" y="237213"/>
                  </a:lnTo>
                  <a:lnTo>
                    <a:pt x="943410" y="237263"/>
                  </a:lnTo>
                  <a:lnTo>
                    <a:pt x="945331" y="237311"/>
                  </a:lnTo>
                  <a:lnTo>
                    <a:pt x="947252" y="237356"/>
                  </a:lnTo>
                  <a:lnTo>
                    <a:pt x="949174" y="237400"/>
                  </a:lnTo>
                  <a:lnTo>
                    <a:pt x="951095" y="237442"/>
                  </a:lnTo>
                  <a:lnTo>
                    <a:pt x="953017" y="237484"/>
                  </a:lnTo>
                  <a:lnTo>
                    <a:pt x="954938" y="237524"/>
                  </a:lnTo>
                  <a:lnTo>
                    <a:pt x="956859" y="237564"/>
                  </a:lnTo>
                  <a:lnTo>
                    <a:pt x="958781" y="237604"/>
                  </a:lnTo>
                  <a:lnTo>
                    <a:pt x="960702" y="237645"/>
                  </a:lnTo>
                  <a:lnTo>
                    <a:pt x="962624" y="237686"/>
                  </a:lnTo>
                  <a:lnTo>
                    <a:pt x="964545" y="237729"/>
                  </a:lnTo>
                  <a:lnTo>
                    <a:pt x="966466" y="237773"/>
                  </a:lnTo>
                  <a:lnTo>
                    <a:pt x="968388" y="237820"/>
                  </a:lnTo>
                  <a:lnTo>
                    <a:pt x="970309" y="237869"/>
                  </a:lnTo>
                  <a:lnTo>
                    <a:pt x="972231" y="237920"/>
                  </a:lnTo>
                  <a:lnTo>
                    <a:pt x="974152" y="237974"/>
                  </a:lnTo>
                  <a:lnTo>
                    <a:pt x="976073" y="238029"/>
                  </a:lnTo>
                  <a:lnTo>
                    <a:pt x="977995" y="238088"/>
                  </a:lnTo>
                  <a:lnTo>
                    <a:pt x="979916" y="238148"/>
                  </a:lnTo>
                  <a:lnTo>
                    <a:pt x="981838" y="238211"/>
                  </a:lnTo>
                </a:path>
              </a:pathLst>
            </a:custGeom>
            <a:ln w="27101" cap="flat">
              <a:solidFill>
                <a:srgbClr val="E8C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7906162" y="2646969"/>
              <a:ext cx="981838" cy="136053"/>
            </a:xfrm>
            <a:custGeom>
              <a:avLst/>
              <a:pathLst>
                <a:path w="981838" h="136053">
                  <a:moveTo>
                    <a:pt x="0" y="135991"/>
                  </a:moveTo>
                  <a:lnTo>
                    <a:pt x="1921" y="135985"/>
                  </a:lnTo>
                  <a:lnTo>
                    <a:pt x="3842" y="135978"/>
                  </a:lnTo>
                  <a:lnTo>
                    <a:pt x="5764" y="135970"/>
                  </a:lnTo>
                  <a:lnTo>
                    <a:pt x="7685" y="135961"/>
                  </a:lnTo>
                  <a:lnTo>
                    <a:pt x="9607" y="135952"/>
                  </a:lnTo>
                  <a:lnTo>
                    <a:pt x="11528" y="135942"/>
                  </a:lnTo>
                  <a:lnTo>
                    <a:pt x="13449" y="135931"/>
                  </a:lnTo>
                  <a:lnTo>
                    <a:pt x="15371" y="135919"/>
                  </a:lnTo>
                  <a:lnTo>
                    <a:pt x="17292" y="135906"/>
                  </a:lnTo>
                  <a:lnTo>
                    <a:pt x="19214" y="135893"/>
                  </a:lnTo>
                  <a:lnTo>
                    <a:pt x="21135" y="135878"/>
                  </a:lnTo>
                  <a:lnTo>
                    <a:pt x="23056" y="135862"/>
                  </a:lnTo>
                  <a:lnTo>
                    <a:pt x="24978" y="135846"/>
                  </a:lnTo>
                  <a:lnTo>
                    <a:pt x="26899" y="135828"/>
                  </a:lnTo>
                  <a:lnTo>
                    <a:pt x="28821" y="135808"/>
                  </a:lnTo>
                  <a:lnTo>
                    <a:pt x="30742" y="135788"/>
                  </a:lnTo>
                  <a:lnTo>
                    <a:pt x="32663" y="135766"/>
                  </a:lnTo>
                  <a:lnTo>
                    <a:pt x="34585" y="135743"/>
                  </a:lnTo>
                  <a:lnTo>
                    <a:pt x="36506" y="135719"/>
                  </a:lnTo>
                  <a:lnTo>
                    <a:pt x="38428" y="135694"/>
                  </a:lnTo>
                  <a:lnTo>
                    <a:pt x="40349" y="135666"/>
                  </a:lnTo>
                  <a:lnTo>
                    <a:pt x="42270" y="135637"/>
                  </a:lnTo>
                  <a:lnTo>
                    <a:pt x="44192" y="135607"/>
                  </a:lnTo>
                  <a:lnTo>
                    <a:pt x="46113" y="135575"/>
                  </a:lnTo>
                  <a:lnTo>
                    <a:pt x="48035" y="135542"/>
                  </a:lnTo>
                  <a:lnTo>
                    <a:pt x="49956" y="135507"/>
                  </a:lnTo>
                  <a:lnTo>
                    <a:pt x="51877" y="135471"/>
                  </a:lnTo>
                  <a:lnTo>
                    <a:pt x="53799" y="135432"/>
                  </a:lnTo>
                  <a:lnTo>
                    <a:pt x="55720" y="135392"/>
                  </a:lnTo>
                  <a:lnTo>
                    <a:pt x="57642" y="135351"/>
                  </a:lnTo>
                  <a:lnTo>
                    <a:pt x="59563" y="135308"/>
                  </a:lnTo>
                  <a:lnTo>
                    <a:pt x="61484" y="135263"/>
                  </a:lnTo>
                  <a:lnTo>
                    <a:pt x="63406" y="135216"/>
                  </a:lnTo>
                  <a:lnTo>
                    <a:pt x="65327" y="135168"/>
                  </a:lnTo>
                  <a:lnTo>
                    <a:pt x="67249" y="135118"/>
                  </a:lnTo>
                  <a:lnTo>
                    <a:pt x="69170" y="135067"/>
                  </a:lnTo>
                  <a:lnTo>
                    <a:pt x="71091" y="135014"/>
                  </a:lnTo>
                  <a:lnTo>
                    <a:pt x="73013" y="134960"/>
                  </a:lnTo>
                  <a:lnTo>
                    <a:pt x="74934" y="134904"/>
                  </a:lnTo>
                  <a:lnTo>
                    <a:pt x="76856" y="134846"/>
                  </a:lnTo>
                  <a:lnTo>
                    <a:pt x="78777" y="134787"/>
                  </a:lnTo>
                  <a:lnTo>
                    <a:pt x="80699" y="134727"/>
                  </a:lnTo>
                  <a:lnTo>
                    <a:pt x="82620" y="134665"/>
                  </a:lnTo>
                  <a:lnTo>
                    <a:pt x="84541" y="134602"/>
                  </a:lnTo>
                  <a:lnTo>
                    <a:pt x="86463" y="134538"/>
                  </a:lnTo>
                  <a:lnTo>
                    <a:pt x="88384" y="134472"/>
                  </a:lnTo>
                  <a:lnTo>
                    <a:pt x="90306" y="134405"/>
                  </a:lnTo>
                  <a:lnTo>
                    <a:pt x="92227" y="134338"/>
                  </a:lnTo>
                  <a:lnTo>
                    <a:pt x="94148" y="134269"/>
                  </a:lnTo>
                  <a:lnTo>
                    <a:pt x="96070" y="134199"/>
                  </a:lnTo>
                  <a:lnTo>
                    <a:pt x="97991" y="134128"/>
                  </a:lnTo>
                  <a:lnTo>
                    <a:pt x="99913" y="134057"/>
                  </a:lnTo>
                  <a:lnTo>
                    <a:pt x="101834" y="133985"/>
                  </a:lnTo>
                  <a:lnTo>
                    <a:pt x="103755" y="133912"/>
                  </a:lnTo>
                  <a:lnTo>
                    <a:pt x="105677" y="133838"/>
                  </a:lnTo>
                  <a:lnTo>
                    <a:pt x="107598" y="133764"/>
                  </a:lnTo>
                  <a:lnTo>
                    <a:pt x="109520" y="133689"/>
                  </a:lnTo>
                  <a:lnTo>
                    <a:pt x="111441" y="133614"/>
                  </a:lnTo>
                  <a:lnTo>
                    <a:pt x="113362" y="133539"/>
                  </a:lnTo>
                  <a:lnTo>
                    <a:pt x="115284" y="133463"/>
                  </a:lnTo>
                  <a:lnTo>
                    <a:pt x="117205" y="133387"/>
                  </a:lnTo>
                  <a:lnTo>
                    <a:pt x="119127" y="133310"/>
                  </a:lnTo>
                  <a:lnTo>
                    <a:pt x="121048" y="133234"/>
                  </a:lnTo>
                  <a:lnTo>
                    <a:pt x="122969" y="133158"/>
                  </a:lnTo>
                  <a:lnTo>
                    <a:pt x="124891" y="133081"/>
                  </a:lnTo>
                  <a:lnTo>
                    <a:pt x="126812" y="133005"/>
                  </a:lnTo>
                  <a:lnTo>
                    <a:pt x="128734" y="132929"/>
                  </a:lnTo>
                  <a:lnTo>
                    <a:pt x="130655" y="132853"/>
                  </a:lnTo>
                  <a:lnTo>
                    <a:pt x="132576" y="132777"/>
                  </a:lnTo>
                  <a:lnTo>
                    <a:pt x="134498" y="132702"/>
                  </a:lnTo>
                  <a:lnTo>
                    <a:pt x="136419" y="132628"/>
                  </a:lnTo>
                  <a:lnTo>
                    <a:pt x="138341" y="132553"/>
                  </a:lnTo>
                  <a:lnTo>
                    <a:pt x="140262" y="132480"/>
                  </a:lnTo>
                  <a:lnTo>
                    <a:pt x="142183" y="132407"/>
                  </a:lnTo>
                  <a:lnTo>
                    <a:pt x="144105" y="132334"/>
                  </a:lnTo>
                  <a:lnTo>
                    <a:pt x="146026" y="132263"/>
                  </a:lnTo>
                  <a:lnTo>
                    <a:pt x="147948" y="132192"/>
                  </a:lnTo>
                  <a:lnTo>
                    <a:pt x="149869" y="132123"/>
                  </a:lnTo>
                  <a:lnTo>
                    <a:pt x="151791" y="132054"/>
                  </a:lnTo>
                  <a:lnTo>
                    <a:pt x="153712" y="131986"/>
                  </a:lnTo>
                  <a:lnTo>
                    <a:pt x="155633" y="131920"/>
                  </a:lnTo>
                  <a:lnTo>
                    <a:pt x="157555" y="131855"/>
                  </a:lnTo>
                  <a:lnTo>
                    <a:pt x="159476" y="131791"/>
                  </a:lnTo>
                  <a:lnTo>
                    <a:pt x="161398" y="131728"/>
                  </a:lnTo>
                  <a:lnTo>
                    <a:pt x="163319" y="131667"/>
                  </a:lnTo>
                  <a:lnTo>
                    <a:pt x="165240" y="131608"/>
                  </a:lnTo>
                  <a:lnTo>
                    <a:pt x="167162" y="131549"/>
                  </a:lnTo>
                  <a:lnTo>
                    <a:pt x="169083" y="131493"/>
                  </a:lnTo>
                  <a:lnTo>
                    <a:pt x="171005" y="131438"/>
                  </a:lnTo>
                  <a:lnTo>
                    <a:pt x="172926" y="131385"/>
                  </a:lnTo>
                  <a:lnTo>
                    <a:pt x="174847" y="131333"/>
                  </a:lnTo>
                  <a:lnTo>
                    <a:pt x="176769" y="131283"/>
                  </a:lnTo>
                  <a:lnTo>
                    <a:pt x="178690" y="131235"/>
                  </a:lnTo>
                  <a:lnTo>
                    <a:pt x="180612" y="131188"/>
                  </a:lnTo>
                  <a:lnTo>
                    <a:pt x="182533" y="131143"/>
                  </a:lnTo>
                  <a:lnTo>
                    <a:pt x="184454" y="131101"/>
                  </a:lnTo>
                  <a:lnTo>
                    <a:pt x="186376" y="131060"/>
                  </a:lnTo>
                  <a:lnTo>
                    <a:pt x="188297" y="131020"/>
                  </a:lnTo>
                  <a:lnTo>
                    <a:pt x="190219" y="130982"/>
                  </a:lnTo>
                  <a:lnTo>
                    <a:pt x="192140" y="130947"/>
                  </a:lnTo>
                  <a:lnTo>
                    <a:pt x="194061" y="130912"/>
                  </a:lnTo>
                  <a:lnTo>
                    <a:pt x="195983" y="130879"/>
                  </a:lnTo>
                  <a:lnTo>
                    <a:pt x="197904" y="130848"/>
                  </a:lnTo>
                  <a:lnTo>
                    <a:pt x="199826" y="130818"/>
                  </a:lnTo>
                  <a:lnTo>
                    <a:pt x="201747" y="130789"/>
                  </a:lnTo>
                  <a:lnTo>
                    <a:pt x="203668" y="130762"/>
                  </a:lnTo>
                  <a:lnTo>
                    <a:pt x="205590" y="130736"/>
                  </a:lnTo>
                  <a:lnTo>
                    <a:pt x="207511" y="130711"/>
                  </a:lnTo>
                  <a:lnTo>
                    <a:pt x="209433" y="130686"/>
                  </a:lnTo>
                  <a:lnTo>
                    <a:pt x="211354" y="130663"/>
                  </a:lnTo>
                  <a:lnTo>
                    <a:pt x="213275" y="130640"/>
                  </a:lnTo>
                  <a:lnTo>
                    <a:pt x="215197" y="130618"/>
                  </a:lnTo>
                  <a:lnTo>
                    <a:pt x="217118" y="130597"/>
                  </a:lnTo>
                  <a:lnTo>
                    <a:pt x="219040" y="130575"/>
                  </a:lnTo>
                  <a:lnTo>
                    <a:pt x="220961" y="130554"/>
                  </a:lnTo>
                  <a:lnTo>
                    <a:pt x="222883" y="130533"/>
                  </a:lnTo>
                  <a:lnTo>
                    <a:pt x="224804" y="130512"/>
                  </a:lnTo>
                  <a:lnTo>
                    <a:pt x="226725" y="130491"/>
                  </a:lnTo>
                  <a:lnTo>
                    <a:pt x="228647" y="130469"/>
                  </a:lnTo>
                  <a:lnTo>
                    <a:pt x="230568" y="130448"/>
                  </a:lnTo>
                  <a:lnTo>
                    <a:pt x="232490" y="130425"/>
                  </a:lnTo>
                  <a:lnTo>
                    <a:pt x="234411" y="130402"/>
                  </a:lnTo>
                  <a:lnTo>
                    <a:pt x="236332" y="130378"/>
                  </a:lnTo>
                  <a:lnTo>
                    <a:pt x="238254" y="130354"/>
                  </a:lnTo>
                  <a:lnTo>
                    <a:pt x="240175" y="130328"/>
                  </a:lnTo>
                  <a:lnTo>
                    <a:pt x="242097" y="130302"/>
                  </a:lnTo>
                  <a:lnTo>
                    <a:pt x="244018" y="130274"/>
                  </a:lnTo>
                  <a:lnTo>
                    <a:pt x="245939" y="130246"/>
                  </a:lnTo>
                  <a:lnTo>
                    <a:pt x="247861" y="130216"/>
                  </a:lnTo>
                  <a:lnTo>
                    <a:pt x="249782" y="130185"/>
                  </a:lnTo>
                  <a:lnTo>
                    <a:pt x="251704" y="130153"/>
                  </a:lnTo>
                  <a:lnTo>
                    <a:pt x="253625" y="130119"/>
                  </a:lnTo>
                  <a:lnTo>
                    <a:pt x="255546" y="130085"/>
                  </a:lnTo>
                  <a:lnTo>
                    <a:pt x="257468" y="130049"/>
                  </a:lnTo>
                  <a:lnTo>
                    <a:pt x="259389" y="130012"/>
                  </a:lnTo>
                  <a:lnTo>
                    <a:pt x="261311" y="129973"/>
                  </a:lnTo>
                  <a:lnTo>
                    <a:pt x="263232" y="129934"/>
                  </a:lnTo>
                  <a:lnTo>
                    <a:pt x="265153" y="129893"/>
                  </a:lnTo>
                  <a:lnTo>
                    <a:pt x="267075" y="129851"/>
                  </a:lnTo>
                  <a:lnTo>
                    <a:pt x="268996" y="129809"/>
                  </a:lnTo>
                  <a:lnTo>
                    <a:pt x="270918" y="129765"/>
                  </a:lnTo>
                  <a:lnTo>
                    <a:pt x="272839" y="129720"/>
                  </a:lnTo>
                  <a:lnTo>
                    <a:pt x="274760" y="129675"/>
                  </a:lnTo>
                  <a:lnTo>
                    <a:pt x="276682" y="129628"/>
                  </a:lnTo>
                  <a:lnTo>
                    <a:pt x="278603" y="129581"/>
                  </a:lnTo>
                  <a:lnTo>
                    <a:pt x="280525" y="129534"/>
                  </a:lnTo>
                  <a:lnTo>
                    <a:pt x="282446" y="129485"/>
                  </a:lnTo>
                  <a:lnTo>
                    <a:pt x="284367" y="129437"/>
                  </a:lnTo>
                  <a:lnTo>
                    <a:pt x="286289" y="129388"/>
                  </a:lnTo>
                  <a:lnTo>
                    <a:pt x="288210" y="129338"/>
                  </a:lnTo>
                  <a:lnTo>
                    <a:pt x="290132" y="129289"/>
                  </a:lnTo>
                  <a:lnTo>
                    <a:pt x="292053" y="129239"/>
                  </a:lnTo>
                  <a:lnTo>
                    <a:pt x="293975" y="129189"/>
                  </a:lnTo>
                  <a:lnTo>
                    <a:pt x="295896" y="129139"/>
                  </a:lnTo>
                  <a:lnTo>
                    <a:pt x="297817" y="129090"/>
                  </a:lnTo>
                  <a:lnTo>
                    <a:pt x="299739" y="129040"/>
                  </a:lnTo>
                  <a:lnTo>
                    <a:pt x="301660" y="128991"/>
                  </a:lnTo>
                  <a:lnTo>
                    <a:pt x="303582" y="128943"/>
                  </a:lnTo>
                  <a:lnTo>
                    <a:pt x="305503" y="128895"/>
                  </a:lnTo>
                  <a:lnTo>
                    <a:pt x="307424" y="128847"/>
                  </a:lnTo>
                  <a:lnTo>
                    <a:pt x="309346" y="128800"/>
                  </a:lnTo>
                  <a:lnTo>
                    <a:pt x="311267" y="128754"/>
                  </a:lnTo>
                  <a:lnTo>
                    <a:pt x="313189" y="128708"/>
                  </a:lnTo>
                  <a:lnTo>
                    <a:pt x="315110" y="128664"/>
                  </a:lnTo>
                  <a:lnTo>
                    <a:pt x="317031" y="128620"/>
                  </a:lnTo>
                  <a:lnTo>
                    <a:pt x="318953" y="128577"/>
                  </a:lnTo>
                  <a:lnTo>
                    <a:pt x="320874" y="128536"/>
                  </a:lnTo>
                  <a:lnTo>
                    <a:pt x="322796" y="128495"/>
                  </a:lnTo>
                  <a:lnTo>
                    <a:pt x="324717" y="128456"/>
                  </a:lnTo>
                  <a:lnTo>
                    <a:pt x="326638" y="128418"/>
                  </a:lnTo>
                  <a:lnTo>
                    <a:pt x="328560" y="128382"/>
                  </a:lnTo>
                  <a:lnTo>
                    <a:pt x="330481" y="128347"/>
                  </a:lnTo>
                  <a:lnTo>
                    <a:pt x="332403" y="128314"/>
                  </a:lnTo>
                  <a:lnTo>
                    <a:pt x="334324" y="128282"/>
                  </a:lnTo>
                  <a:lnTo>
                    <a:pt x="336245" y="128253"/>
                  </a:lnTo>
                  <a:lnTo>
                    <a:pt x="338167" y="128224"/>
                  </a:lnTo>
                  <a:lnTo>
                    <a:pt x="340088" y="128198"/>
                  </a:lnTo>
                  <a:lnTo>
                    <a:pt x="342010" y="128174"/>
                  </a:lnTo>
                  <a:lnTo>
                    <a:pt x="343931" y="128152"/>
                  </a:lnTo>
                  <a:lnTo>
                    <a:pt x="345852" y="128132"/>
                  </a:lnTo>
                  <a:lnTo>
                    <a:pt x="347774" y="128115"/>
                  </a:lnTo>
                  <a:lnTo>
                    <a:pt x="349695" y="128100"/>
                  </a:lnTo>
                  <a:lnTo>
                    <a:pt x="351617" y="128088"/>
                  </a:lnTo>
                  <a:lnTo>
                    <a:pt x="353538" y="128077"/>
                  </a:lnTo>
                  <a:lnTo>
                    <a:pt x="355459" y="128070"/>
                  </a:lnTo>
                  <a:lnTo>
                    <a:pt x="357381" y="128066"/>
                  </a:lnTo>
                  <a:lnTo>
                    <a:pt x="359302" y="128063"/>
                  </a:lnTo>
                  <a:lnTo>
                    <a:pt x="361224" y="128064"/>
                  </a:lnTo>
                  <a:lnTo>
                    <a:pt x="363145" y="128069"/>
                  </a:lnTo>
                  <a:lnTo>
                    <a:pt x="365067" y="128075"/>
                  </a:lnTo>
                  <a:lnTo>
                    <a:pt x="366988" y="128085"/>
                  </a:lnTo>
                  <a:lnTo>
                    <a:pt x="368909" y="128098"/>
                  </a:lnTo>
                  <a:lnTo>
                    <a:pt x="370831" y="128114"/>
                  </a:lnTo>
                  <a:lnTo>
                    <a:pt x="372752" y="128133"/>
                  </a:lnTo>
                  <a:lnTo>
                    <a:pt x="374674" y="128155"/>
                  </a:lnTo>
                  <a:lnTo>
                    <a:pt x="376595" y="128181"/>
                  </a:lnTo>
                  <a:lnTo>
                    <a:pt x="378516" y="128210"/>
                  </a:lnTo>
                  <a:lnTo>
                    <a:pt x="380438" y="128241"/>
                  </a:lnTo>
                  <a:lnTo>
                    <a:pt x="382359" y="128276"/>
                  </a:lnTo>
                  <a:lnTo>
                    <a:pt x="384281" y="128314"/>
                  </a:lnTo>
                  <a:lnTo>
                    <a:pt x="386202" y="128354"/>
                  </a:lnTo>
                  <a:lnTo>
                    <a:pt x="388123" y="128397"/>
                  </a:lnTo>
                  <a:lnTo>
                    <a:pt x="390045" y="128444"/>
                  </a:lnTo>
                  <a:lnTo>
                    <a:pt x="391966" y="128492"/>
                  </a:lnTo>
                  <a:lnTo>
                    <a:pt x="393888" y="128543"/>
                  </a:lnTo>
                  <a:lnTo>
                    <a:pt x="395809" y="128596"/>
                  </a:lnTo>
                  <a:lnTo>
                    <a:pt x="397730" y="128652"/>
                  </a:lnTo>
                  <a:lnTo>
                    <a:pt x="399652" y="128709"/>
                  </a:lnTo>
                  <a:lnTo>
                    <a:pt x="401573" y="128768"/>
                  </a:lnTo>
                  <a:lnTo>
                    <a:pt x="403495" y="128829"/>
                  </a:lnTo>
                  <a:lnTo>
                    <a:pt x="405416" y="128891"/>
                  </a:lnTo>
                  <a:lnTo>
                    <a:pt x="407337" y="128954"/>
                  </a:lnTo>
                  <a:lnTo>
                    <a:pt x="409259" y="129018"/>
                  </a:lnTo>
                  <a:lnTo>
                    <a:pt x="411180" y="129082"/>
                  </a:lnTo>
                  <a:lnTo>
                    <a:pt x="413102" y="129147"/>
                  </a:lnTo>
                  <a:lnTo>
                    <a:pt x="415023" y="129212"/>
                  </a:lnTo>
                  <a:lnTo>
                    <a:pt x="416944" y="129276"/>
                  </a:lnTo>
                  <a:lnTo>
                    <a:pt x="418866" y="129340"/>
                  </a:lnTo>
                  <a:lnTo>
                    <a:pt x="420787" y="129404"/>
                  </a:lnTo>
                  <a:lnTo>
                    <a:pt x="422709" y="129466"/>
                  </a:lnTo>
                  <a:lnTo>
                    <a:pt x="424630" y="129527"/>
                  </a:lnTo>
                  <a:lnTo>
                    <a:pt x="426551" y="129586"/>
                  </a:lnTo>
                  <a:lnTo>
                    <a:pt x="428473" y="129643"/>
                  </a:lnTo>
                  <a:lnTo>
                    <a:pt x="430394" y="129698"/>
                  </a:lnTo>
                  <a:lnTo>
                    <a:pt x="432316" y="129750"/>
                  </a:lnTo>
                  <a:lnTo>
                    <a:pt x="434237" y="129800"/>
                  </a:lnTo>
                  <a:lnTo>
                    <a:pt x="436159" y="129847"/>
                  </a:lnTo>
                  <a:lnTo>
                    <a:pt x="438080" y="129890"/>
                  </a:lnTo>
                  <a:lnTo>
                    <a:pt x="440001" y="129929"/>
                  </a:lnTo>
                  <a:lnTo>
                    <a:pt x="441923" y="129965"/>
                  </a:lnTo>
                  <a:lnTo>
                    <a:pt x="443844" y="129997"/>
                  </a:lnTo>
                  <a:lnTo>
                    <a:pt x="445766" y="130024"/>
                  </a:lnTo>
                  <a:lnTo>
                    <a:pt x="447687" y="130047"/>
                  </a:lnTo>
                  <a:lnTo>
                    <a:pt x="449608" y="130066"/>
                  </a:lnTo>
                  <a:lnTo>
                    <a:pt x="451530" y="130078"/>
                  </a:lnTo>
                  <a:lnTo>
                    <a:pt x="453451" y="130086"/>
                  </a:lnTo>
                  <a:lnTo>
                    <a:pt x="455373" y="130089"/>
                  </a:lnTo>
                  <a:lnTo>
                    <a:pt x="457294" y="130087"/>
                  </a:lnTo>
                  <a:lnTo>
                    <a:pt x="459215" y="130078"/>
                  </a:lnTo>
                  <a:lnTo>
                    <a:pt x="461137" y="130064"/>
                  </a:lnTo>
                  <a:lnTo>
                    <a:pt x="463058" y="130046"/>
                  </a:lnTo>
                  <a:lnTo>
                    <a:pt x="464980" y="130020"/>
                  </a:lnTo>
                  <a:lnTo>
                    <a:pt x="466901" y="129988"/>
                  </a:lnTo>
                  <a:lnTo>
                    <a:pt x="468822" y="129951"/>
                  </a:lnTo>
                  <a:lnTo>
                    <a:pt x="470744" y="129908"/>
                  </a:lnTo>
                  <a:lnTo>
                    <a:pt x="472665" y="129857"/>
                  </a:lnTo>
                  <a:lnTo>
                    <a:pt x="474587" y="129801"/>
                  </a:lnTo>
                  <a:lnTo>
                    <a:pt x="476508" y="129740"/>
                  </a:lnTo>
                  <a:lnTo>
                    <a:pt x="478429" y="129672"/>
                  </a:lnTo>
                  <a:lnTo>
                    <a:pt x="480351" y="129596"/>
                  </a:lnTo>
                  <a:lnTo>
                    <a:pt x="482272" y="129516"/>
                  </a:lnTo>
                  <a:lnTo>
                    <a:pt x="484194" y="129430"/>
                  </a:lnTo>
                  <a:lnTo>
                    <a:pt x="486115" y="129335"/>
                  </a:lnTo>
                  <a:lnTo>
                    <a:pt x="488036" y="129235"/>
                  </a:lnTo>
                  <a:lnTo>
                    <a:pt x="489958" y="129130"/>
                  </a:lnTo>
                  <a:lnTo>
                    <a:pt x="491879" y="129018"/>
                  </a:lnTo>
                  <a:lnTo>
                    <a:pt x="493801" y="128899"/>
                  </a:lnTo>
                  <a:lnTo>
                    <a:pt x="495722" y="128774"/>
                  </a:lnTo>
                  <a:lnTo>
                    <a:pt x="497643" y="128645"/>
                  </a:lnTo>
                  <a:lnTo>
                    <a:pt x="499565" y="128507"/>
                  </a:lnTo>
                  <a:lnTo>
                    <a:pt x="501486" y="128363"/>
                  </a:lnTo>
                  <a:lnTo>
                    <a:pt x="503408" y="128214"/>
                  </a:lnTo>
                  <a:lnTo>
                    <a:pt x="505329" y="128059"/>
                  </a:lnTo>
                  <a:lnTo>
                    <a:pt x="507250" y="127897"/>
                  </a:lnTo>
                  <a:lnTo>
                    <a:pt x="509172" y="127729"/>
                  </a:lnTo>
                  <a:lnTo>
                    <a:pt x="511093" y="127556"/>
                  </a:lnTo>
                  <a:lnTo>
                    <a:pt x="513015" y="127375"/>
                  </a:lnTo>
                  <a:lnTo>
                    <a:pt x="514936" y="127188"/>
                  </a:lnTo>
                  <a:lnTo>
                    <a:pt x="516858" y="126996"/>
                  </a:lnTo>
                  <a:lnTo>
                    <a:pt x="518779" y="126798"/>
                  </a:lnTo>
                  <a:lnTo>
                    <a:pt x="520700" y="126591"/>
                  </a:lnTo>
                  <a:lnTo>
                    <a:pt x="522622" y="126380"/>
                  </a:lnTo>
                  <a:lnTo>
                    <a:pt x="524543" y="126163"/>
                  </a:lnTo>
                  <a:lnTo>
                    <a:pt x="526465" y="125937"/>
                  </a:lnTo>
                  <a:lnTo>
                    <a:pt x="528386" y="125706"/>
                  </a:lnTo>
                  <a:lnTo>
                    <a:pt x="530307" y="125468"/>
                  </a:lnTo>
                  <a:lnTo>
                    <a:pt x="532229" y="125224"/>
                  </a:lnTo>
                  <a:lnTo>
                    <a:pt x="534150" y="124971"/>
                  </a:lnTo>
                  <a:lnTo>
                    <a:pt x="536072" y="124712"/>
                  </a:lnTo>
                  <a:lnTo>
                    <a:pt x="537993" y="124447"/>
                  </a:lnTo>
                  <a:lnTo>
                    <a:pt x="539914" y="124173"/>
                  </a:lnTo>
                  <a:lnTo>
                    <a:pt x="541836" y="123891"/>
                  </a:lnTo>
                  <a:lnTo>
                    <a:pt x="543757" y="123602"/>
                  </a:lnTo>
                  <a:lnTo>
                    <a:pt x="545679" y="123307"/>
                  </a:lnTo>
                  <a:lnTo>
                    <a:pt x="547600" y="123001"/>
                  </a:lnTo>
                  <a:lnTo>
                    <a:pt x="549521" y="122687"/>
                  </a:lnTo>
                  <a:lnTo>
                    <a:pt x="551443" y="122366"/>
                  </a:lnTo>
                  <a:lnTo>
                    <a:pt x="553364" y="122036"/>
                  </a:lnTo>
                  <a:lnTo>
                    <a:pt x="555286" y="121696"/>
                  </a:lnTo>
                  <a:lnTo>
                    <a:pt x="557207" y="121347"/>
                  </a:lnTo>
                  <a:lnTo>
                    <a:pt x="559128" y="120990"/>
                  </a:lnTo>
                  <a:lnTo>
                    <a:pt x="561050" y="120621"/>
                  </a:lnTo>
                  <a:lnTo>
                    <a:pt x="562971" y="120243"/>
                  </a:lnTo>
                  <a:lnTo>
                    <a:pt x="564893" y="119855"/>
                  </a:lnTo>
                  <a:lnTo>
                    <a:pt x="566814" y="119457"/>
                  </a:lnTo>
                  <a:lnTo>
                    <a:pt x="568735" y="119046"/>
                  </a:lnTo>
                  <a:lnTo>
                    <a:pt x="570657" y="118625"/>
                  </a:lnTo>
                  <a:lnTo>
                    <a:pt x="572578" y="118194"/>
                  </a:lnTo>
                  <a:lnTo>
                    <a:pt x="574500" y="117749"/>
                  </a:lnTo>
                  <a:lnTo>
                    <a:pt x="576421" y="117292"/>
                  </a:lnTo>
                  <a:lnTo>
                    <a:pt x="578342" y="116824"/>
                  </a:lnTo>
                  <a:lnTo>
                    <a:pt x="580264" y="116345"/>
                  </a:lnTo>
                  <a:lnTo>
                    <a:pt x="582185" y="115848"/>
                  </a:lnTo>
                  <a:lnTo>
                    <a:pt x="584107" y="115340"/>
                  </a:lnTo>
                  <a:lnTo>
                    <a:pt x="586028" y="114820"/>
                  </a:lnTo>
                  <a:lnTo>
                    <a:pt x="587950" y="114285"/>
                  </a:lnTo>
                  <a:lnTo>
                    <a:pt x="589871" y="113734"/>
                  </a:lnTo>
                  <a:lnTo>
                    <a:pt x="591792" y="113170"/>
                  </a:lnTo>
                  <a:lnTo>
                    <a:pt x="593714" y="112594"/>
                  </a:lnTo>
                  <a:lnTo>
                    <a:pt x="595635" y="111997"/>
                  </a:lnTo>
                  <a:lnTo>
                    <a:pt x="597557" y="111386"/>
                  </a:lnTo>
                  <a:lnTo>
                    <a:pt x="599478" y="110762"/>
                  </a:lnTo>
                  <a:lnTo>
                    <a:pt x="601399" y="110121"/>
                  </a:lnTo>
                  <a:lnTo>
                    <a:pt x="603321" y="109461"/>
                  </a:lnTo>
                  <a:lnTo>
                    <a:pt x="605242" y="108787"/>
                  </a:lnTo>
                  <a:lnTo>
                    <a:pt x="607164" y="108098"/>
                  </a:lnTo>
                  <a:lnTo>
                    <a:pt x="609085" y="107387"/>
                  </a:lnTo>
                  <a:lnTo>
                    <a:pt x="611006" y="106660"/>
                  </a:lnTo>
                  <a:lnTo>
                    <a:pt x="612928" y="105918"/>
                  </a:lnTo>
                  <a:lnTo>
                    <a:pt x="614849" y="105158"/>
                  </a:lnTo>
                  <a:lnTo>
                    <a:pt x="616771" y="104376"/>
                  </a:lnTo>
                  <a:lnTo>
                    <a:pt x="618692" y="103579"/>
                  </a:lnTo>
                  <a:lnTo>
                    <a:pt x="620613" y="102766"/>
                  </a:lnTo>
                  <a:lnTo>
                    <a:pt x="622535" y="101930"/>
                  </a:lnTo>
                  <a:lnTo>
                    <a:pt x="624456" y="101075"/>
                  </a:lnTo>
                  <a:lnTo>
                    <a:pt x="626378" y="100204"/>
                  </a:lnTo>
                  <a:lnTo>
                    <a:pt x="628299" y="99317"/>
                  </a:lnTo>
                  <a:lnTo>
                    <a:pt x="630220" y="98404"/>
                  </a:lnTo>
                  <a:lnTo>
                    <a:pt x="632142" y="97475"/>
                  </a:lnTo>
                  <a:lnTo>
                    <a:pt x="634063" y="96530"/>
                  </a:lnTo>
                  <a:lnTo>
                    <a:pt x="635985" y="95563"/>
                  </a:lnTo>
                  <a:lnTo>
                    <a:pt x="637906" y="94575"/>
                  </a:lnTo>
                  <a:lnTo>
                    <a:pt x="639827" y="93571"/>
                  </a:lnTo>
                  <a:lnTo>
                    <a:pt x="641749" y="92551"/>
                  </a:lnTo>
                  <a:lnTo>
                    <a:pt x="643670" y="91505"/>
                  </a:lnTo>
                  <a:lnTo>
                    <a:pt x="645592" y="90443"/>
                  </a:lnTo>
                  <a:lnTo>
                    <a:pt x="647513" y="89366"/>
                  </a:lnTo>
                  <a:lnTo>
                    <a:pt x="649434" y="88268"/>
                  </a:lnTo>
                  <a:lnTo>
                    <a:pt x="651356" y="87149"/>
                  </a:lnTo>
                  <a:lnTo>
                    <a:pt x="653277" y="86015"/>
                  </a:lnTo>
                  <a:lnTo>
                    <a:pt x="655199" y="84866"/>
                  </a:lnTo>
                  <a:lnTo>
                    <a:pt x="657120" y="83694"/>
                  </a:lnTo>
                  <a:lnTo>
                    <a:pt x="659042" y="82506"/>
                  </a:lnTo>
                  <a:lnTo>
                    <a:pt x="660963" y="81304"/>
                  </a:lnTo>
                  <a:lnTo>
                    <a:pt x="662884" y="80085"/>
                  </a:lnTo>
                  <a:lnTo>
                    <a:pt x="664806" y="78846"/>
                  </a:lnTo>
                  <a:lnTo>
                    <a:pt x="666727" y="77594"/>
                  </a:lnTo>
                  <a:lnTo>
                    <a:pt x="668649" y="76328"/>
                  </a:lnTo>
                  <a:lnTo>
                    <a:pt x="670570" y="75045"/>
                  </a:lnTo>
                  <a:lnTo>
                    <a:pt x="672491" y="73747"/>
                  </a:lnTo>
                  <a:lnTo>
                    <a:pt x="674413" y="72437"/>
                  </a:lnTo>
                  <a:lnTo>
                    <a:pt x="676334" y="71115"/>
                  </a:lnTo>
                  <a:lnTo>
                    <a:pt x="678256" y="69777"/>
                  </a:lnTo>
                  <a:lnTo>
                    <a:pt x="680177" y="68428"/>
                  </a:lnTo>
                  <a:lnTo>
                    <a:pt x="682098" y="67070"/>
                  </a:lnTo>
                  <a:lnTo>
                    <a:pt x="684020" y="65700"/>
                  </a:lnTo>
                  <a:lnTo>
                    <a:pt x="685941" y="64318"/>
                  </a:lnTo>
                  <a:lnTo>
                    <a:pt x="687863" y="62930"/>
                  </a:lnTo>
                  <a:lnTo>
                    <a:pt x="689784" y="61533"/>
                  </a:lnTo>
                  <a:lnTo>
                    <a:pt x="691705" y="60126"/>
                  </a:lnTo>
                  <a:lnTo>
                    <a:pt x="693627" y="58714"/>
                  </a:lnTo>
                  <a:lnTo>
                    <a:pt x="695548" y="57296"/>
                  </a:lnTo>
                  <a:lnTo>
                    <a:pt x="697470" y="55873"/>
                  </a:lnTo>
                  <a:lnTo>
                    <a:pt x="699391" y="54444"/>
                  </a:lnTo>
                  <a:lnTo>
                    <a:pt x="701312" y="53014"/>
                  </a:lnTo>
                  <a:lnTo>
                    <a:pt x="703234" y="51580"/>
                  </a:lnTo>
                  <a:lnTo>
                    <a:pt x="705155" y="50145"/>
                  </a:lnTo>
                  <a:lnTo>
                    <a:pt x="707077" y="48710"/>
                  </a:lnTo>
                  <a:lnTo>
                    <a:pt x="708998" y="47275"/>
                  </a:lnTo>
                  <a:lnTo>
                    <a:pt x="710919" y="45842"/>
                  </a:lnTo>
                  <a:lnTo>
                    <a:pt x="712841" y="44411"/>
                  </a:lnTo>
                  <a:lnTo>
                    <a:pt x="714762" y="42984"/>
                  </a:lnTo>
                  <a:lnTo>
                    <a:pt x="716684" y="41561"/>
                  </a:lnTo>
                  <a:lnTo>
                    <a:pt x="718605" y="40144"/>
                  </a:lnTo>
                  <a:lnTo>
                    <a:pt x="720526" y="38735"/>
                  </a:lnTo>
                  <a:lnTo>
                    <a:pt x="722448" y="37332"/>
                  </a:lnTo>
                  <a:lnTo>
                    <a:pt x="724369" y="35937"/>
                  </a:lnTo>
                  <a:lnTo>
                    <a:pt x="726291" y="34556"/>
                  </a:lnTo>
                  <a:lnTo>
                    <a:pt x="728212" y="33184"/>
                  </a:lnTo>
                  <a:lnTo>
                    <a:pt x="730134" y="31822"/>
                  </a:lnTo>
                  <a:lnTo>
                    <a:pt x="732055" y="30475"/>
                  </a:lnTo>
                  <a:lnTo>
                    <a:pt x="733976" y="29145"/>
                  </a:lnTo>
                  <a:lnTo>
                    <a:pt x="735898" y="27827"/>
                  </a:lnTo>
                  <a:lnTo>
                    <a:pt x="737819" y="26523"/>
                  </a:lnTo>
                  <a:lnTo>
                    <a:pt x="739741" y="25244"/>
                  </a:lnTo>
                  <a:lnTo>
                    <a:pt x="741662" y="23981"/>
                  </a:lnTo>
                  <a:lnTo>
                    <a:pt x="743583" y="22735"/>
                  </a:lnTo>
                  <a:lnTo>
                    <a:pt x="745505" y="21512"/>
                  </a:lnTo>
                  <a:lnTo>
                    <a:pt x="747426" y="20314"/>
                  </a:lnTo>
                  <a:lnTo>
                    <a:pt x="749348" y="19136"/>
                  </a:lnTo>
                  <a:lnTo>
                    <a:pt x="751269" y="17979"/>
                  </a:lnTo>
                  <a:lnTo>
                    <a:pt x="753190" y="16855"/>
                  </a:lnTo>
                  <a:lnTo>
                    <a:pt x="755112" y="15756"/>
                  </a:lnTo>
                  <a:lnTo>
                    <a:pt x="757033" y="14680"/>
                  </a:lnTo>
                  <a:lnTo>
                    <a:pt x="758955" y="13633"/>
                  </a:lnTo>
                  <a:lnTo>
                    <a:pt x="760876" y="12623"/>
                  </a:lnTo>
                  <a:lnTo>
                    <a:pt x="762797" y="11639"/>
                  </a:lnTo>
                  <a:lnTo>
                    <a:pt x="764719" y="10682"/>
                  </a:lnTo>
                  <a:lnTo>
                    <a:pt x="766640" y="9767"/>
                  </a:lnTo>
                  <a:lnTo>
                    <a:pt x="768562" y="8885"/>
                  </a:lnTo>
                  <a:lnTo>
                    <a:pt x="770483" y="8033"/>
                  </a:lnTo>
                  <a:lnTo>
                    <a:pt x="772404" y="7216"/>
                  </a:lnTo>
                  <a:lnTo>
                    <a:pt x="774326" y="6447"/>
                  </a:lnTo>
                  <a:lnTo>
                    <a:pt x="776247" y="5711"/>
                  </a:lnTo>
                  <a:lnTo>
                    <a:pt x="778169" y="5008"/>
                  </a:lnTo>
                  <a:lnTo>
                    <a:pt x="780090" y="4353"/>
                  </a:lnTo>
                  <a:lnTo>
                    <a:pt x="782011" y="3743"/>
                  </a:lnTo>
                  <a:lnTo>
                    <a:pt x="783933" y="3169"/>
                  </a:lnTo>
                  <a:lnTo>
                    <a:pt x="785854" y="2633"/>
                  </a:lnTo>
                  <a:lnTo>
                    <a:pt x="787776" y="2159"/>
                  </a:lnTo>
                  <a:lnTo>
                    <a:pt x="789697" y="1724"/>
                  </a:lnTo>
                  <a:lnTo>
                    <a:pt x="791618" y="1329"/>
                  </a:lnTo>
                  <a:lnTo>
                    <a:pt x="793540" y="986"/>
                  </a:lnTo>
                  <a:lnTo>
                    <a:pt x="795461" y="699"/>
                  </a:lnTo>
                  <a:lnTo>
                    <a:pt x="797383" y="455"/>
                  </a:lnTo>
                  <a:lnTo>
                    <a:pt x="799304" y="254"/>
                  </a:lnTo>
                  <a:lnTo>
                    <a:pt x="801226" y="122"/>
                  </a:lnTo>
                  <a:lnTo>
                    <a:pt x="803147" y="38"/>
                  </a:lnTo>
                  <a:lnTo>
                    <a:pt x="805068" y="0"/>
                  </a:lnTo>
                  <a:lnTo>
                    <a:pt x="806990" y="16"/>
                  </a:lnTo>
                  <a:lnTo>
                    <a:pt x="808911" y="100"/>
                  </a:lnTo>
                  <a:lnTo>
                    <a:pt x="810833" y="231"/>
                  </a:lnTo>
                  <a:lnTo>
                    <a:pt x="812754" y="409"/>
                  </a:lnTo>
                  <a:lnTo>
                    <a:pt x="814675" y="660"/>
                  </a:lnTo>
                  <a:lnTo>
                    <a:pt x="816597" y="966"/>
                  </a:lnTo>
                  <a:lnTo>
                    <a:pt x="818518" y="1321"/>
                  </a:lnTo>
                  <a:lnTo>
                    <a:pt x="820440" y="1732"/>
                  </a:lnTo>
                  <a:lnTo>
                    <a:pt x="822361" y="2218"/>
                  </a:lnTo>
                  <a:lnTo>
                    <a:pt x="824282" y="2753"/>
                  </a:lnTo>
                  <a:lnTo>
                    <a:pt x="826204" y="3338"/>
                  </a:lnTo>
                  <a:lnTo>
                    <a:pt x="828125" y="3992"/>
                  </a:lnTo>
                  <a:lnTo>
                    <a:pt x="830047" y="4707"/>
                  </a:lnTo>
                  <a:lnTo>
                    <a:pt x="831968" y="5472"/>
                  </a:lnTo>
                  <a:lnTo>
                    <a:pt x="833889" y="6288"/>
                  </a:lnTo>
                  <a:lnTo>
                    <a:pt x="835811" y="7182"/>
                  </a:lnTo>
                  <a:lnTo>
                    <a:pt x="837732" y="8123"/>
                  </a:lnTo>
                  <a:lnTo>
                    <a:pt x="839654" y="9113"/>
                  </a:lnTo>
                  <a:lnTo>
                    <a:pt x="841575" y="10164"/>
                  </a:lnTo>
                  <a:lnTo>
                    <a:pt x="843496" y="11276"/>
                  </a:lnTo>
                  <a:lnTo>
                    <a:pt x="845418" y="12433"/>
                  </a:lnTo>
                  <a:lnTo>
                    <a:pt x="847339" y="13636"/>
                  </a:lnTo>
                  <a:lnTo>
                    <a:pt x="849261" y="14907"/>
                  </a:lnTo>
                  <a:lnTo>
                    <a:pt x="851182" y="16222"/>
                  </a:lnTo>
                  <a:lnTo>
                    <a:pt x="853103" y="17579"/>
                  </a:lnTo>
                  <a:lnTo>
                    <a:pt x="855025" y="18984"/>
                  </a:lnTo>
                  <a:lnTo>
                    <a:pt x="856946" y="20444"/>
                  </a:lnTo>
                  <a:lnTo>
                    <a:pt x="858868" y="21941"/>
                  </a:lnTo>
                  <a:lnTo>
                    <a:pt x="860789" y="23474"/>
                  </a:lnTo>
                  <a:lnTo>
                    <a:pt x="862710" y="25058"/>
                  </a:lnTo>
                  <a:lnTo>
                    <a:pt x="864632" y="26678"/>
                  </a:lnTo>
                  <a:lnTo>
                    <a:pt x="866553" y="28330"/>
                  </a:lnTo>
                  <a:lnTo>
                    <a:pt x="868475" y="30014"/>
                  </a:lnTo>
                  <a:lnTo>
                    <a:pt x="870396" y="31740"/>
                  </a:lnTo>
                  <a:lnTo>
                    <a:pt x="872318" y="33491"/>
                  </a:lnTo>
                  <a:lnTo>
                    <a:pt x="874239" y="35265"/>
                  </a:lnTo>
                  <a:lnTo>
                    <a:pt x="876160" y="37071"/>
                  </a:lnTo>
                  <a:lnTo>
                    <a:pt x="878082" y="38901"/>
                  </a:lnTo>
                  <a:lnTo>
                    <a:pt x="880003" y="40748"/>
                  </a:lnTo>
                  <a:lnTo>
                    <a:pt x="881925" y="42613"/>
                  </a:lnTo>
                  <a:lnTo>
                    <a:pt x="883846" y="44500"/>
                  </a:lnTo>
                  <a:lnTo>
                    <a:pt x="885767" y="46399"/>
                  </a:lnTo>
                  <a:lnTo>
                    <a:pt x="887689" y="48309"/>
                  </a:lnTo>
                  <a:lnTo>
                    <a:pt x="889610" y="50230"/>
                  </a:lnTo>
                  <a:lnTo>
                    <a:pt x="891532" y="52158"/>
                  </a:lnTo>
                  <a:lnTo>
                    <a:pt x="893453" y="54092"/>
                  </a:lnTo>
                  <a:lnTo>
                    <a:pt x="895374" y="56028"/>
                  </a:lnTo>
                  <a:lnTo>
                    <a:pt x="897296" y="57966"/>
                  </a:lnTo>
                  <a:lnTo>
                    <a:pt x="899217" y="59902"/>
                  </a:lnTo>
                  <a:lnTo>
                    <a:pt x="901139" y="61836"/>
                  </a:lnTo>
                  <a:lnTo>
                    <a:pt x="903060" y="63765"/>
                  </a:lnTo>
                  <a:lnTo>
                    <a:pt x="904981" y="65684"/>
                  </a:lnTo>
                  <a:lnTo>
                    <a:pt x="906903" y="67596"/>
                  </a:lnTo>
                  <a:lnTo>
                    <a:pt x="908824" y="69499"/>
                  </a:lnTo>
                  <a:lnTo>
                    <a:pt x="910746" y="71385"/>
                  </a:lnTo>
                  <a:lnTo>
                    <a:pt x="912667" y="73257"/>
                  </a:lnTo>
                  <a:lnTo>
                    <a:pt x="914588" y="75115"/>
                  </a:lnTo>
                  <a:lnTo>
                    <a:pt x="916510" y="76956"/>
                  </a:lnTo>
                  <a:lnTo>
                    <a:pt x="918431" y="78772"/>
                  </a:lnTo>
                  <a:lnTo>
                    <a:pt x="920353" y="80570"/>
                  </a:lnTo>
                  <a:lnTo>
                    <a:pt x="922274" y="82349"/>
                  </a:lnTo>
                  <a:lnTo>
                    <a:pt x="924195" y="84100"/>
                  </a:lnTo>
                  <a:lnTo>
                    <a:pt x="926117" y="85825"/>
                  </a:lnTo>
                  <a:lnTo>
                    <a:pt x="928038" y="87527"/>
                  </a:lnTo>
                  <a:lnTo>
                    <a:pt x="929960" y="89206"/>
                  </a:lnTo>
                  <a:lnTo>
                    <a:pt x="931881" y="90846"/>
                  </a:lnTo>
                  <a:lnTo>
                    <a:pt x="933802" y="92461"/>
                  </a:lnTo>
                  <a:lnTo>
                    <a:pt x="935724" y="94051"/>
                  </a:lnTo>
                  <a:lnTo>
                    <a:pt x="937645" y="95605"/>
                  </a:lnTo>
                  <a:lnTo>
                    <a:pt x="939567" y="97125"/>
                  </a:lnTo>
                  <a:lnTo>
                    <a:pt x="941488" y="98617"/>
                  </a:lnTo>
                  <a:lnTo>
                    <a:pt x="943410" y="100081"/>
                  </a:lnTo>
                  <a:lnTo>
                    <a:pt x="945331" y="101499"/>
                  </a:lnTo>
                  <a:lnTo>
                    <a:pt x="947252" y="102888"/>
                  </a:lnTo>
                  <a:lnTo>
                    <a:pt x="949174" y="104248"/>
                  </a:lnTo>
                  <a:lnTo>
                    <a:pt x="951095" y="105571"/>
                  </a:lnTo>
                  <a:lnTo>
                    <a:pt x="953017" y="106853"/>
                  </a:lnTo>
                  <a:lnTo>
                    <a:pt x="954938" y="108105"/>
                  </a:lnTo>
                  <a:lnTo>
                    <a:pt x="956859" y="109328"/>
                  </a:lnTo>
                  <a:lnTo>
                    <a:pt x="958781" y="110505"/>
                  </a:lnTo>
                  <a:lnTo>
                    <a:pt x="960702" y="111649"/>
                  </a:lnTo>
                  <a:lnTo>
                    <a:pt x="962624" y="112764"/>
                  </a:lnTo>
                  <a:lnTo>
                    <a:pt x="964545" y="113844"/>
                  </a:lnTo>
                  <a:lnTo>
                    <a:pt x="966466" y="114881"/>
                  </a:lnTo>
                  <a:lnTo>
                    <a:pt x="968388" y="115888"/>
                  </a:lnTo>
                  <a:lnTo>
                    <a:pt x="970309" y="116867"/>
                  </a:lnTo>
                  <a:lnTo>
                    <a:pt x="972231" y="117805"/>
                  </a:lnTo>
                  <a:lnTo>
                    <a:pt x="974152" y="118708"/>
                  </a:lnTo>
                  <a:lnTo>
                    <a:pt x="976073" y="119584"/>
                  </a:lnTo>
                  <a:lnTo>
                    <a:pt x="977995" y="120431"/>
                  </a:lnTo>
                  <a:lnTo>
                    <a:pt x="979916" y="121235"/>
                  </a:lnTo>
                  <a:lnTo>
                    <a:pt x="981838" y="122012"/>
                  </a:lnTo>
                  <a:lnTo>
                    <a:pt x="981838" y="136053"/>
                  </a:lnTo>
                  <a:lnTo>
                    <a:pt x="979916" y="136053"/>
                  </a:lnTo>
                  <a:lnTo>
                    <a:pt x="977995" y="136053"/>
                  </a:lnTo>
                  <a:lnTo>
                    <a:pt x="976073" y="136053"/>
                  </a:lnTo>
                  <a:lnTo>
                    <a:pt x="974152" y="136053"/>
                  </a:lnTo>
                  <a:lnTo>
                    <a:pt x="972231" y="136053"/>
                  </a:lnTo>
                  <a:lnTo>
                    <a:pt x="970309" y="136053"/>
                  </a:lnTo>
                  <a:lnTo>
                    <a:pt x="968388" y="136053"/>
                  </a:lnTo>
                  <a:lnTo>
                    <a:pt x="966466" y="136053"/>
                  </a:lnTo>
                  <a:lnTo>
                    <a:pt x="964545" y="136053"/>
                  </a:lnTo>
                  <a:lnTo>
                    <a:pt x="962624" y="136053"/>
                  </a:lnTo>
                  <a:lnTo>
                    <a:pt x="960702" y="136053"/>
                  </a:lnTo>
                  <a:lnTo>
                    <a:pt x="958781" y="136053"/>
                  </a:lnTo>
                  <a:lnTo>
                    <a:pt x="956859" y="136053"/>
                  </a:lnTo>
                  <a:lnTo>
                    <a:pt x="954938" y="136053"/>
                  </a:lnTo>
                  <a:lnTo>
                    <a:pt x="953017" y="136053"/>
                  </a:lnTo>
                  <a:lnTo>
                    <a:pt x="951095" y="136053"/>
                  </a:lnTo>
                  <a:lnTo>
                    <a:pt x="949174" y="136053"/>
                  </a:lnTo>
                  <a:lnTo>
                    <a:pt x="947252" y="136053"/>
                  </a:lnTo>
                  <a:lnTo>
                    <a:pt x="945331" y="136053"/>
                  </a:lnTo>
                  <a:lnTo>
                    <a:pt x="943410" y="136053"/>
                  </a:lnTo>
                  <a:lnTo>
                    <a:pt x="941488" y="136053"/>
                  </a:lnTo>
                  <a:lnTo>
                    <a:pt x="939567" y="136053"/>
                  </a:lnTo>
                  <a:lnTo>
                    <a:pt x="937645" y="136053"/>
                  </a:lnTo>
                  <a:lnTo>
                    <a:pt x="935724" y="136053"/>
                  </a:lnTo>
                  <a:lnTo>
                    <a:pt x="933802" y="136053"/>
                  </a:lnTo>
                  <a:lnTo>
                    <a:pt x="931881" y="136053"/>
                  </a:lnTo>
                  <a:lnTo>
                    <a:pt x="929960" y="136053"/>
                  </a:lnTo>
                  <a:lnTo>
                    <a:pt x="928038" y="136053"/>
                  </a:lnTo>
                  <a:lnTo>
                    <a:pt x="926117" y="136053"/>
                  </a:lnTo>
                  <a:lnTo>
                    <a:pt x="924195" y="136053"/>
                  </a:lnTo>
                  <a:lnTo>
                    <a:pt x="922274" y="136053"/>
                  </a:lnTo>
                  <a:lnTo>
                    <a:pt x="920353" y="136053"/>
                  </a:lnTo>
                  <a:lnTo>
                    <a:pt x="918431" y="136053"/>
                  </a:lnTo>
                  <a:lnTo>
                    <a:pt x="916510" y="136053"/>
                  </a:lnTo>
                  <a:lnTo>
                    <a:pt x="914588" y="136053"/>
                  </a:lnTo>
                  <a:lnTo>
                    <a:pt x="912667" y="136053"/>
                  </a:lnTo>
                  <a:lnTo>
                    <a:pt x="910746" y="136053"/>
                  </a:lnTo>
                  <a:lnTo>
                    <a:pt x="908824" y="136053"/>
                  </a:lnTo>
                  <a:lnTo>
                    <a:pt x="906903" y="136053"/>
                  </a:lnTo>
                  <a:lnTo>
                    <a:pt x="904981" y="136053"/>
                  </a:lnTo>
                  <a:lnTo>
                    <a:pt x="903060" y="136053"/>
                  </a:lnTo>
                  <a:lnTo>
                    <a:pt x="901139" y="136053"/>
                  </a:lnTo>
                  <a:lnTo>
                    <a:pt x="899217" y="136053"/>
                  </a:lnTo>
                  <a:lnTo>
                    <a:pt x="897296" y="136053"/>
                  </a:lnTo>
                  <a:lnTo>
                    <a:pt x="895374" y="136053"/>
                  </a:lnTo>
                  <a:lnTo>
                    <a:pt x="893453" y="136053"/>
                  </a:lnTo>
                  <a:lnTo>
                    <a:pt x="891532" y="136053"/>
                  </a:lnTo>
                  <a:lnTo>
                    <a:pt x="889610" y="136053"/>
                  </a:lnTo>
                  <a:lnTo>
                    <a:pt x="887689" y="136053"/>
                  </a:lnTo>
                  <a:lnTo>
                    <a:pt x="885767" y="136053"/>
                  </a:lnTo>
                  <a:lnTo>
                    <a:pt x="883846" y="136053"/>
                  </a:lnTo>
                  <a:lnTo>
                    <a:pt x="881925" y="136053"/>
                  </a:lnTo>
                  <a:lnTo>
                    <a:pt x="880003" y="136053"/>
                  </a:lnTo>
                  <a:lnTo>
                    <a:pt x="878082" y="136053"/>
                  </a:lnTo>
                  <a:lnTo>
                    <a:pt x="876160" y="136053"/>
                  </a:lnTo>
                  <a:lnTo>
                    <a:pt x="874239" y="136053"/>
                  </a:lnTo>
                  <a:lnTo>
                    <a:pt x="872318" y="136053"/>
                  </a:lnTo>
                  <a:lnTo>
                    <a:pt x="870396" y="136053"/>
                  </a:lnTo>
                  <a:lnTo>
                    <a:pt x="868475" y="136053"/>
                  </a:lnTo>
                  <a:lnTo>
                    <a:pt x="866553" y="136053"/>
                  </a:lnTo>
                  <a:lnTo>
                    <a:pt x="864632" y="136053"/>
                  </a:lnTo>
                  <a:lnTo>
                    <a:pt x="862710" y="136053"/>
                  </a:lnTo>
                  <a:lnTo>
                    <a:pt x="860789" y="136053"/>
                  </a:lnTo>
                  <a:lnTo>
                    <a:pt x="858868" y="136053"/>
                  </a:lnTo>
                  <a:lnTo>
                    <a:pt x="856946" y="136053"/>
                  </a:lnTo>
                  <a:lnTo>
                    <a:pt x="855025" y="136053"/>
                  </a:lnTo>
                  <a:lnTo>
                    <a:pt x="853103" y="136053"/>
                  </a:lnTo>
                  <a:lnTo>
                    <a:pt x="851182" y="136053"/>
                  </a:lnTo>
                  <a:lnTo>
                    <a:pt x="849261" y="136053"/>
                  </a:lnTo>
                  <a:lnTo>
                    <a:pt x="847339" y="136053"/>
                  </a:lnTo>
                  <a:lnTo>
                    <a:pt x="845418" y="136053"/>
                  </a:lnTo>
                  <a:lnTo>
                    <a:pt x="843496" y="136053"/>
                  </a:lnTo>
                  <a:lnTo>
                    <a:pt x="841575" y="136053"/>
                  </a:lnTo>
                  <a:lnTo>
                    <a:pt x="839654" y="136053"/>
                  </a:lnTo>
                  <a:lnTo>
                    <a:pt x="837732" y="136053"/>
                  </a:lnTo>
                  <a:lnTo>
                    <a:pt x="835811" y="136053"/>
                  </a:lnTo>
                  <a:lnTo>
                    <a:pt x="833889" y="136053"/>
                  </a:lnTo>
                  <a:lnTo>
                    <a:pt x="831968" y="136053"/>
                  </a:lnTo>
                  <a:lnTo>
                    <a:pt x="830047" y="136053"/>
                  </a:lnTo>
                  <a:lnTo>
                    <a:pt x="828125" y="136053"/>
                  </a:lnTo>
                  <a:lnTo>
                    <a:pt x="826204" y="136053"/>
                  </a:lnTo>
                  <a:lnTo>
                    <a:pt x="824282" y="136053"/>
                  </a:lnTo>
                  <a:lnTo>
                    <a:pt x="822361" y="136053"/>
                  </a:lnTo>
                  <a:lnTo>
                    <a:pt x="820440" y="136053"/>
                  </a:lnTo>
                  <a:lnTo>
                    <a:pt x="818518" y="136053"/>
                  </a:lnTo>
                  <a:lnTo>
                    <a:pt x="816597" y="136053"/>
                  </a:lnTo>
                  <a:lnTo>
                    <a:pt x="814675" y="136053"/>
                  </a:lnTo>
                  <a:lnTo>
                    <a:pt x="812754" y="136053"/>
                  </a:lnTo>
                  <a:lnTo>
                    <a:pt x="810833" y="136053"/>
                  </a:lnTo>
                  <a:lnTo>
                    <a:pt x="808911" y="136053"/>
                  </a:lnTo>
                  <a:lnTo>
                    <a:pt x="806990" y="136053"/>
                  </a:lnTo>
                  <a:lnTo>
                    <a:pt x="805068" y="136053"/>
                  </a:lnTo>
                  <a:lnTo>
                    <a:pt x="803147" y="136053"/>
                  </a:lnTo>
                  <a:lnTo>
                    <a:pt x="801226" y="136053"/>
                  </a:lnTo>
                  <a:lnTo>
                    <a:pt x="799304" y="136053"/>
                  </a:lnTo>
                  <a:lnTo>
                    <a:pt x="797383" y="136053"/>
                  </a:lnTo>
                  <a:lnTo>
                    <a:pt x="795461" y="136053"/>
                  </a:lnTo>
                  <a:lnTo>
                    <a:pt x="793540" y="136053"/>
                  </a:lnTo>
                  <a:lnTo>
                    <a:pt x="791618" y="136053"/>
                  </a:lnTo>
                  <a:lnTo>
                    <a:pt x="789697" y="136053"/>
                  </a:lnTo>
                  <a:lnTo>
                    <a:pt x="787776" y="136053"/>
                  </a:lnTo>
                  <a:lnTo>
                    <a:pt x="785854" y="136053"/>
                  </a:lnTo>
                  <a:lnTo>
                    <a:pt x="783933" y="136053"/>
                  </a:lnTo>
                  <a:lnTo>
                    <a:pt x="782011" y="136053"/>
                  </a:lnTo>
                  <a:lnTo>
                    <a:pt x="780090" y="136053"/>
                  </a:lnTo>
                  <a:lnTo>
                    <a:pt x="778169" y="136053"/>
                  </a:lnTo>
                  <a:lnTo>
                    <a:pt x="776247" y="136053"/>
                  </a:lnTo>
                  <a:lnTo>
                    <a:pt x="774326" y="136053"/>
                  </a:lnTo>
                  <a:lnTo>
                    <a:pt x="772404" y="136053"/>
                  </a:lnTo>
                  <a:lnTo>
                    <a:pt x="770483" y="136053"/>
                  </a:lnTo>
                  <a:lnTo>
                    <a:pt x="768562" y="136053"/>
                  </a:lnTo>
                  <a:lnTo>
                    <a:pt x="766640" y="136053"/>
                  </a:lnTo>
                  <a:lnTo>
                    <a:pt x="764719" y="136053"/>
                  </a:lnTo>
                  <a:lnTo>
                    <a:pt x="762797" y="136053"/>
                  </a:lnTo>
                  <a:lnTo>
                    <a:pt x="760876" y="136053"/>
                  </a:lnTo>
                  <a:lnTo>
                    <a:pt x="758955" y="136053"/>
                  </a:lnTo>
                  <a:lnTo>
                    <a:pt x="757033" y="136053"/>
                  </a:lnTo>
                  <a:lnTo>
                    <a:pt x="755112" y="136053"/>
                  </a:lnTo>
                  <a:lnTo>
                    <a:pt x="753190" y="136053"/>
                  </a:lnTo>
                  <a:lnTo>
                    <a:pt x="751269" y="136053"/>
                  </a:lnTo>
                  <a:lnTo>
                    <a:pt x="749348" y="136053"/>
                  </a:lnTo>
                  <a:lnTo>
                    <a:pt x="747426" y="136053"/>
                  </a:lnTo>
                  <a:lnTo>
                    <a:pt x="745505" y="136053"/>
                  </a:lnTo>
                  <a:lnTo>
                    <a:pt x="743583" y="136053"/>
                  </a:lnTo>
                  <a:lnTo>
                    <a:pt x="741662" y="136053"/>
                  </a:lnTo>
                  <a:lnTo>
                    <a:pt x="739741" y="136053"/>
                  </a:lnTo>
                  <a:lnTo>
                    <a:pt x="737819" y="136053"/>
                  </a:lnTo>
                  <a:lnTo>
                    <a:pt x="735898" y="136053"/>
                  </a:lnTo>
                  <a:lnTo>
                    <a:pt x="733976" y="136053"/>
                  </a:lnTo>
                  <a:lnTo>
                    <a:pt x="732055" y="136053"/>
                  </a:lnTo>
                  <a:lnTo>
                    <a:pt x="730134" y="136053"/>
                  </a:lnTo>
                  <a:lnTo>
                    <a:pt x="728212" y="136053"/>
                  </a:lnTo>
                  <a:lnTo>
                    <a:pt x="726291" y="136053"/>
                  </a:lnTo>
                  <a:lnTo>
                    <a:pt x="724369" y="136053"/>
                  </a:lnTo>
                  <a:lnTo>
                    <a:pt x="722448" y="136053"/>
                  </a:lnTo>
                  <a:lnTo>
                    <a:pt x="720526" y="136053"/>
                  </a:lnTo>
                  <a:lnTo>
                    <a:pt x="718605" y="136053"/>
                  </a:lnTo>
                  <a:lnTo>
                    <a:pt x="716684" y="136053"/>
                  </a:lnTo>
                  <a:lnTo>
                    <a:pt x="714762" y="136053"/>
                  </a:lnTo>
                  <a:lnTo>
                    <a:pt x="712841" y="136053"/>
                  </a:lnTo>
                  <a:lnTo>
                    <a:pt x="710919" y="136053"/>
                  </a:lnTo>
                  <a:lnTo>
                    <a:pt x="708998" y="136053"/>
                  </a:lnTo>
                  <a:lnTo>
                    <a:pt x="707077" y="136053"/>
                  </a:lnTo>
                  <a:lnTo>
                    <a:pt x="705155" y="136053"/>
                  </a:lnTo>
                  <a:lnTo>
                    <a:pt x="703234" y="136053"/>
                  </a:lnTo>
                  <a:lnTo>
                    <a:pt x="701312" y="136053"/>
                  </a:lnTo>
                  <a:lnTo>
                    <a:pt x="699391" y="136053"/>
                  </a:lnTo>
                  <a:lnTo>
                    <a:pt x="697470" y="136053"/>
                  </a:lnTo>
                  <a:lnTo>
                    <a:pt x="695548" y="136053"/>
                  </a:lnTo>
                  <a:lnTo>
                    <a:pt x="693627" y="136053"/>
                  </a:lnTo>
                  <a:lnTo>
                    <a:pt x="691705" y="136053"/>
                  </a:lnTo>
                  <a:lnTo>
                    <a:pt x="689784" y="136053"/>
                  </a:lnTo>
                  <a:lnTo>
                    <a:pt x="687863" y="136053"/>
                  </a:lnTo>
                  <a:lnTo>
                    <a:pt x="685941" y="136053"/>
                  </a:lnTo>
                  <a:lnTo>
                    <a:pt x="684020" y="136053"/>
                  </a:lnTo>
                  <a:lnTo>
                    <a:pt x="682098" y="136053"/>
                  </a:lnTo>
                  <a:lnTo>
                    <a:pt x="680177" y="136053"/>
                  </a:lnTo>
                  <a:lnTo>
                    <a:pt x="678256" y="136053"/>
                  </a:lnTo>
                  <a:lnTo>
                    <a:pt x="676334" y="136053"/>
                  </a:lnTo>
                  <a:lnTo>
                    <a:pt x="674413" y="136053"/>
                  </a:lnTo>
                  <a:lnTo>
                    <a:pt x="672491" y="136053"/>
                  </a:lnTo>
                  <a:lnTo>
                    <a:pt x="670570" y="136053"/>
                  </a:lnTo>
                  <a:lnTo>
                    <a:pt x="668649" y="136053"/>
                  </a:lnTo>
                  <a:lnTo>
                    <a:pt x="666727" y="136053"/>
                  </a:lnTo>
                  <a:lnTo>
                    <a:pt x="664806" y="136053"/>
                  </a:lnTo>
                  <a:lnTo>
                    <a:pt x="662884" y="136053"/>
                  </a:lnTo>
                  <a:lnTo>
                    <a:pt x="660963" y="136053"/>
                  </a:lnTo>
                  <a:lnTo>
                    <a:pt x="659042" y="136053"/>
                  </a:lnTo>
                  <a:lnTo>
                    <a:pt x="657120" y="136053"/>
                  </a:lnTo>
                  <a:lnTo>
                    <a:pt x="655199" y="136053"/>
                  </a:lnTo>
                  <a:lnTo>
                    <a:pt x="653277" y="136053"/>
                  </a:lnTo>
                  <a:lnTo>
                    <a:pt x="651356" y="136053"/>
                  </a:lnTo>
                  <a:lnTo>
                    <a:pt x="649434" y="136053"/>
                  </a:lnTo>
                  <a:lnTo>
                    <a:pt x="647513" y="136053"/>
                  </a:lnTo>
                  <a:lnTo>
                    <a:pt x="645592" y="136053"/>
                  </a:lnTo>
                  <a:lnTo>
                    <a:pt x="643670" y="136053"/>
                  </a:lnTo>
                  <a:lnTo>
                    <a:pt x="641749" y="136053"/>
                  </a:lnTo>
                  <a:lnTo>
                    <a:pt x="639827" y="136053"/>
                  </a:lnTo>
                  <a:lnTo>
                    <a:pt x="637906" y="136053"/>
                  </a:lnTo>
                  <a:lnTo>
                    <a:pt x="635985" y="136053"/>
                  </a:lnTo>
                  <a:lnTo>
                    <a:pt x="634063" y="136053"/>
                  </a:lnTo>
                  <a:lnTo>
                    <a:pt x="632142" y="136053"/>
                  </a:lnTo>
                  <a:lnTo>
                    <a:pt x="630220" y="136053"/>
                  </a:lnTo>
                  <a:lnTo>
                    <a:pt x="628299" y="136053"/>
                  </a:lnTo>
                  <a:lnTo>
                    <a:pt x="626378" y="136053"/>
                  </a:lnTo>
                  <a:lnTo>
                    <a:pt x="624456" y="136053"/>
                  </a:lnTo>
                  <a:lnTo>
                    <a:pt x="622535" y="136053"/>
                  </a:lnTo>
                  <a:lnTo>
                    <a:pt x="620613" y="136053"/>
                  </a:lnTo>
                  <a:lnTo>
                    <a:pt x="618692" y="136053"/>
                  </a:lnTo>
                  <a:lnTo>
                    <a:pt x="616771" y="136053"/>
                  </a:lnTo>
                  <a:lnTo>
                    <a:pt x="614849" y="136053"/>
                  </a:lnTo>
                  <a:lnTo>
                    <a:pt x="612928" y="136053"/>
                  </a:lnTo>
                  <a:lnTo>
                    <a:pt x="611006" y="136053"/>
                  </a:lnTo>
                  <a:lnTo>
                    <a:pt x="609085" y="136053"/>
                  </a:lnTo>
                  <a:lnTo>
                    <a:pt x="607164" y="136053"/>
                  </a:lnTo>
                  <a:lnTo>
                    <a:pt x="605242" y="136053"/>
                  </a:lnTo>
                  <a:lnTo>
                    <a:pt x="603321" y="136053"/>
                  </a:lnTo>
                  <a:lnTo>
                    <a:pt x="601399" y="136053"/>
                  </a:lnTo>
                  <a:lnTo>
                    <a:pt x="599478" y="136053"/>
                  </a:lnTo>
                  <a:lnTo>
                    <a:pt x="597557" y="136053"/>
                  </a:lnTo>
                  <a:lnTo>
                    <a:pt x="595635" y="136053"/>
                  </a:lnTo>
                  <a:lnTo>
                    <a:pt x="593714" y="136053"/>
                  </a:lnTo>
                  <a:lnTo>
                    <a:pt x="591792" y="136053"/>
                  </a:lnTo>
                  <a:lnTo>
                    <a:pt x="589871" y="136053"/>
                  </a:lnTo>
                  <a:lnTo>
                    <a:pt x="587950" y="136053"/>
                  </a:lnTo>
                  <a:lnTo>
                    <a:pt x="586028" y="136053"/>
                  </a:lnTo>
                  <a:lnTo>
                    <a:pt x="584107" y="136053"/>
                  </a:lnTo>
                  <a:lnTo>
                    <a:pt x="582185" y="136053"/>
                  </a:lnTo>
                  <a:lnTo>
                    <a:pt x="580264" y="136053"/>
                  </a:lnTo>
                  <a:lnTo>
                    <a:pt x="578342" y="136053"/>
                  </a:lnTo>
                  <a:lnTo>
                    <a:pt x="576421" y="136053"/>
                  </a:lnTo>
                  <a:lnTo>
                    <a:pt x="574500" y="136053"/>
                  </a:lnTo>
                  <a:lnTo>
                    <a:pt x="572578" y="136053"/>
                  </a:lnTo>
                  <a:lnTo>
                    <a:pt x="570657" y="136053"/>
                  </a:lnTo>
                  <a:lnTo>
                    <a:pt x="568735" y="136053"/>
                  </a:lnTo>
                  <a:lnTo>
                    <a:pt x="566814" y="136053"/>
                  </a:lnTo>
                  <a:lnTo>
                    <a:pt x="564893" y="136053"/>
                  </a:lnTo>
                  <a:lnTo>
                    <a:pt x="562971" y="136053"/>
                  </a:lnTo>
                  <a:lnTo>
                    <a:pt x="561050" y="136053"/>
                  </a:lnTo>
                  <a:lnTo>
                    <a:pt x="559128" y="136053"/>
                  </a:lnTo>
                  <a:lnTo>
                    <a:pt x="557207" y="136053"/>
                  </a:lnTo>
                  <a:lnTo>
                    <a:pt x="555286" y="136053"/>
                  </a:lnTo>
                  <a:lnTo>
                    <a:pt x="553364" y="136053"/>
                  </a:lnTo>
                  <a:lnTo>
                    <a:pt x="551443" y="136053"/>
                  </a:lnTo>
                  <a:lnTo>
                    <a:pt x="549521" y="136053"/>
                  </a:lnTo>
                  <a:lnTo>
                    <a:pt x="547600" y="136053"/>
                  </a:lnTo>
                  <a:lnTo>
                    <a:pt x="545679" y="136053"/>
                  </a:lnTo>
                  <a:lnTo>
                    <a:pt x="543757" y="136053"/>
                  </a:lnTo>
                  <a:lnTo>
                    <a:pt x="541836" y="136053"/>
                  </a:lnTo>
                  <a:lnTo>
                    <a:pt x="539914" y="136053"/>
                  </a:lnTo>
                  <a:lnTo>
                    <a:pt x="537993" y="136053"/>
                  </a:lnTo>
                  <a:lnTo>
                    <a:pt x="536072" y="136053"/>
                  </a:lnTo>
                  <a:lnTo>
                    <a:pt x="534150" y="136053"/>
                  </a:lnTo>
                  <a:lnTo>
                    <a:pt x="532229" y="136053"/>
                  </a:lnTo>
                  <a:lnTo>
                    <a:pt x="530307" y="136053"/>
                  </a:lnTo>
                  <a:lnTo>
                    <a:pt x="528386" y="136053"/>
                  </a:lnTo>
                  <a:lnTo>
                    <a:pt x="526465" y="136053"/>
                  </a:lnTo>
                  <a:lnTo>
                    <a:pt x="524543" y="136053"/>
                  </a:lnTo>
                  <a:lnTo>
                    <a:pt x="522622" y="136053"/>
                  </a:lnTo>
                  <a:lnTo>
                    <a:pt x="520700" y="136053"/>
                  </a:lnTo>
                  <a:lnTo>
                    <a:pt x="518779" y="136053"/>
                  </a:lnTo>
                  <a:lnTo>
                    <a:pt x="516858" y="136053"/>
                  </a:lnTo>
                  <a:lnTo>
                    <a:pt x="514936" y="136053"/>
                  </a:lnTo>
                  <a:lnTo>
                    <a:pt x="513015" y="136053"/>
                  </a:lnTo>
                  <a:lnTo>
                    <a:pt x="511093" y="136053"/>
                  </a:lnTo>
                  <a:lnTo>
                    <a:pt x="509172" y="136053"/>
                  </a:lnTo>
                  <a:lnTo>
                    <a:pt x="507250" y="136053"/>
                  </a:lnTo>
                  <a:lnTo>
                    <a:pt x="505329" y="136053"/>
                  </a:lnTo>
                  <a:lnTo>
                    <a:pt x="503408" y="136053"/>
                  </a:lnTo>
                  <a:lnTo>
                    <a:pt x="501486" y="136053"/>
                  </a:lnTo>
                  <a:lnTo>
                    <a:pt x="499565" y="136053"/>
                  </a:lnTo>
                  <a:lnTo>
                    <a:pt x="497643" y="136053"/>
                  </a:lnTo>
                  <a:lnTo>
                    <a:pt x="495722" y="136053"/>
                  </a:lnTo>
                  <a:lnTo>
                    <a:pt x="493801" y="136053"/>
                  </a:lnTo>
                  <a:lnTo>
                    <a:pt x="491879" y="136053"/>
                  </a:lnTo>
                  <a:lnTo>
                    <a:pt x="489958" y="136053"/>
                  </a:lnTo>
                  <a:lnTo>
                    <a:pt x="488036" y="136053"/>
                  </a:lnTo>
                  <a:lnTo>
                    <a:pt x="486115" y="136053"/>
                  </a:lnTo>
                  <a:lnTo>
                    <a:pt x="484194" y="136053"/>
                  </a:lnTo>
                  <a:lnTo>
                    <a:pt x="482272" y="136053"/>
                  </a:lnTo>
                  <a:lnTo>
                    <a:pt x="480351" y="136053"/>
                  </a:lnTo>
                  <a:lnTo>
                    <a:pt x="478429" y="136053"/>
                  </a:lnTo>
                  <a:lnTo>
                    <a:pt x="476508" y="136053"/>
                  </a:lnTo>
                  <a:lnTo>
                    <a:pt x="474587" y="136053"/>
                  </a:lnTo>
                  <a:lnTo>
                    <a:pt x="472665" y="136053"/>
                  </a:lnTo>
                  <a:lnTo>
                    <a:pt x="470744" y="136053"/>
                  </a:lnTo>
                  <a:lnTo>
                    <a:pt x="468822" y="136053"/>
                  </a:lnTo>
                  <a:lnTo>
                    <a:pt x="466901" y="136053"/>
                  </a:lnTo>
                  <a:lnTo>
                    <a:pt x="464980" y="136053"/>
                  </a:lnTo>
                  <a:lnTo>
                    <a:pt x="463058" y="136053"/>
                  </a:lnTo>
                  <a:lnTo>
                    <a:pt x="461137" y="136053"/>
                  </a:lnTo>
                  <a:lnTo>
                    <a:pt x="459215" y="136053"/>
                  </a:lnTo>
                  <a:lnTo>
                    <a:pt x="457294" y="136053"/>
                  </a:lnTo>
                  <a:lnTo>
                    <a:pt x="455373" y="136053"/>
                  </a:lnTo>
                  <a:lnTo>
                    <a:pt x="453451" y="136053"/>
                  </a:lnTo>
                  <a:lnTo>
                    <a:pt x="451530" y="136053"/>
                  </a:lnTo>
                  <a:lnTo>
                    <a:pt x="449608" y="136053"/>
                  </a:lnTo>
                  <a:lnTo>
                    <a:pt x="447687" y="136053"/>
                  </a:lnTo>
                  <a:lnTo>
                    <a:pt x="445766" y="136053"/>
                  </a:lnTo>
                  <a:lnTo>
                    <a:pt x="443844" y="136053"/>
                  </a:lnTo>
                  <a:lnTo>
                    <a:pt x="441923" y="136053"/>
                  </a:lnTo>
                  <a:lnTo>
                    <a:pt x="440001" y="136053"/>
                  </a:lnTo>
                  <a:lnTo>
                    <a:pt x="438080" y="136053"/>
                  </a:lnTo>
                  <a:lnTo>
                    <a:pt x="436159" y="136053"/>
                  </a:lnTo>
                  <a:lnTo>
                    <a:pt x="434237" y="136053"/>
                  </a:lnTo>
                  <a:lnTo>
                    <a:pt x="432316" y="136053"/>
                  </a:lnTo>
                  <a:lnTo>
                    <a:pt x="430394" y="136053"/>
                  </a:lnTo>
                  <a:lnTo>
                    <a:pt x="428473" y="136053"/>
                  </a:lnTo>
                  <a:lnTo>
                    <a:pt x="426551" y="136053"/>
                  </a:lnTo>
                  <a:lnTo>
                    <a:pt x="424630" y="136053"/>
                  </a:lnTo>
                  <a:lnTo>
                    <a:pt x="422709" y="136053"/>
                  </a:lnTo>
                  <a:lnTo>
                    <a:pt x="420787" y="136053"/>
                  </a:lnTo>
                  <a:lnTo>
                    <a:pt x="418866" y="136053"/>
                  </a:lnTo>
                  <a:lnTo>
                    <a:pt x="416944" y="136053"/>
                  </a:lnTo>
                  <a:lnTo>
                    <a:pt x="415023" y="136053"/>
                  </a:lnTo>
                  <a:lnTo>
                    <a:pt x="413102" y="136053"/>
                  </a:lnTo>
                  <a:lnTo>
                    <a:pt x="411180" y="136053"/>
                  </a:lnTo>
                  <a:lnTo>
                    <a:pt x="409259" y="136053"/>
                  </a:lnTo>
                  <a:lnTo>
                    <a:pt x="407337" y="136053"/>
                  </a:lnTo>
                  <a:lnTo>
                    <a:pt x="405416" y="136053"/>
                  </a:lnTo>
                  <a:lnTo>
                    <a:pt x="403495" y="136053"/>
                  </a:lnTo>
                  <a:lnTo>
                    <a:pt x="401573" y="136053"/>
                  </a:lnTo>
                  <a:lnTo>
                    <a:pt x="399652" y="136053"/>
                  </a:lnTo>
                  <a:lnTo>
                    <a:pt x="397730" y="136053"/>
                  </a:lnTo>
                  <a:lnTo>
                    <a:pt x="395809" y="136053"/>
                  </a:lnTo>
                  <a:lnTo>
                    <a:pt x="393888" y="136053"/>
                  </a:lnTo>
                  <a:lnTo>
                    <a:pt x="391966" y="136053"/>
                  </a:lnTo>
                  <a:lnTo>
                    <a:pt x="390045" y="136053"/>
                  </a:lnTo>
                  <a:lnTo>
                    <a:pt x="388123" y="136053"/>
                  </a:lnTo>
                  <a:lnTo>
                    <a:pt x="386202" y="136053"/>
                  </a:lnTo>
                  <a:lnTo>
                    <a:pt x="384281" y="136053"/>
                  </a:lnTo>
                  <a:lnTo>
                    <a:pt x="382359" y="136053"/>
                  </a:lnTo>
                  <a:lnTo>
                    <a:pt x="380438" y="136053"/>
                  </a:lnTo>
                  <a:lnTo>
                    <a:pt x="378516" y="136053"/>
                  </a:lnTo>
                  <a:lnTo>
                    <a:pt x="376595" y="136053"/>
                  </a:lnTo>
                  <a:lnTo>
                    <a:pt x="374674" y="136053"/>
                  </a:lnTo>
                  <a:lnTo>
                    <a:pt x="372752" y="136053"/>
                  </a:lnTo>
                  <a:lnTo>
                    <a:pt x="370831" y="136053"/>
                  </a:lnTo>
                  <a:lnTo>
                    <a:pt x="368909" y="136053"/>
                  </a:lnTo>
                  <a:lnTo>
                    <a:pt x="366988" y="136053"/>
                  </a:lnTo>
                  <a:lnTo>
                    <a:pt x="365067" y="136053"/>
                  </a:lnTo>
                  <a:lnTo>
                    <a:pt x="363145" y="136053"/>
                  </a:lnTo>
                  <a:lnTo>
                    <a:pt x="361224" y="136053"/>
                  </a:lnTo>
                  <a:lnTo>
                    <a:pt x="359302" y="136053"/>
                  </a:lnTo>
                  <a:lnTo>
                    <a:pt x="357381" y="136053"/>
                  </a:lnTo>
                  <a:lnTo>
                    <a:pt x="355459" y="136053"/>
                  </a:lnTo>
                  <a:lnTo>
                    <a:pt x="353538" y="136053"/>
                  </a:lnTo>
                  <a:lnTo>
                    <a:pt x="351617" y="136053"/>
                  </a:lnTo>
                  <a:lnTo>
                    <a:pt x="349695" y="136053"/>
                  </a:lnTo>
                  <a:lnTo>
                    <a:pt x="347774" y="136053"/>
                  </a:lnTo>
                  <a:lnTo>
                    <a:pt x="345852" y="136053"/>
                  </a:lnTo>
                  <a:lnTo>
                    <a:pt x="343931" y="136053"/>
                  </a:lnTo>
                  <a:lnTo>
                    <a:pt x="342010" y="136053"/>
                  </a:lnTo>
                  <a:lnTo>
                    <a:pt x="340088" y="136053"/>
                  </a:lnTo>
                  <a:lnTo>
                    <a:pt x="338167" y="136053"/>
                  </a:lnTo>
                  <a:lnTo>
                    <a:pt x="336245" y="136053"/>
                  </a:lnTo>
                  <a:lnTo>
                    <a:pt x="334324" y="136053"/>
                  </a:lnTo>
                  <a:lnTo>
                    <a:pt x="332403" y="136053"/>
                  </a:lnTo>
                  <a:lnTo>
                    <a:pt x="330481" y="136053"/>
                  </a:lnTo>
                  <a:lnTo>
                    <a:pt x="328560" y="136053"/>
                  </a:lnTo>
                  <a:lnTo>
                    <a:pt x="326638" y="136053"/>
                  </a:lnTo>
                  <a:lnTo>
                    <a:pt x="324717" y="136053"/>
                  </a:lnTo>
                  <a:lnTo>
                    <a:pt x="322796" y="136053"/>
                  </a:lnTo>
                  <a:lnTo>
                    <a:pt x="320874" y="136053"/>
                  </a:lnTo>
                  <a:lnTo>
                    <a:pt x="318953" y="136053"/>
                  </a:lnTo>
                  <a:lnTo>
                    <a:pt x="317031" y="136053"/>
                  </a:lnTo>
                  <a:lnTo>
                    <a:pt x="315110" y="136053"/>
                  </a:lnTo>
                  <a:lnTo>
                    <a:pt x="313189" y="136053"/>
                  </a:lnTo>
                  <a:lnTo>
                    <a:pt x="311267" y="136053"/>
                  </a:lnTo>
                  <a:lnTo>
                    <a:pt x="309346" y="136053"/>
                  </a:lnTo>
                  <a:lnTo>
                    <a:pt x="307424" y="136053"/>
                  </a:lnTo>
                  <a:lnTo>
                    <a:pt x="305503" y="136053"/>
                  </a:lnTo>
                  <a:lnTo>
                    <a:pt x="303582" y="136053"/>
                  </a:lnTo>
                  <a:lnTo>
                    <a:pt x="301660" y="136053"/>
                  </a:lnTo>
                  <a:lnTo>
                    <a:pt x="299739" y="136053"/>
                  </a:lnTo>
                  <a:lnTo>
                    <a:pt x="297817" y="136053"/>
                  </a:lnTo>
                  <a:lnTo>
                    <a:pt x="295896" y="136053"/>
                  </a:lnTo>
                  <a:lnTo>
                    <a:pt x="293975" y="136053"/>
                  </a:lnTo>
                  <a:lnTo>
                    <a:pt x="292053" y="136053"/>
                  </a:lnTo>
                  <a:lnTo>
                    <a:pt x="290132" y="136053"/>
                  </a:lnTo>
                  <a:lnTo>
                    <a:pt x="288210" y="136053"/>
                  </a:lnTo>
                  <a:lnTo>
                    <a:pt x="286289" y="136053"/>
                  </a:lnTo>
                  <a:lnTo>
                    <a:pt x="284367" y="136053"/>
                  </a:lnTo>
                  <a:lnTo>
                    <a:pt x="282446" y="136053"/>
                  </a:lnTo>
                  <a:lnTo>
                    <a:pt x="280525" y="136053"/>
                  </a:lnTo>
                  <a:lnTo>
                    <a:pt x="278603" y="136053"/>
                  </a:lnTo>
                  <a:lnTo>
                    <a:pt x="276682" y="136053"/>
                  </a:lnTo>
                  <a:lnTo>
                    <a:pt x="274760" y="136053"/>
                  </a:lnTo>
                  <a:lnTo>
                    <a:pt x="272839" y="136053"/>
                  </a:lnTo>
                  <a:lnTo>
                    <a:pt x="270918" y="136053"/>
                  </a:lnTo>
                  <a:lnTo>
                    <a:pt x="268996" y="136053"/>
                  </a:lnTo>
                  <a:lnTo>
                    <a:pt x="267075" y="136053"/>
                  </a:lnTo>
                  <a:lnTo>
                    <a:pt x="265153" y="136053"/>
                  </a:lnTo>
                  <a:lnTo>
                    <a:pt x="263232" y="136053"/>
                  </a:lnTo>
                  <a:lnTo>
                    <a:pt x="261311" y="136053"/>
                  </a:lnTo>
                  <a:lnTo>
                    <a:pt x="259389" y="136053"/>
                  </a:lnTo>
                  <a:lnTo>
                    <a:pt x="257468" y="136053"/>
                  </a:lnTo>
                  <a:lnTo>
                    <a:pt x="255546" y="136053"/>
                  </a:lnTo>
                  <a:lnTo>
                    <a:pt x="253625" y="136053"/>
                  </a:lnTo>
                  <a:lnTo>
                    <a:pt x="251704" y="136053"/>
                  </a:lnTo>
                  <a:lnTo>
                    <a:pt x="249782" y="136053"/>
                  </a:lnTo>
                  <a:lnTo>
                    <a:pt x="247861" y="136053"/>
                  </a:lnTo>
                  <a:lnTo>
                    <a:pt x="245939" y="136053"/>
                  </a:lnTo>
                  <a:lnTo>
                    <a:pt x="244018" y="136053"/>
                  </a:lnTo>
                  <a:lnTo>
                    <a:pt x="242097" y="136053"/>
                  </a:lnTo>
                  <a:lnTo>
                    <a:pt x="240175" y="136053"/>
                  </a:lnTo>
                  <a:lnTo>
                    <a:pt x="238254" y="136053"/>
                  </a:lnTo>
                  <a:lnTo>
                    <a:pt x="236332" y="136053"/>
                  </a:lnTo>
                  <a:lnTo>
                    <a:pt x="234411" y="136053"/>
                  </a:lnTo>
                  <a:lnTo>
                    <a:pt x="232490" y="136053"/>
                  </a:lnTo>
                  <a:lnTo>
                    <a:pt x="230568" y="136053"/>
                  </a:lnTo>
                  <a:lnTo>
                    <a:pt x="228647" y="136053"/>
                  </a:lnTo>
                  <a:lnTo>
                    <a:pt x="226725" y="136053"/>
                  </a:lnTo>
                  <a:lnTo>
                    <a:pt x="224804" y="136053"/>
                  </a:lnTo>
                  <a:lnTo>
                    <a:pt x="222883" y="136053"/>
                  </a:lnTo>
                  <a:lnTo>
                    <a:pt x="220961" y="136053"/>
                  </a:lnTo>
                  <a:lnTo>
                    <a:pt x="219040" y="136053"/>
                  </a:lnTo>
                  <a:lnTo>
                    <a:pt x="217118" y="136053"/>
                  </a:lnTo>
                  <a:lnTo>
                    <a:pt x="215197" y="136053"/>
                  </a:lnTo>
                  <a:lnTo>
                    <a:pt x="213275" y="136053"/>
                  </a:lnTo>
                  <a:lnTo>
                    <a:pt x="211354" y="136053"/>
                  </a:lnTo>
                  <a:lnTo>
                    <a:pt x="209433" y="136053"/>
                  </a:lnTo>
                  <a:lnTo>
                    <a:pt x="207511" y="136053"/>
                  </a:lnTo>
                  <a:lnTo>
                    <a:pt x="205590" y="136053"/>
                  </a:lnTo>
                  <a:lnTo>
                    <a:pt x="203668" y="136053"/>
                  </a:lnTo>
                  <a:lnTo>
                    <a:pt x="201747" y="136053"/>
                  </a:lnTo>
                  <a:lnTo>
                    <a:pt x="199826" y="136053"/>
                  </a:lnTo>
                  <a:lnTo>
                    <a:pt x="197904" y="136053"/>
                  </a:lnTo>
                  <a:lnTo>
                    <a:pt x="195983" y="136053"/>
                  </a:lnTo>
                  <a:lnTo>
                    <a:pt x="194061" y="136053"/>
                  </a:lnTo>
                  <a:lnTo>
                    <a:pt x="192140" y="136053"/>
                  </a:lnTo>
                  <a:lnTo>
                    <a:pt x="190219" y="136053"/>
                  </a:lnTo>
                  <a:lnTo>
                    <a:pt x="188297" y="136053"/>
                  </a:lnTo>
                  <a:lnTo>
                    <a:pt x="186376" y="136053"/>
                  </a:lnTo>
                  <a:lnTo>
                    <a:pt x="184454" y="136053"/>
                  </a:lnTo>
                  <a:lnTo>
                    <a:pt x="182533" y="136053"/>
                  </a:lnTo>
                  <a:lnTo>
                    <a:pt x="180612" y="136053"/>
                  </a:lnTo>
                  <a:lnTo>
                    <a:pt x="178690" y="136053"/>
                  </a:lnTo>
                  <a:lnTo>
                    <a:pt x="176769" y="136053"/>
                  </a:lnTo>
                  <a:lnTo>
                    <a:pt x="174847" y="136053"/>
                  </a:lnTo>
                  <a:lnTo>
                    <a:pt x="172926" y="136053"/>
                  </a:lnTo>
                  <a:lnTo>
                    <a:pt x="171005" y="136053"/>
                  </a:lnTo>
                  <a:lnTo>
                    <a:pt x="169083" y="136053"/>
                  </a:lnTo>
                  <a:lnTo>
                    <a:pt x="167162" y="136053"/>
                  </a:lnTo>
                  <a:lnTo>
                    <a:pt x="165240" y="136053"/>
                  </a:lnTo>
                  <a:lnTo>
                    <a:pt x="163319" y="136053"/>
                  </a:lnTo>
                  <a:lnTo>
                    <a:pt x="161398" y="136053"/>
                  </a:lnTo>
                  <a:lnTo>
                    <a:pt x="159476" y="136053"/>
                  </a:lnTo>
                  <a:lnTo>
                    <a:pt x="157555" y="136053"/>
                  </a:lnTo>
                  <a:lnTo>
                    <a:pt x="155633" y="136053"/>
                  </a:lnTo>
                  <a:lnTo>
                    <a:pt x="153712" y="136053"/>
                  </a:lnTo>
                  <a:lnTo>
                    <a:pt x="151791" y="136053"/>
                  </a:lnTo>
                  <a:lnTo>
                    <a:pt x="149869" y="136053"/>
                  </a:lnTo>
                  <a:lnTo>
                    <a:pt x="147948" y="136053"/>
                  </a:lnTo>
                  <a:lnTo>
                    <a:pt x="146026" y="136053"/>
                  </a:lnTo>
                  <a:lnTo>
                    <a:pt x="144105" y="136053"/>
                  </a:lnTo>
                  <a:lnTo>
                    <a:pt x="142183" y="136053"/>
                  </a:lnTo>
                  <a:lnTo>
                    <a:pt x="140262" y="136053"/>
                  </a:lnTo>
                  <a:lnTo>
                    <a:pt x="138341" y="136053"/>
                  </a:lnTo>
                  <a:lnTo>
                    <a:pt x="136419" y="136053"/>
                  </a:lnTo>
                  <a:lnTo>
                    <a:pt x="134498" y="136053"/>
                  </a:lnTo>
                  <a:lnTo>
                    <a:pt x="132576" y="136053"/>
                  </a:lnTo>
                  <a:lnTo>
                    <a:pt x="130655" y="136053"/>
                  </a:lnTo>
                  <a:lnTo>
                    <a:pt x="128734" y="136053"/>
                  </a:lnTo>
                  <a:lnTo>
                    <a:pt x="126812" y="136053"/>
                  </a:lnTo>
                  <a:lnTo>
                    <a:pt x="124891" y="136053"/>
                  </a:lnTo>
                  <a:lnTo>
                    <a:pt x="122969" y="136053"/>
                  </a:lnTo>
                  <a:lnTo>
                    <a:pt x="121048" y="136053"/>
                  </a:lnTo>
                  <a:lnTo>
                    <a:pt x="119127" y="136053"/>
                  </a:lnTo>
                  <a:lnTo>
                    <a:pt x="117205" y="136053"/>
                  </a:lnTo>
                  <a:lnTo>
                    <a:pt x="115284" y="136053"/>
                  </a:lnTo>
                  <a:lnTo>
                    <a:pt x="113362" y="136053"/>
                  </a:lnTo>
                  <a:lnTo>
                    <a:pt x="111441" y="136053"/>
                  </a:lnTo>
                  <a:lnTo>
                    <a:pt x="109520" y="136053"/>
                  </a:lnTo>
                  <a:lnTo>
                    <a:pt x="107598" y="136053"/>
                  </a:lnTo>
                  <a:lnTo>
                    <a:pt x="105677" y="136053"/>
                  </a:lnTo>
                  <a:lnTo>
                    <a:pt x="103755" y="136053"/>
                  </a:lnTo>
                  <a:lnTo>
                    <a:pt x="101834" y="136053"/>
                  </a:lnTo>
                  <a:lnTo>
                    <a:pt x="99913" y="136053"/>
                  </a:lnTo>
                  <a:lnTo>
                    <a:pt x="97991" y="136053"/>
                  </a:lnTo>
                  <a:lnTo>
                    <a:pt x="96070" y="136053"/>
                  </a:lnTo>
                  <a:lnTo>
                    <a:pt x="94148" y="136053"/>
                  </a:lnTo>
                  <a:lnTo>
                    <a:pt x="92227" y="136053"/>
                  </a:lnTo>
                  <a:lnTo>
                    <a:pt x="90306" y="136053"/>
                  </a:lnTo>
                  <a:lnTo>
                    <a:pt x="88384" y="136053"/>
                  </a:lnTo>
                  <a:lnTo>
                    <a:pt x="86463" y="136053"/>
                  </a:lnTo>
                  <a:lnTo>
                    <a:pt x="84541" y="136053"/>
                  </a:lnTo>
                  <a:lnTo>
                    <a:pt x="82620" y="136053"/>
                  </a:lnTo>
                  <a:lnTo>
                    <a:pt x="80699" y="136053"/>
                  </a:lnTo>
                  <a:lnTo>
                    <a:pt x="78777" y="136053"/>
                  </a:lnTo>
                  <a:lnTo>
                    <a:pt x="76856" y="136053"/>
                  </a:lnTo>
                  <a:lnTo>
                    <a:pt x="74934" y="136053"/>
                  </a:lnTo>
                  <a:lnTo>
                    <a:pt x="73013" y="136053"/>
                  </a:lnTo>
                  <a:lnTo>
                    <a:pt x="71091" y="136053"/>
                  </a:lnTo>
                  <a:lnTo>
                    <a:pt x="69170" y="136053"/>
                  </a:lnTo>
                  <a:lnTo>
                    <a:pt x="67249" y="136053"/>
                  </a:lnTo>
                  <a:lnTo>
                    <a:pt x="65327" y="136053"/>
                  </a:lnTo>
                  <a:lnTo>
                    <a:pt x="63406" y="136053"/>
                  </a:lnTo>
                  <a:lnTo>
                    <a:pt x="61484" y="136053"/>
                  </a:lnTo>
                  <a:lnTo>
                    <a:pt x="59563" y="136053"/>
                  </a:lnTo>
                  <a:lnTo>
                    <a:pt x="57642" y="136053"/>
                  </a:lnTo>
                  <a:lnTo>
                    <a:pt x="55720" y="136053"/>
                  </a:lnTo>
                  <a:lnTo>
                    <a:pt x="53799" y="136053"/>
                  </a:lnTo>
                  <a:lnTo>
                    <a:pt x="51877" y="136053"/>
                  </a:lnTo>
                  <a:lnTo>
                    <a:pt x="49956" y="136053"/>
                  </a:lnTo>
                  <a:lnTo>
                    <a:pt x="48035" y="136053"/>
                  </a:lnTo>
                  <a:lnTo>
                    <a:pt x="46113" y="136053"/>
                  </a:lnTo>
                  <a:lnTo>
                    <a:pt x="44192" y="136053"/>
                  </a:lnTo>
                  <a:lnTo>
                    <a:pt x="42270" y="136053"/>
                  </a:lnTo>
                  <a:lnTo>
                    <a:pt x="40349" y="136053"/>
                  </a:lnTo>
                  <a:lnTo>
                    <a:pt x="38428" y="136053"/>
                  </a:lnTo>
                  <a:lnTo>
                    <a:pt x="36506" y="136053"/>
                  </a:lnTo>
                  <a:lnTo>
                    <a:pt x="34585" y="136053"/>
                  </a:lnTo>
                  <a:lnTo>
                    <a:pt x="32663" y="136053"/>
                  </a:lnTo>
                  <a:lnTo>
                    <a:pt x="30742" y="136053"/>
                  </a:lnTo>
                  <a:lnTo>
                    <a:pt x="28821" y="136053"/>
                  </a:lnTo>
                  <a:lnTo>
                    <a:pt x="26899" y="136053"/>
                  </a:lnTo>
                  <a:lnTo>
                    <a:pt x="24978" y="136053"/>
                  </a:lnTo>
                  <a:lnTo>
                    <a:pt x="23056" y="136053"/>
                  </a:lnTo>
                  <a:lnTo>
                    <a:pt x="21135" y="136053"/>
                  </a:lnTo>
                  <a:lnTo>
                    <a:pt x="19214" y="136053"/>
                  </a:lnTo>
                  <a:lnTo>
                    <a:pt x="17292" y="136053"/>
                  </a:lnTo>
                  <a:lnTo>
                    <a:pt x="15371" y="136053"/>
                  </a:lnTo>
                  <a:lnTo>
                    <a:pt x="13449" y="136053"/>
                  </a:lnTo>
                  <a:lnTo>
                    <a:pt x="11528" y="136053"/>
                  </a:lnTo>
                  <a:lnTo>
                    <a:pt x="9607" y="136053"/>
                  </a:lnTo>
                  <a:lnTo>
                    <a:pt x="7685" y="136053"/>
                  </a:lnTo>
                  <a:lnTo>
                    <a:pt x="5764" y="136053"/>
                  </a:lnTo>
                  <a:lnTo>
                    <a:pt x="3842" y="136053"/>
                  </a:lnTo>
                  <a:lnTo>
                    <a:pt x="1921" y="136053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7906162" y="2646969"/>
              <a:ext cx="981838" cy="135991"/>
            </a:xfrm>
            <a:custGeom>
              <a:avLst/>
              <a:pathLst>
                <a:path w="981838" h="135991">
                  <a:moveTo>
                    <a:pt x="0" y="135991"/>
                  </a:moveTo>
                  <a:lnTo>
                    <a:pt x="1921" y="135985"/>
                  </a:lnTo>
                  <a:lnTo>
                    <a:pt x="3842" y="135978"/>
                  </a:lnTo>
                  <a:lnTo>
                    <a:pt x="5764" y="135970"/>
                  </a:lnTo>
                  <a:lnTo>
                    <a:pt x="7685" y="135961"/>
                  </a:lnTo>
                  <a:lnTo>
                    <a:pt x="9607" y="135952"/>
                  </a:lnTo>
                  <a:lnTo>
                    <a:pt x="11528" y="135942"/>
                  </a:lnTo>
                  <a:lnTo>
                    <a:pt x="13449" y="135931"/>
                  </a:lnTo>
                  <a:lnTo>
                    <a:pt x="15371" y="135919"/>
                  </a:lnTo>
                  <a:lnTo>
                    <a:pt x="17292" y="135906"/>
                  </a:lnTo>
                  <a:lnTo>
                    <a:pt x="19214" y="135893"/>
                  </a:lnTo>
                  <a:lnTo>
                    <a:pt x="21135" y="135878"/>
                  </a:lnTo>
                  <a:lnTo>
                    <a:pt x="23056" y="135862"/>
                  </a:lnTo>
                  <a:lnTo>
                    <a:pt x="24978" y="135846"/>
                  </a:lnTo>
                  <a:lnTo>
                    <a:pt x="26899" y="135828"/>
                  </a:lnTo>
                  <a:lnTo>
                    <a:pt x="28821" y="135808"/>
                  </a:lnTo>
                  <a:lnTo>
                    <a:pt x="30742" y="135788"/>
                  </a:lnTo>
                  <a:lnTo>
                    <a:pt x="32663" y="135766"/>
                  </a:lnTo>
                  <a:lnTo>
                    <a:pt x="34585" y="135743"/>
                  </a:lnTo>
                  <a:lnTo>
                    <a:pt x="36506" y="135719"/>
                  </a:lnTo>
                  <a:lnTo>
                    <a:pt x="38428" y="135694"/>
                  </a:lnTo>
                  <a:lnTo>
                    <a:pt x="40349" y="135666"/>
                  </a:lnTo>
                  <a:lnTo>
                    <a:pt x="42270" y="135637"/>
                  </a:lnTo>
                  <a:lnTo>
                    <a:pt x="44192" y="135607"/>
                  </a:lnTo>
                  <a:lnTo>
                    <a:pt x="46113" y="135575"/>
                  </a:lnTo>
                  <a:lnTo>
                    <a:pt x="48035" y="135542"/>
                  </a:lnTo>
                  <a:lnTo>
                    <a:pt x="49956" y="135507"/>
                  </a:lnTo>
                  <a:lnTo>
                    <a:pt x="51877" y="135471"/>
                  </a:lnTo>
                  <a:lnTo>
                    <a:pt x="53799" y="135432"/>
                  </a:lnTo>
                  <a:lnTo>
                    <a:pt x="55720" y="135392"/>
                  </a:lnTo>
                  <a:lnTo>
                    <a:pt x="57642" y="135351"/>
                  </a:lnTo>
                  <a:lnTo>
                    <a:pt x="59563" y="135308"/>
                  </a:lnTo>
                  <a:lnTo>
                    <a:pt x="61484" y="135263"/>
                  </a:lnTo>
                  <a:lnTo>
                    <a:pt x="63406" y="135216"/>
                  </a:lnTo>
                  <a:lnTo>
                    <a:pt x="65327" y="135168"/>
                  </a:lnTo>
                  <a:lnTo>
                    <a:pt x="67249" y="135118"/>
                  </a:lnTo>
                  <a:lnTo>
                    <a:pt x="69170" y="135067"/>
                  </a:lnTo>
                  <a:lnTo>
                    <a:pt x="71091" y="135014"/>
                  </a:lnTo>
                  <a:lnTo>
                    <a:pt x="73013" y="134960"/>
                  </a:lnTo>
                  <a:lnTo>
                    <a:pt x="74934" y="134904"/>
                  </a:lnTo>
                  <a:lnTo>
                    <a:pt x="76856" y="134846"/>
                  </a:lnTo>
                  <a:lnTo>
                    <a:pt x="78777" y="134787"/>
                  </a:lnTo>
                  <a:lnTo>
                    <a:pt x="80699" y="134727"/>
                  </a:lnTo>
                  <a:lnTo>
                    <a:pt x="82620" y="134665"/>
                  </a:lnTo>
                  <a:lnTo>
                    <a:pt x="84541" y="134602"/>
                  </a:lnTo>
                  <a:lnTo>
                    <a:pt x="86463" y="134538"/>
                  </a:lnTo>
                  <a:lnTo>
                    <a:pt x="88384" y="134472"/>
                  </a:lnTo>
                  <a:lnTo>
                    <a:pt x="90306" y="134405"/>
                  </a:lnTo>
                  <a:lnTo>
                    <a:pt x="92227" y="134338"/>
                  </a:lnTo>
                  <a:lnTo>
                    <a:pt x="94148" y="134269"/>
                  </a:lnTo>
                  <a:lnTo>
                    <a:pt x="96070" y="134199"/>
                  </a:lnTo>
                  <a:lnTo>
                    <a:pt x="97991" y="134128"/>
                  </a:lnTo>
                  <a:lnTo>
                    <a:pt x="99913" y="134057"/>
                  </a:lnTo>
                  <a:lnTo>
                    <a:pt x="101834" y="133985"/>
                  </a:lnTo>
                  <a:lnTo>
                    <a:pt x="103755" y="133912"/>
                  </a:lnTo>
                  <a:lnTo>
                    <a:pt x="105677" y="133838"/>
                  </a:lnTo>
                  <a:lnTo>
                    <a:pt x="107598" y="133764"/>
                  </a:lnTo>
                  <a:lnTo>
                    <a:pt x="109520" y="133689"/>
                  </a:lnTo>
                  <a:lnTo>
                    <a:pt x="111441" y="133614"/>
                  </a:lnTo>
                  <a:lnTo>
                    <a:pt x="113362" y="133539"/>
                  </a:lnTo>
                  <a:lnTo>
                    <a:pt x="115284" y="133463"/>
                  </a:lnTo>
                  <a:lnTo>
                    <a:pt x="117205" y="133387"/>
                  </a:lnTo>
                  <a:lnTo>
                    <a:pt x="119127" y="133310"/>
                  </a:lnTo>
                  <a:lnTo>
                    <a:pt x="121048" y="133234"/>
                  </a:lnTo>
                  <a:lnTo>
                    <a:pt x="122969" y="133158"/>
                  </a:lnTo>
                  <a:lnTo>
                    <a:pt x="124891" y="133081"/>
                  </a:lnTo>
                  <a:lnTo>
                    <a:pt x="126812" y="133005"/>
                  </a:lnTo>
                  <a:lnTo>
                    <a:pt x="128734" y="132929"/>
                  </a:lnTo>
                  <a:lnTo>
                    <a:pt x="130655" y="132853"/>
                  </a:lnTo>
                  <a:lnTo>
                    <a:pt x="132576" y="132777"/>
                  </a:lnTo>
                  <a:lnTo>
                    <a:pt x="134498" y="132702"/>
                  </a:lnTo>
                  <a:lnTo>
                    <a:pt x="136419" y="132628"/>
                  </a:lnTo>
                  <a:lnTo>
                    <a:pt x="138341" y="132553"/>
                  </a:lnTo>
                  <a:lnTo>
                    <a:pt x="140262" y="132480"/>
                  </a:lnTo>
                  <a:lnTo>
                    <a:pt x="142183" y="132407"/>
                  </a:lnTo>
                  <a:lnTo>
                    <a:pt x="144105" y="132334"/>
                  </a:lnTo>
                  <a:lnTo>
                    <a:pt x="146026" y="132263"/>
                  </a:lnTo>
                  <a:lnTo>
                    <a:pt x="147948" y="132192"/>
                  </a:lnTo>
                  <a:lnTo>
                    <a:pt x="149869" y="132123"/>
                  </a:lnTo>
                  <a:lnTo>
                    <a:pt x="151791" y="132054"/>
                  </a:lnTo>
                  <a:lnTo>
                    <a:pt x="153712" y="131986"/>
                  </a:lnTo>
                  <a:lnTo>
                    <a:pt x="155633" y="131920"/>
                  </a:lnTo>
                  <a:lnTo>
                    <a:pt x="157555" y="131855"/>
                  </a:lnTo>
                  <a:lnTo>
                    <a:pt x="159476" y="131791"/>
                  </a:lnTo>
                  <a:lnTo>
                    <a:pt x="161398" y="131728"/>
                  </a:lnTo>
                  <a:lnTo>
                    <a:pt x="163319" y="131667"/>
                  </a:lnTo>
                  <a:lnTo>
                    <a:pt x="165240" y="131608"/>
                  </a:lnTo>
                  <a:lnTo>
                    <a:pt x="167162" y="131549"/>
                  </a:lnTo>
                  <a:lnTo>
                    <a:pt x="169083" y="131493"/>
                  </a:lnTo>
                  <a:lnTo>
                    <a:pt x="171005" y="131438"/>
                  </a:lnTo>
                  <a:lnTo>
                    <a:pt x="172926" y="131385"/>
                  </a:lnTo>
                  <a:lnTo>
                    <a:pt x="174847" y="131333"/>
                  </a:lnTo>
                  <a:lnTo>
                    <a:pt x="176769" y="131283"/>
                  </a:lnTo>
                  <a:lnTo>
                    <a:pt x="178690" y="131235"/>
                  </a:lnTo>
                  <a:lnTo>
                    <a:pt x="180612" y="131188"/>
                  </a:lnTo>
                  <a:lnTo>
                    <a:pt x="182533" y="131143"/>
                  </a:lnTo>
                  <a:lnTo>
                    <a:pt x="184454" y="131101"/>
                  </a:lnTo>
                  <a:lnTo>
                    <a:pt x="186376" y="131060"/>
                  </a:lnTo>
                  <a:lnTo>
                    <a:pt x="188297" y="131020"/>
                  </a:lnTo>
                  <a:lnTo>
                    <a:pt x="190219" y="130982"/>
                  </a:lnTo>
                  <a:lnTo>
                    <a:pt x="192140" y="130947"/>
                  </a:lnTo>
                  <a:lnTo>
                    <a:pt x="194061" y="130912"/>
                  </a:lnTo>
                  <a:lnTo>
                    <a:pt x="195983" y="130879"/>
                  </a:lnTo>
                  <a:lnTo>
                    <a:pt x="197904" y="130848"/>
                  </a:lnTo>
                  <a:lnTo>
                    <a:pt x="199826" y="130818"/>
                  </a:lnTo>
                  <a:lnTo>
                    <a:pt x="201747" y="130789"/>
                  </a:lnTo>
                  <a:lnTo>
                    <a:pt x="203668" y="130762"/>
                  </a:lnTo>
                  <a:lnTo>
                    <a:pt x="205590" y="130736"/>
                  </a:lnTo>
                  <a:lnTo>
                    <a:pt x="207511" y="130711"/>
                  </a:lnTo>
                  <a:lnTo>
                    <a:pt x="209433" y="130686"/>
                  </a:lnTo>
                  <a:lnTo>
                    <a:pt x="211354" y="130663"/>
                  </a:lnTo>
                  <a:lnTo>
                    <a:pt x="213275" y="130640"/>
                  </a:lnTo>
                  <a:lnTo>
                    <a:pt x="215197" y="130618"/>
                  </a:lnTo>
                  <a:lnTo>
                    <a:pt x="217118" y="130597"/>
                  </a:lnTo>
                  <a:lnTo>
                    <a:pt x="219040" y="130575"/>
                  </a:lnTo>
                  <a:lnTo>
                    <a:pt x="220961" y="130554"/>
                  </a:lnTo>
                  <a:lnTo>
                    <a:pt x="222883" y="130533"/>
                  </a:lnTo>
                  <a:lnTo>
                    <a:pt x="224804" y="130512"/>
                  </a:lnTo>
                  <a:lnTo>
                    <a:pt x="226725" y="130491"/>
                  </a:lnTo>
                  <a:lnTo>
                    <a:pt x="228647" y="130469"/>
                  </a:lnTo>
                  <a:lnTo>
                    <a:pt x="230568" y="130448"/>
                  </a:lnTo>
                  <a:lnTo>
                    <a:pt x="232490" y="130425"/>
                  </a:lnTo>
                  <a:lnTo>
                    <a:pt x="234411" y="130402"/>
                  </a:lnTo>
                  <a:lnTo>
                    <a:pt x="236332" y="130378"/>
                  </a:lnTo>
                  <a:lnTo>
                    <a:pt x="238254" y="130354"/>
                  </a:lnTo>
                  <a:lnTo>
                    <a:pt x="240175" y="130328"/>
                  </a:lnTo>
                  <a:lnTo>
                    <a:pt x="242097" y="130302"/>
                  </a:lnTo>
                  <a:lnTo>
                    <a:pt x="244018" y="130274"/>
                  </a:lnTo>
                  <a:lnTo>
                    <a:pt x="245939" y="130246"/>
                  </a:lnTo>
                  <a:lnTo>
                    <a:pt x="247861" y="130216"/>
                  </a:lnTo>
                  <a:lnTo>
                    <a:pt x="249782" y="130185"/>
                  </a:lnTo>
                  <a:lnTo>
                    <a:pt x="251704" y="130153"/>
                  </a:lnTo>
                  <a:lnTo>
                    <a:pt x="253625" y="130119"/>
                  </a:lnTo>
                  <a:lnTo>
                    <a:pt x="255546" y="130085"/>
                  </a:lnTo>
                  <a:lnTo>
                    <a:pt x="257468" y="130049"/>
                  </a:lnTo>
                  <a:lnTo>
                    <a:pt x="259389" y="130012"/>
                  </a:lnTo>
                  <a:lnTo>
                    <a:pt x="261311" y="129973"/>
                  </a:lnTo>
                  <a:lnTo>
                    <a:pt x="263232" y="129934"/>
                  </a:lnTo>
                  <a:lnTo>
                    <a:pt x="265153" y="129893"/>
                  </a:lnTo>
                  <a:lnTo>
                    <a:pt x="267075" y="129851"/>
                  </a:lnTo>
                  <a:lnTo>
                    <a:pt x="268996" y="129809"/>
                  </a:lnTo>
                  <a:lnTo>
                    <a:pt x="270918" y="129765"/>
                  </a:lnTo>
                  <a:lnTo>
                    <a:pt x="272839" y="129720"/>
                  </a:lnTo>
                  <a:lnTo>
                    <a:pt x="274760" y="129675"/>
                  </a:lnTo>
                  <a:lnTo>
                    <a:pt x="276682" y="129628"/>
                  </a:lnTo>
                  <a:lnTo>
                    <a:pt x="278603" y="129581"/>
                  </a:lnTo>
                  <a:lnTo>
                    <a:pt x="280525" y="129534"/>
                  </a:lnTo>
                  <a:lnTo>
                    <a:pt x="282446" y="129485"/>
                  </a:lnTo>
                  <a:lnTo>
                    <a:pt x="284367" y="129437"/>
                  </a:lnTo>
                  <a:lnTo>
                    <a:pt x="286289" y="129388"/>
                  </a:lnTo>
                  <a:lnTo>
                    <a:pt x="288210" y="129338"/>
                  </a:lnTo>
                  <a:lnTo>
                    <a:pt x="290132" y="129289"/>
                  </a:lnTo>
                  <a:lnTo>
                    <a:pt x="292053" y="129239"/>
                  </a:lnTo>
                  <a:lnTo>
                    <a:pt x="293975" y="129189"/>
                  </a:lnTo>
                  <a:lnTo>
                    <a:pt x="295896" y="129139"/>
                  </a:lnTo>
                  <a:lnTo>
                    <a:pt x="297817" y="129090"/>
                  </a:lnTo>
                  <a:lnTo>
                    <a:pt x="299739" y="129040"/>
                  </a:lnTo>
                  <a:lnTo>
                    <a:pt x="301660" y="128991"/>
                  </a:lnTo>
                  <a:lnTo>
                    <a:pt x="303582" y="128943"/>
                  </a:lnTo>
                  <a:lnTo>
                    <a:pt x="305503" y="128895"/>
                  </a:lnTo>
                  <a:lnTo>
                    <a:pt x="307424" y="128847"/>
                  </a:lnTo>
                  <a:lnTo>
                    <a:pt x="309346" y="128800"/>
                  </a:lnTo>
                  <a:lnTo>
                    <a:pt x="311267" y="128754"/>
                  </a:lnTo>
                  <a:lnTo>
                    <a:pt x="313189" y="128708"/>
                  </a:lnTo>
                  <a:lnTo>
                    <a:pt x="315110" y="128664"/>
                  </a:lnTo>
                  <a:lnTo>
                    <a:pt x="317031" y="128620"/>
                  </a:lnTo>
                  <a:lnTo>
                    <a:pt x="318953" y="128577"/>
                  </a:lnTo>
                  <a:lnTo>
                    <a:pt x="320874" y="128536"/>
                  </a:lnTo>
                  <a:lnTo>
                    <a:pt x="322796" y="128495"/>
                  </a:lnTo>
                  <a:lnTo>
                    <a:pt x="324717" y="128456"/>
                  </a:lnTo>
                  <a:lnTo>
                    <a:pt x="326638" y="128418"/>
                  </a:lnTo>
                  <a:lnTo>
                    <a:pt x="328560" y="128382"/>
                  </a:lnTo>
                  <a:lnTo>
                    <a:pt x="330481" y="128347"/>
                  </a:lnTo>
                  <a:lnTo>
                    <a:pt x="332403" y="128314"/>
                  </a:lnTo>
                  <a:lnTo>
                    <a:pt x="334324" y="128282"/>
                  </a:lnTo>
                  <a:lnTo>
                    <a:pt x="336245" y="128253"/>
                  </a:lnTo>
                  <a:lnTo>
                    <a:pt x="338167" y="128224"/>
                  </a:lnTo>
                  <a:lnTo>
                    <a:pt x="340088" y="128198"/>
                  </a:lnTo>
                  <a:lnTo>
                    <a:pt x="342010" y="128174"/>
                  </a:lnTo>
                  <a:lnTo>
                    <a:pt x="343931" y="128152"/>
                  </a:lnTo>
                  <a:lnTo>
                    <a:pt x="345852" y="128132"/>
                  </a:lnTo>
                  <a:lnTo>
                    <a:pt x="347774" y="128115"/>
                  </a:lnTo>
                  <a:lnTo>
                    <a:pt x="349695" y="128100"/>
                  </a:lnTo>
                  <a:lnTo>
                    <a:pt x="351617" y="128088"/>
                  </a:lnTo>
                  <a:lnTo>
                    <a:pt x="353538" y="128077"/>
                  </a:lnTo>
                  <a:lnTo>
                    <a:pt x="355459" y="128070"/>
                  </a:lnTo>
                  <a:lnTo>
                    <a:pt x="357381" y="128066"/>
                  </a:lnTo>
                  <a:lnTo>
                    <a:pt x="359302" y="128063"/>
                  </a:lnTo>
                  <a:lnTo>
                    <a:pt x="361224" y="128064"/>
                  </a:lnTo>
                  <a:lnTo>
                    <a:pt x="363145" y="128069"/>
                  </a:lnTo>
                  <a:lnTo>
                    <a:pt x="365067" y="128075"/>
                  </a:lnTo>
                  <a:lnTo>
                    <a:pt x="366988" y="128085"/>
                  </a:lnTo>
                  <a:lnTo>
                    <a:pt x="368909" y="128098"/>
                  </a:lnTo>
                  <a:lnTo>
                    <a:pt x="370831" y="128114"/>
                  </a:lnTo>
                  <a:lnTo>
                    <a:pt x="372752" y="128133"/>
                  </a:lnTo>
                  <a:lnTo>
                    <a:pt x="374674" y="128155"/>
                  </a:lnTo>
                  <a:lnTo>
                    <a:pt x="376595" y="128181"/>
                  </a:lnTo>
                  <a:lnTo>
                    <a:pt x="378516" y="128210"/>
                  </a:lnTo>
                  <a:lnTo>
                    <a:pt x="380438" y="128241"/>
                  </a:lnTo>
                  <a:lnTo>
                    <a:pt x="382359" y="128276"/>
                  </a:lnTo>
                  <a:lnTo>
                    <a:pt x="384281" y="128314"/>
                  </a:lnTo>
                  <a:lnTo>
                    <a:pt x="386202" y="128354"/>
                  </a:lnTo>
                  <a:lnTo>
                    <a:pt x="388123" y="128397"/>
                  </a:lnTo>
                  <a:lnTo>
                    <a:pt x="390045" y="128444"/>
                  </a:lnTo>
                  <a:lnTo>
                    <a:pt x="391966" y="128492"/>
                  </a:lnTo>
                  <a:lnTo>
                    <a:pt x="393888" y="128543"/>
                  </a:lnTo>
                  <a:lnTo>
                    <a:pt x="395809" y="128596"/>
                  </a:lnTo>
                  <a:lnTo>
                    <a:pt x="397730" y="128652"/>
                  </a:lnTo>
                  <a:lnTo>
                    <a:pt x="399652" y="128709"/>
                  </a:lnTo>
                  <a:lnTo>
                    <a:pt x="401573" y="128768"/>
                  </a:lnTo>
                  <a:lnTo>
                    <a:pt x="403495" y="128829"/>
                  </a:lnTo>
                  <a:lnTo>
                    <a:pt x="405416" y="128891"/>
                  </a:lnTo>
                  <a:lnTo>
                    <a:pt x="407337" y="128954"/>
                  </a:lnTo>
                  <a:lnTo>
                    <a:pt x="409259" y="129018"/>
                  </a:lnTo>
                  <a:lnTo>
                    <a:pt x="411180" y="129082"/>
                  </a:lnTo>
                  <a:lnTo>
                    <a:pt x="413102" y="129147"/>
                  </a:lnTo>
                  <a:lnTo>
                    <a:pt x="415023" y="129212"/>
                  </a:lnTo>
                  <a:lnTo>
                    <a:pt x="416944" y="129276"/>
                  </a:lnTo>
                  <a:lnTo>
                    <a:pt x="418866" y="129340"/>
                  </a:lnTo>
                  <a:lnTo>
                    <a:pt x="420787" y="129404"/>
                  </a:lnTo>
                  <a:lnTo>
                    <a:pt x="422709" y="129466"/>
                  </a:lnTo>
                  <a:lnTo>
                    <a:pt x="424630" y="129527"/>
                  </a:lnTo>
                  <a:lnTo>
                    <a:pt x="426551" y="129586"/>
                  </a:lnTo>
                  <a:lnTo>
                    <a:pt x="428473" y="129643"/>
                  </a:lnTo>
                  <a:lnTo>
                    <a:pt x="430394" y="129698"/>
                  </a:lnTo>
                  <a:lnTo>
                    <a:pt x="432316" y="129750"/>
                  </a:lnTo>
                  <a:lnTo>
                    <a:pt x="434237" y="129800"/>
                  </a:lnTo>
                  <a:lnTo>
                    <a:pt x="436159" y="129847"/>
                  </a:lnTo>
                  <a:lnTo>
                    <a:pt x="438080" y="129890"/>
                  </a:lnTo>
                  <a:lnTo>
                    <a:pt x="440001" y="129929"/>
                  </a:lnTo>
                  <a:lnTo>
                    <a:pt x="441923" y="129965"/>
                  </a:lnTo>
                  <a:lnTo>
                    <a:pt x="443844" y="129997"/>
                  </a:lnTo>
                  <a:lnTo>
                    <a:pt x="445766" y="130024"/>
                  </a:lnTo>
                  <a:lnTo>
                    <a:pt x="447687" y="130047"/>
                  </a:lnTo>
                  <a:lnTo>
                    <a:pt x="449608" y="130066"/>
                  </a:lnTo>
                  <a:lnTo>
                    <a:pt x="451530" y="130078"/>
                  </a:lnTo>
                  <a:lnTo>
                    <a:pt x="453451" y="130086"/>
                  </a:lnTo>
                  <a:lnTo>
                    <a:pt x="455373" y="130089"/>
                  </a:lnTo>
                  <a:lnTo>
                    <a:pt x="457294" y="130087"/>
                  </a:lnTo>
                  <a:lnTo>
                    <a:pt x="459215" y="130078"/>
                  </a:lnTo>
                  <a:lnTo>
                    <a:pt x="461137" y="130064"/>
                  </a:lnTo>
                  <a:lnTo>
                    <a:pt x="463058" y="130046"/>
                  </a:lnTo>
                  <a:lnTo>
                    <a:pt x="464980" y="130020"/>
                  </a:lnTo>
                  <a:lnTo>
                    <a:pt x="466901" y="129988"/>
                  </a:lnTo>
                  <a:lnTo>
                    <a:pt x="468822" y="129951"/>
                  </a:lnTo>
                  <a:lnTo>
                    <a:pt x="470744" y="129908"/>
                  </a:lnTo>
                  <a:lnTo>
                    <a:pt x="472665" y="129857"/>
                  </a:lnTo>
                  <a:lnTo>
                    <a:pt x="474587" y="129801"/>
                  </a:lnTo>
                  <a:lnTo>
                    <a:pt x="476508" y="129740"/>
                  </a:lnTo>
                  <a:lnTo>
                    <a:pt x="478429" y="129672"/>
                  </a:lnTo>
                  <a:lnTo>
                    <a:pt x="480351" y="129596"/>
                  </a:lnTo>
                  <a:lnTo>
                    <a:pt x="482272" y="129516"/>
                  </a:lnTo>
                  <a:lnTo>
                    <a:pt x="484194" y="129430"/>
                  </a:lnTo>
                  <a:lnTo>
                    <a:pt x="486115" y="129335"/>
                  </a:lnTo>
                  <a:lnTo>
                    <a:pt x="488036" y="129235"/>
                  </a:lnTo>
                  <a:lnTo>
                    <a:pt x="489958" y="129130"/>
                  </a:lnTo>
                  <a:lnTo>
                    <a:pt x="491879" y="129018"/>
                  </a:lnTo>
                  <a:lnTo>
                    <a:pt x="493801" y="128899"/>
                  </a:lnTo>
                  <a:lnTo>
                    <a:pt x="495722" y="128774"/>
                  </a:lnTo>
                  <a:lnTo>
                    <a:pt x="497643" y="128645"/>
                  </a:lnTo>
                  <a:lnTo>
                    <a:pt x="499565" y="128507"/>
                  </a:lnTo>
                  <a:lnTo>
                    <a:pt x="501486" y="128363"/>
                  </a:lnTo>
                  <a:lnTo>
                    <a:pt x="503408" y="128214"/>
                  </a:lnTo>
                  <a:lnTo>
                    <a:pt x="505329" y="128059"/>
                  </a:lnTo>
                  <a:lnTo>
                    <a:pt x="507250" y="127897"/>
                  </a:lnTo>
                  <a:lnTo>
                    <a:pt x="509172" y="127729"/>
                  </a:lnTo>
                  <a:lnTo>
                    <a:pt x="511093" y="127556"/>
                  </a:lnTo>
                  <a:lnTo>
                    <a:pt x="513015" y="127375"/>
                  </a:lnTo>
                  <a:lnTo>
                    <a:pt x="514936" y="127188"/>
                  </a:lnTo>
                  <a:lnTo>
                    <a:pt x="516858" y="126996"/>
                  </a:lnTo>
                  <a:lnTo>
                    <a:pt x="518779" y="126798"/>
                  </a:lnTo>
                  <a:lnTo>
                    <a:pt x="520700" y="126591"/>
                  </a:lnTo>
                  <a:lnTo>
                    <a:pt x="522622" y="126380"/>
                  </a:lnTo>
                  <a:lnTo>
                    <a:pt x="524543" y="126163"/>
                  </a:lnTo>
                  <a:lnTo>
                    <a:pt x="526465" y="125937"/>
                  </a:lnTo>
                  <a:lnTo>
                    <a:pt x="528386" y="125706"/>
                  </a:lnTo>
                  <a:lnTo>
                    <a:pt x="530307" y="125468"/>
                  </a:lnTo>
                  <a:lnTo>
                    <a:pt x="532229" y="125224"/>
                  </a:lnTo>
                  <a:lnTo>
                    <a:pt x="534150" y="124971"/>
                  </a:lnTo>
                  <a:lnTo>
                    <a:pt x="536072" y="124712"/>
                  </a:lnTo>
                  <a:lnTo>
                    <a:pt x="537993" y="124447"/>
                  </a:lnTo>
                  <a:lnTo>
                    <a:pt x="539914" y="124173"/>
                  </a:lnTo>
                  <a:lnTo>
                    <a:pt x="541836" y="123891"/>
                  </a:lnTo>
                  <a:lnTo>
                    <a:pt x="543757" y="123602"/>
                  </a:lnTo>
                  <a:lnTo>
                    <a:pt x="545679" y="123307"/>
                  </a:lnTo>
                  <a:lnTo>
                    <a:pt x="547600" y="123001"/>
                  </a:lnTo>
                  <a:lnTo>
                    <a:pt x="549521" y="122687"/>
                  </a:lnTo>
                  <a:lnTo>
                    <a:pt x="551443" y="122366"/>
                  </a:lnTo>
                  <a:lnTo>
                    <a:pt x="553364" y="122036"/>
                  </a:lnTo>
                  <a:lnTo>
                    <a:pt x="555286" y="121696"/>
                  </a:lnTo>
                  <a:lnTo>
                    <a:pt x="557207" y="121347"/>
                  </a:lnTo>
                  <a:lnTo>
                    <a:pt x="559128" y="120990"/>
                  </a:lnTo>
                  <a:lnTo>
                    <a:pt x="561050" y="120621"/>
                  </a:lnTo>
                  <a:lnTo>
                    <a:pt x="562971" y="120243"/>
                  </a:lnTo>
                  <a:lnTo>
                    <a:pt x="564893" y="119855"/>
                  </a:lnTo>
                  <a:lnTo>
                    <a:pt x="566814" y="119457"/>
                  </a:lnTo>
                  <a:lnTo>
                    <a:pt x="568735" y="119046"/>
                  </a:lnTo>
                  <a:lnTo>
                    <a:pt x="570657" y="118625"/>
                  </a:lnTo>
                  <a:lnTo>
                    <a:pt x="572578" y="118194"/>
                  </a:lnTo>
                  <a:lnTo>
                    <a:pt x="574500" y="117749"/>
                  </a:lnTo>
                  <a:lnTo>
                    <a:pt x="576421" y="117292"/>
                  </a:lnTo>
                  <a:lnTo>
                    <a:pt x="578342" y="116824"/>
                  </a:lnTo>
                  <a:lnTo>
                    <a:pt x="580264" y="116345"/>
                  </a:lnTo>
                  <a:lnTo>
                    <a:pt x="582185" y="115848"/>
                  </a:lnTo>
                  <a:lnTo>
                    <a:pt x="584107" y="115340"/>
                  </a:lnTo>
                  <a:lnTo>
                    <a:pt x="586028" y="114820"/>
                  </a:lnTo>
                  <a:lnTo>
                    <a:pt x="587950" y="114285"/>
                  </a:lnTo>
                  <a:lnTo>
                    <a:pt x="589871" y="113734"/>
                  </a:lnTo>
                  <a:lnTo>
                    <a:pt x="591792" y="113170"/>
                  </a:lnTo>
                  <a:lnTo>
                    <a:pt x="593714" y="112594"/>
                  </a:lnTo>
                  <a:lnTo>
                    <a:pt x="595635" y="111997"/>
                  </a:lnTo>
                  <a:lnTo>
                    <a:pt x="597557" y="111386"/>
                  </a:lnTo>
                  <a:lnTo>
                    <a:pt x="599478" y="110762"/>
                  </a:lnTo>
                  <a:lnTo>
                    <a:pt x="601399" y="110121"/>
                  </a:lnTo>
                  <a:lnTo>
                    <a:pt x="603321" y="109461"/>
                  </a:lnTo>
                  <a:lnTo>
                    <a:pt x="605242" y="108787"/>
                  </a:lnTo>
                  <a:lnTo>
                    <a:pt x="607164" y="108098"/>
                  </a:lnTo>
                  <a:lnTo>
                    <a:pt x="609085" y="107387"/>
                  </a:lnTo>
                  <a:lnTo>
                    <a:pt x="611006" y="106660"/>
                  </a:lnTo>
                  <a:lnTo>
                    <a:pt x="612928" y="105918"/>
                  </a:lnTo>
                  <a:lnTo>
                    <a:pt x="614849" y="105158"/>
                  </a:lnTo>
                  <a:lnTo>
                    <a:pt x="616771" y="104376"/>
                  </a:lnTo>
                  <a:lnTo>
                    <a:pt x="618692" y="103579"/>
                  </a:lnTo>
                  <a:lnTo>
                    <a:pt x="620613" y="102766"/>
                  </a:lnTo>
                  <a:lnTo>
                    <a:pt x="622535" y="101930"/>
                  </a:lnTo>
                  <a:lnTo>
                    <a:pt x="624456" y="101075"/>
                  </a:lnTo>
                  <a:lnTo>
                    <a:pt x="626378" y="100204"/>
                  </a:lnTo>
                  <a:lnTo>
                    <a:pt x="628299" y="99317"/>
                  </a:lnTo>
                  <a:lnTo>
                    <a:pt x="630220" y="98404"/>
                  </a:lnTo>
                  <a:lnTo>
                    <a:pt x="632142" y="97475"/>
                  </a:lnTo>
                  <a:lnTo>
                    <a:pt x="634063" y="96530"/>
                  </a:lnTo>
                  <a:lnTo>
                    <a:pt x="635985" y="95563"/>
                  </a:lnTo>
                  <a:lnTo>
                    <a:pt x="637906" y="94575"/>
                  </a:lnTo>
                  <a:lnTo>
                    <a:pt x="639827" y="93571"/>
                  </a:lnTo>
                  <a:lnTo>
                    <a:pt x="641749" y="92551"/>
                  </a:lnTo>
                  <a:lnTo>
                    <a:pt x="643670" y="91505"/>
                  </a:lnTo>
                  <a:lnTo>
                    <a:pt x="645592" y="90443"/>
                  </a:lnTo>
                  <a:lnTo>
                    <a:pt x="647513" y="89366"/>
                  </a:lnTo>
                  <a:lnTo>
                    <a:pt x="649434" y="88268"/>
                  </a:lnTo>
                  <a:lnTo>
                    <a:pt x="651356" y="87149"/>
                  </a:lnTo>
                  <a:lnTo>
                    <a:pt x="653277" y="86015"/>
                  </a:lnTo>
                  <a:lnTo>
                    <a:pt x="655199" y="84866"/>
                  </a:lnTo>
                  <a:lnTo>
                    <a:pt x="657120" y="83694"/>
                  </a:lnTo>
                  <a:lnTo>
                    <a:pt x="659042" y="82506"/>
                  </a:lnTo>
                  <a:lnTo>
                    <a:pt x="660963" y="81304"/>
                  </a:lnTo>
                  <a:lnTo>
                    <a:pt x="662884" y="80085"/>
                  </a:lnTo>
                  <a:lnTo>
                    <a:pt x="664806" y="78846"/>
                  </a:lnTo>
                  <a:lnTo>
                    <a:pt x="666727" y="77594"/>
                  </a:lnTo>
                  <a:lnTo>
                    <a:pt x="668649" y="76328"/>
                  </a:lnTo>
                  <a:lnTo>
                    <a:pt x="670570" y="75045"/>
                  </a:lnTo>
                  <a:lnTo>
                    <a:pt x="672491" y="73747"/>
                  </a:lnTo>
                  <a:lnTo>
                    <a:pt x="674413" y="72437"/>
                  </a:lnTo>
                  <a:lnTo>
                    <a:pt x="676334" y="71115"/>
                  </a:lnTo>
                  <a:lnTo>
                    <a:pt x="678256" y="69777"/>
                  </a:lnTo>
                  <a:lnTo>
                    <a:pt x="680177" y="68428"/>
                  </a:lnTo>
                  <a:lnTo>
                    <a:pt x="682098" y="67070"/>
                  </a:lnTo>
                  <a:lnTo>
                    <a:pt x="684020" y="65700"/>
                  </a:lnTo>
                  <a:lnTo>
                    <a:pt x="685941" y="64318"/>
                  </a:lnTo>
                  <a:lnTo>
                    <a:pt x="687863" y="62930"/>
                  </a:lnTo>
                  <a:lnTo>
                    <a:pt x="689784" y="61533"/>
                  </a:lnTo>
                  <a:lnTo>
                    <a:pt x="691705" y="60126"/>
                  </a:lnTo>
                  <a:lnTo>
                    <a:pt x="693627" y="58714"/>
                  </a:lnTo>
                  <a:lnTo>
                    <a:pt x="695548" y="57296"/>
                  </a:lnTo>
                  <a:lnTo>
                    <a:pt x="697470" y="55873"/>
                  </a:lnTo>
                  <a:lnTo>
                    <a:pt x="699391" y="54444"/>
                  </a:lnTo>
                  <a:lnTo>
                    <a:pt x="701312" y="53014"/>
                  </a:lnTo>
                  <a:lnTo>
                    <a:pt x="703234" y="51580"/>
                  </a:lnTo>
                  <a:lnTo>
                    <a:pt x="705155" y="50145"/>
                  </a:lnTo>
                  <a:lnTo>
                    <a:pt x="707077" y="48710"/>
                  </a:lnTo>
                  <a:lnTo>
                    <a:pt x="708998" y="47275"/>
                  </a:lnTo>
                  <a:lnTo>
                    <a:pt x="710919" y="45842"/>
                  </a:lnTo>
                  <a:lnTo>
                    <a:pt x="712841" y="44411"/>
                  </a:lnTo>
                  <a:lnTo>
                    <a:pt x="714762" y="42984"/>
                  </a:lnTo>
                  <a:lnTo>
                    <a:pt x="716684" y="41561"/>
                  </a:lnTo>
                  <a:lnTo>
                    <a:pt x="718605" y="40144"/>
                  </a:lnTo>
                  <a:lnTo>
                    <a:pt x="720526" y="38735"/>
                  </a:lnTo>
                  <a:lnTo>
                    <a:pt x="722448" y="37332"/>
                  </a:lnTo>
                  <a:lnTo>
                    <a:pt x="724369" y="35937"/>
                  </a:lnTo>
                  <a:lnTo>
                    <a:pt x="726291" y="34556"/>
                  </a:lnTo>
                  <a:lnTo>
                    <a:pt x="728212" y="33184"/>
                  </a:lnTo>
                  <a:lnTo>
                    <a:pt x="730134" y="31822"/>
                  </a:lnTo>
                  <a:lnTo>
                    <a:pt x="732055" y="30475"/>
                  </a:lnTo>
                  <a:lnTo>
                    <a:pt x="733976" y="29145"/>
                  </a:lnTo>
                  <a:lnTo>
                    <a:pt x="735898" y="27827"/>
                  </a:lnTo>
                  <a:lnTo>
                    <a:pt x="737819" y="26523"/>
                  </a:lnTo>
                  <a:lnTo>
                    <a:pt x="739741" y="25244"/>
                  </a:lnTo>
                  <a:lnTo>
                    <a:pt x="741662" y="23981"/>
                  </a:lnTo>
                  <a:lnTo>
                    <a:pt x="743583" y="22735"/>
                  </a:lnTo>
                  <a:lnTo>
                    <a:pt x="745505" y="21512"/>
                  </a:lnTo>
                  <a:lnTo>
                    <a:pt x="747426" y="20314"/>
                  </a:lnTo>
                  <a:lnTo>
                    <a:pt x="749348" y="19136"/>
                  </a:lnTo>
                  <a:lnTo>
                    <a:pt x="751269" y="17979"/>
                  </a:lnTo>
                  <a:lnTo>
                    <a:pt x="753190" y="16855"/>
                  </a:lnTo>
                  <a:lnTo>
                    <a:pt x="755112" y="15756"/>
                  </a:lnTo>
                  <a:lnTo>
                    <a:pt x="757033" y="14680"/>
                  </a:lnTo>
                  <a:lnTo>
                    <a:pt x="758955" y="13633"/>
                  </a:lnTo>
                  <a:lnTo>
                    <a:pt x="760876" y="12623"/>
                  </a:lnTo>
                  <a:lnTo>
                    <a:pt x="762797" y="11639"/>
                  </a:lnTo>
                  <a:lnTo>
                    <a:pt x="764719" y="10682"/>
                  </a:lnTo>
                  <a:lnTo>
                    <a:pt x="766640" y="9767"/>
                  </a:lnTo>
                  <a:lnTo>
                    <a:pt x="768562" y="8885"/>
                  </a:lnTo>
                  <a:lnTo>
                    <a:pt x="770483" y="8033"/>
                  </a:lnTo>
                  <a:lnTo>
                    <a:pt x="772404" y="7216"/>
                  </a:lnTo>
                  <a:lnTo>
                    <a:pt x="774326" y="6447"/>
                  </a:lnTo>
                  <a:lnTo>
                    <a:pt x="776247" y="5711"/>
                  </a:lnTo>
                  <a:lnTo>
                    <a:pt x="778169" y="5008"/>
                  </a:lnTo>
                  <a:lnTo>
                    <a:pt x="780090" y="4353"/>
                  </a:lnTo>
                  <a:lnTo>
                    <a:pt x="782011" y="3743"/>
                  </a:lnTo>
                  <a:lnTo>
                    <a:pt x="783933" y="3169"/>
                  </a:lnTo>
                  <a:lnTo>
                    <a:pt x="785854" y="2633"/>
                  </a:lnTo>
                  <a:lnTo>
                    <a:pt x="787776" y="2159"/>
                  </a:lnTo>
                  <a:lnTo>
                    <a:pt x="789697" y="1724"/>
                  </a:lnTo>
                  <a:lnTo>
                    <a:pt x="791618" y="1329"/>
                  </a:lnTo>
                  <a:lnTo>
                    <a:pt x="793540" y="986"/>
                  </a:lnTo>
                  <a:lnTo>
                    <a:pt x="795461" y="699"/>
                  </a:lnTo>
                  <a:lnTo>
                    <a:pt x="797383" y="455"/>
                  </a:lnTo>
                  <a:lnTo>
                    <a:pt x="799304" y="254"/>
                  </a:lnTo>
                  <a:lnTo>
                    <a:pt x="801226" y="122"/>
                  </a:lnTo>
                  <a:lnTo>
                    <a:pt x="803147" y="38"/>
                  </a:lnTo>
                  <a:lnTo>
                    <a:pt x="805068" y="0"/>
                  </a:lnTo>
                  <a:lnTo>
                    <a:pt x="806990" y="16"/>
                  </a:lnTo>
                  <a:lnTo>
                    <a:pt x="808911" y="100"/>
                  </a:lnTo>
                  <a:lnTo>
                    <a:pt x="810833" y="231"/>
                  </a:lnTo>
                  <a:lnTo>
                    <a:pt x="812754" y="409"/>
                  </a:lnTo>
                  <a:lnTo>
                    <a:pt x="814675" y="660"/>
                  </a:lnTo>
                  <a:lnTo>
                    <a:pt x="816597" y="966"/>
                  </a:lnTo>
                  <a:lnTo>
                    <a:pt x="818518" y="1321"/>
                  </a:lnTo>
                  <a:lnTo>
                    <a:pt x="820440" y="1732"/>
                  </a:lnTo>
                  <a:lnTo>
                    <a:pt x="822361" y="2218"/>
                  </a:lnTo>
                  <a:lnTo>
                    <a:pt x="824282" y="2753"/>
                  </a:lnTo>
                  <a:lnTo>
                    <a:pt x="826204" y="3338"/>
                  </a:lnTo>
                  <a:lnTo>
                    <a:pt x="828125" y="3992"/>
                  </a:lnTo>
                  <a:lnTo>
                    <a:pt x="830047" y="4707"/>
                  </a:lnTo>
                  <a:lnTo>
                    <a:pt x="831968" y="5472"/>
                  </a:lnTo>
                  <a:lnTo>
                    <a:pt x="833889" y="6288"/>
                  </a:lnTo>
                  <a:lnTo>
                    <a:pt x="835811" y="7182"/>
                  </a:lnTo>
                  <a:lnTo>
                    <a:pt x="837732" y="8123"/>
                  </a:lnTo>
                  <a:lnTo>
                    <a:pt x="839654" y="9113"/>
                  </a:lnTo>
                  <a:lnTo>
                    <a:pt x="841575" y="10164"/>
                  </a:lnTo>
                  <a:lnTo>
                    <a:pt x="843496" y="11276"/>
                  </a:lnTo>
                  <a:lnTo>
                    <a:pt x="845418" y="12433"/>
                  </a:lnTo>
                  <a:lnTo>
                    <a:pt x="847339" y="13636"/>
                  </a:lnTo>
                  <a:lnTo>
                    <a:pt x="849261" y="14907"/>
                  </a:lnTo>
                  <a:lnTo>
                    <a:pt x="851182" y="16222"/>
                  </a:lnTo>
                  <a:lnTo>
                    <a:pt x="853103" y="17579"/>
                  </a:lnTo>
                  <a:lnTo>
                    <a:pt x="855025" y="18984"/>
                  </a:lnTo>
                  <a:lnTo>
                    <a:pt x="856946" y="20444"/>
                  </a:lnTo>
                  <a:lnTo>
                    <a:pt x="858868" y="21941"/>
                  </a:lnTo>
                  <a:lnTo>
                    <a:pt x="860789" y="23474"/>
                  </a:lnTo>
                  <a:lnTo>
                    <a:pt x="862710" y="25058"/>
                  </a:lnTo>
                  <a:lnTo>
                    <a:pt x="864632" y="26678"/>
                  </a:lnTo>
                  <a:lnTo>
                    <a:pt x="866553" y="28330"/>
                  </a:lnTo>
                  <a:lnTo>
                    <a:pt x="868475" y="30014"/>
                  </a:lnTo>
                  <a:lnTo>
                    <a:pt x="870396" y="31740"/>
                  </a:lnTo>
                  <a:lnTo>
                    <a:pt x="872318" y="33491"/>
                  </a:lnTo>
                  <a:lnTo>
                    <a:pt x="874239" y="35265"/>
                  </a:lnTo>
                  <a:lnTo>
                    <a:pt x="876160" y="37071"/>
                  </a:lnTo>
                  <a:lnTo>
                    <a:pt x="878082" y="38901"/>
                  </a:lnTo>
                  <a:lnTo>
                    <a:pt x="880003" y="40748"/>
                  </a:lnTo>
                  <a:lnTo>
                    <a:pt x="881925" y="42613"/>
                  </a:lnTo>
                  <a:lnTo>
                    <a:pt x="883846" y="44500"/>
                  </a:lnTo>
                  <a:lnTo>
                    <a:pt x="885767" y="46399"/>
                  </a:lnTo>
                  <a:lnTo>
                    <a:pt x="887689" y="48309"/>
                  </a:lnTo>
                  <a:lnTo>
                    <a:pt x="889610" y="50230"/>
                  </a:lnTo>
                  <a:lnTo>
                    <a:pt x="891532" y="52158"/>
                  </a:lnTo>
                  <a:lnTo>
                    <a:pt x="893453" y="54092"/>
                  </a:lnTo>
                  <a:lnTo>
                    <a:pt x="895374" y="56028"/>
                  </a:lnTo>
                  <a:lnTo>
                    <a:pt x="897296" y="57966"/>
                  </a:lnTo>
                  <a:lnTo>
                    <a:pt x="899217" y="59902"/>
                  </a:lnTo>
                  <a:lnTo>
                    <a:pt x="901139" y="61836"/>
                  </a:lnTo>
                  <a:lnTo>
                    <a:pt x="903060" y="63765"/>
                  </a:lnTo>
                  <a:lnTo>
                    <a:pt x="904981" y="65684"/>
                  </a:lnTo>
                  <a:lnTo>
                    <a:pt x="906903" y="67596"/>
                  </a:lnTo>
                  <a:lnTo>
                    <a:pt x="908824" y="69499"/>
                  </a:lnTo>
                  <a:lnTo>
                    <a:pt x="910746" y="71385"/>
                  </a:lnTo>
                  <a:lnTo>
                    <a:pt x="912667" y="73257"/>
                  </a:lnTo>
                  <a:lnTo>
                    <a:pt x="914588" y="75115"/>
                  </a:lnTo>
                  <a:lnTo>
                    <a:pt x="916510" y="76956"/>
                  </a:lnTo>
                  <a:lnTo>
                    <a:pt x="918431" y="78772"/>
                  </a:lnTo>
                  <a:lnTo>
                    <a:pt x="920353" y="80570"/>
                  </a:lnTo>
                  <a:lnTo>
                    <a:pt x="922274" y="82349"/>
                  </a:lnTo>
                  <a:lnTo>
                    <a:pt x="924195" y="84100"/>
                  </a:lnTo>
                  <a:lnTo>
                    <a:pt x="926117" y="85825"/>
                  </a:lnTo>
                  <a:lnTo>
                    <a:pt x="928038" y="87527"/>
                  </a:lnTo>
                  <a:lnTo>
                    <a:pt x="929960" y="89206"/>
                  </a:lnTo>
                  <a:lnTo>
                    <a:pt x="931881" y="90846"/>
                  </a:lnTo>
                  <a:lnTo>
                    <a:pt x="933802" y="92461"/>
                  </a:lnTo>
                  <a:lnTo>
                    <a:pt x="935724" y="94051"/>
                  </a:lnTo>
                  <a:lnTo>
                    <a:pt x="937645" y="95605"/>
                  </a:lnTo>
                  <a:lnTo>
                    <a:pt x="939567" y="97125"/>
                  </a:lnTo>
                  <a:lnTo>
                    <a:pt x="941488" y="98617"/>
                  </a:lnTo>
                  <a:lnTo>
                    <a:pt x="943410" y="100081"/>
                  </a:lnTo>
                  <a:lnTo>
                    <a:pt x="945331" y="101499"/>
                  </a:lnTo>
                  <a:lnTo>
                    <a:pt x="947252" y="102888"/>
                  </a:lnTo>
                  <a:lnTo>
                    <a:pt x="949174" y="104248"/>
                  </a:lnTo>
                  <a:lnTo>
                    <a:pt x="951095" y="105571"/>
                  </a:lnTo>
                  <a:lnTo>
                    <a:pt x="953017" y="106853"/>
                  </a:lnTo>
                  <a:lnTo>
                    <a:pt x="954938" y="108105"/>
                  </a:lnTo>
                  <a:lnTo>
                    <a:pt x="956859" y="109328"/>
                  </a:lnTo>
                  <a:lnTo>
                    <a:pt x="958781" y="110505"/>
                  </a:lnTo>
                  <a:lnTo>
                    <a:pt x="960702" y="111649"/>
                  </a:lnTo>
                  <a:lnTo>
                    <a:pt x="962624" y="112764"/>
                  </a:lnTo>
                  <a:lnTo>
                    <a:pt x="964545" y="113844"/>
                  </a:lnTo>
                  <a:lnTo>
                    <a:pt x="966466" y="114881"/>
                  </a:lnTo>
                  <a:lnTo>
                    <a:pt x="968388" y="115888"/>
                  </a:lnTo>
                  <a:lnTo>
                    <a:pt x="970309" y="116867"/>
                  </a:lnTo>
                  <a:lnTo>
                    <a:pt x="972231" y="117805"/>
                  </a:lnTo>
                  <a:lnTo>
                    <a:pt x="974152" y="118708"/>
                  </a:lnTo>
                  <a:lnTo>
                    <a:pt x="976073" y="119584"/>
                  </a:lnTo>
                  <a:lnTo>
                    <a:pt x="977995" y="120431"/>
                  </a:lnTo>
                  <a:lnTo>
                    <a:pt x="979916" y="121235"/>
                  </a:lnTo>
                  <a:lnTo>
                    <a:pt x="981838" y="122012"/>
                  </a:lnTo>
                </a:path>
              </a:pathLst>
            </a:custGeom>
            <a:ln w="27101" cap="flat">
              <a:solidFill>
                <a:srgbClr val="F5E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7857070" y="2873724"/>
              <a:ext cx="1080021" cy="0"/>
            </a:xfrm>
            <a:custGeom>
              <a:avLst/>
              <a:pathLst>
                <a:path w="1080021" h="0">
                  <a:moveTo>
                    <a:pt x="0" y="0"/>
                  </a:moveTo>
                  <a:lnTo>
                    <a:pt x="10800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7906162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8151621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8397081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8642541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8888000" y="28737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tx222"/>
            <p:cNvSpPr/>
            <p:nvPr/>
          </p:nvSpPr>
          <p:spPr>
            <a:xfrm>
              <a:off x="7828481" y="2934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8073941" y="2934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8319400" y="29346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8564860" y="2936026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8779241" y="2934662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8354414" y="3085448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228" name="rc228"/>
            <p:cNvSpPr/>
            <p:nvPr/>
          </p:nvSpPr>
          <p:spPr>
            <a:xfrm>
              <a:off x="6816544" y="3353201"/>
              <a:ext cx="2190136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9" name="tx229"/>
            <p:cNvSpPr/>
            <p:nvPr/>
          </p:nvSpPr>
          <p:spPr>
            <a:xfrm>
              <a:off x="6886133" y="3480881"/>
              <a:ext cx="8461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Window</a:t>
              </a:r>
            </a:p>
          </p:txBody>
        </p:sp>
        <p:sp>
          <p:nvSpPr>
            <p:cNvPr id="230" name="rc230"/>
            <p:cNvSpPr/>
            <p:nvPr/>
          </p:nvSpPr>
          <p:spPr>
            <a:xfrm>
              <a:off x="7812972" y="3422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1" name="rc231"/>
            <p:cNvSpPr/>
            <p:nvPr/>
          </p:nvSpPr>
          <p:spPr>
            <a:xfrm>
              <a:off x="7830972" y="3440790"/>
              <a:ext cx="183455" cy="183455"/>
            </a:xfrm>
            <a:prstGeom prst="rect">
              <a:avLst/>
            </a:prstGeom>
            <a:ln w="27101" cap="flat">
              <a:solidFill>
                <a:srgbClr val="8E4C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8276381" y="3422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rc233"/>
            <p:cNvSpPr/>
            <p:nvPr/>
          </p:nvSpPr>
          <p:spPr>
            <a:xfrm>
              <a:off x="8294381" y="3440790"/>
              <a:ext cx="183456" cy="183455"/>
            </a:xfrm>
            <a:prstGeom prst="rect">
              <a:avLst/>
            </a:pr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rc234"/>
            <p:cNvSpPr/>
            <p:nvPr/>
          </p:nvSpPr>
          <p:spPr>
            <a:xfrm>
              <a:off x="8701691" y="34227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8719691" y="3440790"/>
              <a:ext cx="183456" cy="183455"/>
            </a:xfrm>
            <a:prstGeom prst="rect">
              <a:avLst/>
            </a:prstGeom>
            <a:ln w="27101" cap="flat">
              <a:solidFill>
                <a:srgbClr val="D79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ln w="27101" cap="flat">
              <a:solidFill>
                <a:srgbClr val="E8C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rc239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ln w="27101" cap="flat">
              <a:solidFill>
                <a:srgbClr val="F5E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tx240"/>
            <p:cNvSpPr/>
            <p:nvPr/>
          </p:nvSpPr>
          <p:spPr>
            <a:xfrm>
              <a:off x="8102017" y="3492191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8565426" y="34908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8990736" y="349219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9416045" y="3492518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9841354" y="34908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45" name="rc245"/>
            <p:cNvSpPr/>
            <p:nvPr/>
          </p:nvSpPr>
          <p:spPr>
            <a:xfrm>
              <a:off x="1691481" y="3781425"/>
              <a:ext cx="1219200" cy="3200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rc246"/>
            <p:cNvSpPr/>
            <p:nvPr/>
          </p:nvSpPr>
          <p:spPr>
            <a:xfrm>
              <a:off x="1761070" y="4078703"/>
              <a:ext cx="1080021" cy="19954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1810162" y="5397668"/>
              <a:ext cx="981838" cy="585754"/>
            </a:xfrm>
            <a:custGeom>
              <a:avLst/>
              <a:pathLst>
                <a:path w="981838" h="585754">
                  <a:moveTo>
                    <a:pt x="0" y="585754"/>
                  </a:moveTo>
                  <a:lnTo>
                    <a:pt x="1921" y="585754"/>
                  </a:lnTo>
                  <a:lnTo>
                    <a:pt x="3842" y="585754"/>
                  </a:lnTo>
                  <a:lnTo>
                    <a:pt x="5764" y="585754"/>
                  </a:lnTo>
                  <a:lnTo>
                    <a:pt x="7685" y="585754"/>
                  </a:lnTo>
                  <a:lnTo>
                    <a:pt x="9607" y="585754"/>
                  </a:lnTo>
                  <a:lnTo>
                    <a:pt x="11528" y="585754"/>
                  </a:lnTo>
                  <a:lnTo>
                    <a:pt x="13449" y="585754"/>
                  </a:lnTo>
                  <a:lnTo>
                    <a:pt x="15371" y="585754"/>
                  </a:lnTo>
                  <a:lnTo>
                    <a:pt x="17292" y="585754"/>
                  </a:lnTo>
                  <a:lnTo>
                    <a:pt x="19214" y="585754"/>
                  </a:lnTo>
                  <a:lnTo>
                    <a:pt x="21135" y="585754"/>
                  </a:lnTo>
                  <a:lnTo>
                    <a:pt x="23056" y="585754"/>
                  </a:lnTo>
                  <a:lnTo>
                    <a:pt x="24978" y="585754"/>
                  </a:lnTo>
                  <a:lnTo>
                    <a:pt x="26899" y="585754"/>
                  </a:lnTo>
                  <a:lnTo>
                    <a:pt x="28821" y="585754"/>
                  </a:lnTo>
                  <a:lnTo>
                    <a:pt x="30742" y="585754"/>
                  </a:lnTo>
                  <a:lnTo>
                    <a:pt x="32663" y="585754"/>
                  </a:lnTo>
                  <a:lnTo>
                    <a:pt x="34585" y="585754"/>
                  </a:lnTo>
                  <a:lnTo>
                    <a:pt x="36506" y="585754"/>
                  </a:lnTo>
                  <a:lnTo>
                    <a:pt x="38428" y="585753"/>
                  </a:lnTo>
                  <a:lnTo>
                    <a:pt x="40349" y="585752"/>
                  </a:lnTo>
                  <a:lnTo>
                    <a:pt x="42270" y="585749"/>
                  </a:lnTo>
                  <a:lnTo>
                    <a:pt x="44192" y="585744"/>
                  </a:lnTo>
                  <a:lnTo>
                    <a:pt x="46113" y="585733"/>
                  </a:lnTo>
                  <a:lnTo>
                    <a:pt x="48035" y="585713"/>
                  </a:lnTo>
                  <a:lnTo>
                    <a:pt x="49956" y="585676"/>
                  </a:lnTo>
                  <a:lnTo>
                    <a:pt x="51877" y="585612"/>
                  </a:lnTo>
                  <a:lnTo>
                    <a:pt x="53799" y="585501"/>
                  </a:lnTo>
                  <a:lnTo>
                    <a:pt x="55720" y="585318"/>
                  </a:lnTo>
                  <a:lnTo>
                    <a:pt x="57642" y="585024"/>
                  </a:lnTo>
                  <a:lnTo>
                    <a:pt x="59563" y="584566"/>
                  </a:lnTo>
                  <a:lnTo>
                    <a:pt x="61484" y="583873"/>
                  </a:lnTo>
                  <a:lnTo>
                    <a:pt x="63406" y="582854"/>
                  </a:lnTo>
                  <a:lnTo>
                    <a:pt x="65327" y="581354"/>
                  </a:lnTo>
                  <a:lnTo>
                    <a:pt x="67249" y="579246"/>
                  </a:lnTo>
                  <a:lnTo>
                    <a:pt x="69170" y="576401"/>
                  </a:lnTo>
                  <a:lnTo>
                    <a:pt x="71091" y="572687"/>
                  </a:lnTo>
                  <a:lnTo>
                    <a:pt x="73013" y="567999"/>
                  </a:lnTo>
                  <a:lnTo>
                    <a:pt x="74934" y="562272"/>
                  </a:lnTo>
                  <a:lnTo>
                    <a:pt x="76856" y="555507"/>
                  </a:lnTo>
                  <a:lnTo>
                    <a:pt x="78777" y="547785"/>
                  </a:lnTo>
                  <a:lnTo>
                    <a:pt x="80699" y="539277"/>
                  </a:lnTo>
                  <a:lnTo>
                    <a:pt x="82620" y="530243"/>
                  </a:lnTo>
                  <a:lnTo>
                    <a:pt x="84541" y="521022"/>
                  </a:lnTo>
                  <a:lnTo>
                    <a:pt x="86463" y="512015"/>
                  </a:lnTo>
                  <a:lnTo>
                    <a:pt x="88384" y="503751"/>
                  </a:lnTo>
                  <a:lnTo>
                    <a:pt x="90306" y="496587"/>
                  </a:lnTo>
                  <a:lnTo>
                    <a:pt x="92227" y="490821"/>
                  </a:lnTo>
                  <a:lnTo>
                    <a:pt x="94148" y="486642"/>
                  </a:lnTo>
                  <a:lnTo>
                    <a:pt x="96070" y="484115"/>
                  </a:lnTo>
                  <a:lnTo>
                    <a:pt x="97991" y="483187"/>
                  </a:lnTo>
                  <a:lnTo>
                    <a:pt x="99913" y="483701"/>
                  </a:lnTo>
                  <a:lnTo>
                    <a:pt x="101834" y="485422"/>
                  </a:lnTo>
                  <a:lnTo>
                    <a:pt x="103755" y="488079"/>
                  </a:lnTo>
                  <a:lnTo>
                    <a:pt x="105677" y="491388"/>
                  </a:lnTo>
                  <a:lnTo>
                    <a:pt x="107598" y="495096"/>
                  </a:lnTo>
                  <a:lnTo>
                    <a:pt x="109520" y="498994"/>
                  </a:lnTo>
                  <a:lnTo>
                    <a:pt x="111441" y="502916"/>
                  </a:lnTo>
                  <a:lnTo>
                    <a:pt x="113362" y="506768"/>
                  </a:lnTo>
                  <a:lnTo>
                    <a:pt x="115284" y="510508"/>
                  </a:lnTo>
                  <a:lnTo>
                    <a:pt x="117205" y="514111"/>
                  </a:lnTo>
                  <a:lnTo>
                    <a:pt x="119127" y="517561"/>
                  </a:lnTo>
                  <a:lnTo>
                    <a:pt x="121048" y="520839"/>
                  </a:lnTo>
                  <a:lnTo>
                    <a:pt x="122969" y="523916"/>
                  </a:lnTo>
                  <a:lnTo>
                    <a:pt x="124891" y="526752"/>
                  </a:lnTo>
                  <a:lnTo>
                    <a:pt x="126812" y="529299"/>
                  </a:lnTo>
                  <a:lnTo>
                    <a:pt x="128734" y="531502"/>
                  </a:lnTo>
                  <a:lnTo>
                    <a:pt x="130655" y="533308"/>
                  </a:lnTo>
                  <a:lnTo>
                    <a:pt x="132576" y="534629"/>
                  </a:lnTo>
                  <a:lnTo>
                    <a:pt x="134498" y="535429"/>
                  </a:lnTo>
                  <a:lnTo>
                    <a:pt x="136419" y="535687"/>
                  </a:lnTo>
                  <a:lnTo>
                    <a:pt x="138341" y="535374"/>
                  </a:lnTo>
                  <a:lnTo>
                    <a:pt x="140262" y="534468"/>
                  </a:lnTo>
                  <a:lnTo>
                    <a:pt x="142183" y="532955"/>
                  </a:lnTo>
                  <a:lnTo>
                    <a:pt x="144105" y="530829"/>
                  </a:lnTo>
                  <a:lnTo>
                    <a:pt x="146026" y="528091"/>
                  </a:lnTo>
                  <a:lnTo>
                    <a:pt x="147948" y="524751"/>
                  </a:lnTo>
                  <a:lnTo>
                    <a:pt x="149869" y="520826"/>
                  </a:lnTo>
                  <a:lnTo>
                    <a:pt x="151791" y="516338"/>
                  </a:lnTo>
                  <a:lnTo>
                    <a:pt x="153712" y="511313"/>
                  </a:lnTo>
                  <a:lnTo>
                    <a:pt x="155633" y="505723"/>
                  </a:lnTo>
                  <a:lnTo>
                    <a:pt x="157555" y="499631"/>
                  </a:lnTo>
                  <a:lnTo>
                    <a:pt x="159476" y="493035"/>
                  </a:lnTo>
                  <a:lnTo>
                    <a:pt x="161398" y="485908"/>
                  </a:lnTo>
                  <a:lnTo>
                    <a:pt x="163319" y="478199"/>
                  </a:lnTo>
                  <a:lnTo>
                    <a:pt x="165240" y="469828"/>
                  </a:lnTo>
                  <a:lnTo>
                    <a:pt x="167162" y="460683"/>
                  </a:lnTo>
                  <a:lnTo>
                    <a:pt x="169083" y="450624"/>
                  </a:lnTo>
                  <a:lnTo>
                    <a:pt x="171005" y="439487"/>
                  </a:lnTo>
                  <a:lnTo>
                    <a:pt x="172926" y="427090"/>
                  </a:lnTo>
                  <a:lnTo>
                    <a:pt x="174847" y="413241"/>
                  </a:lnTo>
                  <a:lnTo>
                    <a:pt x="176769" y="397706"/>
                  </a:lnTo>
                  <a:lnTo>
                    <a:pt x="178690" y="380208"/>
                  </a:lnTo>
                  <a:lnTo>
                    <a:pt x="180612" y="360760"/>
                  </a:lnTo>
                  <a:lnTo>
                    <a:pt x="182533" y="339306"/>
                  </a:lnTo>
                  <a:lnTo>
                    <a:pt x="184454" y="315864"/>
                  </a:lnTo>
                  <a:lnTo>
                    <a:pt x="186376" y="290532"/>
                  </a:lnTo>
                  <a:lnTo>
                    <a:pt x="188297" y="263499"/>
                  </a:lnTo>
                  <a:lnTo>
                    <a:pt x="190219" y="235047"/>
                  </a:lnTo>
                  <a:lnTo>
                    <a:pt x="192140" y="205558"/>
                  </a:lnTo>
                  <a:lnTo>
                    <a:pt x="194061" y="175508"/>
                  </a:lnTo>
                  <a:lnTo>
                    <a:pt x="195983" y="145467"/>
                  </a:lnTo>
                  <a:lnTo>
                    <a:pt x="197904" y="116093"/>
                  </a:lnTo>
                  <a:lnTo>
                    <a:pt x="199826" y="88254"/>
                  </a:lnTo>
                  <a:lnTo>
                    <a:pt x="201747" y="62867"/>
                  </a:lnTo>
                  <a:lnTo>
                    <a:pt x="203668" y="40706"/>
                  </a:lnTo>
                  <a:lnTo>
                    <a:pt x="205590" y="22601"/>
                  </a:lnTo>
                  <a:lnTo>
                    <a:pt x="207511" y="9340"/>
                  </a:lnTo>
                  <a:lnTo>
                    <a:pt x="209433" y="1619"/>
                  </a:lnTo>
                  <a:lnTo>
                    <a:pt x="211354" y="0"/>
                  </a:lnTo>
                  <a:lnTo>
                    <a:pt x="213275" y="4863"/>
                  </a:lnTo>
                  <a:lnTo>
                    <a:pt x="215197" y="16371"/>
                  </a:lnTo>
                  <a:lnTo>
                    <a:pt x="217118" y="34436"/>
                  </a:lnTo>
                  <a:lnTo>
                    <a:pt x="219040" y="58708"/>
                  </a:lnTo>
                  <a:lnTo>
                    <a:pt x="220961" y="88573"/>
                  </a:lnTo>
                  <a:lnTo>
                    <a:pt x="222883" y="123483"/>
                  </a:lnTo>
                  <a:lnTo>
                    <a:pt x="224804" y="161874"/>
                  </a:lnTo>
                  <a:lnTo>
                    <a:pt x="226725" y="202478"/>
                  </a:lnTo>
                  <a:lnTo>
                    <a:pt x="228647" y="244068"/>
                  </a:lnTo>
                  <a:lnTo>
                    <a:pt x="230568" y="285469"/>
                  </a:lnTo>
                  <a:lnTo>
                    <a:pt x="232490" y="325616"/>
                  </a:lnTo>
                  <a:lnTo>
                    <a:pt x="234411" y="363609"/>
                  </a:lnTo>
                  <a:lnTo>
                    <a:pt x="236332" y="398744"/>
                  </a:lnTo>
                  <a:lnTo>
                    <a:pt x="238254" y="430532"/>
                  </a:lnTo>
                  <a:lnTo>
                    <a:pt x="240175" y="458694"/>
                  </a:lnTo>
                  <a:lnTo>
                    <a:pt x="242097" y="483147"/>
                  </a:lnTo>
                  <a:lnTo>
                    <a:pt x="244018" y="503914"/>
                  </a:lnTo>
                  <a:lnTo>
                    <a:pt x="245939" y="521014"/>
                  </a:lnTo>
                  <a:lnTo>
                    <a:pt x="247861" y="535080"/>
                  </a:lnTo>
                  <a:lnTo>
                    <a:pt x="249782" y="546466"/>
                  </a:lnTo>
                  <a:lnTo>
                    <a:pt x="251704" y="555537"/>
                  </a:lnTo>
                  <a:lnTo>
                    <a:pt x="253625" y="562645"/>
                  </a:lnTo>
                  <a:lnTo>
                    <a:pt x="255546" y="568119"/>
                  </a:lnTo>
                  <a:lnTo>
                    <a:pt x="257468" y="572254"/>
                  </a:lnTo>
                  <a:lnTo>
                    <a:pt x="259389" y="575311"/>
                  </a:lnTo>
                  <a:lnTo>
                    <a:pt x="261311" y="577516"/>
                  </a:lnTo>
                  <a:lnTo>
                    <a:pt x="263232" y="579060"/>
                  </a:lnTo>
                  <a:lnTo>
                    <a:pt x="265153" y="580104"/>
                  </a:lnTo>
                  <a:lnTo>
                    <a:pt x="267075" y="580768"/>
                  </a:lnTo>
                  <a:lnTo>
                    <a:pt x="268996" y="581171"/>
                  </a:lnTo>
                  <a:lnTo>
                    <a:pt x="270918" y="581408"/>
                  </a:lnTo>
                  <a:lnTo>
                    <a:pt x="272839" y="581537"/>
                  </a:lnTo>
                  <a:lnTo>
                    <a:pt x="274760" y="581601"/>
                  </a:lnTo>
                  <a:lnTo>
                    <a:pt x="276682" y="581630"/>
                  </a:lnTo>
                  <a:lnTo>
                    <a:pt x="278603" y="581643"/>
                  </a:lnTo>
                  <a:lnTo>
                    <a:pt x="280525" y="581651"/>
                  </a:lnTo>
                  <a:lnTo>
                    <a:pt x="282446" y="581663"/>
                  </a:lnTo>
                  <a:lnTo>
                    <a:pt x="284367" y="581684"/>
                  </a:lnTo>
                  <a:lnTo>
                    <a:pt x="286289" y="581715"/>
                  </a:lnTo>
                  <a:lnTo>
                    <a:pt x="288210" y="581761"/>
                  </a:lnTo>
                  <a:lnTo>
                    <a:pt x="290132" y="581824"/>
                  </a:lnTo>
                  <a:lnTo>
                    <a:pt x="292053" y="581905"/>
                  </a:lnTo>
                  <a:lnTo>
                    <a:pt x="293975" y="582001"/>
                  </a:lnTo>
                  <a:lnTo>
                    <a:pt x="295896" y="582111"/>
                  </a:lnTo>
                  <a:lnTo>
                    <a:pt x="297817" y="582229"/>
                  </a:lnTo>
                  <a:lnTo>
                    <a:pt x="299739" y="582347"/>
                  </a:lnTo>
                  <a:lnTo>
                    <a:pt x="301660" y="582457"/>
                  </a:lnTo>
                  <a:lnTo>
                    <a:pt x="303582" y="582547"/>
                  </a:lnTo>
                  <a:lnTo>
                    <a:pt x="305503" y="582609"/>
                  </a:lnTo>
                  <a:lnTo>
                    <a:pt x="307424" y="582634"/>
                  </a:lnTo>
                  <a:lnTo>
                    <a:pt x="309346" y="582616"/>
                  </a:lnTo>
                  <a:lnTo>
                    <a:pt x="311267" y="582551"/>
                  </a:lnTo>
                  <a:lnTo>
                    <a:pt x="313189" y="582437"/>
                  </a:lnTo>
                  <a:lnTo>
                    <a:pt x="315110" y="582284"/>
                  </a:lnTo>
                  <a:lnTo>
                    <a:pt x="317031" y="582102"/>
                  </a:lnTo>
                  <a:lnTo>
                    <a:pt x="318953" y="581899"/>
                  </a:lnTo>
                  <a:lnTo>
                    <a:pt x="320874" y="581686"/>
                  </a:lnTo>
                  <a:lnTo>
                    <a:pt x="322796" y="581474"/>
                  </a:lnTo>
                  <a:lnTo>
                    <a:pt x="324717" y="581270"/>
                  </a:lnTo>
                  <a:lnTo>
                    <a:pt x="326638" y="581082"/>
                  </a:lnTo>
                  <a:lnTo>
                    <a:pt x="328560" y="580915"/>
                  </a:lnTo>
                  <a:lnTo>
                    <a:pt x="330481" y="580772"/>
                  </a:lnTo>
                  <a:lnTo>
                    <a:pt x="332403" y="580657"/>
                  </a:lnTo>
                  <a:lnTo>
                    <a:pt x="334324" y="580573"/>
                  </a:lnTo>
                  <a:lnTo>
                    <a:pt x="336245" y="580526"/>
                  </a:lnTo>
                  <a:lnTo>
                    <a:pt x="338167" y="580516"/>
                  </a:lnTo>
                  <a:lnTo>
                    <a:pt x="340088" y="580547"/>
                  </a:lnTo>
                  <a:lnTo>
                    <a:pt x="342010" y="580620"/>
                  </a:lnTo>
                  <a:lnTo>
                    <a:pt x="343931" y="580735"/>
                  </a:lnTo>
                  <a:lnTo>
                    <a:pt x="345852" y="580890"/>
                  </a:lnTo>
                  <a:lnTo>
                    <a:pt x="347774" y="581079"/>
                  </a:lnTo>
                  <a:lnTo>
                    <a:pt x="349695" y="581291"/>
                  </a:lnTo>
                  <a:lnTo>
                    <a:pt x="351617" y="581516"/>
                  </a:lnTo>
                  <a:lnTo>
                    <a:pt x="353538" y="581738"/>
                  </a:lnTo>
                  <a:lnTo>
                    <a:pt x="355459" y="581946"/>
                  </a:lnTo>
                  <a:lnTo>
                    <a:pt x="357381" y="582122"/>
                  </a:lnTo>
                  <a:lnTo>
                    <a:pt x="359302" y="582260"/>
                  </a:lnTo>
                  <a:lnTo>
                    <a:pt x="361224" y="582356"/>
                  </a:lnTo>
                  <a:lnTo>
                    <a:pt x="363145" y="582413"/>
                  </a:lnTo>
                  <a:lnTo>
                    <a:pt x="365067" y="582439"/>
                  </a:lnTo>
                  <a:lnTo>
                    <a:pt x="366988" y="582442"/>
                  </a:lnTo>
                  <a:lnTo>
                    <a:pt x="368909" y="582436"/>
                  </a:lnTo>
                  <a:lnTo>
                    <a:pt x="370831" y="582433"/>
                  </a:lnTo>
                  <a:lnTo>
                    <a:pt x="372752" y="582443"/>
                  </a:lnTo>
                  <a:lnTo>
                    <a:pt x="374674" y="582474"/>
                  </a:lnTo>
                  <a:lnTo>
                    <a:pt x="376595" y="582532"/>
                  </a:lnTo>
                  <a:lnTo>
                    <a:pt x="378516" y="582617"/>
                  </a:lnTo>
                  <a:lnTo>
                    <a:pt x="380438" y="582729"/>
                  </a:lnTo>
                  <a:lnTo>
                    <a:pt x="382359" y="582862"/>
                  </a:lnTo>
                  <a:lnTo>
                    <a:pt x="384281" y="583008"/>
                  </a:lnTo>
                  <a:lnTo>
                    <a:pt x="386202" y="583161"/>
                  </a:lnTo>
                  <a:lnTo>
                    <a:pt x="388123" y="583314"/>
                  </a:lnTo>
                  <a:lnTo>
                    <a:pt x="390045" y="583463"/>
                  </a:lnTo>
                  <a:lnTo>
                    <a:pt x="391966" y="583602"/>
                  </a:lnTo>
                  <a:lnTo>
                    <a:pt x="393888" y="583726"/>
                  </a:lnTo>
                  <a:lnTo>
                    <a:pt x="395809" y="583833"/>
                  </a:lnTo>
                  <a:lnTo>
                    <a:pt x="397730" y="583921"/>
                  </a:lnTo>
                  <a:lnTo>
                    <a:pt x="399652" y="583991"/>
                  </a:lnTo>
                  <a:lnTo>
                    <a:pt x="401573" y="584043"/>
                  </a:lnTo>
                  <a:lnTo>
                    <a:pt x="403495" y="584083"/>
                  </a:lnTo>
                  <a:lnTo>
                    <a:pt x="405416" y="584116"/>
                  </a:lnTo>
                  <a:lnTo>
                    <a:pt x="407337" y="584151"/>
                  </a:lnTo>
                  <a:lnTo>
                    <a:pt x="409259" y="584193"/>
                  </a:lnTo>
                  <a:lnTo>
                    <a:pt x="411180" y="584248"/>
                  </a:lnTo>
                  <a:lnTo>
                    <a:pt x="413102" y="584320"/>
                  </a:lnTo>
                  <a:lnTo>
                    <a:pt x="415023" y="584411"/>
                  </a:lnTo>
                  <a:lnTo>
                    <a:pt x="416944" y="584519"/>
                  </a:lnTo>
                  <a:lnTo>
                    <a:pt x="418866" y="584641"/>
                  </a:lnTo>
                  <a:lnTo>
                    <a:pt x="420787" y="584773"/>
                  </a:lnTo>
                  <a:lnTo>
                    <a:pt x="422709" y="584907"/>
                  </a:lnTo>
                  <a:lnTo>
                    <a:pt x="424630" y="585036"/>
                  </a:lnTo>
                  <a:lnTo>
                    <a:pt x="426551" y="585152"/>
                  </a:lnTo>
                  <a:lnTo>
                    <a:pt x="428473" y="585249"/>
                  </a:lnTo>
                  <a:lnTo>
                    <a:pt x="430394" y="585321"/>
                  </a:lnTo>
                  <a:lnTo>
                    <a:pt x="432316" y="585365"/>
                  </a:lnTo>
                  <a:lnTo>
                    <a:pt x="434237" y="585377"/>
                  </a:lnTo>
                  <a:lnTo>
                    <a:pt x="436159" y="585354"/>
                  </a:lnTo>
                  <a:lnTo>
                    <a:pt x="438080" y="585295"/>
                  </a:lnTo>
                  <a:lnTo>
                    <a:pt x="440001" y="585199"/>
                  </a:lnTo>
                  <a:lnTo>
                    <a:pt x="441923" y="585067"/>
                  </a:lnTo>
                  <a:lnTo>
                    <a:pt x="443844" y="584901"/>
                  </a:lnTo>
                  <a:lnTo>
                    <a:pt x="445766" y="584705"/>
                  </a:lnTo>
                  <a:lnTo>
                    <a:pt x="447687" y="584484"/>
                  </a:lnTo>
                  <a:lnTo>
                    <a:pt x="449608" y="584252"/>
                  </a:lnTo>
                  <a:lnTo>
                    <a:pt x="451530" y="584019"/>
                  </a:lnTo>
                  <a:lnTo>
                    <a:pt x="453451" y="583799"/>
                  </a:lnTo>
                  <a:lnTo>
                    <a:pt x="455373" y="583607"/>
                  </a:lnTo>
                  <a:lnTo>
                    <a:pt x="457294" y="583453"/>
                  </a:lnTo>
                  <a:lnTo>
                    <a:pt x="459215" y="583350"/>
                  </a:lnTo>
                  <a:lnTo>
                    <a:pt x="461137" y="583303"/>
                  </a:lnTo>
                  <a:lnTo>
                    <a:pt x="463058" y="583318"/>
                  </a:lnTo>
                  <a:lnTo>
                    <a:pt x="464980" y="583392"/>
                  </a:lnTo>
                  <a:lnTo>
                    <a:pt x="466901" y="583522"/>
                  </a:lnTo>
                  <a:lnTo>
                    <a:pt x="468822" y="583698"/>
                  </a:lnTo>
                  <a:lnTo>
                    <a:pt x="470744" y="583911"/>
                  </a:lnTo>
                  <a:lnTo>
                    <a:pt x="472665" y="584142"/>
                  </a:lnTo>
                  <a:lnTo>
                    <a:pt x="474587" y="584378"/>
                  </a:lnTo>
                  <a:lnTo>
                    <a:pt x="476508" y="584610"/>
                  </a:lnTo>
                  <a:lnTo>
                    <a:pt x="478429" y="584826"/>
                  </a:lnTo>
                  <a:lnTo>
                    <a:pt x="480351" y="585020"/>
                  </a:lnTo>
                  <a:lnTo>
                    <a:pt x="482272" y="585189"/>
                  </a:lnTo>
                  <a:lnTo>
                    <a:pt x="484194" y="585330"/>
                  </a:lnTo>
                  <a:lnTo>
                    <a:pt x="486115" y="585445"/>
                  </a:lnTo>
                  <a:lnTo>
                    <a:pt x="488036" y="585535"/>
                  </a:lnTo>
                  <a:lnTo>
                    <a:pt x="489958" y="585603"/>
                  </a:lnTo>
                  <a:lnTo>
                    <a:pt x="491879" y="585652"/>
                  </a:lnTo>
                  <a:lnTo>
                    <a:pt x="493801" y="585687"/>
                  </a:lnTo>
                  <a:lnTo>
                    <a:pt x="495722" y="585711"/>
                  </a:lnTo>
                  <a:lnTo>
                    <a:pt x="497643" y="585727"/>
                  </a:lnTo>
                  <a:lnTo>
                    <a:pt x="499565" y="585738"/>
                  </a:lnTo>
                  <a:lnTo>
                    <a:pt x="501486" y="585744"/>
                  </a:lnTo>
                  <a:lnTo>
                    <a:pt x="503408" y="585749"/>
                  </a:lnTo>
                  <a:lnTo>
                    <a:pt x="505329" y="585751"/>
                  </a:lnTo>
                  <a:lnTo>
                    <a:pt x="507250" y="585753"/>
                  </a:lnTo>
                  <a:lnTo>
                    <a:pt x="509172" y="585753"/>
                  </a:lnTo>
                  <a:lnTo>
                    <a:pt x="511093" y="585754"/>
                  </a:lnTo>
                  <a:lnTo>
                    <a:pt x="513015" y="585754"/>
                  </a:lnTo>
                  <a:lnTo>
                    <a:pt x="514936" y="585754"/>
                  </a:lnTo>
                  <a:lnTo>
                    <a:pt x="516858" y="585754"/>
                  </a:lnTo>
                  <a:lnTo>
                    <a:pt x="518779" y="585754"/>
                  </a:lnTo>
                  <a:lnTo>
                    <a:pt x="520700" y="585754"/>
                  </a:lnTo>
                  <a:lnTo>
                    <a:pt x="522622" y="585754"/>
                  </a:lnTo>
                  <a:lnTo>
                    <a:pt x="524543" y="585754"/>
                  </a:lnTo>
                  <a:lnTo>
                    <a:pt x="526465" y="585754"/>
                  </a:lnTo>
                  <a:lnTo>
                    <a:pt x="528386" y="585754"/>
                  </a:lnTo>
                  <a:lnTo>
                    <a:pt x="530307" y="585753"/>
                  </a:lnTo>
                  <a:lnTo>
                    <a:pt x="532229" y="585753"/>
                  </a:lnTo>
                  <a:lnTo>
                    <a:pt x="534150" y="585752"/>
                  </a:lnTo>
                  <a:lnTo>
                    <a:pt x="536072" y="585749"/>
                  </a:lnTo>
                  <a:lnTo>
                    <a:pt x="537993" y="585746"/>
                  </a:lnTo>
                  <a:lnTo>
                    <a:pt x="539914" y="585740"/>
                  </a:lnTo>
                  <a:lnTo>
                    <a:pt x="541836" y="585731"/>
                  </a:lnTo>
                  <a:lnTo>
                    <a:pt x="543757" y="585717"/>
                  </a:lnTo>
                  <a:lnTo>
                    <a:pt x="545679" y="585696"/>
                  </a:lnTo>
                  <a:lnTo>
                    <a:pt x="547600" y="585666"/>
                  </a:lnTo>
                  <a:lnTo>
                    <a:pt x="549521" y="585625"/>
                  </a:lnTo>
                  <a:lnTo>
                    <a:pt x="551443" y="585569"/>
                  </a:lnTo>
                  <a:lnTo>
                    <a:pt x="553364" y="585496"/>
                  </a:lnTo>
                  <a:lnTo>
                    <a:pt x="555286" y="585403"/>
                  </a:lnTo>
                  <a:lnTo>
                    <a:pt x="557207" y="585287"/>
                  </a:lnTo>
                  <a:lnTo>
                    <a:pt x="559128" y="585146"/>
                  </a:lnTo>
                  <a:lnTo>
                    <a:pt x="561050" y="584979"/>
                  </a:lnTo>
                  <a:lnTo>
                    <a:pt x="562971" y="584789"/>
                  </a:lnTo>
                  <a:lnTo>
                    <a:pt x="564893" y="584578"/>
                  </a:lnTo>
                  <a:lnTo>
                    <a:pt x="566814" y="584349"/>
                  </a:lnTo>
                  <a:lnTo>
                    <a:pt x="568735" y="584108"/>
                  </a:lnTo>
                  <a:lnTo>
                    <a:pt x="570657" y="583860"/>
                  </a:lnTo>
                  <a:lnTo>
                    <a:pt x="572578" y="583613"/>
                  </a:lnTo>
                  <a:lnTo>
                    <a:pt x="574500" y="583372"/>
                  </a:lnTo>
                  <a:lnTo>
                    <a:pt x="576421" y="583146"/>
                  </a:lnTo>
                  <a:lnTo>
                    <a:pt x="578342" y="582942"/>
                  </a:lnTo>
                  <a:lnTo>
                    <a:pt x="580264" y="582767"/>
                  </a:lnTo>
                  <a:lnTo>
                    <a:pt x="582185" y="582632"/>
                  </a:lnTo>
                  <a:lnTo>
                    <a:pt x="584107" y="582540"/>
                  </a:lnTo>
                  <a:lnTo>
                    <a:pt x="586028" y="582495"/>
                  </a:lnTo>
                  <a:lnTo>
                    <a:pt x="587950" y="582497"/>
                  </a:lnTo>
                  <a:lnTo>
                    <a:pt x="589871" y="582544"/>
                  </a:lnTo>
                  <a:lnTo>
                    <a:pt x="591792" y="582631"/>
                  </a:lnTo>
                  <a:lnTo>
                    <a:pt x="593714" y="582752"/>
                  </a:lnTo>
                  <a:lnTo>
                    <a:pt x="595635" y="582896"/>
                  </a:lnTo>
                  <a:lnTo>
                    <a:pt x="597557" y="583054"/>
                  </a:lnTo>
                  <a:lnTo>
                    <a:pt x="599478" y="583216"/>
                  </a:lnTo>
                  <a:lnTo>
                    <a:pt x="601399" y="583374"/>
                  </a:lnTo>
                  <a:lnTo>
                    <a:pt x="603321" y="583521"/>
                  </a:lnTo>
                  <a:lnTo>
                    <a:pt x="605242" y="583655"/>
                  </a:lnTo>
                  <a:lnTo>
                    <a:pt x="607164" y="583776"/>
                  </a:lnTo>
                  <a:lnTo>
                    <a:pt x="609085" y="583889"/>
                  </a:lnTo>
                  <a:lnTo>
                    <a:pt x="611006" y="584000"/>
                  </a:lnTo>
                  <a:lnTo>
                    <a:pt x="612928" y="584112"/>
                  </a:lnTo>
                  <a:lnTo>
                    <a:pt x="614849" y="584231"/>
                  </a:lnTo>
                  <a:lnTo>
                    <a:pt x="616771" y="584358"/>
                  </a:lnTo>
                  <a:lnTo>
                    <a:pt x="618692" y="584494"/>
                  </a:lnTo>
                  <a:lnTo>
                    <a:pt x="620613" y="584638"/>
                  </a:lnTo>
                  <a:lnTo>
                    <a:pt x="622535" y="584786"/>
                  </a:lnTo>
                  <a:lnTo>
                    <a:pt x="624456" y="584933"/>
                  </a:lnTo>
                  <a:lnTo>
                    <a:pt x="626378" y="585074"/>
                  </a:lnTo>
                  <a:lnTo>
                    <a:pt x="628299" y="585205"/>
                  </a:lnTo>
                  <a:lnTo>
                    <a:pt x="630220" y="585321"/>
                  </a:lnTo>
                  <a:lnTo>
                    <a:pt x="632142" y="585421"/>
                  </a:lnTo>
                  <a:lnTo>
                    <a:pt x="634063" y="585505"/>
                  </a:lnTo>
                  <a:lnTo>
                    <a:pt x="635985" y="585573"/>
                  </a:lnTo>
                  <a:lnTo>
                    <a:pt x="637906" y="585626"/>
                  </a:lnTo>
                  <a:lnTo>
                    <a:pt x="639827" y="585666"/>
                  </a:lnTo>
                  <a:lnTo>
                    <a:pt x="641749" y="585695"/>
                  </a:lnTo>
                  <a:lnTo>
                    <a:pt x="643670" y="585716"/>
                  </a:lnTo>
                  <a:lnTo>
                    <a:pt x="645592" y="585730"/>
                  </a:lnTo>
                  <a:lnTo>
                    <a:pt x="647513" y="585739"/>
                  </a:lnTo>
                  <a:lnTo>
                    <a:pt x="649434" y="585745"/>
                  </a:lnTo>
                  <a:lnTo>
                    <a:pt x="651356" y="585748"/>
                  </a:lnTo>
                  <a:lnTo>
                    <a:pt x="653277" y="585749"/>
                  </a:lnTo>
                  <a:lnTo>
                    <a:pt x="655199" y="585749"/>
                  </a:lnTo>
                  <a:lnTo>
                    <a:pt x="657120" y="585747"/>
                  </a:lnTo>
                  <a:lnTo>
                    <a:pt x="659042" y="585743"/>
                  </a:lnTo>
                  <a:lnTo>
                    <a:pt x="660963" y="585736"/>
                  </a:lnTo>
                  <a:lnTo>
                    <a:pt x="662884" y="585725"/>
                  </a:lnTo>
                  <a:lnTo>
                    <a:pt x="664806" y="585709"/>
                  </a:lnTo>
                  <a:lnTo>
                    <a:pt x="666727" y="585686"/>
                  </a:lnTo>
                  <a:lnTo>
                    <a:pt x="668649" y="585654"/>
                  </a:lnTo>
                  <a:lnTo>
                    <a:pt x="670570" y="585610"/>
                  </a:lnTo>
                  <a:lnTo>
                    <a:pt x="672491" y="585552"/>
                  </a:lnTo>
                  <a:lnTo>
                    <a:pt x="674413" y="585479"/>
                  </a:lnTo>
                  <a:lnTo>
                    <a:pt x="676334" y="585390"/>
                  </a:lnTo>
                  <a:lnTo>
                    <a:pt x="678256" y="585286"/>
                  </a:lnTo>
                  <a:lnTo>
                    <a:pt x="680177" y="585169"/>
                  </a:lnTo>
                  <a:lnTo>
                    <a:pt x="682098" y="585043"/>
                  </a:lnTo>
                  <a:lnTo>
                    <a:pt x="684020" y="584911"/>
                  </a:lnTo>
                  <a:lnTo>
                    <a:pt x="685941" y="584782"/>
                  </a:lnTo>
                  <a:lnTo>
                    <a:pt x="687863" y="584660"/>
                  </a:lnTo>
                  <a:lnTo>
                    <a:pt x="689784" y="584554"/>
                  </a:lnTo>
                  <a:lnTo>
                    <a:pt x="691705" y="584468"/>
                  </a:lnTo>
                  <a:lnTo>
                    <a:pt x="693627" y="584407"/>
                  </a:lnTo>
                  <a:lnTo>
                    <a:pt x="695548" y="584374"/>
                  </a:lnTo>
                  <a:lnTo>
                    <a:pt x="697470" y="584363"/>
                  </a:lnTo>
                  <a:lnTo>
                    <a:pt x="699391" y="584371"/>
                  </a:lnTo>
                  <a:lnTo>
                    <a:pt x="701312" y="584389"/>
                  </a:lnTo>
                  <a:lnTo>
                    <a:pt x="703234" y="584412"/>
                  </a:lnTo>
                  <a:lnTo>
                    <a:pt x="705155" y="584432"/>
                  </a:lnTo>
                  <a:lnTo>
                    <a:pt x="707077" y="584443"/>
                  </a:lnTo>
                  <a:lnTo>
                    <a:pt x="708998" y="584443"/>
                  </a:lnTo>
                  <a:lnTo>
                    <a:pt x="710919" y="584432"/>
                  </a:lnTo>
                  <a:lnTo>
                    <a:pt x="712841" y="584411"/>
                  </a:lnTo>
                  <a:lnTo>
                    <a:pt x="714762" y="584387"/>
                  </a:lnTo>
                  <a:lnTo>
                    <a:pt x="716684" y="584367"/>
                  </a:lnTo>
                  <a:lnTo>
                    <a:pt x="718605" y="584360"/>
                  </a:lnTo>
                  <a:lnTo>
                    <a:pt x="720526" y="584372"/>
                  </a:lnTo>
                  <a:lnTo>
                    <a:pt x="722448" y="584407"/>
                  </a:lnTo>
                  <a:lnTo>
                    <a:pt x="724369" y="584468"/>
                  </a:lnTo>
                  <a:lnTo>
                    <a:pt x="726291" y="584552"/>
                  </a:lnTo>
                  <a:lnTo>
                    <a:pt x="728212" y="584657"/>
                  </a:lnTo>
                  <a:lnTo>
                    <a:pt x="730134" y="584778"/>
                  </a:lnTo>
                  <a:lnTo>
                    <a:pt x="732055" y="584907"/>
                  </a:lnTo>
                  <a:lnTo>
                    <a:pt x="733976" y="585039"/>
                  </a:lnTo>
                  <a:lnTo>
                    <a:pt x="735898" y="585165"/>
                  </a:lnTo>
                  <a:lnTo>
                    <a:pt x="737819" y="585281"/>
                  </a:lnTo>
                  <a:lnTo>
                    <a:pt x="739741" y="585380"/>
                  </a:lnTo>
                  <a:lnTo>
                    <a:pt x="741662" y="585462"/>
                  </a:lnTo>
                  <a:lnTo>
                    <a:pt x="743583" y="585523"/>
                  </a:lnTo>
                  <a:lnTo>
                    <a:pt x="745505" y="585565"/>
                  </a:lnTo>
                  <a:lnTo>
                    <a:pt x="747426" y="585586"/>
                  </a:lnTo>
                  <a:lnTo>
                    <a:pt x="749348" y="585587"/>
                  </a:lnTo>
                  <a:lnTo>
                    <a:pt x="751269" y="585568"/>
                  </a:lnTo>
                  <a:lnTo>
                    <a:pt x="753190" y="585528"/>
                  </a:lnTo>
                  <a:lnTo>
                    <a:pt x="755112" y="585468"/>
                  </a:lnTo>
                  <a:lnTo>
                    <a:pt x="757033" y="585388"/>
                  </a:lnTo>
                  <a:lnTo>
                    <a:pt x="758955" y="585291"/>
                  </a:lnTo>
                  <a:lnTo>
                    <a:pt x="760876" y="585178"/>
                  </a:lnTo>
                  <a:lnTo>
                    <a:pt x="762797" y="585053"/>
                  </a:lnTo>
                  <a:lnTo>
                    <a:pt x="764719" y="584924"/>
                  </a:lnTo>
                  <a:lnTo>
                    <a:pt x="766640" y="584798"/>
                  </a:lnTo>
                  <a:lnTo>
                    <a:pt x="768562" y="584683"/>
                  </a:lnTo>
                  <a:lnTo>
                    <a:pt x="770483" y="584587"/>
                  </a:lnTo>
                  <a:lnTo>
                    <a:pt x="772404" y="584517"/>
                  </a:lnTo>
                  <a:lnTo>
                    <a:pt x="774326" y="584478"/>
                  </a:lnTo>
                  <a:lnTo>
                    <a:pt x="776247" y="584474"/>
                  </a:lnTo>
                  <a:lnTo>
                    <a:pt x="778169" y="584504"/>
                  </a:lnTo>
                  <a:lnTo>
                    <a:pt x="780090" y="584567"/>
                  </a:lnTo>
                  <a:lnTo>
                    <a:pt x="782011" y="584659"/>
                  </a:lnTo>
                  <a:lnTo>
                    <a:pt x="783933" y="584772"/>
                  </a:lnTo>
                  <a:lnTo>
                    <a:pt x="785854" y="584897"/>
                  </a:lnTo>
                  <a:lnTo>
                    <a:pt x="787776" y="585027"/>
                  </a:lnTo>
                  <a:lnTo>
                    <a:pt x="789697" y="585153"/>
                  </a:lnTo>
                  <a:lnTo>
                    <a:pt x="791618" y="585271"/>
                  </a:lnTo>
                  <a:lnTo>
                    <a:pt x="793540" y="585375"/>
                  </a:lnTo>
                  <a:lnTo>
                    <a:pt x="795461" y="585464"/>
                  </a:lnTo>
                  <a:lnTo>
                    <a:pt x="797383" y="585536"/>
                  </a:lnTo>
                  <a:lnTo>
                    <a:pt x="799304" y="585590"/>
                  </a:lnTo>
                  <a:lnTo>
                    <a:pt x="801226" y="585629"/>
                  </a:lnTo>
                  <a:lnTo>
                    <a:pt x="803147" y="585651"/>
                  </a:lnTo>
                  <a:lnTo>
                    <a:pt x="805068" y="585658"/>
                  </a:lnTo>
                  <a:lnTo>
                    <a:pt x="806990" y="585649"/>
                  </a:lnTo>
                  <a:lnTo>
                    <a:pt x="808911" y="585625"/>
                  </a:lnTo>
                  <a:lnTo>
                    <a:pt x="810833" y="585585"/>
                  </a:lnTo>
                  <a:lnTo>
                    <a:pt x="812754" y="585528"/>
                  </a:lnTo>
                  <a:lnTo>
                    <a:pt x="814675" y="585454"/>
                  </a:lnTo>
                  <a:lnTo>
                    <a:pt x="816597" y="585363"/>
                  </a:lnTo>
                  <a:lnTo>
                    <a:pt x="818518" y="585257"/>
                  </a:lnTo>
                  <a:lnTo>
                    <a:pt x="820440" y="585138"/>
                  </a:lnTo>
                  <a:lnTo>
                    <a:pt x="822361" y="585011"/>
                  </a:lnTo>
                  <a:lnTo>
                    <a:pt x="824282" y="584881"/>
                  </a:lnTo>
                  <a:lnTo>
                    <a:pt x="826204" y="584756"/>
                  </a:lnTo>
                  <a:lnTo>
                    <a:pt x="828125" y="584645"/>
                  </a:lnTo>
                  <a:lnTo>
                    <a:pt x="830047" y="584557"/>
                  </a:lnTo>
                  <a:lnTo>
                    <a:pt x="831968" y="584497"/>
                  </a:lnTo>
                  <a:lnTo>
                    <a:pt x="833889" y="584471"/>
                  </a:lnTo>
                  <a:lnTo>
                    <a:pt x="835811" y="584480"/>
                  </a:lnTo>
                  <a:lnTo>
                    <a:pt x="837732" y="584524"/>
                  </a:lnTo>
                  <a:lnTo>
                    <a:pt x="839654" y="584598"/>
                  </a:lnTo>
                  <a:lnTo>
                    <a:pt x="841575" y="584697"/>
                  </a:lnTo>
                  <a:lnTo>
                    <a:pt x="843496" y="584814"/>
                  </a:lnTo>
                  <a:lnTo>
                    <a:pt x="845418" y="584942"/>
                  </a:lnTo>
                  <a:lnTo>
                    <a:pt x="847339" y="585071"/>
                  </a:lnTo>
                  <a:lnTo>
                    <a:pt x="849261" y="585197"/>
                  </a:lnTo>
                  <a:lnTo>
                    <a:pt x="851182" y="585312"/>
                  </a:lnTo>
                  <a:lnTo>
                    <a:pt x="853103" y="585412"/>
                  </a:lnTo>
                  <a:lnTo>
                    <a:pt x="855025" y="585496"/>
                  </a:lnTo>
                  <a:lnTo>
                    <a:pt x="856946" y="585565"/>
                  </a:lnTo>
                  <a:lnTo>
                    <a:pt x="858868" y="585620"/>
                  </a:lnTo>
                  <a:lnTo>
                    <a:pt x="860789" y="585661"/>
                  </a:lnTo>
                  <a:lnTo>
                    <a:pt x="862710" y="585692"/>
                  </a:lnTo>
                  <a:lnTo>
                    <a:pt x="864632" y="585713"/>
                  </a:lnTo>
                  <a:lnTo>
                    <a:pt x="866553" y="585728"/>
                  </a:lnTo>
                  <a:lnTo>
                    <a:pt x="868475" y="585738"/>
                  </a:lnTo>
                  <a:lnTo>
                    <a:pt x="870396" y="585745"/>
                  </a:lnTo>
                  <a:lnTo>
                    <a:pt x="872318" y="585748"/>
                  </a:lnTo>
                  <a:lnTo>
                    <a:pt x="874239" y="585751"/>
                  </a:lnTo>
                  <a:lnTo>
                    <a:pt x="876160" y="585751"/>
                  </a:lnTo>
                  <a:lnTo>
                    <a:pt x="878082" y="585751"/>
                  </a:lnTo>
                  <a:lnTo>
                    <a:pt x="880003" y="585750"/>
                  </a:lnTo>
                  <a:lnTo>
                    <a:pt x="881925" y="585747"/>
                  </a:lnTo>
                  <a:lnTo>
                    <a:pt x="883846" y="585742"/>
                  </a:lnTo>
                  <a:lnTo>
                    <a:pt x="885767" y="585734"/>
                  </a:lnTo>
                  <a:lnTo>
                    <a:pt x="887689" y="585722"/>
                  </a:lnTo>
                  <a:lnTo>
                    <a:pt x="889610" y="585704"/>
                  </a:lnTo>
                  <a:lnTo>
                    <a:pt x="891532" y="585678"/>
                  </a:lnTo>
                  <a:lnTo>
                    <a:pt x="893453" y="585643"/>
                  </a:lnTo>
                  <a:lnTo>
                    <a:pt x="895374" y="585596"/>
                  </a:lnTo>
                  <a:lnTo>
                    <a:pt x="897296" y="585533"/>
                  </a:lnTo>
                  <a:lnTo>
                    <a:pt x="899217" y="585453"/>
                  </a:lnTo>
                  <a:lnTo>
                    <a:pt x="901139" y="585356"/>
                  </a:lnTo>
                  <a:lnTo>
                    <a:pt x="903060" y="585241"/>
                  </a:lnTo>
                  <a:lnTo>
                    <a:pt x="904981" y="585110"/>
                  </a:lnTo>
                  <a:lnTo>
                    <a:pt x="906903" y="584966"/>
                  </a:lnTo>
                  <a:lnTo>
                    <a:pt x="908824" y="584811"/>
                  </a:lnTo>
                  <a:lnTo>
                    <a:pt x="910746" y="584651"/>
                  </a:lnTo>
                  <a:lnTo>
                    <a:pt x="912667" y="584489"/>
                  </a:lnTo>
                  <a:lnTo>
                    <a:pt x="914588" y="584330"/>
                  </a:lnTo>
                  <a:lnTo>
                    <a:pt x="916510" y="584178"/>
                  </a:lnTo>
                  <a:lnTo>
                    <a:pt x="918431" y="584034"/>
                  </a:lnTo>
                  <a:lnTo>
                    <a:pt x="920353" y="583900"/>
                  </a:lnTo>
                  <a:lnTo>
                    <a:pt x="922274" y="583775"/>
                  </a:lnTo>
                  <a:lnTo>
                    <a:pt x="924195" y="583655"/>
                  </a:lnTo>
                  <a:lnTo>
                    <a:pt x="926117" y="583541"/>
                  </a:lnTo>
                  <a:lnTo>
                    <a:pt x="928038" y="583432"/>
                  </a:lnTo>
                  <a:lnTo>
                    <a:pt x="929960" y="583329"/>
                  </a:lnTo>
                  <a:lnTo>
                    <a:pt x="931881" y="583236"/>
                  </a:lnTo>
                  <a:lnTo>
                    <a:pt x="933802" y="583158"/>
                  </a:lnTo>
                  <a:lnTo>
                    <a:pt x="935724" y="583101"/>
                  </a:lnTo>
                  <a:lnTo>
                    <a:pt x="937645" y="583071"/>
                  </a:lnTo>
                  <a:lnTo>
                    <a:pt x="939567" y="583076"/>
                  </a:lnTo>
                  <a:lnTo>
                    <a:pt x="941488" y="583121"/>
                  </a:lnTo>
                  <a:lnTo>
                    <a:pt x="943410" y="583206"/>
                  </a:lnTo>
                  <a:lnTo>
                    <a:pt x="945331" y="583326"/>
                  </a:lnTo>
                  <a:lnTo>
                    <a:pt x="947252" y="583474"/>
                  </a:lnTo>
                  <a:lnTo>
                    <a:pt x="949174" y="583639"/>
                  </a:lnTo>
                  <a:lnTo>
                    <a:pt x="951095" y="583811"/>
                  </a:lnTo>
                  <a:lnTo>
                    <a:pt x="953017" y="583977"/>
                  </a:lnTo>
                  <a:lnTo>
                    <a:pt x="954938" y="584127"/>
                  </a:lnTo>
                  <a:lnTo>
                    <a:pt x="956859" y="584251"/>
                  </a:lnTo>
                  <a:lnTo>
                    <a:pt x="958781" y="584344"/>
                  </a:lnTo>
                  <a:lnTo>
                    <a:pt x="960702" y="584403"/>
                  </a:lnTo>
                  <a:lnTo>
                    <a:pt x="962624" y="584431"/>
                  </a:lnTo>
                  <a:lnTo>
                    <a:pt x="964545" y="584432"/>
                  </a:lnTo>
                  <a:lnTo>
                    <a:pt x="966466" y="584418"/>
                  </a:lnTo>
                  <a:lnTo>
                    <a:pt x="968388" y="584400"/>
                  </a:lnTo>
                  <a:lnTo>
                    <a:pt x="970309" y="584388"/>
                  </a:lnTo>
                  <a:lnTo>
                    <a:pt x="972231" y="584391"/>
                  </a:lnTo>
                  <a:lnTo>
                    <a:pt x="974152" y="584415"/>
                  </a:lnTo>
                  <a:lnTo>
                    <a:pt x="976073" y="584464"/>
                  </a:lnTo>
                  <a:lnTo>
                    <a:pt x="977995" y="584539"/>
                  </a:lnTo>
                  <a:lnTo>
                    <a:pt x="979916" y="584636"/>
                  </a:lnTo>
                  <a:lnTo>
                    <a:pt x="981838" y="584752"/>
                  </a:lnTo>
                  <a:lnTo>
                    <a:pt x="981838" y="585754"/>
                  </a:lnTo>
                  <a:lnTo>
                    <a:pt x="979916" y="585754"/>
                  </a:lnTo>
                  <a:lnTo>
                    <a:pt x="977995" y="585754"/>
                  </a:lnTo>
                  <a:lnTo>
                    <a:pt x="976073" y="585754"/>
                  </a:lnTo>
                  <a:lnTo>
                    <a:pt x="974152" y="585754"/>
                  </a:lnTo>
                  <a:lnTo>
                    <a:pt x="972231" y="585754"/>
                  </a:lnTo>
                  <a:lnTo>
                    <a:pt x="970309" y="585754"/>
                  </a:lnTo>
                  <a:lnTo>
                    <a:pt x="968388" y="585754"/>
                  </a:lnTo>
                  <a:lnTo>
                    <a:pt x="966466" y="585754"/>
                  </a:lnTo>
                  <a:lnTo>
                    <a:pt x="964545" y="585754"/>
                  </a:lnTo>
                  <a:lnTo>
                    <a:pt x="962624" y="585754"/>
                  </a:lnTo>
                  <a:lnTo>
                    <a:pt x="960702" y="585754"/>
                  </a:lnTo>
                  <a:lnTo>
                    <a:pt x="958781" y="585754"/>
                  </a:lnTo>
                  <a:lnTo>
                    <a:pt x="956859" y="585754"/>
                  </a:lnTo>
                  <a:lnTo>
                    <a:pt x="954938" y="585754"/>
                  </a:lnTo>
                  <a:lnTo>
                    <a:pt x="953017" y="585754"/>
                  </a:lnTo>
                  <a:lnTo>
                    <a:pt x="951095" y="585754"/>
                  </a:lnTo>
                  <a:lnTo>
                    <a:pt x="949174" y="585754"/>
                  </a:lnTo>
                  <a:lnTo>
                    <a:pt x="947252" y="585754"/>
                  </a:lnTo>
                  <a:lnTo>
                    <a:pt x="945331" y="585754"/>
                  </a:lnTo>
                  <a:lnTo>
                    <a:pt x="943410" y="585754"/>
                  </a:lnTo>
                  <a:lnTo>
                    <a:pt x="941488" y="585754"/>
                  </a:lnTo>
                  <a:lnTo>
                    <a:pt x="939567" y="585754"/>
                  </a:lnTo>
                  <a:lnTo>
                    <a:pt x="937645" y="585754"/>
                  </a:lnTo>
                  <a:lnTo>
                    <a:pt x="935724" y="585754"/>
                  </a:lnTo>
                  <a:lnTo>
                    <a:pt x="933802" y="585754"/>
                  </a:lnTo>
                  <a:lnTo>
                    <a:pt x="931881" y="585754"/>
                  </a:lnTo>
                  <a:lnTo>
                    <a:pt x="929960" y="585754"/>
                  </a:lnTo>
                  <a:lnTo>
                    <a:pt x="928038" y="585754"/>
                  </a:lnTo>
                  <a:lnTo>
                    <a:pt x="926117" y="585754"/>
                  </a:lnTo>
                  <a:lnTo>
                    <a:pt x="924195" y="585754"/>
                  </a:lnTo>
                  <a:lnTo>
                    <a:pt x="922274" y="585754"/>
                  </a:lnTo>
                  <a:lnTo>
                    <a:pt x="920353" y="585754"/>
                  </a:lnTo>
                  <a:lnTo>
                    <a:pt x="918431" y="585754"/>
                  </a:lnTo>
                  <a:lnTo>
                    <a:pt x="916510" y="585754"/>
                  </a:lnTo>
                  <a:lnTo>
                    <a:pt x="914588" y="585754"/>
                  </a:lnTo>
                  <a:lnTo>
                    <a:pt x="912667" y="585754"/>
                  </a:lnTo>
                  <a:lnTo>
                    <a:pt x="910746" y="585754"/>
                  </a:lnTo>
                  <a:lnTo>
                    <a:pt x="908824" y="585754"/>
                  </a:lnTo>
                  <a:lnTo>
                    <a:pt x="906903" y="585754"/>
                  </a:lnTo>
                  <a:lnTo>
                    <a:pt x="904981" y="585754"/>
                  </a:lnTo>
                  <a:lnTo>
                    <a:pt x="903060" y="585754"/>
                  </a:lnTo>
                  <a:lnTo>
                    <a:pt x="901139" y="585754"/>
                  </a:lnTo>
                  <a:lnTo>
                    <a:pt x="899217" y="585754"/>
                  </a:lnTo>
                  <a:lnTo>
                    <a:pt x="897296" y="585754"/>
                  </a:lnTo>
                  <a:lnTo>
                    <a:pt x="895374" y="585754"/>
                  </a:lnTo>
                  <a:lnTo>
                    <a:pt x="893453" y="585754"/>
                  </a:lnTo>
                  <a:lnTo>
                    <a:pt x="891532" y="585754"/>
                  </a:lnTo>
                  <a:lnTo>
                    <a:pt x="889610" y="585754"/>
                  </a:lnTo>
                  <a:lnTo>
                    <a:pt x="887689" y="585754"/>
                  </a:lnTo>
                  <a:lnTo>
                    <a:pt x="885767" y="585754"/>
                  </a:lnTo>
                  <a:lnTo>
                    <a:pt x="883846" y="585754"/>
                  </a:lnTo>
                  <a:lnTo>
                    <a:pt x="881925" y="585754"/>
                  </a:lnTo>
                  <a:lnTo>
                    <a:pt x="880003" y="585754"/>
                  </a:lnTo>
                  <a:lnTo>
                    <a:pt x="878082" y="585754"/>
                  </a:lnTo>
                  <a:lnTo>
                    <a:pt x="876160" y="585754"/>
                  </a:lnTo>
                  <a:lnTo>
                    <a:pt x="874239" y="585754"/>
                  </a:lnTo>
                  <a:lnTo>
                    <a:pt x="872318" y="585754"/>
                  </a:lnTo>
                  <a:lnTo>
                    <a:pt x="870396" y="585754"/>
                  </a:lnTo>
                  <a:lnTo>
                    <a:pt x="868475" y="585754"/>
                  </a:lnTo>
                  <a:lnTo>
                    <a:pt x="866553" y="585754"/>
                  </a:lnTo>
                  <a:lnTo>
                    <a:pt x="864632" y="585754"/>
                  </a:lnTo>
                  <a:lnTo>
                    <a:pt x="862710" y="585754"/>
                  </a:lnTo>
                  <a:lnTo>
                    <a:pt x="860789" y="585754"/>
                  </a:lnTo>
                  <a:lnTo>
                    <a:pt x="858868" y="585754"/>
                  </a:lnTo>
                  <a:lnTo>
                    <a:pt x="856946" y="585754"/>
                  </a:lnTo>
                  <a:lnTo>
                    <a:pt x="855025" y="585754"/>
                  </a:lnTo>
                  <a:lnTo>
                    <a:pt x="853103" y="585754"/>
                  </a:lnTo>
                  <a:lnTo>
                    <a:pt x="851182" y="585754"/>
                  </a:lnTo>
                  <a:lnTo>
                    <a:pt x="849261" y="585754"/>
                  </a:lnTo>
                  <a:lnTo>
                    <a:pt x="847339" y="585754"/>
                  </a:lnTo>
                  <a:lnTo>
                    <a:pt x="845418" y="585754"/>
                  </a:lnTo>
                  <a:lnTo>
                    <a:pt x="843496" y="585754"/>
                  </a:lnTo>
                  <a:lnTo>
                    <a:pt x="841575" y="585754"/>
                  </a:lnTo>
                  <a:lnTo>
                    <a:pt x="839654" y="585754"/>
                  </a:lnTo>
                  <a:lnTo>
                    <a:pt x="837732" y="585754"/>
                  </a:lnTo>
                  <a:lnTo>
                    <a:pt x="835811" y="585754"/>
                  </a:lnTo>
                  <a:lnTo>
                    <a:pt x="833889" y="585754"/>
                  </a:lnTo>
                  <a:lnTo>
                    <a:pt x="831968" y="585754"/>
                  </a:lnTo>
                  <a:lnTo>
                    <a:pt x="830047" y="585754"/>
                  </a:lnTo>
                  <a:lnTo>
                    <a:pt x="828125" y="585754"/>
                  </a:lnTo>
                  <a:lnTo>
                    <a:pt x="826204" y="585754"/>
                  </a:lnTo>
                  <a:lnTo>
                    <a:pt x="824282" y="585754"/>
                  </a:lnTo>
                  <a:lnTo>
                    <a:pt x="822361" y="585754"/>
                  </a:lnTo>
                  <a:lnTo>
                    <a:pt x="820440" y="585754"/>
                  </a:lnTo>
                  <a:lnTo>
                    <a:pt x="818518" y="585754"/>
                  </a:lnTo>
                  <a:lnTo>
                    <a:pt x="816597" y="585754"/>
                  </a:lnTo>
                  <a:lnTo>
                    <a:pt x="814675" y="585754"/>
                  </a:lnTo>
                  <a:lnTo>
                    <a:pt x="812754" y="585754"/>
                  </a:lnTo>
                  <a:lnTo>
                    <a:pt x="810833" y="585754"/>
                  </a:lnTo>
                  <a:lnTo>
                    <a:pt x="808911" y="585754"/>
                  </a:lnTo>
                  <a:lnTo>
                    <a:pt x="806990" y="585754"/>
                  </a:lnTo>
                  <a:lnTo>
                    <a:pt x="805068" y="585754"/>
                  </a:lnTo>
                  <a:lnTo>
                    <a:pt x="803147" y="585754"/>
                  </a:lnTo>
                  <a:lnTo>
                    <a:pt x="801226" y="585754"/>
                  </a:lnTo>
                  <a:lnTo>
                    <a:pt x="799304" y="585754"/>
                  </a:lnTo>
                  <a:lnTo>
                    <a:pt x="797383" y="585754"/>
                  </a:lnTo>
                  <a:lnTo>
                    <a:pt x="795461" y="585754"/>
                  </a:lnTo>
                  <a:lnTo>
                    <a:pt x="793540" y="585754"/>
                  </a:lnTo>
                  <a:lnTo>
                    <a:pt x="791618" y="585754"/>
                  </a:lnTo>
                  <a:lnTo>
                    <a:pt x="789697" y="585754"/>
                  </a:lnTo>
                  <a:lnTo>
                    <a:pt x="787776" y="585754"/>
                  </a:lnTo>
                  <a:lnTo>
                    <a:pt x="785854" y="585754"/>
                  </a:lnTo>
                  <a:lnTo>
                    <a:pt x="783933" y="585754"/>
                  </a:lnTo>
                  <a:lnTo>
                    <a:pt x="782011" y="585754"/>
                  </a:lnTo>
                  <a:lnTo>
                    <a:pt x="780090" y="585754"/>
                  </a:lnTo>
                  <a:lnTo>
                    <a:pt x="778169" y="585754"/>
                  </a:lnTo>
                  <a:lnTo>
                    <a:pt x="776247" y="585754"/>
                  </a:lnTo>
                  <a:lnTo>
                    <a:pt x="774326" y="585754"/>
                  </a:lnTo>
                  <a:lnTo>
                    <a:pt x="772404" y="585754"/>
                  </a:lnTo>
                  <a:lnTo>
                    <a:pt x="770483" y="585754"/>
                  </a:lnTo>
                  <a:lnTo>
                    <a:pt x="768562" y="585754"/>
                  </a:lnTo>
                  <a:lnTo>
                    <a:pt x="766640" y="585754"/>
                  </a:lnTo>
                  <a:lnTo>
                    <a:pt x="764719" y="585754"/>
                  </a:lnTo>
                  <a:lnTo>
                    <a:pt x="762797" y="585754"/>
                  </a:lnTo>
                  <a:lnTo>
                    <a:pt x="760876" y="585754"/>
                  </a:lnTo>
                  <a:lnTo>
                    <a:pt x="758955" y="585754"/>
                  </a:lnTo>
                  <a:lnTo>
                    <a:pt x="757033" y="585754"/>
                  </a:lnTo>
                  <a:lnTo>
                    <a:pt x="755112" y="585754"/>
                  </a:lnTo>
                  <a:lnTo>
                    <a:pt x="753190" y="585754"/>
                  </a:lnTo>
                  <a:lnTo>
                    <a:pt x="751269" y="585754"/>
                  </a:lnTo>
                  <a:lnTo>
                    <a:pt x="749348" y="585754"/>
                  </a:lnTo>
                  <a:lnTo>
                    <a:pt x="747426" y="585754"/>
                  </a:lnTo>
                  <a:lnTo>
                    <a:pt x="745505" y="585754"/>
                  </a:lnTo>
                  <a:lnTo>
                    <a:pt x="743583" y="585754"/>
                  </a:lnTo>
                  <a:lnTo>
                    <a:pt x="741662" y="585754"/>
                  </a:lnTo>
                  <a:lnTo>
                    <a:pt x="739741" y="585754"/>
                  </a:lnTo>
                  <a:lnTo>
                    <a:pt x="737819" y="585754"/>
                  </a:lnTo>
                  <a:lnTo>
                    <a:pt x="735898" y="585754"/>
                  </a:lnTo>
                  <a:lnTo>
                    <a:pt x="733976" y="585754"/>
                  </a:lnTo>
                  <a:lnTo>
                    <a:pt x="732055" y="585754"/>
                  </a:lnTo>
                  <a:lnTo>
                    <a:pt x="730134" y="585754"/>
                  </a:lnTo>
                  <a:lnTo>
                    <a:pt x="728212" y="585754"/>
                  </a:lnTo>
                  <a:lnTo>
                    <a:pt x="726291" y="585754"/>
                  </a:lnTo>
                  <a:lnTo>
                    <a:pt x="724369" y="585754"/>
                  </a:lnTo>
                  <a:lnTo>
                    <a:pt x="722448" y="585754"/>
                  </a:lnTo>
                  <a:lnTo>
                    <a:pt x="720526" y="585754"/>
                  </a:lnTo>
                  <a:lnTo>
                    <a:pt x="718605" y="585754"/>
                  </a:lnTo>
                  <a:lnTo>
                    <a:pt x="716684" y="585754"/>
                  </a:lnTo>
                  <a:lnTo>
                    <a:pt x="714762" y="585754"/>
                  </a:lnTo>
                  <a:lnTo>
                    <a:pt x="712841" y="585754"/>
                  </a:lnTo>
                  <a:lnTo>
                    <a:pt x="710919" y="585754"/>
                  </a:lnTo>
                  <a:lnTo>
                    <a:pt x="708998" y="585754"/>
                  </a:lnTo>
                  <a:lnTo>
                    <a:pt x="707077" y="585754"/>
                  </a:lnTo>
                  <a:lnTo>
                    <a:pt x="705155" y="585754"/>
                  </a:lnTo>
                  <a:lnTo>
                    <a:pt x="703234" y="585754"/>
                  </a:lnTo>
                  <a:lnTo>
                    <a:pt x="701312" y="585754"/>
                  </a:lnTo>
                  <a:lnTo>
                    <a:pt x="699391" y="585754"/>
                  </a:lnTo>
                  <a:lnTo>
                    <a:pt x="697470" y="585754"/>
                  </a:lnTo>
                  <a:lnTo>
                    <a:pt x="695548" y="585754"/>
                  </a:lnTo>
                  <a:lnTo>
                    <a:pt x="693627" y="585754"/>
                  </a:lnTo>
                  <a:lnTo>
                    <a:pt x="691705" y="585754"/>
                  </a:lnTo>
                  <a:lnTo>
                    <a:pt x="689784" y="585754"/>
                  </a:lnTo>
                  <a:lnTo>
                    <a:pt x="687863" y="585754"/>
                  </a:lnTo>
                  <a:lnTo>
                    <a:pt x="685941" y="585754"/>
                  </a:lnTo>
                  <a:lnTo>
                    <a:pt x="684020" y="585754"/>
                  </a:lnTo>
                  <a:lnTo>
                    <a:pt x="682098" y="585754"/>
                  </a:lnTo>
                  <a:lnTo>
                    <a:pt x="680177" y="585754"/>
                  </a:lnTo>
                  <a:lnTo>
                    <a:pt x="678256" y="585754"/>
                  </a:lnTo>
                  <a:lnTo>
                    <a:pt x="676334" y="585754"/>
                  </a:lnTo>
                  <a:lnTo>
                    <a:pt x="674413" y="585754"/>
                  </a:lnTo>
                  <a:lnTo>
                    <a:pt x="672491" y="585754"/>
                  </a:lnTo>
                  <a:lnTo>
                    <a:pt x="670570" y="585754"/>
                  </a:lnTo>
                  <a:lnTo>
                    <a:pt x="668649" y="585754"/>
                  </a:lnTo>
                  <a:lnTo>
                    <a:pt x="666727" y="585754"/>
                  </a:lnTo>
                  <a:lnTo>
                    <a:pt x="664806" y="585754"/>
                  </a:lnTo>
                  <a:lnTo>
                    <a:pt x="662884" y="585754"/>
                  </a:lnTo>
                  <a:lnTo>
                    <a:pt x="660963" y="585754"/>
                  </a:lnTo>
                  <a:lnTo>
                    <a:pt x="659042" y="585754"/>
                  </a:lnTo>
                  <a:lnTo>
                    <a:pt x="657120" y="585754"/>
                  </a:lnTo>
                  <a:lnTo>
                    <a:pt x="655199" y="585754"/>
                  </a:lnTo>
                  <a:lnTo>
                    <a:pt x="653277" y="585754"/>
                  </a:lnTo>
                  <a:lnTo>
                    <a:pt x="651356" y="585754"/>
                  </a:lnTo>
                  <a:lnTo>
                    <a:pt x="649434" y="585754"/>
                  </a:lnTo>
                  <a:lnTo>
                    <a:pt x="647513" y="585754"/>
                  </a:lnTo>
                  <a:lnTo>
                    <a:pt x="645592" y="585754"/>
                  </a:lnTo>
                  <a:lnTo>
                    <a:pt x="643670" y="585754"/>
                  </a:lnTo>
                  <a:lnTo>
                    <a:pt x="641749" y="585754"/>
                  </a:lnTo>
                  <a:lnTo>
                    <a:pt x="639827" y="585754"/>
                  </a:lnTo>
                  <a:lnTo>
                    <a:pt x="637906" y="585754"/>
                  </a:lnTo>
                  <a:lnTo>
                    <a:pt x="635985" y="585754"/>
                  </a:lnTo>
                  <a:lnTo>
                    <a:pt x="634063" y="585754"/>
                  </a:lnTo>
                  <a:lnTo>
                    <a:pt x="632142" y="585754"/>
                  </a:lnTo>
                  <a:lnTo>
                    <a:pt x="630220" y="585754"/>
                  </a:lnTo>
                  <a:lnTo>
                    <a:pt x="628299" y="585754"/>
                  </a:lnTo>
                  <a:lnTo>
                    <a:pt x="626378" y="585754"/>
                  </a:lnTo>
                  <a:lnTo>
                    <a:pt x="624456" y="585754"/>
                  </a:lnTo>
                  <a:lnTo>
                    <a:pt x="622535" y="585754"/>
                  </a:lnTo>
                  <a:lnTo>
                    <a:pt x="620613" y="585754"/>
                  </a:lnTo>
                  <a:lnTo>
                    <a:pt x="618692" y="585754"/>
                  </a:lnTo>
                  <a:lnTo>
                    <a:pt x="616771" y="585754"/>
                  </a:lnTo>
                  <a:lnTo>
                    <a:pt x="614849" y="585754"/>
                  </a:lnTo>
                  <a:lnTo>
                    <a:pt x="612928" y="585754"/>
                  </a:lnTo>
                  <a:lnTo>
                    <a:pt x="611006" y="585754"/>
                  </a:lnTo>
                  <a:lnTo>
                    <a:pt x="609085" y="585754"/>
                  </a:lnTo>
                  <a:lnTo>
                    <a:pt x="607164" y="585754"/>
                  </a:lnTo>
                  <a:lnTo>
                    <a:pt x="605242" y="585754"/>
                  </a:lnTo>
                  <a:lnTo>
                    <a:pt x="603321" y="585754"/>
                  </a:lnTo>
                  <a:lnTo>
                    <a:pt x="601399" y="585754"/>
                  </a:lnTo>
                  <a:lnTo>
                    <a:pt x="599478" y="585754"/>
                  </a:lnTo>
                  <a:lnTo>
                    <a:pt x="597557" y="585754"/>
                  </a:lnTo>
                  <a:lnTo>
                    <a:pt x="595635" y="585754"/>
                  </a:lnTo>
                  <a:lnTo>
                    <a:pt x="593714" y="585754"/>
                  </a:lnTo>
                  <a:lnTo>
                    <a:pt x="591792" y="585754"/>
                  </a:lnTo>
                  <a:lnTo>
                    <a:pt x="589871" y="585754"/>
                  </a:lnTo>
                  <a:lnTo>
                    <a:pt x="587950" y="585754"/>
                  </a:lnTo>
                  <a:lnTo>
                    <a:pt x="586028" y="585754"/>
                  </a:lnTo>
                  <a:lnTo>
                    <a:pt x="584107" y="585754"/>
                  </a:lnTo>
                  <a:lnTo>
                    <a:pt x="582185" y="585754"/>
                  </a:lnTo>
                  <a:lnTo>
                    <a:pt x="580264" y="585754"/>
                  </a:lnTo>
                  <a:lnTo>
                    <a:pt x="578342" y="585754"/>
                  </a:lnTo>
                  <a:lnTo>
                    <a:pt x="576421" y="585754"/>
                  </a:lnTo>
                  <a:lnTo>
                    <a:pt x="574500" y="585754"/>
                  </a:lnTo>
                  <a:lnTo>
                    <a:pt x="572578" y="585754"/>
                  </a:lnTo>
                  <a:lnTo>
                    <a:pt x="570657" y="585754"/>
                  </a:lnTo>
                  <a:lnTo>
                    <a:pt x="568735" y="585754"/>
                  </a:lnTo>
                  <a:lnTo>
                    <a:pt x="566814" y="585754"/>
                  </a:lnTo>
                  <a:lnTo>
                    <a:pt x="564893" y="585754"/>
                  </a:lnTo>
                  <a:lnTo>
                    <a:pt x="562971" y="585754"/>
                  </a:lnTo>
                  <a:lnTo>
                    <a:pt x="561050" y="585754"/>
                  </a:lnTo>
                  <a:lnTo>
                    <a:pt x="559128" y="585754"/>
                  </a:lnTo>
                  <a:lnTo>
                    <a:pt x="557207" y="585754"/>
                  </a:lnTo>
                  <a:lnTo>
                    <a:pt x="555286" y="585754"/>
                  </a:lnTo>
                  <a:lnTo>
                    <a:pt x="553364" y="585754"/>
                  </a:lnTo>
                  <a:lnTo>
                    <a:pt x="551443" y="585754"/>
                  </a:lnTo>
                  <a:lnTo>
                    <a:pt x="549521" y="585754"/>
                  </a:lnTo>
                  <a:lnTo>
                    <a:pt x="547600" y="585754"/>
                  </a:lnTo>
                  <a:lnTo>
                    <a:pt x="545679" y="585754"/>
                  </a:lnTo>
                  <a:lnTo>
                    <a:pt x="543757" y="585754"/>
                  </a:lnTo>
                  <a:lnTo>
                    <a:pt x="541836" y="585754"/>
                  </a:lnTo>
                  <a:lnTo>
                    <a:pt x="539914" y="585754"/>
                  </a:lnTo>
                  <a:lnTo>
                    <a:pt x="537993" y="585754"/>
                  </a:lnTo>
                  <a:lnTo>
                    <a:pt x="536072" y="585754"/>
                  </a:lnTo>
                  <a:lnTo>
                    <a:pt x="534150" y="585754"/>
                  </a:lnTo>
                  <a:lnTo>
                    <a:pt x="532229" y="585754"/>
                  </a:lnTo>
                  <a:lnTo>
                    <a:pt x="530307" y="585754"/>
                  </a:lnTo>
                  <a:lnTo>
                    <a:pt x="528386" y="585754"/>
                  </a:lnTo>
                  <a:lnTo>
                    <a:pt x="526465" y="585754"/>
                  </a:lnTo>
                  <a:lnTo>
                    <a:pt x="524543" y="585754"/>
                  </a:lnTo>
                  <a:lnTo>
                    <a:pt x="522622" y="585754"/>
                  </a:lnTo>
                  <a:lnTo>
                    <a:pt x="520700" y="585754"/>
                  </a:lnTo>
                  <a:lnTo>
                    <a:pt x="518779" y="585754"/>
                  </a:lnTo>
                  <a:lnTo>
                    <a:pt x="516858" y="585754"/>
                  </a:lnTo>
                  <a:lnTo>
                    <a:pt x="514936" y="585754"/>
                  </a:lnTo>
                  <a:lnTo>
                    <a:pt x="513015" y="585754"/>
                  </a:lnTo>
                  <a:lnTo>
                    <a:pt x="511093" y="585754"/>
                  </a:lnTo>
                  <a:lnTo>
                    <a:pt x="509172" y="585754"/>
                  </a:lnTo>
                  <a:lnTo>
                    <a:pt x="507250" y="585754"/>
                  </a:lnTo>
                  <a:lnTo>
                    <a:pt x="505329" y="585754"/>
                  </a:lnTo>
                  <a:lnTo>
                    <a:pt x="503408" y="585754"/>
                  </a:lnTo>
                  <a:lnTo>
                    <a:pt x="501486" y="585754"/>
                  </a:lnTo>
                  <a:lnTo>
                    <a:pt x="499565" y="585754"/>
                  </a:lnTo>
                  <a:lnTo>
                    <a:pt x="497643" y="585754"/>
                  </a:lnTo>
                  <a:lnTo>
                    <a:pt x="495722" y="585754"/>
                  </a:lnTo>
                  <a:lnTo>
                    <a:pt x="493801" y="585754"/>
                  </a:lnTo>
                  <a:lnTo>
                    <a:pt x="491879" y="585754"/>
                  </a:lnTo>
                  <a:lnTo>
                    <a:pt x="489958" y="585754"/>
                  </a:lnTo>
                  <a:lnTo>
                    <a:pt x="488036" y="585754"/>
                  </a:lnTo>
                  <a:lnTo>
                    <a:pt x="486115" y="585754"/>
                  </a:lnTo>
                  <a:lnTo>
                    <a:pt x="484194" y="585754"/>
                  </a:lnTo>
                  <a:lnTo>
                    <a:pt x="482272" y="585754"/>
                  </a:lnTo>
                  <a:lnTo>
                    <a:pt x="480351" y="585754"/>
                  </a:lnTo>
                  <a:lnTo>
                    <a:pt x="478429" y="585754"/>
                  </a:lnTo>
                  <a:lnTo>
                    <a:pt x="476508" y="585754"/>
                  </a:lnTo>
                  <a:lnTo>
                    <a:pt x="474587" y="585754"/>
                  </a:lnTo>
                  <a:lnTo>
                    <a:pt x="472665" y="585754"/>
                  </a:lnTo>
                  <a:lnTo>
                    <a:pt x="470744" y="585754"/>
                  </a:lnTo>
                  <a:lnTo>
                    <a:pt x="468822" y="585754"/>
                  </a:lnTo>
                  <a:lnTo>
                    <a:pt x="466901" y="585754"/>
                  </a:lnTo>
                  <a:lnTo>
                    <a:pt x="464980" y="585754"/>
                  </a:lnTo>
                  <a:lnTo>
                    <a:pt x="463058" y="585754"/>
                  </a:lnTo>
                  <a:lnTo>
                    <a:pt x="461137" y="585754"/>
                  </a:lnTo>
                  <a:lnTo>
                    <a:pt x="459215" y="585754"/>
                  </a:lnTo>
                  <a:lnTo>
                    <a:pt x="457294" y="585754"/>
                  </a:lnTo>
                  <a:lnTo>
                    <a:pt x="455373" y="585754"/>
                  </a:lnTo>
                  <a:lnTo>
                    <a:pt x="453451" y="585754"/>
                  </a:lnTo>
                  <a:lnTo>
                    <a:pt x="451530" y="585754"/>
                  </a:lnTo>
                  <a:lnTo>
                    <a:pt x="449608" y="585754"/>
                  </a:lnTo>
                  <a:lnTo>
                    <a:pt x="447687" y="585754"/>
                  </a:lnTo>
                  <a:lnTo>
                    <a:pt x="445766" y="585754"/>
                  </a:lnTo>
                  <a:lnTo>
                    <a:pt x="443844" y="585754"/>
                  </a:lnTo>
                  <a:lnTo>
                    <a:pt x="441923" y="585754"/>
                  </a:lnTo>
                  <a:lnTo>
                    <a:pt x="440001" y="585754"/>
                  </a:lnTo>
                  <a:lnTo>
                    <a:pt x="438080" y="585754"/>
                  </a:lnTo>
                  <a:lnTo>
                    <a:pt x="436159" y="585754"/>
                  </a:lnTo>
                  <a:lnTo>
                    <a:pt x="434237" y="585754"/>
                  </a:lnTo>
                  <a:lnTo>
                    <a:pt x="432316" y="585754"/>
                  </a:lnTo>
                  <a:lnTo>
                    <a:pt x="430394" y="585754"/>
                  </a:lnTo>
                  <a:lnTo>
                    <a:pt x="428473" y="585754"/>
                  </a:lnTo>
                  <a:lnTo>
                    <a:pt x="426551" y="585754"/>
                  </a:lnTo>
                  <a:lnTo>
                    <a:pt x="424630" y="585754"/>
                  </a:lnTo>
                  <a:lnTo>
                    <a:pt x="422709" y="585754"/>
                  </a:lnTo>
                  <a:lnTo>
                    <a:pt x="420787" y="585754"/>
                  </a:lnTo>
                  <a:lnTo>
                    <a:pt x="418866" y="585754"/>
                  </a:lnTo>
                  <a:lnTo>
                    <a:pt x="416944" y="585754"/>
                  </a:lnTo>
                  <a:lnTo>
                    <a:pt x="415023" y="585754"/>
                  </a:lnTo>
                  <a:lnTo>
                    <a:pt x="413102" y="585754"/>
                  </a:lnTo>
                  <a:lnTo>
                    <a:pt x="411180" y="585754"/>
                  </a:lnTo>
                  <a:lnTo>
                    <a:pt x="409259" y="585754"/>
                  </a:lnTo>
                  <a:lnTo>
                    <a:pt x="407337" y="585754"/>
                  </a:lnTo>
                  <a:lnTo>
                    <a:pt x="405416" y="585754"/>
                  </a:lnTo>
                  <a:lnTo>
                    <a:pt x="403495" y="585754"/>
                  </a:lnTo>
                  <a:lnTo>
                    <a:pt x="401573" y="585754"/>
                  </a:lnTo>
                  <a:lnTo>
                    <a:pt x="399652" y="585754"/>
                  </a:lnTo>
                  <a:lnTo>
                    <a:pt x="397730" y="585754"/>
                  </a:lnTo>
                  <a:lnTo>
                    <a:pt x="395809" y="585754"/>
                  </a:lnTo>
                  <a:lnTo>
                    <a:pt x="393888" y="585754"/>
                  </a:lnTo>
                  <a:lnTo>
                    <a:pt x="391966" y="585754"/>
                  </a:lnTo>
                  <a:lnTo>
                    <a:pt x="390045" y="585754"/>
                  </a:lnTo>
                  <a:lnTo>
                    <a:pt x="388123" y="585754"/>
                  </a:lnTo>
                  <a:lnTo>
                    <a:pt x="386202" y="585754"/>
                  </a:lnTo>
                  <a:lnTo>
                    <a:pt x="384281" y="585754"/>
                  </a:lnTo>
                  <a:lnTo>
                    <a:pt x="382359" y="585754"/>
                  </a:lnTo>
                  <a:lnTo>
                    <a:pt x="380438" y="585754"/>
                  </a:lnTo>
                  <a:lnTo>
                    <a:pt x="378516" y="585754"/>
                  </a:lnTo>
                  <a:lnTo>
                    <a:pt x="376595" y="585754"/>
                  </a:lnTo>
                  <a:lnTo>
                    <a:pt x="374674" y="585754"/>
                  </a:lnTo>
                  <a:lnTo>
                    <a:pt x="372752" y="585754"/>
                  </a:lnTo>
                  <a:lnTo>
                    <a:pt x="370831" y="585754"/>
                  </a:lnTo>
                  <a:lnTo>
                    <a:pt x="368909" y="585754"/>
                  </a:lnTo>
                  <a:lnTo>
                    <a:pt x="366988" y="585754"/>
                  </a:lnTo>
                  <a:lnTo>
                    <a:pt x="365067" y="585754"/>
                  </a:lnTo>
                  <a:lnTo>
                    <a:pt x="363145" y="585754"/>
                  </a:lnTo>
                  <a:lnTo>
                    <a:pt x="361224" y="585754"/>
                  </a:lnTo>
                  <a:lnTo>
                    <a:pt x="359302" y="585754"/>
                  </a:lnTo>
                  <a:lnTo>
                    <a:pt x="357381" y="585754"/>
                  </a:lnTo>
                  <a:lnTo>
                    <a:pt x="355459" y="585754"/>
                  </a:lnTo>
                  <a:lnTo>
                    <a:pt x="353538" y="585754"/>
                  </a:lnTo>
                  <a:lnTo>
                    <a:pt x="351617" y="585754"/>
                  </a:lnTo>
                  <a:lnTo>
                    <a:pt x="349695" y="585754"/>
                  </a:lnTo>
                  <a:lnTo>
                    <a:pt x="347774" y="585754"/>
                  </a:lnTo>
                  <a:lnTo>
                    <a:pt x="345852" y="585754"/>
                  </a:lnTo>
                  <a:lnTo>
                    <a:pt x="343931" y="585754"/>
                  </a:lnTo>
                  <a:lnTo>
                    <a:pt x="342010" y="585754"/>
                  </a:lnTo>
                  <a:lnTo>
                    <a:pt x="340088" y="585754"/>
                  </a:lnTo>
                  <a:lnTo>
                    <a:pt x="338167" y="585754"/>
                  </a:lnTo>
                  <a:lnTo>
                    <a:pt x="336245" y="585754"/>
                  </a:lnTo>
                  <a:lnTo>
                    <a:pt x="334324" y="585754"/>
                  </a:lnTo>
                  <a:lnTo>
                    <a:pt x="332403" y="585754"/>
                  </a:lnTo>
                  <a:lnTo>
                    <a:pt x="330481" y="585754"/>
                  </a:lnTo>
                  <a:lnTo>
                    <a:pt x="328560" y="585754"/>
                  </a:lnTo>
                  <a:lnTo>
                    <a:pt x="326638" y="585754"/>
                  </a:lnTo>
                  <a:lnTo>
                    <a:pt x="324717" y="585754"/>
                  </a:lnTo>
                  <a:lnTo>
                    <a:pt x="322796" y="585754"/>
                  </a:lnTo>
                  <a:lnTo>
                    <a:pt x="320874" y="585754"/>
                  </a:lnTo>
                  <a:lnTo>
                    <a:pt x="318953" y="585754"/>
                  </a:lnTo>
                  <a:lnTo>
                    <a:pt x="317031" y="585754"/>
                  </a:lnTo>
                  <a:lnTo>
                    <a:pt x="315110" y="585754"/>
                  </a:lnTo>
                  <a:lnTo>
                    <a:pt x="313189" y="585754"/>
                  </a:lnTo>
                  <a:lnTo>
                    <a:pt x="311267" y="585754"/>
                  </a:lnTo>
                  <a:lnTo>
                    <a:pt x="309346" y="585754"/>
                  </a:lnTo>
                  <a:lnTo>
                    <a:pt x="307424" y="585754"/>
                  </a:lnTo>
                  <a:lnTo>
                    <a:pt x="305503" y="585754"/>
                  </a:lnTo>
                  <a:lnTo>
                    <a:pt x="303582" y="585754"/>
                  </a:lnTo>
                  <a:lnTo>
                    <a:pt x="301660" y="585754"/>
                  </a:lnTo>
                  <a:lnTo>
                    <a:pt x="299739" y="585754"/>
                  </a:lnTo>
                  <a:lnTo>
                    <a:pt x="297817" y="585754"/>
                  </a:lnTo>
                  <a:lnTo>
                    <a:pt x="295896" y="585754"/>
                  </a:lnTo>
                  <a:lnTo>
                    <a:pt x="293975" y="585754"/>
                  </a:lnTo>
                  <a:lnTo>
                    <a:pt x="292053" y="585754"/>
                  </a:lnTo>
                  <a:lnTo>
                    <a:pt x="290132" y="585754"/>
                  </a:lnTo>
                  <a:lnTo>
                    <a:pt x="288210" y="585754"/>
                  </a:lnTo>
                  <a:lnTo>
                    <a:pt x="286289" y="585754"/>
                  </a:lnTo>
                  <a:lnTo>
                    <a:pt x="284367" y="585754"/>
                  </a:lnTo>
                  <a:lnTo>
                    <a:pt x="282446" y="585754"/>
                  </a:lnTo>
                  <a:lnTo>
                    <a:pt x="280525" y="585754"/>
                  </a:lnTo>
                  <a:lnTo>
                    <a:pt x="278603" y="585754"/>
                  </a:lnTo>
                  <a:lnTo>
                    <a:pt x="276682" y="585754"/>
                  </a:lnTo>
                  <a:lnTo>
                    <a:pt x="274760" y="585754"/>
                  </a:lnTo>
                  <a:lnTo>
                    <a:pt x="272839" y="585754"/>
                  </a:lnTo>
                  <a:lnTo>
                    <a:pt x="270918" y="585754"/>
                  </a:lnTo>
                  <a:lnTo>
                    <a:pt x="268996" y="585754"/>
                  </a:lnTo>
                  <a:lnTo>
                    <a:pt x="267075" y="585754"/>
                  </a:lnTo>
                  <a:lnTo>
                    <a:pt x="265153" y="585754"/>
                  </a:lnTo>
                  <a:lnTo>
                    <a:pt x="263232" y="585754"/>
                  </a:lnTo>
                  <a:lnTo>
                    <a:pt x="261311" y="585754"/>
                  </a:lnTo>
                  <a:lnTo>
                    <a:pt x="259389" y="585754"/>
                  </a:lnTo>
                  <a:lnTo>
                    <a:pt x="257468" y="585754"/>
                  </a:lnTo>
                  <a:lnTo>
                    <a:pt x="255546" y="585754"/>
                  </a:lnTo>
                  <a:lnTo>
                    <a:pt x="253625" y="585754"/>
                  </a:lnTo>
                  <a:lnTo>
                    <a:pt x="251704" y="585754"/>
                  </a:lnTo>
                  <a:lnTo>
                    <a:pt x="249782" y="585754"/>
                  </a:lnTo>
                  <a:lnTo>
                    <a:pt x="247861" y="585754"/>
                  </a:lnTo>
                  <a:lnTo>
                    <a:pt x="245939" y="585754"/>
                  </a:lnTo>
                  <a:lnTo>
                    <a:pt x="244018" y="585754"/>
                  </a:lnTo>
                  <a:lnTo>
                    <a:pt x="242097" y="585754"/>
                  </a:lnTo>
                  <a:lnTo>
                    <a:pt x="240175" y="585754"/>
                  </a:lnTo>
                  <a:lnTo>
                    <a:pt x="238254" y="585754"/>
                  </a:lnTo>
                  <a:lnTo>
                    <a:pt x="236332" y="585754"/>
                  </a:lnTo>
                  <a:lnTo>
                    <a:pt x="234411" y="585754"/>
                  </a:lnTo>
                  <a:lnTo>
                    <a:pt x="232490" y="585754"/>
                  </a:lnTo>
                  <a:lnTo>
                    <a:pt x="230568" y="585754"/>
                  </a:lnTo>
                  <a:lnTo>
                    <a:pt x="228647" y="585754"/>
                  </a:lnTo>
                  <a:lnTo>
                    <a:pt x="226725" y="585754"/>
                  </a:lnTo>
                  <a:lnTo>
                    <a:pt x="224804" y="585754"/>
                  </a:lnTo>
                  <a:lnTo>
                    <a:pt x="222883" y="585754"/>
                  </a:lnTo>
                  <a:lnTo>
                    <a:pt x="220961" y="585754"/>
                  </a:lnTo>
                  <a:lnTo>
                    <a:pt x="219040" y="585754"/>
                  </a:lnTo>
                  <a:lnTo>
                    <a:pt x="217118" y="585754"/>
                  </a:lnTo>
                  <a:lnTo>
                    <a:pt x="215197" y="585754"/>
                  </a:lnTo>
                  <a:lnTo>
                    <a:pt x="213275" y="585754"/>
                  </a:lnTo>
                  <a:lnTo>
                    <a:pt x="211354" y="585754"/>
                  </a:lnTo>
                  <a:lnTo>
                    <a:pt x="209433" y="585754"/>
                  </a:lnTo>
                  <a:lnTo>
                    <a:pt x="207511" y="585754"/>
                  </a:lnTo>
                  <a:lnTo>
                    <a:pt x="205590" y="585754"/>
                  </a:lnTo>
                  <a:lnTo>
                    <a:pt x="203668" y="585754"/>
                  </a:lnTo>
                  <a:lnTo>
                    <a:pt x="201747" y="585754"/>
                  </a:lnTo>
                  <a:lnTo>
                    <a:pt x="199826" y="585754"/>
                  </a:lnTo>
                  <a:lnTo>
                    <a:pt x="197904" y="585754"/>
                  </a:lnTo>
                  <a:lnTo>
                    <a:pt x="195983" y="585754"/>
                  </a:lnTo>
                  <a:lnTo>
                    <a:pt x="194061" y="585754"/>
                  </a:lnTo>
                  <a:lnTo>
                    <a:pt x="192140" y="585754"/>
                  </a:lnTo>
                  <a:lnTo>
                    <a:pt x="190219" y="585754"/>
                  </a:lnTo>
                  <a:lnTo>
                    <a:pt x="188297" y="585754"/>
                  </a:lnTo>
                  <a:lnTo>
                    <a:pt x="186376" y="585754"/>
                  </a:lnTo>
                  <a:lnTo>
                    <a:pt x="184454" y="585754"/>
                  </a:lnTo>
                  <a:lnTo>
                    <a:pt x="182533" y="585754"/>
                  </a:lnTo>
                  <a:lnTo>
                    <a:pt x="180612" y="585754"/>
                  </a:lnTo>
                  <a:lnTo>
                    <a:pt x="178690" y="585754"/>
                  </a:lnTo>
                  <a:lnTo>
                    <a:pt x="176769" y="585754"/>
                  </a:lnTo>
                  <a:lnTo>
                    <a:pt x="174847" y="585754"/>
                  </a:lnTo>
                  <a:lnTo>
                    <a:pt x="172926" y="585754"/>
                  </a:lnTo>
                  <a:lnTo>
                    <a:pt x="171005" y="585754"/>
                  </a:lnTo>
                  <a:lnTo>
                    <a:pt x="169083" y="585754"/>
                  </a:lnTo>
                  <a:lnTo>
                    <a:pt x="167162" y="585754"/>
                  </a:lnTo>
                  <a:lnTo>
                    <a:pt x="165240" y="585754"/>
                  </a:lnTo>
                  <a:lnTo>
                    <a:pt x="163319" y="585754"/>
                  </a:lnTo>
                  <a:lnTo>
                    <a:pt x="161398" y="585754"/>
                  </a:lnTo>
                  <a:lnTo>
                    <a:pt x="159476" y="585754"/>
                  </a:lnTo>
                  <a:lnTo>
                    <a:pt x="157555" y="585754"/>
                  </a:lnTo>
                  <a:lnTo>
                    <a:pt x="155633" y="585754"/>
                  </a:lnTo>
                  <a:lnTo>
                    <a:pt x="153712" y="585754"/>
                  </a:lnTo>
                  <a:lnTo>
                    <a:pt x="151791" y="585754"/>
                  </a:lnTo>
                  <a:lnTo>
                    <a:pt x="149869" y="585754"/>
                  </a:lnTo>
                  <a:lnTo>
                    <a:pt x="147948" y="585754"/>
                  </a:lnTo>
                  <a:lnTo>
                    <a:pt x="146026" y="585754"/>
                  </a:lnTo>
                  <a:lnTo>
                    <a:pt x="144105" y="585754"/>
                  </a:lnTo>
                  <a:lnTo>
                    <a:pt x="142183" y="585754"/>
                  </a:lnTo>
                  <a:lnTo>
                    <a:pt x="140262" y="585754"/>
                  </a:lnTo>
                  <a:lnTo>
                    <a:pt x="138341" y="585754"/>
                  </a:lnTo>
                  <a:lnTo>
                    <a:pt x="136419" y="585754"/>
                  </a:lnTo>
                  <a:lnTo>
                    <a:pt x="134498" y="585754"/>
                  </a:lnTo>
                  <a:lnTo>
                    <a:pt x="132576" y="585754"/>
                  </a:lnTo>
                  <a:lnTo>
                    <a:pt x="130655" y="585754"/>
                  </a:lnTo>
                  <a:lnTo>
                    <a:pt x="128734" y="585754"/>
                  </a:lnTo>
                  <a:lnTo>
                    <a:pt x="126812" y="585754"/>
                  </a:lnTo>
                  <a:lnTo>
                    <a:pt x="124891" y="585754"/>
                  </a:lnTo>
                  <a:lnTo>
                    <a:pt x="122969" y="585754"/>
                  </a:lnTo>
                  <a:lnTo>
                    <a:pt x="121048" y="585754"/>
                  </a:lnTo>
                  <a:lnTo>
                    <a:pt x="119127" y="585754"/>
                  </a:lnTo>
                  <a:lnTo>
                    <a:pt x="117205" y="585754"/>
                  </a:lnTo>
                  <a:lnTo>
                    <a:pt x="115284" y="585754"/>
                  </a:lnTo>
                  <a:lnTo>
                    <a:pt x="113362" y="585754"/>
                  </a:lnTo>
                  <a:lnTo>
                    <a:pt x="111441" y="585754"/>
                  </a:lnTo>
                  <a:lnTo>
                    <a:pt x="109520" y="585754"/>
                  </a:lnTo>
                  <a:lnTo>
                    <a:pt x="107598" y="585754"/>
                  </a:lnTo>
                  <a:lnTo>
                    <a:pt x="105677" y="585754"/>
                  </a:lnTo>
                  <a:lnTo>
                    <a:pt x="103755" y="585754"/>
                  </a:lnTo>
                  <a:lnTo>
                    <a:pt x="101834" y="585754"/>
                  </a:lnTo>
                  <a:lnTo>
                    <a:pt x="99913" y="585754"/>
                  </a:lnTo>
                  <a:lnTo>
                    <a:pt x="97991" y="585754"/>
                  </a:lnTo>
                  <a:lnTo>
                    <a:pt x="96070" y="585754"/>
                  </a:lnTo>
                  <a:lnTo>
                    <a:pt x="94148" y="585754"/>
                  </a:lnTo>
                  <a:lnTo>
                    <a:pt x="92227" y="585754"/>
                  </a:lnTo>
                  <a:lnTo>
                    <a:pt x="90306" y="585754"/>
                  </a:lnTo>
                  <a:lnTo>
                    <a:pt x="88384" y="585754"/>
                  </a:lnTo>
                  <a:lnTo>
                    <a:pt x="86463" y="585754"/>
                  </a:lnTo>
                  <a:lnTo>
                    <a:pt x="84541" y="585754"/>
                  </a:lnTo>
                  <a:lnTo>
                    <a:pt x="82620" y="585754"/>
                  </a:lnTo>
                  <a:lnTo>
                    <a:pt x="80699" y="585754"/>
                  </a:lnTo>
                  <a:lnTo>
                    <a:pt x="78777" y="585754"/>
                  </a:lnTo>
                  <a:lnTo>
                    <a:pt x="76856" y="585754"/>
                  </a:lnTo>
                  <a:lnTo>
                    <a:pt x="74934" y="585754"/>
                  </a:lnTo>
                  <a:lnTo>
                    <a:pt x="73013" y="585754"/>
                  </a:lnTo>
                  <a:lnTo>
                    <a:pt x="71091" y="585754"/>
                  </a:lnTo>
                  <a:lnTo>
                    <a:pt x="69170" y="585754"/>
                  </a:lnTo>
                  <a:lnTo>
                    <a:pt x="67249" y="585754"/>
                  </a:lnTo>
                  <a:lnTo>
                    <a:pt x="65327" y="585754"/>
                  </a:lnTo>
                  <a:lnTo>
                    <a:pt x="63406" y="585754"/>
                  </a:lnTo>
                  <a:lnTo>
                    <a:pt x="61484" y="585754"/>
                  </a:lnTo>
                  <a:lnTo>
                    <a:pt x="59563" y="585754"/>
                  </a:lnTo>
                  <a:lnTo>
                    <a:pt x="57642" y="585754"/>
                  </a:lnTo>
                  <a:lnTo>
                    <a:pt x="55720" y="585754"/>
                  </a:lnTo>
                  <a:lnTo>
                    <a:pt x="53799" y="585754"/>
                  </a:lnTo>
                  <a:lnTo>
                    <a:pt x="51877" y="585754"/>
                  </a:lnTo>
                  <a:lnTo>
                    <a:pt x="49956" y="585754"/>
                  </a:lnTo>
                  <a:lnTo>
                    <a:pt x="48035" y="585754"/>
                  </a:lnTo>
                  <a:lnTo>
                    <a:pt x="46113" y="585754"/>
                  </a:lnTo>
                  <a:lnTo>
                    <a:pt x="44192" y="585754"/>
                  </a:lnTo>
                  <a:lnTo>
                    <a:pt x="42270" y="585754"/>
                  </a:lnTo>
                  <a:lnTo>
                    <a:pt x="40349" y="585754"/>
                  </a:lnTo>
                  <a:lnTo>
                    <a:pt x="38428" y="585754"/>
                  </a:lnTo>
                  <a:lnTo>
                    <a:pt x="36506" y="585754"/>
                  </a:lnTo>
                  <a:lnTo>
                    <a:pt x="34585" y="585754"/>
                  </a:lnTo>
                  <a:lnTo>
                    <a:pt x="32663" y="585754"/>
                  </a:lnTo>
                  <a:lnTo>
                    <a:pt x="30742" y="585754"/>
                  </a:lnTo>
                  <a:lnTo>
                    <a:pt x="28821" y="585754"/>
                  </a:lnTo>
                  <a:lnTo>
                    <a:pt x="26899" y="585754"/>
                  </a:lnTo>
                  <a:lnTo>
                    <a:pt x="24978" y="585754"/>
                  </a:lnTo>
                  <a:lnTo>
                    <a:pt x="23056" y="585754"/>
                  </a:lnTo>
                  <a:lnTo>
                    <a:pt x="21135" y="585754"/>
                  </a:lnTo>
                  <a:lnTo>
                    <a:pt x="19214" y="585754"/>
                  </a:lnTo>
                  <a:lnTo>
                    <a:pt x="17292" y="585754"/>
                  </a:lnTo>
                  <a:lnTo>
                    <a:pt x="15371" y="585754"/>
                  </a:lnTo>
                  <a:lnTo>
                    <a:pt x="13449" y="585754"/>
                  </a:lnTo>
                  <a:lnTo>
                    <a:pt x="11528" y="585754"/>
                  </a:lnTo>
                  <a:lnTo>
                    <a:pt x="9607" y="585754"/>
                  </a:lnTo>
                  <a:lnTo>
                    <a:pt x="7685" y="585754"/>
                  </a:lnTo>
                  <a:lnTo>
                    <a:pt x="5764" y="585754"/>
                  </a:lnTo>
                  <a:lnTo>
                    <a:pt x="3842" y="585754"/>
                  </a:lnTo>
                  <a:lnTo>
                    <a:pt x="1921" y="585754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1810162" y="5397668"/>
              <a:ext cx="981838" cy="585754"/>
            </a:xfrm>
            <a:custGeom>
              <a:avLst/>
              <a:pathLst>
                <a:path w="981838" h="585754">
                  <a:moveTo>
                    <a:pt x="0" y="585754"/>
                  </a:moveTo>
                  <a:lnTo>
                    <a:pt x="1921" y="585754"/>
                  </a:lnTo>
                  <a:lnTo>
                    <a:pt x="3842" y="585754"/>
                  </a:lnTo>
                  <a:lnTo>
                    <a:pt x="5764" y="585754"/>
                  </a:lnTo>
                  <a:lnTo>
                    <a:pt x="7685" y="585754"/>
                  </a:lnTo>
                  <a:lnTo>
                    <a:pt x="9607" y="585754"/>
                  </a:lnTo>
                  <a:lnTo>
                    <a:pt x="11528" y="585754"/>
                  </a:lnTo>
                  <a:lnTo>
                    <a:pt x="13449" y="585754"/>
                  </a:lnTo>
                  <a:lnTo>
                    <a:pt x="15371" y="585754"/>
                  </a:lnTo>
                  <a:lnTo>
                    <a:pt x="17292" y="585754"/>
                  </a:lnTo>
                  <a:lnTo>
                    <a:pt x="19214" y="585754"/>
                  </a:lnTo>
                  <a:lnTo>
                    <a:pt x="21135" y="585754"/>
                  </a:lnTo>
                  <a:lnTo>
                    <a:pt x="23056" y="585754"/>
                  </a:lnTo>
                  <a:lnTo>
                    <a:pt x="24978" y="585754"/>
                  </a:lnTo>
                  <a:lnTo>
                    <a:pt x="26899" y="585754"/>
                  </a:lnTo>
                  <a:lnTo>
                    <a:pt x="28821" y="585754"/>
                  </a:lnTo>
                  <a:lnTo>
                    <a:pt x="30742" y="585754"/>
                  </a:lnTo>
                  <a:lnTo>
                    <a:pt x="32663" y="585754"/>
                  </a:lnTo>
                  <a:lnTo>
                    <a:pt x="34585" y="585754"/>
                  </a:lnTo>
                  <a:lnTo>
                    <a:pt x="36506" y="585754"/>
                  </a:lnTo>
                  <a:lnTo>
                    <a:pt x="38428" y="585753"/>
                  </a:lnTo>
                  <a:lnTo>
                    <a:pt x="40349" y="585752"/>
                  </a:lnTo>
                  <a:lnTo>
                    <a:pt x="42270" y="585749"/>
                  </a:lnTo>
                  <a:lnTo>
                    <a:pt x="44192" y="585744"/>
                  </a:lnTo>
                  <a:lnTo>
                    <a:pt x="46113" y="585733"/>
                  </a:lnTo>
                  <a:lnTo>
                    <a:pt x="48035" y="585713"/>
                  </a:lnTo>
                  <a:lnTo>
                    <a:pt x="49956" y="585676"/>
                  </a:lnTo>
                  <a:lnTo>
                    <a:pt x="51877" y="585612"/>
                  </a:lnTo>
                  <a:lnTo>
                    <a:pt x="53799" y="585501"/>
                  </a:lnTo>
                  <a:lnTo>
                    <a:pt x="55720" y="585318"/>
                  </a:lnTo>
                  <a:lnTo>
                    <a:pt x="57642" y="585024"/>
                  </a:lnTo>
                  <a:lnTo>
                    <a:pt x="59563" y="584566"/>
                  </a:lnTo>
                  <a:lnTo>
                    <a:pt x="61484" y="583873"/>
                  </a:lnTo>
                  <a:lnTo>
                    <a:pt x="63406" y="582854"/>
                  </a:lnTo>
                  <a:lnTo>
                    <a:pt x="65327" y="581354"/>
                  </a:lnTo>
                  <a:lnTo>
                    <a:pt x="67249" y="579246"/>
                  </a:lnTo>
                  <a:lnTo>
                    <a:pt x="69170" y="576401"/>
                  </a:lnTo>
                  <a:lnTo>
                    <a:pt x="71091" y="572687"/>
                  </a:lnTo>
                  <a:lnTo>
                    <a:pt x="73013" y="567999"/>
                  </a:lnTo>
                  <a:lnTo>
                    <a:pt x="74934" y="562272"/>
                  </a:lnTo>
                  <a:lnTo>
                    <a:pt x="76856" y="555507"/>
                  </a:lnTo>
                  <a:lnTo>
                    <a:pt x="78777" y="547785"/>
                  </a:lnTo>
                  <a:lnTo>
                    <a:pt x="80699" y="539277"/>
                  </a:lnTo>
                  <a:lnTo>
                    <a:pt x="82620" y="530243"/>
                  </a:lnTo>
                  <a:lnTo>
                    <a:pt x="84541" y="521022"/>
                  </a:lnTo>
                  <a:lnTo>
                    <a:pt x="86463" y="512015"/>
                  </a:lnTo>
                  <a:lnTo>
                    <a:pt x="88384" y="503751"/>
                  </a:lnTo>
                  <a:lnTo>
                    <a:pt x="90306" y="496587"/>
                  </a:lnTo>
                  <a:lnTo>
                    <a:pt x="92227" y="490821"/>
                  </a:lnTo>
                  <a:lnTo>
                    <a:pt x="94148" y="486642"/>
                  </a:lnTo>
                  <a:lnTo>
                    <a:pt x="96070" y="484115"/>
                  </a:lnTo>
                  <a:lnTo>
                    <a:pt x="97991" y="483187"/>
                  </a:lnTo>
                  <a:lnTo>
                    <a:pt x="99913" y="483701"/>
                  </a:lnTo>
                  <a:lnTo>
                    <a:pt x="101834" y="485422"/>
                  </a:lnTo>
                  <a:lnTo>
                    <a:pt x="103755" y="488079"/>
                  </a:lnTo>
                  <a:lnTo>
                    <a:pt x="105677" y="491388"/>
                  </a:lnTo>
                  <a:lnTo>
                    <a:pt x="107598" y="495096"/>
                  </a:lnTo>
                  <a:lnTo>
                    <a:pt x="109520" y="498994"/>
                  </a:lnTo>
                  <a:lnTo>
                    <a:pt x="111441" y="502916"/>
                  </a:lnTo>
                  <a:lnTo>
                    <a:pt x="113362" y="506768"/>
                  </a:lnTo>
                  <a:lnTo>
                    <a:pt x="115284" y="510508"/>
                  </a:lnTo>
                  <a:lnTo>
                    <a:pt x="117205" y="514111"/>
                  </a:lnTo>
                  <a:lnTo>
                    <a:pt x="119127" y="517561"/>
                  </a:lnTo>
                  <a:lnTo>
                    <a:pt x="121048" y="520839"/>
                  </a:lnTo>
                  <a:lnTo>
                    <a:pt x="122969" y="523916"/>
                  </a:lnTo>
                  <a:lnTo>
                    <a:pt x="124891" y="526752"/>
                  </a:lnTo>
                  <a:lnTo>
                    <a:pt x="126812" y="529299"/>
                  </a:lnTo>
                  <a:lnTo>
                    <a:pt x="128734" y="531502"/>
                  </a:lnTo>
                  <a:lnTo>
                    <a:pt x="130655" y="533308"/>
                  </a:lnTo>
                  <a:lnTo>
                    <a:pt x="132576" y="534629"/>
                  </a:lnTo>
                  <a:lnTo>
                    <a:pt x="134498" y="535429"/>
                  </a:lnTo>
                  <a:lnTo>
                    <a:pt x="136419" y="535687"/>
                  </a:lnTo>
                  <a:lnTo>
                    <a:pt x="138341" y="535374"/>
                  </a:lnTo>
                  <a:lnTo>
                    <a:pt x="140262" y="534468"/>
                  </a:lnTo>
                  <a:lnTo>
                    <a:pt x="142183" y="532955"/>
                  </a:lnTo>
                  <a:lnTo>
                    <a:pt x="144105" y="530829"/>
                  </a:lnTo>
                  <a:lnTo>
                    <a:pt x="146026" y="528091"/>
                  </a:lnTo>
                  <a:lnTo>
                    <a:pt x="147948" y="524751"/>
                  </a:lnTo>
                  <a:lnTo>
                    <a:pt x="149869" y="520826"/>
                  </a:lnTo>
                  <a:lnTo>
                    <a:pt x="151791" y="516338"/>
                  </a:lnTo>
                  <a:lnTo>
                    <a:pt x="153712" y="511313"/>
                  </a:lnTo>
                  <a:lnTo>
                    <a:pt x="155633" y="505723"/>
                  </a:lnTo>
                  <a:lnTo>
                    <a:pt x="157555" y="499631"/>
                  </a:lnTo>
                  <a:lnTo>
                    <a:pt x="159476" y="493035"/>
                  </a:lnTo>
                  <a:lnTo>
                    <a:pt x="161398" y="485908"/>
                  </a:lnTo>
                  <a:lnTo>
                    <a:pt x="163319" y="478199"/>
                  </a:lnTo>
                  <a:lnTo>
                    <a:pt x="165240" y="469828"/>
                  </a:lnTo>
                  <a:lnTo>
                    <a:pt x="167162" y="460683"/>
                  </a:lnTo>
                  <a:lnTo>
                    <a:pt x="169083" y="450624"/>
                  </a:lnTo>
                  <a:lnTo>
                    <a:pt x="171005" y="439487"/>
                  </a:lnTo>
                  <a:lnTo>
                    <a:pt x="172926" y="427090"/>
                  </a:lnTo>
                  <a:lnTo>
                    <a:pt x="174847" y="413241"/>
                  </a:lnTo>
                  <a:lnTo>
                    <a:pt x="176769" y="397706"/>
                  </a:lnTo>
                  <a:lnTo>
                    <a:pt x="178690" y="380208"/>
                  </a:lnTo>
                  <a:lnTo>
                    <a:pt x="180612" y="360760"/>
                  </a:lnTo>
                  <a:lnTo>
                    <a:pt x="182533" y="339306"/>
                  </a:lnTo>
                  <a:lnTo>
                    <a:pt x="184454" y="315864"/>
                  </a:lnTo>
                  <a:lnTo>
                    <a:pt x="186376" y="290532"/>
                  </a:lnTo>
                  <a:lnTo>
                    <a:pt x="188297" y="263499"/>
                  </a:lnTo>
                  <a:lnTo>
                    <a:pt x="190219" y="235047"/>
                  </a:lnTo>
                  <a:lnTo>
                    <a:pt x="192140" y="205558"/>
                  </a:lnTo>
                  <a:lnTo>
                    <a:pt x="194061" y="175508"/>
                  </a:lnTo>
                  <a:lnTo>
                    <a:pt x="195983" y="145467"/>
                  </a:lnTo>
                  <a:lnTo>
                    <a:pt x="197904" y="116093"/>
                  </a:lnTo>
                  <a:lnTo>
                    <a:pt x="199826" y="88254"/>
                  </a:lnTo>
                  <a:lnTo>
                    <a:pt x="201747" y="62867"/>
                  </a:lnTo>
                  <a:lnTo>
                    <a:pt x="203668" y="40706"/>
                  </a:lnTo>
                  <a:lnTo>
                    <a:pt x="205590" y="22601"/>
                  </a:lnTo>
                  <a:lnTo>
                    <a:pt x="207511" y="9340"/>
                  </a:lnTo>
                  <a:lnTo>
                    <a:pt x="209433" y="1619"/>
                  </a:lnTo>
                  <a:lnTo>
                    <a:pt x="211354" y="0"/>
                  </a:lnTo>
                  <a:lnTo>
                    <a:pt x="213275" y="4863"/>
                  </a:lnTo>
                  <a:lnTo>
                    <a:pt x="215197" y="16371"/>
                  </a:lnTo>
                  <a:lnTo>
                    <a:pt x="217118" y="34436"/>
                  </a:lnTo>
                  <a:lnTo>
                    <a:pt x="219040" y="58708"/>
                  </a:lnTo>
                  <a:lnTo>
                    <a:pt x="220961" y="88573"/>
                  </a:lnTo>
                  <a:lnTo>
                    <a:pt x="222883" y="123483"/>
                  </a:lnTo>
                  <a:lnTo>
                    <a:pt x="224804" y="161874"/>
                  </a:lnTo>
                  <a:lnTo>
                    <a:pt x="226725" y="202478"/>
                  </a:lnTo>
                  <a:lnTo>
                    <a:pt x="228647" y="244068"/>
                  </a:lnTo>
                  <a:lnTo>
                    <a:pt x="230568" y="285469"/>
                  </a:lnTo>
                  <a:lnTo>
                    <a:pt x="232490" y="325616"/>
                  </a:lnTo>
                  <a:lnTo>
                    <a:pt x="234411" y="363609"/>
                  </a:lnTo>
                  <a:lnTo>
                    <a:pt x="236332" y="398744"/>
                  </a:lnTo>
                  <a:lnTo>
                    <a:pt x="238254" y="430532"/>
                  </a:lnTo>
                  <a:lnTo>
                    <a:pt x="240175" y="458694"/>
                  </a:lnTo>
                  <a:lnTo>
                    <a:pt x="242097" y="483147"/>
                  </a:lnTo>
                  <a:lnTo>
                    <a:pt x="244018" y="503914"/>
                  </a:lnTo>
                  <a:lnTo>
                    <a:pt x="245939" y="521014"/>
                  </a:lnTo>
                  <a:lnTo>
                    <a:pt x="247861" y="535080"/>
                  </a:lnTo>
                  <a:lnTo>
                    <a:pt x="249782" y="546466"/>
                  </a:lnTo>
                  <a:lnTo>
                    <a:pt x="251704" y="555537"/>
                  </a:lnTo>
                  <a:lnTo>
                    <a:pt x="253625" y="562645"/>
                  </a:lnTo>
                  <a:lnTo>
                    <a:pt x="255546" y="568119"/>
                  </a:lnTo>
                  <a:lnTo>
                    <a:pt x="257468" y="572254"/>
                  </a:lnTo>
                  <a:lnTo>
                    <a:pt x="259389" y="575311"/>
                  </a:lnTo>
                  <a:lnTo>
                    <a:pt x="261311" y="577516"/>
                  </a:lnTo>
                  <a:lnTo>
                    <a:pt x="263232" y="579060"/>
                  </a:lnTo>
                  <a:lnTo>
                    <a:pt x="265153" y="580104"/>
                  </a:lnTo>
                  <a:lnTo>
                    <a:pt x="267075" y="580768"/>
                  </a:lnTo>
                  <a:lnTo>
                    <a:pt x="268996" y="581171"/>
                  </a:lnTo>
                  <a:lnTo>
                    <a:pt x="270918" y="581408"/>
                  </a:lnTo>
                  <a:lnTo>
                    <a:pt x="272839" y="581537"/>
                  </a:lnTo>
                  <a:lnTo>
                    <a:pt x="274760" y="581601"/>
                  </a:lnTo>
                  <a:lnTo>
                    <a:pt x="276682" y="581630"/>
                  </a:lnTo>
                  <a:lnTo>
                    <a:pt x="278603" y="581643"/>
                  </a:lnTo>
                  <a:lnTo>
                    <a:pt x="280525" y="581651"/>
                  </a:lnTo>
                  <a:lnTo>
                    <a:pt x="282446" y="581663"/>
                  </a:lnTo>
                  <a:lnTo>
                    <a:pt x="284367" y="581684"/>
                  </a:lnTo>
                  <a:lnTo>
                    <a:pt x="286289" y="581715"/>
                  </a:lnTo>
                  <a:lnTo>
                    <a:pt x="288210" y="581761"/>
                  </a:lnTo>
                  <a:lnTo>
                    <a:pt x="290132" y="581824"/>
                  </a:lnTo>
                  <a:lnTo>
                    <a:pt x="292053" y="581905"/>
                  </a:lnTo>
                  <a:lnTo>
                    <a:pt x="293975" y="582001"/>
                  </a:lnTo>
                  <a:lnTo>
                    <a:pt x="295896" y="582111"/>
                  </a:lnTo>
                  <a:lnTo>
                    <a:pt x="297817" y="582229"/>
                  </a:lnTo>
                  <a:lnTo>
                    <a:pt x="299739" y="582347"/>
                  </a:lnTo>
                  <a:lnTo>
                    <a:pt x="301660" y="582457"/>
                  </a:lnTo>
                  <a:lnTo>
                    <a:pt x="303582" y="582547"/>
                  </a:lnTo>
                  <a:lnTo>
                    <a:pt x="305503" y="582609"/>
                  </a:lnTo>
                  <a:lnTo>
                    <a:pt x="307424" y="582634"/>
                  </a:lnTo>
                  <a:lnTo>
                    <a:pt x="309346" y="582616"/>
                  </a:lnTo>
                  <a:lnTo>
                    <a:pt x="311267" y="582551"/>
                  </a:lnTo>
                  <a:lnTo>
                    <a:pt x="313189" y="582437"/>
                  </a:lnTo>
                  <a:lnTo>
                    <a:pt x="315110" y="582284"/>
                  </a:lnTo>
                  <a:lnTo>
                    <a:pt x="317031" y="582102"/>
                  </a:lnTo>
                  <a:lnTo>
                    <a:pt x="318953" y="581899"/>
                  </a:lnTo>
                  <a:lnTo>
                    <a:pt x="320874" y="581686"/>
                  </a:lnTo>
                  <a:lnTo>
                    <a:pt x="322796" y="581474"/>
                  </a:lnTo>
                  <a:lnTo>
                    <a:pt x="324717" y="581270"/>
                  </a:lnTo>
                  <a:lnTo>
                    <a:pt x="326638" y="581082"/>
                  </a:lnTo>
                  <a:lnTo>
                    <a:pt x="328560" y="580915"/>
                  </a:lnTo>
                  <a:lnTo>
                    <a:pt x="330481" y="580772"/>
                  </a:lnTo>
                  <a:lnTo>
                    <a:pt x="332403" y="580657"/>
                  </a:lnTo>
                  <a:lnTo>
                    <a:pt x="334324" y="580573"/>
                  </a:lnTo>
                  <a:lnTo>
                    <a:pt x="336245" y="580526"/>
                  </a:lnTo>
                  <a:lnTo>
                    <a:pt x="338167" y="580516"/>
                  </a:lnTo>
                  <a:lnTo>
                    <a:pt x="340088" y="580547"/>
                  </a:lnTo>
                  <a:lnTo>
                    <a:pt x="342010" y="580620"/>
                  </a:lnTo>
                  <a:lnTo>
                    <a:pt x="343931" y="580735"/>
                  </a:lnTo>
                  <a:lnTo>
                    <a:pt x="345852" y="580890"/>
                  </a:lnTo>
                  <a:lnTo>
                    <a:pt x="347774" y="581079"/>
                  </a:lnTo>
                  <a:lnTo>
                    <a:pt x="349695" y="581291"/>
                  </a:lnTo>
                  <a:lnTo>
                    <a:pt x="351617" y="581516"/>
                  </a:lnTo>
                  <a:lnTo>
                    <a:pt x="353538" y="581738"/>
                  </a:lnTo>
                  <a:lnTo>
                    <a:pt x="355459" y="581946"/>
                  </a:lnTo>
                  <a:lnTo>
                    <a:pt x="357381" y="582122"/>
                  </a:lnTo>
                  <a:lnTo>
                    <a:pt x="359302" y="582260"/>
                  </a:lnTo>
                  <a:lnTo>
                    <a:pt x="361224" y="582356"/>
                  </a:lnTo>
                  <a:lnTo>
                    <a:pt x="363145" y="582413"/>
                  </a:lnTo>
                  <a:lnTo>
                    <a:pt x="365067" y="582439"/>
                  </a:lnTo>
                  <a:lnTo>
                    <a:pt x="366988" y="582442"/>
                  </a:lnTo>
                  <a:lnTo>
                    <a:pt x="368909" y="582436"/>
                  </a:lnTo>
                  <a:lnTo>
                    <a:pt x="370831" y="582433"/>
                  </a:lnTo>
                  <a:lnTo>
                    <a:pt x="372752" y="582443"/>
                  </a:lnTo>
                  <a:lnTo>
                    <a:pt x="374674" y="582474"/>
                  </a:lnTo>
                  <a:lnTo>
                    <a:pt x="376595" y="582532"/>
                  </a:lnTo>
                  <a:lnTo>
                    <a:pt x="378516" y="582617"/>
                  </a:lnTo>
                  <a:lnTo>
                    <a:pt x="380438" y="582729"/>
                  </a:lnTo>
                  <a:lnTo>
                    <a:pt x="382359" y="582862"/>
                  </a:lnTo>
                  <a:lnTo>
                    <a:pt x="384281" y="583008"/>
                  </a:lnTo>
                  <a:lnTo>
                    <a:pt x="386202" y="583161"/>
                  </a:lnTo>
                  <a:lnTo>
                    <a:pt x="388123" y="583314"/>
                  </a:lnTo>
                  <a:lnTo>
                    <a:pt x="390045" y="583463"/>
                  </a:lnTo>
                  <a:lnTo>
                    <a:pt x="391966" y="583602"/>
                  </a:lnTo>
                  <a:lnTo>
                    <a:pt x="393888" y="583726"/>
                  </a:lnTo>
                  <a:lnTo>
                    <a:pt x="395809" y="583833"/>
                  </a:lnTo>
                  <a:lnTo>
                    <a:pt x="397730" y="583921"/>
                  </a:lnTo>
                  <a:lnTo>
                    <a:pt x="399652" y="583991"/>
                  </a:lnTo>
                  <a:lnTo>
                    <a:pt x="401573" y="584043"/>
                  </a:lnTo>
                  <a:lnTo>
                    <a:pt x="403495" y="584083"/>
                  </a:lnTo>
                  <a:lnTo>
                    <a:pt x="405416" y="584116"/>
                  </a:lnTo>
                  <a:lnTo>
                    <a:pt x="407337" y="584151"/>
                  </a:lnTo>
                  <a:lnTo>
                    <a:pt x="409259" y="584193"/>
                  </a:lnTo>
                  <a:lnTo>
                    <a:pt x="411180" y="584248"/>
                  </a:lnTo>
                  <a:lnTo>
                    <a:pt x="413102" y="584320"/>
                  </a:lnTo>
                  <a:lnTo>
                    <a:pt x="415023" y="584411"/>
                  </a:lnTo>
                  <a:lnTo>
                    <a:pt x="416944" y="584519"/>
                  </a:lnTo>
                  <a:lnTo>
                    <a:pt x="418866" y="584641"/>
                  </a:lnTo>
                  <a:lnTo>
                    <a:pt x="420787" y="584773"/>
                  </a:lnTo>
                  <a:lnTo>
                    <a:pt x="422709" y="584907"/>
                  </a:lnTo>
                  <a:lnTo>
                    <a:pt x="424630" y="585036"/>
                  </a:lnTo>
                  <a:lnTo>
                    <a:pt x="426551" y="585152"/>
                  </a:lnTo>
                  <a:lnTo>
                    <a:pt x="428473" y="585249"/>
                  </a:lnTo>
                  <a:lnTo>
                    <a:pt x="430394" y="585321"/>
                  </a:lnTo>
                  <a:lnTo>
                    <a:pt x="432316" y="585365"/>
                  </a:lnTo>
                  <a:lnTo>
                    <a:pt x="434237" y="585377"/>
                  </a:lnTo>
                  <a:lnTo>
                    <a:pt x="436159" y="585354"/>
                  </a:lnTo>
                  <a:lnTo>
                    <a:pt x="438080" y="585295"/>
                  </a:lnTo>
                  <a:lnTo>
                    <a:pt x="440001" y="585199"/>
                  </a:lnTo>
                  <a:lnTo>
                    <a:pt x="441923" y="585067"/>
                  </a:lnTo>
                  <a:lnTo>
                    <a:pt x="443844" y="584901"/>
                  </a:lnTo>
                  <a:lnTo>
                    <a:pt x="445766" y="584705"/>
                  </a:lnTo>
                  <a:lnTo>
                    <a:pt x="447687" y="584484"/>
                  </a:lnTo>
                  <a:lnTo>
                    <a:pt x="449608" y="584252"/>
                  </a:lnTo>
                  <a:lnTo>
                    <a:pt x="451530" y="584019"/>
                  </a:lnTo>
                  <a:lnTo>
                    <a:pt x="453451" y="583799"/>
                  </a:lnTo>
                  <a:lnTo>
                    <a:pt x="455373" y="583607"/>
                  </a:lnTo>
                  <a:lnTo>
                    <a:pt x="457294" y="583453"/>
                  </a:lnTo>
                  <a:lnTo>
                    <a:pt x="459215" y="583350"/>
                  </a:lnTo>
                  <a:lnTo>
                    <a:pt x="461137" y="583303"/>
                  </a:lnTo>
                  <a:lnTo>
                    <a:pt x="463058" y="583318"/>
                  </a:lnTo>
                  <a:lnTo>
                    <a:pt x="464980" y="583392"/>
                  </a:lnTo>
                  <a:lnTo>
                    <a:pt x="466901" y="583522"/>
                  </a:lnTo>
                  <a:lnTo>
                    <a:pt x="468822" y="583698"/>
                  </a:lnTo>
                  <a:lnTo>
                    <a:pt x="470744" y="583911"/>
                  </a:lnTo>
                  <a:lnTo>
                    <a:pt x="472665" y="584142"/>
                  </a:lnTo>
                  <a:lnTo>
                    <a:pt x="474587" y="584378"/>
                  </a:lnTo>
                  <a:lnTo>
                    <a:pt x="476508" y="584610"/>
                  </a:lnTo>
                  <a:lnTo>
                    <a:pt x="478429" y="584826"/>
                  </a:lnTo>
                  <a:lnTo>
                    <a:pt x="480351" y="585020"/>
                  </a:lnTo>
                  <a:lnTo>
                    <a:pt x="482272" y="585189"/>
                  </a:lnTo>
                  <a:lnTo>
                    <a:pt x="484194" y="585330"/>
                  </a:lnTo>
                  <a:lnTo>
                    <a:pt x="486115" y="585445"/>
                  </a:lnTo>
                  <a:lnTo>
                    <a:pt x="488036" y="585535"/>
                  </a:lnTo>
                  <a:lnTo>
                    <a:pt x="489958" y="585603"/>
                  </a:lnTo>
                  <a:lnTo>
                    <a:pt x="491879" y="585652"/>
                  </a:lnTo>
                  <a:lnTo>
                    <a:pt x="493801" y="585687"/>
                  </a:lnTo>
                  <a:lnTo>
                    <a:pt x="495722" y="585711"/>
                  </a:lnTo>
                  <a:lnTo>
                    <a:pt x="497643" y="585727"/>
                  </a:lnTo>
                  <a:lnTo>
                    <a:pt x="499565" y="585738"/>
                  </a:lnTo>
                  <a:lnTo>
                    <a:pt x="501486" y="585744"/>
                  </a:lnTo>
                  <a:lnTo>
                    <a:pt x="503408" y="585749"/>
                  </a:lnTo>
                  <a:lnTo>
                    <a:pt x="505329" y="585751"/>
                  </a:lnTo>
                  <a:lnTo>
                    <a:pt x="507250" y="585753"/>
                  </a:lnTo>
                  <a:lnTo>
                    <a:pt x="509172" y="585753"/>
                  </a:lnTo>
                  <a:lnTo>
                    <a:pt x="511093" y="585754"/>
                  </a:lnTo>
                  <a:lnTo>
                    <a:pt x="513015" y="585754"/>
                  </a:lnTo>
                  <a:lnTo>
                    <a:pt x="514936" y="585754"/>
                  </a:lnTo>
                  <a:lnTo>
                    <a:pt x="516858" y="585754"/>
                  </a:lnTo>
                  <a:lnTo>
                    <a:pt x="518779" y="585754"/>
                  </a:lnTo>
                  <a:lnTo>
                    <a:pt x="520700" y="585754"/>
                  </a:lnTo>
                  <a:lnTo>
                    <a:pt x="522622" y="585754"/>
                  </a:lnTo>
                  <a:lnTo>
                    <a:pt x="524543" y="585754"/>
                  </a:lnTo>
                  <a:lnTo>
                    <a:pt x="526465" y="585754"/>
                  </a:lnTo>
                  <a:lnTo>
                    <a:pt x="528386" y="585754"/>
                  </a:lnTo>
                  <a:lnTo>
                    <a:pt x="530307" y="585753"/>
                  </a:lnTo>
                  <a:lnTo>
                    <a:pt x="532229" y="585753"/>
                  </a:lnTo>
                  <a:lnTo>
                    <a:pt x="534150" y="585752"/>
                  </a:lnTo>
                  <a:lnTo>
                    <a:pt x="536072" y="585749"/>
                  </a:lnTo>
                  <a:lnTo>
                    <a:pt x="537993" y="585746"/>
                  </a:lnTo>
                  <a:lnTo>
                    <a:pt x="539914" y="585740"/>
                  </a:lnTo>
                  <a:lnTo>
                    <a:pt x="541836" y="585731"/>
                  </a:lnTo>
                  <a:lnTo>
                    <a:pt x="543757" y="585717"/>
                  </a:lnTo>
                  <a:lnTo>
                    <a:pt x="545679" y="585696"/>
                  </a:lnTo>
                  <a:lnTo>
                    <a:pt x="547600" y="585666"/>
                  </a:lnTo>
                  <a:lnTo>
                    <a:pt x="549521" y="585625"/>
                  </a:lnTo>
                  <a:lnTo>
                    <a:pt x="551443" y="585569"/>
                  </a:lnTo>
                  <a:lnTo>
                    <a:pt x="553364" y="585496"/>
                  </a:lnTo>
                  <a:lnTo>
                    <a:pt x="555286" y="585403"/>
                  </a:lnTo>
                  <a:lnTo>
                    <a:pt x="557207" y="585287"/>
                  </a:lnTo>
                  <a:lnTo>
                    <a:pt x="559128" y="585146"/>
                  </a:lnTo>
                  <a:lnTo>
                    <a:pt x="561050" y="584979"/>
                  </a:lnTo>
                  <a:lnTo>
                    <a:pt x="562971" y="584789"/>
                  </a:lnTo>
                  <a:lnTo>
                    <a:pt x="564893" y="584578"/>
                  </a:lnTo>
                  <a:lnTo>
                    <a:pt x="566814" y="584349"/>
                  </a:lnTo>
                  <a:lnTo>
                    <a:pt x="568735" y="584108"/>
                  </a:lnTo>
                  <a:lnTo>
                    <a:pt x="570657" y="583860"/>
                  </a:lnTo>
                  <a:lnTo>
                    <a:pt x="572578" y="583613"/>
                  </a:lnTo>
                  <a:lnTo>
                    <a:pt x="574500" y="583372"/>
                  </a:lnTo>
                  <a:lnTo>
                    <a:pt x="576421" y="583146"/>
                  </a:lnTo>
                  <a:lnTo>
                    <a:pt x="578342" y="582942"/>
                  </a:lnTo>
                  <a:lnTo>
                    <a:pt x="580264" y="582767"/>
                  </a:lnTo>
                  <a:lnTo>
                    <a:pt x="582185" y="582632"/>
                  </a:lnTo>
                  <a:lnTo>
                    <a:pt x="584107" y="582540"/>
                  </a:lnTo>
                  <a:lnTo>
                    <a:pt x="586028" y="582495"/>
                  </a:lnTo>
                  <a:lnTo>
                    <a:pt x="587950" y="582497"/>
                  </a:lnTo>
                  <a:lnTo>
                    <a:pt x="589871" y="582544"/>
                  </a:lnTo>
                  <a:lnTo>
                    <a:pt x="591792" y="582631"/>
                  </a:lnTo>
                  <a:lnTo>
                    <a:pt x="593714" y="582752"/>
                  </a:lnTo>
                  <a:lnTo>
                    <a:pt x="595635" y="582896"/>
                  </a:lnTo>
                  <a:lnTo>
                    <a:pt x="597557" y="583054"/>
                  </a:lnTo>
                  <a:lnTo>
                    <a:pt x="599478" y="583216"/>
                  </a:lnTo>
                  <a:lnTo>
                    <a:pt x="601399" y="583374"/>
                  </a:lnTo>
                  <a:lnTo>
                    <a:pt x="603321" y="583521"/>
                  </a:lnTo>
                  <a:lnTo>
                    <a:pt x="605242" y="583655"/>
                  </a:lnTo>
                  <a:lnTo>
                    <a:pt x="607164" y="583776"/>
                  </a:lnTo>
                  <a:lnTo>
                    <a:pt x="609085" y="583889"/>
                  </a:lnTo>
                  <a:lnTo>
                    <a:pt x="611006" y="584000"/>
                  </a:lnTo>
                  <a:lnTo>
                    <a:pt x="612928" y="584112"/>
                  </a:lnTo>
                  <a:lnTo>
                    <a:pt x="614849" y="584231"/>
                  </a:lnTo>
                  <a:lnTo>
                    <a:pt x="616771" y="584358"/>
                  </a:lnTo>
                  <a:lnTo>
                    <a:pt x="618692" y="584494"/>
                  </a:lnTo>
                  <a:lnTo>
                    <a:pt x="620613" y="584638"/>
                  </a:lnTo>
                  <a:lnTo>
                    <a:pt x="622535" y="584786"/>
                  </a:lnTo>
                  <a:lnTo>
                    <a:pt x="624456" y="584933"/>
                  </a:lnTo>
                  <a:lnTo>
                    <a:pt x="626378" y="585074"/>
                  </a:lnTo>
                  <a:lnTo>
                    <a:pt x="628299" y="585205"/>
                  </a:lnTo>
                  <a:lnTo>
                    <a:pt x="630220" y="585321"/>
                  </a:lnTo>
                  <a:lnTo>
                    <a:pt x="632142" y="585421"/>
                  </a:lnTo>
                  <a:lnTo>
                    <a:pt x="634063" y="585505"/>
                  </a:lnTo>
                  <a:lnTo>
                    <a:pt x="635985" y="585573"/>
                  </a:lnTo>
                  <a:lnTo>
                    <a:pt x="637906" y="585626"/>
                  </a:lnTo>
                  <a:lnTo>
                    <a:pt x="639827" y="585666"/>
                  </a:lnTo>
                  <a:lnTo>
                    <a:pt x="641749" y="585695"/>
                  </a:lnTo>
                  <a:lnTo>
                    <a:pt x="643670" y="585716"/>
                  </a:lnTo>
                  <a:lnTo>
                    <a:pt x="645592" y="585730"/>
                  </a:lnTo>
                  <a:lnTo>
                    <a:pt x="647513" y="585739"/>
                  </a:lnTo>
                  <a:lnTo>
                    <a:pt x="649434" y="585745"/>
                  </a:lnTo>
                  <a:lnTo>
                    <a:pt x="651356" y="585748"/>
                  </a:lnTo>
                  <a:lnTo>
                    <a:pt x="653277" y="585749"/>
                  </a:lnTo>
                  <a:lnTo>
                    <a:pt x="655199" y="585749"/>
                  </a:lnTo>
                  <a:lnTo>
                    <a:pt x="657120" y="585747"/>
                  </a:lnTo>
                  <a:lnTo>
                    <a:pt x="659042" y="585743"/>
                  </a:lnTo>
                  <a:lnTo>
                    <a:pt x="660963" y="585736"/>
                  </a:lnTo>
                  <a:lnTo>
                    <a:pt x="662884" y="585725"/>
                  </a:lnTo>
                  <a:lnTo>
                    <a:pt x="664806" y="585709"/>
                  </a:lnTo>
                  <a:lnTo>
                    <a:pt x="666727" y="585686"/>
                  </a:lnTo>
                  <a:lnTo>
                    <a:pt x="668649" y="585654"/>
                  </a:lnTo>
                  <a:lnTo>
                    <a:pt x="670570" y="585610"/>
                  </a:lnTo>
                  <a:lnTo>
                    <a:pt x="672491" y="585552"/>
                  </a:lnTo>
                  <a:lnTo>
                    <a:pt x="674413" y="585479"/>
                  </a:lnTo>
                  <a:lnTo>
                    <a:pt x="676334" y="585390"/>
                  </a:lnTo>
                  <a:lnTo>
                    <a:pt x="678256" y="585286"/>
                  </a:lnTo>
                  <a:lnTo>
                    <a:pt x="680177" y="585169"/>
                  </a:lnTo>
                  <a:lnTo>
                    <a:pt x="682098" y="585043"/>
                  </a:lnTo>
                  <a:lnTo>
                    <a:pt x="684020" y="584911"/>
                  </a:lnTo>
                  <a:lnTo>
                    <a:pt x="685941" y="584782"/>
                  </a:lnTo>
                  <a:lnTo>
                    <a:pt x="687863" y="584660"/>
                  </a:lnTo>
                  <a:lnTo>
                    <a:pt x="689784" y="584554"/>
                  </a:lnTo>
                  <a:lnTo>
                    <a:pt x="691705" y="584468"/>
                  </a:lnTo>
                  <a:lnTo>
                    <a:pt x="693627" y="584407"/>
                  </a:lnTo>
                  <a:lnTo>
                    <a:pt x="695548" y="584374"/>
                  </a:lnTo>
                  <a:lnTo>
                    <a:pt x="697470" y="584363"/>
                  </a:lnTo>
                  <a:lnTo>
                    <a:pt x="699391" y="584371"/>
                  </a:lnTo>
                  <a:lnTo>
                    <a:pt x="701312" y="584389"/>
                  </a:lnTo>
                  <a:lnTo>
                    <a:pt x="703234" y="584412"/>
                  </a:lnTo>
                  <a:lnTo>
                    <a:pt x="705155" y="584432"/>
                  </a:lnTo>
                  <a:lnTo>
                    <a:pt x="707077" y="584443"/>
                  </a:lnTo>
                  <a:lnTo>
                    <a:pt x="708998" y="584443"/>
                  </a:lnTo>
                  <a:lnTo>
                    <a:pt x="710919" y="584432"/>
                  </a:lnTo>
                  <a:lnTo>
                    <a:pt x="712841" y="584411"/>
                  </a:lnTo>
                  <a:lnTo>
                    <a:pt x="714762" y="584387"/>
                  </a:lnTo>
                  <a:lnTo>
                    <a:pt x="716684" y="584367"/>
                  </a:lnTo>
                  <a:lnTo>
                    <a:pt x="718605" y="584360"/>
                  </a:lnTo>
                  <a:lnTo>
                    <a:pt x="720526" y="584372"/>
                  </a:lnTo>
                  <a:lnTo>
                    <a:pt x="722448" y="584407"/>
                  </a:lnTo>
                  <a:lnTo>
                    <a:pt x="724369" y="584468"/>
                  </a:lnTo>
                  <a:lnTo>
                    <a:pt x="726291" y="584552"/>
                  </a:lnTo>
                  <a:lnTo>
                    <a:pt x="728212" y="584657"/>
                  </a:lnTo>
                  <a:lnTo>
                    <a:pt x="730134" y="584778"/>
                  </a:lnTo>
                  <a:lnTo>
                    <a:pt x="732055" y="584907"/>
                  </a:lnTo>
                  <a:lnTo>
                    <a:pt x="733976" y="585039"/>
                  </a:lnTo>
                  <a:lnTo>
                    <a:pt x="735898" y="585165"/>
                  </a:lnTo>
                  <a:lnTo>
                    <a:pt x="737819" y="585281"/>
                  </a:lnTo>
                  <a:lnTo>
                    <a:pt x="739741" y="585380"/>
                  </a:lnTo>
                  <a:lnTo>
                    <a:pt x="741662" y="585462"/>
                  </a:lnTo>
                  <a:lnTo>
                    <a:pt x="743583" y="585523"/>
                  </a:lnTo>
                  <a:lnTo>
                    <a:pt x="745505" y="585565"/>
                  </a:lnTo>
                  <a:lnTo>
                    <a:pt x="747426" y="585586"/>
                  </a:lnTo>
                  <a:lnTo>
                    <a:pt x="749348" y="585587"/>
                  </a:lnTo>
                  <a:lnTo>
                    <a:pt x="751269" y="585568"/>
                  </a:lnTo>
                  <a:lnTo>
                    <a:pt x="753190" y="585528"/>
                  </a:lnTo>
                  <a:lnTo>
                    <a:pt x="755112" y="585468"/>
                  </a:lnTo>
                  <a:lnTo>
                    <a:pt x="757033" y="585388"/>
                  </a:lnTo>
                  <a:lnTo>
                    <a:pt x="758955" y="585291"/>
                  </a:lnTo>
                  <a:lnTo>
                    <a:pt x="760876" y="585178"/>
                  </a:lnTo>
                  <a:lnTo>
                    <a:pt x="762797" y="585053"/>
                  </a:lnTo>
                  <a:lnTo>
                    <a:pt x="764719" y="584924"/>
                  </a:lnTo>
                  <a:lnTo>
                    <a:pt x="766640" y="584798"/>
                  </a:lnTo>
                  <a:lnTo>
                    <a:pt x="768562" y="584683"/>
                  </a:lnTo>
                  <a:lnTo>
                    <a:pt x="770483" y="584587"/>
                  </a:lnTo>
                  <a:lnTo>
                    <a:pt x="772404" y="584517"/>
                  </a:lnTo>
                  <a:lnTo>
                    <a:pt x="774326" y="584478"/>
                  </a:lnTo>
                  <a:lnTo>
                    <a:pt x="776247" y="584474"/>
                  </a:lnTo>
                  <a:lnTo>
                    <a:pt x="778169" y="584504"/>
                  </a:lnTo>
                  <a:lnTo>
                    <a:pt x="780090" y="584567"/>
                  </a:lnTo>
                  <a:lnTo>
                    <a:pt x="782011" y="584659"/>
                  </a:lnTo>
                  <a:lnTo>
                    <a:pt x="783933" y="584772"/>
                  </a:lnTo>
                  <a:lnTo>
                    <a:pt x="785854" y="584897"/>
                  </a:lnTo>
                  <a:lnTo>
                    <a:pt x="787776" y="585027"/>
                  </a:lnTo>
                  <a:lnTo>
                    <a:pt x="789697" y="585153"/>
                  </a:lnTo>
                  <a:lnTo>
                    <a:pt x="791618" y="585271"/>
                  </a:lnTo>
                  <a:lnTo>
                    <a:pt x="793540" y="585375"/>
                  </a:lnTo>
                  <a:lnTo>
                    <a:pt x="795461" y="585464"/>
                  </a:lnTo>
                  <a:lnTo>
                    <a:pt x="797383" y="585536"/>
                  </a:lnTo>
                  <a:lnTo>
                    <a:pt x="799304" y="585590"/>
                  </a:lnTo>
                  <a:lnTo>
                    <a:pt x="801226" y="585629"/>
                  </a:lnTo>
                  <a:lnTo>
                    <a:pt x="803147" y="585651"/>
                  </a:lnTo>
                  <a:lnTo>
                    <a:pt x="805068" y="585658"/>
                  </a:lnTo>
                  <a:lnTo>
                    <a:pt x="806990" y="585649"/>
                  </a:lnTo>
                  <a:lnTo>
                    <a:pt x="808911" y="585625"/>
                  </a:lnTo>
                  <a:lnTo>
                    <a:pt x="810833" y="585585"/>
                  </a:lnTo>
                  <a:lnTo>
                    <a:pt x="812754" y="585528"/>
                  </a:lnTo>
                  <a:lnTo>
                    <a:pt x="814675" y="585454"/>
                  </a:lnTo>
                  <a:lnTo>
                    <a:pt x="816597" y="585363"/>
                  </a:lnTo>
                  <a:lnTo>
                    <a:pt x="818518" y="585257"/>
                  </a:lnTo>
                  <a:lnTo>
                    <a:pt x="820440" y="585138"/>
                  </a:lnTo>
                  <a:lnTo>
                    <a:pt x="822361" y="585011"/>
                  </a:lnTo>
                  <a:lnTo>
                    <a:pt x="824282" y="584881"/>
                  </a:lnTo>
                  <a:lnTo>
                    <a:pt x="826204" y="584756"/>
                  </a:lnTo>
                  <a:lnTo>
                    <a:pt x="828125" y="584645"/>
                  </a:lnTo>
                  <a:lnTo>
                    <a:pt x="830047" y="584557"/>
                  </a:lnTo>
                  <a:lnTo>
                    <a:pt x="831968" y="584497"/>
                  </a:lnTo>
                  <a:lnTo>
                    <a:pt x="833889" y="584471"/>
                  </a:lnTo>
                  <a:lnTo>
                    <a:pt x="835811" y="584480"/>
                  </a:lnTo>
                  <a:lnTo>
                    <a:pt x="837732" y="584524"/>
                  </a:lnTo>
                  <a:lnTo>
                    <a:pt x="839654" y="584598"/>
                  </a:lnTo>
                  <a:lnTo>
                    <a:pt x="841575" y="584697"/>
                  </a:lnTo>
                  <a:lnTo>
                    <a:pt x="843496" y="584814"/>
                  </a:lnTo>
                  <a:lnTo>
                    <a:pt x="845418" y="584942"/>
                  </a:lnTo>
                  <a:lnTo>
                    <a:pt x="847339" y="585071"/>
                  </a:lnTo>
                  <a:lnTo>
                    <a:pt x="849261" y="585197"/>
                  </a:lnTo>
                  <a:lnTo>
                    <a:pt x="851182" y="585312"/>
                  </a:lnTo>
                  <a:lnTo>
                    <a:pt x="853103" y="585412"/>
                  </a:lnTo>
                  <a:lnTo>
                    <a:pt x="855025" y="585496"/>
                  </a:lnTo>
                  <a:lnTo>
                    <a:pt x="856946" y="585565"/>
                  </a:lnTo>
                  <a:lnTo>
                    <a:pt x="858868" y="585620"/>
                  </a:lnTo>
                  <a:lnTo>
                    <a:pt x="860789" y="585661"/>
                  </a:lnTo>
                  <a:lnTo>
                    <a:pt x="862710" y="585692"/>
                  </a:lnTo>
                  <a:lnTo>
                    <a:pt x="864632" y="585713"/>
                  </a:lnTo>
                  <a:lnTo>
                    <a:pt x="866553" y="585728"/>
                  </a:lnTo>
                  <a:lnTo>
                    <a:pt x="868475" y="585738"/>
                  </a:lnTo>
                  <a:lnTo>
                    <a:pt x="870396" y="585745"/>
                  </a:lnTo>
                  <a:lnTo>
                    <a:pt x="872318" y="585748"/>
                  </a:lnTo>
                  <a:lnTo>
                    <a:pt x="874239" y="585751"/>
                  </a:lnTo>
                  <a:lnTo>
                    <a:pt x="876160" y="585751"/>
                  </a:lnTo>
                  <a:lnTo>
                    <a:pt x="878082" y="585751"/>
                  </a:lnTo>
                  <a:lnTo>
                    <a:pt x="880003" y="585750"/>
                  </a:lnTo>
                  <a:lnTo>
                    <a:pt x="881925" y="585747"/>
                  </a:lnTo>
                  <a:lnTo>
                    <a:pt x="883846" y="585742"/>
                  </a:lnTo>
                  <a:lnTo>
                    <a:pt x="885767" y="585734"/>
                  </a:lnTo>
                  <a:lnTo>
                    <a:pt x="887689" y="585722"/>
                  </a:lnTo>
                  <a:lnTo>
                    <a:pt x="889610" y="585704"/>
                  </a:lnTo>
                  <a:lnTo>
                    <a:pt x="891532" y="585678"/>
                  </a:lnTo>
                  <a:lnTo>
                    <a:pt x="893453" y="585643"/>
                  </a:lnTo>
                  <a:lnTo>
                    <a:pt x="895374" y="585596"/>
                  </a:lnTo>
                  <a:lnTo>
                    <a:pt x="897296" y="585533"/>
                  </a:lnTo>
                  <a:lnTo>
                    <a:pt x="899217" y="585453"/>
                  </a:lnTo>
                  <a:lnTo>
                    <a:pt x="901139" y="585356"/>
                  </a:lnTo>
                  <a:lnTo>
                    <a:pt x="903060" y="585241"/>
                  </a:lnTo>
                  <a:lnTo>
                    <a:pt x="904981" y="585110"/>
                  </a:lnTo>
                  <a:lnTo>
                    <a:pt x="906903" y="584966"/>
                  </a:lnTo>
                  <a:lnTo>
                    <a:pt x="908824" y="584811"/>
                  </a:lnTo>
                  <a:lnTo>
                    <a:pt x="910746" y="584651"/>
                  </a:lnTo>
                  <a:lnTo>
                    <a:pt x="912667" y="584489"/>
                  </a:lnTo>
                  <a:lnTo>
                    <a:pt x="914588" y="584330"/>
                  </a:lnTo>
                  <a:lnTo>
                    <a:pt x="916510" y="584178"/>
                  </a:lnTo>
                  <a:lnTo>
                    <a:pt x="918431" y="584034"/>
                  </a:lnTo>
                  <a:lnTo>
                    <a:pt x="920353" y="583900"/>
                  </a:lnTo>
                  <a:lnTo>
                    <a:pt x="922274" y="583775"/>
                  </a:lnTo>
                  <a:lnTo>
                    <a:pt x="924195" y="583655"/>
                  </a:lnTo>
                  <a:lnTo>
                    <a:pt x="926117" y="583541"/>
                  </a:lnTo>
                  <a:lnTo>
                    <a:pt x="928038" y="583432"/>
                  </a:lnTo>
                  <a:lnTo>
                    <a:pt x="929960" y="583329"/>
                  </a:lnTo>
                  <a:lnTo>
                    <a:pt x="931881" y="583236"/>
                  </a:lnTo>
                  <a:lnTo>
                    <a:pt x="933802" y="583158"/>
                  </a:lnTo>
                  <a:lnTo>
                    <a:pt x="935724" y="583101"/>
                  </a:lnTo>
                  <a:lnTo>
                    <a:pt x="937645" y="583071"/>
                  </a:lnTo>
                  <a:lnTo>
                    <a:pt x="939567" y="583076"/>
                  </a:lnTo>
                  <a:lnTo>
                    <a:pt x="941488" y="583121"/>
                  </a:lnTo>
                  <a:lnTo>
                    <a:pt x="943410" y="583206"/>
                  </a:lnTo>
                  <a:lnTo>
                    <a:pt x="945331" y="583326"/>
                  </a:lnTo>
                  <a:lnTo>
                    <a:pt x="947252" y="583474"/>
                  </a:lnTo>
                  <a:lnTo>
                    <a:pt x="949174" y="583639"/>
                  </a:lnTo>
                  <a:lnTo>
                    <a:pt x="951095" y="583811"/>
                  </a:lnTo>
                  <a:lnTo>
                    <a:pt x="953017" y="583977"/>
                  </a:lnTo>
                  <a:lnTo>
                    <a:pt x="954938" y="584127"/>
                  </a:lnTo>
                  <a:lnTo>
                    <a:pt x="956859" y="584251"/>
                  </a:lnTo>
                  <a:lnTo>
                    <a:pt x="958781" y="584344"/>
                  </a:lnTo>
                  <a:lnTo>
                    <a:pt x="960702" y="584403"/>
                  </a:lnTo>
                  <a:lnTo>
                    <a:pt x="962624" y="584431"/>
                  </a:lnTo>
                  <a:lnTo>
                    <a:pt x="964545" y="584432"/>
                  </a:lnTo>
                  <a:lnTo>
                    <a:pt x="966466" y="584418"/>
                  </a:lnTo>
                  <a:lnTo>
                    <a:pt x="968388" y="584400"/>
                  </a:lnTo>
                  <a:lnTo>
                    <a:pt x="970309" y="584388"/>
                  </a:lnTo>
                  <a:lnTo>
                    <a:pt x="972231" y="584391"/>
                  </a:lnTo>
                  <a:lnTo>
                    <a:pt x="974152" y="584415"/>
                  </a:lnTo>
                  <a:lnTo>
                    <a:pt x="976073" y="584464"/>
                  </a:lnTo>
                  <a:lnTo>
                    <a:pt x="977995" y="584539"/>
                  </a:lnTo>
                  <a:lnTo>
                    <a:pt x="979916" y="584636"/>
                  </a:lnTo>
                  <a:lnTo>
                    <a:pt x="981838" y="584752"/>
                  </a:lnTo>
                </a:path>
              </a:pathLst>
            </a:cu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1810162" y="4665093"/>
              <a:ext cx="981838" cy="1318329"/>
            </a:xfrm>
            <a:custGeom>
              <a:avLst/>
              <a:pathLst>
                <a:path w="981838" h="1318329">
                  <a:moveTo>
                    <a:pt x="0" y="1318329"/>
                  </a:moveTo>
                  <a:lnTo>
                    <a:pt x="1921" y="1318329"/>
                  </a:lnTo>
                  <a:lnTo>
                    <a:pt x="3842" y="1318329"/>
                  </a:lnTo>
                  <a:lnTo>
                    <a:pt x="5764" y="1318329"/>
                  </a:lnTo>
                  <a:lnTo>
                    <a:pt x="7685" y="1318329"/>
                  </a:lnTo>
                  <a:lnTo>
                    <a:pt x="9607" y="1318329"/>
                  </a:lnTo>
                  <a:lnTo>
                    <a:pt x="11528" y="1318329"/>
                  </a:lnTo>
                  <a:lnTo>
                    <a:pt x="13449" y="1318329"/>
                  </a:lnTo>
                  <a:lnTo>
                    <a:pt x="15371" y="1318329"/>
                  </a:lnTo>
                  <a:lnTo>
                    <a:pt x="17292" y="1318329"/>
                  </a:lnTo>
                  <a:lnTo>
                    <a:pt x="19214" y="1318329"/>
                  </a:lnTo>
                  <a:lnTo>
                    <a:pt x="21135" y="1318329"/>
                  </a:lnTo>
                  <a:lnTo>
                    <a:pt x="23056" y="1318329"/>
                  </a:lnTo>
                  <a:lnTo>
                    <a:pt x="24978" y="1318329"/>
                  </a:lnTo>
                  <a:lnTo>
                    <a:pt x="26899" y="1318329"/>
                  </a:lnTo>
                  <a:lnTo>
                    <a:pt x="28821" y="1318329"/>
                  </a:lnTo>
                  <a:lnTo>
                    <a:pt x="30742" y="1318329"/>
                  </a:lnTo>
                  <a:lnTo>
                    <a:pt x="32663" y="1318329"/>
                  </a:lnTo>
                  <a:lnTo>
                    <a:pt x="34585" y="1318329"/>
                  </a:lnTo>
                  <a:lnTo>
                    <a:pt x="36506" y="1318329"/>
                  </a:lnTo>
                  <a:lnTo>
                    <a:pt x="38428" y="1318329"/>
                  </a:lnTo>
                  <a:lnTo>
                    <a:pt x="40349" y="1318329"/>
                  </a:lnTo>
                  <a:lnTo>
                    <a:pt x="42270" y="1318329"/>
                  </a:lnTo>
                  <a:lnTo>
                    <a:pt x="44192" y="1318329"/>
                  </a:lnTo>
                  <a:lnTo>
                    <a:pt x="46113" y="1318329"/>
                  </a:lnTo>
                  <a:lnTo>
                    <a:pt x="48035" y="1318329"/>
                  </a:lnTo>
                  <a:lnTo>
                    <a:pt x="49956" y="1318329"/>
                  </a:lnTo>
                  <a:lnTo>
                    <a:pt x="51877" y="1318329"/>
                  </a:lnTo>
                  <a:lnTo>
                    <a:pt x="53799" y="1318329"/>
                  </a:lnTo>
                  <a:lnTo>
                    <a:pt x="55720" y="1318329"/>
                  </a:lnTo>
                  <a:lnTo>
                    <a:pt x="57642" y="1318329"/>
                  </a:lnTo>
                  <a:lnTo>
                    <a:pt x="59563" y="1318329"/>
                  </a:lnTo>
                  <a:lnTo>
                    <a:pt x="61484" y="1318329"/>
                  </a:lnTo>
                  <a:lnTo>
                    <a:pt x="63406" y="1318329"/>
                  </a:lnTo>
                  <a:lnTo>
                    <a:pt x="65327" y="1318329"/>
                  </a:lnTo>
                  <a:lnTo>
                    <a:pt x="67249" y="1318329"/>
                  </a:lnTo>
                  <a:lnTo>
                    <a:pt x="69170" y="1318329"/>
                  </a:lnTo>
                  <a:lnTo>
                    <a:pt x="71091" y="1318327"/>
                  </a:lnTo>
                  <a:lnTo>
                    <a:pt x="73013" y="1318323"/>
                  </a:lnTo>
                  <a:lnTo>
                    <a:pt x="74934" y="1318311"/>
                  </a:lnTo>
                  <a:lnTo>
                    <a:pt x="76856" y="1318281"/>
                  </a:lnTo>
                  <a:lnTo>
                    <a:pt x="78777" y="1318210"/>
                  </a:lnTo>
                  <a:lnTo>
                    <a:pt x="80699" y="1318056"/>
                  </a:lnTo>
                  <a:lnTo>
                    <a:pt x="82620" y="1317766"/>
                  </a:lnTo>
                  <a:lnTo>
                    <a:pt x="84541" y="1317281"/>
                  </a:lnTo>
                  <a:lnTo>
                    <a:pt x="86463" y="1316568"/>
                  </a:lnTo>
                  <a:lnTo>
                    <a:pt x="88384" y="1315646"/>
                  </a:lnTo>
                  <a:lnTo>
                    <a:pt x="90306" y="1314605"/>
                  </a:lnTo>
                  <a:lnTo>
                    <a:pt x="92227" y="1313584"/>
                  </a:lnTo>
                  <a:lnTo>
                    <a:pt x="94148" y="1312726"/>
                  </a:lnTo>
                  <a:lnTo>
                    <a:pt x="96070" y="1312106"/>
                  </a:lnTo>
                  <a:lnTo>
                    <a:pt x="97991" y="1311693"/>
                  </a:lnTo>
                  <a:lnTo>
                    <a:pt x="99913" y="1311360"/>
                  </a:lnTo>
                  <a:lnTo>
                    <a:pt x="101834" y="1310937"/>
                  </a:lnTo>
                  <a:lnTo>
                    <a:pt x="103755" y="1310295"/>
                  </a:lnTo>
                  <a:lnTo>
                    <a:pt x="105677" y="1309401"/>
                  </a:lnTo>
                  <a:lnTo>
                    <a:pt x="107598" y="1308337"/>
                  </a:lnTo>
                  <a:lnTo>
                    <a:pt x="109520" y="1307257"/>
                  </a:lnTo>
                  <a:lnTo>
                    <a:pt x="111441" y="1306300"/>
                  </a:lnTo>
                  <a:lnTo>
                    <a:pt x="113362" y="1305513"/>
                  </a:lnTo>
                  <a:lnTo>
                    <a:pt x="115284" y="1304813"/>
                  </a:lnTo>
                  <a:lnTo>
                    <a:pt x="117205" y="1304034"/>
                  </a:lnTo>
                  <a:lnTo>
                    <a:pt x="119127" y="1303040"/>
                  </a:lnTo>
                  <a:lnTo>
                    <a:pt x="121048" y="1301842"/>
                  </a:lnTo>
                  <a:lnTo>
                    <a:pt x="122969" y="1300675"/>
                  </a:lnTo>
                  <a:lnTo>
                    <a:pt x="124891" y="1299862"/>
                  </a:lnTo>
                  <a:lnTo>
                    <a:pt x="126812" y="1299661"/>
                  </a:lnTo>
                  <a:lnTo>
                    <a:pt x="128734" y="1300127"/>
                  </a:lnTo>
                  <a:lnTo>
                    <a:pt x="130655" y="1301070"/>
                  </a:lnTo>
                  <a:lnTo>
                    <a:pt x="132576" y="1302102"/>
                  </a:lnTo>
                  <a:lnTo>
                    <a:pt x="134498" y="1302752"/>
                  </a:lnTo>
                  <a:lnTo>
                    <a:pt x="136419" y="1302610"/>
                  </a:lnTo>
                  <a:lnTo>
                    <a:pt x="138341" y="1301438"/>
                  </a:lnTo>
                  <a:lnTo>
                    <a:pt x="140262" y="1299252"/>
                  </a:lnTo>
                  <a:lnTo>
                    <a:pt x="142183" y="1296335"/>
                  </a:lnTo>
                  <a:lnTo>
                    <a:pt x="144105" y="1293168"/>
                  </a:lnTo>
                  <a:lnTo>
                    <a:pt x="146026" y="1290283"/>
                  </a:lnTo>
                  <a:lnTo>
                    <a:pt x="147948" y="1288074"/>
                  </a:lnTo>
                  <a:lnTo>
                    <a:pt x="149869" y="1286671"/>
                  </a:lnTo>
                  <a:lnTo>
                    <a:pt x="151791" y="1285937"/>
                  </a:lnTo>
                  <a:lnTo>
                    <a:pt x="153712" y="1285620"/>
                  </a:lnTo>
                  <a:lnTo>
                    <a:pt x="155633" y="1285561"/>
                  </a:lnTo>
                  <a:lnTo>
                    <a:pt x="157555" y="1285808"/>
                  </a:lnTo>
                  <a:lnTo>
                    <a:pt x="159476" y="1286548"/>
                  </a:lnTo>
                  <a:lnTo>
                    <a:pt x="161398" y="1287905"/>
                  </a:lnTo>
                  <a:lnTo>
                    <a:pt x="163319" y="1289702"/>
                  </a:lnTo>
                  <a:lnTo>
                    <a:pt x="165240" y="1291417"/>
                  </a:lnTo>
                  <a:lnTo>
                    <a:pt x="167162" y="1292429"/>
                  </a:lnTo>
                  <a:lnTo>
                    <a:pt x="169083" y="1292207"/>
                  </a:lnTo>
                  <a:lnTo>
                    <a:pt x="171005" y="1290475"/>
                  </a:lnTo>
                  <a:lnTo>
                    <a:pt x="172926" y="1287263"/>
                  </a:lnTo>
                  <a:lnTo>
                    <a:pt x="174847" y="1282872"/>
                  </a:lnTo>
                  <a:lnTo>
                    <a:pt x="176769" y="1277751"/>
                  </a:lnTo>
                  <a:lnTo>
                    <a:pt x="178690" y="1272362"/>
                  </a:lnTo>
                  <a:lnTo>
                    <a:pt x="180612" y="1267030"/>
                  </a:lnTo>
                  <a:lnTo>
                    <a:pt x="182533" y="1261875"/>
                  </a:lnTo>
                  <a:lnTo>
                    <a:pt x="184454" y="1256827"/>
                  </a:lnTo>
                  <a:lnTo>
                    <a:pt x="186376" y="1251720"/>
                  </a:lnTo>
                  <a:lnTo>
                    <a:pt x="188297" y="1246427"/>
                  </a:lnTo>
                  <a:lnTo>
                    <a:pt x="190219" y="1240958"/>
                  </a:lnTo>
                  <a:lnTo>
                    <a:pt x="192140" y="1235496"/>
                  </a:lnTo>
                  <a:lnTo>
                    <a:pt x="194061" y="1230363"/>
                  </a:lnTo>
                  <a:lnTo>
                    <a:pt x="195983" y="1225923"/>
                  </a:lnTo>
                  <a:lnTo>
                    <a:pt x="197904" y="1222481"/>
                  </a:lnTo>
                  <a:lnTo>
                    <a:pt x="199826" y="1220211"/>
                  </a:lnTo>
                  <a:lnTo>
                    <a:pt x="201747" y="1219119"/>
                  </a:lnTo>
                  <a:lnTo>
                    <a:pt x="203668" y="1219077"/>
                  </a:lnTo>
                  <a:lnTo>
                    <a:pt x="205590" y="1219695"/>
                  </a:lnTo>
                  <a:lnTo>
                    <a:pt x="207511" y="1220424"/>
                  </a:lnTo>
                  <a:lnTo>
                    <a:pt x="209433" y="1220524"/>
                  </a:lnTo>
                  <a:lnTo>
                    <a:pt x="211354" y="1219109"/>
                  </a:lnTo>
                  <a:lnTo>
                    <a:pt x="213275" y="1215283"/>
                  </a:lnTo>
                  <a:lnTo>
                    <a:pt x="215197" y="1208300"/>
                  </a:lnTo>
                  <a:lnTo>
                    <a:pt x="217118" y="1197654"/>
                  </a:lnTo>
                  <a:lnTo>
                    <a:pt x="219040" y="1183029"/>
                  </a:lnTo>
                  <a:lnTo>
                    <a:pt x="220961" y="1164087"/>
                  </a:lnTo>
                  <a:lnTo>
                    <a:pt x="222883" y="1140237"/>
                  </a:lnTo>
                  <a:lnTo>
                    <a:pt x="224804" y="1110560"/>
                  </a:lnTo>
                  <a:lnTo>
                    <a:pt x="226725" y="1074021"/>
                  </a:lnTo>
                  <a:lnTo>
                    <a:pt x="228647" y="1029880"/>
                  </a:lnTo>
                  <a:lnTo>
                    <a:pt x="230568" y="977986"/>
                  </a:lnTo>
                  <a:lnTo>
                    <a:pt x="232490" y="918593"/>
                  </a:lnTo>
                  <a:lnTo>
                    <a:pt x="234411" y="851563"/>
                  </a:lnTo>
                  <a:lnTo>
                    <a:pt x="236332" y="775311"/>
                  </a:lnTo>
                  <a:lnTo>
                    <a:pt x="238254" y="686311"/>
                  </a:lnTo>
                  <a:lnTo>
                    <a:pt x="240175" y="580080"/>
                  </a:lnTo>
                  <a:lnTo>
                    <a:pt x="242097" y="454172"/>
                  </a:lnTo>
                  <a:lnTo>
                    <a:pt x="244018" y="312577"/>
                  </a:lnTo>
                  <a:lnTo>
                    <a:pt x="245939" y="171483"/>
                  </a:lnTo>
                  <a:lnTo>
                    <a:pt x="247861" y="57463"/>
                  </a:lnTo>
                  <a:lnTo>
                    <a:pt x="249782" y="0"/>
                  </a:lnTo>
                  <a:lnTo>
                    <a:pt x="251704" y="21538"/>
                  </a:lnTo>
                  <a:lnTo>
                    <a:pt x="253625" y="127830"/>
                  </a:lnTo>
                  <a:lnTo>
                    <a:pt x="255546" y="304245"/>
                  </a:lnTo>
                  <a:lnTo>
                    <a:pt x="257468" y="520285"/>
                  </a:lnTo>
                  <a:lnTo>
                    <a:pt x="259389" y="740095"/>
                  </a:lnTo>
                  <a:lnTo>
                    <a:pt x="261311" y="933700"/>
                  </a:lnTo>
                  <a:lnTo>
                    <a:pt x="263232" y="1084073"/>
                  </a:lnTo>
                  <a:lnTo>
                    <a:pt x="265153" y="1188012"/>
                  </a:lnTo>
                  <a:lnTo>
                    <a:pt x="267075" y="1252230"/>
                  </a:lnTo>
                  <a:lnTo>
                    <a:pt x="268996" y="1287737"/>
                  </a:lnTo>
                  <a:lnTo>
                    <a:pt x="270918" y="1305255"/>
                  </a:lnTo>
                  <a:lnTo>
                    <a:pt x="272839" y="1312864"/>
                  </a:lnTo>
                  <a:lnTo>
                    <a:pt x="274760" y="1315636"/>
                  </a:lnTo>
                  <a:lnTo>
                    <a:pt x="276682" y="1316317"/>
                  </a:lnTo>
                  <a:lnTo>
                    <a:pt x="278603" y="1316237"/>
                  </a:lnTo>
                  <a:lnTo>
                    <a:pt x="280525" y="1316006"/>
                  </a:lnTo>
                  <a:lnTo>
                    <a:pt x="282446" y="1315893"/>
                  </a:lnTo>
                  <a:lnTo>
                    <a:pt x="284367" y="1316000"/>
                  </a:lnTo>
                  <a:lnTo>
                    <a:pt x="286289" y="1316320"/>
                  </a:lnTo>
                  <a:lnTo>
                    <a:pt x="288210" y="1316759"/>
                  </a:lnTo>
                  <a:lnTo>
                    <a:pt x="290132" y="1317212"/>
                  </a:lnTo>
                  <a:lnTo>
                    <a:pt x="292053" y="1317598"/>
                  </a:lnTo>
                  <a:lnTo>
                    <a:pt x="293975" y="1317870"/>
                  </a:lnTo>
                  <a:lnTo>
                    <a:pt x="295896" y="1318010"/>
                  </a:lnTo>
                  <a:lnTo>
                    <a:pt x="297817" y="1318016"/>
                  </a:lnTo>
                  <a:lnTo>
                    <a:pt x="299739" y="1317888"/>
                  </a:lnTo>
                  <a:lnTo>
                    <a:pt x="301660" y="1317630"/>
                  </a:lnTo>
                  <a:lnTo>
                    <a:pt x="303582" y="1317260"/>
                  </a:lnTo>
                  <a:lnTo>
                    <a:pt x="305503" y="1316823"/>
                  </a:lnTo>
                  <a:lnTo>
                    <a:pt x="307424" y="1316396"/>
                  </a:lnTo>
                  <a:lnTo>
                    <a:pt x="309346" y="1316076"/>
                  </a:lnTo>
                  <a:lnTo>
                    <a:pt x="311267" y="1315945"/>
                  </a:lnTo>
                  <a:lnTo>
                    <a:pt x="313189" y="1316038"/>
                  </a:lnTo>
                  <a:lnTo>
                    <a:pt x="315110" y="1316333"/>
                  </a:lnTo>
                  <a:lnTo>
                    <a:pt x="317031" y="1316754"/>
                  </a:lnTo>
                  <a:lnTo>
                    <a:pt x="318953" y="1317203"/>
                  </a:lnTo>
                  <a:lnTo>
                    <a:pt x="320874" y="1317598"/>
                  </a:lnTo>
                  <a:lnTo>
                    <a:pt x="322796" y="1317890"/>
                  </a:lnTo>
                  <a:lnTo>
                    <a:pt x="324717" y="1318064"/>
                  </a:lnTo>
                  <a:lnTo>
                    <a:pt x="326638" y="1318116"/>
                  </a:lnTo>
                  <a:lnTo>
                    <a:pt x="328560" y="1318041"/>
                  </a:lnTo>
                  <a:lnTo>
                    <a:pt x="330481" y="1317820"/>
                  </a:lnTo>
                  <a:lnTo>
                    <a:pt x="332403" y="1317419"/>
                  </a:lnTo>
                  <a:lnTo>
                    <a:pt x="334324" y="1316821"/>
                  </a:lnTo>
                  <a:lnTo>
                    <a:pt x="336245" y="1316050"/>
                  </a:lnTo>
                  <a:lnTo>
                    <a:pt x="338167" y="1315196"/>
                  </a:lnTo>
                  <a:lnTo>
                    <a:pt x="340088" y="1314409"/>
                  </a:lnTo>
                  <a:lnTo>
                    <a:pt x="342010" y="1313859"/>
                  </a:lnTo>
                  <a:lnTo>
                    <a:pt x="343931" y="1313683"/>
                  </a:lnTo>
                  <a:lnTo>
                    <a:pt x="345852" y="1313923"/>
                  </a:lnTo>
                  <a:lnTo>
                    <a:pt x="347774" y="1314519"/>
                  </a:lnTo>
                  <a:lnTo>
                    <a:pt x="349695" y="1315324"/>
                  </a:lnTo>
                  <a:lnTo>
                    <a:pt x="351617" y="1316171"/>
                  </a:lnTo>
                  <a:lnTo>
                    <a:pt x="353538" y="1316918"/>
                  </a:lnTo>
                  <a:lnTo>
                    <a:pt x="355459" y="1317491"/>
                  </a:lnTo>
                  <a:lnTo>
                    <a:pt x="357381" y="1317877"/>
                  </a:lnTo>
                  <a:lnTo>
                    <a:pt x="359302" y="1318109"/>
                  </a:lnTo>
                  <a:lnTo>
                    <a:pt x="361224" y="1318232"/>
                  </a:lnTo>
                  <a:lnTo>
                    <a:pt x="363145" y="1318290"/>
                  </a:lnTo>
                  <a:lnTo>
                    <a:pt x="365067" y="1318315"/>
                  </a:lnTo>
                  <a:lnTo>
                    <a:pt x="366988" y="1318325"/>
                  </a:lnTo>
                  <a:lnTo>
                    <a:pt x="368909" y="1318328"/>
                  </a:lnTo>
                  <a:lnTo>
                    <a:pt x="370831" y="1318329"/>
                  </a:lnTo>
                  <a:lnTo>
                    <a:pt x="372752" y="1318329"/>
                  </a:lnTo>
                  <a:lnTo>
                    <a:pt x="374674" y="1318329"/>
                  </a:lnTo>
                  <a:lnTo>
                    <a:pt x="376595" y="1318329"/>
                  </a:lnTo>
                  <a:lnTo>
                    <a:pt x="378516" y="1318329"/>
                  </a:lnTo>
                  <a:lnTo>
                    <a:pt x="380438" y="1318329"/>
                  </a:lnTo>
                  <a:lnTo>
                    <a:pt x="382359" y="1318329"/>
                  </a:lnTo>
                  <a:lnTo>
                    <a:pt x="384281" y="1318329"/>
                  </a:lnTo>
                  <a:lnTo>
                    <a:pt x="386202" y="1318329"/>
                  </a:lnTo>
                  <a:lnTo>
                    <a:pt x="388123" y="1318329"/>
                  </a:lnTo>
                  <a:lnTo>
                    <a:pt x="390045" y="1318329"/>
                  </a:lnTo>
                  <a:lnTo>
                    <a:pt x="391966" y="1318329"/>
                  </a:lnTo>
                  <a:lnTo>
                    <a:pt x="393888" y="1318329"/>
                  </a:lnTo>
                  <a:lnTo>
                    <a:pt x="395809" y="1318329"/>
                  </a:lnTo>
                  <a:lnTo>
                    <a:pt x="397730" y="1318329"/>
                  </a:lnTo>
                  <a:lnTo>
                    <a:pt x="399652" y="1318329"/>
                  </a:lnTo>
                  <a:lnTo>
                    <a:pt x="401573" y="1318329"/>
                  </a:lnTo>
                  <a:lnTo>
                    <a:pt x="403495" y="1318329"/>
                  </a:lnTo>
                  <a:lnTo>
                    <a:pt x="405416" y="1318329"/>
                  </a:lnTo>
                  <a:lnTo>
                    <a:pt x="407337" y="1318329"/>
                  </a:lnTo>
                  <a:lnTo>
                    <a:pt x="409259" y="1318329"/>
                  </a:lnTo>
                  <a:lnTo>
                    <a:pt x="411180" y="1318329"/>
                  </a:lnTo>
                  <a:lnTo>
                    <a:pt x="413102" y="1318329"/>
                  </a:lnTo>
                  <a:lnTo>
                    <a:pt x="415023" y="1318328"/>
                  </a:lnTo>
                  <a:lnTo>
                    <a:pt x="416944" y="1318324"/>
                  </a:lnTo>
                  <a:lnTo>
                    <a:pt x="418866" y="1318314"/>
                  </a:lnTo>
                  <a:lnTo>
                    <a:pt x="420787" y="1318289"/>
                  </a:lnTo>
                  <a:lnTo>
                    <a:pt x="422709" y="1318235"/>
                  </a:lnTo>
                  <a:lnTo>
                    <a:pt x="424630" y="1318129"/>
                  </a:lnTo>
                  <a:lnTo>
                    <a:pt x="426551" y="1317945"/>
                  </a:lnTo>
                  <a:lnTo>
                    <a:pt x="428473" y="1317665"/>
                  </a:lnTo>
                  <a:lnTo>
                    <a:pt x="430394" y="1317287"/>
                  </a:lnTo>
                  <a:lnTo>
                    <a:pt x="432316" y="1316846"/>
                  </a:lnTo>
                  <a:lnTo>
                    <a:pt x="434237" y="1316415"/>
                  </a:lnTo>
                  <a:lnTo>
                    <a:pt x="436159" y="1316085"/>
                  </a:lnTo>
                  <a:lnTo>
                    <a:pt x="438080" y="1315941"/>
                  </a:lnTo>
                  <a:lnTo>
                    <a:pt x="440001" y="1316024"/>
                  </a:lnTo>
                  <a:lnTo>
                    <a:pt x="441923" y="1316313"/>
                  </a:lnTo>
                  <a:lnTo>
                    <a:pt x="443844" y="1316732"/>
                  </a:lnTo>
                  <a:lnTo>
                    <a:pt x="445766" y="1317186"/>
                  </a:lnTo>
                  <a:lnTo>
                    <a:pt x="447687" y="1317588"/>
                  </a:lnTo>
                  <a:lnTo>
                    <a:pt x="449608" y="1317892"/>
                  </a:lnTo>
                  <a:lnTo>
                    <a:pt x="451530" y="1318079"/>
                  </a:lnTo>
                  <a:lnTo>
                    <a:pt x="453451" y="1318165"/>
                  </a:lnTo>
                  <a:lnTo>
                    <a:pt x="455373" y="1318159"/>
                  </a:lnTo>
                  <a:lnTo>
                    <a:pt x="457294" y="1318059"/>
                  </a:lnTo>
                  <a:lnTo>
                    <a:pt x="459215" y="1317854"/>
                  </a:lnTo>
                  <a:lnTo>
                    <a:pt x="461137" y="1317539"/>
                  </a:lnTo>
                  <a:lnTo>
                    <a:pt x="463058" y="1317129"/>
                  </a:lnTo>
                  <a:lnTo>
                    <a:pt x="464980" y="1316678"/>
                  </a:lnTo>
                  <a:lnTo>
                    <a:pt x="466901" y="1316272"/>
                  </a:lnTo>
                  <a:lnTo>
                    <a:pt x="468822" y="1316005"/>
                  </a:lnTo>
                  <a:lnTo>
                    <a:pt x="470744" y="1315947"/>
                  </a:lnTo>
                  <a:lnTo>
                    <a:pt x="472665" y="1316114"/>
                  </a:lnTo>
                  <a:lnTo>
                    <a:pt x="474587" y="1316460"/>
                  </a:lnTo>
                  <a:lnTo>
                    <a:pt x="476508" y="1316900"/>
                  </a:lnTo>
                  <a:lnTo>
                    <a:pt x="478429" y="1317340"/>
                  </a:lnTo>
                  <a:lnTo>
                    <a:pt x="480351" y="1317709"/>
                  </a:lnTo>
                  <a:lnTo>
                    <a:pt x="482272" y="1317978"/>
                  </a:lnTo>
                  <a:lnTo>
                    <a:pt x="484194" y="1318150"/>
                  </a:lnTo>
                  <a:lnTo>
                    <a:pt x="486115" y="1318246"/>
                  </a:lnTo>
                  <a:lnTo>
                    <a:pt x="488036" y="1318293"/>
                  </a:lnTo>
                  <a:lnTo>
                    <a:pt x="489958" y="1318309"/>
                  </a:lnTo>
                  <a:lnTo>
                    <a:pt x="491879" y="1318304"/>
                  </a:lnTo>
                  <a:lnTo>
                    <a:pt x="493801" y="1318274"/>
                  </a:lnTo>
                  <a:lnTo>
                    <a:pt x="495722" y="1318204"/>
                  </a:lnTo>
                  <a:lnTo>
                    <a:pt x="497643" y="1318071"/>
                  </a:lnTo>
                  <a:lnTo>
                    <a:pt x="499565" y="1317848"/>
                  </a:lnTo>
                  <a:lnTo>
                    <a:pt x="501486" y="1317521"/>
                  </a:lnTo>
                  <a:lnTo>
                    <a:pt x="503408" y="1317104"/>
                  </a:lnTo>
                  <a:lnTo>
                    <a:pt x="505329" y="1316651"/>
                  </a:lnTo>
                  <a:lnTo>
                    <a:pt x="507250" y="1316249"/>
                  </a:lnTo>
                  <a:lnTo>
                    <a:pt x="509172" y="1315992"/>
                  </a:lnTo>
                  <a:lnTo>
                    <a:pt x="511093" y="1315948"/>
                  </a:lnTo>
                  <a:lnTo>
                    <a:pt x="513015" y="1316129"/>
                  </a:lnTo>
                  <a:lnTo>
                    <a:pt x="514936" y="1316484"/>
                  </a:lnTo>
                  <a:lnTo>
                    <a:pt x="516858" y="1316927"/>
                  </a:lnTo>
                  <a:lnTo>
                    <a:pt x="518779" y="1317364"/>
                  </a:lnTo>
                  <a:lnTo>
                    <a:pt x="520700" y="1317729"/>
                  </a:lnTo>
                  <a:lnTo>
                    <a:pt x="522622" y="1317991"/>
                  </a:lnTo>
                  <a:lnTo>
                    <a:pt x="524543" y="1318158"/>
                  </a:lnTo>
                  <a:lnTo>
                    <a:pt x="526465" y="1318251"/>
                  </a:lnTo>
                  <a:lnTo>
                    <a:pt x="528386" y="1318297"/>
                  </a:lnTo>
                  <a:lnTo>
                    <a:pt x="530307" y="1318317"/>
                  </a:lnTo>
                  <a:lnTo>
                    <a:pt x="532229" y="1318325"/>
                  </a:lnTo>
                  <a:lnTo>
                    <a:pt x="534150" y="1318328"/>
                  </a:lnTo>
                  <a:lnTo>
                    <a:pt x="536072" y="1318329"/>
                  </a:lnTo>
                  <a:lnTo>
                    <a:pt x="537993" y="1318329"/>
                  </a:lnTo>
                  <a:lnTo>
                    <a:pt x="539914" y="1318329"/>
                  </a:lnTo>
                  <a:lnTo>
                    <a:pt x="541836" y="1318329"/>
                  </a:lnTo>
                  <a:lnTo>
                    <a:pt x="543757" y="1318329"/>
                  </a:lnTo>
                  <a:lnTo>
                    <a:pt x="545679" y="1318329"/>
                  </a:lnTo>
                  <a:lnTo>
                    <a:pt x="547600" y="1318329"/>
                  </a:lnTo>
                  <a:lnTo>
                    <a:pt x="549521" y="1318329"/>
                  </a:lnTo>
                  <a:lnTo>
                    <a:pt x="551443" y="1318329"/>
                  </a:lnTo>
                  <a:lnTo>
                    <a:pt x="553364" y="1318329"/>
                  </a:lnTo>
                  <a:lnTo>
                    <a:pt x="555286" y="1318329"/>
                  </a:lnTo>
                  <a:lnTo>
                    <a:pt x="557207" y="1318329"/>
                  </a:lnTo>
                  <a:lnTo>
                    <a:pt x="559128" y="1318329"/>
                  </a:lnTo>
                  <a:lnTo>
                    <a:pt x="561050" y="1318328"/>
                  </a:lnTo>
                  <a:lnTo>
                    <a:pt x="562971" y="1318327"/>
                  </a:lnTo>
                  <a:lnTo>
                    <a:pt x="564893" y="1318322"/>
                  </a:lnTo>
                  <a:lnTo>
                    <a:pt x="566814" y="1318309"/>
                  </a:lnTo>
                  <a:lnTo>
                    <a:pt x="568735" y="1318278"/>
                  </a:lnTo>
                  <a:lnTo>
                    <a:pt x="570657" y="1318215"/>
                  </a:lnTo>
                  <a:lnTo>
                    <a:pt x="572578" y="1318094"/>
                  </a:lnTo>
                  <a:lnTo>
                    <a:pt x="574500" y="1317887"/>
                  </a:lnTo>
                  <a:lnTo>
                    <a:pt x="576421" y="1317575"/>
                  </a:lnTo>
                  <a:lnTo>
                    <a:pt x="578342" y="1317168"/>
                  </a:lnTo>
                  <a:lnTo>
                    <a:pt x="580264" y="1316715"/>
                  </a:lnTo>
                  <a:lnTo>
                    <a:pt x="582185" y="1316300"/>
                  </a:lnTo>
                  <a:lnTo>
                    <a:pt x="584107" y="1316019"/>
                  </a:lnTo>
                  <a:lnTo>
                    <a:pt x="586028" y="1315945"/>
                  </a:lnTo>
                  <a:lnTo>
                    <a:pt x="587950" y="1316097"/>
                  </a:lnTo>
                  <a:lnTo>
                    <a:pt x="589871" y="1316432"/>
                  </a:lnTo>
                  <a:lnTo>
                    <a:pt x="591792" y="1316864"/>
                  </a:lnTo>
                  <a:lnTo>
                    <a:pt x="593714" y="1317303"/>
                  </a:lnTo>
                  <a:lnTo>
                    <a:pt x="595635" y="1317677"/>
                  </a:lnTo>
                  <a:lnTo>
                    <a:pt x="597557" y="1317954"/>
                  </a:lnTo>
                  <a:lnTo>
                    <a:pt x="599478" y="1318134"/>
                  </a:lnTo>
                  <a:lnTo>
                    <a:pt x="601399" y="1318237"/>
                  </a:lnTo>
                  <a:lnTo>
                    <a:pt x="603321" y="1318290"/>
                  </a:lnTo>
                  <a:lnTo>
                    <a:pt x="605242" y="1318314"/>
                  </a:lnTo>
                  <a:lnTo>
                    <a:pt x="607164" y="1318324"/>
                  </a:lnTo>
                  <a:lnTo>
                    <a:pt x="609085" y="1318328"/>
                  </a:lnTo>
                  <a:lnTo>
                    <a:pt x="611006" y="1318329"/>
                  </a:lnTo>
                  <a:lnTo>
                    <a:pt x="612928" y="1318329"/>
                  </a:lnTo>
                  <a:lnTo>
                    <a:pt x="614849" y="1318329"/>
                  </a:lnTo>
                  <a:lnTo>
                    <a:pt x="616771" y="1318329"/>
                  </a:lnTo>
                  <a:lnTo>
                    <a:pt x="618692" y="1318329"/>
                  </a:lnTo>
                  <a:lnTo>
                    <a:pt x="620613" y="1318329"/>
                  </a:lnTo>
                  <a:lnTo>
                    <a:pt x="622535" y="1318329"/>
                  </a:lnTo>
                  <a:lnTo>
                    <a:pt x="624456" y="1318329"/>
                  </a:lnTo>
                  <a:lnTo>
                    <a:pt x="626378" y="1318329"/>
                  </a:lnTo>
                  <a:lnTo>
                    <a:pt x="628299" y="1318329"/>
                  </a:lnTo>
                  <a:lnTo>
                    <a:pt x="630220" y="1318329"/>
                  </a:lnTo>
                  <a:lnTo>
                    <a:pt x="632142" y="1318329"/>
                  </a:lnTo>
                  <a:lnTo>
                    <a:pt x="634063" y="1318329"/>
                  </a:lnTo>
                  <a:lnTo>
                    <a:pt x="635985" y="1318329"/>
                  </a:lnTo>
                  <a:lnTo>
                    <a:pt x="637906" y="1318329"/>
                  </a:lnTo>
                  <a:lnTo>
                    <a:pt x="639827" y="1318329"/>
                  </a:lnTo>
                  <a:lnTo>
                    <a:pt x="641749" y="1318329"/>
                  </a:lnTo>
                  <a:lnTo>
                    <a:pt x="643670" y="1318329"/>
                  </a:lnTo>
                  <a:lnTo>
                    <a:pt x="645592" y="1318329"/>
                  </a:lnTo>
                  <a:lnTo>
                    <a:pt x="647513" y="1318329"/>
                  </a:lnTo>
                  <a:lnTo>
                    <a:pt x="649434" y="1318329"/>
                  </a:lnTo>
                  <a:lnTo>
                    <a:pt x="651356" y="1318329"/>
                  </a:lnTo>
                  <a:lnTo>
                    <a:pt x="653277" y="1318329"/>
                  </a:lnTo>
                  <a:lnTo>
                    <a:pt x="655199" y="1318329"/>
                  </a:lnTo>
                  <a:lnTo>
                    <a:pt x="657120" y="1318329"/>
                  </a:lnTo>
                  <a:lnTo>
                    <a:pt x="659042" y="1318329"/>
                  </a:lnTo>
                  <a:lnTo>
                    <a:pt x="660963" y="1318329"/>
                  </a:lnTo>
                  <a:lnTo>
                    <a:pt x="662884" y="1318329"/>
                  </a:lnTo>
                  <a:lnTo>
                    <a:pt x="664806" y="1318329"/>
                  </a:lnTo>
                  <a:lnTo>
                    <a:pt x="666727" y="1318329"/>
                  </a:lnTo>
                  <a:lnTo>
                    <a:pt x="668649" y="1318329"/>
                  </a:lnTo>
                  <a:lnTo>
                    <a:pt x="670570" y="1318329"/>
                  </a:lnTo>
                  <a:lnTo>
                    <a:pt x="672491" y="1318329"/>
                  </a:lnTo>
                  <a:lnTo>
                    <a:pt x="674413" y="1318329"/>
                  </a:lnTo>
                  <a:lnTo>
                    <a:pt x="676334" y="1318329"/>
                  </a:lnTo>
                  <a:lnTo>
                    <a:pt x="678256" y="1318329"/>
                  </a:lnTo>
                  <a:lnTo>
                    <a:pt x="680177" y="1318329"/>
                  </a:lnTo>
                  <a:lnTo>
                    <a:pt x="682098" y="1318329"/>
                  </a:lnTo>
                  <a:lnTo>
                    <a:pt x="684020" y="1318329"/>
                  </a:lnTo>
                  <a:lnTo>
                    <a:pt x="685941" y="1318329"/>
                  </a:lnTo>
                  <a:lnTo>
                    <a:pt x="687863" y="1318329"/>
                  </a:lnTo>
                  <a:lnTo>
                    <a:pt x="689784" y="1318329"/>
                  </a:lnTo>
                  <a:lnTo>
                    <a:pt x="691705" y="1318329"/>
                  </a:lnTo>
                  <a:lnTo>
                    <a:pt x="693627" y="1318329"/>
                  </a:lnTo>
                  <a:lnTo>
                    <a:pt x="695548" y="1318329"/>
                  </a:lnTo>
                  <a:lnTo>
                    <a:pt x="697470" y="1318329"/>
                  </a:lnTo>
                  <a:lnTo>
                    <a:pt x="699391" y="1318329"/>
                  </a:lnTo>
                  <a:lnTo>
                    <a:pt x="701312" y="1318329"/>
                  </a:lnTo>
                  <a:lnTo>
                    <a:pt x="703234" y="1318329"/>
                  </a:lnTo>
                  <a:lnTo>
                    <a:pt x="705155" y="1318329"/>
                  </a:lnTo>
                  <a:lnTo>
                    <a:pt x="707077" y="1318329"/>
                  </a:lnTo>
                  <a:lnTo>
                    <a:pt x="708998" y="1318329"/>
                  </a:lnTo>
                  <a:lnTo>
                    <a:pt x="710919" y="1318329"/>
                  </a:lnTo>
                  <a:lnTo>
                    <a:pt x="712841" y="1318329"/>
                  </a:lnTo>
                  <a:lnTo>
                    <a:pt x="714762" y="1318329"/>
                  </a:lnTo>
                  <a:lnTo>
                    <a:pt x="716684" y="1318329"/>
                  </a:lnTo>
                  <a:lnTo>
                    <a:pt x="718605" y="1318329"/>
                  </a:lnTo>
                  <a:lnTo>
                    <a:pt x="720526" y="1318329"/>
                  </a:lnTo>
                  <a:lnTo>
                    <a:pt x="722448" y="1318329"/>
                  </a:lnTo>
                  <a:lnTo>
                    <a:pt x="724369" y="1318329"/>
                  </a:lnTo>
                  <a:lnTo>
                    <a:pt x="726291" y="1318329"/>
                  </a:lnTo>
                  <a:lnTo>
                    <a:pt x="728212" y="1318329"/>
                  </a:lnTo>
                  <a:lnTo>
                    <a:pt x="730134" y="1318329"/>
                  </a:lnTo>
                  <a:lnTo>
                    <a:pt x="732055" y="1318329"/>
                  </a:lnTo>
                  <a:lnTo>
                    <a:pt x="733976" y="1318329"/>
                  </a:lnTo>
                  <a:lnTo>
                    <a:pt x="735898" y="1318329"/>
                  </a:lnTo>
                  <a:lnTo>
                    <a:pt x="737819" y="1318329"/>
                  </a:lnTo>
                  <a:lnTo>
                    <a:pt x="739741" y="1318329"/>
                  </a:lnTo>
                  <a:lnTo>
                    <a:pt x="741662" y="1318329"/>
                  </a:lnTo>
                  <a:lnTo>
                    <a:pt x="743583" y="1318329"/>
                  </a:lnTo>
                  <a:lnTo>
                    <a:pt x="745505" y="1318329"/>
                  </a:lnTo>
                  <a:lnTo>
                    <a:pt x="747426" y="1318329"/>
                  </a:lnTo>
                  <a:lnTo>
                    <a:pt x="749348" y="1318329"/>
                  </a:lnTo>
                  <a:lnTo>
                    <a:pt x="751269" y="1318329"/>
                  </a:lnTo>
                  <a:lnTo>
                    <a:pt x="753190" y="1318329"/>
                  </a:lnTo>
                  <a:lnTo>
                    <a:pt x="755112" y="1318329"/>
                  </a:lnTo>
                  <a:lnTo>
                    <a:pt x="757033" y="1318329"/>
                  </a:lnTo>
                  <a:lnTo>
                    <a:pt x="758955" y="1318329"/>
                  </a:lnTo>
                  <a:lnTo>
                    <a:pt x="760876" y="1318329"/>
                  </a:lnTo>
                  <a:lnTo>
                    <a:pt x="762797" y="1318329"/>
                  </a:lnTo>
                  <a:lnTo>
                    <a:pt x="764719" y="1318329"/>
                  </a:lnTo>
                  <a:lnTo>
                    <a:pt x="766640" y="1318329"/>
                  </a:lnTo>
                  <a:lnTo>
                    <a:pt x="768562" y="1318329"/>
                  </a:lnTo>
                  <a:lnTo>
                    <a:pt x="770483" y="1318329"/>
                  </a:lnTo>
                  <a:lnTo>
                    <a:pt x="772404" y="1318329"/>
                  </a:lnTo>
                  <a:lnTo>
                    <a:pt x="774326" y="1318329"/>
                  </a:lnTo>
                  <a:lnTo>
                    <a:pt x="776247" y="1318329"/>
                  </a:lnTo>
                  <a:lnTo>
                    <a:pt x="778169" y="1318329"/>
                  </a:lnTo>
                  <a:lnTo>
                    <a:pt x="780090" y="1318329"/>
                  </a:lnTo>
                  <a:lnTo>
                    <a:pt x="782011" y="1318329"/>
                  </a:lnTo>
                  <a:lnTo>
                    <a:pt x="783933" y="1318329"/>
                  </a:lnTo>
                  <a:lnTo>
                    <a:pt x="785854" y="1318329"/>
                  </a:lnTo>
                  <a:lnTo>
                    <a:pt x="787776" y="1318329"/>
                  </a:lnTo>
                  <a:lnTo>
                    <a:pt x="789697" y="1318329"/>
                  </a:lnTo>
                  <a:lnTo>
                    <a:pt x="791618" y="1318329"/>
                  </a:lnTo>
                  <a:lnTo>
                    <a:pt x="793540" y="1318329"/>
                  </a:lnTo>
                  <a:lnTo>
                    <a:pt x="795461" y="1318329"/>
                  </a:lnTo>
                  <a:lnTo>
                    <a:pt x="797383" y="1318329"/>
                  </a:lnTo>
                  <a:lnTo>
                    <a:pt x="799304" y="1318329"/>
                  </a:lnTo>
                  <a:lnTo>
                    <a:pt x="801226" y="1318329"/>
                  </a:lnTo>
                  <a:lnTo>
                    <a:pt x="803147" y="1318329"/>
                  </a:lnTo>
                  <a:lnTo>
                    <a:pt x="805068" y="1318329"/>
                  </a:lnTo>
                  <a:lnTo>
                    <a:pt x="806990" y="1318329"/>
                  </a:lnTo>
                  <a:lnTo>
                    <a:pt x="808911" y="1318329"/>
                  </a:lnTo>
                  <a:lnTo>
                    <a:pt x="810833" y="1318329"/>
                  </a:lnTo>
                  <a:lnTo>
                    <a:pt x="812754" y="1318329"/>
                  </a:lnTo>
                  <a:lnTo>
                    <a:pt x="814675" y="1318329"/>
                  </a:lnTo>
                  <a:lnTo>
                    <a:pt x="816597" y="1318329"/>
                  </a:lnTo>
                  <a:lnTo>
                    <a:pt x="818518" y="1318329"/>
                  </a:lnTo>
                  <a:lnTo>
                    <a:pt x="820440" y="1318329"/>
                  </a:lnTo>
                  <a:lnTo>
                    <a:pt x="822361" y="1318329"/>
                  </a:lnTo>
                  <a:lnTo>
                    <a:pt x="824282" y="1318329"/>
                  </a:lnTo>
                  <a:lnTo>
                    <a:pt x="826204" y="1318329"/>
                  </a:lnTo>
                  <a:lnTo>
                    <a:pt x="828125" y="1318329"/>
                  </a:lnTo>
                  <a:lnTo>
                    <a:pt x="830047" y="1318329"/>
                  </a:lnTo>
                  <a:lnTo>
                    <a:pt x="831968" y="1318329"/>
                  </a:lnTo>
                  <a:lnTo>
                    <a:pt x="833889" y="1318329"/>
                  </a:lnTo>
                  <a:lnTo>
                    <a:pt x="835811" y="1318329"/>
                  </a:lnTo>
                  <a:lnTo>
                    <a:pt x="837732" y="1318329"/>
                  </a:lnTo>
                  <a:lnTo>
                    <a:pt x="839654" y="1318329"/>
                  </a:lnTo>
                  <a:lnTo>
                    <a:pt x="841575" y="1318329"/>
                  </a:lnTo>
                  <a:lnTo>
                    <a:pt x="843496" y="1318329"/>
                  </a:lnTo>
                  <a:lnTo>
                    <a:pt x="845418" y="1318329"/>
                  </a:lnTo>
                  <a:lnTo>
                    <a:pt x="847339" y="1318329"/>
                  </a:lnTo>
                  <a:lnTo>
                    <a:pt x="849261" y="1318329"/>
                  </a:lnTo>
                  <a:lnTo>
                    <a:pt x="851182" y="1318329"/>
                  </a:lnTo>
                  <a:lnTo>
                    <a:pt x="853103" y="1318329"/>
                  </a:lnTo>
                  <a:lnTo>
                    <a:pt x="855025" y="1318329"/>
                  </a:lnTo>
                  <a:lnTo>
                    <a:pt x="856946" y="1318329"/>
                  </a:lnTo>
                  <a:lnTo>
                    <a:pt x="858868" y="1318329"/>
                  </a:lnTo>
                  <a:lnTo>
                    <a:pt x="860789" y="1318329"/>
                  </a:lnTo>
                  <a:lnTo>
                    <a:pt x="862710" y="1318329"/>
                  </a:lnTo>
                  <a:lnTo>
                    <a:pt x="864632" y="1318329"/>
                  </a:lnTo>
                  <a:lnTo>
                    <a:pt x="866553" y="1318329"/>
                  </a:lnTo>
                  <a:lnTo>
                    <a:pt x="868475" y="1318329"/>
                  </a:lnTo>
                  <a:lnTo>
                    <a:pt x="870396" y="1318329"/>
                  </a:lnTo>
                  <a:lnTo>
                    <a:pt x="872318" y="1318329"/>
                  </a:lnTo>
                  <a:lnTo>
                    <a:pt x="874239" y="1318329"/>
                  </a:lnTo>
                  <a:lnTo>
                    <a:pt x="876160" y="1318329"/>
                  </a:lnTo>
                  <a:lnTo>
                    <a:pt x="878082" y="1318329"/>
                  </a:lnTo>
                  <a:lnTo>
                    <a:pt x="880003" y="1318329"/>
                  </a:lnTo>
                  <a:lnTo>
                    <a:pt x="881925" y="1318329"/>
                  </a:lnTo>
                  <a:lnTo>
                    <a:pt x="883846" y="1318329"/>
                  </a:lnTo>
                  <a:lnTo>
                    <a:pt x="885767" y="1318329"/>
                  </a:lnTo>
                  <a:lnTo>
                    <a:pt x="887689" y="1318329"/>
                  </a:lnTo>
                  <a:lnTo>
                    <a:pt x="889610" y="1318329"/>
                  </a:lnTo>
                  <a:lnTo>
                    <a:pt x="891532" y="1318329"/>
                  </a:lnTo>
                  <a:lnTo>
                    <a:pt x="893453" y="1318329"/>
                  </a:lnTo>
                  <a:lnTo>
                    <a:pt x="895374" y="1318329"/>
                  </a:lnTo>
                  <a:lnTo>
                    <a:pt x="897296" y="1318329"/>
                  </a:lnTo>
                  <a:lnTo>
                    <a:pt x="899217" y="1318329"/>
                  </a:lnTo>
                  <a:lnTo>
                    <a:pt x="901139" y="1318329"/>
                  </a:lnTo>
                  <a:lnTo>
                    <a:pt x="903060" y="1318329"/>
                  </a:lnTo>
                  <a:lnTo>
                    <a:pt x="904981" y="1318329"/>
                  </a:lnTo>
                  <a:lnTo>
                    <a:pt x="906903" y="1318329"/>
                  </a:lnTo>
                  <a:lnTo>
                    <a:pt x="908824" y="1318329"/>
                  </a:lnTo>
                  <a:lnTo>
                    <a:pt x="910746" y="1318329"/>
                  </a:lnTo>
                  <a:lnTo>
                    <a:pt x="912667" y="1318329"/>
                  </a:lnTo>
                  <a:lnTo>
                    <a:pt x="914588" y="1318329"/>
                  </a:lnTo>
                  <a:lnTo>
                    <a:pt x="916510" y="1318329"/>
                  </a:lnTo>
                  <a:lnTo>
                    <a:pt x="918431" y="1318329"/>
                  </a:lnTo>
                  <a:lnTo>
                    <a:pt x="920353" y="1318329"/>
                  </a:lnTo>
                  <a:lnTo>
                    <a:pt x="922274" y="1318329"/>
                  </a:lnTo>
                  <a:lnTo>
                    <a:pt x="924195" y="1318329"/>
                  </a:lnTo>
                  <a:lnTo>
                    <a:pt x="926117" y="1318329"/>
                  </a:lnTo>
                  <a:lnTo>
                    <a:pt x="928038" y="1318329"/>
                  </a:lnTo>
                  <a:lnTo>
                    <a:pt x="929960" y="1318329"/>
                  </a:lnTo>
                  <a:lnTo>
                    <a:pt x="931881" y="1318329"/>
                  </a:lnTo>
                  <a:lnTo>
                    <a:pt x="933802" y="1318329"/>
                  </a:lnTo>
                  <a:lnTo>
                    <a:pt x="935724" y="1318329"/>
                  </a:lnTo>
                  <a:lnTo>
                    <a:pt x="937645" y="1318329"/>
                  </a:lnTo>
                  <a:lnTo>
                    <a:pt x="939567" y="1318329"/>
                  </a:lnTo>
                  <a:lnTo>
                    <a:pt x="941488" y="1318329"/>
                  </a:lnTo>
                  <a:lnTo>
                    <a:pt x="943410" y="1318329"/>
                  </a:lnTo>
                  <a:lnTo>
                    <a:pt x="945331" y="1318329"/>
                  </a:lnTo>
                  <a:lnTo>
                    <a:pt x="947252" y="1318329"/>
                  </a:lnTo>
                  <a:lnTo>
                    <a:pt x="949174" y="1318329"/>
                  </a:lnTo>
                  <a:lnTo>
                    <a:pt x="951095" y="1318329"/>
                  </a:lnTo>
                  <a:lnTo>
                    <a:pt x="953017" y="1318329"/>
                  </a:lnTo>
                  <a:lnTo>
                    <a:pt x="954938" y="1318329"/>
                  </a:lnTo>
                  <a:lnTo>
                    <a:pt x="956859" y="1318329"/>
                  </a:lnTo>
                  <a:lnTo>
                    <a:pt x="958781" y="1318329"/>
                  </a:lnTo>
                  <a:lnTo>
                    <a:pt x="960702" y="1318329"/>
                  </a:lnTo>
                  <a:lnTo>
                    <a:pt x="962624" y="1318329"/>
                  </a:lnTo>
                  <a:lnTo>
                    <a:pt x="964545" y="1318329"/>
                  </a:lnTo>
                  <a:lnTo>
                    <a:pt x="966466" y="1318329"/>
                  </a:lnTo>
                  <a:lnTo>
                    <a:pt x="968388" y="1318329"/>
                  </a:lnTo>
                  <a:lnTo>
                    <a:pt x="970309" y="1318329"/>
                  </a:lnTo>
                  <a:lnTo>
                    <a:pt x="972231" y="1318329"/>
                  </a:lnTo>
                  <a:lnTo>
                    <a:pt x="974152" y="1318329"/>
                  </a:lnTo>
                  <a:lnTo>
                    <a:pt x="976073" y="1318329"/>
                  </a:lnTo>
                  <a:lnTo>
                    <a:pt x="977995" y="1318329"/>
                  </a:lnTo>
                  <a:lnTo>
                    <a:pt x="979916" y="1318329"/>
                  </a:lnTo>
                  <a:lnTo>
                    <a:pt x="981838" y="1318329"/>
                  </a:lnTo>
                  <a:lnTo>
                    <a:pt x="979916" y="1318329"/>
                  </a:lnTo>
                  <a:lnTo>
                    <a:pt x="977995" y="1318329"/>
                  </a:lnTo>
                  <a:lnTo>
                    <a:pt x="976073" y="1318329"/>
                  </a:lnTo>
                  <a:lnTo>
                    <a:pt x="974152" y="1318329"/>
                  </a:lnTo>
                  <a:lnTo>
                    <a:pt x="972231" y="1318329"/>
                  </a:lnTo>
                  <a:lnTo>
                    <a:pt x="970309" y="1318329"/>
                  </a:lnTo>
                  <a:lnTo>
                    <a:pt x="968388" y="1318329"/>
                  </a:lnTo>
                  <a:lnTo>
                    <a:pt x="966466" y="1318329"/>
                  </a:lnTo>
                  <a:lnTo>
                    <a:pt x="964545" y="1318329"/>
                  </a:lnTo>
                  <a:lnTo>
                    <a:pt x="962624" y="1318329"/>
                  </a:lnTo>
                  <a:lnTo>
                    <a:pt x="960702" y="1318329"/>
                  </a:lnTo>
                  <a:lnTo>
                    <a:pt x="958781" y="1318329"/>
                  </a:lnTo>
                  <a:lnTo>
                    <a:pt x="956859" y="1318329"/>
                  </a:lnTo>
                  <a:lnTo>
                    <a:pt x="954938" y="1318329"/>
                  </a:lnTo>
                  <a:lnTo>
                    <a:pt x="953017" y="1318329"/>
                  </a:lnTo>
                  <a:lnTo>
                    <a:pt x="951095" y="1318329"/>
                  </a:lnTo>
                  <a:lnTo>
                    <a:pt x="949174" y="1318329"/>
                  </a:lnTo>
                  <a:lnTo>
                    <a:pt x="947252" y="1318329"/>
                  </a:lnTo>
                  <a:lnTo>
                    <a:pt x="945331" y="1318329"/>
                  </a:lnTo>
                  <a:lnTo>
                    <a:pt x="943410" y="1318329"/>
                  </a:lnTo>
                  <a:lnTo>
                    <a:pt x="941488" y="1318329"/>
                  </a:lnTo>
                  <a:lnTo>
                    <a:pt x="939567" y="1318329"/>
                  </a:lnTo>
                  <a:lnTo>
                    <a:pt x="937645" y="1318329"/>
                  </a:lnTo>
                  <a:lnTo>
                    <a:pt x="935724" y="1318329"/>
                  </a:lnTo>
                  <a:lnTo>
                    <a:pt x="933802" y="1318329"/>
                  </a:lnTo>
                  <a:lnTo>
                    <a:pt x="931881" y="1318329"/>
                  </a:lnTo>
                  <a:lnTo>
                    <a:pt x="929960" y="1318329"/>
                  </a:lnTo>
                  <a:lnTo>
                    <a:pt x="928038" y="1318329"/>
                  </a:lnTo>
                  <a:lnTo>
                    <a:pt x="926117" y="1318329"/>
                  </a:lnTo>
                  <a:lnTo>
                    <a:pt x="924195" y="1318329"/>
                  </a:lnTo>
                  <a:lnTo>
                    <a:pt x="922274" y="1318329"/>
                  </a:lnTo>
                  <a:lnTo>
                    <a:pt x="920353" y="1318329"/>
                  </a:lnTo>
                  <a:lnTo>
                    <a:pt x="918431" y="1318329"/>
                  </a:lnTo>
                  <a:lnTo>
                    <a:pt x="916510" y="1318329"/>
                  </a:lnTo>
                  <a:lnTo>
                    <a:pt x="914588" y="1318329"/>
                  </a:lnTo>
                  <a:lnTo>
                    <a:pt x="912667" y="1318329"/>
                  </a:lnTo>
                  <a:lnTo>
                    <a:pt x="910746" y="1318329"/>
                  </a:lnTo>
                  <a:lnTo>
                    <a:pt x="908824" y="1318329"/>
                  </a:lnTo>
                  <a:lnTo>
                    <a:pt x="906903" y="1318329"/>
                  </a:lnTo>
                  <a:lnTo>
                    <a:pt x="904981" y="1318329"/>
                  </a:lnTo>
                  <a:lnTo>
                    <a:pt x="903060" y="1318329"/>
                  </a:lnTo>
                  <a:lnTo>
                    <a:pt x="901139" y="1318329"/>
                  </a:lnTo>
                  <a:lnTo>
                    <a:pt x="899217" y="1318329"/>
                  </a:lnTo>
                  <a:lnTo>
                    <a:pt x="897296" y="1318329"/>
                  </a:lnTo>
                  <a:lnTo>
                    <a:pt x="895374" y="1318329"/>
                  </a:lnTo>
                  <a:lnTo>
                    <a:pt x="893453" y="1318329"/>
                  </a:lnTo>
                  <a:lnTo>
                    <a:pt x="891532" y="1318329"/>
                  </a:lnTo>
                  <a:lnTo>
                    <a:pt x="889610" y="1318329"/>
                  </a:lnTo>
                  <a:lnTo>
                    <a:pt x="887689" y="1318329"/>
                  </a:lnTo>
                  <a:lnTo>
                    <a:pt x="885767" y="1318329"/>
                  </a:lnTo>
                  <a:lnTo>
                    <a:pt x="883846" y="1318329"/>
                  </a:lnTo>
                  <a:lnTo>
                    <a:pt x="881925" y="1318329"/>
                  </a:lnTo>
                  <a:lnTo>
                    <a:pt x="880003" y="1318329"/>
                  </a:lnTo>
                  <a:lnTo>
                    <a:pt x="878082" y="1318329"/>
                  </a:lnTo>
                  <a:lnTo>
                    <a:pt x="876160" y="1318329"/>
                  </a:lnTo>
                  <a:lnTo>
                    <a:pt x="874239" y="1318329"/>
                  </a:lnTo>
                  <a:lnTo>
                    <a:pt x="872318" y="1318329"/>
                  </a:lnTo>
                  <a:lnTo>
                    <a:pt x="870396" y="1318329"/>
                  </a:lnTo>
                  <a:lnTo>
                    <a:pt x="868475" y="1318329"/>
                  </a:lnTo>
                  <a:lnTo>
                    <a:pt x="866553" y="1318329"/>
                  </a:lnTo>
                  <a:lnTo>
                    <a:pt x="864632" y="1318329"/>
                  </a:lnTo>
                  <a:lnTo>
                    <a:pt x="862710" y="1318329"/>
                  </a:lnTo>
                  <a:lnTo>
                    <a:pt x="860789" y="1318329"/>
                  </a:lnTo>
                  <a:lnTo>
                    <a:pt x="858868" y="1318329"/>
                  </a:lnTo>
                  <a:lnTo>
                    <a:pt x="856946" y="1318329"/>
                  </a:lnTo>
                  <a:lnTo>
                    <a:pt x="855025" y="1318329"/>
                  </a:lnTo>
                  <a:lnTo>
                    <a:pt x="853103" y="1318329"/>
                  </a:lnTo>
                  <a:lnTo>
                    <a:pt x="851182" y="1318329"/>
                  </a:lnTo>
                  <a:lnTo>
                    <a:pt x="849261" y="1318329"/>
                  </a:lnTo>
                  <a:lnTo>
                    <a:pt x="847339" y="1318329"/>
                  </a:lnTo>
                  <a:lnTo>
                    <a:pt x="845418" y="1318329"/>
                  </a:lnTo>
                  <a:lnTo>
                    <a:pt x="843496" y="1318329"/>
                  </a:lnTo>
                  <a:lnTo>
                    <a:pt x="841575" y="1318329"/>
                  </a:lnTo>
                  <a:lnTo>
                    <a:pt x="839654" y="1318329"/>
                  </a:lnTo>
                  <a:lnTo>
                    <a:pt x="837732" y="1318329"/>
                  </a:lnTo>
                  <a:lnTo>
                    <a:pt x="835811" y="1318329"/>
                  </a:lnTo>
                  <a:lnTo>
                    <a:pt x="833889" y="1318329"/>
                  </a:lnTo>
                  <a:lnTo>
                    <a:pt x="831968" y="1318329"/>
                  </a:lnTo>
                  <a:lnTo>
                    <a:pt x="830047" y="1318329"/>
                  </a:lnTo>
                  <a:lnTo>
                    <a:pt x="828125" y="1318329"/>
                  </a:lnTo>
                  <a:lnTo>
                    <a:pt x="826204" y="1318329"/>
                  </a:lnTo>
                  <a:lnTo>
                    <a:pt x="824282" y="1318329"/>
                  </a:lnTo>
                  <a:lnTo>
                    <a:pt x="822361" y="1318329"/>
                  </a:lnTo>
                  <a:lnTo>
                    <a:pt x="820440" y="1318329"/>
                  </a:lnTo>
                  <a:lnTo>
                    <a:pt x="818518" y="1318329"/>
                  </a:lnTo>
                  <a:lnTo>
                    <a:pt x="816597" y="1318329"/>
                  </a:lnTo>
                  <a:lnTo>
                    <a:pt x="814675" y="1318329"/>
                  </a:lnTo>
                  <a:lnTo>
                    <a:pt x="812754" y="1318329"/>
                  </a:lnTo>
                  <a:lnTo>
                    <a:pt x="810833" y="1318329"/>
                  </a:lnTo>
                  <a:lnTo>
                    <a:pt x="808911" y="1318329"/>
                  </a:lnTo>
                  <a:lnTo>
                    <a:pt x="806990" y="1318329"/>
                  </a:lnTo>
                  <a:lnTo>
                    <a:pt x="805068" y="1318329"/>
                  </a:lnTo>
                  <a:lnTo>
                    <a:pt x="803147" y="1318329"/>
                  </a:lnTo>
                  <a:lnTo>
                    <a:pt x="801226" y="1318329"/>
                  </a:lnTo>
                  <a:lnTo>
                    <a:pt x="799304" y="1318329"/>
                  </a:lnTo>
                  <a:lnTo>
                    <a:pt x="797383" y="1318329"/>
                  </a:lnTo>
                  <a:lnTo>
                    <a:pt x="795461" y="1318329"/>
                  </a:lnTo>
                  <a:lnTo>
                    <a:pt x="793540" y="1318329"/>
                  </a:lnTo>
                  <a:lnTo>
                    <a:pt x="791618" y="1318329"/>
                  </a:lnTo>
                  <a:lnTo>
                    <a:pt x="789697" y="1318329"/>
                  </a:lnTo>
                  <a:lnTo>
                    <a:pt x="787776" y="1318329"/>
                  </a:lnTo>
                  <a:lnTo>
                    <a:pt x="785854" y="1318329"/>
                  </a:lnTo>
                  <a:lnTo>
                    <a:pt x="783933" y="1318329"/>
                  </a:lnTo>
                  <a:lnTo>
                    <a:pt x="782011" y="1318329"/>
                  </a:lnTo>
                  <a:lnTo>
                    <a:pt x="780090" y="1318329"/>
                  </a:lnTo>
                  <a:lnTo>
                    <a:pt x="778169" y="1318329"/>
                  </a:lnTo>
                  <a:lnTo>
                    <a:pt x="776247" y="1318329"/>
                  </a:lnTo>
                  <a:lnTo>
                    <a:pt x="774326" y="1318329"/>
                  </a:lnTo>
                  <a:lnTo>
                    <a:pt x="772404" y="1318329"/>
                  </a:lnTo>
                  <a:lnTo>
                    <a:pt x="770483" y="1318329"/>
                  </a:lnTo>
                  <a:lnTo>
                    <a:pt x="768562" y="1318329"/>
                  </a:lnTo>
                  <a:lnTo>
                    <a:pt x="766640" y="1318329"/>
                  </a:lnTo>
                  <a:lnTo>
                    <a:pt x="764719" y="1318329"/>
                  </a:lnTo>
                  <a:lnTo>
                    <a:pt x="762797" y="1318329"/>
                  </a:lnTo>
                  <a:lnTo>
                    <a:pt x="760876" y="1318329"/>
                  </a:lnTo>
                  <a:lnTo>
                    <a:pt x="758955" y="1318329"/>
                  </a:lnTo>
                  <a:lnTo>
                    <a:pt x="757033" y="1318329"/>
                  </a:lnTo>
                  <a:lnTo>
                    <a:pt x="755112" y="1318329"/>
                  </a:lnTo>
                  <a:lnTo>
                    <a:pt x="753190" y="1318329"/>
                  </a:lnTo>
                  <a:lnTo>
                    <a:pt x="751269" y="1318329"/>
                  </a:lnTo>
                  <a:lnTo>
                    <a:pt x="749348" y="1318329"/>
                  </a:lnTo>
                  <a:lnTo>
                    <a:pt x="747426" y="1318329"/>
                  </a:lnTo>
                  <a:lnTo>
                    <a:pt x="745505" y="1318329"/>
                  </a:lnTo>
                  <a:lnTo>
                    <a:pt x="743583" y="1318329"/>
                  </a:lnTo>
                  <a:lnTo>
                    <a:pt x="741662" y="1318329"/>
                  </a:lnTo>
                  <a:lnTo>
                    <a:pt x="739741" y="1318329"/>
                  </a:lnTo>
                  <a:lnTo>
                    <a:pt x="737819" y="1318329"/>
                  </a:lnTo>
                  <a:lnTo>
                    <a:pt x="735898" y="1318329"/>
                  </a:lnTo>
                  <a:lnTo>
                    <a:pt x="733976" y="1318329"/>
                  </a:lnTo>
                  <a:lnTo>
                    <a:pt x="732055" y="1318329"/>
                  </a:lnTo>
                  <a:lnTo>
                    <a:pt x="730134" y="1318329"/>
                  </a:lnTo>
                  <a:lnTo>
                    <a:pt x="728212" y="1318329"/>
                  </a:lnTo>
                  <a:lnTo>
                    <a:pt x="726291" y="1318329"/>
                  </a:lnTo>
                  <a:lnTo>
                    <a:pt x="724369" y="1318329"/>
                  </a:lnTo>
                  <a:lnTo>
                    <a:pt x="722448" y="1318329"/>
                  </a:lnTo>
                  <a:lnTo>
                    <a:pt x="720526" y="1318329"/>
                  </a:lnTo>
                  <a:lnTo>
                    <a:pt x="718605" y="1318329"/>
                  </a:lnTo>
                  <a:lnTo>
                    <a:pt x="716684" y="1318329"/>
                  </a:lnTo>
                  <a:lnTo>
                    <a:pt x="714762" y="1318329"/>
                  </a:lnTo>
                  <a:lnTo>
                    <a:pt x="712841" y="1318329"/>
                  </a:lnTo>
                  <a:lnTo>
                    <a:pt x="710919" y="1318329"/>
                  </a:lnTo>
                  <a:lnTo>
                    <a:pt x="708998" y="1318329"/>
                  </a:lnTo>
                  <a:lnTo>
                    <a:pt x="707077" y="1318329"/>
                  </a:lnTo>
                  <a:lnTo>
                    <a:pt x="705155" y="1318329"/>
                  </a:lnTo>
                  <a:lnTo>
                    <a:pt x="703234" y="1318329"/>
                  </a:lnTo>
                  <a:lnTo>
                    <a:pt x="701312" y="1318329"/>
                  </a:lnTo>
                  <a:lnTo>
                    <a:pt x="699391" y="1318329"/>
                  </a:lnTo>
                  <a:lnTo>
                    <a:pt x="697470" y="1318329"/>
                  </a:lnTo>
                  <a:lnTo>
                    <a:pt x="695548" y="1318329"/>
                  </a:lnTo>
                  <a:lnTo>
                    <a:pt x="693627" y="1318329"/>
                  </a:lnTo>
                  <a:lnTo>
                    <a:pt x="691705" y="1318329"/>
                  </a:lnTo>
                  <a:lnTo>
                    <a:pt x="689784" y="1318329"/>
                  </a:lnTo>
                  <a:lnTo>
                    <a:pt x="687863" y="1318329"/>
                  </a:lnTo>
                  <a:lnTo>
                    <a:pt x="685941" y="1318329"/>
                  </a:lnTo>
                  <a:lnTo>
                    <a:pt x="684020" y="1318329"/>
                  </a:lnTo>
                  <a:lnTo>
                    <a:pt x="682098" y="1318329"/>
                  </a:lnTo>
                  <a:lnTo>
                    <a:pt x="680177" y="1318329"/>
                  </a:lnTo>
                  <a:lnTo>
                    <a:pt x="678256" y="1318329"/>
                  </a:lnTo>
                  <a:lnTo>
                    <a:pt x="676334" y="1318329"/>
                  </a:lnTo>
                  <a:lnTo>
                    <a:pt x="674413" y="1318329"/>
                  </a:lnTo>
                  <a:lnTo>
                    <a:pt x="672491" y="1318329"/>
                  </a:lnTo>
                  <a:lnTo>
                    <a:pt x="670570" y="1318329"/>
                  </a:lnTo>
                  <a:lnTo>
                    <a:pt x="668649" y="1318329"/>
                  </a:lnTo>
                  <a:lnTo>
                    <a:pt x="666727" y="1318329"/>
                  </a:lnTo>
                  <a:lnTo>
                    <a:pt x="664806" y="1318329"/>
                  </a:lnTo>
                  <a:lnTo>
                    <a:pt x="662884" y="1318329"/>
                  </a:lnTo>
                  <a:lnTo>
                    <a:pt x="660963" y="1318329"/>
                  </a:lnTo>
                  <a:lnTo>
                    <a:pt x="659042" y="1318329"/>
                  </a:lnTo>
                  <a:lnTo>
                    <a:pt x="657120" y="1318329"/>
                  </a:lnTo>
                  <a:lnTo>
                    <a:pt x="655199" y="1318329"/>
                  </a:lnTo>
                  <a:lnTo>
                    <a:pt x="653277" y="1318329"/>
                  </a:lnTo>
                  <a:lnTo>
                    <a:pt x="651356" y="1318329"/>
                  </a:lnTo>
                  <a:lnTo>
                    <a:pt x="649434" y="1318329"/>
                  </a:lnTo>
                  <a:lnTo>
                    <a:pt x="647513" y="1318329"/>
                  </a:lnTo>
                  <a:lnTo>
                    <a:pt x="645592" y="1318329"/>
                  </a:lnTo>
                  <a:lnTo>
                    <a:pt x="643670" y="1318329"/>
                  </a:lnTo>
                  <a:lnTo>
                    <a:pt x="641749" y="1318329"/>
                  </a:lnTo>
                  <a:lnTo>
                    <a:pt x="639827" y="1318329"/>
                  </a:lnTo>
                  <a:lnTo>
                    <a:pt x="637906" y="1318329"/>
                  </a:lnTo>
                  <a:lnTo>
                    <a:pt x="635985" y="1318329"/>
                  </a:lnTo>
                  <a:lnTo>
                    <a:pt x="634063" y="1318329"/>
                  </a:lnTo>
                  <a:lnTo>
                    <a:pt x="632142" y="1318329"/>
                  </a:lnTo>
                  <a:lnTo>
                    <a:pt x="630220" y="1318329"/>
                  </a:lnTo>
                  <a:lnTo>
                    <a:pt x="628299" y="1318329"/>
                  </a:lnTo>
                  <a:lnTo>
                    <a:pt x="626378" y="1318329"/>
                  </a:lnTo>
                  <a:lnTo>
                    <a:pt x="624456" y="1318329"/>
                  </a:lnTo>
                  <a:lnTo>
                    <a:pt x="622535" y="1318329"/>
                  </a:lnTo>
                  <a:lnTo>
                    <a:pt x="620613" y="1318329"/>
                  </a:lnTo>
                  <a:lnTo>
                    <a:pt x="618692" y="1318329"/>
                  </a:lnTo>
                  <a:lnTo>
                    <a:pt x="616771" y="1318329"/>
                  </a:lnTo>
                  <a:lnTo>
                    <a:pt x="614849" y="1318329"/>
                  </a:lnTo>
                  <a:lnTo>
                    <a:pt x="612928" y="1318329"/>
                  </a:lnTo>
                  <a:lnTo>
                    <a:pt x="611006" y="1318329"/>
                  </a:lnTo>
                  <a:lnTo>
                    <a:pt x="609085" y="1318329"/>
                  </a:lnTo>
                  <a:lnTo>
                    <a:pt x="607164" y="1318329"/>
                  </a:lnTo>
                  <a:lnTo>
                    <a:pt x="605242" y="1318329"/>
                  </a:lnTo>
                  <a:lnTo>
                    <a:pt x="603321" y="1318329"/>
                  </a:lnTo>
                  <a:lnTo>
                    <a:pt x="601399" y="1318329"/>
                  </a:lnTo>
                  <a:lnTo>
                    <a:pt x="599478" y="1318329"/>
                  </a:lnTo>
                  <a:lnTo>
                    <a:pt x="597557" y="1318329"/>
                  </a:lnTo>
                  <a:lnTo>
                    <a:pt x="595635" y="1318329"/>
                  </a:lnTo>
                  <a:lnTo>
                    <a:pt x="593714" y="1318329"/>
                  </a:lnTo>
                  <a:lnTo>
                    <a:pt x="591792" y="1318329"/>
                  </a:lnTo>
                  <a:lnTo>
                    <a:pt x="589871" y="1318329"/>
                  </a:lnTo>
                  <a:lnTo>
                    <a:pt x="587950" y="1318329"/>
                  </a:lnTo>
                  <a:lnTo>
                    <a:pt x="586028" y="1318329"/>
                  </a:lnTo>
                  <a:lnTo>
                    <a:pt x="584107" y="1318329"/>
                  </a:lnTo>
                  <a:lnTo>
                    <a:pt x="582185" y="1318329"/>
                  </a:lnTo>
                  <a:lnTo>
                    <a:pt x="580264" y="1318329"/>
                  </a:lnTo>
                  <a:lnTo>
                    <a:pt x="578342" y="1318329"/>
                  </a:lnTo>
                  <a:lnTo>
                    <a:pt x="576421" y="1318329"/>
                  </a:lnTo>
                  <a:lnTo>
                    <a:pt x="574500" y="1318329"/>
                  </a:lnTo>
                  <a:lnTo>
                    <a:pt x="572578" y="1318329"/>
                  </a:lnTo>
                  <a:lnTo>
                    <a:pt x="570657" y="1318329"/>
                  </a:lnTo>
                  <a:lnTo>
                    <a:pt x="568735" y="1318329"/>
                  </a:lnTo>
                  <a:lnTo>
                    <a:pt x="566814" y="1318329"/>
                  </a:lnTo>
                  <a:lnTo>
                    <a:pt x="564893" y="1318329"/>
                  </a:lnTo>
                  <a:lnTo>
                    <a:pt x="562971" y="1318329"/>
                  </a:lnTo>
                  <a:lnTo>
                    <a:pt x="561050" y="1318329"/>
                  </a:lnTo>
                  <a:lnTo>
                    <a:pt x="559128" y="1318329"/>
                  </a:lnTo>
                  <a:lnTo>
                    <a:pt x="557207" y="1318329"/>
                  </a:lnTo>
                  <a:lnTo>
                    <a:pt x="555286" y="1318329"/>
                  </a:lnTo>
                  <a:lnTo>
                    <a:pt x="553364" y="1318329"/>
                  </a:lnTo>
                  <a:lnTo>
                    <a:pt x="551443" y="1318329"/>
                  </a:lnTo>
                  <a:lnTo>
                    <a:pt x="549521" y="1318329"/>
                  </a:lnTo>
                  <a:lnTo>
                    <a:pt x="547600" y="1318329"/>
                  </a:lnTo>
                  <a:lnTo>
                    <a:pt x="545679" y="1318329"/>
                  </a:lnTo>
                  <a:lnTo>
                    <a:pt x="543757" y="1318329"/>
                  </a:lnTo>
                  <a:lnTo>
                    <a:pt x="541836" y="1318329"/>
                  </a:lnTo>
                  <a:lnTo>
                    <a:pt x="539914" y="1318329"/>
                  </a:lnTo>
                  <a:lnTo>
                    <a:pt x="537993" y="1318329"/>
                  </a:lnTo>
                  <a:lnTo>
                    <a:pt x="536072" y="1318329"/>
                  </a:lnTo>
                  <a:lnTo>
                    <a:pt x="534150" y="1318329"/>
                  </a:lnTo>
                  <a:lnTo>
                    <a:pt x="532229" y="1318329"/>
                  </a:lnTo>
                  <a:lnTo>
                    <a:pt x="530307" y="1318329"/>
                  </a:lnTo>
                  <a:lnTo>
                    <a:pt x="528386" y="1318329"/>
                  </a:lnTo>
                  <a:lnTo>
                    <a:pt x="526465" y="1318329"/>
                  </a:lnTo>
                  <a:lnTo>
                    <a:pt x="524543" y="1318329"/>
                  </a:lnTo>
                  <a:lnTo>
                    <a:pt x="522622" y="1318329"/>
                  </a:lnTo>
                  <a:lnTo>
                    <a:pt x="520700" y="1318329"/>
                  </a:lnTo>
                  <a:lnTo>
                    <a:pt x="518779" y="1318329"/>
                  </a:lnTo>
                  <a:lnTo>
                    <a:pt x="516858" y="1318329"/>
                  </a:lnTo>
                  <a:lnTo>
                    <a:pt x="514936" y="1318329"/>
                  </a:lnTo>
                  <a:lnTo>
                    <a:pt x="513015" y="1318329"/>
                  </a:lnTo>
                  <a:lnTo>
                    <a:pt x="511093" y="1318329"/>
                  </a:lnTo>
                  <a:lnTo>
                    <a:pt x="509172" y="1318329"/>
                  </a:lnTo>
                  <a:lnTo>
                    <a:pt x="507250" y="1318329"/>
                  </a:lnTo>
                  <a:lnTo>
                    <a:pt x="505329" y="1318329"/>
                  </a:lnTo>
                  <a:lnTo>
                    <a:pt x="503408" y="1318329"/>
                  </a:lnTo>
                  <a:lnTo>
                    <a:pt x="501486" y="1318329"/>
                  </a:lnTo>
                  <a:lnTo>
                    <a:pt x="499565" y="1318329"/>
                  </a:lnTo>
                  <a:lnTo>
                    <a:pt x="497643" y="1318329"/>
                  </a:lnTo>
                  <a:lnTo>
                    <a:pt x="495722" y="1318329"/>
                  </a:lnTo>
                  <a:lnTo>
                    <a:pt x="493801" y="1318329"/>
                  </a:lnTo>
                  <a:lnTo>
                    <a:pt x="491879" y="1318329"/>
                  </a:lnTo>
                  <a:lnTo>
                    <a:pt x="489958" y="1318329"/>
                  </a:lnTo>
                  <a:lnTo>
                    <a:pt x="488036" y="1318329"/>
                  </a:lnTo>
                  <a:lnTo>
                    <a:pt x="486115" y="1318329"/>
                  </a:lnTo>
                  <a:lnTo>
                    <a:pt x="484194" y="1318329"/>
                  </a:lnTo>
                  <a:lnTo>
                    <a:pt x="482272" y="1318329"/>
                  </a:lnTo>
                  <a:lnTo>
                    <a:pt x="480351" y="1318329"/>
                  </a:lnTo>
                  <a:lnTo>
                    <a:pt x="478429" y="1318329"/>
                  </a:lnTo>
                  <a:lnTo>
                    <a:pt x="476508" y="1318329"/>
                  </a:lnTo>
                  <a:lnTo>
                    <a:pt x="474587" y="1318329"/>
                  </a:lnTo>
                  <a:lnTo>
                    <a:pt x="472665" y="1318329"/>
                  </a:lnTo>
                  <a:lnTo>
                    <a:pt x="470744" y="1318329"/>
                  </a:lnTo>
                  <a:lnTo>
                    <a:pt x="468822" y="1318329"/>
                  </a:lnTo>
                  <a:lnTo>
                    <a:pt x="466901" y="1318329"/>
                  </a:lnTo>
                  <a:lnTo>
                    <a:pt x="464980" y="1318329"/>
                  </a:lnTo>
                  <a:lnTo>
                    <a:pt x="463058" y="1318329"/>
                  </a:lnTo>
                  <a:lnTo>
                    <a:pt x="461137" y="1318329"/>
                  </a:lnTo>
                  <a:lnTo>
                    <a:pt x="459215" y="1318329"/>
                  </a:lnTo>
                  <a:lnTo>
                    <a:pt x="457294" y="1318329"/>
                  </a:lnTo>
                  <a:lnTo>
                    <a:pt x="455373" y="1318329"/>
                  </a:lnTo>
                  <a:lnTo>
                    <a:pt x="453451" y="1318329"/>
                  </a:lnTo>
                  <a:lnTo>
                    <a:pt x="451530" y="1318329"/>
                  </a:lnTo>
                  <a:lnTo>
                    <a:pt x="449608" y="1318329"/>
                  </a:lnTo>
                  <a:lnTo>
                    <a:pt x="447687" y="1318329"/>
                  </a:lnTo>
                  <a:lnTo>
                    <a:pt x="445766" y="1318329"/>
                  </a:lnTo>
                  <a:lnTo>
                    <a:pt x="443844" y="1318329"/>
                  </a:lnTo>
                  <a:lnTo>
                    <a:pt x="441923" y="1318329"/>
                  </a:lnTo>
                  <a:lnTo>
                    <a:pt x="440001" y="1318329"/>
                  </a:lnTo>
                  <a:lnTo>
                    <a:pt x="438080" y="1318329"/>
                  </a:lnTo>
                  <a:lnTo>
                    <a:pt x="436159" y="1318329"/>
                  </a:lnTo>
                  <a:lnTo>
                    <a:pt x="434237" y="1318329"/>
                  </a:lnTo>
                  <a:lnTo>
                    <a:pt x="432316" y="1318329"/>
                  </a:lnTo>
                  <a:lnTo>
                    <a:pt x="430394" y="1318329"/>
                  </a:lnTo>
                  <a:lnTo>
                    <a:pt x="428473" y="1318329"/>
                  </a:lnTo>
                  <a:lnTo>
                    <a:pt x="426551" y="1318329"/>
                  </a:lnTo>
                  <a:lnTo>
                    <a:pt x="424630" y="1318329"/>
                  </a:lnTo>
                  <a:lnTo>
                    <a:pt x="422709" y="1318329"/>
                  </a:lnTo>
                  <a:lnTo>
                    <a:pt x="420787" y="1318329"/>
                  </a:lnTo>
                  <a:lnTo>
                    <a:pt x="418866" y="1318329"/>
                  </a:lnTo>
                  <a:lnTo>
                    <a:pt x="416944" y="1318329"/>
                  </a:lnTo>
                  <a:lnTo>
                    <a:pt x="415023" y="1318329"/>
                  </a:lnTo>
                  <a:lnTo>
                    <a:pt x="413102" y="1318329"/>
                  </a:lnTo>
                  <a:lnTo>
                    <a:pt x="411180" y="1318329"/>
                  </a:lnTo>
                  <a:lnTo>
                    <a:pt x="409259" y="1318329"/>
                  </a:lnTo>
                  <a:lnTo>
                    <a:pt x="407337" y="1318329"/>
                  </a:lnTo>
                  <a:lnTo>
                    <a:pt x="405416" y="1318329"/>
                  </a:lnTo>
                  <a:lnTo>
                    <a:pt x="403495" y="1318329"/>
                  </a:lnTo>
                  <a:lnTo>
                    <a:pt x="401573" y="1318329"/>
                  </a:lnTo>
                  <a:lnTo>
                    <a:pt x="399652" y="1318329"/>
                  </a:lnTo>
                  <a:lnTo>
                    <a:pt x="397730" y="1318329"/>
                  </a:lnTo>
                  <a:lnTo>
                    <a:pt x="395809" y="1318329"/>
                  </a:lnTo>
                  <a:lnTo>
                    <a:pt x="393888" y="1318329"/>
                  </a:lnTo>
                  <a:lnTo>
                    <a:pt x="391966" y="1318329"/>
                  </a:lnTo>
                  <a:lnTo>
                    <a:pt x="390045" y="1318329"/>
                  </a:lnTo>
                  <a:lnTo>
                    <a:pt x="388123" y="1318329"/>
                  </a:lnTo>
                  <a:lnTo>
                    <a:pt x="386202" y="1318329"/>
                  </a:lnTo>
                  <a:lnTo>
                    <a:pt x="384281" y="1318329"/>
                  </a:lnTo>
                  <a:lnTo>
                    <a:pt x="382359" y="1318329"/>
                  </a:lnTo>
                  <a:lnTo>
                    <a:pt x="380438" y="1318329"/>
                  </a:lnTo>
                  <a:lnTo>
                    <a:pt x="378516" y="1318329"/>
                  </a:lnTo>
                  <a:lnTo>
                    <a:pt x="376595" y="1318329"/>
                  </a:lnTo>
                  <a:lnTo>
                    <a:pt x="374674" y="1318329"/>
                  </a:lnTo>
                  <a:lnTo>
                    <a:pt x="372752" y="1318329"/>
                  </a:lnTo>
                  <a:lnTo>
                    <a:pt x="370831" y="1318329"/>
                  </a:lnTo>
                  <a:lnTo>
                    <a:pt x="368909" y="1318329"/>
                  </a:lnTo>
                  <a:lnTo>
                    <a:pt x="366988" y="1318329"/>
                  </a:lnTo>
                  <a:lnTo>
                    <a:pt x="365067" y="1318329"/>
                  </a:lnTo>
                  <a:lnTo>
                    <a:pt x="363145" y="1318329"/>
                  </a:lnTo>
                  <a:lnTo>
                    <a:pt x="361224" y="1318329"/>
                  </a:lnTo>
                  <a:lnTo>
                    <a:pt x="359302" y="1318329"/>
                  </a:lnTo>
                  <a:lnTo>
                    <a:pt x="357381" y="1318329"/>
                  </a:lnTo>
                  <a:lnTo>
                    <a:pt x="355459" y="1318329"/>
                  </a:lnTo>
                  <a:lnTo>
                    <a:pt x="353538" y="1318329"/>
                  </a:lnTo>
                  <a:lnTo>
                    <a:pt x="351617" y="1318329"/>
                  </a:lnTo>
                  <a:lnTo>
                    <a:pt x="349695" y="1318329"/>
                  </a:lnTo>
                  <a:lnTo>
                    <a:pt x="347774" y="1318329"/>
                  </a:lnTo>
                  <a:lnTo>
                    <a:pt x="345852" y="1318329"/>
                  </a:lnTo>
                  <a:lnTo>
                    <a:pt x="343931" y="1318329"/>
                  </a:lnTo>
                  <a:lnTo>
                    <a:pt x="342010" y="1318329"/>
                  </a:lnTo>
                  <a:lnTo>
                    <a:pt x="340088" y="1318329"/>
                  </a:lnTo>
                  <a:lnTo>
                    <a:pt x="338167" y="1318329"/>
                  </a:lnTo>
                  <a:lnTo>
                    <a:pt x="336245" y="1318329"/>
                  </a:lnTo>
                  <a:lnTo>
                    <a:pt x="334324" y="1318329"/>
                  </a:lnTo>
                  <a:lnTo>
                    <a:pt x="332403" y="1318329"/>
                  </a:lnTo>
                  <a:lnTo>
                    <a:pt x="330481" y="1318329"/>
                  </a:lnTo>
                  <a:lnTo>
                    <a:pt x="328560" y="1318329"/>
                  </a:lnTo>
                  <a:lnTo>
                    <a:pt x="326638" y="1318329"/>
                  </a:lnTo>
                  <a:lnTo>
                    <a:pt x="324717" y="1318329"/>
                  </a:lnTo>
                  <a:lnTo>
                    <a:pt x="322796" y="1318329"/>
                  </a:lnTo>
                  <a:lnTo>
                    <a:pt x="320874" y="1318329"/>
                  </a:lnTo>
                  <a:lnTo>
                    <a:pt x="318953" y="1318329"/>
                  </a:lnTo>
                  <a:lnTo>
                    <a:pt x="317031" y="1318329"/>
                  </a:lnTo>
                  <a:lnTo>
                    <a:pt x="315110" y="1318329"/>
                  </a:lnTo>
                  <a:lnTo>
                    <a:pt x="313189" y="1318329"/>
                  </a:lnTo>
                  <a:lnTo>
                    <a:pt x="311267" y="1318329"/>
                  </a:lnTo>
                  <a:lnTo>
                    <a:pt x="309346" y="1318329"/>
                  </a:lnTo>
                  <a:lnTo>
                    <a:pt x="307424" y="1318329"/>
                  </a:lnTo>
                  <a:lnTo>
                    <a:pt x="305503" y="1318329"/>
                  </a:lnTo>
                  <a:lnTo>
                    <a:pt x="303582" y="1318329"/>
                  </a:lnTo>
                  <a:lnTo>
                    <a:pt x="301660" y="1318329"/>
                  </a:lnTo>
                  <a:lnTo>
                    <a:pt x="299739" y="1318329"/>
                  </a:lnTo>
                  <a:lnTo>
                    <a:pt x="297817" y="1318329"/>
                  </a:lnTo>
                  <a:lnTo>
                    <a:pt x="295896" y="1318329"/>
                  </a:lnTo>
                  <a:lnTo>
                    <a:pt x="293975" y="1318329"/>
                  </a:lnTo>
                  <a:lnTo>
                    <a:pt x="292053" y="1318329"/>
                  </a:lnTo>
                  <a:lnTo>
                    <a:pt x="290132" y="1318329"/>
                  </a:lnTo>
                  <a:lnTo>
                    <a:pt x="288210" y="1318329"/>
                  </a:lnTo>
                  <a:lnTo>
                    <a:pt x="286289" y="1318329"/>
                  </a:lnTo>
                  <a:lnTo>
                    <a:pt x="284367" y="1318329"/>
                  </a:lnTo>
                  <a:lnTo>
                    <a:pt x="282446" y="1318329"/>
                  </a:lnTo>
                  <a:lnTo>
                    <a:pt x="280525" y="1318329"/>
                  </a:lnTo>
                  <a:lnTo>
                    <a:pt x="278603" y="1318329"/>
                  </a:lnTo>
                  <a:lnTo>
                    <a:pt x="276682" y="1318329"/>
                  </a:lnTo>
                  <a:lnTo>
                    <a:pt x="274760" y="1318329"/>
                  </a:lnTo>
                  <a:lnTo>
                    <a:pt x="272839" y="1318329"/>
                  </a:lnTo>
                  <a:lnTo>
                    <a:pt x="270918" y="1318329"/>
                  </a:lnTo>
                  <a:lnTo>
                    <a:pt x="268996" y="1318329"/>
                  </a:lnTo>
                  <a:lnTo>
                    <a:pt x="267075" y="1318329"/>
                  </a:lnTo>
                  <a:lnTo>
                    <a:pt x="265153" y="1318329"/>
                  </a:lnTo>
                  <a:lnTo>
                    <a:pt x="263232" y="1318329"/>
                  </a:lnTo>
                  <a:lnTo>
                    <a:pt x="261311" y="1318329"/>
                  </a:lnTo>
                  <a:lnTo>
                    <a:pt x="259389" y="1318329"/>
                  </a:lnTo>
                  <a:lnTo>
                    <a:pt x="257468" y="1318329"/>
                  </a:lnTo>
                  <a:lnTo>
                    <a:pt x="255546" y="1318329"/>
                  </a:lnTo>
                  <a:lnTo>
                    <a:pt x="253625" y="1318329"/>
                  </a:lnTo>
                  <a:lnTo>
                    <a:pt x="251704" y="1318329"/>
                  </a:lnTo>
                  <a:lnTo>
                    <a:pt x="249782" y="1318329"/>
                  </a:lnTo>
                  <a:lnTo>
                    <a:pt x="247861" y="1318329"/>
                  </a:lnTo>
                  <a:lnTo>
                    <a:pt x="245939" y="1318329"/>
                  </a:lnTo>
                  <a:lnTo>
                    <a:pt x="244018" y="1318329"/>
                  </a:lnTo>
                  <a:lnTo>
                    <a:pt x="242097" y="1318329"/>
                  </a:lnTo>
                  <a:lnTo>
                    <a:pt x="240175" y="1318329"/>
                  </a:lnTo>
                  <a:lnTo>
                    <a:pt x="238254" y="1318329"/>
                  </a:lnTo>
                  <a:lnTo>
                    <a:pt x="236332" y="1318329"/>
                  </a:lnTo>
                  <a:lnTo>
                    <a:pt x="234411" y="1318329"/>
                  </a:lnTo>
                  <a:lnTo>
                    <a:pt x="232490" y="1318329"/>
                  </a:lnTo>
                  <a:lnTo>
                    <a:pt x="230568" y="1318329"/>
                  </a:lnTo>
                  <a:lnTo>
                    <a:pt x="228647" y="1318329"/>
                  </a:lnTo>
                  <a:lnTo>
                    <a:pt x="226725" y="1318329"/>
                  </a:lnTo>
                  <a:lnTo>
                    <a:pt x="224804" y="1318329"/>
                  </a:lnTo>
                  <a:lnTo>
                    <a:pt x="222883" y="1318329"/>
                  </a:lnTo>
                  <a:lnTo>
                    <a:pt x="220961" y="1318329"/>
                  </a:lnTo>
                  <a:lnTo>
                    <a:pt x="219040" y="1318329"/>
                  </a:lnTo>
                  <a:lnTo>
                    <a:pt x="217118" y="1318329"/>
                  </a:lnTo>
                  <a:lnTo>
                    <a:pt x="215197" y="1318329"/>
                  </a:lnTo>
                  <a:lnTo>
                    <a:pt x="213275" y="1318329"/>
                  </a:lnTo>
                  <a:lnTo>
                    <a:pt x="211354" y="1318329"/>
                  </a:lnTo>
                  <a:lnTo>
                    <a:pt x="209433" y="1318329"/>
                  </a:lnTo>
                  <a:lnTo>
                    <a:pt x="207511" y="1318329"/>
                  </a:lnTo>
                  <a:lnTo>
                    <a:pt x="205590" y="1318329"/>
                  </a:lnTo>
                  <a:lnTo>
                    <a:pt x="203668" y="1318329"/>
                  </a:lnTo>
                  <a:lnTo>
                    <a:pt x="201747" y="1318329"/>
                  </a:lnTo>
                  <a:lnTo>
                    <a:pt x="199826" y="1318329"/>
                  </a:lnTo>
                  <a:lnTo>
                    <a:pt x="197904" y="1318329"/>
                  </a:lnTo>
                  <a:lnTo>
                    <a:pt x="195983" y="1318329"/>
                  </a:lnTo>
                  <a:lnTo>
                    <a:pt x="194061" y="1318329"/>
                  </a:lnTo>
                  <a:lnTo>
                    <a:pt x="192140" y="1318329"/>
                  </a:lnTo>
                  <a:lnTo>
                    <a:pt x="190219" y="1318329"/>
                  </a:lnTo>
                  <a:lnTo>
                    <a:pt x="188297" y="1318329"/>
                  </a:lnTo>
                  <a:lnTo>
                    <a:pt x="186376" y="1318329"/>
                  </a:lnTo>
                  <a:lnTo>
                    <a:pt x="184454" y="1318329"/>
                  </a:lnTo>
                  <a:lnTo>
                    <a:pt x="182533" y="1318329"/>
                  </a:lnTo>
                  <a:lnTo>
                    <a:pt x="180612" y="1318329"/>
                  </a:lnTo>
                  <a:lnTo>
                    <a:pt x="178690" y="1318329"/>
                  </a:lnTo>
                  <a:lnTo>
                    <a:pt x="176769" y="1318329"/>
                  </a:lnTo>
                  <a:lnTo>
                    <a:pt x="174847" y="1318329"/>
                  </a:lnTo>
                  <a:lnTo>
                    <a:pt x="172926" y="1318329"/>
                  </a:lnTo>
                  <a:lnTo>
                    <a:pt x="171005" y="1318329"/>
                  </a:lnTo>
                  <a:lnTo>
                    <a:pt x="169083" y="1318329"/>
                  </a:lnTo>
                  <a:lnTo>
                    <a:pt x="167162" y="1318329"/>
                  </a:lnTo>
                  <a:lnTo>
                    <a:pt x="165240" y="1318329"/>
                  </a:lnTo>
                  <a:lnTo>
                    <a:pt x="163319" y="1318329"/>
                  </a:lnTo>
                  <a:lnTo>
                    <a:pt x="161398" y="1318329"/>
                  </a:lnTo>
                  <a:lnTo>
                    <a:pt x="159476" y="1318329"/>
                  </a:lnTo>
                  <a:lnTo>
                    <a:pt x="157555" y="1318329"/>
                  </a:lnTo>
                  <a:lnTo>
                    <a:pt x="155633" y="1318329"/>
                  </a:lnTo>
                  <a:lnTo>
                    <a:pt x="153712" y="1318329"/>
                  </a:lnTo>
                  <a:lnTo>
                    <a:pt x="151791" y="1318329"/>
                  </a:lnTo>
                  <a:lnTo>
                    <a:pt x="149869" y="1318329"/>
                  </a:lnTo>
                  <a:lnTo>
                    <a:pt x="147948" y="1318329"/>
                  </a:lnTo>
                  <a:lnTo>
                    <a:pt x="146026" y="1318329"/>
                  </a:lnTo>
                  <a:lnTo>
                    <a:pt x="144105" y="1318329"/>
                  </a:lnTo>
                  <a:lnTo>
                    <a:pt x="142183" y="1318329"/>
                  </a:lnTo>
                  <a:lnTo>
                    <a:pt x="140262" y="1318329"/>
                  </a:lnTo>
                  <a:lnTo>
                    <a:pt x="138341" y="1318329"/>
                  </a:lnTo>
                  <a:lnTo>
                    <a:pt x="136419" y="1318329"/>
                  </a:lnTo>
                  <a:lnTo>
                    <a:pt x="134498" y="1318329"/>
                  </a:lnTo>
                  <a:lnTo>
                    <a:pt x="132576" y="1318329"/>
                  </a:lnTo>
                  <a:lnTo>
                    <a:pt x="130655" y="1318329"/>
                  </a:lnTo>
                  <a:lnTo>
                    <a:pt x="128734" y="1318329"/>
                  </a:lnTo>
                  <a:lnTo>
                    <a:pt x="126812" y="1318329"/>
                  </a:lnTo>
                  <a:lnTo>
                    <a:pt x="124891" y="1318329"/>
                  </a:lnTo>
                  <a:lnTo>
                    <a:pt x="122969" y="1318329"/>
                  </a:lnTo>
                  <a:lnTo>
                    <a:pt x="121048" y="1318329"/>
                  </a:lnTo>
                  <a:lnTo>
                    <a:pt x="119127" y="1318329"/>
                  </a:lnTo>
                  <a:lnTo>
                    <a:pt x="117205" y="1318329"/>
                  </a:lnTo>
                  <a:lnTo>
                    <a:pt x="115284" y="1318329"/>
                  </a:lnTo>
                  <a:lnTo>
                    <a:pt x="113362" y="1318329"/>
                  </a:lnTo>
                  <a:lnTo>
                    <a:pt x="111441" y="1318329"/>
                  </a:lnTo>
                  <a:lnTo>
                    <a:pt x="109520" y="1318329"/>
                  </a:lnTo>
                  <a:lnTo>
                    <a:pt x="107598" y="1318329"/>
                  </a:lnTo>
                  <a:lnTo>
                    <a:pt x="105677" y="1318329"/>
                  </a:lnTo>
                  <a:lnTo>
                    <a:pt x="103755" y="1318329"/>
                  </a:lnTo>
                  <a:lnTo>
                    <a:pt x="101834" y="1318329"/>
                  </a:lnTo>
                  <a:lnTo>
                    <a:pt x="99913" y="1318329"/>
                  </a:lnTo>
                  <a:lnTo>
                    <a:pt x="97991" y="1318329"/>
                  </a:lnTo>
                  <a:lnTo>
                    <a:pt x="96070" y="1318329"/>
                  </a:lnTo>
                  <a:lnTo>
                    <a:pt x="94148" y="1318329"/>
                  </a:lnTo>
                  <a:lnTo>
                    <a:pt x="92227" y="1318329"/>
                  </a:lnTo>
                  <a:lnTo>
                    <a:pt x="90306" y="1318329"/>
                  </a:lnTo>
                  <a:lnTo>
                    <a:pt x="88384" y="1318329"/>
                  </a:lnTo>
                  <a:lnTo>
                    <a:pt x="86463" y="1318329"/>
                  </a:lnTo>
                  <a:lnTo>
                    <a:pt x="84541" y="1318329"/>
                  </a:lnTo>
                  <a:lnTo>
                    <a:pt x="82620" y="1318329"/>
                  </a:lnTo>
                  <a:lnTo>
                    <a:pt x="80699" y="1318329"/>
                  </a:lnTo>
                  <a:lnTo>
                    <a:pt x="78777" y="1318329"/>
                  </a:lnTo>
                  <a:lnTo>
                    <a:pt x="76856" y="1318329"/>
                  </a:lnTo>
                  <a:lnTo>
                    <a:pt x="74934" y="1318329"/>
                  </a:lnTo>
                  <a:lnTo>
                    <a:pt x="73013" y="1318329"/>
                  </a:lnTo>
                  <a:lnTo>
                    <a:pt x="71091" y="1318329"/>
                  </a:lnTo>
                  <a:lnTo>
                    <a:pt x="69170" y="1318329"/>
                  </a:lnTo>
                  <a:lnTo>
                    <a:pt x="67249" y="1318329"/>
                  </a:lnTo>
                  <a:lnTo>
                    <a:pt x="65327" y="1318329"/>
                  </a:lnTo>
                  <a:lnTo>
                    <a:pt x="63406" y="1318329"/>
                  </a:lnTo>
                  <a:lnTo>
                    <a:pt x="61484" y="1318329"/>
                  </a:lnTo>
                  <a:lnTo>
                    <a:pt x="59563" y="1318329"/>
                  </a:lnTo>
                  <a:lnTo>
                    <a:pt x="57642" y="1318329"/>
                  </a:lnTo>
                  <a:lnTo>
                    <a:pt x="55720" y="1318329"/>
                  </a:lnTo>
                  <a:lnTo>
                    <a:pt x="53799" y="1318329"/>
                  </a:lnTo>
                  <a:lnTo>
                    <a:pt x="51877" y="1318329"/>
                  </a:lnTo>
                  <a:lnTo>
                    <a:pt x="49956" y="1318329"/>
                  </a:lnTo>
                  <a:lnTo>
                    <a:pt x="48035" y="1318329"/>
                  </a:lnTo>
                  <a:lnTo>
                    <a:pt x="46113" y="1318329"/>
                  </a:lnTo>
                  <a:lnTo>
                    <a:pt x="44192" y="1318329"/>
                  </a:lnTo>
                  <a:lnTo>
                    <a:pt x="42270" y="1318329"/>
                  </a:lnTo>
                  <a:lnTo>
                    <a:pt x="40349" y="1318329"/>
                  </a:lnTo>
                  <a:lnTo>
                    <a:pt x="38428" y="1318329"/>
                  </a:lnTo>
                  <a:lnTo>
                    <a:pt x="36506" y="1318329"/>
                  </a:lnTo>
                  <a:lnTo>
                    <a:pt x="34585" y="1318329"/>
                  </a:lnTo>
                  <a:lnTo>
                    <a:pt x="32663" y="1318329"/>
                  </a:lnTo>
                  <a:lnTo>
                    <a:pt x="30742" y="1318329"/>
                  </a:lnTo>
                  <a:lnTo>
                    <a:pt x="28821" y="1318329"/>
                  </a:lnTo>
                  <a:lnTo>
                    <a:pt x="26899" y="1318329"/>
                  </a:lnTo>
                  <a:lnTo>
                    <a:pt x="24978" y="1318329"/>
                  </a:lnTo>
                  <a:lnTo>
                    <a:pt x="23056" y="1318329"/>
                  </a:lnTo>
                  <a:lnTo>
                    <a:pt x="21135" y="1318329"/>
                  </a:lnTo>
                  <a:lnTo>
                    <a:pt x="19214" y="1318329"/>
                  </a:lnTo>
                  <a:lnTo>
                    <a:pt x="17292" y="1318329"/>
                  </a:lnTo>
                  <a:lnTo>
                    <a:pt x="15371" y="1318329"/>
                  </a:lnTo>
                  <a:lnTo>
                    <a:pt x="13449" y="1318329"/>
                  </a:lnTo>
                  <a:lnTo>
                    <a:pt x="11528" y="1318329"/>
                  </a:lnTo>
                  <a:lnTo>
                    <a:pt x="9607" y="1318329"/>
                  </a:lnTo>
                  <a:lnTo>
                    <a:pt x="7685" y="1318329"/>
                  </a:lnTo>
                  <a:lnTo>
                    <a:pt x="5764" y="1318329"/>
                  </a:lnTo>
                  <a:lnTo>
                    <a:pt x="3842" y="1318329"/>
                  </a:lnTo>
                  <a:lnTo>
                    <a:pt x="1921" y="131832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1810162" y="4665093"/>
              <a:ext cx="981838" cy="1318329"/>
            </a:xfrm>
            <a:custGeom>
              <a:avLst/>
              <a:pathLst>
                <a:path w="981838" h="1318329">
                  <a:moveTo>
                    <a:pt x="0" y="1318329"/>
                  </a:moveTo>
                  <a:lnTo>
                    <a:pt x="1921" y="1318329"/>
                  </a:lnTo>
                  <a:lnTo>
                    <a:pt x="3842" y="1318329"/>
                  </a:lnTo>
                  <a:lnTo>
                    <a:pt x="5764" y="1318329"/>
                  </a:lnTo>
                  <a:lnTo>
                    <a:pt x="7685" y="1318329"/>
                  </a:lnTo>
                  <a:lnTo>
                    <a:pt x="9607" y="1318329"/>
                  </a:lnTo>
                  <a:lnTo>
                    <a:pt x="11528" y="1318329"/>
                  </a:lnTo>
                  <a:lnTo>
                    <a:pt x="13449" y="1318329"/>
                  </a:lnTo>
                  <a:lnTo>
                    <a:pt x="15371" y="1318329"/>
                  </a:lnTo>
                  <a:lnTo>
                    <a:pt x="17292" y="1318329"/>
                  </a:lnTo>
                  <a:lnTo>
                    <a:pt x="19214" y="1318329"/>
                  </a:lnTo>
                  <a:lnTo>
                    <a:pt x="21135" y="1318329"/>
                  </a:lnTo>
                  <a:lnTo>
                    <a:pt x="23056" y="1318329"/>
                  </a:lnTo>
                  <a:lnTo>
                    <a:pt x="24978" y="1318329"/>
                  </a:lnTo>
                  <a:lnTo>
                    <a:pt x="26899" y="1318329"/>
                  </a:lnTo>
                  <a:lnTo>
                    <a:pt x="28821" y="1318329"/>
                  </a:lnTo>
                  <a:lnTo>
                    <a:pt x="30742" y="1318329"/>
                  </a:lnTo>
                  <a:lnTo>
                    <a:pt x="32663" y="1318329"/>
                  </a:lnTo>
                  <a:lnTo>
                    <a:pt x="34585" y="1318329"/>
                  </a:lnTo>
                  <a:lnTo>
                    <a:pt x="36506" y="1318329"/>
                  </a:lnTo>
                  <a:lnTo>
                    <a:pt x="38428" y="1318329"/>
                  </a:lnTo>
                  <a:lnTo>
                    <a:pt x="40349" y="1318329"/>
                  </a:lnTo>
                  <a:lnTo>
                    <a:pt x="42270" y="1318329"/>
                  </a:lnTo>
                  <a:lnTo>
                    <a:pt x="44192" y="1318329"/>
                  </a:lnTo>
                  <a:lnTo>
                    <a:pt x="46113" y="1318329"/>
                  </a:lnTo>
                  <a:lnTo>
                    <a:pt x="48035" y="1318329"/>
                  </a:lnTo>
                  <a:lnTo>
                    <a:pt x="49956" y="1318329"/>
                  </a:lnTo>
                  <a:lnTo>
                    <a:pt x="51877" y="1318329"/>
                  </a:lnTo>
                  <a:lnTo>
                    <a:pt x="53799" y="1318329"/>
                  </a:lnTo>
                  <a:lnTo>
                    <a:pt x="55720" y="1318329"/>
                  </a:lnTo>
                  <a:lnTo>
                    <a:pt x="57642" y="1318329"/>
                  </a:lnTo>
                  <a:lnTo>
                    <a:pt x="59563" y="1318329"/>
                  </a:lnTo>
                  <a:lnTo>
                    <a:pt x="61484" y="1318329"/>
                  </a:lnTo>
                  <a:lnTo>
                    <a:pt x="63406" y="1318329"/>
                  </a:lnTo>
                  <a:lnTo>
                    <a:pt x="65327" y="1318329"/>
                  </a:lnTo>
                  <a:lnTo>
                    <a:pt x="67249" y="1318329"/>
                  </a:lnTo>
                  <a:lnTo>
                    <a:pt x="69170" y="1318329"/>
                  </a:lnTo>
                  <a:lnTo>
                    <a:pt x="71091" y="1318327"/>
                  </a:lnTo>
                  <a:lnTo>
                    <a:pt x="73013" y="1318323"/>
                  </a:lnTo>
                  <a:lnTo>
                    <a:pt x="74934" y="1318311"/>
                  </a:lnTo>
                  <a:lnTo>
                    <a:pt x="76856" y="1318281"/>
                  </a:lnTo>
                  <a:lnTo>
                    <a:pt x="78777" y="1318210"/>
                  </a:lnTo>
                  <a:lnTo>
                    <a:pt x="80699" y="1318056"/>
                  </a:lnTo>
                  <a:lnTo>
                    <a:pt x="82620" y="1317766"/>
                  </a:lnTo>
                  <a:lnTo>
                    <a:pt x="84541" y="1317281"/>
                  </a:lnTo>
                  <a:lnTo>
                    <a:pt x="86463" y="1316568"/>
                  </a:lnTo>
                  <a:lnTo>
                    <a:pt x="88384" y="1315646"/>
                  </a:lnTo>
                  <a:lnTo>
                    <a:pt x="90306" y="1314605"/>
                  </a:lnTo>
                  <a:lnTo>
                    <a:pt x="92227" y="1313584"/>
                  </a:lnTo>
                  <a:lnTo>
                    <a:pt x="94148" y="1312726"/>
                  </a:lnTo>
                  <a:lnTo>
                    <a:pt x="96070" y="1312106"/>
                  </a:lnTo>
                  <a:lnTo>
                    <a:pt x="97991" y="1311693"/>
                  </a:lnTo>
                  <a:lnTo>
                    <a:pt x="99913" y="1311360"/>
                  </a:lnTo>
                  <a:lnTo>
                    <a:pt x="101834" y="1310937"/>
                  </a:lnTo>
                  <a:lnTo>
                    <a:pt x="103755" y="1310295"/>
                  </a:lnTo>
                  <a:lnTo>
                    <a:pt x="105677" y="1309401"/>
                  </a:lnTo>
                  <a:lnTo>
                    <a:pt x="107598" y="1308337"/>
                  </a:lnTo>
                  <a:lnTo>
                    <a:pt x="109520" y="1307257"/>
                  </a:lnTo>
                  <a:lnTo>
                    <a:pt x="111441" y="1306300"/>
                  </a:lnTo>
                  <a:lnTo>
                    <a:pt x="113362" y="1305513"/>
                  </a:lnTo>
                  <a:lnTo>
                    <a:pt x="115284" y="1304813"/>
                  </a:lnTo>
                  <a:lnTo>
                    <a:pt x="117205" y="1304034"/>
                  </a:lnTo>
                  <a:lnTo>
                    <a:pt x="119127" y="1303040"/>
                  </a:lnTo>
                  <a:lnTo>
                    <a:pt x="121048" y="1301842"/>
                  </a:lnTo>
                  <a:lnTo>
                    <a:pt x="122969" y="1300675"/>
                  </a:lnTo>
                  <a:lnTo>
                    <a:pt x="124891" y="1299862"/>
                  </a:lnTo>
                  <a:lnTo>
                    <a:pt x="126812" y="1299661"/>
                  </a:lnTo>
                  <a:lnTo>
                    <a:pt x="128734" y="1300127"/>
                  </a:lnTo>
                  <a:lnTo>
                    <a:pt x="130655" y="1301070"/>
                  </a:lnTo>
                  <a:lnTo>
                    <a:pt x="132576" y="1302102"/>
                  </a:lnTo>
                  <a:lnTo>
                    <a:pt x="134498" y="1302752"/>
                  </a:lnTo>
                  <a:lnTo>
                    <a:pt x="136419" y="1302610"/>
                  </a:lnTo>
                  <a:lnTo>
                    <a:pt x="138341" y="1301438"/>
                  </a:lnTo>
                  <a:lnTo>
                    <a:pt x="140262" y="1299252"/>
                  </a:lnTo>
                  <a:lnTo>
                    <a:pt x="142183" y="1296335"/>
                  </a:lnTo>
                  <a:lnTo>
                    <a:pt x="144105" y="1293168"/>
                  </a:lnTo>
                  <a:lnTo>
                    <a:pt x="146026" y="1290283"/>
                  </a:lnTo>
                  <a:lnTo>
                    <a:pt x="147948" y="1288074"/>
                  </a:lnTo>
                  <a:lnTo>
                    <a:pt x="149869" y="1286671"/>
                  </a:lnTo>
                  <a:lnTo>
                    <a:pt x="151791" y="1285937"/>
                  </a:lnTo>
                  <a:lnTo>
                    <a:pt x="153712" y="1285620"/>
                  </a:lnTo>
                  <a:lnTo>
                    <a:pt x="155633" y="1285561"/>
                  </a:lnTo>
                  <a:lnTo>
                    <a:pt x="157555" y="1285808"/>
                  </a:lnTo>
                  <a:lnTo>
                    <a:pt x="159476" y="1286548"/>
                  </a:lnTo>
                  <a:lnTo>
                    <a:pt x="161398" y="1287905"/>
                  </a:lnTo>
                  <a:lnTo>
                    <a:pt x="163319" y="1289702"/>
                  </a:lnTo>
                  <a:lnTo>
                    <a:pt x="165240" y="1291417"/>
                  </a:lnTo>
                  <a:lnTo>
                    <a:pt x="167162" y="1292429"/>
                  </a:lnTo>
                  <a:lnTo>
                    <a:pt x="169083" y="1292207"/>
                  </a:lnTo>
                  <a:lnTo>
                    <a:pt x="171005" y="1290475"/>
                  </a:lnTo>
                  <a:lnTo>
                    <a:pt x="172926" y="1287263"/>
                  </a:lnTo>
                  <a:lnTo>
                    <a:pt x="174847" y="1282872"/>
                  </a:lnTo>
                  <a:lnTo>
                    <a:pt x="176769" y="1277751"/>
                  </a:lnTo>
                  <a:lnTo>
                    <a:pt x="178690" y="1272362"/>
                  </a:lnTo>
                  <a:lnTo>
                    <a:pt x="180612" y="1267030"/>
                  </a:lnTo>
                  <a:lnTo>
                    <a:pt x="182533" y="1261875"/>
                  </a:lnTo>
                  <a:lnTo>
                    <a:pt x="184454" y="1256827"/>
                  </a:lnTo>
                  <a:lnTo>
                    <a:pt x="186376" y="1251720"/>
                  </a:lnTo>
                  <a:lnTo>
                    <a:pt x="188297" y="1246427"/>
                  </a:lnTo>
                  <a:lnTo>
                    <a:pt x="190219" y="1240958"/>
                  </a:lnTo>
                  <a:lnTo>
                    <a:pt x="192140" y="1235496"/>
                  </a:lnTo>
                  <a:lnTo>
                    <a:pt x="194061" y="1230363"/>
                  </a:lnTo>
                  <a:lnTo>
                    <a:pt x="195983" y="1225923"/>
                  </a:lnTo>
                  <a:lnTo>
                    <a:pt x="197904" y="1222481"/>
                  </a:lnTo>
                  <a:lnTo>
                    <a:pt x="199826" y="1220211"/>
                  </a:lnTo>
                  <a:lnTo>
                    <a:pt x="201747" y="1219119"/>
                  </a:lnTo>
                  <a:lnTo>
                    <a:pt x="203668" y="1219077"/>
                  </a:lnTo>
                  <a:lnTo>
                    <a:pt x="205590" y="1219695"/>
                  </a:lnTo>
                  <a:lnTo>
                    <a:pt x="207511" y="1220424"/>
                  </a:lnTo>
                  <a:lnTo>
                    <a:pt x="209433" y="1220524"/>
                  </a:lnTo>
                  <a:lnTo>
                    <a:pt x="211354" y="1219109"/>
                  </a:lnTo>
                  <a:lnTo>
                    <a:pt x="213275" y="1215283"/>
                  </a:lnTo>
                  <a:lnTo>
                    <a:pt x="215197" y="1208300"/>
                  </a:lnTo>
                  <a:lnTo>
                    <a:pt x="217118" y="1197654"/>
                  </a:lnTo>
                  <a:lnTo>
                    <a:pt x="219040" y="1183029"/>
                  </a:lnTo>
                  <a:lnTo>
                    <a:pt x="220961" y="1164087"/>
                  </a:lnTo>
                  <a:lnTo>
                    <a:pt x="222883" y="1140237"/>
                  </a:lnTo>
                  <a:lnTo>
                    <a:pt x="224804" y="1110560"/>
                  </a:lnTo>
                  <a:lnTo>
                    <a:pt x="226725" y="1074021"/>
                  </a:lnTo>
                  <a:lnTo>
                    <a:pt x="228647" y="1029880"/>
                  </a:lnTo>
                  <a:lnTo>
                    <a:pt x="230568" y="977986"/>
                  </a:lnTo>
                  <a:lnTo>
                    <a:pt x="232490" y="918593"/>
                  </a:lnTo>
                  <a:lnTo>
                    <a:pt x="234411" y="851563"/>
                  </a:lnTo>
                  <a:lnTo>
                    <a:pt x="236332" y="775311"/>
                  </a:lnTo>
                  <a:lnTo>
                    <a:pt x="238254" y="686311"/>
                  </a:lnTo>
                  <a:lnTo>
                    <a:pt x="240175" y="580080"/>
                  </a:lnTo>
                  <a:lnTo>
                    <a:pt x="242097" y="454172"/>
                  </a:lnTo>
                  <a:lnTo>
                    <a:pt x="244018" y="312577"/>
                  </a:lnTo>
                  <a:lnTo>
                    <a:pt x="245939" y="171483"/>
                  </a:lnTo>
                  <a:lnTo>
                    <a:pt x="247861" y="57463"/>
                  </a:lnTo>
                  <a:lnTo>
                    <a:pt x="249782" y="0"/>
                  </a:lnTo>
                  <a:lnTo>
                    <a:pt x="251704" y="21538"/>
                  </a:lnTo>
                  <a:lnTo>
                    <a:pt x="253625" y="127830"/>
                  </a:lnTo>
                  <a:lnTo>
                    <a:pt x="255546" y="304245"/>
                  </a:lnTo>
                  <a:lnTo>
                    <a:pt x="257468" y="520285"/>
                  </a:lnTo>
                  <a:lnTo>
                    <a:pt x="259389" y="740095"/>
                  </a:lnTo>
                  <a:lnTo>
                    <a:pt x="261311" y="933700"/>
                  </a:lnTo>
                  <a:lnTo>
                    <a:pt x="263232" y="1084073"/>
                  </a:lnTo>
                  <a:lnTo>
                    <a:pt x="265153" y="1188012"/>
                  </a:lnTo>
                  <a:lnTo>
                    <a:pt x="267075" y="1252230"/>
                  </a:lnTo>
                  <a:lnTo>
                    <a:pt x="268996" y="1287737"/>
                  </a:lnTo>
                  <a:lnTo>
                    <a:pt x="270918" y="1305255"/>
                  </a:lnTo>
                  <a:lnTo>
                    <a:pt x="272839" y="1312864"/>
                  </a:lnTo>
                  <a:lnTo>
                    <a:pt x="274760" y="1315636"/>
                  </a:lnTo>
                  <a:lnTo>
                    <a:pt x="276682" y="1316317"/>
                  </a:lnTo>
                  <a:lnTo>
                    <a:pt x="278603" y="1316237"/>
                  </a:lnTo>
                  <a:lnTo>
                    <a:pt x="280525" y="1316006"/>
                  </a:lnTo>
                  <a:lnTo>
                    <a:pt x="282446" y="1315893"/>
                  </a:lnTo>
                  <a:lnTo>
                    <a:pt x="284367" y="1316000"/>
                  </a:lnTo>
                  <a:lnTo>
                    <a:pt x="286289" y="1316320"/>
                  </a:lnTo>
                  <a:lnTo>
                    <a:pt x="288210" y="1316759"/>
                  </a:lnTo>
                  <a:lnTo>
                    <a:pt x="290132" y="1317212"/>
                  </a:lnTo>
                  <a:lnTo>
                    <a:pt x="292053" y="1317598"/>
                  </a:lnTo>
                  <a:lnTo>
                    <a:pt x="293975" y="1317870"/>
                  </a:lnTo>
                  <a:lnTo>
                    <a:pt x="295896" y="1318010"/>
                  </a:lnTo>
                  <a:lnTo>
                    <a:pt x="297817" y="1318016"/>
                  </a:lnTo>
                  <a:lnTo>
                    <a:pt x="299739" y="1317888"/>
                  </a:lnTo>
                  <a:lnTo>
                    <a:pt x="301660" y="1317630"/>
                  </a:lnTo>
                  <a:lnTo>
                    <a:pt x="303582" y="1317260"/>
                  </a:lnTo>
                  <a:lnTo>
                    <a:pt x="305503" y="1316823"/>
                  </a:lnTo>
                  <a:lnTo>
                    <a:pt x="307424" y="1316396"/>
                  </a:lnTo>
                  <a:lnTo>
                    <a:pt x="309346" y="1316076"/>
                  </a:lnTo>
                  <a:lnTo>
                    <a:pt x="311267" y="1315945"/>
                  </a:lnTo>
                  <a:lnTo>
                    <a:pt x="313189" y="1316038"/>
                  </a:lnTo>
                  <a:lnTo>
                    <a:pt x="315110" y="1316333"/>
                  </a:lnTo>
                  <a:lnTo>
                    <a:pt x="317031" y="1316754"/>
                  </a:lnTo>
                  <a:lnTo>
                    <a:pt x="318953" y="1317203"/>
                  </a:lnTo>
                  <a:lnTo>
                    <a:pt x="320874" y="1317598"/>
                  </a:lnTo>
                  <a:lnTo>
                    <a:pt x="322796" y="1317890"/>
                  </a:lnTo>
                  <a:lnTo>
                    <a:pt x="324717" y="1318064"/>
                  </a:lnTo>
                  <a:lnTo>
                    <a:pt x="326638" y="1318116"/>
                  </a:lnTo>
                  <a:lnTo>
                    <a:pt x="328560" y="1318041"/>
                  </a:lnTo>
                  <a:lnTo>
                    <a:pt x="330481" y="1317820"/>
                  </a:lnTo>
                  <a:lnTo>
                    <a:pt x="332403" y="1317419"/>
                  </a:lnTo>
                  <a:lnTo>
                    <a:pt x="334324" y="1316821"/>
                  </a:lnTo>
                  <a:lnTo>
                    <a:pt x="336245" y="1316050"/>
                  </a:lnTo>
                  <a:lnTo>
                    <a:pt x="338167" y="1315196"/>
                  </a:lnTo>
                  <a:lnTo>
                    <a:pt x="340088" y="1314409"/>
                  </a:lnTo>
                  <a:lnTo>
                    <a:pt x="342010" y="1313859"/>
                  </a:lnTo>
                  <a:lnTo>
                    <a:pt x="343931" y="1313683"/>
                  </a:lnTo>
                  <a:lnTo>
                    <a:pt x="345852" y="1313923"/>
                  </a:lnTo>
                  <a:lnTo>
                    <a:pt x="347774" y="1314519"/>
                  </a:lnTo>
                  <a:lnTo>
                    <a:pt x="349695" y="1315324"/>
                  </a:lnTo>
                  <a:lnTo>
                    <a:pt x="351617" y="1316171"/>
                  </a:lnTo>
                  <a:lnTo>
                    <a:pt x="353538" y="1316918"/>
                  </a:lnTo>
                  <a:lnTo>
                    <a:pt x="355459" y="1317491"/>
                  </a:lnTo>
                  <a:lnTo>
                    <a:pt x="357381" y="1317877"/>
                  </a:lnTo>
                  <a:lnTo>
                    <a:pt x="359302" y="1318109"/>
                  </a:lnTo>
                  <a:lnTo>
                    <a:pt x="361224" y="1318232"/>
                  </a:lnTo>
                  <a:lnTo>
                    <a:pt x="363145" y="1318290"/>
                  </a:lnTo>
                  <a:lnTo>
                    <a:pt x="365067" y="1318315"/>
                  </a:lnTo>
                  <a:lnTo>
                    <a:pt x="366988" y="1318325"/>
                  </a:lnTo>
                  <a:lnTo>
                    <a:pt x="368909" y="1318328"/>
                  </a:lnTo>
                  <a:lnTo>
                    <a:pt x="370831" y="1318329"/>
                  </a:lnTo>
                  <a:lnTo>
                    <a:pt x="372752" y="1318329"/>
                  </a:lnTo>
                  <a:lnTo>
                    <a:pt x="374674" y="1318329"/>
                  </a:lnTo>
                  <a:lnTo>
                    <a:pt x="376595" y="1318329"/>
                  </a:lnTo>
                  <a:lnTo>
                    <a:pt x="378516" y="1318329"/>
                  </a:lnTo>
                  <a:lnTo>
                    <a:pt x="380438" y="1318329"/>
                  </a:lnTo>
                  <a:lnTo>
                    <a:pt x="382359" y="1318329"/>
                  </a:lnTo>
                  <a:lnTo>
                    <a:pt x="384281" y="1318329"/>
                  </a:lnTo>
                  <a:lnTo>
                    <a:pt x="386202" y="1318329"/>
                  </a:lnTo>
                  <a:lnTo>
                    <a:pt x="388123" y="1318329"/>
                  </a:lnTo>
                  <a:lnTo>
                    <a:pt x="390045" y="1318329"/>
                  </a:lnTo>
                  <a:lnTo>
                    <a:pt x="391966" y="1318329"/>
                  </a:lnTo>
                  <a:lnTo>
                    <a:pt x="393888" y="1318329"/>
                  </a:lnTo>
                  <a:lnTo>
                    <a:pt x="395809" y="1318329"/>
                  </a:lnTo>
                  <a:lnTo>
                    <a:pt x="397730" y="1318329"/>
                  </a:lnTo>
                  <a:lnTo>
                    <a:pt x="399652" y="1318329"/>
                  </a:lnTo>
                  <a:lnTo>
                    <a:pt x="401573" y="1318329"/>
                  </a:lnTo>
                  <a:lnTo>
                    <a:pt x="403495" y="1318329"/>
                  </a:lnTo>
                  <a:lnTo>
                    <a:pt x="405416" y="1318329"/>
                  </a:lnTo>
                  <a:lnTo>
                    <a:pt x="407337" y="1318329"/>
                  </a:lnTo>
                  <a:lnTo>
                    <a:pt x="409259" y="1318329"/>
                  </a:lnTo>
                  <a:lnTo>
                    <a:pt x="411180" y="1318329"/>
                  </a:lnTo>
                  <a:lnTo>
                    <a:pt x="413102" y="1318329"/>
                  </a:lnTo>
                  <a:lnTo>
                    <a:pt x="415023" y="1318328"/>
                  </a:lnTo>
                  <a:lnTo>
                    <a:pt x="416944" y="1318324"/>
                  </a:lnTo>
                  <a:lnTo>
                    <a:pt x="418866" y="1318314"/>
                  </a:lnTo>
                  <a:lnTo>
                    <a:pt x="420787" y="1318289"/>
                  </a:lnTo>
                  <a:lnTo>
                    <a:pt x="422709" y="1318235"/>
                  </a:lnTo>
                  <a:lnTo>
                    <a:pt x="424630" y="1318129"/>
                  </a:lnTo>
                  <a:lnTo>
                    <a:pt x="426551" y="1317945"/>
                  </a:lnTo>
                  <a:lnTo>
                    <a:pt x="428473" y="1317665"/>
                  </a:lnTo>
                  <a:lnTo>
                    <a:pt x="430394" y="1317287"/>
                  </a:lnTo>
                  <a:lnTo>
                    <a:pt x="432316" y="1316846"/>
                  </a:lnTo>
                  <a:lnTo>
                    <a:pt x="434237" y="1316415"/>
                  </a:lnTo>
                  <a:lnTo>
                    <a:pt x="436159" y="1316085"/>
                  </a:lnTo>
                  <a:lnTo>
                    <a:pt x="438080" y="1315941"/>
                  </a:lnTo>
                  <a:lnTo>
                    <a:pt x="440001" y="1316024"/>
                  </a:lnTo>
                  <a:lnTo>
                    <a:pt x="441923" y="1316313"/>
                  </a:lnTo>
                  <a:lnTo>
                    <a:pt x="443844" y="1316732"/>
                  </a:lnTo>
                  <a:lnTo>
                    <a:pt x="445766" y="1317186"/>
                  </a:lnTo>
                  <a:lnTo>
                    <a:pt x="447687" y="1317588"/>
                  </a:lnTo>
                  <a:lnTo>
                    <a:pt x="449608" y="1317892"/>
                  </a:lnTo>
                  <a:lnTo>
                    <a:pt x="451530" y="1318079"/>
                  </a:lnTo>
                  <a:lnTo>
                    <a:pt x="453451" y="1318165"/>
                  </a:lnTo>
                  <a:lnTo>
                    <a:pt x="455373" y="1318159"/>
                  </a:lnTo>
                  <a:lnTo>
                    <a:pt x="457294" y="1318059"/>
                  </a:lnTo>
                  <a:lnTo>
                    <a:pt x="459215" y="1317854"/>
                  </a:lnTo>
                  <a:lnTo>
                    <a:pt x="461137" y="1317539"/>
                  </a:lnTo>
                  <a:lnTo>
                    <a:pt x="463058" y="1317129"/>
                  </a:lnTo>
                  <a:lnTo>
                    <a:pt x="464980" y="1316678"/>
                  </a:lnTo>
                  <a:lnTo>
                    <a:pt x="466901" y="1316272"/>
                  </a:lnTo>
                  <a:lnTo>
                    <a:pt x="468822" y="1316005"/>
                  </a:lnTo>
                  <a:lnTo>
                    <a:pt x="470744" y="1315947"/>
                  </a:lnTo>
                  <a:lnTo>
                    <a:pt x="472665" y="1316114"/>
                  </a:lnTo>
                  <a:lnTo>
                    <a:pt x="474587" y="1316460"/>
                  </a:lnTo>
                  <a:lnTo>
                    <a:pt x="476508" y="1316900"/>
                  </a:lnTo>
                  <a:lnTo>
                    <a:pt x="478429" y="1317340"/>
                  </a:lnTo>
                  <a:lnTo>
                    <a:pt x="480351" y="1317709"/>
                  </a:lnTo>
                  <a:lnTo>
                    <a:pt x="482272" y="1317978"/>
                  </a:lnTo>
                  <a:lnTo>
                    <a:pt x="484194" y="1318150"/>
                  </a:lnTo>
                  <a:lnTo>
                    <a:pt x="486115" y="1318246"/>
                  </a:lnTo>
                  <a:lnTo>
                    <a:pt x="488036" y="1318293"/>
                  </a:lnTo>
                  <a:lnTo>
                    <a:pt x="489958" y="1318309"/>
                  </a:lnTo>
                  <a:lnTo>
                    <a:pt x="491879" y="1318304"/>
                  </a:lnTo>
                  <a:lnTo>
                    <a:pt x="493801" y="1318274"/>
                  </a:lnTo>
                  <a:lnTo>
                    <a:pt x="495722" y="1318204"/>
                  </a:lnTo>
                  <a:lnTo>
                    <a:pt x="497643" y="1318071"/>
                  </a:lnTo>
                  <a:lnTo>
                    <a:pt x="499565" y="1317848"/>
                  </a:lnTo>
                  <a:lnTo>
                    <a:pt x="501486" y="1317521"/>
                  </a:lnTo>
                  <a:lnTo>
                    <a:pt x="503408" y="1317104"/>
                  </a:lnTo>
                  <a:lnTo>
                    <a:pt x="505329" y="1316651"/>
                  </a:lnTo>
                  <a:lnTo>
                    <a:pt x="507250" y="1316249"/>
                  </a:lnTo>
                  <a:lnTo>
                    <a:pt x="509172" y="1315992"/>
                  </a:lnTo>
                  <a:lnTo>
                    <a:pt x="511093" y="1315948"/>
                  </a:lnTo>
                  <a:lnTo>
                    <a:pt x="513015" y="1316129"/>
                  </a:lnTo>
                  <a:lnTo>
                    <a:pt x="514936" y="1316484"/>
                  </a:lnTo>
                  <a:lnTo>
                    <a:pt x="516858" y="1316927"/>
                  </a:lnTo>
                  <a:lnTo>
                    <a:pt x="518779" y="1317364"/>
                  </a:lnTo>
                  <a:lnTo>
                    <a:pt x="520700" y="1317729"/>
                  </a:lnTo>
                  <a:lnTo>
                    <a:pt x="522622" y="1317991"/>
                  </a:lnTo>
                  <a:lnTo>
                    <a:pt x="524543" y="1318158"/>
                  </a:lnTo>
                  <a:lnTo>
                    <a:pt x="526465" y="1318251"/>
                  </a:lnTo>
                  <a:lnTo>
                    <a:pt x="528386" y="1318297"/>
                  </a:lnTo>
                  <a:lnTo>
                    <a:pt x="530307" y="1318317"/>
                  </a:lnTo>
                  <a:lnTo>
                    <a:pt x="532229" y="1318325"/>
                  </a:lnTo>
                  <a:lnTo>
                    <a:pt x="534150" y="1318328"/>
                  </a:lnTo>
                  <a:lnTo>
                    <a:pt x="536072" y="1318329"/>
                  </a:lnTo>
                  <a:lnTo>
                    <a:pt x="537993" y="1318329"/>
                  </a:lnTo>
                  <a:lnTo>
                    <a:pt x="539914" y="1318329"/>
                  </a:lnTo>
                  <a:lnTo>
                    <a:pt x="541836" y="1318329"/>
                  </a:lnTo>
                  <a:lnTo>
                    <a:pt x="543757" y="1318329"/>
                  </a:lnTo>
                  <a:lnTo>
                    <a:pt x="545679" y="1318329"/>
                  </a:lnTo>
                  <a:lnTo>
                    <a:pt x="547600" y="1318329"/>
                  </a:lnTo>
                  <a:lnTo>
                    <a:pt x="549521" y="1318329"/>
                  </a:lnTo>
                  <a:lnTo>
                    <a:pt x="551443" y="1318329"/>
                  </a:lnTo>
                  <a:lnTo>
                    <a:pt x="553364" y="1318329"/>
                  </a:lnTo>
                  <a:lnTo>
                    <a:pt x="555286" y="1318329"/>
                  </a:lnTo>
                  <a:lnTo>
                    <a:pt x="557207" y="1318329"/>
                  </a:lnTo>
                  <a:lnTo>
                    <a:pt x="559128" y="1318329"/>
                  </a:lnTo>
                  <a:lnTo>
                    <a:pt x="561050" y="1318328"/>
                  </a:lnTo>
                  <a:lnTo>
                    <a:pt x="562971" y="1318327"/>
                  </a:lnTo>
                  <a:lnTo>
                    <a:pt x="564893" y="1318322"/>
                  </a:lnTo>
                  <a:lnTo>
                    <a:pt x="566814" y="1318309"/>
                  </a:lnTo>
                  <a:lnTo>
                    <a:pt x="568735" y="1318278"/>
                  </a:lnTo>
                  <a:lnTo>
                    <a:pt x="570657" y="1318215"/>
                  </a:lnTo>
                  <a:lnTo>
                    <a:pt x="572578" y="1318094"/>
                  </a:lnTo>
                  <a:lnTo>
                    <a:pt x="574500" y="1317887"/>
                  </a:lnTo>
                  <a:lnTo>
                    <a:pt x="576421" y="1317575"/>
                  </a:lnTo>
                  <a:lnTo>
                    <a:pt x="578342" y="1317168"/>
                  </a:lnTo>
                  <a:lnTo>
                    <a:pt x="580264" y="1316715"/>
                  </a:lnTo>
                  <a:lnTo>
                    <a:pt x="582185" y="1316300"/>
                  </a:lnTo>
                  <a:lnTo>
                    <a:pt x="584107" y="1316019"/>
                  </a:lnTo>
                  <a:lnTo>
                    <a:pt x="586028" y="1315945"/>
                  </a:lnTo>
                  <a:lnTo>
                    <a:pt x="587950" y="1316097"/>
                  </a:lnTo>
                  <a:lnTo>
                    <a:pt x="589871" y="1316432"/>
                  </a:lnTo>
                  <a:lnTo>
                    <a:pt x="591792" y="1316864"/>
                  </a:lnTo>
                  <a:lnTo>
                    <a:pt x="593714" y="1317303"/>
                  </a:lnTo>
                  <a:lnTo>
                    <a:pt x="595635" y="1317677"/>
                  </a:lnTo>
                  <a:lnTo>
                    <a:pt x="597557" y="1317954"/>
                  </a:lnTo>
                  <a:lnTo>
                    <a:pt x="599478" y="1318134"/>
                  </a:lnTo>
                  <a:lnTo>
                    <a:pt x="601399" y="1318237"/>
                  </a:lnTo>
                  <a:lnTo>
                    <a:pt x="603321" y="1318290"/>
                  </a:lnTo>
                  <a:lnTo>
                    <a:pt x="605242" y="1318314"/>
                  </a:lnTo>
                  <a:lnTo>
                    <a:pt x="607164" y="1318324"/>
                  </a:lnTo>
                  <a:lnTo>
                    <a:pt x="609085" y="1318328"/>
                  </a:lnTo>
                  <a:lnTo>
                    <a:pt x="611006" y="1318329"/>
                  </a:lnTo>
                  <a:lnTo>
                    <a:pt x="612928" y="1318329"/>
                  </a:lnTo>
                  <a:lnTo>
                    <a:pt x="614849" y="1318329"/>
                  </a:lnTo>
                  <a:lnTo>
                    <a:pt x="616771" y="1318329"/>
                  </a:lnTo>
                  <a:lnTo>
                    <a:pt x="618692" y="1318329"/>
                  </a:lnTo>
                  <a:lnTo>
                    <a:pt x="620613" y="1318329"/>
                  </a:lnTo>
                  <a:lnTo>
                    <a:pt x="622535" y="1318329"/>
                  </a:lnTo>
                  <a:lnTo>
                    <a:pt x="624456" y="1318329"/>
                  </a:lnTo>
                  <a:lnTo>
                    <a:pt x="626378" y="1318329"/>
                  </a:lnTo>
                  <a:lnTo>
                    <a:pt x="628299" y="1318329"/>
                  </a:lnTo>
                  <a:lnTo>
                    <a:pt x="630220" y="1318329"/>
                  </a:lnTo>
                  <a:lnTo>
                    <a:pt x="632142" y="1318329"/>
                  </a:lnTo>
                  <a:lnTo>
                    <a:pt x="634063" y="1318329"/>
                  </a:lnTo>
                  <a:lnTo>
                    <a:pt x="635985" y="1318329"/>
                  </a:lnTo>
                  <a:lnTo>
                    <a:pt x="637906" y="1318329"/>
                  </a:lnTo>
                  <a:lnTo>
                    <a:pt x="639827" y="1318329"/>
                  </a:lnTo>
                  <a:lnTo>
                    <a:pt x="641749" y="1318329"/>
                  </a:lnTo>
                  <a:lnTo>
                    <a:pt x="643670" y="1318329"/>
                  </a:lnTo>
                  <a:lnTo>
                    <a:pt x="645592" y="1318329"/>
                  </a:lnTo>
                  <a:lnTo>
                    <a:pt x="647513" y="1318329"/>
                  </a:lnTo>
                  <a:lnTo>
                    <a:pt x="649434" y="1318329"/>
                  </a:lnTo>
                  <a:lnTo>
                    <a:pt x="651356" y="1318329"/>
                  </a:lnTo>
                  <a:lnTo>
                    <a:pt x="653277" y="1318329"/>
                  </a:lnTo>
                  <a:lnTo>
                    <a:pt x="655199" y="1318329"/>
                  </a:lnTo>
                  <a:lnTo>
                    <a:pt x="657120" y="1318329"/>
                  </a:lnTo>
                  <a:lnTo>
                    <a:pt x="659042" y="1318329"/>
                  </a:lnTo>
                  <a:lnTo>
                    <a:pt x="660963" y="1318329"/>
                  </a:lnTo>
                  <a:lnTo>
                    <a:pt x="662884" y="1318329"/>
                  </a:lnTo>
                  <a:lnTo>
                    <a:pt x="664806" y="1318329"/>
                  </a:lnTo>
                  <a:lnTo>
                    <a:pt x="666727" y="1318329"/>
                  </a:lnTo>
                  <a:lnTo>
                    <a:pt x="668649" y="1318329"/>
                  </a:lnTo>
                  <a:lnTo>
                    <a:pt x="670570" y="1318329"/>
                  </a:lnTo>
                  <a:lnTo>
                    <a:pt x="672491" y="1318329"/>
                  </a:lnTo>
                  <a:lnTo>
                    <a:pt x="674413" y="1318329"/>
                  </a:lnTo>
                  <a:lnTo>
                    <a:pt x="676334" y="1318329"/>
                  </a:lnTo>
                  <a:lnTo>
                    <a:pt x="678256" y="1318329"/>
                  </a:lnTo>
                  <a:lnTo>
                    <a:pt x="680177" y="1318329"/>
                  </a:lnTo>
                  <a:lnTo>
                    <a:pt x="682098" y="1318329"/>
                  </a:lnTo>
                  <a:lnTo>
                    <a:pt x="684020" y="1318329"/>
                  </a:lnTo>
                  <a:lnTo>
                    <a:pt x="685941" y="1318329"/>
                  </a:lnTo>
                  <a:lnTo>
                    <a:pt x="687863" y="1318329"/>
                  </a:lnTo>
                  <a:lnTo>
                    <a:pt x="689784" y="1318329"/>
                  </a:lnTo>
                  <a:lnTo>
                    <a:pt x="691705" y="1318329"/>
                  </a:lnTo>
                  <a:lnTo>
                    <a:pt x="693627" y="1318329"/>
                  </a:lnTo>
                  <a:lnTo>
                    <a:pt x="695548" y="1318329"/>
                  </a:lnTo>
                  <a:lnTo>
                    <a:pt x="697470" y="1318329"/>
                  </a:lnTo>
                  <a:lnTo>
                    <a:pt x="699391" y="1318329"/>
                  </a:lnTo>
                  <a:lnTo>
                    <a:pt x="701312" y="1318329"/>
                  </a:lnTo>
                  <a:lnTo>
                    <a:pt x="703234" y="1318329"/>
                  </a:lnTo>
                  <a:lnTo>
                    <a:pt x="705155" y="1318329"/>
                  </a:lnTo>
                  <a:lnTo>
                    <a:pt x="707077" y="1318329"/>
                  </a:lnTo>
                  <a:lnTo>
                    <a:pt x="708998" y="1318329"/>
                  </a:lnTo>
                  <a:lnTo>
                    <a:pt x="710919" y="1318329"/>
                  </a:lnTo>
                  <a:lnTo>
                    <a:pt x="712841" y="1318329"/>
                  </a:lnTo>
                  <a:lnTo>
                    <a:pt x="714762" y="1318329"/>
                  </a:lnTo>
                  <a:lnTo>
                    <a:pt x="716684" y="1318329"/>
                  </a:lnTo>
                  <a:lnTo>
                    <a:pt x="718605" y="1318329"/>
                  </a:lnTo>
                  <a:lnTo>
                    <a:pt x="720526" y="1318329"/>
                  </a:lnTo>
                  <a:lnTo>
                    <a:pt x="722448" y="1318329"/>
                  </a:lnTo>
                  <a:lnTo>
                    <a:pt x="724369" y="1318329"/>
                  </a:lnTo>
                  <a:lnTo>
                    <a:pt x="726291" y="1318329"/>
                  </a:lnTo>
                  <a:lnTo>
                    <a:pt x="728212" y="1318329"/>
                  </a:lnTo>
                  <a:lnTo>
                    <a:pt x="730134" y="1318329"/>
                  </a:lnTo>
                  <a:lnTo>
                    <a:pt x="732055" y="1318329"/>
                  </a:lnTo>
                  <a:lnTo>
                    <a:pt x="733976" y="1318329"/>
                  </a:lnTo>
                  <a:lnTo>
                    <a:pt x="735898" y="1318329"/>
                  </a:lnTo>
                  <a:lnTo>
                    <a:pt x="737819" y="1318329"/>
                  </a:lnTo>
                  <a:lnTo>
                    <a:pt x="739741" y="1318329"/>
                  </a:lnTo>
                  <a:lnTo>
                    <a:pt x="741662" y="1318329"/>
                  </a:lnTo>
                  <a:lnTo>
                    <a:pt x="743583" y="1318329"/>
                  </a:lnTo>
                  <a:lnTo>
                    <a:pt x="745505" y="1318329"/>
                  </a:lnTo>
                  <a:lnTo>
                    <a:pt x="747426" y="1318329"/>
                  </a:lnTo>
                  <a:lnTo>
                    <a:pt x="749348" y="1318329"/>
                  </a:lnTo>
                  <a:lnTo>
                    <a:pt x="751269" y="1318329"/>
                  </a:lnTo>
                  <a:lnTo>
                    <a:pt x="753190" y="1318329"/>
                  </a:lnTo>
                  <a:lnTo>
                    <a:pt x="755112" y="1318329"/>
                  </a:lnTo>
                  <a:lnTo>
                    <a:pt x="757033" y="1318329"/>
                  </a:lnTo>
                  <a:lnTo>
                    <a:pt x="758955" y="1318329"/>
                  </a:lnTo>
                  <a:lnTo>
                    <a:pt x="760876" y="1318329"/>
                  </a:lnTo>
                  <a:lnTo>
                    <a:pt x="762797" y="1318329"/>
                  </a:lnTo>
                  <a:lnTo>
                    <a:pt x="764719" y="1318329"/>
                  </a:lnTo>
                  <a:lnTo>
                    <a:pt x="766640" y="1318329"/>
                  </a:lnTo>
                  <a:lnTo>
                    <a:pt x="768562" y="1318329"/>
                  </a:lnTo>
                  <a:lnTo>
                    <a:pt x="770483" y="1318329"/>
                  </a:lnTo>
                  <a:lnTo>
                    <a:pt x="772404" y="1318329"/>
                  </a:lnTo>
                  <a:lnTo>
                    <a:pt x="774326" y="1318329"/>
                  </a:lnTo>
                  <a:lnTo>
                    <a:pt x="776247" y="1318329"/>
                  </a:lnTo>
                  <a:lnTo>
                    <a:pt x="778169" y="1318329"/>
                  </a:lnTo>
                  <a:lnTo>
                    <a:pt x="780090" y="1318329"/>
                  </a:lnTo>
                  <a:lnTo>
                    <a:pt x="782011" y="1318329"/>
                  </a:lnTo>
                  <a:lnTo>
                    <a:pt x="783933" y="1318329"/>
                  </a:lnTo>
                  <a:lnTo>
                    <a:pt x="785854" y="1318329"/>
                  </a:lnTo>
                  <a:lnTo>
                    <a:pt x="787776" y="1318329"/>
                  </a:lnTo>
                  <a:lnTo>
                    <a:pt x="789697" y="1318329"/>
                  </a:lnTo>
                  <a:lnTo>
                    <a:pt x="791618" y="1318329"/>
                  </a:lnTo>
                  <a:lnTo>
                    <a:pt x="793540" y="1318329"/>
                  </a:lnTo>
                  <a:lnTo>
                    <a:pt x="795461" y="1318329"/>
                  </a:lnTo>
                  <a:lnTo>
                    <a:pt x="797383" y="1318329"/>
                  </a:lnTo>
                  <a:lnTo>
                    <a:pt x="799304" y="1318329"/>
                  </a:lnTo>
                  <a:lnTo>
                    <a:pt x="801226" y="1318329"/>
                  </a:lnTo>
                  <a:lnTo>
                    <a:pt x="803147" y="1318329"/>
                  </a:lnTo>
                  <a:lnTo>
                    <a:pt x="805068" y="1318329"/>
                  </a:lnTo>
                  <a:lnTo>
                    <a:pt x="806990" y="1318329"/>
                  </a:lnTo>
                  <a:lnTo>
                    <a:pt x="808911" y="1318329"/>
                  </a:lnTo>
                  <a:lnTo>
                    <a:pt x="810833" y="1318329"/>
                  </a:lnTo>
                  <a:lnTo>
                    <a:pt x="812754" y="1318329"/>
                  </a:lnTo>
                  <a:lnTo>
                    <a:pt x="814675" y="1318329"/>
                  </a:lnTo>
                  <a:lnTo>
                    <a:pt x="816597" y="1318329"/>
                  </a:lnTo>
                  <a:lnTo>
                    <a:pt x="818518" y="1318329"/>
                  </a:lnTo>
                  <a:lnTo>
                    <a:pt x="820440" y="1318329"/>
                  </a:lnTo>
                  <a:lnTo>
                    <a:pt x="822361" y="1318329"/>
                  </a:lnTo>
                  <a:lnTo>
                    <a:pt x="824282" y="1318329"/>
                  </a:lnTo>
                  <a:lnTo>
                    <a:pt x="826204" y="1318329"/>
                  </a:lnTo>
                  <a:lnTo>
                    <a:pt x="828125" y="1318329"/>
                  </a:lnTo>
                  <a:lnTo>
                    <a:pt x="830047" y="1318329"/>
                  </a:lnTo>
                  <a:lnTo>
                    <a:pt x="831968" y="1318329"/>
                  </a:lnTo>
                  <a:lnTo>
                    <a:pt x="833889" y="1318329"/>
                  </a:lnTo>
                  <a:lnTo>
                    <a:pt x="835811" y="1318329"/>
                  </a:lnTo>
                  <a:lnTo>
                    <a:pt x="837732" y="1318329"/>
                  </a:lnTo>
                  <a:lnTo>
                    <a:pt x="839654" y="1318329"/>
                  </a:lnTo>
                  <a:lnTo>
                    <a:pt x="841575" y="1318329"/>
                  </a:lnTo>
                  <a:lnTo>
                    <a:pt x="843496" y="1318329"/>
                  </a:lnTo>
                  <a:lnTo>
                    <a:pt x="845418" y="1318329"/>
                  </a:lnTo>
                  <a:lnTo>
                    <a:pt x="847339" y="1318329"/>
                  </a:lnTo>
                  <a:lnTo>
                    <a:pt x="849261" y="1318329"/>
                  </a:lnTo>
                  <a:lnTo>
                    <a:pt x="851182" y="1318329"/>
                  </a:lnTo>
                  <a:lnTo>
                    <a:pt x="853103" y="1318329"/>
                  </a:lnTo>
                  <a:lnTo>
                    <a:pt x="855025" y="1318329"/>
                  </a:lnTo>
                  <a:lnTo>
                    <a:pt x="856946" y="1318329"/>
                  </a:lnTo>
                  <a:lnTo>
                    <a:pt x="858868" y="1318329"/>
                  </a:lnTo>
                  <a:lnTo>
                    <a:pt x="860789" y="1318329"/>
                  </a:lnTo>
                  <a:lnTo>
                    <a:pt x="862710" y="1318329"/>
                  </a:lnTo>
                  <a:lnTo>
                    <a:pt x="864632" y="1318329"/>
                  </a:lnTo>
                  <a:lnTo>
                    <a:pt x="866553" y="1318329"/>
                  </a:lnTo>
                  <a:lnTo>
                    <a:pt x="868475" y="1318329"/>
                  </a:lnTo>
                  <a:lnTo>
                    <a:pt x="870396" y="1318329"/>
                  </a:lnTo>
                  <a:lnTo>
                    <a:pt x="872318" y="1318329"/>
                  </a:lnTo>
                  <a:lnTo>
                    <a:pt x="874239" y="1318329"/>
                  </a:lnTo>
                  <a:lnTo>
                    <a:pt x="876160" y="1318329"/>
                  </a:lnTo>
                  <a:lnTo>
                    <a:pt x="878082" y="1318329"/>
                  </a:lnTo>
                  <a:lnTo>
                    <a:pt x="880003" y="1318329"/>
                  </a:lnTo>
                  <a:lnTo>
                    <a:pt x="881925" y="1318329"/>
                  </a:lnTo>
                  <a:lnTo>
                    <a:pt x="883846" y="1318329"/>
                  </a:lnTo>
                  <a:lnTo>
                    <a:pt x="885767" y="1318329"/>
                  </a:lnTo>
                  <a:lnTo>
                    <a:pt x="887689" y="1318329"/>
                  </a:lnTo>
                  <a:lnTo>
                    <a:pt x="889610" y="1318329"/>
                  </a:lnTo>
                  <a:lnTo>
                    <a:pt x="891532" y="1318329"/>
                  </a:lnTo>
                  <a:lnTo>
                    <a:pt x="893453" y="1318329"/>
                  </a:lnTo>
                  <a:lnTo>
                    <a:pt x="895374" y="1318329"/>
                  </a:lnTo>
                  <a:lnTo>
                    <a:pt x="897296" y="1318329"/>
                  </a:lnTo>
                  <a:lnTo>
                    <a:pt x="899217" y="1318329"/>
                  </a:lnTo>
                  <a:lnTo>
                    <a:pt x="901139" y="1318329"/>
                  </a:lnTo>
                  <a:lnTo>
                    <a:pt x="903060" y="1318329"/>
                  </a:lnTo>
                  <a:lnTo>
                    <a:pt x="904981" y="1318329"/>
                  </a:lnTo>
                  <a:lnTo>
                    <a:pt x="906903" y="1318329"/>
                  </a:lnTo>
                  <a:lnTo>
                    <a:pt x="908824" y="1318329"/>
                  </a:lnTo>
                  <a:lnTo>
                    <a:pt x="910746" y="1318329"/>
                  </a:lnTo>
                  <a:lnTo>
                    <a:pt x="912667" y="1318329"/>
                  </a:lnTo>
                  <a:lnTo>
                    <a:pt x="914588" y="1318329"/>
                  </a:lnTo>
                  <a:lnTo>
                    <a:pt x="916510" y="1318329"/>
                  </a:lnTo>
                  <a:lnTo>
                    <a:pt x="918431" y="1318329"/>
                  </a:lnTo>
                  <a:lnTo>
                    <a:pt x="920353" y="1318329"/>
                  </a:lnTo>
                  <a:lnTo>
                    <a:pt x="922274" y="1318329"/>
                  </a:lnTo>
                  <a:lnTo>
                    <a:pt x="924195" y="1318329"/>
                  </a:lnTo>
                  <a:lnTo>
                    <a:pt x="926117" y="1318329"/>
                  </a:lnTo>
                  <a:lnTo>
                    <a:pt x="928038" y="1318329"/>
                  </a:lnTo>
                  <a:lnTo>
                    <a:pt x="929960" y="1318329"/>
                  </a:lnTo>
                  <a:lnTo>
                    <a:pt x="931881" y="1318329"/>
                  </a:lnTo>
                  <a:lnTo>
                    <a:pt x="933802" y="1318329"/>
                  </a:lnTo>
                  <a:lnTo>
                    <a:pt x="935724" y="1318329"/>
                  </a:lnTo>
                  <a:lnTo>
                    <a:pt x="937645" y="1318329"/>
                  </a:lnTo>
                  <a:lnTo>
                    <a:pt x="939567" y="1318329"/>
                  </a:lnTo>
                  <a:lnTo>
                    <a:pt x="941488" y="1318329"/>
                  </a:lnTo>
                  <a:lnTo>
                    <a:pt x="943410" y="1318329"/>
                  </a:lnTo>
                  <a:lnTo>
                    <a:pt x="945331" y="1318329"/>
                  </a:lnTo>
                  <a:lnTo>
                    <a:pt x="947252" y="1318329"/>
                  </a:lnTo>
                  <a:lnTo>
                    <a:pt x="949174" y="1318329"/>
                  </a:lnTo>
                  <a:lnTo>
                    <a:pt x="951095" y="1318329"/>
                  </a:lnTo>
                  <a:lnTo>
                    <a:pt x="953017" y="1318329"/>
                  </a:lnTo>
                  <a:lnTo>
                    <a:pt x="954938" y="1318329"/>
                  </a:lnTo>
                  <a:lnTo>
                    <a:pt x="956859" y="1318329"/>
                  </a:lnTo>
                  <a:lnTo>
                    <a:pt x="958781" y="1318329"/>
                  </a:lnTo>
                  <a:lnTo>
                    <a:pt x="960702" y="1318329"/>
                  </a:lnTo>
                  <a:lnTo>
                    <a:pt x="962624" y="1318329"/>
                  </a:lnTo>
                  <a:lnTo>
                    <a:pt x="964545" y="1318329"/>
                  </a:lnTo>
                  <a:lnTo>
                    <a:pt x="966466" y="1318329"/>
                  </a:lnTo>
                  <a:lnTo>
                    <a:pt x="968388" y="1318329"/>
                  </a:lnTo>
                  <a:lnTo>
                    <a:pt x="970309" y="1318329"/>
                  </a:lnTo>
                  <a:lnTo>
                    <a:pt x="972231" y="1318329"/>
                  </a:lnTo>
                  <a:lnTo>
                    <a:pt x="974152" y="1318329"/>
                  </a:lnTo>
                  <a:lnTo>
                    <a:pt x="976073" y="1318329"/>
                  </a:lnTo>
                  <a:lnTo>
                    <a:pt x="977995" y="1318329"/>
                  </a:lnTo>
                  <a:lnTo>
                    <a:pt x="979916" y="1318329"/>
                  </a:lnTo>
                  <a:lnTo>
                    <a:pt x="981838" y="1318329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1810162" y="5749673"/>
              <a:ext cx="981838" cy="233749"/>
            </a:xfrm>
            <a:custGeom>
              <a:avLst/>
              <a:pathLst>
                <a:path w="981838" h="233749">
                  <a:moveTo>
                    <a:pt x="0" y="233749"/>
                  </a:moveTo>
                  <a:lnTo>
                    <a:pt x="1921" y="233749"/>
                  </a:lnTo>
                  <a:lnTo>
                    <a:pt x="3842" y="233749"/>
                  </a:lnTo>
                  <a:lnTo>
                    <a:pt x="5764" y="233748"/>
                  </a:lnTo>
                  <a:lnTo>
                    <a:pt x="7685" y="233748"/>
                  </a:lnTo>
                  <a:lnTo>
                    <a:pt x="9607" y="233748"/>
                  </a:lnTo>
                  <a:lnTo>
                    <a:pt x="11528" y="233748"/>
                  </a:lnTo>
                  <a:lnTo>
                    <a:pt x="13449" y="233747"/>
                  </a:lnTo>
                  <a:lnTo>
                    <a:pt x="15371" y="233747"/>
                  </a:lnTo>
                  <a:lnTo>
                    <a:pt x="17292" y="233746"/>
                  </a:lnTo>
                  <a:lnTo>
                    <a:pt x="19214" y="233745"/>
                  </a:lnTo>
                  <a:lnTo>
                    <a:pt x="21135" y="233744"/>
                  </a:lnTo>
                  <a:lnTo>
                    <a:pt x="23056" y="233743"/>
                  </a:lnTo>
                  <a:lnTo>
                    <a:pt x="24978" y="233741"/>
                  </a:lnTo>
                  <a:lnTo>
                    <a:pt x="26899" y="233740"/>
                  </a:lnTo>
                  <a:lnTo>
                    <a:pt x="28821" y="233737"/>
                  </a:lnTo>
                  <a:lnTo>
                    <a:pt x="30742" y="233735"/>
                  </a:lnTo>
                  <a:lnTo>
                    <a:pt x="32663" y="233732"/>
                  </a:lnTo>
                  <a:lnTo>
                    <a:pt x="34585" y="233728"/>
                  </a:lnTo>
                  <a:lnTo>
                    <a:pt x="36506" y="233723"/>
                  </a:lnTo>
                  <a:lnTo>
                    <a:pt x="38428" y="233718"/>
                  </a:lnTo>
                  <a:lnTo>
                    <a:pt x="40349" y="233711"/>
                  </a:lnTo>
                  <a:lnTo>
                    <a:pt x="42270" y="233704"/>
                  </a:lnTo>
                  <a:lnTo>
                    <a:pt x="44192" y="233695"/>
                  </a:lnTo>
                  <a:lnTo>
                    <a:pt x="46113" y="233684"/>
                  </a:lnTo>
                  <a:lnTo>
                    <a:pt x="48035" y="233672"/>
                  </a:lnTo>
                  <a:lnTo>
                    <a:pt x="49956" y="233657"/>
                  </a:lnTo>
                  <a:lnTo>
                    <a:pt x="51877" y="233640"/>
                  </a:lnTo>
                  <a:lnTo>
                    <a:pt x="53799" y="233621"/>
                  </a:lnTo>
                  <a:lnTo>
                    <a:pt x="55720" y="233599"/>
                  </a:lnTo>
                  <a:lnTo>
                    <a:pt x="57642" y="233573"/>
                  </a:lnTo>
                  <a:lnTo>
                    <a:pt x="59563" y="233543"/>
                  </a:lnTo>
                  <a:lnTo>
                    <a:pt x="61484" y="233510"/>
                  </a:lnTo>
                  <a:lnTo>
                    <a:pt x="63406" y="233472"/>
                  </a:lnTo>
                  <a:lnTo>
                    <a:pt x="65327" y="233428"/>
                  </a:lnTo>
                  <a:lnTo>
                    <a:pt x="67249" y="233378"/>
                  </a:lnTo>
                  <a:lnTo>
                    <a:pt x="69170" y="233323"/>
                  </a:lnTo>
                  <a:lnTo>
                    <a:pt x="71091" y="233261"/>
                  </a:lnTo>
                  <a:lnTo>
                    <a:pt x="73013" y="233192"/>
                  </a:lnTo>
                  <a:lnTo>
                    <a:pt x="74934" y="233115"/>
                  </a:lnTo>
                  <a:lnTo>
                    <a:pt x="76856" y="233028"/>
                  </a:lnTo>
                  <a:lnTo>
                    <a:pt x="78777" y="232932"/>
                  </a:lnTo>
                  <a:lnTo>
                    <a:pt x="80699" y="232827"/>
                  </a:lnTo>
                  <a:lnTo>
                    <a:pt x="82620" y="232713"/>
                  </a:lnTo>
                  <a:lnTo>
                    <a:pt x="84541" y="232585"/>
                  </a:lnTo>
                  <a:lnTo>
                    <a:pt x="86463" y="232445"/>
                  </a:lnTo>
                  <a:lnTo>
                    <a:pt x="88384" y="232294"/>
                  </a:lnTo>
                  <a:lnTo>
                    <a:pt x="90306" y="232130"/>
                  </a:lnTo>
                  <a:lnTo>
                    <a:pt x="92227" y="231954"/>
                  </a:lnTo>
                  <a:lnTo>
                    <a:pt x="94148" y="231761"/>
                  </a:lnTo>
                  <a:lnTo>
                    <a:pt x="96070" y="231554"/>
                  </a:lnTo>
                  <a:lnTo>
                    <a:pt x="97991" y="231333"/>
                  </a:lnTo>
                  <a:lnTo>
                    <a:pt x="99913" y="231098"/>
                  </a:lnTo>
                  <a:lnTo>
                    <a:pt x="101834" y="230849"/>
                  </a:lnTo>
                  <a:lnTo>
                    <a:pt x="103755" y="230581"/>
                  </a:lnTo>
                  <a:lnTo>
                    <a:pt x="105677" y="230297"/>
                  </a:lnTo>
                  <a:lnTo>
                    <a:pt x="107598" y="230000"/>
                  </a:lnTo>
                  <a:lnTo>
                    <a:pt x="109520" y="229688"/>
                  </a:lnTo>
                  <a:lnTo>
                    <a:pt x="111441" y="229361"/>
                  </a:lnTo>
                  <a:lnTo>
                    <a:pt x="113362" y="229017"/>
                  </a:lnTo>
                  <a:lnTo>
                    <a:pt x="115284" y="228659"/>
                  </a:lnTo>
                  <a:lnTo>
                    <a:pt x="117205" y="228288"/>
                  </a:lnTo>
                  <a:lnTo>
                    <a:pt x="119127" y="227904"/>
                  </a:lnTo>
                  <a:lnTo>
                    <a:pt x="121048" y="227508"/>
                  </a:lnTo>
                  <a:lnTo>
                    <a:pt x="122969" y="227098"/>
                  </a:lnTo>
                  <a:lnTo>
                    <a:pt x="124891" y="226677"/>
                  </a:lnTo>
                  <a:lnTo>
                    <a:pt x="126812" y="226247"/>
                  </a:lnTo>
                  <a:lnTo>
                    <a:pt x="128734" y="225807"/>
                  </a:lnTo>
                  <a:lnTo>
                    <a:pt x="130655" y="225359"/>
                  </a:lnTo>
                  <a:lnTo>
                    <a:pt x="132576" y="224902"/>
                  </a:lnTo>
                  <a:lnTo>
                    <a:pt x="134498" y="224438"/>
                  </a:lnTo>
                  <a:lnTo>
                    <a:pt x="136419" y="223968"/>
                  </a:lnTo>
                  <a:lnTo>
                    <a:pt x="138341" y="223494"/>
                  </a:lnTo>
                  <a:lnTo>
                    <a:pt x="140262" y="223014"/>
                  </a:lnTo>
                  <a:lnTo>
                    <a:pt x="142183" y="222529"/>
                  </a:lnTo>
                  <a:lnTo>
                    <a:pt x="144105" y="222041"/>
                  </a:lnTo>
                  <a:lnTo>
                    <a:pt x="146026" y="221548"/>
                  </a:lnTo>
                  <a:lnTo>
                    <a:pt x="147948" y="221053"/>
                  </a:lnTo>
                  <a:lnTo>
                    <a:pt x="149869" y="220553"/>
                  </a:lnTo>
                  <a:lnTo>
                    <a:pt x="151791" y="220048"/>
                  </a:lnTo>
                  <a:lnTo>
                    <a:pt x="153712" y="219538"/>
                  </a:lnTo>
                  <a:lnTo>
                    <a:pt x="155633" y="219022"/>
                  </a:lnTo>
                  <a:lnTo>
                    <a:pt x="157555" y="218499"/>
                  </a:lnTo>
                  <a:lnTo>
                    <a:pt x="159476" y="217967"/>
                  </a:lnTo>
                  <a:lnTo>
                    <a:pt x="161398" y="217422"/>
                  </a:lnTo>
                  <a:lnTo>
                    <a:pt x="163319" y="216864"/>
                  </a:lnTo>
                  <a:lnTo>
                    <a:pt x="165240" y="216291"/>
                  </a:lnTo>
                  <a:lnTo>
                    <a:pt x="167162" y="215700"/>
                  </a:lnTo>
                  <a:lnTo>
                    <a:pt x="169083" y="215087"/>
                  </a:lnTo>
                  <a:lnTo>
                    <a:pt x="171005" y="214443"/>
                  </a:lnTo>
                  <a:lnTo>
                    <a:pt x="172926" y="213770"/>
                  </a:lnTo>
                  <a:lnTo>
                    <a:pt x="174847" y="213063"/>
                  </a:lnTo>
                  <a:lnTo>
                    <a:pt x="176769" y="212320"/>
                  </a:lnTo>
                  <a:lnTo>
                    <a:pt x="178690" y="211529"/>
                  </a:lnTo>
                  <a:lnTo>
                    <a:pt x="180612" y="210679"/>
                  </a:lnTo>
                  <a:lnTo>
                    <a:pt x="182533" y="209774"/>
                  </a:lnTo>
                  <a:lnTo>
                    <a:pt x="184454" y="208808"/>
                  </a:lnTo>
                  <a:lnTo>
                    <a:pt x="186376" y="207776"/>
                  </a:lnTo>
                  <a:lnTo>
                    <a:pt x="188297" y="206661"/>
                  </a:lnTo>
                  <a:lnTo>
                    <a:pt x="190219" y="205449"/>
                  </a:lnTo>
                  <a:lnTo>
                    <a:pt x="192140" y="204146"/>
                  </a:lnTo>
                  <a:lnTo>
                    <a:pt x="194061" y="202748"/>
                  </a:lnTo>
                  <a:lnTo>
                    <a:pt x="195983" y="201246"/>
                  </a:lnTo>
                  <a:lnTo>
                    <a:pt x="197904" y="199614"/>
                  </a:lnTo>
                  <a:lnTo>
                    <a:pt x="199826" y="197839"/>
                  </a:lnTo>
                  <a:lnTo>
                    <a:pt x="201747" y="195934"/>
                  </a:lnTo>
                  <a:lnTo>
                    <a:pt x="203668" y="193891"/>
                  </a:lnTo>
                  <a:lnTo>
                    <a:pt x="205590" y="191704"/>
                  </a:lnTo>
                  <a:lnTo>
                    <a:pt x="207511" y="189334"/>
                  </a:lnTo>
                  <a:lnTo>
                    <a:pt x="209433" y="186775"/>
                  </a:lnTo>
                  <a:lnTo>
                    <a:pt x="211354" y="184046"/>
                  </a:lnTo>
                  <a:lnTo>
                    <a:pt x="213275" y="181139"/>
                  </a:lnTo>
                  <a:lnTo>
                    <a:pt x="215197" y="178049"/>
                  </a:lnTo>
                  <a:lnTo>
                    <a:pt x="217118" y="174728"/>
                  </a:lnTo>
                  <a:lnTo>
                    <a:pt x="219040" y="171187"/>
                  </a:lnTo>
                  <a:lnTo>
                    <a:pt x="220961" y="167444"/>
                  </a:lnTo>
                  <a:lnTo>
                    <a:pt x="222883" y="163499"/>
                  </a:lnTo>
                  <a:lnTo>
                    <a:pt x="224804" y="159350"/>
                  </a:lnTo>
                  <a:lnTo>
                    <a:pt x="226725" y="154946"/>
                  </a:lnTo>
                  <a:lnTo>
                    <a:pt x="228647" y="150317"/>
                  </a:lnTo>
                  <a:lnTo>
                    <a:pt x="230568" y="145488"/>
                  </a:lnTo>
                  <a:lnTo>
                    <a:pt x="232490" y="140463"/>
                  </a:lnTo>
                  <a:lnTo>
                    <a:pt x="234411" y="135247"/>
                  </a:lnTo>
                  <a:lnTo>
                    <a:pt x="236332" y="129803"/>
                  </a:lnTo>
                  <a:lnTo>
                    <a:pt x="238254" y="124179"/>
                  </a:lnTo>
                  <a:lnTo>
                    <a:pt x="240175" y="118401"/>
                  </a:lnTo>
                  <a:lnTo>
                    <a:pt x="242097" y="112484"/>
                  </a:lnTo>
                  <a:lnTo>
                    <a:pt x="244018" y="106442"/>
                  </a:lnTo>
                  <a:lnTo>
                    <a:pt x="245939" y="100270"/>
                  </a:lnTo>
                  <a:lnTo>
                    <a:pt x="247861" y="94021"/>
                  </a:lnTo>
                  <a:lnTo>
                    <a:pt x="249782" y="87724"/>
                  </a:lnTo>
                  <a:lnTo>
                    <a:pt x="251704" y="81400"/>
                  </a:lnTo>
                  <a:lnTo>
                    <a:pt x="253625" y="75073"/>
                  </a:lnTo>
                  <a:lnTo>
                    <a:pt x="255546" y="68790"/>
                  </a:lnTo>
                  <a:lnTo>
                    <a:pt x="257468" y="62583"/>
                  </a:lnTo>
                  <a:lnTo>
                    <a:pt x="259389" y="56479"/>
                  </a:lnTo>
                  <a:lnTo>
                    <a:pt x="261311" y="50506"/>
                  </a:lnTo>
                  <a:lnTo>
                    <a:pt x="263232" y="44691"/>
                  </a:lnTo>
                  <a:lnTo>
                    <a:pt x="265153" y="39141"/>
                  </a:lnTo>
                  <a:lnTo>
                    <a:pt x="267075" y="33838"/>
                  </a:lnTo>
                  <a:lnTo>
                    <a:pt x="268996" y="28804"/>
                  </a:lnTo>
                  <a:lnTo>
                    <a:pt x="270918" y="24065"/>
                  </a:lnTo>
                  <a:lnTo>
                    <a:pt x="272839" y="19649"/>
                  </a:lnTo>
                  <a:lnTo>
                    <a:pt x="274760" y="15707"/>
                  </a:lnTo>
                  <a:lnTo>
                    <a:pt x="276682" y="12152"/>
                  </a:lnTo>
                  <a:lnTo>
                    <a:pt x="278603" y="9001"/>
                  </a:lnTo>
                  <a:lnTo>
                    <a:pt x="280525" y="6270"/>
                  </a:lnTo>
                  <a:lnTo>
                    <a:pt x="282446" y="3987"/>
                  </a:lnTo>
                  <a:lnTo>
                    <a:pt x="284367" y="2295"/>
                  </a:lnTo>
                  <a:lnTo>
                    <a:pt x="286289" y="1065"/>
                  </a:lnTo>
                  <a:lnTo>
                    <a:pt x="288210" y="300"/>
                  </a:lnTo>
                  <a:lnTo>
                    <a:pt x="290132" y="0"/>
                  </a:lnTo>
                  <a:lnTo>
                    <a:pt x="292053" y="186"/>
                  </a:lnTo>
                  <a:lnTo>
                    <a:pt x="293975" y="963"/>
                  </a:lnTo>
                  <a:lnTo>
                    <a:pt x="295896" y="2182"/>
                  </a:lnTo>
                  <a:lnTo>
                    <a:pt x="297817" y="3833"/>
                  </a:lnTo>
                  <a:lnTo>
                    <a:pt x="299739" y="5901"/>
                  </a:lnTo>
                  <a:lnTo>
                    <a:pt x="301660" y="8398"/>
                  </a:lnTo>
                  <a:lnTo>
                    <a:pt x="303582" y="11367"/>
                  </a:lnTo>
                  <a:lnTo>
                    <a:pt x="305503" y="14678"/>
                  </a:lnTo>
                  <a:lnTo>
                    <a:pt x="307424" y="18307"/>
                  </a:lnTo>
                  <a:lnTo>
                    <a:pt x="309346" y="22232"/>
                  </a:lnTo>
                  <a:lnTo>
                    <a:pt x="311267" y="26449"/>
                  </a:lnTo>
                  <a:lnTo>
                    <a:pt x="313189" y="30951"/>
                  </a:lnTo>
                  <a:lnTo>
                    <a:pt x="315110" y="35646"/>
                  </a:lnTo>
                  <a:lnTo>
                    <a:pt x="317031" y="40506"/>
                  </a:lnTo>
                  <a:lnTo>
                    <a:pt x="318953" y="45507"/>
                  </a:lnTo>
                  <a:lnTo>
                    <a:pt x="320874" y="50631"/>
                  </a:lnTo>
                  <a:lnTo>
                    <a:pt x="322796" y="55844"/>
                  </a:lnTo>
                  <a:lnTo>
                    <a:pt x="324717" y="61099"/>
                  </a:lnTo>
                  <a:lnTo>
                    <a:pt x="326638" y="66372"/>
                  </a:lnTo>
                  <a:lnTo>
                    <a:pt x="328560" y="71642"/>
                  </a:lnTo>
                  <a:lnTo>
                    <a:pt x="330481" y="76882"/>
                  </a:lnTo>
                  <a:lnTo>
                    <a:pt x="332403" y="82056"/>
                  </a:lnTo>
                  <a:lnTo>
                    <a:pt x="334324" y="87155"/>
                  </a:lnTo>
                  <a:lnTo>
                    <a:pt x="336245" y="92164"/>
                  </a:lnTo>
                  <a:lnTo>
                    <a:pt x="338167" y="97070"/>
                  </a:lnTo>
                  <a:lnTo>
                    <a:pt x="340088" y="101840"/>
                  </a:lnTo>
                  <a:lnTo>
                    <a:pt x="342010" y="106455"/>
                  </a:lnTo>
                  <a:lnTo>
                    <a:pt x="343931" y="110928"/>
                  </a:lnTo>
                  <a:lnTo>
                    <a:pt x="345852" y="115255"/>
                  </a:lnTo>
                  <a:lnTo>
                    <a:pt x="347774" y="119429"/>
                  </a:lnTo>
                  <a:lnTo>
                    <a:pt x="349695" y="123419"/>
                  </a:lnTo>
                  <a:lnTo>
                    <a:pt x="351617" y="127224"/>
                  </a:lnTo>
                  <a:lnTo>
                    <a:pt x="353538" y="130869"/>
                  </a:lnTo>
                  <a:lnTo>
                    <a:pt x="355459" y="134355"/>
                  </a:lnTo>
                  <a:lnTo>
                    <a:pt x="357381" y="137682"/>
                  </a:lnTo>
                  <a:lnTo>
                    <a:pt x="359302" y="140822"/>
                  </a:lnTo>
                  <a:lnTo>
                    <a:pt x="361224" y="143790"/>
                  </a:lnTo>
                  <a:lnTo>
                    <a:pt x="363145" y="146610"/>
                  </a:lnTo>
                  <a:lnTo>
                    <a:pt x="365067" y="149286"/>
                  </a:lnTo>
                  <a:lnTo>
                    <a:pt x="366988" y="151824"/>
                  </a:lnTo>
                  <a:lnTo>
                    <a:pt x="368909" y="154197"/>
                  </a:lnTo>
                  <a:lnTo>
                    <a:pt x="370831" y="156430"/>
                  </a:lnTo>
                  <a:lnTo>
                    <a:pt x="372752" y="158543"/>
                  </a:lnTo>
                  <a:lnTo>
                    <a:pt x="374674" y="160539"/>
                  </a:lnTo>
                  <a:lnTo>
                    <a:pt x="376595" y="162425"/>
                  </a:lnTo>
                  <a:lnTo>
                    <a:pt x="378516" y="164181"/>
                  </a:lnTo>
                  <a:lnTo>
                    <a:pt x="380438" y="165831"/>
                  </a:lnTo>
                  <a:lnTo>
                    <a:pt x="382359" y="167389"/>
                  </a:lnTo>
                  <a:lnTo>
                    <a:pt x="384281" y="168861"/>
                  </a:lnTo>
                  <a:lnTo>
                    <a:pt x="386202" y="170249"/>
                  </a:lnTo>
                  <a:lnTo>
                    <a:pt x="388123" y="171540"/>
                  </a:lnTo>
                  <a:lnTo>
                    <a:pt x="390045" y="172756"/>
                  </a:lnTo>
                  <a:lnTo>
                    <a:pt x="391966" y="173905"/>
                  </a:lnTo>
                  <a:lnTo>
                    <a:pt x="393888" y="174991"/>
                  </a:lnTo>
                  <a:lnTo>
                    <a:pt x="395809" y="176018"/>
                  </a:lnTo>
                  <a:lnTo>
                    <a:pt x="397730" y="176976"/>
                  </a:lnTo>
                  <a:lnTo>
                    <a:pt x="399652" y="177882"/>
                  </a:lnTo>
                  <a:lnTo>
                    <a:pt x="401573" y="178741"/>
                  </a:lnTo>
                  <a:lnTo>
                    <a:pt x="403495" y="179558"/>
                  </a:lnTo>
                  <a:lnTo>
                    <a:pt x="405416" y="180335"/>
                  </a:lnTo>
                  <a:lnTo>
                    <a:pt x="407337" y="181064"/>
                  </a:lnTo>
                  <a:lnTo>
                    <a:pt x="409259" y="181759"/>
                  </a:lnTo>
                  <a:lnTo>
                    <a:pt x="411180" y="182425"/>
                  </a:lnTo>
                  <a:lnTo>
                    <a:pt x="413102" y="183063"/>
                  </a:lnTo>
                  <a:lnTo>
                    <a:pt x="415023" y="183676"/>
                  </a:lnTo>
                  <a:lnTo>
                    <a:pt x="416944" y="184259"/>
                  </a:lnTo>
                  <a:lnTo>
                    <a:pt x="418866" y="184823"/>
                  </a:lnTo>
                  <a:lnTo>
                    <a:pt x="420787" y="185369"/>
                  </a:lnTo>
                  <a:lnTo>
                    <a:pt x="422709" y="185900"/>
                  </a:lnTo>
                  <a:lnTo>
                    <a:pt x="424630" y="186416"/>
                  </a:lnTo>
                  <a:lnTo>
                    <a:pt x="426551" y="186918"/>
                  </a:lnTo>
                  <a:lnTo>
                    <a:pt x="428473" y="187410"/>
                  </a:lnTo>
                  <a:lnTo>
                    <a:pt x="430394" y="187894"/>
                  </a:lnTo>
                  <a:lnTo>
                    <a:pt x="432316" y="188372"/>
                  </a:lnTo>
                  <a:lnTo>
                    <a:pt x="434237" y="188844"/>
                  </a:lnTo>
                  <a:lnTo>
                    <a:pt x="436159" y="189311"/>
                  </a:lnTo>
                  <a:lnTo>
                    <a:pt x="438080" y="189776"/>
                  </a:lnTo>
                  <a:lnTo>
                    <a:pt x="440001" y="190240"/>
                  </a:lnTo>
                  <a:lnTo>
                    <a:pt x="441923" y="190703"/>
                  </a:lnTo>
                  <a:lnTo>
                    <a:pt x="443844" y="191167"/>
                  </a:lnTo>
                  <a:lnTo>
                    <a:pt x="445766" y="191632"/>
                  </a:lnTo>
                  <a:lnTo>
                    <a:pt x="447687" y="192099"/>
                  </a:lnTo>
                  <a:lnTo>
                    <a:pt x="449608" y="192570"/>
                  </a:lnTo>
                  <a:lnTo>
                    <a:pt x="451530" y="193043"/>
                  </a:lnTo>
                  <a:lnTo>
                    <a:pt x="453451" y="193521"/>
                  </a:lnTo>
                  <a:lnTo>
                    <a:pt x="455373" y="194004"/>
                  </a:lnTo>
                  <a:lnTo>
                    <a:pt x="457294" y="194491"/>
                  </a:lnTo>
                  <a:lnTo>
                    <a:pt x="459215" y="194984"/>
                  </a:lnTo>
                  <a:lnTo>
                    <a:pt x="461137" y="195482"/>
                  </a:lnTo>
                  <a:lnTo>
                    <a:pt x="463058" y="195985"/>
                  </a:lnTo>
                  <a:lnTo>
                    <a:pt x="464980" y="196496"/>
                  </a:lnTo>
                  <a:lnTo>
                    <a:pt x="466901" y="197012"/>
                  </a:lnTo>
                  <a:lnTo>
                    <a:pt x="468822" y="197533"/>
                  </a:lnTo>
                  <a:lnTo>
                    <a:pt x="470744" y="198060"/>
                  </a:lnTo>
                  <a:lnTo>
                    <a:pt x="472665" y="198593"/>
                  </a:lnTo>
                  <a:lnTo>
                    <a:pt x="474587" y="199131"/>
                  </a:lnTo>
                  <a:lnTo>
                    <a:pt x="476508" y="199674"/>
                  </a:lnTo>
                  <a:lnTo>
                    <a:pt x="478429" y="200221"/>
                  </a:lnTo>
                  <a:lnTo>
                    <a:pt x="480351" y="200772"/>
                  </a:lnTo>
                  <a:lnTo>
                    <a:pt x="482272" y="201326"/>
                  </a:lnTo>
                  <a:lnTo>
                    <a:pt x="484194" y="201883"/>
                  </a:lnTo>
                  <a:lnTo>
                    <a:pt x="486115" y="202442"/>
                  </a:lnTo>
                  <a:lnTo>
                    <a:pt x="488036" y="203001"/>
                  </a:lnTo>
                  <a:lnTo>
                    <a:pt x="489958" y="203561"/>
                  </a:lnTo>
                  <a:lnTo>
                    <a:pt x="491879" y="204119"/>
                  </a:lnTo>
                  <a:lnTo>
                    <a:pt x="493801" y="204675"/>
                  </a:lnTo>
                  <a:lnTo>
                    <a:pt x="495722" y="205228"/>
                  </a:lnTo>
                  <a:lnTo>
                    <a:pt x="497643" y="205777"/>
                  </a:lnTo>
                  <a:lnTo>
                    <a:pt x="499565" y="206320"/>
                  </a:lnTo>
                  <a:lnTo>
                    <a:pt x="501486" y="206856"/>
                  </a:lnTo>
                  <a:lnTo>
                    <a:pt x="503408" y="207383"/>
                  </a:lnTo>
                  <a:lnTo>
                    <a:pt x="505329" y="207902"/>
                  </a:lnTo>
                  <a:lnTo>
                    <a:pt x="507250" y="208410"/>
                  </a:lnTo>
                  <a:lnTo>
                    <a:pt x="509172" y="208908"/>
                  </a:lnTo>
                  <a:lnTo>
                    <a:pt x="511093" y="209392"/>
                  </a:lnTo>
                  <a:lnTo>
                    <a:pt x="513015" y="209862"/>
                  </a:lnTo>
                  <a:lnTo>
                    <a:pt x="514936" y="210318"/>
                  </a:lnTo>
                  <a:lnTo>
                    <a:pt x="516858" y="210760"/>
                  </a:lnTo>
                  <a:lnTo>
                    <a:pt x="518779" y="211188"/>
                  </a:lnTo>
                  <a:lnTo>
                    <a:pt x="520700" y="211597"/>
                  </a:lnTo>
                  <a:lnTo>
                    <a:pt x="522622" y="211989"/>
                  </a:lnTo>
                  <a:lnTo>
                    <a:pt x="524543" y="212366"/>
                  </a:lnTo>
                  <a:lnTo>
                    <a:pt x="526465" y="212727"/>
                  </a:lnTo>
                  <a:lnTo>
                    <a:pt x="528386" y="213074"/>
                  </a:lnTo>
                  <a:lnTo>
                    <a:pt x="530307" y="213401"/>
                  </a:lnTo>
                  <a:lnTo>
                    <a:pt x="532229" y="213713"/>
                  </a:lnTo>
                  <a:lnTo>
                    <a:pt x="534150" y="214012"/>
                  </a:lnTo>
                  <a:lnTo>
                    <a:pt x="536072" y="214298"/>
                  </a:lnTo>
                  <a:lnTo>
                    <a:pt x="537993" y="214571"/>
                  </a:lnTo>
                  <a:lnTo>
                    <a:pt x="539914" y="214831"/>
                  </a:lnTo>
                  <a:lnTo>
                    <a:pt x="541836" y="215080"/>
                  </a:lnTo>
                  <a:lnTo>
                    <a:pt x="543757" y="215321"/>
                  </a:lnTo>
                  <a:lnTo>
                    <a:pt x="545679" y="215555"/>
                  </a:lnTo>
                  <a:lnTo>
                    <a:pt x="547600" y="215783"/>
                  </a:lnTo>
                  <a:lnTo>
                    <a:pt x="549521" y="216005"/>
                  </a:lnTo>
                  <a:lnTo>
                    <a:pt x="551443" y="216223"/>
                  </a:lnTo>
                  <a:lnTo>
                    <a:pt x="553364" y="216440"/>
                  </a:lnTo>
                  <a:lnTo>
                    <a:pt x="555286" y="216656"/>
                  </a:lnTo>
                  <a:lnTo>
                    <a:pt x="557207" y="216872"/>
                  </a:lnTo>
                  <a:lnTo>
                    <a:pt x="559128" y="217091"/>
                  </a:lnTo>
                  <a:lnTo>
                    <a:pt x="561050" y="217312"/>
                  </a:lnTo>
                  <a:lnTo>
                    <a:pt x="562971" y="217537"/>
                  </a:lnTo>
                  <a:lnTo>
                    <a:pt x="564893" y="217766"/>
                  </a:lnTo>
                  <a:lnTo>
                    <a:pt x="566814" y="217999"/>
                  </a:lnTo>
                  <a:lnTo>
                    <a:pt x="568735" y="218239"/>
                  </a:lnTo>
                  <a:lnTo>
                    <a:pt x="570657" y="218485"/>
                  </a:lnTo>
                  <a:lnTo>
                    <a:pt x="572578" y="218735"/>
                  </a:lnTo>
                  <a:lnTo>
                    <a:pt x="574500" y="218991"/>
                  </a:lnTo>
                  <a:lnTo>
                    <a:pt x="576421" y="219253"/>
                  </a:lnTo>
                  <a:lnTo>
                    <a:pt x="578342" y="219520"/>
                  </a:lnTo>
                  <a:lnTo>
                    <a:pt x="580264" y="219791"/>
                  </a:lnTo>
                  <a:lnTo>
                    <a:pt x="582185" y="220066"/>
                  </a:lnTo>
                  <a:lnTo>
                    <a:pt x="584107" y="220343"/>
                  </a:lnTo>
                  <a:lnTo>
                    <a:pt x="586028" y="220622"/>
                  </a:lnTo>
                  <a:lnTo>
                    <a:pt x="587950" y="220902"/>
                  </a:lnTo>
                  <a:lnTo>
                    <a:pt x="589871" y="221182"/>
                  </a:lnTo>
                  <a:lnTo>
                    <a:pt x="591792" y="221461"/>
                  </a:lnTo>
                  <a:lnTo>
                    <a:pt x="593714" y="221738"/>
                  </a:lnTo>
                  <a:lnTo>
                    <a:pt x="595635" y="222012"/>
                  </a:lnTo>
                  <a:lnTo>
                    <a:pt x="597557" y="222280"/>
                  </a:lnTo>
                  <a:lnTo>
                    <a:pt x="599478" y="222544"/>
                  </a:lnTo>
                  <a:lnTo>
                    <a:pt x="601399" y="222803"/>
                  </a:lnTo>
                  <a:lnTo>
                    <a:pt x="603321" y="223055"/>
                  </a:lnTo>
                  <a:lnTo>
                    <a:pt x="605242" y="223301"/>
                  </a:lnTo>
                  <a:lnTo>
                    <a:pt x="607164" y="223537"/>
                  </a:lnTo>
                  <a:lnTo>
                    <a:pt x="609085" y="223766"/>
                  </a:lnTo>
                  <a:lnTo>
                    <a:pt x="611006" y="223987"/>
                  </a:lnTo>
                  <a:lnTo>
                    <a:pt x="612928" y="224200"/>
                  </a:lnTo>
                  <a:lnTo>
                    <a:pt x="614849" y="224405"/>
                  </a:lnTo>
                  <a:lnTo>
                    <a:pt x="616771" y="224601"/>
                  </a:lnTo>
                  <a:lnTo>
                    <a:pt x="618692" y="224789"/>
                  </a:lnTo>
                  <a:lnTo>
                    <a:pt x="620613" y="224970"/>
                  </a:lnTo>
                  <a:lnTo>
                    <a:pt x="622535" y="225144"/>
                  </a:lnTo>
                  <a:lnTo>
                    <a:pt x="624456" y="225311"/>
                  </a:lnTo>
                  <a:lnTo>
                    <a:pt x="626378" y="225472"/>
                  </a:lnTo>
                  <a:lnTo>
                    <a:pt x="628299" y="225627"/>
                  </a:lnTo>
                  <a:lnTo>
                    <a:pt x="630220" y="225778"/>
                  </a:lnTo>
                  <a:lnTo>
                    <a:pt x="632142" y="225925"/>
                  </a:lnTo>
                  <a:lnTo>
                    <a:pt x="634063" y="226067"/>
                  </a:lnTo>
                  <a:lnTo>
                    <a:pt x="635985" y="226207"/>
                  </a:lnTo>
                  <a:lnTo>
                    <a:pt x="637906" y="226344"/>
                  </a:lnTo>
                  <a:lnTo>
                    <a:pt x="639827" y="226479"/>
                  </a:lnTo>
                  <a:lnTo>
                    <a:pt x="641749" y="226613"/>
                  </a:lnTo>
                  <a:lnTo>
                    <a:pt x="643670" y="226745"/>
                  </a:lnTo>
                  <a:lnTo>
                    <a:pt x="645592" y="226877"/>
                  </a:lnTo>
                  <a:lnTo>
                    <a:pt x="647513" y="227008"/>
                  </a:lnTo>
                  <a:lnTo>
                    <a:pt x="649434" y="227138"/>
                  </a:lnTo>
                  <a:lnTo>
                    <a:pt x="651356" y="227269"/>
                  </a:lnTo>
                  <a:lnTo>
                    <a:pt x="653277" y="227399"/>
                  </a:lnTo>
                  <a:lnTo>
                    <a:pt x="655199" y="227529"/>
                  </a:lnTo>
                  <a:lnTo>
                    <a:pt x="657120" y="227659"/>
                  </a:lnTo>
                  <a:lnTo>
                    <a:pt x="659042" y="227789"/>
                  </a:lnTo>
                  <a:lnTo>
                    <a:pt x="660963" y="227919"/>
                  </a:lnTo>
                  <a:lnTo>
                    <a:pt x="662884" y="228048"/>
                  </a:lnTo>
                  <a:lnTo>
                    <a:pt x="664806" y="228176"/>
                  </a:lnTo>
                  <a:lnTo>
                    <a:pt x="666727" y="228304"/>
                  </a:lnTo>
                  <a:lnTo>
                    <a:pt x="668649" y="228430"/>
                  </a:lnTo>
                  <a:lnTo>
                    <a:pt x="670570" y="228555"/>
                  </a:lnTo>
                  <a:lnTo>
                    <a:pt x="672491" y="228679"/>
                  </a:lnTo>
                  <a:lnTo>
                    <a:pt x="674413" y="228801"/>
                  </a:lnTo>
                  <a:lnTo>
                    <a:pt x="676334" y="228922"/>
                  </a:lnTo>
                  <a:lnTo>
                    <a:pt x="678256" y="229040"/>
                  </a:lnTo>
                  <a:lnTo>
                    <a:pt x="680177" y="229157"/>
                  </a:lnTo>
                  <a:lnTo>
                    <a:pt x="682098" y="229271"/>
                  </a:lnTo>
                  <a:lnTo>
                    <a:pt x="684020" y="229382"/>
                  </a:lnTo>
                  <a:lnTo>
                    <a:pt x="685941" y="229492"/>
                  </a:lnTo>
                  <a:lnTo>
                    <a:pt x="687863" y="229598"/>
                  </a:lnTo>
                  <a:lnTo>
                    <a:pt x="689784" y="229702"/>
                  </a:lnTo>
                  <a:lnTo>
                    <a:pt x="691705" y="229803"/>
                  </a:lnTo>
                  <a:lnTo>
                    <a:pt x="693627" y="229901"/>
                  </a:lnTo>
                  <a:lnTo>
                    <a:pt x="695548" y="229996"/>
                  </a:lnTo>
                  <a:lnTo>
                    <a:pt x="697470" y="230088"/>
                  </a:lnTo>
                  <a:lnTo>
                    <a:pt x="699391" y="230177"/>
                  </a:lnTo>
                  <a:lnTo>
                    <a:pt x="701312" y="230262"/>
                  </a:lnTo>
                  <a:lnTo>
                    <a:pt x="703234" y="230343"/>
                  </a:lnTo>
                  <a:lnTo>
                    <a:pt x="705155" y="230421"/>
                  </a:lnTo>
                  <a:lnTo>
                    <a:pt x="707077" y="230496"/>
                  </a:lnTo>
                  <a:lnTo>
                    <a:pt x="708998" y="230567"/>
                  </a:lnTo>
                  <a:lnTo>
                    <a:pt x="710919" y="230634"/>
                  </a:lnTo>
                  <a:lnTo>
                    <a:pt x="712841" y="230697"/>
                  </a:lnTo>
                  <a:lnTo>
                    <a:pt x="714762" y="230756"/>
                  </a:lnTo>
                  <a:lnTo>
                    <a:pt x="716684" y="230811"/>
                  </a:lnTo>
                  <a:lnTo>
                    <a:pt x="718605" y="230861"/>
                  </a:lnTo>
                  <a:lnTo>
                    <a:pt x="720526" y="230907"/>
                  </a:lnTo>
                  <a:lnTo>
                    <a:pt x="722448" y="230948"/>
                  </a:lnTo>
                  <a:lnTo>
                    <a:pt x="724369" y="230986"/>
                  </a:lnTo>
                  <a:lnTo>
                    <a:pt x="726291" y="231018"/>
                  </a:lnTo>
                  <a:lnTo>
                    <a:pt x="728212" y="231047"/>
                  </a:lnTo>
                  <a:lnTo>
                    <a:pt x="730134" y="231070"/>
                  </a:lnTo>
                  <a:lnTo>
                    <a:pt x="732055" y="231089"/>
                  </a:lnTo>
                  <a:lnTo>
                    <a:pt x="733976" y="231103"/>
                  </a:lnTo>
                  <a:lnTo>
                    <a:pt x="735898" y="231113"/>
                  </a:lnTo>
                  <a:lnTo>
                    <a:pt x="737819" y="231119"/>
                  </a:lnTo>
                  <a:lnTo>
                    <a:pt x="739741" y="231120"/>
                  </a:lnTo>
                  <a:lnTo>
                    <a:pt x="741662" y="231117"/>
                  </a:lnTo>
                  <a:lnTo>
                    <a:pt x="743583" y="231109"/>
                  </a:lnTo>
                  <a:lnTo>
                    <a:pt x="745505" y="231099"/>
                  </a:lnTo>
                  <a:lnTo>
                    <a:pt x="747426" y="231084"/>
                  </a:lnTo>
                  <a:lnTo>
                    <a:pt x="749348" y="231065"/>
                  </a:lnTo>
                  <a:lnTo>
                    <a:pt x="751269" y="231042"/>
                  </a:lnTo>
                  <a:lnTo>
                    <a:pt x="753190" y="231016"/>
                  </a:lnTo>
                  <a:lnTo>
                    <a:pt x="755112" y="230988"/>
                  </a:lnTo>
                  <a:lnTo>
                    <a:pt x="757033" y="230956"/>
                  </a:lnTo>
                  <a:lnTo>
                    <a:pt x="758955" y="230921"/>
                  </a:lnTo>
                  <a:lnTo>
                    <a:pt x="760876" y="230883"/>
                  </a:lnTo>
                  <a:lnTo>
                    <a:pt x="762797" y="230843"/>
                  </a:lnTo>
                  <a:lnTo>
                    <a:pt x="764719" y="230801"/>
                  </a:lnTo>
                  <a:lnTo>
                    <a:pt x="766640" y="230757"/>
                  </a:lnTo>
                  <a:lnTo>
                    <a:pt x="768562" y="230711"/>
                  </a:lnTo>
                  <a:lnTo>
                    <a:pt x="770483" y="230663"/>
                  </a:lnTo>
                  <a:lnTo>
                    <a:pt x="772404" y="230614"/>
                  </a:lnTo>
                  <a:lnTo>
                    <a:pt x="774326" y="230564"/>
                  </a:lnTo>
                  <a:lnTo>
                    <a:pt x="776247" y="230513"/>
                  </a:lnTo>
                  <a:lnTo>
                    <a:pt x="778169" y="230461"/>
                  </a:lnTo>
                  <a:lnTo>
                    <a:pt x="780090" y="230409"/>
                  </a:lnTo>
                  <a:lnTo>
                    <a:pt x="782011" y="230357"/>
                  </a:lnTo>
                  <a:lnTo>
                    <a:pt x="783933" y="230305"/>
                  </a:lnTo>
                  <a:lnTo>
                    <a:pt x="785854" y="230253"/>
                  </a:lnTo>
                  <a:lnTo>
                    <a:pt x="787776" y="230201"/>
                  </a:lnTo>
                  <a:lnTo>
                    <a:pt x="789697" y="230151"/>
                  </a:lnTo>
                  <a:lnTo>
                    <a:pt x="791618" y="230101"/>
                  </a:lnTo>
                  <a:lnTo>
                    <a:pt x="793540" y="230052"/>
                  </a:lnTo>
                  <a:lnTo>
                    <a:pt x="795461" y="230005"/>
                  </a:lnTo>
                  <a:lnTo>
                    <a:pt x="797383" y="229960"/>
                  </a:lnTo>
                  <a:lnTo>
                    <a:pt x="799304" y="229916"/>
                  </a:lnTo>
                  <a:lnTo>
                    <a:pt x="801226" y="229874"/>
                  </a:lnTo>
                  <a:lnTo>
                    <a:pt x="803147" y="229834"/>
                  </a:lnTo>
                  <a:lnTo>
                    <a:pt x="805068" y="229797"/>
                  </a:lnTo>
                  <a:lnTo>
                    <a:pt x="806990" y="229762"/>
                  </a:lnTo>
                  <a:lnTo>
                    <a:pt x="808911" y="229729"/>
                  </a:lnTo>
                  <a:lnTo>
                    <a:pt x="810833" y="229699"/>
                  </a:lnTo>
                  <a:lnTo>
                    <a:pt x="812754" y="229671"/>
                  </a:lnTo>
                  <a:lnTo>
                    <a:pt x="814675" y="229647"/>
                  </a:lnTo>
                  <a:lnTo>
                    <a:pt x="816597" y="229626"/>
                  </a:lnTo>
                  <a:lnTo>
                    <a:pt x="818518" y="229608"/>
                  </a:lnTo>
                  <a:lnTo>
                    <a:pt x="820440" y="229592"/>
                  </a:lnTo>
                  <a:lnTo>
                    <a:pt x="822361" y="229580"/>
                  </a:lnTo>
                  <a:lnTo>
                    <a:pt x="824282" y="229572"/>
                  </a:lnTo>
                  <a:lnTo>
                    <a:pt x="826204" y="229567"/>
                  </a:lnTo>
                  <a:lnTo>
                    <a:pt x="828125" y="229565"/>
                  </a:lnTo>
                  <a:lnTo>
                    <a:pt x="830047" y="229567"/>
                  </a:lnTo>
                  <a:lnTo>
                    <a:pt x="831968" y="229572"/>
                  </a:lnTo>
                  <a:lnTo>
                    <a:pt x="833889" y="229582"/>
                  </a:lnTo>
                  <a:lnTo>
                    <a:pt x="835811" y="229596"/>
                  </a:lnTo>
                  <a:lnTo>
                    <a:pt x="837732" y="229613"/>
                  </a:lnTo>
                  <a:lnTo>
                    <a:pt x="839654" y="229635"/>
                  </a:lnTo>
                  <a:lnTo>
                    <a:pt x="841575" y="229660"/>
                  </a:lnTo>
                  <a:lnTo>
                    <a:pt x="843496" y="229690"/>
                  </a:lnTo>
                  <a:lnTo>
                    <a:pt x="845418" y="229724"/>
                  </a:lnTo>
                  <a:lnTo>
                    <a:pt x="847339" y="229762"/>
                  </a:lnTo>
                  <a:lnTo>
                    <a:pt x="849261" y="229804"/>
                  </a:lnTo>
                  <a:lnTo>
                    <a:pt x="851182" y="229850"/>
                  </a:lnTo>
                  <a:lnTo>
                    <a:pt x="853103" y="229901"/>
                  </a:lnTo>
                  <a:lnTo>
                    <a:pt x="855025" y="229956"/>
                  </a:lnTo>
                  <a:lnTo>
                    <a:pt x="856946" y="230014"/>
                  </a:lnTo>
                  <a:lnTo>
                    <a:pt x="858868" y="230076"/>
                  </a:lnTo>
                  <a:lnTo>
                    <a:pt x="860789" y="230141"/>
                  </a:lnTo>
                  <a:lnTo>
                    <a:pt x="862710" y="230210"/>
                  </a:lnTo>
                  <a:lnTo>
                    <a:pt x="864632" y="230282"/>
                  </a:lnTo>
                  <a:lnTo>
                    <a:pt x="866553" y="230356"/>
                  </a:lnTo>
                  <a:lnTo>
                    <a:pt x="868475" y="230432"/>
                  </a:lnTo>
                  <a:lnTo>
                    <a:pt x="870396" y="230511"/>
                  </a:lnTo>
                  <a:lnTo>
                    <a:pt x="872318" y="230591"/>
                  </a:lnTo>
                  <a:lnTo>
                    <a:pt x="874239" y="230673"/>
                  </a:lnTo>
                  <a:lnTo>
                    <a:pt x="876160" y="230755"/>
                  </a:lnTo>
                  <a:lnTo>
                    <a:pt x="878082" y="230838"/>
                  </a:lnTo>
                  <a:lnTo>
                    <a:pt x="880003" y="230921"/>
                  </a:lnTo>
                  <a:lnTo>
                    <a:pt x="881925" y="231004"/>
                  </a:lnTo>
                  <a:lnTo>
                    <a:pt x="883846" y="231086"/>
                  </a:lnTo>
                  <a:lnTo>
                    <a:pt x="885767" y="231167"/>
                  </a:lnTo>
                  <a:lnTo>
                    <a:pt x="887689" y="231248"/>
                  </a:lnTo>
                  <a:lnTo>
                    <a:pt x="889610" y="231326"/>
                  </a:lnTo>
                  <a:lnTo>
                    <a:pt x="891532" y="231403"/>
                  </a:lnTo>
                  <a:lnTo>
                    <a:pt x="893453" y="231478"/>
                  </a:lnTo>
                  <a:lnTo>
                    <a:pt x="895374" y="231551"/>
                  </a:lnTo>
                  <a:lnTo>
                    <a:pt x="897296" y="231622"/>
                  </a:lnTo>
                  <a:lnTo>
                    <a:pt x="899217" y="231691"/>
                  </a:lnTo>
                  <a:lnTo>
                    <a:pt x="901139" y="231757"/>
                  </a:lnTo>
                  <a:lnTo>
                    <a:pt x="903060" y="231821"/>
                  </a:lnTo>
                  <a:lnTo>
                    <a:pt x="904981" y="231883"/>
                  </a:lnTo>
                  <a:lnTo>
                    <a:pt x="906903" y="231942"/>
                  </a:lnTo>
                  <a:lnTo>
                    <a:pt x="908824" y="232000"/>
                  </a:lnTo>
                  <a:lnTo>
                    <a:pt x="910746" y="232055"/>
                  </a:lnTo>
                  <a:lnTo>
                    <a:pt x="912667" y="232108"/>
                  </a:lnTo>
                  <a:lnTo>
                    <a:pt x="914588" y="232160"/>
                  </a:lnTo>
                  <a:lnTo>
                    <a:pt x="916510" y="232210"/>
                  </a:lnTo>
                  <a:lnTo>
                    <a:pt x="918431" y="232259"/>
                  </a:lnTo>
                  <a:lnTo>
                    <a:pt x="920353" y="232306"/>
                  </a:lnTo>
                  <a:lnTo>
                    <a:pt x="922274" y="232353"/>
                  </a:lnTo>
                  <a:lnTo>
                    <a:pt x="924195" y="232398"/>
                  </a:lnTo>
                  <a:lnTo>
                    <a:pt x="926117" y="232443"/>
                  </a:lnTo>
                  <a:lnTo>
                    <a:pt x="928038" y="232488"/>
                  </a:lnTo>
                  <a:lnTo>
                    <a:pt x="929960" y="232532"/>
                  </a:lnTo>
                  <a:lnTo>
                    <a:pt x="931881" y="232576"/>
                  </a:lnTo>
                  <a:lnTo>
                    <a:pt x="933802" y="232619"/>
                  </a:lnTo>
                  <a:lnTo>
                    <a:pt x="935724" y="232663"/>
                  </a:lnTo>
                  <a:lnTo>
                    <a:pt x="937645" y="232706"/>
                  </a:lnTo>
                  <a:lnTo>
                    <a:pt x="939567" y="232750"/>
                  </a:lnTo>
                  <a:lnTo>
                    <a:pt x="941488" y="232793"/>
                  </a:lnTo>
                  <a:lnTo>
                    <a:pt x="943410" y="232836"/>
                  </a:lnTo>
                  <a:lnTo>
                    <a:pt x="945331" y="232879"/>
                  </a:lnTo>
                  <a:lnTo>
                    <a:pt x="947252" y="232922"/>
                  </a:lnTo>
                  <a:lnTo>
                    <a:pt x="949174" y="232964"/>
                  </a:lnTo>
                  <a:lnTo>
                    <a:pt x="951095" y="233006"/>
                  </a:lnTo>
                  <a:lnTo>
                    <a:pt x="953017" y="233047"/>
                  </a:lnTo>
                  <a:lnTo>
                    <a:pt x="954938" y="233088"/>
                  </a:lnTo>
                  <a:lnTo>
                    <a:pt x="956859" y="233128"/>
                  </a:lnTo>
                  <a:lnTo>
                    <a:pt x="958781" y="233168"/>
                  </a:lnTo>
                  <a:lnTo>
                    <a:pt x="960702" y="233206"/>
                  </a:lnTo>
                  <a:lnTo>
                    <a:pt x="962624" y="233243"/>
                  </a:lnTo>
                  <a:lnTo>
                    <a:pt x="964545" y="233279"/>
                  </a:lnTo>
                  <a:lnTo>
                    <a:pt x="966466" y="233314"/>
                  </a:lnTo>
                  <a:lnTo>
                    <a:pt x="968388" y="233348"/>
                  </a:lnTo>
                  <a:lnTo>
                    <a:pt x="970309" y="233380"/>
                  </a:lnTo>
                  <a:lnTo>
                    <a:pt x="972231" y="233410"/>
                  </a:lnTo>
                  <a:lnTo>
                    <a:pt x="974152" y="233439"/>
                  </a:lnTo>
                  <a:lnTo>
                    <a:pt x="976073" y="233467"/>
                  </a:lnTo>
                  <a:lnTo>
                    <a:pt x="977995" y="233492"/>
                  </a:lnTo>
                  <a:lnTo>
                    <a:pt x="979916" y="233517"/>
                  </a:lnTo>
                  <a:lnTo>
                    <a:pt x="981838" y="233539"/>
                  </a:lnTo>
                  <a:lnTo>
                    <a:pt x="981838" y="233749"/>
                  </a:lnTo>
                  <a:lnTo>
                    <a:pt x="979916" y="233749"/>
                  </a:lnTo>
                  <a:lnTo>
                    <a:pt x="977995" y="233749"/>
                  </a:lnTo>
                  <a:lnTo>
                    <a:pt x="976073" y="233749"/>
                  </a:lnTo>
                  <a:lnTo>
                    <a:pt x="974152" y="233749"/>
                  </a:lnTo>
                  <a:lnTo>
                    <a:pt x="972231" y="233749"/>
                  </a:lnTo>
                  <a:lnTo>
                    <a:pt x="970309" y="233749"/>
                  </a:lnTo>
                  <a:lnTo>
                    <a:pt x="968388" y="233749"/>
                  </a:lnTo>
                  <a:lnTo>
                    <a:pt x="966466" y="233749"/>
                  </a:lnTo>
                  <a:lnTo>
                    <a:pt x="964545" y="233749"/>
                  </a:lnTo>
                  <a:lnTo>
                    <a:pt x="962624" y="233749"/>
                  </a:lnTo>
                  <a:lnTo>
                    <a:pt x="960702" y="233749"/>
                  </a:lnTo>
                  <a:lnTo>
                    <a:pt x="958781" y="233749"/>
                  </a:lnTo>
                  <a:lnTo>
                    <a:pt x="956859" y="233749"/>
                  </a:lnTo>
                  <a:lnTo>
                    <a:pt x="954938" y="233749"/>
                  </a:lnTo>
                  <a:lnTo>
                    <a:pt x="953017" y="233749"/>
                  </a:lnTo>
                  <a:lnTo>
                    <a:pt x="951095" y="233749"/>
                  </a:lnTo>
                  <a:lnTo>
                    <a:pt x="949174" y="233749"/>
                  </a:lnTo>
                  <a:lnTo>
                    <a:pt x="947252" y="233749"/>
                  </a:lnTo>
                  <a:lnTo>
                    <a:pt x="945331" y="233749"/>
                  </a:lnTo>
                  <a:lnTo>
                    <a:pt x="943410" y="233749"/>
                  </a:lnTo>
                  <a:lnTo>
                    <a:pt x="941488" y="233749"/>
                  </a:lnTo>
                  <a:lnTo>
                    <a:pt x="939567" y="233749"/>
                  </a:lnTo>
                  <a:lnTo>
                    <a:pt x="937645" y="233749"/>
                  </a:lnTo>
                  <a:lnTo>
                    <a:pt x="935724" y="233749"/>
                  </a:lnTo>
                  <a:lnTo>
                    <a:pt x="933802" y="233749"/>
                  </a:lnTo>
                  <a:lnTo>
                    <a:pt x="931881" y="233749"/>
                  </a:lnTo>
                  <a:lnTo>
                    <a:pt x="929960" y="233749"/>
                  </a:lnTo>
                  <a:lnTo>
                    <a:pt x="928038" y="233749"/>
                  </a:lnTo>
                  <a:lnTo>
                    <a:pt x="926117" y="233749"/>
                  </a:lnTo>
                  <a:lnTo>
                    <a:pt x="924195" y="233749"/>
                  </a:lnTo>
                  <a:lnTo>
                    <a:pt x="922274" y="233749"/>
                  </a:lnTo>
                  <a:lnTo>
                    <a:pt x="920353" y="233749"/>
                  </a:lnTo>
                  <a:lnTo>
                    <a:pt x="918431" y="233749"/>
                  </a:lnTo>
                  <a:lnTo>
                    <a:pt x="916510" y="233749"/>
                  </a:lnTo>
                  <a:lnTo>
                    <a:pt x="914588" y="233749"/>
                  </a:lnTo>
                  <a:lnTo>
                    <a:pt x="912667" y="233749"/>
                  </a:lnTo>
                  <a:lnTo>
                    <a:pt x="910746" y="233749"/>
                  </a:lnTo>
                  <a:lnTo>
                    <a:pt x="908824" y="233749"/>
                  </a:lnTo>
                  <a:lnTo>
                    <a:pt x="906903" y="233749"/>
                  </a:lnTo>
                  <a:lnTo>
                    <a:pt x="904981" y="233749"/>
                  </a:lnTo>
                  <a:lnTo>
                    <a:pt x="903060" y="233749"/>
                  </a:lnTo>
                  <a:lnTo>
                    <a:pt x="901139" y="233749"/>
                  </a:lnTo>
                  <a:lnTo>
                    <a:pt x="899217" y="233749"/>
                  </a:lnTo>
                  <a:lnTo>
                    <a:pt x="897296" y="233749"/>
                  </a:lnTo>
                  <a:lnTo>
                    <a:pt x="895374" y="233749"/>
                  </a:lnTo>
                  <a:lnTo>
                    <a:pt x="893453" y="233749"/>
                  </a:lnTo>
                  <a:lnTo>
                    <a:pt x="891532" y="233749"/>
                  </a:lnTo>
                  <a:lnTo>
                    <a:pt x="889610" y="233749"/>
                  </a:lnTo>
                  <a:lnTo>
                    <a:pt x="887689" y="233749"/>
                  </a:lnTo>
                  <a:lnTo>
                    <a:pt x="885767" y="233749"/>
                  </a:lnTo>
                  <a:lnTo>
                    <a:pt x="883846" y="233749"/>
                  </a:lnTo>
                  <a:lnTo>
                    <a:pt x="881925" y="233749"/>
                  </a:lnTo>
                  <a:lnTo>
                    <a:pt x="880003" y="233749"/>
                  </a:lnTo>
                  <a:lnTo>
                    <a:pt x="878082" y="233749"/>
                  </a:lnTo>
                  <a:lnTo>
                    <a:pt x="876160" y="233749"/>
                  </a:lnTo>
                  <a:lnTo>
                    <a:pt x="874239" y="233749"/>
                  </a:lnTo>
                  <a:lnTo>
                    <a:pt x="872318" y="233749"/>
                  </a:lnTo>
                  <a:lnTo>
                    <a:pt x="870396" y="233749"/>
                  </a:lnTo>
                  <a:lnTo>
                    <a:pt x="868475" y="233749"/>
                  </a:lnTo>
                  <a:lnTo>
                    <a:pt x="866553" y="233749"/>
                  </a:lnTo>
                  <a:lnTo>
                    <a:pt x="864632" y="233749"/>
                  </a:lnTo>
                  <a:lnTo>
                    <a:pt x="862710" y="233749"/>
                  </a:lnTo>
                  <a:lnTo>
                    <a:pt x="860789" y="233749"/>
                  </a:lnTo>
                  <a:lnTo>
                    <a:pt x="858868" y="233749"/>
                  </a:lnTo>
                  <a:lnTo>
                    <a:pt x="856946" y="233749"/>
                  </a:lnTo>
                  <a:lnTo>
                    <a:pt x="855025" y="233749"/>
                  </a:lnTo>
                  <a:lnTo>
                    <a:pt x="853103" y="233749"/>
                  </a:lnTo>
                  <a:lnTo>
                    <a:pt x="851182" y="233749"/>
                  </a:lnTo>
                  <a:lnTo>
                    <a:pt x="849261" y="233749"/>
                  </a:lnTo>
                  <a:lnTo>
                    <a:pt x="847339" y="233749"/>
                  </a:lnTo>
                  <a:lnTo>
                    <a:pt x="845418" y="233749"/>
                  </a:lnTo>
                  <a:lnTo>
                    <a:pt x="843496" y="233749"/>
                  </a:lnTo>
                  <a:lnTo>
                    <a:pt x="841575" y="233749"/>
                  </a:lnTo>
                  <a:lnTo>
                    <a:pt x="839654" y="233749"/>
                  </a:lnTo>
                  <a:lnTo>
                    <a:pt x="837732" y="233749"/>
                  </a:lnTo>
                  <a:lnTo>
                    <a:pt x="835811" y="233749"/>
                  </a:lnTo>
                  <a:lnTo>
                    <a:pt x="833889" y="233749"/>
                  </a:lnTo>
                  <a:lnTo>
                    <a:pt x="831968" y="233749"/>
                  </a:lnTo>
                  <a:lnTo>
                    <a:pt x="830047" y="233749"/>
                  </a:lnTo>
                  <a:lnTo>
                    <a:pt x="828125" y="233749"/>
                  </a:lnTo>
                  <a:lnTo>
                    <a:pt x="826204" y="233749"/>
                  </a:lnTo>
                  <a:lnTo>
                    <a:pt x="824282" y="233749"/>
                  </a:lnTo>
                  <a:lnTo>
                    <a:pt x="822361" y="233749"/>
                  </a:lnTo>
                  <a:lnTo>
                    <a:pt x="820440" y="233749"/>
                  </a:lnTo>
                  <a:lnTo>
                    <a:pt x="818518" y="233749"/>
                  </a:lnTo>
                  <a:lnTo>
                    <a:pt x="816597" y="233749"/>
                  </a:lnTo>
                  <a:lnTo>
                    <a:pt x="814675" y="233749"/>
                  </a:lnTo>
                  <a:lnTo>
                    <a:pt x="812754" y="233749"/>
                  </a:lnTo>
                  <a:lnTo>
                    <a:pt x="810833" y="233749"/>
                  </a:lnTo>
                  <a:lnTo>
                    <a:pt x="808911" y="233749"/>
                  </a:lnTo>
                  <a:lnTo>
                    <a:pt x="806990" y="233749"/>
                  </a:lnTo>
                  <a:lnTo>
                    <a:pt x="805068" y="233749"/>
                  </a:lnTo>
                  <a:lnTo>
                    <a:pt x="803147" y="233749"/>
                  </a:lnTo>
                  <a:lnTo>
                    <a:pt x="801226" y="233749"/>
                  </a:lnTo>
                  <a:lnTo>
                    <a:pt x="799304" y="233749"/>
                  </a:lnTo>
                  <a:lnTo>
                    <a:pt x="797383" y="233749"/>
                  </a:lnTo>
                  <a:lnTo>
                    <a:pt x="795461" y="233749"/>
                  </a:lnTo>
                  <a:lnTo>
                    <a:pt x="793540" y="233749"/>
                  </a:lnTo>
                  <a:lnTo>
                    <a:pt x="791618" y="233749"/>
                  </a:lnTo>
                  <a:lnTo>
                    <a:pt x="789697" y="233749"/>
                  </a:lnTo>
                  <a:lnTo>
                    <a:pt x="787776" y="233749"/>
                  </a:lnTo>
                  <a:lnTo>
                    <a:pt x="785854" y="233749"/>
                  </a:lnTo>
                  <a:lnTo>
                    <a:pt x="783933" y="233749"/>
                  </a:lnTo>
                  <a:lnTo>
                    <a:pt x="782011" y="233749"/>
                  </a:lnTo>
                  <a:lnTo>
                    <a:pt x="780090" y="233749"/>
                  </a:lnTo>
                  <a:lnTo>
                    <a:pt x="778169" y="233749"/>
                  </a:lnTo>
                  <a:lnTo>
                    <a:pt x="776247" y="233749"/>
                  </a:lnTo>
                  <a:lnTo>
                    <a:pt x="774326" y="233749"/>
                  </a:lnTo>
                  <a:lnTo>
                    <a:pt x="772404" y="233749"/>
                  </a:lnTo>
                  <a:lnTo>
                    <a:pt x="770483" y="233749"/>
                  </a:lnTo>
                  <a:lnTo>
                    <a:pt x="768562" y="233749"/>
                  </a:lnTo>
                  <a:lnTo>
                    <a:pt x="766640" y="233749"/>
                  </a:lnTo>
                  <a:lnTo>
                    <a:pt x="764719" y="233749"/>
                  </a:lnTo>
                  <a:lnTo>
                    <a:pt x="762797" y="233749"/>
                  </a:lnTo>
                  <a:lnTo>
                    <a:pt x="760876" y="233749"/>
                  </a:lnTo>
                  <a:lnTo>
                    <a:pt x="758955" y="233749"/>
                  </a:lnTo>
                  <a:lnTo>
                    <a:pt x="757033" y="233749"/>
                  </a:lnTo>
                  <a:lnTo>
                    <a:pt x="755112" y="233749"/>
                  </a:lnTo>
                  <a:lnTo>
                    <a:pt x="753190" y="233749"/>
                  </a:lnTo>
                  <a:lnTo>
                    <a:pt x="751269" y="233749"/>
                  </a:lnTo>
                  <a:lnTo>
                    <a:pt x="749348" y="233749"/>
                  </a:lnTo>
                  <a:lnTo>
                    <a:pt x="747426" y="233749"/>
                  </a:lnTo>
                  <a:lnTo>
                    <a:pt x="745505" y="233749"/>
                  </a:lnTo>
                  <a:lnTo>
                    <a:pt x="743583" y="233749"/>
                  </a:lnTo>
                  <a:lnTo>
                    <a:pt x="741662" y="233749"/>
                  </a:lnTo>
                  <a:lnTo>
                    <a:pt x="739741" y="233749"/>
                  </a:lnTo>
                  <a:lnTo>
                    <a:pt x="737819" y="233749"/>
                  </a:lnTo>
                  <a:lnTo>
                    <a:pt x="735898" y="233749"/>
                  </a:lnTo>
                  <a:lnTo>
                    <a:pt x="733976" y="233749"/>
                  </a:lnTo>
                  <a:lnTo>
                    <a:pt x="732055" y="233749"/>
                  </a:lnTo>
                  <a:lnTo>
                    <a:pt x="730134" y="233749"/>
                  </a:lnTo>
                  <a:lnTo>
                    <a:pt x="728212" y="233749"/>
                  </a:lnTo>
                  <a:lnTo>
                    <a:pt x="726291" y="233749"/>
                  </a:lnTo>
                  <a:lnTo>
                    <a:pt x="724369" y="233749"/>
                  </a:lnTo>
                  <a:lnTo>
                    <a:pt x="722448" y="233749"/>
                  </a:lnTo>
                  <a:lnTo>
                    <a:pt x="720526" y="233749"/>
                  </a:lnTo>
                  <a:lnTo>
                    <a:pt x="718605" y="233749"/>
                  </a:lnTo>
                  <a:lnTo>
                    <a:pt x="716684" y="233749"/>
                  </a:lnTo>
                  <a:lnTo>
                    <a:pt x="714762" y="233749"/>
                  </a:lnTo>
                  <a:lnTo>
                    <a:pt x="712841" y="233749"/>
                  </a:lnTo>
                  <a:lnTo>
                    <a:pt x="710919" y="233749"/>
                  </a:lnTo>
                  <a:lnTo>
                    <a:pt x="708998" y="233749"/>
                  </a:lnTo>
                  <a:lnTo>
                    <a:pt x="707077" y="233749"/>
                  </a:lnTo>
                  <a:lnTo>
                    <a:pt x="705155" y="233749"/>
                  </a:lnTo>
                  <a:lnTo>
                    <a:pt x="703234" y="233749"/>
                  </a:lnTo>
                  <a:lnTo>
                    <a:pt x="701312" y="233749"/>
                  </a:lnTo>
                  <a:lnTo>
                    <a:pt x="699391" y="233749"/>
                  </a:lnTo>
                  <a:lnTo>
                    <a:pt x="697470" y="233749"/>
                  </a:lnTo>
                  <a:lnTo>
                    <a:pt x="695548" y="233749"/>
                  </a:lnTo>
                  <a:lnTo>
                    <a:pt x="693627" y="233749"/>
                  </a:lnTo>
                  <a:lnTo>
                    <a:pt x="691705" y="233749"/>
                  </a:lnTo>
                  <a:lnTo>
                    <a:pt x="689784" y="233749"/>
                  </a:lnTo>
                  <a:lnTo>
                    <a:pt x="687863" y="233749"/>
                  </a:lnTo>
                  <a:lnTo>
                    <a:pt x="685941" y="233749"/>
                  </a:lnTo>
                  <a:lnTo>
                    <a:pt x="684020" y="233749"/>
                  </a:lnTo>
                  <a:lnTo>
                    <a:pt x="682098" y="233749"/>
                  </a:lnTo>
                  <a:lnTo>
                    <a:pt x="680177" y="233749"/>
                  </a:lnTo>
                  <a:lnTo>
                    <a:pt x="678256" y="233749"/>
                  </a:lnTo>
                  <a:lnTo>
                    <a:pt x="676334" y="233749"/>
                  </a:lnTo>
                  <a:lnTo>
                    <a:pt x="674413" y="233749"/>
                  </a:lnTo>
                  <a:lnTo>
                    <a:pt x="672491" y="233749"/>
                  </a:lnTo>
                  <a:lnTo>
                    <a:pt x="670570" y="233749"/>
                  </a:lnTo>
                  <a:lnTo>
                    <a:pt x="668649" y="233749"/>
                  </a:lnTo>
                  <a:lnTo>
                    <a:pt x="666727" y="233749"/>
                  </a:lnTo>
                  <a:lnTo>
                    <a:pt x="664806" y="233749"/>
                  </a:lnTo>
                  <a:lnTo>
                    <a:pt x="662884" y="233749"/>
                  </a:lnTo>
                  <a:lnTo>
                    <a:pt x="660963" y="233749"/>
                  </a:lnTo>
                  <a:lnTo>
                    <a:pt x="659042" y="233749"/>
                  </a:lnTo>
                  <a:lnTo>
                    <a:pt x="657120" y="233749"/>
                  </a:lnTo>
                  <a:lnTo>
                    <a:pt x="655199" y="233749"/>
                  </a:lnTo>
                  <a:lnTo>
                    <a:pt x="653277" y="233749"/>
                  </a:lnTo>
                  <a:lnTo>
                    <a:pt x="651356" y="233749"/>
                  </a:lnTo>
                  <a:lnTo>
                    <a:pt x="649434" y="233749"/>
                  </a:lnTo>
                  <a:lnTo>
                    <a:pt x="647513" y="233749"/>
                  </a:lnTo>
                  <a:lnTo>
                    <a:pt x="645592" y="233749"/>
                  </a:lnTo>
                  <a:lnTo>
                    <a:pt x="643670" y="233749"/>
                  </a:lnTo>
                  <a:lnTo>
                    <a:pt x="641749" y="233749"/>
                  </a:lnTo>
                  <a:lnTo>
                    <a:pt x="639827" y="233749"/>
                  </a:lnTo>
                  <a:lnTo>
                    <a:pt x="637906" y="233749"/>
                  </a:lnTo>
                  <a:lnTo>
                    <a:pt x="635985" y="233749"/>
                  </a:lnTo>
                  <a:lnTo>
                    <a:pt x="634063" y="233749"/>
                  </a:lnTo>
                  <a:lnTo>
                    <a:pt x="632142" y="233749"/>
                  </a:lnTo>
                  <a:lnTo>
                    <a:pt x="630220" y="233749"/>
                  </a:lnTo>
                  <a:lnTo>
                    <a:pt x="628299" y="233749"/>
                  </a:lnTo>
                  <a:lnTo>
                    <a:pt x="626378" y="233749"/>
                  </a:lnTo>
                  <a:lnTo>
                    <a:pt x="624456" y="233749"/>
                  </a:lnTo>
                  <a:lnTo>
                    <a:pt x="622535" y="233749"/>
                  </a:lnTo>
                  <a:lnTo>
                    <a:pt x="620613" y="233749"/>
                  </a:lnTo>
                  <a:lnTo>
                    <a:pt x="618692" y="233749"/>
                  </a:lnTo>
                  <a:lnTo>
                    <a:pt x="616771" y="233749"/>
                  </a:lnTo>
                  <a:lnTo>
                    <a:pt x="614849" y="233749"/>
                  </a:lnTo>
                  <a:lnTo>
                    <a:pt x="612928" y="233749"/>
                  </a:lnTo>
                  <a:lnTo>
                    <a:pt x="611006" y="233749"/>
                  </a:lnTo>
                  <a:lnTo>
                    <a:pt x="609085" y="233749"/>
                  </a:lnTo>
                  <a:lnTo>
                    <a:pt x="607164" y="233749"/>
                  </a:lnTo>
                  <a:lnTo>
                    <a:pt x="605242" y="233749"/>
                  </a:lnTo>
                  <a:lnTo>
                    <a:pt x="603321" y="233749"/>
                  </a:lnTo>
                  <a:lnTo>
                    <a:pt x="601399" y="233749"/>
                  </a:lnTo>
                  <a:lnTo>
                    <a:pt x="599478" y="233749"/>
                  </a:lnTo>
                  <a:lnTo>
                    <a:pt x="597557" y="233749"/>
                  </a:lnTo>
                  <a:lnTo>
                    <a:pt x="595635" y="233749"/>
                  </a:lnTo>
                  <a:lnTo>
                    <a:pt x="593714" y="233749"/>
                  </a:lnTo>
                  <a:lnTo>
                    <a:pt x="591792" y="233749"/>
                  </a:lnTo>
                  <a:lnTo>
                    <a:pt x="589871" y="233749"/>
                  </a:lnTo>
                  <a:lnTo>
                    <a:pt x="587950" y="233749"/>
                  </a:lnTo>
                  <a:lnTo>
                    <a:pt x="586028" y="233749"/>
                  </a:lnTo>
                  <a:lnTo>
                    <a:pt x="584107" y="233749"/>
                  </a:lnTo>
                  <a:lnTo>
                    <a:pt x="582185" y="233749"/>
                  </a:lnTo>
                  <a:lnTo>
                    <a:pt x="580264" y="233749"/>
                  </a:lnTo>
                  <a:lnTo>
                    <a:pt x="578342" y="233749"/>
                  </a:lnTo>
                  <a:lnTo>
                    <a:pt x="576421" y="233749"/>
                  </a:lnTo>
                  <a:lnTo>
                    <a:pt x="574500" y="233749"/>
                  </a:lnTo>
                  <a:lnTo>
                    <a:pt x="572578" y="233749"/>
                  </a:lnTo>
                  <a:lnTo>
                    <a:pt x="570657" y="233749"/>
                  </a:lnTo>
                  <a:lnTo>
                    <a:pt x="568735" y="233749"/>
                  </a:lnTo>
                  <a:lnTo>
                    <a:pt x="566814" y="233749"/>
                  </a:lnTo>
                  <a:lnTo>
                    <a:pt x="564893" y="233749"/>
                  </a:lnTo>
                  <a:lnTo>
                    <a:pt x="562971" y="233749"/>
                  </a:lnTo>
                  <a:lnTo>
                    <a:pt x="561050" y="233749"/>
                  </a:lnTo>
                  <a:lnTo>
                    <a:pt x="559128" y="233749"/>
                  </a:lnTo>
                  <a:lnTo>
                    <a:pt x="557207" y="233749"/>
                  </a:lnTo>
                  <a:lnTo>
                    <a:pt x="555286" y="233749"/>
                  </a:lnTo>
                  <a:lnTo>
                    <a:pt x="553364" y="233749"/>
                  </a:lnTo>
                  <a:lnTo>
                    <a:pt x="551443" y="233749"/>
                  </a:lnTo>
                  <a:lnTo>
                    <a:pt x="549521" y="233749"/>
                  </a:lnTo>
                  <a:lnTo>
                    <a:pt x="547600" y="233749"/>
                  </a:lnTo>
                  <a:lnTo>
                    <a:pt x="545679" y="233749"/>
                  </a:lnTo>
                  <a:lnTo>
                    <a:pt x="543757" y="233749"/>
                  </a:lnTo>
                  <a:lnTo>
                    <a:pt x="541836" y="233749"/>
                  </a:lnTo>
                  <a:lnTo>
                    <a:pt x="539914" y="233749"/>
                  </a:lnTo>
                  <a:lnTo>
                    <a:pt x="537993" y="233749"/>
                  </a:lnTo>
                  <a:lnTo>
                    <a:pt x="536072" y="233749"/>
                  </a:lnTo>
                  <a:lnTo>
                    <a:pt x="534150" y="233749"/>
                  </a:lnTo>
                  <a:lnTo>
                    <a:pt x="532229" y="233749"/>
                  </a:lnTo>
                  <a:lnTo>
                    <a:pt x="530307" y="233749"/>
                  </a:lnTo>
                  <a:lnTo>
                    <a:pt x="528386" y="233749"/>
                  </a:lnTo>
                  <a:lnTo>
                    <a:pt x="526465" y="233749"/>
                  </a:lnTo>
                  <a:lnTo>
                    <a:pt x="524543" y="233749"/>
                  </a:lnTo>
                  <a:lnTo>
                    <a:pt x="522622" y="233749"/>
                  </a:lnTo>
                  <a:lnTo>
                    <a:pt x="520700" y="233749"/>
                  </a:lnTo>
                  <a:lnTo>
                    <a:pt x="518779" y="233749"/>
                  </a:lnTo>
                  <a:lnTo>
                    <a:pt x="516858" y="233749"/>
                  </a:lnTo>
                  <a:lnTo>
                    <a:pt x="514936" y="233749"/>
                  </a:lnTo>
                  <a:lnTo>
                    <a:pt x="513015" y="233749"/>
                  </a:lnTo>
                  <a:lnTo>
                    <a:pt x="511093" y="233749"/>
                  </a:lnTo>
                  <a:lnTo>
                    <a:pt x="509172" y="233749"/>
                  </a:lnTo>
                  <a:lnTo>
                    <a:pt x="507250" y="233749"/>
                  </a:lnTo>
                  <a:lnTo>
                    <a:pt x="505329" y="233749"/>
                  </a:lnTo>
                  <a:lnTo>
                    <a:pt x="503408" y="233749"/>
                  </a:lnTo>
                  <a:lnTo>
                    <a:pt x="501486" y="233749"/>
                  </a:lnTo>
                  <a:lnTo>
                    <a:pt x="499565" y="233749"/>
                  </a:lnTo>
                  <a:lnTo>
                    <a:pt x="497643" y="233749"/>
                  </a:lnTo>
                  <a:lnTo>
                    <a:pt x="495722" y="233749"/>
                  </a:lnTo>
                  <a:lnTo>
                    <a:pt x="493801" y="233749"/>
                  </a:lnTo>
                  <a:lnTo>
                    <a:pt x="491879" y="233749"/>
                  </a:lnTo>
                  <a:lnTo>
                    <a:pt x="489958" y="233749"/>
                  </a:lnTo>
                  <a:lnTo>
                    <a:pt x="488036" y="233749"/>
                  </a:lnTo>
                  <a:lnTo>
                    <a:pt x="486115" y="233749"/>
                  </a:lnTo>
                  <a:lnTo>
                    <a:pt x="484194" y="233749"/>
                  </a:lnTo>
                  <a:lnTo>
                    <a:pt x="482272" y="233749"/>
                  </a:lnTo>
                  <a:lnTo>
                    <a:pt x="480351" y="233749"/>
                  </a:lnTo>
                  <a:lnTo>
                    <a:pt x="478429" y="233749"/>
                  </a:lnTo>
                  <a:lnTo>
                    <a:pt x="476508" y="233749"/>
                  </a:lnTo>
                  <a:lnTo>
                    <a:pt x="474587" y="233749"/>
                  </a:lnTo>
                  <a:lnTo>
                    <a:pt x="472665" y="233749"/>
                  </a:lnTo>
                  <a:lnTo>
                    <a:pt x="470744" y="233749"/>
                  </a:lnTo>
                  <a:lnTo>
                    <a:pt x="468822" y="233749"/>
                  </a:lnTo>
                  <a:lnTo>
                    <a:pt x="466901" y="233749"/>
                  </a:lnTo>
                  <a:lnTo>
                    <a:pt x="464980" y="233749"/>
                  </a:lnTo>
                  <a:lnTo>
                    <a:pt x="463058" y="233749"/>
                  </a:lnTo>
                  <a:lnTo>
                    <a:pt x="461137" y="233749"/>
                  </a:lnTo>
                  <a:lnTo>
                    <a:pt x="459215" y="233749"/>
                  </a:lnTo>
                  <a:lnTo>
                    <a:pt x="457294" y="233749"/>
                  </a:lnTo>
                  <a:lnTo>
                    <a:pt x="455373" y="233749"/>
                  </a:lnTo>
                  <a:lnTo>
                    <a:pt x="453451" y="233749"/>
                  </a:lnTo>
                  <a:lnTo>
                    <a:pt x="451530" y="233749"/>
                  </a:lnTo>
                  <a:lnTo>
                    <a:pt x="449608" y="233749"/>
                  </a:lnTo>
                  <a:lnTo>
                    <a:pt x="447687" y="233749"/>
                  </a:lnTo>
                  <a:lnTo>
                    <a:pt x="445766" y="233749"/>
                  </a:lnTo>
                  <a:lnTo>
                    <a:pt x="443844" y="233749"/>
                  </a:lnTo>
                  <a:lnTo>
                    <a:pt x="441923" y="233749"/>
                  </a:lnTo>
                  <a:lnTo>
                    <a:pt x="440001" y="233749"/>
                  </a:lnTo>
                  <a:lnTo>
                    <a:pt x="438080" y="233749"/>
                  </a:lnTo>
                  <a:lnTo>
                    <a:pt x="436159" y="233749"/>
                  </a:lnTo>
                  <a:lnTo>
                    <a:pt x="434237" y="233749"/>
                  </a:lnTo>
                  <a:lnTo>
                    <a:pt x="432316" y="233749"/>
                  </a:lnTo>
                  <a:lnTo>
                    <a:pt x="430394" y="233749"/>
                  </a:lnTo>
                  <a:lnTo>
                    <a:pt x="428473" y="233749"/>
                  </a:lnTo>
                  <a:lnTo>
                    <a:pt x="426551" y="233749"/>
                  </a:lnTo>
                  <a:lnTo>
                    <a:pt x="424630" y="233749"/>
                  </a:lnTo>
                  <a:lnTo>
                    <a:pt x="422709" y="233749"/>
                  </a:lnTo>
                  <a:lnTo>
                    <a:pt x="420787" y="233749"/>
                  </a:lnTo>
                  <a:lnTo>
                    <a:pt x="418866" y="233749"/>
                  </a:lnTo>
                  <a:lnTo>
                    <a:pt x="416944" y="233749"/>
                  </a:lnTo>
                  <a:lnTo>
                    <a:pt x="415023" y="233749"/>
                  </a:lnTo>
                  <a:lnTo>
                    <a:pt x="413102" y="233749"/>
                  </a:lnTo>
                  <a:lnTo>
                    <a:pt x="411180" y="233749"/>
                  </a:lnTo>
                  <a:lnTo>
                    <a:pt x="409259" y="233749"/>
                  </a:lnTo>
                  <a:lnTo>
                    <a:pt x="407337" y="233749"/>
                  </a:lnTo>
                  <a:lnTo>
                    <a:pt x="405416" y="233749"/>
                  </a:lnTo>
                  <a:lnTo>
                    <a:pt x="403495" y="233749"/>
                  </a:lnTo>
                  <a:lnTo>
                    <a:pt x="401573" y="233749"/>
                  </a:lnTo>
                  <a:lnTo>
                    <a:pt x="399652" y="233749"/>
                  </a:lnTo>
                  <a:lnTo>
                    <a:pt x="397730" y="233749"/>
                  </a:lnTo>
                  <a:lnTo>
                    <a:pt x="395809" y="233749"/>
                  </a:lnTo>
                  <a:lnTo>
                    <a:pt x="393888" y="233749"/>
                  </a:lnTo>
                  <a:lnTo>
                    <a:pt x="391966" y="233749"/>
                  </a:lnTo>
                  <a:lnTo>
                    <a:pt x="390045" y="233749"/>
                  </a:lnTo>
                  <a:lnTo>
                    <a:pt x="388123" y="233749"/>
                  </a:lnTo>
                  <a:lnTo>
                    <a:pt x="386202" y="233749"/>
                  </a:lnTo>
                  <a:lnTo>
                    <a:pt x="384281" y="233749"/>
                  </a:lnTo>
                  <a:lnTo>
                    <a:pt x="382359" y="233749"/>
                  </a:lnTo>
                  <a:lnTo>
                    <a:pt x="380438" y="233749"/>
                  </a:lnTo>
                  <a:lnTo>
                    <a:pt x="378516" y="233749"/>
                  </a:lnTo>
                  <a:lnTo>
                    <a:pt x="376595" y="233749"/>
                  </a:lnTo>
                  <a:lnTo>
                    <a:pt x="374674" y="233749"/>
                  </a:lnTo>
                  <a:lnTo>
                    <a:pt x="372752" y="233749"/>
                  </a:lnTo>
                  <a:lnTo>
                    <a:pt x="370831" y="233749"/>
                  </a:lnTo>
                  <a:lnTo>
                    <a:pt x="368909" y="233749"/>
                  </a:lnTo>
                  <a:lnTo>
                    <a:pt x="366988" y="233749"/>
                  </a:lnTo>
                  <a:lnTo>
                    <a:pt x="365067" y="233749"/>
                  </a:lnTo>
                  <a:lnTo>
                    <a:pt x="363145" y="233749"/>
                  </a:lnTo>
                  <a:lnTo>
                    <a:pt x="361224" y="233749"/>
                  </a:lnTo>
                  <a:lnTo>
                    <a:pt x="359302" y="233749"/>
                  </a:lnTo>
                  <a:lnTo>
                    <a:pt x="357381" y="233749"/>
                  </a:lnTo>
                  <a:lnTo>
                    <a:pt x="355459" y="233749"/>
                  </a:lnTo>
                  <a:lnTo>
                    <a:pt x="353538" y="233749"/>
                  </a:lnTo>
                  <a:lnTo>
                    <a:pt x="351617" y="233749"/>
                  </a:lnTo>
                  <a:lnTo>
                    <a:pt x="349695" y="233749"/>
                  </a:lnTo>
                  <a:lnTo>
                    <a:pt x="347774" y="233749"/>
                  </a:lnTo>
                  <a:lnTo>
                    <a:pt x="345852" y="233749"/>
                  </a:lnTo>
                  <a:lnTo>
                    <a:pt x="343931" y="233749"/>
                  </a:lnTo>
                  <a:lnTo>
                    <a:pt x="342010" y="233749"/>
                  </a:lnTo>
                  <a:lnTo>
                    <a:pt x="340088" y="233749"/>
                  </a:lnTo>
                  <a:lnTo>
                    <a:pt x="338167" y="233749"/>
                  </a:lnTo>
                  <a:lnTo>
                    <a:pt x="336245" y="233749"/>
                  </a:lnTo>
                  <a:lnTo>
                    <a:pt x="334324" y="233749"/>
                  </a:lnTo>
                  <a:lnTo>
                    <a:pt x="332403" y="233749"/>
                  </a:lnTo>
                  <a:lnTo>
                    <a:pt x="330481" y="233749"/>
                  </a:lnTo>
                  <a:lnTo>
                    <a:pt x="328560" y="233749"/>
                  </a:lnTo>
                  <a:lnTo>
                    <a:pt x="326638" y="233749"/>
                  </a:lnTo>
                  <a:lnTo>
                    <a:pt x="324717" y="233749"/>
                  </a:lnTo>
                  <a:lnTo>
                    <a:pt x="322796" y="233749"/>
                  </a:lnTo>
                  <a:lnTo>
                    <a:pt x="320874" y="233749"/>
                  </a:lnTo>
                  <a:lnTo>
                    <a:pt x="318953" y="233749"/>
                  </a:lnTo>
                  <a:lnTo>
                    <a:pt x="317031" y="233749"/>
                  </a:lnTo>
                  <a:lnTo>
                    <a:pt x="315110" y="233749"/>
                  </a:lnTo>
                  <a:lnTo>
                    <a:pt x="313189" y="233749"/>
                  </a:lnTo>
                  <a:lnTo>
                    <a:pt x="311267" y="233749"/>
                  </a:lnTo>
                  <a:lnTo>
                    <a:pt x="309346" y="233749"/>
                  </a:lnTo>
                  <a:lnTo>
                    <a:pt x="307424" y="233749"/>
                  </a:lnTo>
                  <a:lnTo>
                    <a:pt x="305503" y="233749"/>
                  </a:lnTo>
                  <a:lnTo>
                    <a:pt x="303582" y="233749"/>
                  </a:lnTo>
                  <a:lnTo>
                    <a:pt x="301660" y="233749"/>
                  </a:lnTo>
                  <a:lnTo>
                    <a:pt x="299739" y="233749"/>
                  </a:lnTo>
                  <a:lnTo>
                    <a:pt x="297817" y="233749"/>
                  </a:lnTo>
                  <a:lnTo>
                    <a:pt x="295896" y="233749"/>
                  </a:lnTo>
                  <a:lnTo>
                    <a:pt x="293975" y="233749"/>
                  </a:lnTo>
                  <a:lnTo>
                    <a:pt x="292053" y="233749"/>
                  </a:lnTo>
                  <a:lnTo>
                    <a:pt x="290132" y="233749"/>
                  </a:lnTo>
                  <a:lnTo>
                    <a:pt x="288210" y="233749"/>
                  </a:lnTo>
                  <a:lnTo>
                    <a:pt x="286289" y="233749"/>
                  </a:lnTo>
                  <a:lnTo>
                    <a:pt x="284367" y="233749"/>
                  </a:lnTo>
                  <a:lnTo>
                    <a:pt x="282446" y="233749"/>
                  </a:lnTo>
                  <a:lnTo>
                    <a:pt x="280525" y="233749"/>
                  </a:lnTo>
                  <a:lnTo>
                    <a:pt x="278603" y="233749"/>
                  </a:lnTo>
                  <a:lnTo>
                    <a:pt x="276682" y="233749"/>
                  </a:lnTo>
                  <a:lnTo>
                    <a:pt x="274760" y="233749"/>
                  </a:lnTo>
                  <a:lnTo>
                    <a:pt x="272839" y="233749"/>
                  </a:lnTo>
                  <a:lnTo>
                    <a:pt x="270918" y="233749"/>
                  </a:lnTo>
                  <a:lnTo>
                    <a:pt x="268996" y="233749"/>
                  </a:lnTo>
                  <a:lnTo>
                    <a:pt x="267075" y="233749"/>
                  </a:lnTo>
                  <a:lnTo>
                    <a:pt x="265153" y="233749"/>
                  </a:lnTo>
                  <a:lnTo>
                    <a:pt x="263232" y="233749"/>
                  </a:lnTo>
                  <a:lnTo>
                    <a:pt x="261311" y="233749"/>
                  </a:lnTo>
                  <a:lnTo>
                    <a:pt x="259389" y="233749"/>
                  </a:lnTo>
                  <a:lnTo>
                    <a:pt x="257468" y="233749"/>
                  </a:lnTo>
                  <a:lnTo>
                    <a:pt x="255546" y="233749"/>
                  </a:lnTo>
                  <a:lnTo>
                    <a:pt x="253625" y="233749"/>
                  </a:lnTo>
                  <a:lnTo>
                    <a:pt x="251704" y="233749"/>
                  </a:lnTo>
                  <a:lnTo>
                    <a:pt x="249782" y="233749"/>
                  </a:lnTo>
                  <a:lnTo>
                    <a:pt x="247861" y="233749"/>
                  </a:lnTo>
                  <a:lnTo>
                    <a:pt x="245939" y="233749"/>
                  </a:lnTo>
                  <a:lnTo>
                    <a:pt x="244018" y="233749"/>
                  </a:lnTo>
                  <a:lnTo>
                    <a:pt x="242097" y="233749"/>
                  </a:lnTo>
                  <a:lnTo>
                    <a:pt x="240175" y="233749"/>
                  </a:lnTo>
                  <a:lnTo>
                    <a:pt x="238254" y="233749"/>
                  </a:lnTo>
                  <a:lnTo>
                    <a:pt x="236332" y="233749"/>
                  </a:lnTo>
                  <a:lnTo>
                    <a:pt x="234411" y="233749"/>
                  </a:lnTo>
                  <a:lnTo>
                    <a:pt x="232490" y="233749"/>
                  </a:lnTo>
                  <a:lnTo>
                    <a:pt x="230568" y="233749"/>
                  </a:lnTo>
                  <a:lnTo>
                    <a:pt x="228647" y="233749"/>
                  </a:lnTo>
                  <a:lnTo>
                    <a:pt x="226725" y="233749"/>
                  </a:lnTo>
                  <a:lnTo>
                    <a:pt x="224804" y="233749"/>
                  </a:lnTo>
                  <a:lnTo>
                    <a:pt x="222883" y="233749"/>
                  </a:lnTo>
                  <a:lnTo>
                    <a:pt x="220961" y="233749"/>
                  </a:lnTo>
                  <a:lnTo>
                    <a:pt x="219040" y="233749"/>
                  </a:lnTo>
                  <a:lnTo>
                    <a:pt x="217118" y="233749"/>
                  </a:lnTo>
                  <a:lnTo>
                    <a:pt x="215197" y="233749"/>
                  </a:lnTo>
                  <a:lnTo>
                    <a:pt x="213275" y="233749"/>
                  </a:lnTo>
                  <a:lnTo>
                    <a:pt x="211354" y="233749"/>
                  </a:lnTo>
                  <a:lnTo>
                    <a:pt x="209433" y="233749"/>
                  </a:lnTo>
                  <a:lnTo>
                    <a:pt x="207511" y="233749"/>
                  </a:lnTo>
                  <a:lnTo>
                    <a:pt x="205590" y="233749"/>
                  </a:lnTo>
                  <a:lnTo>
                    <a:pt x="203668" y="233749"/>
                  </a:lnTo>
                  <a:lnTo>
                    <a:pt x="201747" y="233749"/>
                  </a:lnTo>
                  <a:lnTo>
                    <a:pt x="199826" y="233749"/>
                  </a:lnTo>
                  <a:lnTo>
                    <a:pt x="197904" y="233749"/>
                  </a:lnTo>
                  <a:lnTo>
                    <a:pt x="195983" y="233749"/>
                  </a:lnTo>
                  <a:lnTo>
                    <a:pt x="194061" y="233749"/>
                  </a:lnTo>
                  <a:lnTo>
                    <a:pt x="192140" y="233749"/>
                  </a:lnTo>
                  <a:lnTo>
                    <a:pt x="190219" y="233749"/>
                  </a:lnTo>
                  <a:lnTo>
                    <a:pt x="188297" y="233749"/>
                  </a:lnTo>
                  <a:lnTo>
                    <a:pt x="186376" y="233749"/>
                  </a:lnTo>
                  <a:lnTo>
                    <a:pt x="184454" y="233749"/>
                  </a:lnTo>
                  <a:lnTo>
                    <a:pt x="182533" y="233749"/>
                  </a:lnTo>
                  <a:lnTo>
                    <a:pt x="180612" y="233749"/>
                  </a:lnTo>
                  <a:lnTo>
                    <a:pt x="178690" y="233749"/>
                  </a:lnTo>
                  <a:lnTo>
                    <a:pt x="176769" y="233749"/>
                  </a:lnTo>
                  <a:lnTo>
                    <a:pt x="174847" y="233749"/>
                  </a:lnTo>
                  <a:lnTo>
                    <a:pt x="172926" y="233749"/>
                  </a:lnTo>
                  <a:lnTo>
                    <a:pt x="171005" y="233749"/>
                  </a:lnTo>
                  <a:lnTo>
                    <a:pt x="169083" y="233749"/>
                  </a:lnTo>
                  <a:lnTo>
                    <a:pt x="167162" y="233749"/>
                  </a:lnTo>
                  <a:lnTo>
                    <a:pt x="165240" y="233749"/>
                  </a:lnTo>
                  <a:lnTo>
                    <a:pt x="163319" y="233749"/>
                  </a:lnTo>
                  <a:lnTo>
                    <a:pt x="161398" y="233749"/>
                  </a:lnTo>
                  <a:lnTo>
                    <a:pt x="159476" y="233749"/>
                  </a:lnTo>
                  <a:lnTo>
                    <a:pt x="157555" y="233749"/>
                  </a:lnTo>
                  <a:lnTo>
                    <a:pt x="155633" y="233749"/>
                  </a:lnTo>
                  <a:lnTo>
                    <a:pt x="153712" y="233749"/>
                  </a:lnTo>
                  <a:lnTo>
                    <a:pt x="151791" y="233749"/>
                  </a:lnTo>
                  <a:lnTo>
                    <a:pt x="149869" y="233749"/>
                  </a:lnTo>
                  <a:lnTo>
                    <a:pt x="147948" y="233749"/>
                  </a:lnTo>
                  <a:lnTo>
                    <a:pt x="146026" y="233749"/>
                  </a:lnTo>
                  <a:lnTo>
                    <a:pt x="144105" y="233749"/>
                  </a:lnTo>
                  <a:lnTo>
                    <a:pt x="142183" y="233749"/>
                  </a:lnTo>
                  <a:lnTo>
                    <a:pt x="140262" y="233749"/>
                  </a:lnTo>
                  <a:lnTo>
                    <a:pt x="138341" y="233749"/>
                  </a:lnTo>
                  <a:lnTo>
                    <a:pt x="136419" y="233749"/>
                  </a:lnTo>
                  <a:lnTo>
                    <a:pt x="134498" y="233749"/>
                  </a:lnTo>
                  <a:lnTo>
                    <a:pt x="132576" y="233749"/>
                  </a:lnTo>
                  <a:lnTo>
                    <a:pt x="130655" y="233749"/>
                  </a:lnTo>
                  <a:lnTo>
                    <a:pt x="128734" y="233749"/>
                  </a:lnTo>
                  <a:lnTo>
                    <a:pt x="126812" y="233749"/>
                  </a:lnTo>
                  <a:lnTo>
                    <a:pt x="124891" y="233749"/>
                  </a:lnTo>
                  <a:lnTo>
                    <a:pt x="122969" y="233749"/>
                  </a:lnTo>
                  <a:lnTo>
                    <a:pt x="121048" y="233749"/>
                  </a:lnTo>
                  <a:lnTo>
                    <a:pt x="119127" y="233749"/>
                  </a:lnTo>
                  <a:lnTo>
                    <a:pt x="117205" y="233749"/>
                  </a:lnTo>
                  <a:lnTo>
                    <a:pt x="115284" y="233749"/>
                  </a:lnTo>
                  <a:lnTo>
                    <a:pt x="113362" y="233749"/>
                  </a:lnTo>
                  <a:lnTo>
                    <a:pt x="111441" y="233749"/>
                  </a:lnTo>
                  <a:lnTo>
                    <a:pt x="109520" y="233749"/>
                  </a:lnTo>
                  <a:lnTo>
                    <a:pt x="107598" y="233749"/>
                  </a:lnTo>
                  <a:lnTo>
                    <a:pt x="105677" y="233749"/>
                  </a:lnTo>
                  <a:lnTo>
                    <a:pt x="103755" y="233749"/>
                  </a:lnTo>
                  <a:lnTo>
                    <a:pt x="101834" y="233749"/>
                  </a:lnTo>
                  <a:lnTo>
                    <a:pt x="99913" y="233749"/>
                  </a:lnTo>
                  <a:lnTo>
                    <a:pt x="97991" y="233749"/>
                  </a:lnTo>
                  <a:lnTo>
                    <a:pt x="96070" y="233749"/>
                  </a:lnTo>
                  <a:lnTo>
                    <a:pt x="94148" y="233749"/>
                  </a:lnTo>
                  <a:lnTo>
                    <a:pt x="92227" y="233749"/>
                  </a:lnTo>
                  <a:lnTo>
                    <a:pt x="90306" y="233749"/>
                  </a:lnTo>
                  <a:lnTo>
                    <a:pt x="88384" y="233749"/>
                  </a:lnTo>
                  <a:lnTo>
                    <a:pt x="86463" y="233749"/>
                  </a:lnTo>
                  <a:lnTo>
                    <a:pt x="84541" y="233749"/>
                  </a:lnTo>
                  <a:lnTo>
                    <a:pt x="82620" y="233749"/>
                  </a:lnTo>
                  <a:lnTo>
                    <a:pt x="80699" y="233749"/>
                  </a:lnTo>
                  <a:lnTo>
                    <a:pt x="78777" y="233749"/>
                  </a:lnTo>
                  <a:lnTo>
                    <a:pt x="76856" y="233749"/>
                  </a:lnTo>
                  <a:lnTo>
                    <a:pt x="74934" y="233749"/>
                  </a:lnTo>
                  <a:lnTo>
                    <a:pt x="73013" y="233749"/>
                  </a:lnTo>
                  <a:lnTo>
                    <a:pt x="71091" y="233749"/>
                  </a:lnTo>
                  <a:lnTo>
                    <a:pt x="69170" y="233749"/>
                  </a:lnTo>
                  <a:lnTo>
                    <a:pt x="67249" y="233749"/>
                  </a:lnTo>
                  <a:lnTo>
                    <a:pt x="65327" y="233749"/>
                  </a:lnTo>
                  <a:lnTo>
                    <a:pt x="63406" y="233749"/>
                  </a:lnTo>
                  <a:lnTo>
                    <a:pt x="61484" y="233749"/>
                  </a:lnTo>
                  <a:lnTo>
                    <a:pt x="59563" y="233749"/>
                  </a:lnTo>
                  <a:lnTo>
                    <a:pt x="57642" y="233749"/>
                  </a:lnTo>
                  <a:lnTo>
                    <a:pt x="55720" y="233749"/>
                  </a:lnTo>
                  <a:lnTo>
                    <a:pt x="53799" y="233749"/>
                  </a:lnTo>
                  <a:lnTo>
                    <a:pt x="51877" y="233749"/>
                  </a:lnTo>
                  <a:lnTo>
                    <a:pt x="49956" y="233749"/>
                  </a:lnTo>
                  <a:lnTo>
                    <a:pt x="48035" y="233749"/>
                  </a:lnTo>
                  <a:lnTo>
                    <a:pt x="46113" y="233749"/>
                  </a:lnTo>
                  <a:lnTo>
                    <a:pt x="44192" y="233749"/>
                  </a:lnTo>
                  <a:lnTo>
                    <a:pt x="42270" y="233749"/>
                  </a:lnTo>
                  <a:lnTo>
                    <a:pt x="40349" y="233749"/>
                  </a:lnTo>
                  <a:lnTo>
                    <a:pt x="38428" y="233749"/>
                  </a:lnTo>
                  <a:lnTo>
                    <a:pt x="36506" y="233749"/>
                  </a:lnTo>
                  <a:lnTo>
                    <a:pt x="34585" y="233749"/>
                  </a:lnTo>
                  <a:lnTo>
                    <a:pt x="32663" y="233749"/>
                  </a:lnTo>
                  <a:lnTo>
                    <a:pt x="30742" y="233749"/>
                  </a:lnTo>
                  <a:lnTo>
                    <a:pt x="28821" y="233749"/>
                  </a:lnTo>
                  <a:lnTo>
                    <a:pt x="26899" y="233749"/>
                  </a:lnTo>
                  <a:lnTo>
                    <a:pt x="24978" y="233749"/>
                  </a:lnTo>
                  <a:lnTo>
                    <a:pt x="23056" y="233749"/>
                  </a:lnTo>
                  <a:lnTo>
                    <a:pt x="21135" y="233749"/>
                  </a:lnTo>
                  <a:lnTo>
                    <a:pt x="19214" y="233749"/>
                  </a:lnTo>
                  <a:lnTo>
                    <a:pt x="17292" y="233749"/>
                  </a:lnTo>
                  <a:lnTo>
                    <a:pt x="15371" y="233749"/>
                  </a:lnTo>
                  <a:lnTo>
                    <a:pt x="13449" y="233749"/>
                  </a:lnTo>
                  <a:lnTo>
                    <a:pt x="11528" y="233749"/>
                  </a:lnTo>
                  <a:lnTo>
                    <a:pt x="9607" y="233749"/>
                  </a:lnTo>
                  <a:lnTo>
                    <a:pt x="7685" y="233749"/>
                  </a:lnTo>
                  <a:lnTo>
                    <a:pt x="5764" y="233749"/>
                  </a:lnTo>
                  <a:lnTo>
                    <a:pt x="3842" y="233749"/>
                  </a:lnTo>
                  <a:lnTo>
                    <a:pt x="1921" y="23374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1810162" y="5749673"/>
              <a:ext cx="981838" cy="233749"/>
            </a:xfrm>
            <a:custGeom>
              <a:avLst/>
              <a:pathLst>
                <a:path w="981838" h="233749">
                  <a:moveTo>
                    <a:pt x="0" y="233749"/>
                  </a:moveTo>
                  <a:lnTo>
                    <a:pt x="1921" y="233749"/>
                  </a:lnTo>
                  <a:lnTo>
                    <a:pt x="3842" y="233749"/>
                  </a:lnTo>
                  <a:lnTo>
                    <a:pt x="5764" y="233748"/>
                  </a:lnTo>
                  <a:lnTo>
                    <a:pt x="7685" y="233748"/>
                  </a:lnTo>
                  <a:lnTo>
                    <a:pt x="9607" y="233748"/>
                  </a:lnTo>
                  <a:lnTo>
                    <a:pt x="11528" y="233748"/>
                  </a:lnTo>
                  <a:lnTo>
                    <a:pt x="13449" y="233747"/>
                  </a:lnTo>
                  <a:lnTo>
                    <a:pt x="15371" y="233747"/>
                  </a:lnTo>
                  <a:lnTo>
                    <a:pt x="17292" y="233746"/>
                  </a:lnTo>
                  <a:lnTo>
                    <a:pt x="19214" y="233745"/>
                  </a:lnTo>
                  <a:lnTo>
                    <a:pt x="21135" y="233744"/>
                  </a:lnTo>
                  <a:lnTo>
                    <a:pt x="23056" y="233743"/>
                  </a:lnTo>
                  <a:lnTo>
                    <a:pt x="24978" y="233741"/>
                  </a:lnTo>
                  <a:lnTo>
                    <a:pt x="26899" y="233740"/>
                  </a:lnTo>
                  <a:lnTo>
                    <a:pt x="28821" y="233737"/>
                  </a:lnTo>
                  <a:lnTo>
                    <a:pt x="30742" y="233735"/>
                  </a:lnTo>
                  <a:lnTo>
                    <a:pt x="32663" y="233732"/>
                  </a:lnTo>
                  <a:lnTo>
                    <a:pt x="34585" y="233728"/>
                  </a:lnTo>
                  <a:lnTo>
                    <a:pt x="36506" y="233723"/>
                  </a:lnTo>
                  <a:lnTo>
                    <a:pt x="38428" y="233718"/>
                  </a:lnTo>
                  <a:lnTo>
                    <a:pt x="40349" y="233711"/>
                  </a:lnTo>
                  <a:lnTo>
                    <a:pt x="42270" y="233704"/>
                  </a:lnTo>
                  <a:lnTo>
                    <a:pt x="44192" y="233695"/>
                  </a:lnTo>
                  <a:lnTo>
                    <a:pt x="46113" y="233684"/>
                  </a:lnTo>
                  <a:lnTo>
                    <a:pt x="48035" y="233672"/>
                  </a:lnTo>
                  <a:lnTo>
                    <a:pt x="49956" y="233657"/>
                  </a:lnTo>
                  <a:lnTo>
                    <a:pt x="51877" y="233640"/>
                  </a:lnTo>
                  <a:lnTo>
                    <a:pt x="53799" y="233621"/>
                  </a:lnTo>
                  <a:lnTo>
                    <a:pt x="55720" y="233599"/>
                  </a:lnTo>
                  <a:lnTo>
                    <a:pt x="57642" y="233573"/>
                  </a:lnTo>
                  <a:lnTo>
                    <a:pt x="59563" y="233543"/>
                  </a:lnTo>
                  <a:lnTo>
                    <a:pt x="61484" y="233510"/>
                  </a:lnTo>
                  <a:lnTo>
                    <a:pt x="63406" y="233472"/>
                  </a:lnTo>
                  <a:lnTo>
                    <a:pt x="65327" y="233428"/>
                  </a:lnTo>
                  <a:lnTo>
                    <a:pt x="67249" y="233378"/>
                  </a:lnTo>
                  <a:lnTo>
                    <a:pt x="69170" y="233323"/>
                  </a:lnTo>
                  <a:lnTo>
                    <a:pt x="71091" y="233261"/>
                  </a:lnTo>
                  <a:lnTo>
                    <a:pt x="73013" y="233192"/>
                  </a:lnTo>
                  <a:lnTo>
                    <a:pt x="74934" y="233115"/>
                  </a:lnTo>
                  <a:lnTo>
                    <a:pt x="76856" y="233028"/>
                  </a:lnTo>
                  <a:lnTo>
                    <a:pt x="78777" y="232932"/>
                  </a:lnTo>
                  <a:lnTo>
                    <a:pt x="80699" y="232827"/>
                  </a:lnTo>
                  <a:lnTo>
                    <a:pt x="82620" y="232713"/>
                  </a:lnTo>
                  <a:lnTo>
                    <a:pt x="84541" y="232585"/>
                  </a:lnTo>
                  <a:lnTo>
                    <a:pt x="86463" y="232445"/>
                  </a:lnTo>
                  <a:lnTo>
                    <a:pt x="88384" y="232294"/>
                  </a:lnTo>
                  <a:lnTo>
                    <a:pt x="90306" y="232130"/>
                  </a:lnTo>
                  <a:lnTo>
                    <a:pt x="92227" y="231954"/>
                  </a:lnTo>
                  <a:lnTo>
                    <a:pt x="94148" y="231761"/>
                  </a:lnTo>
                  <a:lnTo>
                    <a:pt x="96070" y="231554"/>
                  </a:lnTo>
                  <a:lnTo>
                    <a:pt x="97991" y="231333"/>
                  </a:lnTo>
                  <a:lnTo>
                    <a:pt x="99913" y="231098"/>
                  </a:lnTo>
                  <a:lnTo>
                    <a:pt x="101834" y="230849"/>
                  </a:lnTo>
                  <a:lnTo>
                    <a:pt x="103755" y="230581"/>
                  </a:lnTo>
                  <a:lnTo>
                    <a:pt x="105677" y="230297"/>
                  </a:lnTo>
                  <a:lnTo>
                    <a:pt x="107598" y="230000"/>
                  </a:lnTo>
                  <a:lnTo>
                    <a:pt x="109520" y="229688"/>
                  </a:lnTo>
                  <a:lnTo>
                    <a:pt x="111441" y="229361"/>
                  </a:lnTo>
                  <a:lnTo>
                    <a:pt x="113362" y="229017"/>
                  </a:lnTo>
                  <a:lnTo>
                    <a:pt x="115284" y="228659"/>
                  </a:lnTo>
                  <a:lnTo>
                    <a:pt x="117205" y="228288"/>
                  </a:lnTo>
                  <a:lnTo>
                    <a:pt x="119127" y="227904"/>
                  </a:lnTo>
                  <a:lnTo>
                    <a:pt x="121048" y="227508"/>
                  </a:lnTo>
                  <a:lnTo>
                    <a:pt x="122969" y="227098"/>
                  </a:lnTo>
                  <a:lnTo>
                    <a:pt x="124891" y="226677"/>
                  </a:lnTo>
                  <a:lnTo>
                    <a:pt x="126812" y="226247"/>
                  </a:lnTo>
                  <a:lnTo>
                    <a:pt x="128734" y="225807"/>
                  </a:lnTo>
                  <a:lnTo>
                    <a:pt x="130655" y="225359"/>
                  </a:lnTo>
                  <a:lnTo>
                    <a:pt x="132576" y="224902"/>
                  </a:lnTo>
                  <a:lnTo>
                    <a:pt x="134498" y="224438"/>
                  </a:lnTo>
                  <a:lnTo>
                    <a:pt x="136419" y="223968"/>
                  </a:lnTo>
                  <a:lnTo>
                    <a:pt x="138341" y="223494"/>
                  </a:lnTo>
                  <a:lnTo>
                    <a:pt x="140262" y="223014"/>
                  </a:lnTo>
                  <a:lnTo>
                    <a:pt x="142183" y="222529"/>
                  </a:lnTo>
                  <a:lnTo>
                    <a:pt x="144105" y="222041"/>
                  </a:lnTo>
                  <a:lnTo>
                    <a:pt x="146026" y="221548"/>
                  </a:lnTo>
                  <a:lnTo>
                    <a:pt x="147948" y="221053"/>
                  </a:lnTo>
                  <a:lnTo>
                    <a:pt x="149869" y="220553"/>
                  </a:lnTo>
                  <a:lnTo>
                    <a:pt x="151791" y="220048"/>
                  </a:lnTo>
                  <a:lnTo>
                    <a:pt x="153712" y="219538"/>
                  </a:lnTo>
                  <a:lnTo>
                    <a:pt x="155633" y="219022"/>
                  </a:lnTo>
                  <a:lnTo>
                    <a:pt x="157555" y="218499"/>
                  </a:lnTo>
                  <a:lnTo>
                    <a:pt x="159476" y="217967"/>
                  </a:lnTo>
                  <a:lnTo>
                    <a:pt x="161398" y="217422"/>
                  </a:lnTo>
                  <a:lnTo>
                    <a:pt x="163319" y="216864"/>
                  </a:lnTo>
                  <a:lnTo>
                    <a:pt x="165240" y="216291"/>
                  </a:lnTo>
                  <a:lnTo>
                    <a:pt x="167162" y="215700"/>
                  </a:lnTo>
                  <a:lnTo>
                    <a:pt x="169083" y="215087"/>
                  </a:lnTo>
                  <a:lnTo>
                    <a:pt x="171005" y="214443"/>
                  </a:lnTo>
                  <a:lnTo>
                    <a:pt x="172926" y="213770"/>
                  </a:lnTo>
                  <a:lnTo>
                    <a:pt x="174847" y="213063"/>
                  </a:lnTo>
                  <a:lnTo>
                    <a:pt x="176769" y="212320"/>
                  </a:lnTo>
                  <a:lnTo>
                    <a:pt x="178690" y="211529"/>
                  </a:lnTo>
                  <a:lnTo>
                    <a:pt x="180612" y="210679"/>
                  </a:lnTo>
                  <a:lnTo>
                    <a:pt x="182533" y="209774"/>
                  </a:lnTo>
                  <a:lnTo>
                    <a:pt x="184454" y="208808"/>
                  </a:lnTo>
                  <a:lnTo>
                    <a:pt x="186376" y="207776"/>
                  </a:lnTo>
                  <a:lnTo>
                    <a:pt x="188297" y="206661"/>
                  </a:lnTo>
                  <a:lnTo>
                    <a:pt x="190219" y="205449"/>
                  </a:lnTo>
                  <a:lnTo>
                    <a:pt x="192140" y="204146"/>
                  </a:lnTo>
                  <a:lnTo>
                    <a:pt x="194061" y="202748"/>
                  </a:lnTo>
                  <a:lnTo>
                    <a:pt x="195983" y="201246"/>
                  </a:lnTo>
                  <a:lnTo>
                    <a:pt x="197904" y="199614"/>
                  </a:lnTo>
                  <a:lnTo>
                    <a:pt x="199826" y="197839"/>
                  </a:lnTo>
                  <a:lnTo>
                    <a:pt x="201747" y="195934"/>
                  </a:lnTo>
                  <a:lnTo>
                    <a:pt x="203668" y="193891"/>
                  </a:lnTo>
                  <a:lnTo>
                    <a:pt x="205590" y="191704"/>
                  </a:lnTo>
                  <a:lnTo>
                    <a:pt x="207511" y="189334"/>
                  </a:lnTo>
                  <a:lnTo>
                    <a:pt x="209433" y="186775"/>
                  </a:lnTo>
                  <a:lnTo>
                    <a:pt x="211354" y="184046"/>
                  </a:lnTo>
                  <a:lnTo>
                    <a:pt x="213275" y="181139"/>
                  </a:lnTo>
                  <a:lnTo>
                    <a:pt x="215197" y="178049"/>
                  </a:lnTo>
                  <a:lnTo>
                    <a:pt x="217118" y="174728"/>
                  </a:lnTo>
                  <a:lnTo>
                    <a:pt x="219040" y="171187"/>
                  </a:lnTo>
                  <a:lnTo>
                    <a:pt x="220961" y="167444"/>
                  </a:lnTo>
                  <a:lnTo>
                    <a:pt x="222883" y="163499"/>
                  </a:lnTo>
                  <a:lnTo>
                    <a:pt x="224804" y="159350"/>
                  </a:lnTo>
                  <a:lnTo>
                    <a:pt x="226725" y="154946"/>
                  </a:lnTo>
                  <a:lnTo>
                    <a:pt x="228647" y="150317"/>
                  </a:lnTo>
                  <a:lnTo>
                    <a:pt x="230568" y="145488"/>
                  </a:lnTo>
                  <a:lnTo>
                    <a:pt x="232490" y="140463"/>
                  </a:lnTo>
                  <a:lnTo>
                    <a:pt x="234411" y="135247"/>
                  </a:lnTo>
                  <a:lnTo>
                    <a:pt x="236332" y="129803"/>
                  </a:lnTo>
                  <a:lnTo>
                    <a:pt x="238254" y="124179"/>
                  </a:lnTo>
                  <a:lnTo>
                    <a:pt x="240175" y="118401"/>
                  </a:lnTo>
                  <a:lnTo>
                    <a:pt x="242097" y="112484"/>
                  </a:lnTo>
                  <a:lnTo>
                    <a:pt x="244018" y="106442"/>
                  </a:lnTo>
                  <a:lnTo>
                    <a:pt x="245939" y="100270"/>
                  </a:lnTo>
                  <a:lnTo>
                    <a:pt x="247861" y="94021"/>
                  </a:lnTo>
                  <a:lnTo>
                    <a:pt x="249782" y="87724"/>
                  </a:lnTo>
                  <a:lnTo>
                    <a:pt x="251704" y="81400"/>
                  </a:lnTo>
                  <a:lnTo>
                    <a:pt x="253625" y="75073"/>
                  </a:lnTo>
                  <a:lnTo>
                    <a:pt x="255546" y="68790"/>
                  </a:lnTo>
                  <a:lnTo>
                    <a:pt x="257468" y="62583"/>
                  </a:lnTo>
                  <a:lnTo>
                    <a:pt x="259389" y="56479"/>
                  </a:lnTo>
                  <a:lnTo>
                    <a:pt x="261311" y="50506"/>
                  </a:lnTo>
                  <a:lnTo>
                    <a:pt x="263232" y="44691"/>
                  </a:lnTo>
                  <a:lnTo>
                    <a:pt x="265153" y="39141"/>
                  </a:lnTo>
                  <a:lnTo>
                    <a:pt x="267075" y="33838"/>
                  </a:lnTo>
                  <a:lnTo>
                    <a:pt x="268996" y="28804"/>
                  </a:lnTo>
                  <a:lnTo>
                    <a:pt x="270918" y="24065"/>
                  </a:lnTo>
                  <a:lnTo>
                    <a:pt x="272839" y="19649"/>
                  </a:lnTo>
                  <a:lnTo>
                    <a:pt x="274760" y="15707"/>
                  </a:lnTo>
                  <a:lnTo>
                    <a:pt x="276682" y="12152"/>
                  </a:lnTo>
                  <a:lnTo>
                    <a:pt x="278603" y="9001"/>
                  </a:lnTo>
                  <a:lnTo>
                    <a:pt x="280525" y="6270"/>
                  </a:lnTo>
                  <a:lnTo>
                    <a:pt x="282446" y="3987"/>
                  </a:lnTo>
                  <a:lnTo>
                    <a:pt x="284367" y="2295"/>
                  </a:lnTo>
                  <a:lnTo>
                    <a:pt x="286289" y="1065"/>
                  </a:lnTo>
                  <a:lnTo>
                    <a:pt x="288210" y="300"/>
                  </a:lnTo>
                  <a:lnTo>
                    <a:pt x="290132" y="0"/>
                  </a:lnTo>
                  <a:lnTo>
                    <a:pt x="292053" y="186"/>
                  </a:lnTo>
                  <a:lnTo>
                    <a:pt x="293975" y="963"/>
                  </a:lnTo>
                  <a:lnTo>
                    <a:pt x="295896" y="2182"/>
                  </a:lnTo>
                  <a:lnTo>
                    <a:pt x="297817" y="3833"/>
                  </a:lnTo>
                  <a:lnTo>
                    <a:pt x="299739" y="5901"/>
                  </a:lnTo>
                  <a:lnTo>
                    <a:pt x="301660" y="8398"/>
                  </a:lnTo>
                  <a:lnTo>
                    <a:pt x="303582" y="11367"/>
                  </a:lnTo>
                  <a:lnTo>
                    <a:pt x="305503" y="14678"/>
                  </a:lnTo>
                  <a:lnTo>
                    <a:pt x="307424" y="18307"/>
                  </a:lnTo>
                  <a:lnTo>
                    <a:pt x="309346" y="22232"/>
                  </a:lnTo>
                  <a:lnTo>
                    <a:pt x="311267" y="26449"/>
                  </a:lnTo>
                  <a:lnTo>
                    <a:pt x="313189" y="30951"/>
                  </a:lnTo>
                  <a:lnTo>
                    <a:pt x="315110" y="35646"/>
                  </a:lnTo>
                  <a:lnTo>
                    <a:pt x="317031" y="40506"/>
                  </a:lnTo>
                  <a:lnTo>
                    <a:pt x="318953" y="45507"/>
                  </a:lnTo>
                  <a:lnTo>
                    <a:pt x="320874" y="50631"/>
                  </a:lnTo>
                  <a:lnTo>
                    <a:pt x="322796" y="55844"/>
                  </a:lnTo>
                  <a:lnTo>
                    <a:pt x="324717" y="61099"/>
                  </a:lnTo>
                  <a:lnTo>
                    <a:pt x="326638" y="66372"/>
                  </a:lnTo>
                  <a:lnTo>
                    <a:pt x="328560" y="71642"/>
                  </a:lnTo>
                  <a:lnTo>
                    <a:pt x="330481" y="76882"/>
                  </a:lnTo>
                  <a:lnTo>
                    <a:pt x="332403" y="82056"/>
                  </a:lnTo>
                  <a:lnTo>
                    <a:pt x="334324" y="87155"/>
                  </a:lnTo>
                  <a:lnTo>
                    <a:pt x="336245" y="92164"/>
                  </a:lnTo>
                  <a:lnTo>
                    <a:pt x="338167" y="97070"/>
                  </a:lnTo>
                  <a:lnTo>
                    <a:pt x="340088" y="101840"/>
                  </a:lnTo>
                  <a:lnTo>
                    <a:pt x="342010" y="106455"/>
                  </a:lnTo>
                  <a:lnTo>
                    <a:pt x="343931" y="110928"/>
                  </a:lnTo>
                  <a:lnTo>
                    <a:pt x="345852" y="115255"/>
                  </a:lnTo>
                  <a:lnTo>
                    <a:pt x="347774" y="119429"/>
                  </a:lnTo>
                  <a:lnTo>
                    <a:pt x="349695" y="123419"/>
                  </a:lnTo>
                  <a:lnTo>
                    <a:pt x="351617" y="127224"/>
                  </a:lnTo>
                  <a:lnTo>
                    <a:pt x="353538" y="130869"/>
                  </a:lnTo>
                  <a:lnTo>
                    <a:pt x="355459" y="134355"/>
                  </a:lnTo>
                  <a:lnTo>
                    <a:pt x="357381" y="137682"/>
                  </a:lnTo>
                  <a:lnTo>
                    <a:pt x="359302" y="140822"/>
                  </a:lnTo>
                  <a:lnTo>
                    <a:pt x="361224" y="143790"/>
                  </a:lnTo>
                  <a:lnTo>
                    <a:pt x="363145" y="146610"/>
                  </a:lnTo>
                  <a:lnTo>
                    <a:pt x="365067" y="149286"/>
                  </a:lnTo>
                  <a:lnTo>
                    <a:pt x="366988" y="151824"/>
                  </a:lnTo>
                  <a:lnTo>
                    <a:pt x="368909" y="154197"/>
                  </a:lnTo>
                  <a:lnTo>
                    <a:pt x="370831" y="156430"/>
                  </a:lnTo>
                  <a:lnTo>
                    <a:pt x="372752" y="158543"/>
                  </a:lnTo>
                  <a:lnTo>
                    <a:pt x="374674" y="160539"/>
                  </a:lnTo>
                  <a:lnTo>
                    <a:pt x="376595" y="162425"/>
                  </a:lnTo>
                  <a:lnTo>
                    <a:pt x="378516" y="164181"/>
                  </a:lnTo>
                  <a:lnTo>
                    <a:pt x="380438" y="165831"/>
                  </a:lnTo>
                  <a:lnTo>
                    <a:pt x="382359" y="167389"/>
                  </a:lnTo>
                  <a:lnTo>
                    <a:pt x="384281" y="168861"/>
                  </a:lnTo>
                  <a:lnTo>
                    <a:pt x="386202" y="170249"/>
                  </a:lnTo>
                  <a:lnTo>
                    <a:pt x="388123" y="171540"/>
                  </a:lnTo>
                  <a:lnTo>
                    <a:pt x="390045" y="172756"/>
                  </a:lnTo>
                  <a:lnTo>
                    <a:pt x="391966" y="173905"/>
                  </a:lnTo>
                  <a:lnTo>
                    <a:pt x="393888" y="174991"/>
                  </a:lnTo>
                  <a:lnTo>
                    <a:pt x="395809" y="176018"/>
                  </a:lnTo>
                  <a:lnTo>
                    <a:pt x="397730" y="176976"/>
                  </a:lnTo>
                  <a:lnTo>
                    <a:pt x="399652" y="177882"/>
                  </a:lnTo>
                  <a:lnTo>
                    <a:pt x="401573" y="178741"/>
                  </a:lnTo>
                  <a:lnTo>
                    <a:pt x="403495" y="179558"/>
                  </a:lnTo>
                  <a:lnTo>
                    <a:pt x="405416" y="180335"/>
                  </a:lnTo>
                  <a:lnTo>
                    <a:pt x="407337" y="181064"/>
                  </a:lnTo>
                  <a:lnTo>
                    <a:pt x="409259" y="181759"/>
                  </a:lnTo>
                  <a:lnTo>
                    <a:pt x="411180" y="182425"/>
                  </a:lnTo>
                  <a:lnTo>
                    <a:pt x="413102" y="183063"/>
                  </a:lnTo>
                  <a:lnTo>
                    <a:pt x="415023" y="183676"/>
                  </a:lnTo>
                  <a:lnTo>
                    <a:pt x="416944" y="184259"/>
                  </a:lnTo>
                  <a:lnTo>
                    <a:pt x="418866" y="184823"/>
                  </a:lnTo>
                  <a:lnTo>
                    <a:pt x="420787" y="185369"/>
                  </a:lnTo>
                  <a:lnTo>
                    <a:pt x="422709" y="185900"/>
                  </a:lnTo>
                  <a:lnTo>
                    <a:pt x="424630" y="186416"/>
                  </a:lnTo>
                  <a:lnTo>
                    <a:pt x="426551" y="186918"/>
                  </a:lnTo>
                  <a:lnTo>
                    <a:pt x="428473" y="187410"/>
                  </a:lnTo>
                  <a:lnTo>
                    <a:pt x="430394" y="187894"/>
                  </a:lnTo>
                  <a:lnTo>
                    <a:pt x="432316" y="188372"/>
                  </a:lnTo>
                  <a:lnTo>
                    <a:pt x="434237" y="188844"/>
                  </a:lnTo>
                  <a:lnTo>
                    <a:pt x="436159" y="189311"/>
                  </a:lnTo>
                  <a:lnTo>
                    <a:pt x="438080" y="189776"/>
                  </a:lnTo>
                  <a:lnTo>
                    <a:pt x="440001" y="190240"/>
                  </a:lnTo>
                  <a:lnTo>
                    <a:pt x="441923" y="190703"/>
                  </a:lnTo>
                  <a:lnTo>
                    <a:pt x="443844" y="191167"/>
                  </a:lnTo>
                  <a:lnTo>
                    <a:pt x="445766" y="191632"/>
                  </a:lnTo>
                  <a:lnTo>
                    <a:pt x="447687" y="192099"/>
                  </a:lnTo>
                  <a:lnTo>
                    <a:pt x="449608" y="192570"/>
                  </a:lnTo>
                  <a:lnTo>
                    <a:pt x="451530" y="193043"/>
                  </a:lnTo>
                  <a:lnTo>
                    <a:pt x="453451" y="193521"/>
                  </a:lnTo>
                  <a:lnTo>
                    <a:pt x="455373" y="194004"/>
                  </a:lnTo>
                  <a:lnTo>
                    <a:pt x="457294" y="194491"/>
                  </a:lnTo>
                  <a:lnTo>
                    <a:pt x="459215" y="194984"/>
                  </a:lnTo>
                  <a:lnTo>
                    <a:pt x="461137" y="195482"/>
                  </a:lnTo>
                  <a:lnTo>
                    <a:pt x="463058" y="195985"/>
                  </a:lnTo>
                  <a:lnTo>
                    <a:pt x="464980" y="196496"/>
                  </a:lnTo>
                  <a:lnTo>
                    <a:pt x="466901" y="197012"/>
                  </a:lnTo>
                  <a:lnTo>
                    <a:pt x="468822" y="197533"/>
                  </a:lnTo>
                  <a:lnTo>
                    <a:pt x="470744" y="198060"/>
                  </a:lnTo>
                  <a:lnTo>
                    <a:pt x="472665" y="198593"/>
                  </a:lnTo>
                  <a:lnTo>
                    <a:pt x="474587" y="199131"/>
                  </a:lnTo>
                  <a:lnTo>
                    <a:pt x="476508" y="199674"/>
                  </a:lnTo>
                  <a:lnTo>
                    <a:pt x="478429" y="200221"/>
                  </a:lnTo>
                  <a:lnTo>
                    <a:pt x="480351" y="200772"/>
                  </a:lnTo>
                  <a:lnTo>
                    <a:pt x="482272" y="201326"/>
                  </a:lnTo>
                  <a:lnTo>
                    <a:pt x="484194" y="201883"/>
                  </a:lnTo>
                  <a:lnTo>
                    <a:pt x="486115" y="202442"/>
                  </a:lnTo>
                  <a:lnTo>
                    <a:pt x="488036" y="203001"/>
                  </a:lnTo>
                  <a:lnTo>
                    <a:pt x="489958" y="203561"/>
                  </a:lnTo>
                  <a:lnTo>
                    <a:pt x="491879" y="204119"/>
                  </a:lnTo>
                  <a:lnTo>
                    <a:pt x="493801" y="204675"/>
                  </a:lnTo>
                  <a:lnTo>
                    <a:pt x="495722" y="205228"/>
                  </a:lnTo>
                  <a:lnTo>
                    <a:pt x="497643" y="205777"/>
                  </a:lnTo>
                  <a:lnTo>
                    <a:pt x="499565" y="206320"/>
                  </a:lnTo>
                  <a:lnTo>
                    <a:pt x="501486" y="206856"/>
                  </a:lnTo>
                  <a:lnTo>
                    <a:pt x="503408" y="207383"/>
                  </a:lnTo>
                  <a:lnTo>
                    <a:pt x="505329" y="207902"/>
                  </a:lnTo>
                  <a:lnTo>
                    <a:pt x="507250" y="208410"/>
                  </a:lnTo>
                  <a:lnTo>
                    <a:pt x="509172" y="208908"/>
                  </a:lnTo>
                  <a:lnTo>
                    <a:pt x="511093" y="209392"/>
                  </a:lnTo>
                  <a:lnTo>
                    <a:pt x="513015" y="209862"/>
                  </a:lnTo>
                  <a:lnTo>
                    <a:pt x="514936" y="210318"/>
                  </a:lnTo>
                  <a:lnTo>
                    <a:pt x="516858" y="210760"/>
                  </a:lnTo>
                  <a:lnTo>
                    <a:pt x="518779" y="211188"/>
                  </a:lnTo>
                  <a:lnTo>
                    <a:pt x="520700" y="211597"/>
                  </a:lnTo>
                  <a:lnTo>
                    <a:pt x="522622" y="211989"/>
                  </a:lnTo>
                  <a:lnTo>
                    <a:pt x="524543" y="212366"/>
                  </a:lnTo>
                  <a:lnTo>
                    <a:pt x="526465" y="212727"/>
                  </a:lnTo>
                  <a:lnTo>
                    <a:pt x="528386" y="213074"/>
                  </a:lnTo>
                  <a:lnTo>
                    <a:pt x="530307" y="213401"/>
                  </a:lnTo>
                  <a:lnTo>
                    <a:pt x="532229" y="213713"/>
                  </a:lnTo>
                  <a:lnTo>
                    <a:pt x="534150" y="214012"/>
                  </a:lnTo>
                  <a:lnTo>
                    <a:pt x="536072" y="214298"/>
                  </a:lnTo>
                  <a:lnTo>
                    <a:pt x="537993" y="214571"/>
                  </a:lnTo>
                  <a:lnTo>
                    <a:pt x="539914" y="214831"/>
                  </a:lnTo>
                  <a:lnTo>
                    <a:pt x="541836" y="215080"/>
                  </a:lnTo>
                  <a:lnTo>
                    <a:pt x="543757" y="215321"/>
                  </a:lnTo>
                  <a:lnTo>
                    <a:pt x="545679" y="215555"/>
                  </a:lnTo>
                  <a:lnTo>
                    <a:pt x="547600" y="215783"/>
                  </a:lnTo>
                  <a:lnTo>
                    <a:pt x="549521" y="216005"/>
                  </a:lnTo>
                  <a:lnTo>
                    <a:pt x="551443" y="216223"/>
                  </a:lnTo>
                  <a:lnTo>
                    <a:pt x="553364" y="216440"/>
                  </a:lnTo>
                  <a:lnTo>
                    <a:pt x="555286" y="216656"/>
                  </a:lnTo>
                  <a:lnTo>
                    <a:pt x="557207" y="216872"/>
                  </a:lnTo>
                  <a:lnTo>
                    <a:pt x="559128" y="217091"/>
                  </a:lnTo>
                  <a:lnTo>
                    <a:pt x="561050" y="217312"/>
                  </a:lnTo>
                  <a:lnTo>
                    <a:pt x="562971" y="217537"/>
                  </a:lnTo>
                  <a:lnTo>
                    <a:pt x="564893" y="217766"/>
                  </a:lnTo>
                  <a:lnTo>
                    <a:pt x="566814" y="217999"/>
                  </a:lnTo>
                  <a:lnTo>
                    <a:pt x="568735" y="218239"/>
                  </a:lnTo>
                  <a:lnTo>
                    <a:pt x="570657" y="218485"/>
                  </a:lnTo>
                  <a:lnTo>
                    <a:pt x="572578" y="218735"/>
                  </a:lnTo>
                  <a:lnTo>
                    <a:pt x="574500" y="218991"/>
                  </a:lnTo>
                  <a:lnTo>
                    <a:pt x="576421" y="219253"/>
                  </a:lnTo>
                  <a:lnTo>
                    <a:pt x="578342" y="219520"/>
                  </a:lnTo>
                  <a:lnTo>
                    <a:pt x="580264" y="219791"/>
                  </a:lnTo>
                  <a:lnTo>
                    <a:pt x="582185" y="220066"/>
                  </a:lnTo>
                  <a:lnTo>
                    <a:pt x="584107" y="220343"/>
                  </a:lnTo>
                  <a:lnTo>
                    <a:pt x="586028" y="220622"/>
                  </a:lnTo>
                  <a:lnTo>
                    <a:pt x="587950" y="220902"/>
                  </a:lnTo>
                  <a:lnTo>
                    <a:pt x="589871" y="221182"/>
                  </a:lnTo>
                  <a:lnTo>
                    <a:pt x="591792" y="221461"/>
                  </a:lnTo>
                  <a:lnTo>
                    <a:pt x="593714" y="221738"/>
                  </a:lnTo>
                  <a:lnTo>
                    <a:pt x="595635" y="222012"/>
                  </a:lnTo>
                  <a:lnTo>
                    <a:pt x="597557" y="222280"/>
                  </a:lnTo>
                  <a:lnTo>
                    <a:pt x="599478" y="222544"/>
                  </a:lnTo>
                  <a:lnTo>
                    <a:pt x="601399" y="222803"/>
                  </a:lnTo>
                  <a:lnTo>
                    <a:pt x="603321" y="223055"/>
                  </a:lnTo>
                  <a:lnTo>
                    <a:pt x="605242" y="223301"/>
                  </a:lnTo>
                  <a:lnTo>
                    <a:pt x="607164" y="223537"/>
                  </a:lnTo>
                  <a:lnTo>
                    <a:pt x="609085" y="223766"/>
                  </a:lnTo>
                  <a:lnTo>
                    <a:pt x="611006" y="223987"/>
                  </a:lnTo>
                  <a:lnTo>
                    <a:pt x="612928" y="224200"/>
                  </a:lnTo>
                  <a:lnTo>
                    <a:pt x="614849" y="224405"/>
                  </a:lnTo>
                  <a:lnTo>
                    <a:pt x="616771" y="224601"/>
                  </a:lnTo>
                  <a:lnTo>
                    <a:pt x="618692" y="224789"/>
                  </a:lnTo>
                  <a:lnTo>
                    <a:pt x="620613" y="224970"/>
                  </a:lnTo>
                  <a:lnTo>
                    <a:pt x="622535" y="225144"/>
                  </a:lnTo>
                  <a:lnTo>
                    <a:pt x="624456" y="225311"/>
                  </a:lnTo>
                  <a:lnTo>
                    <a:pt x="626378" y="225472"/>
                  </a:lnTo>
                  <a:lnTo>
                    <a:pt x="628299" y="225627"/>
                  </a:lnTo>
                  <a:lnTo>
                    <a:pt x="630220" y="225778"/>
                  </a:lnTo>
                  <a:lnTo>
                    <a:pt x="632142" y="225925"/>
                  </a:lnTo>
                  <a:lnTo>
                    <a:pt x="634063" y="226067"/>
                  </a:lnTo>
                  <a:lnTo>
                    <a:pt x="635985" y="226207"/>
                  </a:lnTo>
                  <a:lnTo>
                    <a:pt x="637906" y="226344"/>
                  </a:lnTo>
                  <a:lnTo>
                    <a:pt x="639827" y="226479"/>
                  </a:lnTo>
                  <a:lnTo>
                    <a:pt x="641749" y="226613"/>
                  </a:lnTo>
                  <a:lnTo>
                    <a:pt x="643670" y="226745"/>
                  </a:lnTo>
                  <a:lnTo>
                    <a:pt x="645592" y="226877"/>
                  </a:lnTo>
                  <a:lnTo>
                    <a:pt x="647513" y="227008"/>
                  </a:lnTo>
                  <a:lnTo>
                    <a:pt x="649434" y="227138"/>
                  </a:lnTo>
                  <a:lnTo>
                    <a:pt x="651356" y="227269"/>
                  </a:lnTo>
                  <a:lnTo>
                    <a:pt x="653277" y="227399"/>
                  </a:lnTo>
                  <a:lnTo>
                    <a:pt x="655199" y="227529"/>
                  </a:lnTo>
                  <a:lnTo>
                    <a:pt x="657120" y="227659"/>
                  </a:lnTo>
                  <a:lnTo>
                    <a:pt x="659042" y="227789"/>
                  </a:lnTo>
                  <a:lnTo>
                    <a:pt x="660963" y="227919"/>
                  </a:lnTo>
                  <a:lnTo>
                    <a:pt x="662884" y="228048"/>
                  </a:lnTo>
                  <a:lnTo>
                    <a:pt x="664806" y="228176"/>
                  </a:lnTo>
                  <a:lnTo>
                    <a:pt x="666727" y="228304"/>
                  </a:lnTo>
                  <a:lnTo>
                    <a:pt x="668649" y="228430"/>
                  </a:lnTo>
                  <a:lnTo>
                    <a:pt x="670570" y="228555"/>
                  </a:lnTo>
                  <a:lnTo>
                    <a:pt x="672491" y="228679"/>
                  </a:lnTo>
                  <a:lnTo>
                    <a:pt x="674413" y="228801"/>
                  </a:lnTo>
                  <a:lnTo>
                    <a:pt x="676334" y="228922"/>
                  </a:lnTo>
                  <a:lnTo>
                    <a:pt x="678256" y="229040"/>
                  </a:lnTo>
                  <a:lnTo>
                    <a:pt x="680177" y="229157"/>
                  </a:lnTo>
                  <a:lnTo>
                    <a:pt x="682098" y="229271"/>
                  </a:lnTo>
                  <a:lnTo>
                    <a:pt x="684020" y="229382"/>
                  </a:lnTo>
                  <a:lnTo>
                    <a:pt x="685941" y="229492"/>
                  </a:lnTo>
                  <a:lnTo>
                    <a:pt x="687863" y="229598"/>
                  </a:lnTo>
                  <a:lnTo>
                    <a:pt x="689784" y="229702"/>
                  </a:lnTo>
                  <a:lnTo>
                    <a:pt x="691705" y="229803"/>
                  </a:lnTo>
                  <a:lnTo>
                    <a:pt x="693627" y="229901"/>
                  </a:lnTo>
                  <a:lnTo>
                    <a:pt x="695548" y="229996"/>
                  </a:lnTo>
                  <a:lnTo>
                    <a:pt x="697470" y="230088"/>
                  </a:lnTo>
                  <a:lnTo>
                    <a:pt x="699391" y="230177"/>
                  </a:lnTo>
                  <a:lnTo>
                    <a:pt x="701312" y="230262"/>
                  </a:lnTo>
                  <a:lnTo>
                    <a:pt x="703234" y="230343"/>
                  </a:lnTo>
                  <a:lnTo>
                    <a:pt x="705155" y="230421"/>
                  </a:lnTo>
                  <a:lnTo>
                    <a:pt x="707077" y="230496"/>
                  </a:lnTo>
                  <a:lnTo>
                    <a:pt x="708998" y="230567"/>
                  </a:lnTo>
                  <a:lnTo>
                    <a:pt x="710919" y="230634"/>
                  </a:lnTo>
                  <a:lnTo>
                    <a:pt x="712841" y="230697"/>
                  </a:lnTo>
                  <a:lnTo>
                    <a:pt x="714762" y="230756"/>
                  </a:lnTo>
                  <a:lnTo>
                    <a:pt x="716684" y="230811"/>
                  </a:lnTo>
                  <a:lnTo>
                    <a:pt x="718605" y="230861"/>
                  </a:lnTo>
                  <a:lnTo>
                    <a:pt x="720526" y="230907"/>
                  </a:lnTo>
                  <a:lnTo>
                    <a:pt x="722448" y="230948"/>
                  </a:lnTo>
                  <a:lnTo>
                    <a:pt x="724369" y="230986"/>
                  </a:lnTo>
                  <a:lnTo>
                    <a:pt x="726291" y="231018"/>
                  </a:lnTo>
                  <a:lnTo>
                    <a:pt x="728212" y="231047"/>
                  </a:lnTo>
                  <a:lnTo>
                    <a:pt x="730134" y="231070"/>
                  </a:lnTo>
                  <a:lnTo>
                    <a:pt x="732055" y="231089"/>
                  </a:lnTo>
                  <a:lnTo>
                    <a:pt x="733976" y="231103"/>
                  </a:lnTo>
                  <a:lnTo>
                    <a:pt x="735898" y="231113"/>
                  </a:lnTo>
                  <a:lnTo>
                    <a:pt x="737819" y="231119"/>
                  </a:lnTo>
                  <a:lnTo>
                    <a:pt x="739741" y="231120"/>
                  </a:lnTo>
                  <a:lnTo>
                    <a:pt x="741662" y="231117"/>
                  </a:lnTo>
                  <a:lnTo>
                    <a:pt x="743583" y="231109"/>
                  </a:lnTo>
                  <a:lnTo>
                    <a:pt x="745505" y="231099"/>
                  </a:lnTo>
                  <a:lnTo>
                    <a:pt x="747426" y="231084"/>
                  </a:lnTo>
                  <a:lnTo>
                    <a:pt x="749348" y="231065"/>
                  </a:lnTo>
                  <a:lnTo>
                    <a:pt x="751269" y="231042"/>
                  </a:lnTo>
                  <a:lnTo>
                    <a:pt x="753190" y="231016"/>
                  </a:lnTo>
                  <a:lnTo>
                    <a:pt x="755112" y="230988"/>
                  </a:lnTo>
                  <a:lnTo>
                    <a:pt x="757033" y="230956"/>
                  </a:lnTo>
                  <a:lnTo>
                    <a:pt x="758955" y="230921"/>
                  </a:lnTo>
                  <a:lnTo>
                    <a:pt x="760876" y="230883"/>
                  </a:lnTo>
                  <a:lnTo>
                    <a:pt x="762797" y="230843"/>
                  </a:lnTo>
                  <a:lnTo>
                    <a:pt x="764719" y="230801"/>
                  </a:lnTo>
                  <a:lnTo>
                    <a:pt x="766640" y="230757"/>
                  </a:lnTo>
                  <a:lnTo>
                    <a:pt x="768562" y="230711"/>
                  </a:lnTo>
                  <a:lnTo>
                    <a:pt x="770483" y="230663"/>
                  </a:lnTo>
                  <a:lnTo>
                    <a:pt x="772404" y="230614"/>
                  </a:lnTo>
                  <a:lnTo>
                    <a:pt x="774326" y="230564"/>
                  </a:lnTo>
                  <a:lnTo>
                    <a:pt x="776247" y="230513"/>
                  </a:lnTo>
                  <a:lnTo>
                    <a:pt x="778169" y="230461"/>
                  </a:lnTo>
                  <a:lnTo>
                    <a:pt x="780090" y="230409"/>
                  </a:lnTo>
                  <a:lnTo>
                    <a:pt x="782011" y="230357"/>
                  </a:lnTo>
                  <a:lnTo>
                    <a:pt x="783933" y="230305"/>
                  </a:lnTo>
                  <a:lnTo>
                    <a:pt x="785854" y="230253"/>
                  </a:lnTo>
                  <a:lnTo>
                    <a:pt x="787776" y="230201"/>
                  </a:lnTo>
                  <a:lnTo>
                    <a:pt x="789697" y="230151"/>
                  </a:lnTo>
                  <a:lnTo>
                    <a:pt x="791618" y="230101"/>
                  </a:lnTo>
                  <a:lnTo>
                    <a:pt x="793540" y="230052"/>
                  </a:lnTo>
                  <a:lnTo>
                    <a:pt x="795461" y="230005"/>
                  </a:lnTo>
                  <a:lnTo>
                    <a:pt x="797383" y="229960"/>
                  </a:lnTo>
                  <a:lnTo>
                    <a:pt x="799304" y="229916"/>
                  </a:lnTo>
                  <a:lnTo>
                    <a:pt x="801226" y="229874"/>
                  </a:lnTo>
                  <a:lnTo>
                    <a:pt x="803147" y="229834"/>
                  </a:lnTo>
                  <a:lnTo>
                    <a:pt x="805068" y="229797"/>
                  </a:lnTo>
                  <a:lnTo>
                    <a:pt x="806990" y="229762"/>
                  </a:lnTo>
                  <a:lnTo>
                    <a:pt x="808911" y="229729"/>
                  </a:lnTo>
                  <a:lnTo>
                    <a:pt x="810833" y="229699"/>
                  </a:lnTo>
                  <a:lnTo>
                    <a:pt x="812754" y="229671"/>
                  </a:lnTo>
                  <a:lnTo>
                    <a:pt x="814675" y="229647"/>
                  </a:lnTo>
                  <a:lnTo>
                    <a:pt x="816597" y="229626"/>
                  </a:lnTo>
                  <a:lnTo>
                    <a:pt x="818518" y="229608"/>
                  </a:lnTo>
                  <a:lnTo>
                    <a:pt x="820440" y="229592"/>
                  </a:lnTo>
                  <a:lnTo>
                    <a:pt x="822361" y="229580"/>
                  </a:lnTo>
                  <a:lnTo>
                    <a:pt x="824282" y="229572"/>
                  </a:lnTo>
                  <a:lnTo>
                    <a:pt x="826204" y="229567"/>
                  </a:lnTo>
                  <a:lnTo>
                    <a:pt x="828125" y="229565"/>
                  </a:lnTo>
                  <a:lnTo>
                    <a:pt x="830047" y="229567"/>
                  </a:lnTo>
                  <a:lnTo>
                    <a:pt x="831968" y="229572"/>
                  </a:lnTo>
                  <a:lnTo>
                    <a:pt x="833889" y="229582"/>
                  </a:lnTo>
                  <a:lnTo>
                    <a:pt x="835811" y="229596"/>
                  </a:lnTo>
                  <a:lnTo>
                    <a:pt x="837732" y="229613"/>
                  </a:lnTo>
                  <a:lnTo>
                    <a:pt x="839654" y="229635"/>
                  </a:lnTo>
                  <a:lnTo>
                    <a:pt x="841575" y="229660"/>
                  </a:lnTo>
                  <a:lnTo>
                    <a:pt x="843496" y="229690"/>
                  </a:lnTo>
                  <a:lnTo>
                    <a:pt x="845418" y="229724"/>
                  </a:lnTo>
                  <a:lnTo>
                    <a:pt x="847339" y="229762"/>
                  </a:lnTo>
                  <a:lnTo>
                    <a:pt x="849261" y="229804"/>
                  </a:lnTo>
                  <a:lnTo>
                    <a:pt x="851182" y="229850"/>
                  </a:lnTo>
                  <a:lnTo>
                    <a:pt x="853103" y="229901"/>
                  </a:lnTo>
                  <a:lnTo>
                    <a:pt x="855025" y="229956"/>
                  </a:lnTo>
                  <a:lnTo>
                    <a:pt x="856946" y="230014"/>
                  </a:lnTo>
                  <a:lnTo>
                    <a:pt x="858868" y="230076"/>
                  </a:lnTo>
                  <a:lnTo>
                    <a:pt x="860789" y="230141"/>
                  </a:lnTo>
                  <a:lnTo>
                    <a:pt x="862710" y="230210"/>
                  </a:lnTo>
                  <a:lnTo>
                    <a:pt x="864632" y="230282"/>
                  </a:lnTo>
                  <a:lnTo>
                    <a:pt x="866553" y="230356"/>
                  </a:lnTo>
                  <a:lnTo>
                    <a:pt x="868475" y="230432"/>
                  </a:lnTo>
                  <a:lnTo>
                    <a:pt x="870396" y="230511"/>
                  </a:lnTo>
                  <a:lnTo>
                    <a:pt x="872318" y="230591"/>
                  </a:lnTo>
                  <a:lnTo>
                    <a:pt x="874239" y="230673"/>
                  </a:lnTo>
                  <a:lnTo>
                    <a:pt x="876160" y="230755"/>
                  </a:lnTo>
                  <a:lnTo>
                    <a:pt x="878082" y="230838"/>
                  </a:lnTo>
                  <a:lnTo>
                    <a:pt x="880003" y="230921"/>
                  </a:lnTo>
                  <a:lnTo>
                    <a:pt x="881925" y="231004"/>
                  </a:lnTo>
                  <a:lnTo>
                    <a:pt x="883846" y="231086"/>
                  </a:lnTo>
                  <a:lnTo>
                    <a:pt x="885767" y="231167"/>
                  </a:lnTo>
                  <a:lnTo>
                    <a:pt x="887689" y="231248"/>
                  </a:lnTo>
                  <a:lnTo>
                    <a:pt x="889610" y="231326"/>
                  </a:lnTo>
                  <a:lnTo>
                    <a:pt x="891532" y="231403"/>
                  </a:lnTo>
                  <a:lnTo>
                    <a:pt x="893453" y="231478"/>
                  </a:lnTo>
                  <a:lnTo>
                    <a:pt x="895374" y="231551"/>
                  </a:lnTo>
                  <a:lnTo>
                    <a:pt x="897296" y="231622"/>
                  </a:lnTo>
                  <a:lnTo>
                    <a:pt x="899217" y="231691"/>
                  </a:lnTo>
                  <a:lnTo>
                    <a:pt x="901139" y="231757"/>
                  </a:lnTo>
                  <a:lnTo>
                    <a:pt x="903060" y="231821"/>
                  </a:lnTo>
                  <a:lnTo>
                    <a:pt x="904981" y="231883"/>
                  </a:lnTo>
                  <a:lnTo>
                    <a:pt x="906903" y="231942"/>
                  </a:lnTo>
                  <a:lnTo>
                    <a:pt x="908824" y="232000"/>
                  </a:lnTo>
                  <a:lnTo>
                    <a:pt x="910746" y="232055"/>
                  </a:lnTo>
                  <a:lnTo>
                    <a:pt x="912667" y="232108"/>
                  </a:lnTo>
                  <a:lnTo>
                    <a:pt x="914588" y="232160"/>
                  </a:lnTo>
                  <a:lnTo>
                    <a:pt x="916510" y="232210"/>
                  </a:lnTo>
                  <a:lnTo>
                    <a:pt x="918431" y="232259"/>
                  </a:lnTo>
                  <a:lnTo>
                    <a:pt x="920353" y="232306"/>
                  </a:lnTo>
                  <a:lnTo>
                    <a:pt x="922274" y="232353"/>
                  </a:lnTo>
                  <a:lnTo>
                    <a:pt x="924195" y="232398"/>
                  </a:lnTo>
                  <a:lnTo>
                    <a:pt x="926117" y="232443"/>
                  </a:lnTo>
                  <a:lnTo>
                    <a:pt x="928038" y="232488"/>
                  </a:lnTo>
                  <a:lnTo>
                    <a:pt x="929960" y="232532"/>
                  </a:lnTo>
                  <a:lnTo>
                    <a:pt x="931881" y="232576"/>
                  </a:lnTo>
                  <a:lnTo>
                    <a:pt x="933802" y="232619"/>
                  </a:lnTo>
                  <a:lnTo>
                    <a:pt x="935724" y="232663"/>
                  </a:lnTo>
                  <a:lnTo>
                    <a:pt x="937645" y="232706"/>
                  </a:lnTo>
                  <a:lnTo>
                    <a:pt x="939567" y="232750"/>
                  </a:lnTo>
                  <a:lnTo>
                    <a:pt x="941488" y="232793"/>
                  </a:lnTo>
                  <a:lnTo>
                    <a:pt x="943410" y="232836"/>
                  </a:lnTo>
                  <a:lnTo>
                    <a:pt x="945331" y="232879"/>
                  </a:lnTo>
                  <a:lnTo>
                    <a:pt x="947252" y="232922"/>
                  </a:lnTo>
                  <a:lnTo>
                    <a:pt x="949174" y="232964"/>
                  </a:lnTo>
                  <a:lnTo>
                    <a:pt x="951095" y="233006"/>
                  </a:lnTo>
                  <a:lnTo>
                    <a:pt x="953017" y="233047"/>
                  </a:lnTo>
                  <a:lnTo>
                    <a:pt x="954938" y="233088"/>
                  </a:lnTo>
                  <a:lnTo>
                    <a:pt x="956859" y="233128"/>
                  </a:lnTo>
                  <a:lnTo>
                    <a:pt x="958781" y="233168"/>
                  </a:lnTo>
                  <a:lnTo>
                    <a:pt x="960702" y="233206"/>
                  </a:lnTo>
                  <a:lnTo>
                    <a:pt x="962624" y="233243"/>
                  </a:lnTo>
                  <a:lnTo>
                    <a:pt x="964545" y="233279"/>
                  </a:lnTo>
                  <a:lnTo>
                    <a:pt x="966466" y="233314"/>
                  </a:lnTo>
                  <a:lnTo>
                    <a:pt x="968388" y="233348"/>
                  </a:lnTo>
                  <a:lnTo>
                    <a:pt x="970309" y="233380"/>
                  </a:lnTo>
                  <a:lnTo>
                    <a:pt x="972231" y="233410"/>
                  </a:lnTo>
                  <a:lnTo>
                    <a:pt x="974152" y="233439"/>
                  </a:lnTo>
                  <a:lnTo>
                    <a:pt x="976073" y="233467"/>
                  </a:lnTo>
                  <a:lnTo>
                    <a:pt x="977995" y="233492"/>
                  </a:lnTo>
                  <a:lnTo>
                    <a:pt x="979916" y="233517"/>
                  </a:lnTo>
                  <a:lnTo>
                    <a:pt x="981838" y="233539"/>
                  </a:lnTo>
                </a:path>
              </a:pathLst>
            </a:cu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1810162" y="5881605"/>
              <a:ext cx="981838" cy="101817"/>
            </a:xfrm>
            <a:custGeom>
              <a:avLst/>
              <a:pathLst>
                <a:path w="981838" h="101817">
                  <a:moveTo>
                    <a:pt x="0" y="101208"/>
                  </a:moveTo>
                  <a:lnTo>
                    <a:pt x="1921" y="101175"/>
                  </a:lnTo>
                  <a:lnTo>
                    <a:pt x="3842" y="101140"/>
                  </a:lnTo>
                  <a:lnTo>
                    <a:pt x="5764" y="101103"/>
                  </a:lnTo>
                  <a:lnTo>
                    <a:pt x="7685" y="101065"/>
                  </a:lnTo>
                  <a:lnTo>
                    <a:pt x="9607" y="101025"/>
                  </a:lnTo>
                  <a:lnTo>
                    <a:pt x="11528" y="100983"/>
                  </a:lnTo>
                  <a:lnTo>
                    <a:pt x="13449" y="100940"/>
                  </a:lnTo>
                  <a:lnTo>
                    <a:pt x="15371" y="100894"/>
                  </a:lnTo>
                  <a:lnTo>
                    <a:pt x="17292" y="100847"/>
                  </a:lnTo>
                  <a:lnTo>
                    <a:pt x="19214" y="100798"/>
                  </a:lnTo>
                  <a:lnTo>
                    <a:pt x="21135" y="100746"/>
                  </a:lnTo>
                  <a:lnTo>
                    <a:pt x="23056" y="100692"/>
                  </a:lnTo>
                  <a:lnTo>
                    <a:pt x="24978" y="100636"/>
                  </a:lnTo>
                  <a:lnTo>
                    <a:pt x="26899" y="100578"/>
                  </a:lnTo>
                  <a:lnTo>
                    <a:pt x="28821" y="100518"/>
                  </a:lnTo>
                  <a:lnTo>
                    <a:pt x="30742" y="100455"/>
                  </a:lnTo>
                  <a:lnTo>
                    <a:pt x="32663" y="100389"/>
                  </a:lnTo>
                  <a:lnTo>
                    <a:pt x="34585" y="100322"/>
                  </a:lnTo>
                  <a:lnTo>
                    <a:pt x="36506" y="100250"/>
                  </a:lnTo>
                  <a:lnTo>
                    <a:pt x="38428" y="100177"/>
                  </a:lnTo>
                  <a:lnTo>
                    <a:pt x="40349" y="100101"/>
                  </a:lnTo>
                  <a:lnTo>
                    <a:pt x="42270" y="100021"/>
                  </a:lnTo>
                  <a:lnTo>
                    <a:pt x="44192" y="99939"/>
                  </a:lnTo>
                  <a:lnTo>
                    <a:pt x="46113" y="99853"/>
                  </a:lnTo>
                  <a:lnTo>
                    <a:pt x="48035" y="99764"/>
                  </a:lnTo>
                  <a:lnTo>
                    <a:pt x="49956" y="99673"/>
                  </a:lnTo>
                  <a:lnTo>
                    <a:pt x="51877" y="99576"/>
                  </a:lnTo>
                  <a:lnTo>
                    <a:pt x="53799" y="99478"/>
                  </a:lnTo>
                  <a:lnTo>
                    <a:pt x="55720" y="99375"/>
                  </a:lnTo>
                  <a:lnTo>
                    <a:pt x="57642" y="99268"/>
                  </a:lnTo>
                  <a:lnTo>
                    <a:pt x="59563" y="99158"/>
                  </a:lnTo>
                  <a:lnTo>
                    <a:pt x="61484" y="99043"/>
                  </a:lnTo>
                  <a:lnTo>
                    <a:pt x="63406" y="98924"/>
                  </a:lnTo>
                  <a:lnTo>
                    <a:pt x="65327" y="98802"/>
                  </a:lnTo>
                  <a:lnTo>
                    <a:pt x="67249" y="98673"/>
                  </a:lnTo>
                  <a:lnTo>
                    <a:pt x="69170" y="98541"/>
                  </a:lnTo>
                  <a:lnTo>
                    <a:pt x="71091" y="98405"/>
                  </a:lnTo>
                  <a:lnTo>
                    <a:pt x="73013" y="98262"/>
                  </a:lnTo>
                  <a:lnTo>
                    <a:pt x="74934" y="98116"/>
                  </a:lnTo>
                  <a:lnTo>
                    <a:pt x="76856" y="97963"/>
                  </a:lnTo>
                  <a:lnTo>
                    <a:pt x="78777" y="97805"/>
                  </a:lnTo>
                  <a:lnTo>
                    <a:pt x="80699" y="97644"/>
                  </a:lnTo>
                  <a:lnTo>
                    <a:pt x="82620" y="97473"/>
                  </a:lnTo>
                  <a:lnTo>
                    <a:pt x="84541" y="97299"/>
                  </a:lnTo>
                  <a:lnTo>
                    <a:pt x="86463" y="97118"/>
                  </a:lnTo>
                  <a:lnTo>
                    <a:pt x="88384" y="96929"/>
                  </a:lnTo>
                  <a:lnTo>
                    <a:pt x="90306" y="96736"/>
                  </a:lnTo>
                  <a:lnTo>
                    <a:pt x="92227" y="96534"/>
                  </a:lnTo>
                  <a:lnTo>
                    <a:pt x="94148" y="96326"/>
                  </a:lnTo>
                  <a:lnTo>
                    <a:pt x="96070" y="96112"/>
                  </a:lnTo>
                  <a:lnTo>
                    <a:pt x="97991" y="95887"/>
                  </a:lnTo>
                  <a:lnTo>
                    <a:pt x="99913" y="95657"/>
                  </a:lnTo>
                  <a:lnTo>
                    <a:pt x="101834" y="95419"/>
                  </a:lnTo>
                  <a:lnTo>
                    <a:pt x="103755" y="95171"/>
                  </a:lnTo>
                  <a:lnTo>
                    <a:pt x="105677" y="94917"/>
                  </a:lnTo>
                  <a:lnTo>
                    <a:pt x="107598" y="94651"/>
                  </a:lnTo>
                  <a:lnTo>
                    <a:pt x="109520" y="94377"/>
                  </a:lnTo>
                  <a:lnTo>
                    <a:pt x="111441" y="94097"/>
                  </a:lnTo>
                  <a:lnTo>
                    <a:pt x="113362" y="93801"/>
                  </a:lnTo>
                  <a:lnTo>
                    <a:pt x="115284" y="93500"/>
                  </a:lnTo>
                  <a:lnTo>
                    <a:pt x="117205" y="93187"/>
                  </a:lnTo>
                  <a:lnTo>
                    <a:pt x="119127" y="92862"/>
                  </a:lnTo>
                  <a:lnTo>
                    <a:pt x="121048" y="92530"/>
                  </a:lnTo>
                  <a:lnTo>
                    <a:pt x="122969" y="92182"/>
                  </a:lnTo>
                  <a:lnTo>
                    <a:pt x="124891" y="91825"/>
                  </a:lnTo>
                  <a:lnTo>
                    <a:pt x="126812" y="91458"/>
                  </a:lnTo>
                  <a:lnTo>
                    <a:pt x="128734" y="91074"/>
                  </a:lnTo>
                  <a:lnTo>
                    <a:pt x="130655" y="90681"/>
                  </a:lnTo>
                  <a:lnTo>
                    <a:pt x="132576" y="90274"/>
                  </a:lnTo>
                  <a:lnTo>
                    <a:pt x="134498" y="89852"/>
                  </a:lnTo>
                  <a:lnTo>
                    <a:pt x="136419" y="89421"/>
                  </a:lnTo>
                  <a:lnTo>
                    <a:pt x="138341" y="88972"/>
                  </a:lnTo>
                  <a:lnTo>
                    <a:pt x="140262" y="88509"/>
                  </a:lnTo>
                  <a:lnTo>
                    <a:pt x="142183" y="88037"/>
                  </a:lnTo>
                  <a:lnTo>
                    <a:pt x="144105" y="87541"/>
                  </a:lnTo>
                  <a:lnTo>
                    <a:pt x="146026" y="87036"/>
                  </a:lnTo>
                  <a:lnTo>
                    <a:pt x="147948" y="86515"/>
                  </a:lnTo>
                  <a:lnTo>
                    <a:pt x="149869" y="85974"/>
                  </a:lnTo>
                  <a:lnTo>
                    <a:pt x="151791" y="85423"/>
                  </a:lnTo>
                  <a:lnTo>
                    <a:pt x="153712" y="84850"/>
                  </a:lnTo>
                  <a:lnTo>
                    <a:pt x="155633" y="84262"/>
                  </a:lnTo>
                  <a:lnTo>
                    <a:pt x="157555" y="83663"/>
                  </a:lnTo>
                  <a:lnTo>
                    <a:pt x="159476" y="83036"/>
                  </a:lnTo>
                  <a:lnTo>
                    <a:pt x="161398" y="82398"/>
                  </a:lnTo>
                  <a:lnTo>
                    <a:pt x="163319" y="81743"/>
                  </a:lnTo>
                  <a:lnTo>
                    <a:pt x="165240" y="81065"/>
                  </a:lnTo>
                  <a:lnTo>
                    <a:pt x="167162" y="80375"/>
                  </a:lnTo>
                  <a:lnTo>
                    <a:pt x="169083" y="79661"/>
                  </a:lnTo>
                  <a:lnTo>
                    <a:pt x="171005" y="78930"/>
                  </a:lnTo>
                  <a:lnTo>
                    <a:pt x="172926" y="78186"/>
                  </a:lnTo>
                  <a:lnTo>
                    <a:pt x="174847" y="77413"/>
                  </a:lnTo>
                  <a:lnTo>
                    <a:pt x="176769" y="76628"/>
                  </a:lnTo>
                  <a:lnTo>
                    <a:pt x="178690" y="75824"/>
                  </a:lnTo>
                  <a:lnTo>
                    <a:pt x="180612" y="74996"/>
                  </a:lnTo>
                  <a:lnTo>
                    <a:pt x="182533" y="74156"/>
                  </a:lnTo>
                  <a:lnTo>
                    <a:pt x="184454" y="73291"/>
                  </a:lnTo>
                  <a:lnTo>
                    <a:pt x="186376" y="72408"/>
                  </a:lnTo>
                  <a:lnTo>
                    <a:pt x="188297" y="71512"/>
                  </a:lnTo>
                  <a:lnTo>
                    <a:pt x="190219" y="70587"/>
                  </a:lnTo>
                  <a:lnTo>
                    <a:pt x="192140" y="69650"/>
                  </a:lnTo>
                  <a:lnTo>
                    <a:pt x="194061" y="68694"/>
                  </a:lnTo>
                  <a:lnTo>
                    <a:pt x="195983" y="67716"/>
                  </a:lnTo>
                  <a:lnTo>
                    <a:pt x="197904" y="66725"/>
                  </a:lnTo>
                  <a:lnTo>
                    <a:pt x="199826" y="65712"/>
                  </a:lnTo>
                  <a:lnTo>
                    <a:pt x="201747" y="64682"/>
                  </a:lnTo>
                  <a:lnTo>
                    <a:pt x="203668" y="63640"/>
                  </a:lnTo>
                  <a:lnTo>
                    <a:pt x="205590" y="62573"/>
                  </a:lnTo>
                  <a:lnTo>
                    <a:pt x="207511" y="61494"/>
                  </a:lnTo>
                  <a:lnTo>
                    <a:pt x="209433" y="60400"/>
                  </a:lnTo>
                  <a:lnTo>
                    <a:pt x="211354" y="59287"/>
                  </a:lnTo>
                  <a:lnTo>
                    <a:pt x="213275" y="58164"/>
                  </a:lnTo>
                  <a:lnTo>
                    <a:pt x="215197" y="57023"/>
                  </a:lnTo>
                  <a:lnTo>
                    <a:pt x="217118" y="55868"/>
                  </a:lnTo>
                  <a:lnTo>
                    <a:pt x="219040" y="54706"/>
                  </a:lnTo>
                  <a:lnTo>
                    <a:pt x="220961" y="53523"/>
                  </a:lnTo>
                  <a:lnTo>
                    <a:pt x="222883" y="52334"/>
                  </a:lnTo>
                  <a:lnTo>
                    <a:pt x="224804" y="51134"/>
                  </a:lnTo>
                  <a:lnTo>
                    <a:pt x="226725" y="49922"/>
                  </a:lnTo>
                  <a:lnTo>
                    <a:pt x="228647" y="48703"/>
                  </a:lnTo>
                  <a:lnTo>
                    <a:pt x="230568" y="47475"/>
                  </a:lnTo>
                  <a:lnTo>
                    <a:pt x="232490" y="46239"/>
                  </a:lnTo>
                  <a:lnTo>
                    <a:pt x="234411" y="45000"/>
                  </a:lnTo>
                  <a:lnTo>
                    <a:pt x="236332" y="43752"/>
                  </a:lnTo>
                  <a:lnTo>
                    <a:pt x="238254" y="42502"/>
                  </a:lnTo>
                  <a:lnTo>
                    <a:pt x="240175" y="41248"/>
                  </a:lnTo>
                  <a:lnTo>
                    <a:pt x="242097" y="39992"/>
                  </a:lnTo>
                  <a:lnTo>
                    <a:pt x="244018" y="38736"/>
                  </a:lnTo>
                  <a:lnTo>
                    <a:pt x="245939" y="37480"/>
                  </a:lnTo>
                  <a:lnTo>
                    <a:pt x="247861" y="36225"/>
                  </a:lnTo>
                  <a:lnTo>
                    <a:pt x="249782" y="34972"/>
                  </a:lnTo>
                  <a:lnTo>
                    <a:pt x="251704" y="33725"/>
                  </a:lnTo>
                  <a:lnTo>
                    <a:pt x="253625" y="32482"/>
                  </a:lnTo>
                  <a:lnTo>
                    <a:pt x="255546" y="31244"/>
                  </a:lnTo>
                  <a:lnTo>
                    <a:pt x="257468" y="30016"/>
                  </a:lnTo>
                  <a:lnTo>
                    <a:pt x="259389" y="28794"/>
                  </a:lnTo>
                  <a:lnTo>
                    <a:pt x="261311" y="27585"/>
                  </a:lnTo>
                  <a:lnTo>
                    <a:pt x="263232" y="26387"/>
                  </a:lnTo>
                  <a:lnTo>
                    <a:pt x="265153" y="25197"/>
                  </a:lnTo>
                  <a:lnTo>
                    <a:pt x="267075" y="24029"/>
                  </a:lnTo>
                  <a:lnTo>
                    <a:pt x="268996" y="22871"/>
                  </a:lnTo>
                  <a:lnTo>
                    <a:pt x="270918" y="21728"/>
                  </a:lnTo>
                  <a:lnTo>
                    <a:pt x="272839" y="20609"/>
                  </a:lnTo>
                  <a:lnTo>
                    <a:pt x="274760" y="19502"/>
                  </a:lnTo>
                  <a:lnTo>
                    <a:pt x="276682" y="18420"/>
                  </a:lnTo>
                  <a:lnTo>
                    <a:pt x="278603" y="17360"/>
                  </a:lnTo>
                  <a:lnTo>
                    <a:pt x="280525" y="16313"/>
                  </a:lnTo>
                  <a:lnTo>
                    <a:pt x="282446" y="15304"/>
                  </a:lnTo>
                  <a:lnTo>
                    <a:pt x="284367" y="14312"/>
                  </a:lnTo>
                  <a:lnTo>
                    <a:pt x="286289" y="13344"/>
                  </a:lnTo>
                  <a:lnTo>
                    <a:pt x="288210" y="12411"/>
                  </a:lnTo>
                  <a:lnTo>
                    <a:pt x="290132" y="11496"/>
                  </a:lnTo>
                  <a:lnTo>
                    <a:pt x="292053" y="10618"/>
                  </a:lnTo>
                  <a:lnTo>
                    <a:pt x="293975" y="9770"/>
                  </a:lnTo>
                  <a:lnTo>
                    <a:pt x="295896" y="8941"/>
                  </a:lnTo>
                  <a:lnTo>
                    <a:pt x="297817" y="8162"/>
                  </a:lnTo>
                  <a:lnTo>
                    <a:pt x="299739" y="7406"/>
                  </a:lnTo>
                  <a:lnTo>
                    <a:pt x="301660" y="6680"/>
                  </a:lnTo>
                  <a:lnTo>
                    <a:pt x="303582" y="5999"/>
                  </a:lnTo>
                  <a:lnTo>
                    <a:pt x="305503" y="5341"/>
                  </a:lnTo>
                  <a:lnTo>
                    <a:pt x="307424" y="4727"/>
                  </a:lnTo>
                  <a:lnTo>
                    <a:pt x="309346" y="4150"/>
                  </a:lnTo>
                  <a:lnTo>
                    <a:pt x="311267" y="3595"/>
                  </a:lnTo>
                  <a:lnTo>
                    <a:pt x="313189" y="3099"/>
                  </a:lnTo>
                  <a:lnTo>
                    <a:pt x="315110" y="2628"/>
                  </a:lnTo>
                  <a:lnTo>
                    <a:pt x="317031" y="2192"/>
                  </a:lnTo>
                  <a:lnTo>
                    <a:pt x="318953" y="1807"/>
                  </a:lnTo>
                  <a:lnTo>
                    <a:pt x="320874" y="1446"/>
                  </a:lnTo>
                  <a:lnTo>
                    <a:pt x="322796" y="1133"/>
                  </a:lnTo>
                  <a:lnTo>
                    <a:pt x="324717" y="859"/>
                  </a:lnTo>
                  <a:lnTo>
                    <a:pt x="326638" y="610"/>
                  </a:lnTo>
                  <a:lnTo>
                    <a:pt x="328560" y="421"/>
                  </a:lnTo>
                  <a:lnTo>
                    <a:pt x="330481" y="258"/>
                  </a:lnTo>
                  <a:lnTo>
                    <a:pt x="332403" y="131"/>
                  </a:lnTo>
                  <a:lnTo>
                    <a:pt x="334324" y="56"/>
                  </a:lnTo>
                  <a:lnTo>
                    <a:pt x="336245" y="4"/>
                  </a:lnTo>
                  <a:lnTo>
                    <a:pt x="338167" y="0"/>
                  </a:lnTo>
                  <a:lnTo>
                    <a:pt x="340088" y="33"/>
                  </a:lnTo>
                  <a:lnTo>
                    <a:pt x="342010" y="90"/>
                  </a:lnTo>
                  <a:lnTo>
                    <a:pt x="343931" y="204"/>
                  </a:lnTo>
                  <a:lnTo>
                    <a:pt x="345852" y="344"/>
                  </a:lnTo>
                  <a:lnTo>
                    <a:pt x="347774" y="515"/>
                  </a:lnTo>
                  <a:lnTo>
                    <a:pt x="349695" y="733"/>
                  </a:lnTo>
                  <a:lnTo>
                    <a:pt x="351617" y="974"/>
                  </a:lnTo>
                  <a:lnTo>
                    <a:pt x="353538" y="1256"/>
                  </a:lnTo>
                  <a:lnTo>
                    <a:pt x="355459" y="1571"/>
                  </a:lnTo>
                  <a:lnTo>
                    <a:pt x="357381" y="1907"/>
                  </a:lnTo>
                  <a:lnTo>
                    <a:pt x="359302" y="2291"/>
                  </a:lnTo>
                  <a:lnTo>
                    <a:pt x="361224" y="2697"/>
                  </a:lnTo>
                  <a:lnTo>
                    <a:pt x="363145" y="3130"/>
                  </a:lnTo>
                  <a:lnTo>
                    <a:pt x="365067" y="3601"/>
                  </a:lnTo>
                  <a:lnTo>
                    <a:pt x="366988" y="4090"/>
                  </a:lnTo>
                  <a:lnTo>
                    <a:pt x="368909" y="4611"/>
                  </a:lnTo>
                  <a:lnTo>
                    <a:pt x="370831" y="5159"/>
                  </a:lnTo>
                  <a:lnTo>
                    <a:pt x="372752" y="5723"/>
                  </a:lnTo>
                  <a:lnTo>
                    <a:pt x="374674" y="6324"/>
                  </a:lnTo>
                  <a:lnTo>
                    <a:pt x="376595" y="6940"/>
                  </a:lnTo>
                  <a:lnTo>
                    <a:pt x="378516" y="7576"/>
                  </a:lnTo>
                  <a:lnTo>
                    <a:pt x="380438" y="8239"/>
                  </a:lnTo>
                  <a:lnTo>
                    <a:pt x="382359" y="8915"/>
                  </a:lnTo>
                  <a:lnTo>
                    <a:pt x="384281" y="9613"/>
                  </a:lnTo>
                  <a:lnTo>
                    <a:pt x="386202" y="10329"/>
                  </a:lnTo>
                  <a:lnTo>
                    <a:pt x="388123" y="11055"/>
                  </a:lnTo>
                  <a:lnTo>
                    <a:pt x="390045" y="11805"/>
                  </a:lnTo>
                  <a:lnTo>
                    <a:pt x="391966" y="12564"/>
                  </a:lnTo>
                  <a:lnTo>
                    <a:pt x="393888" y="13334"/>
                  </a:lnTo>
                  <a:lnTo>
                    <a:pt x="395809" y="14120"/>
                  </a:lnTo>
                  <a:lnTo>
                    <a:pt x="397730" y="14913"/>
                  </a:lnTo>
                  <a:lnTo>
                    <a:pt x="399652" y="15718"/>
                  </a:lnTo>
                  <a:lnTo>
                    <a:pt x="401573" y="16531"/>
                  </a:lnTo>
                  <a:lnTo>
                    <a:pt x="403495" y="17350"/>
                  </a:lnTo>
                  <a:lnTo>
                    <a:pt x="405416" y="18178"/>
                  </a:lnTo>
                  <a:lnTo>
                    <a:pt x="407337" y="19009"/>
                  </a:lnTo>
                  <a:lnTo>
                    <a:pt x="409259" y="19845"/>
                  </a:lnTo>
                  <a:lnTo>
                    <a:pt x="411180" y="20685"/>
                  </a:lnTo>
                  <a:lnTo>
                    <a:pt x="413102" y="21527"/>
                  </a:lnTo>
                  <a:lnTo>
                    <a:pt x="415023" y="22371"/>
                  </a:lnTo>
                  <a:lnTo>
                    <a:pt x="416944" y="23215"/>
                  </a:lnTo>
                  <a:lnTo>
                    <a:pt x="418866" y="24059"/>
                  </a:lnTo>
                  <a:lnTo>
                    <a:pt x="420787" y="24902"/>
                  </a:lnTo>
                  <a:lnTo>
                    <a:pt x="422709" y="25743"/>
                  </a:lnTo>
                  <a:lnTo>
                    <a:pt x="424630" y="26582"/>
                  </a:lnTo>
                  <a:lnTo>
                    <a:pt x="426551" y="27416"/>
                  </a:lnTo>
                  <a:lnTo>
                    <a:pt x="428473" y="28247"/>
                  </a:lnTo>
                  <a:lnTo>
                    <a:pt x="430394" y="29073"/>
                  </a:lnTo>
                  <a:lnTo>
                    <a:pt x="432316" y="29893"/>
                  </a:lnTo>
                  <a:lnTo>
                    <a:pt x="434237" y="30709"/>
                  </a:lnTo>
                  <a:lnTo>
                    <a:pt x="436159" y="31515"/>
                  </a:lnTo>
                  <a:lnTo>
                    <a:pt x="438080" y="32315"/>
                  </a:lnTo>
                  <a:lnTo>
                    <a:pt x="440001" y="33109"/>
                  </a:lnTo>
                  <a:lnTo>
                    <a:pt x="441923" y="33891"/>
                  </a:lnTo>
                  <a:lnTo>
                    <a:pt x="443844" y="34667"/>
                  </a:lnTo>
                  <a:lnTo>
                    <a:pt x="445766" y="35433"/>
                  </a:lnTo>
                  <a:lnTo>
                    <a:pt x="447687" y="36189"/>
                  </a:lnTo>
                  <a:lnTo>
                    <a:pt x="449608" y="36938"/>
                  </a:lnTo>
                  <a:lnTo>
                    <a:pt x="451530" y="37672"/>
                  </a:lnTo>
                  <a:lnTo>
                    <a:pt x="453451" y="38397"/>
                  </a:lnTo>
                  <a:lnTo>
                    <a:pt x="455373" y="39114"/>
                  </a:lnTo>
                  <a:lnTo>
                    <a:pt x="457294" y="39815"/>
                  </a:lnTo>
                  <a:lnTo>
                    <a:pt x="459215" y="40509"/>
                  </a:lnTo>
                  <a:lnTo>
                    <a:pt x="461137" y="41189"/>
                  </a:lnTo>
                  <a:lnTo>
                    <a:pt x="463058" y="41857"/>
                  </a:lnTo>
                  <a:lnTo>
                    <a:pt x="464980" y="42518"/>
                  </a:lnTo>
                  <a:lnTo>
                    <a:pt x="466901" y="43161"/>
                  </a:lnTo>
                  <a:lnTo>
                    <a:pt x="468822" y="43795"/>
                  </a:lnTo>
                  <a:lnTo>
                    <a:pt x="470744" y="44419"/>
                  </a:lnTo>
                  <a:lnTo>
                    <a:pt x="472665" y="45026"/>
                  </a:lnTo>
                  <a:lnTo>
                    <a:pt x="474587" y="45625"/>
                  </a:lnTo>
                  <a:lnTo>
                    <a:pt x="476508" y="46212"/>
                  </a:lnTo>
                  <a:lnTo>
                    <a:pt x="478429" y="46784"/>
                  </a:lnTo>
                  <a:lnTo>
                    <a:pt x="480351" y="47350"/>
                  </a:lnTo>
                  <a:lnTo>
                    <a:pt x="482272" y="47898"/>
                  </a:lnTo>
                  <a:lnTo>
                    <a:pt x="484194" y="48438"/>
                  </a:lnTo>
                  <a:lnTo>
                    <a:pt x="486115" y="48968"/>
                  </a:lnTo>
                  <a:lnTo>
                    <a:pt x="488036" y="49482"/>
                  </a:lnTo>
                  <a:lnTo>
                    <a:pt x="489958" y="49989"/>
                  </a:lnTo>
                  <a:lnTo>
                    <a:pt x="491879" y="50484"/>
                  </a:lnTo>
                  <a:lnTo>
                    <a:pt x="493801" y="50967"/>
                  </a:lnTo>
                  <a:lnTo>
                    <a:pt x="495722" y="51443"/>
                  </a:lnTo>
                  <a:lnTo>
                    <a:pt x="497643" y="51904"/>
                  </a:lnTo>
                  <a:lnTo>
                    <a:pt x="499565" y="52357"/>
                  </a:lnTo>
                  <a:lnTo>
                    <a:pt x="501486" y="52803"/>
                  </a:lnTo>
                  <a:lnTo>
                    <a:pt x="503408" y="53235"/>
                  </a:lnTo>
                  <a:lnTo>
                    <a:pt x="505329" y="53660"/>
                  </a:lnTo>
                  <a:lnTo>
                    <a:pt x="507250" y="54076"/>
                  </a:lnTo>
                  <a:lnTo>
                    <a:pt x="509172" y="54482"/>
                  </a:lnTo>
                  <a:lnTo>
                    <a:pt x="511093" y="54883"/>
                  </a:lnTo>
                  <a:lnTo>
                    <a:pt x="513015" y="55272"/>
                  </a:lnTo>
                  <a:lnTo>
                    <a:pt x="514936" y="55654"/>
                  </a:lnTo>
                  <a:lnTo>
                    <a:pt x="516858" y="56030"/>
                  </a:lnTo>
                  <a:lnTo>
                    <a:pt x="518779" y="56396"/>
                  </a:lnTo>
                  <a:lnTo>
                    <a:pt x="520700" y="56758"/>
                  </a:lnTo>
                  <a:lnTo>
                    <a:pt x="522622" y="57111"/>
                  </a:lnTo>
                  <a:lnTo>
                    <a:pt x="524543" y="57458"/>
                  </a:lnTo>
                  <a:lnTo>
                    <a:pt x="526465" y="57801"/>
                  </a:lnTo>
                  <a:lnTo>
                    <a:pt x="528386" y="58135"/>
                  </a:lnTo>
                  <a:lnTo>
                    <a:pt x="530307" y="58465"/>
                  </a:lnTo>
                  <a:lnTo>
                    <a:pt x="532229" y="58790"/>
                  </a:lnTo>
                  <a:lnTo>
                    <a:pt x="534150" y="59108"/>
                  </a:lnTo>
                  <a:lnTo>
                    <a:pt x="536072" y="59423"/>
                  </a:lnTo>
                  <a:lnTo>
                    <a:pt x="537993" y="59733"/>
                  </a:lnTo>
                  <a:lnTo>
                    <a:pt x="539914" y="60039"/>
                  </a:lnTo>
                  <a:lnTo>
                    <a:pt x="541836" y="60341"/>
                  </a:lnTo>
                  <a:lnTo>
                    <a:pt x="543757" y="60638"/>
                  </a:lnTo>
                  <a:lnTo>
                    <a:pt x="545679" y="60933"/>
                  </a:lnTo>
                  <a:lnTo>
                    <a:pt x="547600" y="61225"/>
                  </a:lnTo>
                  <a:lnTo>
                    <a:pt x="549521" y="61512"/>
                  </a:lnTo>
                  <a:lnTo>
                    <a:pt x="551443" y="61798"/>
                  </a:lnTo>
                  <a:lnTo>
                    <a:pt x="553364" y="62080"/>
                  </a:lnTo>
                  <a:lnTo>
                    <a:pt x="555286" y="62360"/>
                  </a:lnTo>
                  <a:lnTo>
                    <a:pt x="557207" y="62639"/>
                  </a:lnTo>
                  <a:lnTo>
                    <a:pt x="559128" y="62914"/>
                  </a:lnTo>
                  <a:lnTo>
                    <a:pt x="561050" y="63188"/>
                  </a:lnTo>
                  <a:lnTo>
                    <a:pt x="562971" y="63460"/>
                  </a:lnTo>
                  <a:lnTo>
                    <a:pt x="564893" y="63731"/>
                  </a:lnTo>
                  <a:lnTo>
                    <a:pt x="566814" y="64000"/>
                  </a:lnTo>
                  <a:lnTo>
                    <a:pt x="568735" y="64268"/>
                  </a:lnTo>
                  <a:lnTo>
                    <a:pt x="570657" y="64534"/>
                  </a:lnTo>
                  <a:lnTo>
                    <a:pt x="572578" y="64800"/>
                  </a:lnTo>
                  <a:lnTo>
                    <a:pt x="574500" y="65064"/>
                  </a:lnTo>
                  <a:lnTo>
                    <a:pt x="576421" y="65328"/>
                  </a:lnTo>
                  <a:lnTo>
                    <a:pt x="578342" y="65591"/>
                  </a:lnTo>
                  <a:lnTo>
                    <a:pt x="580264" y="65853"/>
                  </a:lnTo>
                  <a:lnTo>
                    <a:pt x="582185" y="66115"/>
                  </a:lnTo>
                  <a:lnTo>
                    <a:pt x="584107" y="66376"/>
                  </a:lnTo>
                  <a:lnTo>
                    <a:pt x="586028" y="66636"/>
                  </a:lnTo>
                  <a:lnTo>
                    <a:pt x="587950" y="66896"/>
                  </a:lnTo>
                  <a:lnTo>
                    <a:pt x="589871" y="67156"/>
                  </a:lnTo>
                  <a:lnTo>
                    <a:pt x="591792" y="67415"/>
                  </a:lnTo>
                  <a:lnTo>
                    <a:pt x="593714" y="67673"/>
                  </a:lnTo>
                  <a:lnTo>
                    <a:pt x="595635" y="67932"/>
                  </a:lnTo>
                  <a:lnTo>
                    <a:pt x="597557" y="68189"/>
                  </a:lnTo>
                  <a:lnTo>
                    <a:pt x="599478" y="68447"/>
                  </a:lnTo>
                  <a:lnTo>
                    <a:pt x="601399" y="68704"/>
                  </a:lnTo>
                  <a:lnTo>
                    <a:pt x="603321" y="68961"/>
                  </a:lnTo>
                  <a:lnTo>
                    <a:pt x="605242" y="69217"/>
                  </a:lnTo>
                  <a:lnTo>
                    <a:pt x="607164" y="69472"/>
                  </a:lnTo>
                  <a:lnTo>
                    <a:pt x="609085" y="69728"/>
                  </a:lnTo>
                  <a:lnTo>
                    <a:pt x="611006" y="69982"/>
                  </a:lnTo>
                  <a:lnTo>
                    <a:pt x="612928" y="70236"/>
                  </a:lnTo>
                  <a:lnTo>
                    <a:pt x="614849" y="70490"/>
                  </a:lnTo>
                  <a:lnTo>
                    <a:pt x="616771" y="70742"/>
                  </a:lnTo>
                  <a:lnTo>
                    <a:pt x="618692" y="70994"/>
                  </a:lnTo>
                  <a:lnTo>
                    <a:pt x="620613" y="71245"/>
                  </a:lnTo>
                  <a:lnTo>
                    <a:pt x="622535" y="71495"/>
                  </a:lnTo>
                  <a:lnTo>
                    <a:pt x="624456" y="71744"/>
                  </a:lnTo>
                  <a:lnTo>
                    <a:pt x="626378" y="71992"/>
                  </a:lnTo>
                  <a:lnTo>
                    <a:pt x="628299" y="72239"/>
                  </a:lnTo>
                  <a:lnTo>
                    <a:pt x="630220" y="72485"/>
                  </a:lnTo>
                  <a:lnTo>
                    <a:pt x="632142" y="72729"/>
                  </a:lnTo>
                  <a:lnTo>
                    <a:pt x="634063" y="72973"/>
                  </a:lnTo>
                  <a:lnTo>
                    <a:pt x="635985" y="73214"/>
                  </a:lnTo>
                  <a:lnTo>
                    <a:pt x="637906" y="73455"/>
                  </a:lnTo>
                  <a:lnTo>
                    <a:pt x="639827" y="73694"/>
                  </a:lnTo>
                  <a:lnTo>
                    <a:pt x="641749" y="73930"/>
                  </a:lnTo>
                  <a:lnTo>
                    <a:pt x="643670" y="74166"/>
                  </a:lnTo>
                  <a:lnTo>
                    <a:pt x="645592" y="74400"/>
                  </a:lnTo>
                  <a:lnTo>
                    <a:pt x="647513" y="74631"/>
                  </a:lnTo>
                  <a:lnTo>
                    <a:pt x="649434" y="74861"/>
                  </a:lnTo>
                  <a:lnTo>
                    <a:pt x="651356" y="75089"/>
                  </a:lnTo>
                  <a:lnTo>
                    <a:pt x="653277" y="75314"/>
                  </a:lnTo>
                  <a:lnTo>
                    <a:pt x="655199" y="75539"/>
                  </a:lnTo>
                  <a:lnTo>
                    <a:pt x="657120" y="75760"/>
                  </a:lnTo>
                  <a:lnTo>
                    <a:pt x="659042" y="75979"/>
                  </a:lnTo>
                  <a:lnTo>
                    <a:pt x="660963" y="76196"/>
                  </a:lnTo>
                  <a:lnTo>
                    <a:pt x="662884" y="76410"/>
                  </a:lnTo>
                  <a:lnTo>
                    <a:pt x="664806" y="76623"/>
                  </a:lnTo>
                  <a:lnTo>
                    <a:pt x="666727" y="76833"/>
                  </a:lnTo>
                  <a:lnTo>
                    <a:pt x="668649" y="77040"/>
                  </a:lnTo>
                  <a:lnTo>
                    <a:pt x="670570" y="77246"/>
                  </a:lnTo>
                  <a:lnTo>
                    <a:pt x="672491" y="77447"/>
                  </a:lnTo>
                  <a:lnTo>
                    <a:pt x="674413" y="77647"/>
                  </a:lnTo>
                  <a:lnTo>
                    <a:pt x="676334" y="77845"/>
                  </a:lnTo>
                  <a:lnTo>
                    <a:pt x="678256" y="78040"/>
                  </a:lnTo>
                  <a:lnTo>
                    <a:pt x="680177" y="78232"/>
                  </a:lnTo>
                  <a:lnTo>
                    <a:pt x="682098" y="78422"/>
                  </a:lnTo>
                  <a:lnTo>
                    <a:pt x="684020" y="78609"/>
                  </a:lnTo>
                  <a:lnTo>
                    <a:pt x="685941" y="78794"/>
                  </a:lnTo>
                  <a:lnTo>
                    <a:pt x="687863" y="78976"/>
                  </a:lnTo>
                  <a:lnTo>
                    <a:pt x="689784" y="79156"/>
                  </a:lnTo>
                  <a:lnTo>
                    <a:pt x="691705" y="79333"/>
                  </a:lnTo>
                  <a:lnTo>
                    <a:pt x="693627" y="79507"/>
                  </a:lnTo>
                  <a:lnTo>
                    <a:pt x="695548" y="79680"/>
                  </a:lnTo>
                  <a:lnTo>
                    <a:pt x="697470" y="79849"/>
                  </a:lnTo>
                  <a:lnTo>
                    <a:pt x="699391" y="80017"/>
                  </a:lnTo>
                  <a:lnTo>
                    <a:pt x="701312" y="80182"/>
                  </a:lnTo>
                  <a:lnTo>
                    <a:pt x="703234" y="80344"/>
                  </a:lnTo>
                  <a:lnTo>
                    <a:pt x="705155" y="80505"/>
                  </a:lnTo>
                  <a:lnTo>
                    <a:pt x="707077" y="80664"/>
                  </a:lnTo>
                  <a:lnTo>
                    <a:pt x="708998" y="80819"/>
                  </a:lnTo>
                  <a:lnTo>
                    <a:pt x="710919" y="80974"/>
                  </a:lnTo>
                  <a:lnTo>
                    <a:pt x="712841" y="81126"/>
                  </a:lnTo>
                  <a:lnTo>
                    <a:pt x="714762" y="81276"/>
                  </a:lnTo>
                  <a:lnTo>
                    <a:pt x="716684" y="81425"/>
                  </a:lnTo>
                  <a:lnTo>
                    <a:pt x="718605" y="81571"/>
                  </a:lnTo>
                  <a:lnTo>
                    <a:pt x="720526" y="81715"/>
                  </a:lnTo>
                  <a:lnTo>
                    <a:pt x="722448" y="81858"/>
                  </a:lnTo>
                  <a:lnTo>
                    <a:pt x="724369" y="81999"/>
                  </a:lnTo>
                  <a:lnTo>
                    <a:pt x="726291" y="82140"/>
                  </a:lnTo>
                  <a:lnTo>
                    <a:pt x="728212" y="82278"/>
                  </a:lnTo>
                  <a:lnTo>
                    <a:pt x="730134" y="82414"/>
                  </a:lnTo>
                  <a:lnTo>
                    <a:pt x="732055" y="82550"/>
                  </a:lnTo>
                  <a:lnTo>
                    <a:pt x="733976" y="82684"/>
                  </a:lnTo>
                  <a:lnTo>
                    <a:pt x="735898" y="82817"/>
                  </a:lnTo>
                  <a:lnTo>
                    <a:pt x="737819" y="82949"/>
                  </a:lnTo>
                  <a:lnTo>
                    <a:pt x="739741" y="83080"/>
                  </a:lnTo>
                  <a:lnTo>
                    <a:pt x="741662" y="83210"/>
                  </a:lnTo>
                  <a:lnTo>
                    <a:pt x="743583" y="83338"/>
                  </a:lnTo>
                  <a:lnTo>
                    <a:pt x="745505" y="83466"/>
                  </a:lnTo>
                  <a:lnTo>
                    <a:pt x="747426" y="83594"/>
                  </a:lnTo>
                  <a:lnTo>
                    <a:pt x="749348" y="83720"/>
                  </a:lnTo>
                  <a:lnTo>
                    <a:pt x="751269" y="83846"/>
                  </a:lnTo>
                  <a:lnTo>
                    <a:pt x="753190" y="83971"/>
                  </a:lnTo>
                  <a:lnTo>
                    <a:pt x="755112" y="84095"/>
                  </a:lnTo>
                  <a:lnTo>
                    <a:pt x="757033" y="84219"/>
                  </a:lnTo>
                  <a:lnTo>
                    <a:pt x="758955" y="84343"/>
                  </a:lnTo>
                  <a:lnTo>
                    <a:pt x="760876" y="84466"/>
                  </a:lnTo>
                  <a:lnTo>
                    <a:pt x="762797" y="84588"/>
                  </a:lnTo>
                  <a:lnTo>
                    <a:pt x="764719" y="84710"/>
                  </a:lnTo>
                  <a:lnTo>
                    <a:pt x="766640" y="84832"/>
                  </a:lnTo>
                  <a:lnTo>
                    <a:pt x="768562" y="84954"/>
                  </a:lnTo>
                  <a:lnTo>
                    <a:pt x="770483" y="85075"/>
                  </a:lnTo>
                  <a:lnTo>
                    <a:pt x="772404" y="85196"/>
                  </a:lnTo>
                  <a:lnTo>
                    <a:pt x="774326" y="85317"/>
                  </a:lnTo>
                  <a:lnTo>
                    <a:pt x="776247" y="85438"/>
                  </a:lnTo>
                  <a:lnTo>
                    <a:pt x="778169" y="85558"/>
                  </a:lnTo>
                  <a:lnTo>
                    <a:pt x="780090" y="85679"/>
                  </a:lnTo>
                  <a:lnTo>
                    <a:pt x="782011" y="85799"/>
                  </a:lnTo>
                  <a:lnTo>
                    <a:pt x="783933" y="85919"/>
                  </a:lnTo>
                  <a:lnTo>
                    <a:pt x="785854" y="86039"/>
                  </a:lnTo>
                  <a:lnTo>
                    <a:pt x="787776" y="86159"/>
                  </a:lnTo>
                  <a:lnTo>
                    <a:pt x="789697" y="86278"/>
                  </a:lnTo>
                  <a:lnTo>
                    <a:pt x="791618" y="86398"/>
                  </a:lnTo>
                  <a:lnTo>
                    <a:pt x="793540" y="86517"/>
                  </a:lnTo>
                  <a:lnTo>
                    <a:pt x="795461" y="86636"/>
                  </a:lnTo>
                  <a:lnTo>
                    <a:pt x="797383" y="86755"/>
                  </a:lnTo>
                  <a:lnTo>
                    <a:pt x="799304" y="86874"/>
                  </a:lnTo>
                  <a:lnTo>
                    <a:pt x="801226" y="86993"/>
                  </a:lnTo>
                  <a:lnTo>
                    <a:pt x="803147" y="87112"/>
                  </a:lnTo>
                  <a:lnTo>
                    <a:pt x="805068" y="87230"/>
                  </a:lnTo>
                  <a:lnTo>
                    <a:pt x="806990" y="87348"/>
                  </a:lnTo>
                  <a:lnTo>
                    <a:pt x="808911" y="87466"/>
                  </a:lnTo>
                  <a:lnTo>
                    <a:pt x="810833" y="87584"/>
                  </a:lnTo>
                  <a:lnTo>
                    <a:pt x="812754" y="87701"/>
                  </a:lnTo>
                  <a:lnTo>
                    <a:pt x="814675" y="87818"/>
                  </a:lnTo>
                  <a:lnTo>
                    <a:pt x="816597" y="87935"/>
                  </a:lnTo>
                  <a:lnTo>
                    <a:pt x="818518" y="88051"/>
                  </a:lnTo>
                  <a:lnTo>
                    <a:pt x="820440" y="88167"/>
                  </a:lnTo>
                  <a:lnTo>
                    <a:pt x="822361" y="88283"/>
                  </a:lnTo>
                  <a:lnTo>
                    <a:pt x="824282" y="88398"/>
                  </a:lnTo>
                  <a:lnTo>
                    <a:pt x="826204" y="88513"/>
                  </a:lnTo>
                  <a:lnTo>
                    <a:pt x="828125" y="88628"/>
                  </a:lnTo>
                  <a:lnTo>
                    <a:pt x="830047" y="88742"/>
                  </a:lnTo>
                  <a:lnTo>
                    <a:pt x="831968" y="88855"/>
                  </a:lnTo>
                  <a:lnTo>
                    <a:pt x="833889" y="88969"/>
                  </a:lnTo>
                  <a:lnTo>
                    <a:pt x="835811" y="89081"/>
                  </a:lnTo>
                  <a:lnTo>
                    <a:pt x="837732" y="89193"/>
                  </a:lnTo>
                  <a:lnTo>
                    <a:pt x="839654" y="89305"/>
                  </a:lnTo>
                  <a:lnTo>
                    <a:pt x="841575" y="89416"/>
                  </a:lnTo>
                  <a:lnTo>
                    <a:pt x="843496" y="89527"/>
                  </a:lnTo>
                  <a:lnTo>
                    <a:pt x="845418" y="89637"/>
                  </a:lnTo>
                  <a:lnTo>
                    <a:pt x="847339" y="89747"/>
                  </a:lnTo>
                  <a:lnTo>
                    <a:pt x="849261" y="89856"/>
                  </a:lnTo>
                  <a:lnTo>
                    <a:pt x="851182" y="89964"/>
                  </a:lnTo>
                  <a:lnTo>
                    <a:pt x="853103" y="90072"/>
                  </a:lnTo>
                  <a:lnTo>
                    <a:pt x="855025" y="90180"/>
                  </a:lnTo>
                  <a:lnTo>
                    <a:pt x="856946" y="90287"/>
                  </a:lnTo>
                  <a:lnTo>
                    <a:pt x="858868" y="90393"/>
                  </a:lnTo>
                  <a:lnTo>
                    <a:pt x="860789" y="90499"/>
                  </a:lnTo>
                  <a:lnTo>
                    <a:pt x="862710" y="90605"/>
                  </a:lnTo>
                  <a:lnTo>
                    <a:pt x="864632" y="90710"/>
                  </a:lnTo>
                  <a:lnTo>
                    <a:pt x="866553" y="90815"/>
                  </a:lnTo>
                  <a:lnTo>
                    <a:pt x="868475" y="90919"/>
                  </a:lnTo>
                  <a:lnTo>
                    <a:pt x="870396" y="91023"/>
                  </a:lnTo>
                  <a:lnTo>
                    <a:pt x="872318" y="91126"/>
                  </a:lnTo>
                  <a:lnTo>
                    <a:pt x="874239" y="91229"/>
                  </a:lnTo>
                  <a:lnTo>
                    <a:pt x="876160" y="91332"/>
                  </a:lnTo>
                  <a:lnTo>
                    <a:pt x="878082" y="91434"/>
                  </a:lnTo>
                  <a:lnTo>
                    <a:pt x="880003" y="91536"/>
                  </a:lnTo>
                  <a:lnTo>
                    <a:pt x="881925" y="91638"/>
                  </a:lnTo>
                  <a:lnTo>
                    <a:pt x="883846" y="91740"/>
                  </a:lnTo>
                  <a:lnTo>
                    <a:pt x="885767" y="91841"/>
                  </a:lnTo>
                  <a:lnTo>
                    <a:pt x="887689" y="91943"/>
                  </a:lnTo>
                  <a:lnTo>
                    <a:pt x="889610" y="92044"/>
                  </a:lnTo>
                  <a:lnTo>
                    <a:pt x="891532" y="92145"/>
                  </a:lnTo>
                  <a:lnTo>
                    <a:pt x="893453" y="92246"/>
                  </a:lnTo>
                  <a:lnTo>
                    <a:pt x="895374" y="92347"/>
                  </a:lnTo>
                  <a:lnTo>
                    <a:pt x="897296" y="92447"/>
                  </a:lnTo>
                  <a:lnTo>
                    <a:pt x="899217" y="92548"/>
                  </a:lnTo>
                  <a:lnTo>
                    <a:pt x="901139" y="92649"/>
                  </a:lnTo>
                  <a:lnTo>
                    <a:pt x="903060" y="92750"/>
                  </a:lnTo>
                  <a:lnTo>
                    <a:pt x="904981" y="92852"/>
                  </a:lnTo>
                  <a:lnTo>
                    <a:pt x="906903" y="92953"/>
                  </a:lnTo>
                  <a:lnTo>
                    <a:pt x="908824" y="93054"/>
                  </a:lnTo>
                  <a:lnTo>
                    <a:pt x="910746" y="93156"/>
                  </a:lnTo>
                  <a:lnTo>
                    <a:pt x="912667" y="93258"/>
                  </a:lnTo>
                  <a:lnTo>
                    <a:pt x="914588" y="93360"/>
                  </a:lnTo>
                  <a:lnTo>
                    <a:pt x="916510" y="93462"/>
                  </a:lnTo>
                  <a:lnTo>
                    <a:pt x="918431" y="93565"/>
                  </a:lnTo>
                  <a:lnTo>
                    <a:pt x="920353" y="93668"/>
                  </a:lnTo>
                  <a:lnTo>
                    <a:pt x="922274" y="93771"/>
                  </a:lnTo>
                  <a:lnTo>
                    <a:pt x="924195" y="93875"/>
                  </a:lnTo>
                  <a:lnTo>
                    <a:pt x="926117" y="93978"/>
                  </a:lnTo>
                  <a:lnTo>
                    <a:pt x="928038" y="94083"/>
                  </a:lnTo>
                  <a:lnTo>
                    <a:pt x="929960" y="94187"/>
                  </a:lnTo>
                  <a:lnTo>
                    <a:pt x="931881" y="94292"/>
                  </a:lnTo>
                  <a:lnTo>
                    <a:pt x="933802" y="94397"/>
                  </a:lnTo>
                  <a:lnTo>
                    <a:pt x="935724" y="94503"/>
                  </a:lnTo>
                  <a:lnTo>
                    <a:pt x="937645" y="94609"/>
                  </a:lnTo>
                  <a:lnTo>
                    <a:pt x="939567" y="94715"/>
                  </a:lnTo>
                  <a:lnTo>
                    <a:pt x="941488" y="94822"/>
                  </a:lnTo>
                  <a:lnTo>
                    <a:pt x="943410" y="94929"/>
                  </a:lnTo>
                  <a:lnTo>
                    <a:pt x="945331" y="95036"/>
                  </a:lnTo>
                  <a:lnTo>
                    <a:pt x="947252" y="95143"/>
                  </a:lnTo>
                  <a:lnTo>
                    <a:pt x="949174" y="95251"/>
                  </a:lnTo>
                  <a:lnTo>
                    <a:pt x="951095" y="95359"/>
                  </a:lnTo>
                  <a:lnTo>
                    <a:pt x="953017" y="95467"/>
                  </a:lnTo>
                  <a:lnTo>
                    <a:pt x="954938" y="95575"/>
                  </a:lnTo>
                  <a:lnTo>
                    <a:pt x="956859" y="95684"/>
                  </a:lnTo>
                  <a:lnTo>
                    <a:pt x="958781" y="95792"/>
                  </a:lnTo>
                  <a:lnTo>
                    <a:pt x="960702" y="95901"/>
                  </a:lnTo>
                  <a:lnTo>
                    <a:pt x="962624" y="96010"/>
                  </a:lnTo>
                  <a:lnTo>
                    <a:pt x="964545" y="96119"/>
                  </a:lnTo>
                  <a:lnTo>
                    <a:pt x="966466" y="96227"/>
                  </a:lnTo>
                  <a:lnTo>
                    <a:pt x="968388" y="96336"/>
                  </a:lnTo>
                  <a:lnTo>
                    <a:pt x="970309" y="96445"/>
                  </a:lnTo>
                  <a:lnTo>
                    <a:pt x="972231" y="96553"/>
                  </a:lnTo>
                  <a:lnTo>
                    <a:pt x="974152" y="96661"/>
                  </a:lnTo>
                  <a:lnTo>
                    <a:pt x="976073" y="96769"/>
                  </a:lnTo>
                  <a:lnTo>
                    <a:pt x="977995" y="96877"/>
                  </a:lnTo>
                  <a:lnTo>
                    <a:pt x="979916" y="96984"/>
                  </a:lnTo>
                  <a:lnTo>
                    <a:pt x="981838" y="97090"/>
                  </a:lnTo>
                  <a:lnTo>
                    <a:pt x="981838" y="101817"/>
                  </a:lnTo>
                  <a:lnTo>
                    <a:pt x="979916" y="101817"/>
                  </a:lnTo>
                  <a:lnTo>
                    <a:pt x="977995" y="101817"/>
                  </a:lnTo>
                  <a:lnTo>
                    <a:pt x="976073" y="101817"/>
                  </a:lnTo>
                  <a:lnTo>
                    <a:pt x="974152" y="101817"/>
                  </a:lnTo>
                  <a:lnTo>
                    <a:pt x="972231" y="101817"/>
                  </a:lnTo>
                  <a:lnTo>
                    <a:pt x="970309" y="101817"/>
                  </a:lnTo>
                  <a:lnTo>
                    <a:pt x="968388" y="101817"/>
                  </a:lnTo>
                  <a:lnTo>
                    <a:pt x="966466" y="101817"/>
                  </a:lnTo>
                  <a:lnTo>
                    <a:pt x="964545" y="101817"/>
                  </a:lnTo>
                  <a:lnTo>
                    <a:pt x="962624" y="101817"/>
                  </a:lnTo>
                  <a:lnTo>
                    <a:pt x="960702" y="101817"/>
                  </a:lnTo>
                  <a:lnTo>
                    <a:pt x="958781" y="101817"/>
                  </a:lnTo>
                  <a:lnTo>
                    <a:pt x="956859" y="101817"/>
                  </a:lnTo>
                  <a:lnTo>
                    <a:pt x="954938" y="101817"/>
                  </a:lnTo>
                  <a:lnTo>
                    <a:pt x="953017" y="101817"/>
                  </a:lnTo>
                  <a:lnTo>
                    <a:pt x="951095" y="101817"/>
                  </a:lnTo>
                  <a:lnTo>
                    <a:pt x="949174" y="101817"/>
                  </a:lnTo>
                  <a:lnTo>
                    <a:pt x="947252" y="101817"/>
                  </a:lnTo>
                  <a:lnTo>
                    <a:pt x="945331" y="101817"/>
                  </a:lnTo>
                  <a:lnTo>
                    <a:pt x="943410" y="101817"/>
                  </a:lnTo>
                  <a:lnTo>
                    <a:pt x="941488" y="101817"/>
                  </a:lnTo>
                  <a:lnTo>
                    <a:pt x="939567" y="101817"/>
                  </a:lnTo>
                  <a:lnTo>
                    <a:pt x="937645" y="101817"/>
                  </a:lnTo>
                  <a:lnTo>
                    <a:pt x="935724" y="101817"/>
                  </a:lnTo>
                  <a:lnTo>
                    <a:pt x="933802" y="101817"/>
                  </a:lnTo>
                  <a:lnTo>
                    <a:pt x="931881" y="101817"/>
                  </a:lnTo>
                  <a:lnTo>
                    <a:pt x="929960" y="101817"/>
                  </a:lnTo>
                  <a:lnTo>
                    <a:pt x="928038" y="101817"/>
                  </a:lnTo>
                  <a:lnTo>
                    <a:pt x="926117" y="101817"/>
                  </a:lnTo>
                  <a:lnTo>
                    <a:pt x="924195" y="101817"/>
                  </a:lnTo>
                  <a:lnTo>
                    <a:pt x="922274" y="101817"/>
                  </a:lnTo>
                  <a:lnTo>
                    <a:pt x="920353" y="101817"/>
                  </a:lnTo>
                  <a:lnTo>
                    <a:pt x="918431" y="101817"/>
                  </a:lnTo>
                  <a:lnTo>
                    <a:pt x="916510" y="101817"/>
                  </a:lnTo>
                  <a:lnTo>
                    <a:pt x="914588" y="101817"/>
                  </a:lnTo>
                  <a:lnTo>
                    <a:pt x="912667" y="101817"/>
                  </a:lnTo>
                  <a:lnTo>
                    <a:pt x="910746" y="101817"/>
                  </a:lnTo>
                  <a:lnTo>
                    <a:pt x="908824" y="101817"/>
                  </a:lnTo>
                  <a:lnTo>
                    <a:pt x="906903" y="101817"/>
                  </a:lnTo>
                  <a:lnTo>
                    <a:pt x="904981" y="101817"/>
                  </a:lnTo>
                  <a:lnTo>
                    <a:pt x="903060" y="101817"/>
                  </a:lnTo>
                  <a:lnTo>
                    <a:pt x="901139" y="101817"/>
                  </a:lnTo>
                  <a:lnTo>
                    <a:pt x="899217" y="101817"/>
                  </a:lnTo>
                  <a:lnTo>
                    <a:pt x="897296" y="101817"/>
                  </a:lnTo>
                  <a:lnTo>
                    <a:pt x="895374" y="101817"/>
                  </a:lnTo>
                  <a:lnTo>
                    <a:pt x="893453" y="101817"/>
                  </a:lnTo>
                  <a:lnTo>
                    <a:pt x="891532" y="101817"/>
                  </a:lnTo>
                  <a:lnTo>
                    <a:pt x="889610" y="101817"/>
                  </a:lnTo>
                  <a:lnTo>
                    <a:pt x="887689" y="101817"/>
                  </a:lnTo>
                  <a:lnTo>
                    <a:pt x="885767" y="101817"/>
                  </a:lnTo>
                  <a:lnTo>
                    <a:pt x="883846" y="101817"/>
                  </a:lnTo>
                  <a:lnTo>
                    <a:pt x="881925" y="101817"/>
                  </a:lnTo>
                  <a:lnTo>
                    <a:pt x="880003" y="101817"/>
                  </a:lnTo>
                  <a:lnTo>
                    <a:pt x="878082" y="101817"/>
                  </a:lnTo>
                  <a:lnTo>
                    <a:pt x="876160" y="101817"/>
                  </a:lnTo>
                  <a:lnTo>
                    <a:pt x="874239" y="101817"/>
                  </a:lnTo>
                  <a:lnTo>
                    <a:pt x="872318" y="101817"/>
                  </a:lnTo>
                  <a:lnTo>
                    <a:pt x="870396" y="101817"/>
                  </a:lnTo>
                  <a:lnTo>
                    <a:pt x="868475" y="101817"/>
                  </a:lnTo>
                  <a:lnTo>
                    <a:pt x="866553" y="101817"/>
                  </a:lnTo>
                  <a:lnTo>
                    <a:pt x="864632" y="101817"/>
                  </a:lnTo>
                  <a:lnTo>
                    <a:pt x="862710" y="101817"/>
                  </a:lnTo>
                  <a:lnTo>
                    <a:pt x="860789" y="101817"/>
                  </a:lnTo>
                  <a:lnTo>
                    <a:pt x="858868" y="101817"/>
                  </a:lnTo>
                  <a:lnTo>
                    <a:pt x="856946" y="101817"/>
                  </a:lnTo>
                  <a:lnTo>
                    <a:pt x="855025" y="101817"/>
                  </a:lnTo>
                  <a:lnTo>
                    <a:pt x="853103" y="101817"/>
                  </a:lnTo>
                  <a:lnTo>
                    <a:pt x="851182" y="101817"/>
                  </a:lnTo>
                  <a:lnTo>
                    <a:pt x="849261" y="101817"/>
                  </a:lnTo>
                  <a:lnTo>
                    <a:pt x="847339" y="101817"/>
                  </a:lnTo>
                  <a:lnTo>
                    <a:pt x="845418" y="101817"/>
                  </a:lnTo>
                  <a:lnTo>
                    <a:pt x="843496" y="101817"/>
                  </a:lnTo>
                  <a:lnTo>
                    <a:pt x="841575" y="101817"/>
                  </a:lnTo>
                  <a:lnTo>
                    <a:pt x="839654" y="101817"/>
                  </a:lnTo>
                  <a:lnTo>
                    <a:pt x="837732" y="101817"/>
                  </a:lnTo>
                  <a:lnTo>
                    <a:pt x="835811" y="101817"/>
                  </a:lnTo>
                  <a:lnTo>
                    <a:pt x="833889" y="101817"/>
                  </a:lnTo>
                  <a:lnTo>
                    <a:pt x="831968" y="101817"/>
                  </a:lnTo>
                  <a:lnTo>
                    <a:pt x="830047" y="101817"/>
                  </a:lnTo>
                  <a:lnTo>
                    <a:pt x="828125" y="101817"/>
                  </a:lnTo>
                  <a:lnTo>
                    <a:pt x="826204" y="101817"/>
                  </a:lnTo>
                  <a:lnTo>
                    <a:pt x="824282" y="101817"/>
                  </a:lnTo>
                  <a:lnTo>
                    <a:pt x="822361" y="101817"/>
                  </a:lnTo>
                  <a:lnTo>
                    <a:pt x="820440" y="101817"/>
                  </a:lnTo>
                  <a:lnTo>
                    <a:pt x="818518" y="101817"/>
                  </a:lnTo>
                  <a:lnTo>
                    <a:pt x="816597" y="101817"/>
                  </a:lnTo>
                  <a:lnTo>
                    <a:pt x="814675" y="101817"/>
                  </a:lnTo>
                  <a:lnTo>
                    <a:pt x="812754" y="101817"/>
                  </a:lnTo>
                  <a:lnTo>
                    <a:pt x="810833" y="101817"/>
                  </a:lnTo>
                  <a:lnTo>
                    <a:pt x="808911" y="101817"/>
                  </a:lnTo>
                  <a:lnTo>
                    <a:pt x="806990" y="101817"/>
                  </a:lnTo>
                  <a:lnTo>
                    <a:pt x="805068" y="101817"/>
                  </a:lnTo>
                  <a:lnTo>
                    <a:pt x="803147" y="101817"/>
                  </a:lnTo>
                  <a:lnTo>
                    <a:pt x="801226" y="101817"/>
                  </a:lnTo>
                  <a:lnTo>
                    <a:pt x="799304" y="101817"/>
                  </a:lnTo>
                  <a:lnTo>
                    <a:pt x="797383" y="101817"/>
                  </a:lnTo>
                  <a:lnTo>
                    <a:pt x="795461" y="101817"/>
                  </a:lnTo>
                  <a:lnTo>
                    <a:pt x="793540" y="101817"/>
                  </a:lnTo>
                  <a:lnTo>
                    <a:pt x="791618" y="101817"/>
                  </a:lnTo>
                  <a:lnTo>
                    <a:pt x="789697" y="101817"/>
                  </a:lnTo>
                  <a:lnTo>
                    <a:pt x="787776" y="101817"/>
                  </a:lnTo>
                  <a:lnTo>
                    <a:pt x="785854" y="101817"/>
                  </a:lnTo>
                  <a:lnTo>
                    <a:pt x="783933" y="101817"/>
                  </a:lnTo>
                  <a:lnTo>
                    <a:pt x="782011" y="101817"/>
                  </a:lnTo>
                  <a:lnTo>
                    <a:pt x="780090" y="101817"/>
                  </a:lnTo>
                  <a:lnTo>
                    <a:pt x="778169" y="101817"/>
                  </a:lnTo>
                  <a:lnTo>
                    <a:pt x="776247" y="101817"/>
                  </a:lnTo>
                  <a:lnTo>
                    <a:pt x="774326" y="101817"/>
                  </a:lnTo>
                  <a:lnTo>
                    <a:pt x="772404" y="101817"/>
                  </a:lnTo>
                  <a:lnTo>
                    <a:pt x="770483" y="101817"/>
                  </a:lnTo>
                  <a:lnTo>
                    <a:pt x="768562" y="101817"/>
                  </a:lnTo>
                  <a:lnTo>
                    <a:pt x="766640" y="101817"/>
                  </a:lnTo>
                  <a:lnTo>
                    <a:pt x="764719" y="101817"/>
                  </a:lnTo>
                  <a:lnTo>
                    <a:pt x="762797" y="101817"/>
                  </a:lnTo>
                  <a:lnTo>
                    <a:pt x="760876" y="101817"/>
                  </a:lnTo>
                  <a:lnTo>
                    <a:pt x="758955" y="101817"/>
                  </a:lnTo>
                  <a:lnTo>
                    <a:pt x="757033" y="101817"/>
                  </a:lnTo>
                  <a:lnTo>
                    <a:pt x="755112" y="101817"/>
                  </a:lnTo>
                  <a:lnTo>
                    <a:pt x="753190" y="101817"/>
                  </a:lnTo>
                  <a:lnTo>
                    <a:pt x="751269" y="101817"/>
                  </a:lnTo>
                  <a:lnTo>
                    <a:pt x="749348" y="101817"/>
                  </a:lnTo>
                  <a:lnTo>
                    <a:pt x="747426" y="101817"/>
                  </a:lnTo>
                  <a:lnTo>
                    <a:pt x="745505" y="101817"/>
                  </a:lnTo>
                  <a:lnTo>
                    <a:pt x="743583" y="101817"/>
                  </a:lnTo>
                  <a:lnTo>
                    <a:pt x="741662" y="101817"/>
                  </a:lnTo>
                  <a:lnTo>
                    <a:pt x="739741" y="101817"/>
                  </a:lnTo>
                  <a:lnTo>
                    <a:pt x="737819" y="101817"/>
                  </a:lnTo>
                  <a:lnTo>
                    <a:pt x="735898" y="101817"/>
                  </a:lnTo>
                  <a:lnTo>
                    <a:pt x="733976" y="101817"/>
                  </a:lnTo>
                  <a:lnTo>
                    <a:pt x="732055" y="101817"/>
                  </a:lnTo>
                  <a:lnTo>
                    <a:pt x="730134" y="101817"/>
                  </a:lnTo>
                  <a:lnTo>
                    <a:pt x="728212" y="101817"/>
                  </a:lnTo>
                  <a:lnTo>
                    <a:pt x="726291" y="101817"/>
                  </a:lnTo>
                  <a:lnTo>
                    <a:pt x="724369" y="101817"/>
                  </a:lnTo>
                  <a:lnTo>
                    <a:pt x="722448" y="101817"/>
                  </a:lnTo>
                  <a:lnTo>
                    <a:pt x="720526" y="101817"/>
                  </a:lnTo>
                  <a:lnTo>
                    <a:pt x="718605" y="101817"/>
                  </a:lnTo>
                  <a:lnTo>
                    <a:pt x="716684" y="101817"/>
                  </a:lnTo>
                  <a:lnTo>
                    <a:pt x="714762" y="101817"/>
                  </a:lnTo>
                  <a:lnTo>
                    <a:pt x="712841" y="101817"/>
                  </a:lnTo>
                  <a:lnTo>
                    <a:pt x="710919" y="101817"/>
                  </a:lnTo>
                  <a:lnTo>
                    <a:pt x="708998" y="101817"/>
                  </a:lnTo>
                  <a:lnTo>
                    <a:pt x="707077" y="101817"/>
                  </a:lnTo>
                  <a:lnTo>
                    <a:pt x="705155" y="101817"/>
                  </a:lnTo>
                  <a:lnTo>
                    <a:pt x="703234" y="101817"/>
                  </a:lnTo>
                  <a:lnTo>
                    <a:pt x="701312" y="101817"/>
                  </a:lnTo>
                  <a:lnTo>
                    <a:pt x="699391" y="101817"/>
                  </a:lnTo>
                  <a:lnTo>
                    <a:pt x="697470" y="101817"/>
                  </a:lnTo>
                  <a:lnTo>
                    <a:pt x="695548" y="101817"/>
                  </a:lnTo>
                  <a:lnTo>
                    <a:pt x="693627" y="101817"/>
                  </a:lnTo>
                  <a:lnTo>
                    <a:pt x="691705" y="101817"/>
                  </a:lnTo>
                  <a:lnTo>
                    <a:pt x="689784" y="101817"/>
                  </a:lnTo>
                  <a:lnTo>
                    <a:pt x="687863" y="101817"/>
                  </a:lnTo>
                  <a:lnTo>
                    <a:pt x="685941" y="101817"/>
                  </a:lnTo>
                  <a:lnTo>
                    <a:pt x="684020" y="101817"/>
                  </a:lnTo>
                  <a:lnTo>
                    <a:pt x="682098" y="101817"/>
                  </a:lnTo>
                  <a:lnTo>
                    <a:pt x="680177" y="101817"/>
                  </a:lnTo>
                  <a:lnTo>
                    <a:pt x="678256" y="101817"/>
                  </a:lnTo>
                  <a:lnTo>
                    <a:pt x="676334" y="101817"/>
                  </a:lnTo>
                  <a:lnTo>
                    <a:pt x="674413" y="101817"/>
                  </a:lnTo>
                  <a:lnTo>
                    <a:pt x="672491" y="101817"/>
                  </a:lnTo>
                  <a:lnTo>
                    <a:pt x="670570" y="101817"/>
                  </a:lnTo>
                  <a:lnTo>
                    <a:pt x="668649" y="101817"/>
                  </a:lnTo>
                  <a:lnTo>
                    <a:pt x="666727" y="101817"/>
                  </a:lnTo>
                  <a:lnTo>
                    <a:pt x="664806" y="101817"/>
                  </a:lnTo>
                  <a:lnTo>
                    <a:pt x="662884" y="101817"/>
                  </a:lnTo>
                  <a:lnTo>
                    <a:pt x="660963" y="101817"/>
                  </a:lnTo>
                  <a:lnTo>
                    <a:pt x="659042" y="101817"/>
                  </a:lnTo>
                  <a:lnTo>
                    <a:pt x="657120" y="101817"/>
                  </a:lnTo>
                  <a:lnTo>
                    <a:pt x="655199" y="101817"/>
                  </a:lnTo>
                  <a:lnTo>
                    <a:pt x="653277" y="101817"/>
                  </a:lnTo>
                  <a:lnTo>
                    <a:pt x="651356" y="101817"/>
                  </a:lnTo>
                  <a:lnTo>
                    <a:pt x="649434" y="101817"/>
                  </a:lnTo>
                  <a:lnTo>
                    <a:pt x="647513" y="101817"/>
                  </a:lnTo>
                  <a:lnTo>
                    <a:pt x="645592" y="101817"/>
                  </a:lnTo>
                  <a:lnTo>
                    <a:pt x="643670" y="101817"/>
                  </a:lnTo>
                  <a:lnTo>
                    <a:pt x="641749" y="101817"/>
                  </a:lnTo>
                  <a:lnTo>
                    <a:pt x="639827" y="101817"/>
                  </a:lnTo>
                  <a:lnTo>
                    <a:pt x="637906" y="101817"/>
                  </a:lnTo>
                  <a:lnTo>
                    <a:pt x="635985" y="101817"/>
                  </a:lnTo>
                  <a:lnTo>
                    <a:pt x="634063" y="101817"/>
                  </a:lnTo>
                  <a:lnTo>
                    <a:pt x="632142" y="101817"/>
                  </a:lnTo>
                  <a:lnTo>
                    <a:pt x="630220" y="101817"/>
                  </a:lnTo>
                  <a:lnTo>
                    <a:pt x="628299" y="101817"/>
                  </a:lnTo>
                  <a:lnTo>
                    <a:pt x="626378" y="101817"/>
                  </a:lnTo>
                  <a:lnTo>
                    <a:pt x="624456" y="101817"/>
                  </a:lnTo>
                  <a:lnTo>
                    <a:pt x="622535" y="101817"/>
                  </a:lnTo>
                  <a:lnTo>
                    <a:pt x="620613" y="101817"/>
                  </a:lnTo>
                  <a:lnTo>
                    <a:pt x="618692" y="101817"/>
                  </a:lnTo>
                  <a:lnTo>
                    <a:pt x="616771" y="101817"/>
                  </a:lnTo>
                  <a:lnTo>
                    <a:pt x="614849" y="101817"/>
                  </a:lnTo>
                  <a:lnTo>
                    <a:pt x="612928" y="101817"/>
                  </a:lnTo>
                  <a:lnTo>
                    <a:pt x="611006" y="101817"/>
                  </a:lnTo>
                  <a:lnTo>
                    <a:pt x="609085" y="101817"/>
                  </a:lnTo>
                  <a:lnTo>
                    <a:pt x="607164" y="101817"/>
                  </a:lnTo>
                  <a:lnTo>
                    <a:pt x="605242" y="101817"/>
                  </a:lnTo>
                  <a:lnTo>
                    <a:pt x="603321" y="101817"/>
                  </a:lnTo>
                  <a:lnTo>
                    <a:pt x="601399" y="101817"/>
                  </a:lnTo>
                  <a:lnTo>
                    <a:pt x="599478" y="101817"/>
                  </a:lnTo>
                  <a:lnTo>
                    <a:pt x="597557" y="101817"/>
                  </a:lnTo>
                  <a:lnTo>
                    <a:pt x="595635" y="101817"/>
                  </a:lnTo>
                  <a:lnTo>
                    <a:pt x="593714" y="101817"/>
                  </a:lnTo>
                  <a:lnTo>
                    <a:pt x="591792" y="101817"/>
                  </a:lnTo>
                  <a:lnTo>
                    <a:pt x="589871" y="101817"/>
                  </a:lnTo>
                  <a:lnTo>
                    <a:pt x="587950" y="101817"/>
                  </a:lnTo>
                  <a:lnTo>
                    <a:pt x="586028" y="101817"/>
                  </a:lnTo>
                  <a:lnTo>
                    <a:pt x="584107" y="101817"/>
                  </a:lnTo>
                  <a:lnTo>
                    <a:pt x="582185" y="101817"/>
                  </a:lnTo>
                  <a:lnTo>
                    <a:pt x="580264" y="101817"/>
                  </a:lnTo>
                  <a:lnTo>
                    <a:pt x="578342" y="101817"/>
                  </a:lnTo>
                  <a:lnTo>
                    <a:pt x="576421" y="101817"/>
                  </a:lnTo>
                  <a:lnTo>
                    <a:pt x="574500" y="101817"/>
                  </a:lnTo>
                  <a:lnTo>
                    <a:pt x="572578" y="101817"/>
                  </a:lnTo>
                  <a:lnTo>
                    <a:pt x="570657" y="101817"/>
                  </a:lnTo>
                  <a:lnTo>
                    <a:pt x="568735" y="101817"/>
                  </a:lnTo>
                  <a:lnTo>
                    <a:pt x="566814" y="101817"/>
                  </a:lnTo>
                  <a:lnTo>
                    <a:pt x="564893" y="101817"/>
                  </a:lnTo>
                  <a:lnTo>
                    <a:pt x="562971" y="101817"/>
                  </a:lnTo>
                  <a:lnTo>
                    <a:pt x="561050" y="101817"/>
                  </a:lnTo>
                  <a:lnTo>
                    <a:pt x="559128" y="101817"/>
                  </a:lnTo>
                  <a:lnTo>
                    <a:pt x="557207" y="101817"/>
                  </a:lnTo>
                  <a:lnTo>
                    <a:pt x="555286" y="101817"/>
                  </a:lnTo>
                  <a:lnTo>
                    <a:pt x="553364" y="101817"/>
                  </a:lnTo>
                  <a:lnTo>
                    <a:pt x="551443" y="101817"/>
                  </a:lnTo>
                  <a:lnTo>
                    <a:pt x="549521" y="101817"/>
                  </a:lnTo>
                  <a:lnTo>
                    <a:pt x="547600" y="101817"/>
                  </a:lnTo>
                  <a:lnTo>
                    <a:pt x="545679" y="101817"/>
                  </a:lnTo>
                  <a:lnTo>
                    <a:pt x="543757" y="101817"/>
                  </a:lnTo>
                  <a:lnTo>
                    <a:pt x="541836" y="101817"/>
                  </a:lnTo>
                  <a:lnTo>
                    <a:pt x="539914" y="101817"/>
                  </a:lnTo>
                  <a:lnTo>
                    <a:pt x="537993" y="101817"/>
                  </a:lnTo>
                  <a:lnTo>
                    <a:pt x="536072" y="101817"/>
                  </a:lnTo>
                  <a:lnTo>
                    <a:pt x="534150" y="101817"/>
                  </a:lnTo>
                  <a:lnTo>
                    <a:pt x="532229" y="101817"/>
                  </a:lnTo>
                  <a:lnTo>
                    <a:pt x="530307" y="101817"/>
                  </a:lnTo>
                  <a:lnTo>
                    <a:pt x="528386" y="101817"/>
                  </a:lnTo>
                  <a:lnTo>
                    <a:pt x="526465" y="101817"/>
                  </a:lnTo>
                  <a:lnTo>
                    <a:pt x="524543" y="101817"/>
                  </a:lnTo>
                  <a:lnTo>
                    <a:pt x="522622" y="101817"/>
                  </a:lnTo>
                  <a:lnTo>
                    <a:pt x="520700" y="101817"/>
                  </a:lnTo>
                  <a:lnTo>
                    <a:pt x="518779" y="101817"/>
                  </a:lnTo>
                  <a:lnTo>
                    <a:pt x="516858" y="101817"/>
                  </a:lnTo>
                  <a:lnTo>
                    <a:pt x="514936" y="101817"/>
                  </a:lnTo>
                  <a:lnTo>
                    <a:pt x="513015" y="101817"/>
                  </a:lnTo>
                  <a:lnTo>
                    <a:pt x="511093" y="101817"/>
                  </a:lnTo>
                  <a:lnTo>
                    <a:pt x="509172" y="101817"/>
                  </a:lnTo>
                  <a:lnTo>
                    <a:pt x="507250" y="101817"/>
                  </a:lnTo>
                  <a:lnTo>
                    <a:pt x="505329" y="101817"/>
                  </a:lnTo>
                  <a:lnTo>
                    <a:pt x="503408" y="101817"/>
                  </a:lnTo>
                  <a:lnTo>
                    <a:pt x="501486" y="101817"/>
                  </a:lnTo>
                  <a:lnTo>
                    <a:pt x="499565" y="101817"/>
                  </a:lnTo>
                  <a:lnTo>
                    <a:pt x="497643" y="101817"/>
                  </a:lnTo>
                  <a:lnTo>
                    <a:pt x="495722" y="101817"/>
                  </a:lnTo>
                  <a:lnTo>
                    <a:pt x="493801" y="101817"/>
                  </a:lnTo>
                  <a:lnTo>
                    <a:pt x="491879" y="101817"/>
                  </a:lnTo>
                  <a:lnTo>
                    <a:pt x="489958" y="101817"/>
                  </a:lnTo>
                  <a:lnTo>
                    <a:pt x="488036" y="101817"/>
                  </a:lnTo>
                  <a:lnTo>
                    <a:pt x="486115" y="101817"/>
                  </a:lnTo>
                  <a:lnTo>
                    <a:pt x="484194" y="101817"/>
                  </a:lnTo>
                  <a:lnTo>
                    <a:pt x="482272" y="101817"/>
                  </a:lnTo>
                  <a:lnTo>
                    <a:pt x="480351" y="101817"/>
                  </a:lnTo>
                  <a:lnTo>
                    <a:pt x="478429" y="101817"/>
                  </a:lnTo>
                  <a:lnTo>
                    <a:pt x="476508" y="101817"/>
                  </a:lnTo>
                  <a:lnTo>
                    <a:pt x="474587" y="101817"/>
                  </a:lnTo>
                  <a:lnTo>
                    <a:pt x="472665" y="101817"/>
                  </a:lnTo>
                  <a:lnTo>
                    <a:pt x="470744" y="101817"/>
                  </a:lnTo>
                  <a:lnTo>
                    <a:pt x="468822" y="101817"/>
                  </a:lnTo>
                  <a:lnTo>
                    <a:pt x="466901" y="101817"/>
                  </a:lnTo>
                  <a:lnTo>
                    <a:pt x="464980" y="101817"/>
                  </a:lnTo>
                  <a:lnTo>
                    <a:pt x="463058" y="101817"/>
                  </a:lnTo>
                  <a:lnTo>
                    <a:pt x="461137" y="101817"/>
                  </a:lnTo>
                  <a:lnTo>
                    <a:pt x="459215" y="101817"/>
                  </a:lnTo>
                  <a:lnTo>
                    <a:pt x="457294" y="101817"/>
                  </a:lnTo>
                  <a:lnTo>
                    <a:pt x="455373" y="101817"/>
                  </a:lnTo>
                  <a:lnTo>
                    <a:pt x="453451" y="101817"/>
                  </a:lnTo>
                  <a:lnTo>
                    <a:pt x="451530" y="101817"/>
                  </a:lnTo>
                  <a:lnTo>
                    <a:pt x="449608" y="101817"/>
                  </a:lnTo>
                  <a:lnTo>
                    <a:pt x="447687" y="101817"/>
                  </a:lnTo>
                  <a:lnTo>
                    <a:pt x="445766" y="101817"/>
                  </a:lnTo>
                  <a:lnTo>
                    <a:pt x="443844" y="101817"/>
                  </a:lnTo>
                  <a:lnTo>
                    <a:pt x="441923" y="101817"/>
                  </a:lnTo>
                  <a:lnTo>
                    <a:pt x="440001" y="101817"/>
                  </a:lnTo>
                  <a:lnTo>
                    <a:pt x="438080" y="101817"/>
                  </a:lnTo>
                  <a:lnTo>
                    <a:pt x="436159" y="101817"/>
                  </a:lnTo>
                  <a:lnTo>
                    <a:pt x="434237" y="101817"/>
                  </a:lnTo>
                  <a:lnTo>
                    <a:pt x="432316" y="101817"/>
                  </a:lnTo>
                  <a:lnTo>
                    <a:pt x="430394" y="101817"/>
                  </a:lnTo>
                  <a:lnTo>
                    <a:pt x="428473" y="101817"/>
                  </a:lnTo>
                  <a:lnTo>
                    <a:pt x="426551" y="101817"/>
                  </a:lnTo>
                  <a:lnTo>
                    <a:pt x="424630" y="101817"/>
                  </a:lnTo>
                  <a:lnTo>
                    <a:pt x="422709" y="101817"/>
                  </a:lnTo>
                  <a:lnTo>
                    <a:pt x="420787" y="101817"/>
                  </a:lnTo>
                  <a:lnTo>
                    <a:pt x="418866" y="101817"/>
                  </a:lnTo>
                  <a:lnTo>
                    <a:pt x="416944" y="101817"/>
                  </a:lnTo>
                  <a:lnTo>
                    <a:pt x="415023" y="101817"/>
                  </a:lnTo>
                  <a:lnTo>
                    <a:pt x="413102" y="101817"/>
                  </a:lnTo>
                  <a:lnTo>
                    <a:pt x="411180" y="101817"/>
                  </a:lnTo>
                  <a:lnTo>
                    <a:pt x="409259" y="101817"/>
                  </a:lnTo>
                  <a:lnTo>
                    <a:pt x="407337" y="101817"/>
                  </a:lnTo>
                  <a:lnTo>
                    <a:pt x="405416" y="101817"/>
                  </a:lnTo>
                  <a:lnTo>
                    <a:pt x="403495" y="101817"/>
                  </a:lnTo>
                  <a:lnTo>
                    <a:pt x="401573" y="101817"/>
                  </a:lnTo>
                  <a:lnTo>
                    <a:pt x="399652" y="101817"/>
                  </a:lnTo>
                  <a:lnTo>
                    <a:pt x="397730" y="101817"/>
                  </a:lnTo>
                  <a:lnTo>
                    <a:pt x="395809" y="101817"/>
                  </a:lnTo>
                  <a:lnTo>
                    <a:pt x="393888" y="101817"/>
                  </a:lnTo>
                  <a:lnTo>
                    <a:pt x="391966" y="101817"/>
                  </a:lnTo>
                  <a:lnTo>
                    <a:pt x="390045" y="101817"/>
                  </a:lnTo>
                  <a:lnTo>
                    <a:pt x="388123" y="101817"/>
                  </a:lnTo>
                  <a:lnTo>
                    <a:pt x="386202" y="101817"/>
                  </a:lnTo>
                  <a:lnTo>
                    <a:pt x="384281" y="101817"/>
                  </a:lnTo>
                  <a:lnTo>
                    <a:pt x="382359" y="101817"/>
                  </a:lnTo>
                  <a:lnTo>
                    <a:pt x="380438" y="101817"/>
                  </a:lnTo>
                  <a:lnTo>
                    <a:pt x="378516" y="101817"/>
                  </a:lnTo>
                  <a:lnTo>
                    <a:pt x="376595" y="101817"/>
                  </a:lnTo>
                  <a:lnTo>
                    <a:pt x="374674" y="101817"/>
                  </a:lnTo>
                  <a:lnTo>
                    <a:pt x="372752" y="101817"/>
                  </a:lnTo>
                  <a:lnTo>
                    <a:pt x="370831" y="101817"/>
                  </a:lnTo>
                  <a:lnTo>
                    <a:pt x="368909" y="101817"/>
                  </a:lnTo>
                  <a:lnTo>
                    <a:pt x="366988" y="101817"/>
                  </a:lnTo>
                  <a:lnTo>
                    <a:pt x="365067" y="101817"/>
                  </a:lnTo>
                  <a:lnTo>
                    <a:pt x="363145" y="101817"/>
                  </a:lnTo>
                  <a:lnTo>
                    <a:pt x="361224" y="101817"/>
                  </a:lnTo>
                  <a:lnTo>
                    <a:pt x="359302" y="101817"/>
                  </a:lnTo>
                  <a:lnTo>
                    <a:pt x="357381" y="101817"/>
                  </a:lnTo>
                  <a:lnTo>
                    <a:pt x="355459" y="101817"/>
                  </a:lnTo>
                  <a:lnTo>
                    <a:pt x="353538" y="101817"/>
                  </a:lnTo>
                  <a:lnTo>
                    <a:pt x="351617" y="101817"/>
                  </a:lnTo>
                  <a:lnTo>
                    <a:pt x="349695" y="101817"/>
                  </a:lnTo>
                  <a:lnTo>
                    <a:pt x="347774" y="101817"/>
                  </a:lnTo>
                  <a:lnTo>
                    <a:pt x="345852" y="101817"/>
                  </a:lnTo>
                  <a:lnTo>
                    <a:pt x="343931" y="101817"/>
                  </a:lnTo>
                  <a:lnTo>
                    <a:pt x="342010" y="101817"/>
                  </a:lnTo>
                  <a:lnTo>
                    <a:pt x="340088" y="101817"/>
                  </a:lnTo>
                  <a:lnTo>
                    <a:pt x="338167" y="101817"/>
                  </a:lnTo>
                  <a:lnTo>
                    <a:pt x="336245" y="101817"/>
                  </a:lnTo>
                  <a:lnTo>
                    <a:pt x="334324" y="101817"/>
                  </a:lnTo>
                  <a:lnTo>
                    <a:pt x="332403" y="101817"/>
                  </a:lnTo>
                  <a:lnTo>
                    <a:pt x="330481" y="101817"/>
                  </a:lnTo>
                  <a:lnTo>
                    <a:pt x="328560" y="101817"/>
                  </a:lnTo>
                  <a:lnTo>
                    <a:pt x="326638" y="101817"/>
                  </a:lnTo>
                  <a:lnTo>
                    <a:pt x="324717" y="101817"/>
                  </a:lnTo>
                  <a:lnTo>
                    <a:pt x="322796" y="101817"/>
                  </a:lnTo>
                  <a:lnTo>
                    <a:pt x="320874" y="101817"/>
                  </a:lnTo>
                  <a:lnTo>
                    <a:pt x="318953" y="101817"/>
                  </a:lnTo>
                  <a:lnTo>
                    <a:pt x="317031" y="101817"/>
                  </a:lnTo>
                  <a:lnTo>
                    <a:pt x="315110" y="101817"/>
                  </a:lnTo>
                  <a:lnTo>
                    <a:pt x="313189" y="101817"/>
                  </a:lnTo>
                  <a:lnTo>
                    <a:pt x="311267" y="101817"/>
                  </a:lnTo>
                  <a:lnTo>
                    <a:pt x="309346" y="101817"/>
                  </a:lnTo>
                  <a:lnTo>
                    <a:pt x="307424" y="101817"/>
                  </a:lnTo>
                  <a:lnTo>
                    <a:pt x="305503" y="101817"/>
                  </a:lnTo>
                  <a:lnTo>
                    <a:pt x="303582" y="101817"/>
                  </a:lnTo>
                  <a:lnTo>
                    <a:pt x="301660" y="101817"/>
                  </a:lnTo>
                  <a:lnTo>
                    <a:pt x="299739" y="101817"/>
                  </a:lnTo>
                  <a:lnTo>
                    <a:pt x="297817" y="101817"/>
                  </a:lnTo>
                  <a:lnTo>
                    <a:pt x="295896" y="101817"/>
                  </a:lnTo>
                  <a:lnTo>
                    <a:pt x="293975" y="101817"/>
                  </a:lnTo>
                  <a:lnTo>
                    <a:pt x="292053" y="101817"/>
                  </a:lnTo>
                  <a:lnTo>
                    <a:pt x="290132" y="101817"/>
                  </a:lnTo>
                  <a:lnTo>
                    <a:pt x="288210" y="101817"/>
                  </a:lnTo>
                  <a:lnTo>
                    <a:pt x="286289" y="101817"/>
                  </a:lnTo>
                  <a:lnTo>
                    <a:pt x="284367" y="101817"/>
                  </a:lnTo>
                  <a:lnTo>
                    <a:pt x="282446" y="101817"/>
                  </a:lnTo>
                  <a:lnTo>
                    <a:pt x="280525" y="101817"/>
                  </a:lnTo>
                  <a:lnTo>
                    <a:pt x="278603" y="101817"/>
                  </a:lnTo>
                  <a:lnTo>
                    <a:pt x="276682" y="101817"/>
                  </a:lnTo>
                  <a:lnTo>
                    <a:pt x="274760" y="101817"/>
                  </a:lnTo>
                  <a:lnTo>
                    <a:pt x="272839" y="101817"/>
                  </a:lnTo>
                  <a:lnTo>
                    <a:pt x="270918" y="101817"/>
                  </a:lnTo>
                  <a:lnTo>
                    <a:pt x="268996" y="101817"/>
                  </a:lnTo>
                  <a:lnTo>
                    <a:pt x="267075" y="101817"/>
                  </a:lnTo>
                  <a:lnTo>
                    <a:pt x="265153" y="101817"/>
                  </a:lnTo>
                  <a:lnTo>
                    <a:pt x="263232" y="101817"/>
                  </a:lnTo>
                  <a:lnTo>
                    <a:pt x="261311" y="101817"/>
                  </a:lnTo>
                  <a:lnTo>
                    <a:pt x="259389" y="101817"/>
                  </a:lnTo>
                  <a:lnTo>
                    <a:pt x="257468" y="101817"/>
                  </a:lnTo>
                  <a:lnTo>
                    <a:pt x="255546" y="101817"/>
                  </a:lnTo>
                  <a:lnTo>
                    <a:pt x="253625" y="101817"/>
                  </a:lnTo>
                  <a:lnTo>
                    <a:pt x="251704" y="101817"/>
                  </a:lnTo>
                  <a:lnTo>
                    <a:pt x="249782" y="101817"/>
                  </a:lnTo>
                  <a:lnTo>
                    <a:pt x="247861" y="101817"/>
                  </a:lnTo>
                  <a:lnTo>
                    <a:pt x="245939" y="101817"/>
                  </a:lnTo>
                  <a:lnTo>
                    <a:pt x="244018" y="101817"/>
                  </a:lnTo>
                  <a:lnTo>
                    <a:pt x="242097" y="101817"/>
                  </a:lnTo>
                  <a:lnTo>
                    <a:pt x="240175" y="101817"/>
                  </a:lnTo>
                  <a:lnTo>
                    <a:pt x="238254" y="101817"/>
                  </a:lnTo>
                  <a:lnTo>
                    <a:pt x="236332" y="101817"/>
                  </a:lnTo>
                  <a:lnTo>
                    <a:pt x="234411" y="101817"/>
                  </a:lnTo>
                  <a:lnTo>
                    <a:pt x="232490" y="101817"/>
                  </a:lnTo>
                  <a:lnTo>
                    <a:pt x="230568" y="101817"/>
                  </a:lnTo>
                  <a:lnTo>
                    <a:pt x="228647" y="101817"/>
                  </a:lnTo>
                  <a:lnTo>
                    <a:pt x="226725" y="101817"/>
                  </a:lnTo>
                  <a:lnTo>
                    <a:pt x="224804" y="101817"/>
                  </a:lnTo>
                  <a:lnTo>
                    <a:pt x="222883" y="101817"/>
                  </a:lnTo>
                  <a:lnTo>
                    <a:pt x="220961" y="101817"/>
                  </a:lnTo>
                  <a:lnTo>
                    <a:pt x="219040" y="101817"/>
                  </a:lnTo>
                  <a:lnTo>
                    <a:pt x="217118" y="101817"/>
                  </a:lnTo>
                  <a:lnTo>
                    <a:pt x="215197" y="101817"/>
                  </a:lnTo>
                  <a:lnTo>
                    <a:pt x="213275" y="101817"/>
                  </a:lnTo>
                  <a:lnTo>
                    <a:pt x="211354" y="101817"/>
                  </a:lnTo>
                  <a:lnTo>
                    <a:pt x="209433" y="101817"/>
                  </a:lnTo>
                  <a:lnTo>
                    <a:pt x="207511" y="101817"/>
                  </a:lnTo>
                  <a:lnTo>
                    <a:pt x="205590" y="101817"/>
                  </a:lnTo>
                  <a:lnTo>
                    <a:pt x="203668" y="101817"/>
                  </a:lnTo>
                  <a:lnTo>
                    <a:pt x="201747" y="101817"/>
                  </a:lnTo>
                  <a:lnTo>
                    <a:pt x="199826" y="101817"/>
                  </a:lnTo>
                  <a:lnTo>
                    <a:pt x="197904" y="101817"/>
                  </a:lnTo>
                  <a:lnTo>
                    <a:pt x="195983" y="101817"/>
                  </a:lnTo>
                  <a:lnTo>
                    <a:pt x="194061" y="101817"/>
                  </a:lnTo>
                  <a:lnTo>
                    <a:pt x="192140" y="101817"/>
                  </a:lnTo>
                  <a:lnTo>
                    <a:pt x="190219" y="101817"/>
                  </a:lnTo>
                  <a:lnTo>
                    <a:pt x="188297" y="101817"/>
                  </a:lnTo>
                  <a:lnTo>
                    <a:pt x="186376" y="101817"/>
                  </a:lnTo>
                  <a:lnTo>
                    <a:pt x="184454" y="101817"/>
                  </a:lnTo>
                  <a:lnTo>
                    <a:pt x="182533" y="101817"/>
                  </a:lnTo>
                  <a:lnTo>
                    <a:pt x="180612" y="101817"/>
                  </a:lnTo>
                  <a:lnTo>
                    <a:pt x="178690" y="101817"/>
                  </a:lnTo>
                  <a:lnTo>
                    <a:pt x="176769" y="101817"/>
                  </a:lnTo>
                  <a:lnTo>
                    <a:pt x="174847" y="101817"/>
                  </a:lnTo>
                  <a:lnTo>
                    <a:pt x="172926" y="101817"/>
                  </a:lnTo>
                  <a:lnTo>
                    <a:pt x="171005" y="101817"/>
                  </a:lnTo>
                  <a:lnTo>
                    <a:pt x="169083" y="101817"/>
                  </a:lnTo>
                  <a:lnTo>
                    <a:pt x="167162" y="101817"/>
                  </a:lnTo>
                  <a:lnTo>
                    <a:pt x="165240" y="101817"/>
                  </a:lnTo>
                  <a:lnTo>
                    <a:pt x="163319" y="101817"/>
                  </a:lnTo>
                  <a:lnTo>
                    <a:pt x="161398" y="101817"/>
                  </a:lnTo>
                  <a:lnTo>
                    <a:pt x="159476" y="101817"/>
                  </a:lnTo>
                  <a:lnTo>
                    <a:pt x="157555" y="101817"/>
                  </a:lnTo>
                  <a:lnTo>
                    <a:pt x="155633" y="101817"/>
                  </a:lnTo>
                  <a:lnTo>
                    <a:pt x="153712" y="101817"/>
                  </a:lnTo>
                  <a:lnTo>
                    <a:pt x="151791" y="101817"/>
                  </a:lnTo>
                  <a:lnTo>
                    <a:pt x="149869" y="101817"/>
                  </a:lnTo>
                  <a:lnTo>
                    <a:pt x="147948" y="101817"/>
                  </a:lnTo>
                  <a:lnTo>
                    <a:pt x="146026" y="101817"/>
                  </a:lnTo>
                  <a:lnTo>
                    <a:pt x="144105" y="101817"/>
                  </a:lnTo>
                  <a:lnTo>
                    <a:pt x="142183" y="101817"/>
                  </a:lnTo>
                  <a:lnTo>
                    <a:pt x="140262" y="101817"/>
                  </a:lnTo>
                  <a:lnTo>
                    <a:pt x="138341" y="101817"/>
                  </a:lnTo>
                  <a:lnTo>
                    <a:pt x="136419" y="101817"/>
                  </a:lnTo>
                  <a:lnTo>
                    <a:pt x="134498" y="101817"/>
                  </a:lnTo>
                  <a:lnTo>
                    <a:pt x="132576" y="101817"/>
                  </a:lnTo>
                  <a:lnTo>
                    <a:pt x="130655" y="101817"/>
                  </a:lnTo>
                  <a:lnTo>
                    <a:pt x="128734" y="101817"/>
                  </a:lnTo>
                  <a:lnTo>
                    <a:pt x="126812" y="101817"/>
                  </a:lnTo>
                  <a:lnTo>
                    <a:pt x="124891" y="101817"/>
                  </a:lnTo>
                  <a:lnTo>
                    <a:pt x="122969" y="101817"/>
                  </a:lnTo>
                  <a:lnTo>
                    <a:pt x="121048" y="101817"/>
                  </a:lnTo>
                  <a:lnTo>
                    <a:pt x="119127" y="101817"/>
                  </a:lnTo>
                  <a:lnTo>
                    <a:pt x="117205" y="101817"/>
                  </a:lnTo>
                  <a:lnTo>
                    <a:pt x="115284" y="101817"/>
                  </a:lnTo>
                  <a:lnTo>
                    <a:pt x="113362" y="101817"/>
                  </a:lnTo>
                  <a:lnTo>
                    <a:pt x="111441" y="101817"/>
                  </a:lnTo>
                  <a:lnTo>
                    <a:pt x="109520" y="101817"/>
                  </a:lnTo>
                  <a:lnTo>
                    <a:pt x="107598" y="101817"/>
                  </a:lnTo>
                  <a:lnTo>
                    <a:pt x="105677" y="101817"/>
                  </a:lnTo>
                  <a:lnTo>
                    <a:pt x="103755" y="101817"/>
                  </a:lnTo>
                  <a:lnTo>
                    <a:pt x="101834" y="101817"/>
                  </a:lnTo>
                  <a:lnTo>
                    <a:pt x="99913" y="101817"/>
                  </a:lnTo>
                  <a:lnTo>
                    <a:pt x="97991" y="101817"/>
                  </a:lnTo>
                  <a:lnTo>
                    <a:pt x="96070" y="101817"/>
                  </a:lnTo>
                  <a:lnTo>
                    <a:pt x="94148" y="101817"/>
                  </a:lnTo>
                  <a:lnTo>
                    <a:pt x="92227" y="101817"/>
                  </a:lnTo>
                  <a:lnTo>
                    <a:pt x="90306" y="101817"/>
                  </a:lnTo>
                  <a:lnTo>
                    <a:pt x="88384" y="101817"/>
                  </a:lnTo>
                  <a:lnTo>
                    <a:pt x="86463" y="101817"/>
                  </a:lnTo>
                  <a:lnTo>
                    <a:pt x="84541" y="101817"/>
                  </a:lnTo>
                  <a:lnTo>
                    <a:pt x="82620" y="101817"/>
                  </a:lnTo>
                  <a:lnTo>
                    <a:pt x="80699" y="101817"/>
                  </a:lnTo>
                  <a:lnTo>
                    <a:pt x="78777" y="101817"/>
                  </a:lnTo>
                  <a:lnTo>
                    <a:pt x="76856" y="101817"/>
                  </a:lnTo>
                  <a:lnTo>
                    <a:pt x="74934" y="101817"/>
                  </a:lnTo>
                  <a:lnTo>
                    <a:pt x="73013" y="101817"/>
                  </a:lnTo>
                  <a:lnTo>
                    <a:pt x="71091" y="101817"/>
                  </a:lnTo>
                  <a:lnTo>
                    <a:pt x="69170" y="101817"/>
                  </a:lnTo>
                  <a:lnTo>
                    <a:pt x="67249" y="101817"/>
                  </a:lnTo>
                  <a:lnTo>
                    <a:pt x="65327" y="101817"/>
                  </a:lnTo>
                  <a:lnTo>
                    <a:pt x="63406" y="101817"/>
                  </a:lnTo>
                  <a:lnTo>
                    <a:pt x="61484" y="101817"/>
                  </a:lnTo>
                  <a:lnTo>
                    <a:pt x="59563" y="101817"/>
                  </a:lnTo>
                  <a:lnTo>
                    <a:pt x="57642" y="101817"/>
                  </a:lnTo>
                  <a:lnTo>
                    <a:pt x="55720" y="101817"/>
                  </a:lnTo>
                  <a:lnTo>
                    <a:pt x="53799" y="101817"/>
                  </a:lnTo>
                  <a:lnTo>
                    <a:pt x="51877" y="101817"/>
                  </a:lnTo>
                  <a:lnTo>
                    <a:pt x="49956" y="101817"/>
                  </a:lnTo>
                  <a:lnTo>
                    <a:pt x="48035" y="101817"/>
                  </a:lnTo>
                  <a:lnTo>
                    <a:pt x="46113" y="101817"/>
                  </a:lnTo>
                  <a:lnTo>
                    <a:pt x="44192" y="101817"/>
                  </a:lnTo>
                  <a:lnTo>
                    <a:pt x="42270" y="101817"/>
                  </a:lnTo>
                  <a:lnTo>
                    <a:pt x="40349" y="101817"/>
                  </a:lnTo>
                  <a:lnTo>
                    <a:pt x="38428" y="101817"/>
                  </a:lnTo>
                  <a:lnTo>
                    <a:pt x="36506" y="101817"/>
                  </a:lnTo>
                  <a:lnTo>
                    <a:pt x="34585" y="101817"/>
                  </a:lnTo>
                  <a:lnTo>
                    <a:pt x="32663" y="101817"/>
                  </a:lnTo>
                  <a:lnTo>
                    <a:pt x="30742" y="101817"/>
                  </a:lnTo>
                  <a:lnTo>
                    <a:pt x="28821" y="101817"/>
                  </a:lnTo>
                  <a:lnTo>
                    <a:pt x="26899" y="101817"/>
                  </a:lnTo>
                  <a:lnTo>
                    <a:pt x="24978" y="101817"/>
                  </a:lnTo>
                  <a:lnTo>
                    <a:pt x="23056" y="101817"/>
                  </a:lnTo>
                  <a:lnTo>
                    <a:pt x="21135" y="101817"/>
                  </a:lnTo>
                  <a:lnTo>
                    <a:pt x="19214" y="101817"/>
                  </a:lnTo>
                  <a:lnTo>
                    <a:pt x="17292" y="101817"/>
                  </a:lnTo>
                  <a:lnTo>
                    <a:pt x="15371" y="101817"/>
                  </a:lnTo>
                  <a:lnTo>
                    <a:pt x="13449" y="101817"/>
                  </a:lnTo>
                  <a:lnTo>
                    <a:pt x="11528" y="101817"/>
                  </a:lnTo>
                  <a:lnTo>
                    <a:pt x="9607" y="101817"/>
                  </a:lnTo>
                  <a:lnTo>
                    <a:pt x="7685" y="101817"/>
                  </a:lnTo>
                  <a:lnTo>
                    <a:pt x="5764" y="101817"/>
                  </a:lnTo>
                  <a:lnTo>
                    <a:pt x="3842" y="101817"/>
                  </a:lnTo>
                  <a:lnTo>
                    <a:pt x="1921" y="101817"/>
                  </a:lnTo>
                  <a:lnTo>
                    <a:pt x="0" y="10181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1810162" y="5881605"/>
              <a:ext cx="981838" cy="101208"/>
            </a:xfrm>
            <a:custGeom>
              <a:avLst/>
              <a:pathLst>
                <a:path w="981838" h="101208">
                  <a:moveTo>
                    <a:pt x="0" y="101208"/>
                  </a:moveTo>
                  <a:lnTo>
                    <a:pt x="1921" y="101175"/>
                  </a:lnTo>
                  <a:lnTo>
                    <a:pt x="3842" y="101140"/>
                  </a:lnTo>
                  <a:lnTo>
                    <a:pt x="5764" y="101103"/>
                  </a:lnTo>
                  <a:lnTo>
                    <a:pt x="7685" y="101065"/>
                  </a:lnTo>
                  <a:lnTo>
                    <a:pt x="9607" y="101025"/>
                  </a:lnTo>
                  <a:lnTo>
                    <a:pt x="11528" y="100983"/>
                  </a:lnTo>
                  <a:lnTo>
                    <a:pt x="13449" y="100940"/>
                  </a:lnTo>
                  <a:lnTo>
                    <a:pt x="15371" y="100894"/>
                  </a:lnTo>
                  <a:lnTo>
                    <a:pt x="17292" y="100847"/>
                  </a:lnTo>
                  <a:lnTo>
                    <a:pt x="19214" y="100798"/>
                  </a:lnTo>
                  <a:lnTo>
                    <a:pt x="21135" y="100746"/>
                  </a:lnTo>
                  <a:lnTo>
                    <a:pt x="23056" y="100692"/>
                  </a:lnTo>
                  <a:lnTo>
                    <a:pt x="24978" y="100636"/>
                  </a:lnTo>
                  <a:lnTo>
                    <a:pt x="26899" y="100578"/>
                  </a:lnTo>
                  <a:lnTo>
                    <a:pt x="28821" y="100518"/>
                  </a:lnTo>
                  <a:lnTo>
                    <a:pt x="30742" y="100455"/>
                  </a:lnTo>
                  <a:lnTo>
                    <a:pt x="32663" y="100389"/>
                  </a:lnTo>
                  <a:lnTo>
                    <a:pt x="34585" y="100322"/>
                  </a:lnTo>
                  <a:lnTo>
                    <a:pt x="36506" y="100250"/>
                  </a:lnTo>
                  <a:lnTo>
                    <a:pt x="38428" y="100177"/>
                  </a:lnTo>
                  <a:lnTo>
                    <a:pt x="40349" y="100101"/>
                  </a:lnTo>
                  <a:lnTo>
                    <a:pt x="42270" y="100021"/>
                  </a:lnTo>
                  <a:lnTo>
                    <a:pt x="44192" y="99939"/>
                  </a:lnTo>
                  <a:lnTo>
                    <a:pt x="46113" y="99853"/>
                  </a:lnTo>
                  <a:lnTo>
                    <a:pt x="48035" y="99764"/>
                  </a:lnTo>
                  <a:lnTo>
                    <a:pt x="49956" y="99673"/>
                  </a:lnTo>
                  <a:lnTo>
                    <a:pt x="51877" y="99576"/>
                  </a:lnTo>
                  <a:lnTo>
                    <a:pt x="53799" y="99478"/>
                  </a:lnTo>
                  <a:lnTo>
                    <a:pt x="55720" y="99375"/>
                  </a:lnTo>
                  <a:lnTo>
                    <a:pt x="57642" y="99268"/>
                  </a:lnTo>
                  <a:lnTo>
                    <a:pt x="59563" y="99158"/>
                  </a:lnTo>
                  <a:lnTo>
                    <a:pt x="61484" y="99043"/>
                  </a:lnTo>
                  <a:lnTo>
                    <a:pt x="63406" y="98924"/>
                  </a:lnTo>
                  <a:lnTo>
                    <a:pt x="65327" y="98802"/>
                  </a:lnTo>
                  <a:lnTo>
                    <a:pt x="67249" y="98673"/>
                  </a:lnTo>
                  <a:lnTo>
                    <a:pt x="69170" y="98541"/>
                  </a:lnTo>
                  <a:lnTo>
                    <a:pt x="71091" y="98405"/>
                  </a:lnTo>
                  <a:lnTo>
                    <a:pt x="73013" y="98262"/>
                  </a:lnTo>
                  <a:lnTo>
                    <a:pt x="74934" y="98116"/>
                  </a:lnTo>
                  <a:lnTo>
                    <a:pt x="76856" y="97963"/>
                  </a:lnTo>
                  <a:lnTo>
                    <a:pt x="78777" y="97805"/>
                  </a:lnTo>
                  <a:lnTo>
                    <a:pt x="80699" y="97644"/>
                  </a:lnTo>
                  <a:lnTo>
                    <a:pt x="82620" y="97473"/>
                  </a:lnTo>
                  <a:lnTo>
                    <a:pt x="84541" y="97299"/>
                  </a:lnTo>
                  <a:lnTo>
                    <a:pt x="86463" y="97118"/>
                  </a:lnTo>
                  <a:lnTo>
                    <a:pt x="88384" y="96929"/>
                  </a:lnTo>
                  <a:lnTo>
                    <a:pt x="90306" y="96736"/>
                  </a:lnTo>
                  <a:lnTo>
                    <a:pt x="92227" y="96534"/>
                  </a:lnTo>
                  <a:lnTo>
                    <a:pt x="94148" y="96326"/>
                  </a:lnTo>
                  <a:lnTo>
                    <a:pt x="96070" y="96112"/>
                  </a:lnTo>
                  <a:lnTo>
                    <a:pt x="97991" y="95887"/>
                  </a:lnTo>
                  <a:lnTo>
                    <a:pt x="99913" y="95657"/>
                  </a:lnTo>
                  <a:lnTo>
                    <a:pt x="101834" y="95419"/>
                  </a:lnTo>
                  <a:lnTo>
                    <a:pt x="103755" y="95171"/>
                  </a:lnTo>
                  <a:lnTo>
                    <a:pt x="105677" y="94917"/>
                  </a:lnTo>
                  <a:lnTo>
                    <a:pt x="107598" y="94651"/>
                  </a:lnTo>
                  <a:lnTo>
                    <a:pt x="109520" y="94377"/>
                  </a:lnTo>
                  <a:lnTo>
                    <a:pt x="111441" y="94097"/>
                  </a:lnTo>
                  <a:lnTo>
                    <a:pt x="113362" y="93801"/>
                  </a:lnTo>
                  <a:lnTo>
                    <a:pt x="115284" y="93500"/>
                  </a:lnTo>
                  <a:lnTo>
                    <a:pt x="117205" y="93187"/>
                  </a:lnTo>
                  <a:lnTo>
                    <a:pt x="119127" y="92862"/>
                  </a:lnTo>
                  <a:lnTo>
                    <a:pt x="121048" y="92530"/>
                  </a:lnTo>
                  <a:lnTo>
                    <a:pt x="122969" y="92182"/>
                  </a:lnTo>
                  <a:lnTo>
                    <a:pt x="124891" y="91825"/>
                  </a:lnTo>
                  <a:lnTo>
                    <a:pt x="126812" y="91458"/>
                  </a:lnTo>
                  <a:lnTo>
                    <a:pt x="128734" y="91074"/>
                  </a:lnTo>
                  <a:lnTo>
                    <a:pt x="130655" y="90681"/>
                  </a:lnTo>
                  <a:lnTo>
                    <a:pt x="132576" y="90274"/>
                  </a:lnTo>
                  <a:lnTo>
                    <a:pt x="134498" y="89852"/>
                  </a:lnTo>
                  <a:lnTo>
                    <a:pt x="136419" y="89421"/>
                  </a:lnTo>
                  <a:lnTo>
                    <a:pt x="138341" y="88972"/>
                  </a:lnTo>
                  <a:lnTo>
                    <a:pt x="140262" y="88509"/>
                  </a:lnTo>
                  <a:lnTo>
                    <a:pt x="142183" y="88037"/>
                  </a:lnTo>
                  <a:lnTo>
                    <a:pt x="144105" y="87541"/>
                  </a:lnTo>
                  <a:lnTo>
                    <a:pt x="146026" y="87036"/>
                  </a:lnTo>
                  <a:lnTo>
                    <a:pt x="147948" y="86515"/>
                  </a:lnTo>
                  <a:lnTo>
                    <a:pt x="149869" y="85974"/>
                  </a:lnTo>
                  <a:lnTo>
                    <a:pt x="151791" y="85423"/>
                  </a:lnTo>
                  <a:lnTo>
                    <a:pt x="153712" y="84850"/>
                  </a:lnTo>
                  <a:lnTo>
                    <a:pt x="155633" y="84262"/>
                  </a:lnTo>
                  <a:lnTo>
                    <a:pt x="157555" y="83663"/>
                  </a:lnTo>
                  <a:lnTo>
                    <a:pt x="159476" y="83036"/>
                  </a:lnTo>
                  <a:lnTo>
                    <a:pt x="161398" y="82398"/>
                  </a:lnTo>
                  <a:lnTo>
                    <a:pt x="163319" y="81743"/>
                  </a:lnTo>
                  <a:lnTo>
                    <a:pt x="165240" y="81065"/>
                  </a:lnTo>
                  <a:lnTo>
                    <a:pt x="167162" y="80375"/>
                  </a:lnTo>
                  <a:lnTo>
                    <a:pt x="169083" y="79661"/>
                  </a:lnTo>
                  <a:lnTo>
                    <a:pt x="171005" y="78930"/>
                  </a:lnTo>
                  <a:lnTo>
                    <a:pt x="172926" y="78186"/>
                  </a:lnTo>
                  <a:lnTo>
                    <a:pt x="174847" y="77413"/>
                  </a:lnTo>
                  <a:lnTo>
                    <a:pt x="176769" y="76628"/>
                  </a:lnTo>
                  <a:lnTo>
                    <a:pt x="178690" y="75824"/>
                  </a:lnTo>
                  <a:lnTo>
                    <a:pt x="180612" y="74996"/>
                  </a:lnTo>
                  <a:lnTo>
                    <a:pt x="182533" y="74156"/>
                  </a:lnTo>
                  <a:lnTo>
                    <a:pt x="184454" y="73291"/>
                  </a:lnTo>
                  <a:lnTo>
                    <a:pt x="186376" y="72408"/>
                  </a:lnTo>
                  <a:lnTo>
                    <a:pt x="188297" y="71512"/>
                  </a:lnTo>
                  <a:lnTo>
                    <a:pt x="190219" y="70587"/>
                  </a:lnTo>
                  <a:lnTo>
                    <a:pt x="192140" y="69650"/>
                  </a:lnTo>
                  <a:lnTo>
                    <a:pt x="194061" y="68694"/>
                  </a:lnTo>
                  <a:lnTo>
                    <a:pt x="195983" y="67716"/>
                  </a:lnTo>
                  <a:lnTo>
                    <a:pt x="197904" y="66725"/>
                  </a:lnTo>
                  <a:lnTo>
                    <a:pt x="199826" y="65712"/>
                  </a:lnTo>
                  <a:lnTo>
                    <a:pt x="201747" y="64682"/>
                  </a:lnTo>
                  <a:lnTo>
                    <a:pt x="203668" y="63640"/>
                  </a:lnTo>
                  <a:lnTo>
                    <a:pt x="205590" y="62573"/>
                  </a:lnTo>
                  <a:lnTo>
                    <a:pt x="207511" y="61494"/>
                  </a:lnTo>
                  <a:lnTo>
                    <a:pt x="209433" y="60400"/>
                  </a:lnTo>
                  <a:lnTo>
                    <a:pt x="211354" y="59287"/>
                  </a:lnTo>
                  <a:lnTo>
                    <a:pt x="213275" y="58164"/>
                  </a:lnTo>
                  <a:lnTo>
                    <a:pt x="215197" y="57023"/>
                  </a:lnTo>
                  <a:lnTo>
                    <a:pt x="217118" y="55868"/>
                  </a:lnTo>
                  <a:lnTo>
                    <a:pt x="219040" y="54706"/>
                  </a:lnTo>
                  <a:lnTo>
                    <a:pt x="220961" y="53523"/>
                  </a:lnTo>
                  <a:lnTo>
                    <a:pt x="222883" y="52334"/>
                  </a:lnTo>
                  <a:lnTo>
                    <a:pt x="224804" y="51134"/>
                  </a:lnTo>
                  <a:lnTo>
                    <a:pt x="226725" y="49922"/>
                  </a:lnTo>
                  <a:lnTo>
                    <a:pt x="228647" y="48703"/>
                  </a:lnTo>
                  <a:lnTo>
                    <a:pt x="230568" y="47475"/>
                  </a:lnTo>
                  <a:lnTo>
                    <a:pt x="232490" y="46239"/>
                  </a:lnTo>
                  <a:lnTo>
                    <a:pt x="234411" y="45000"/>
                  </a:lnTo>
                  <a:lnTo>
                    <a:pt x="236332" y="43752"/>
                  </a:lnTo>
                  <a:lnTo>
                    <a:pt x="238254" y="42502"/>
                  </a:lnTo>
                  <a:lnTo>
                    <a:pt x="240175" y="41248"/>
                  </a:lnTo>
                  <a:lnTo>
                    <a:pt x="242097" y="39992"/>
                  </a:lnTo>
                  <a:lnTo>
                    <a:pt x="244018" y="38736"/>
                  </a:lnTo>
                  <a:lnTo>
                    <a:pt x="245939" y="37480"/>
                  </a:lnTo>
                  <a:lnTo>
                    <a:pt x="247861" y="36225"/>
                  </a:lnTo>
                  <a:lnTo>
                    <a:pt x="249782" y="34972"/>
                  </a:lnTo>
                  <a:lnTo>
                    <a:pt x="251704" y="33725"/>
                  </a:lnTo>
                  <a:lnTo>
                    <a:pt x="253625" y="32482"/>
                  </a:lnTo>
                  <a:lnTo>
                    <a:pt x="255546" y="31244"/>
                  </a:lnTo>
                  <a:lnTo>
                    <a:pt x="257468" y="30016"/>
                  </a:lnTo>
                  <a:lnTo>
                    <a:pt x="259389" y="28794"/>
                  </a:lnTo>
                  <a:lnTo>
                    <a:pt x="261311" y="27585"/>
                  </a:lnTo>
                  <a:lnTo>
                    <a:pt x="263232" y="26387"/>
                  </a:lnTo>
                  <a:lnTo>
                    <a:pt x="265153" y="25197"/>
                  </a:lnTo>
                  <a:lnTo>
                    <a:pt x="267075" y="24029"/>
                  </a:lnTo>
                  <a:lnTo>
                    <a:pt x="268996" y="22871"/>
                  </a:lnTo>
                  <a:lnTo>
                    <a:pt x="270918" y="21728"/>
                  </a:lnTo>
                  <a:lnTo>
                    <a:pt x="272839" y="20609"/>
                  </a:lnTo>
                  <a:lnTo>
                    <a:pt x="274760" y="19502"/>
                  </a:lnTo>
                  <a:lnTo>
                    <a:pt x="276682" y="18420"/>
                  </a:lnTo>
                  <a:lnTo>
                    <a:pt x="278603" y="17360"/>
                  </a:lnTo>
                  <a:lnTo>
                    <a:pt x="280525" y="16313"/>
                  </a:lnTo>
                  <a:lnTo>
                    <a:pt x="282446" y="15304"/>
                  </a:lnTo>
                  <a:lnTo>
                    <a:pt x="284367" y="14312"/>
                  </a:lnTo>
                  <a:lnTo>
                    <a:pt x="286289" y="13344"/>
                  </a:lnTo>
                  <a:lnTo>
                    <a:pt x="288210" y="12411"/>
                  </a:lnTo>
                  <a:lnTo>
                    <a:pt x="290132" y="11496"/>
                  </a:lnTo>
                  <a:lnTo>
                    <a:pt x="292053" y="10618"/>
                  </a:lnTo>
                  <a:lnTo>
                    <a:pt x="293975" y="9770"/>
                  </a:lnTo>
                  <a:lnTo>
                    <a:pt x="295896" y="8941"/>
                  </a:lnTo>
                  <a:lnTo>
                    <a:pt x="297817" y="8162"/>
                  </a:lnTo>
                  <a:lnTo>
                    <a:pt x="299739" y="7406"/>
                  </a:lnTo>
                  <a:lnTo>
                    <a:pt x="301660" y="6680"/>
                  </a:lnTo>
                  <a:lnTo>
                    <a:pt x="303582" y="5999"/>
                  </a:lnTo>
                  <a:lnTo>
                    <a:pt x="305503" y="5341"/>
                  </a:lnTo>
                  <a:lnTo>
                    <a:pt x="307424" y="4727"/>
                  </a:lnTo>
                  <a:lnTo>
                    <a:pt x="309346" y="4150"/>
                  </a:lnTo>
                  <a:lnTo>
                    <a:pt x="311267" y="3595"/>
                  </a:lnTo>
                  <a:lnTo>
                    <a:pt x="313189" y="3099"/>
                  </a:lnTo>
                  <a:lnTo>
                    <a:pt x="315110" y="2628"/>
                  </a:lnTo>
                  <a:lnTo>
                    <a:pt x="317031" y="2192"/>
                  </a:lnTo>
                  <a:lnTo>
                    <a:pt x="318953" y="1807"/>
                  </a:lnTo>
                  <a:lnTo>
                    <a:pt x="320874" y="1446"/>
                  </a:lnTo>
                  <a:lnTo>
                    <a:pt x="322796" y="1133"/>
                  </a:lnTo>
                  <a:lnTo>
                    <a:pt x="324717" y="859"/>
                  </a:lnTo>
                  <a:lnTo>
                    <a:pt x="326638" y="610"/>
                  </a:lnTo>
                  <a:lnTo>
                    <a:pt x="328560" y="421"/>
                  </a:lnTo>
                  <a:lnTo>
                    <a:pt x="330481" y="258"/>
                  </a:lnTo>
                  <a:lnTo>
                    <a:pt x="332403" y="131"/>
                  </a:lnTo>
                  <a:lnTo>
                    <a:pt x="334324" y="56"/>
                  </a:lnTo>
                  <a:lnTo>
                    <a:pt x="336245" y="4"/>
                  </a:lnTo>
                  <a:lnTo>
                    <a:pt x="338167" y="0"/>
                  </a:lnTo>
                  <a:lnTo>
                    <a:pt x="340088" y="33"/>
                  </a:lnTo>
                  <a:lnTo>
                    <a:pt x="342010" y="90"/>
                  </a:lnTo>
                  <a:lnTo>
                    <a:pt x="343931" y="204"/>
                  </a:lnTo>
                  <a:lnTo>
                    <a:pt x="345852" y="344"/>
                  </a:lnTo>
                  <a:lnTo>
                    <a:pt x="347774" y="515"/>
                  </a:lnTo>
                  <a:lnTo>
                    <a:pt x="349695" y="733"/>
                  </a:lnTo>
                  <a:lnTo>
                    <a:pt x="351617" y="974"/>
                  </a:lnTo>
                  <a:lnTo>
                    <a:pt x="353538" y="1256"/>
                  </a:lnTo>
                  <a:lnTo>
                    <a:pt x="355459" y="1571"/>
                  </a:lnTo>
                  <a:lnTo>
                    <a:pt x="357381" y="1907"/>
                  </a:lnTo>
                  <a:lnTo>
                    <a:pt x="359302" y="2291"/>
                  </a:lnTo>
                  <a:lnTo>
                    <a:pt x="361224" y="2697"/>
                  </a:lnTo>
                  <a:lnTo>
                    <a:pt x="363145" y="3130"/>
                  </a:lnTo>
                  <a:lnTo>
                    <a:pt x="365067" y="3601"/>
                  </a:lnTo>
                  <a:lnTo>
                    <a:pt x="366988" y="4090"/>
                  </a:lnTo>
                  <a:lnTo>
                    <a:pt x="368909" y="4611"/>
                  </a:lnTo>
                  <a:lnTo>
                    <a:pt x="370831" y="5159"/>
                  </a:lnTo>
                  <a:lnTo>
                    <a:pt x="372752" y="5723"/>
                  </a:lnTo>
                  <a:lnTo>
                    <a:pt x="374674" y="6324"/>
                  </a:lnTo>
                  <a:lnTo>
                    <a:pt x="376595" y="6940"/>
                  </a:lnTo>
                  <a:lnTo>
                    <a:pt x="378516" y="7576"/>
                  </a:lnTo>
                  <a:lnTo>
                    <a:pt x="380438" y="8239"/>
                  </a:lnTo>
                  <a:lnTo>
                    <a:pt x="382359" y="8915"/>
                  </a:lnTo>
                  <a:lnTo>
                    <a:pt x="384281" y="9613"/>
                  </a:lnTo>
                  <a:lnTo>
                    <a:pt x="386202" y="10329"/>
                  </a:lnTo>
                  <a:lnTo>
                    <a:pt x="388123" y="11055"/>
                  </a:lnTo>
                  <a:lnTo>
                    <a:pt x="390045" y="11805"/>
                  </a:lnTo>
                  <a:lnTo>
                    <a:pt x="391966" y="12564"/>
                  </a:lnTo>
                  <a:lnTo>
                    <a:pt x="393888" y="13334"/>
                  </a:lnTo>
                  <a:lnTo>
                    <a:pt x="395809" y="14120"/>
                  </a:lnTo>
                  <a:lnTo>
                    <a:pt x="397730" y="14913"/>
                  </a:lnTo>
                  <a:lnTo>
                    <a:pt x="399652" y="15718"/>
                  </a:lnTo>
                  <a:lnTo>
                    <a:pt x="401573" y="16531"/>
                  </a:lnTo>
                  <a:lnTo>
                    <a:pt x="403495" y="17350"/>
                  </a:lnTo>
                  <a:lnTo>
                    <a:pt x="405416" y="18178"/>
                  </a:lnTo>
                  <a:lnTo>
                    <a:pt x="407337" y="19009"/>
                  </a:lnTo>
                  <a:lnTo>
                    <a:pt x="409259" y="19845"/>
                  </a:lnTo>
                  <a:lnTo>
                    <a:pt x="411180" y="20685"/>
                  </a:lnTo>
                  <a:lnTo>
                    <a:pt x="413102" y="21527"/>
                  </a:lnTo>
                  <a:lnTo>
                    <a:pt x="415023" y="22371"/>
                  </a:lnTo>
                  <a:lnTo>
                    <a:pt x="416944" y="23215"/>
                  </a:lnTo>
                  <a:lnTo>
                    <a:pt x="418866" y="24059"/>
                  </a:lnTo>
                  <a:lnTo>
                    <a:pt x="420787" y="24902"/>
                  </a:lnTo>
                  <a:lnTo>
                    <a:pt x="422709" y="25743"/>
                  </a:lnTo>
                  <a:lnTo>
                    <a:pt x="424630" y="26582"/>
                  </a:lnTo>
                  <a:lnTo>
                    <a:pt x="426551" y="27416"/>
                  </a:lnTo>
                  <a:lnTo>
                    <a:pt x="428473" y="28247"/>
                  </a:lnTo>
                  <a:lnTo>
                    <a:pt x="430394" y="29073"/>
                  </a:lnTo>
                  <a:lnTo>
                    <a:pt x="432316" y="29893"/>
                  </a:lnTo>
                  <a:lnTo>
                    <a:pt x="434237" y="30709"/>
                  </a:lnTo>
                  <a:lnTo>
                    <a:pt x="436159" y="31515"/>
                  </a:lnTo>
                  <a:lnTo>
                    <a:pt x="438080" y="32315"/>
                  </a:lnTo>
                  <a:lnTo>
                    <a:pt x="440001" y="33109"/>
                  </a:lnTo>
                  <a:lnTo>
                    <a:pt x="441923" y="33891"/>
                  </a:lnTo>
                  <a:lnTo>
                    <a:pt x="443844" y="34667"/>
                  </a:lnTo>
                  <a:lnTo>
                    <a:pt x="445766" y="35433"/>
                  </a:lnTo>
                  <a:lnTo>
                    <a:pt x="447687" y="36189"/>
                  </a:lnTo>
                  <a:lnTo>
                    <a:pt x="449608" y="36938"/>
                  </a:lnTo>
                  <a:lnTo>
                    <a:pt x="451530" y="37672"/>
                  </a:lnTo>
                  <a:lnTo>
                    <a:pt x="453451" y="38397"/>
                  </a:lnTo>
                  <a:lnTo>
                    <a:pt x="455373" y="39114"/>
                  </a:lnTo>
                  <a:lnTo>
                    <a:pt x="457294" y="39815"/>
                  </a:lnTo>
                  <a:lnTo>
                    <a:pt x="459215" y="40509"/>
                  </a:lnTo>
                  <a:lnTo>
                    <a:pt x="461137" y="41189"/>
                  </a:lnTo>
                  <a:lnTo>
                    <a:pt x="463058" y="41857"/>
                  </a:lnTo>
                  <a:lnTo>
                    <a:pt x="464980" y="42518"/>
                  </a:lnTo>
                  <a:lnTo>
                    <a:pt x="466901" y="43161"/>
                  </a:lnTo>
                  <a:lnTo>
                    <a:pt x="468822" y="43795"/>
                  </a:lnTo>
                  <a:lnTo>
                    <a:pt x="470744" y="44419"/>
                  </a:lnTo>
                  <a:lnTo>
                    <a:pt x="472665" y="45026"/>
                  </a:lnTo>
                  <a:lnTo>
                    <a:pt x="474587" y="45625"/>
                  </a:lnTo>
                  <a:lnTo>
                    <a:pt x="476508" y="46212"/>
                  </a:lnTo>
                  <a:lnTo>
                    <a:pt x="478429" y="46784"/>
                  </a:lnTo>
                  <a:lnTo>
                    <a:pt x="480351" y="47350"/>
                  </a:lnTo>
                  <a:lnTo>
                    <a:pt x="482272" y="47898"/>
                  </a:lnTo>
                  <a:lnTo>
                    <a:pt x="484194" y="48438"/>
                  </a:lnTo>
                  <a:lnTo>
                    <a:pt x="486115" y="48968"/>
                  </a:lnTo>
                  <a:lnTo>
                    <a:pt x="488036" y="49482"/>
                  </a:lnTo>
                  <a:lnTo>
                    <a:pt x="489958" y="49989"/>
                  </a:lnTo>
                  <a:lnTo>
                    <a:pt x="491879" y="50484"/>
                  </a:lnTo>
                  <a:lnTo>
                    <a:pt x="493801" y="50967"/>
                  </a:lnTo>
                  <a:lnTo>
                    <a:pt x="495722" y="51443"/>
                  </a:lnTo>
                  <a:lnTo>
                    <a:pt x="497643" y="51904"/>
                  </a:lnTo>
                  <a:lnTo>
                    <a:pt x="499565" y="52357"/>
                  </a:lnTo>
                  <a:lnTo>
                    <a:pt x="501486" y="52803"/>
                  </a:lnTo>
                  <a:lnTo>
                    <a:pt x="503408" y="53235"/>
                  </a:lnTo>
                  <a:lnTo>
                    <a:pt x="505329" y="53660"/>
                  </a:lnTo>
                  <a:lnTo>
                    <a:pt x="507250" y="54076"/>
                  </a:lnTo>
                  <a:lnTo>
                    <a:pt x="509172" y="54482"/>
                  </a:lnTo>
                  <a:lnTo>
                    <a:pt x="511093" y="54883"/>
                  </a:lnTo>
                  <a:lnTo>
                    <a:pt x="513015" y="55272"/>
                  </a:lnTo>
                  <a:lnTo>
                    <a:pt x="514936" y="55654"/>
                  </a:lnTo>
                  <a:lnTo>
                    <a:pt x="516858" y="56030"/>
                  </a:lnTo>
                  <a:lnTo>
                    <a:pt x="518779" y="56396"/>
                  </a:lnTo>
                  <a:lnTo>
                    <a:pt x="520700" y="56758"/>
                  </a:lnTo>
                  <a:lnTo>
                    <a:pt x="522622" y="57111"/>
                  </a:lnTo>
                  <a:lnTo>
                    <a:pt x="524543" y="57458"/>
                  </a:lnTo>
                  <a:lnTo>
                    <a:pt x="526465" y="57801"/>
                  </a:lnTo>
                  <a:lnTo>
                    <a:pt x="528386" y="58135"/>
                  </a:lnTo>
                  <a:lnTo>
                    <a:pt x="530307" y="58465"/>
                  </a:lnTo>
                  <a:lnTo>
                    <a:pt x="532229" y="58790"/>
                  </a:lnTo>
                  <a:lnTo>
                    <a:pt x="534150" y="59108"/>
                  </a:lnTo>
                  <a:lnTo>
                    <a:pt x="536072" y="59423"/>
                  </a:lnTo>
                  <a:lnTo>
                    <a:pt x="537993" y="59733"/>
                  </a:lnTo>
                  <a:lnTo>
                    <a:pt x="539914" y="60039"/>
                  </a:lnTo>
                  <a:lnTo>
                    <a:pt x="541836" y="60341"/>
                  </a:lnTo>
                  <a:lnTo>
                    <a:pt x="543757" y="60638"/>
                  </a:lnTo>
                  <a:lnTo>
                    <a:pt x="545679" y="60933"/>
                  </a:lnTo>
                  <a:lnTo>
                    <a:pt x="547600" y="61225"/>
                  </a:lnTo>
                  <a:lnTo>
                    <a:pt x="549521" y="61512"/>
                  </a:lnTo>
                  <a:lnTo>
                    <a:pt x="551443" y="61798"/>
                  </a:lnTo>
                  <a:lnTo>
                    <a:pt x="553364" y="62080"/>
                  </a:lnTo>
                  <a:lnTo>
                    <a:pt x="555286" y="62360"/>
                  </a:lnTo>
                  <a:lnTo>
                    <a:pt x="557207" y="62639"/>
                  </a:lnTo>
                  <a:lnTo>
                    <a:pt x="559128" y="62914"/>
                  </a:lnTo>
                  <a:lnTo>
                    <a:pt x="561050" y="63188"/>
                  </a:lnTo>
                  <a:lnTo>
                    <a:pt x="562971" y="63460"/>
                  </a:lnTo>
                  <a:lnTo>
                    <a:pt x="564893" y="63731"/>
                  </a:lnTo>
                  <a:lnTo>
                    <a:pt x="566814" y="64000"/>
                  </a:lnTo>
                  <a:lnTo>
                    <a:pt x="568735" y="64268"/>
                  </a:lnTo>
                  <a:lnTo>
                    <a:pt x="570657" y="64534"/>
                  </a:lnTo>
                  <a:lnTo>
                    <a:pt x="572578" y="64800"/>
                  </a:lnTo>
                  <a:lnTo>
                    <a:pt x="574500" y="65064"/>
                  </a:lnTo>
                  <a:lnTo>
                    <a:pt x="576421" y="65328"/>
                  </a:lnTo>
                  <a:lnTo>
                    <a:pt x="578342" y="65591"/>
                  </a:lnTo>
                  <a:lnTo>
                    <a:pt x="580264" y="65853"/>
                  </a:lnTo>
                  <a:lnTo>
                    <a:pt x="582185" y="66115"/>
                  </a:lnTo>
                  <a:lnTo>
                    <a:pt x="584107" y="66376"/>
                  </a:lnTo>
                  <a:lnTo>
                    <a:pt x="586028" y="66636"/>
                  </a:lnTo>
                  <a:lnTo>
                    <a:pt x="587950" y="66896"/>
                  </a:lnTo>
                  <a:lnTo>
                    <a:pt x="589871" y="67156"/>
                  </a:lnTo>
                  <a:lnTo>
                    <a:pt x="591792" y="67415"/>
                  </a:lnTo>
                  <a:lnTo>
                    <a:pt x="593714" y="67673"/>
                  </a:lnTo>
                  <a:lnTo>
                    <a:pt x="595635" y="67932"/>
                  </a:lnTo>
                  <a:lnTo>
                    <a:pt x="597557" y="68189"/>
                  </a:lnTo>
                  <a:lnTo>
                    <a:pt x="599478" y="68447"/>
                  </a:lnTo>
                  <a:lnTo>
                    <a:pt x="601399" y="68704"/>
                  </a:lnTo>
                  <a:lnTo>
                    <a:pt x="603321" y="68961"/>
                  </a:lnTo>
                  <a:lnTo>
                    <a:pt x="605242" y="69217"/>
                  </a:lnTo>
                  <a:lnTo>
                    <a:pt x="607164" y="69472"/>
                  </a:lnTo>
                  <a:lnTo>
                    <a:pt x="609085" y="69728"/>
                  </a:lnTo>
                  <a:lnTo>
                    <a:pt x="611006" y="69982"/>
                  </a:lnTo>
                  <a:lnTo>
                    <a:pt x="612928" y="70236"/>
                  </a:lnTo>
                  <a:lnTo>
                    <a:pt x="614849" y="70490"/>
                  </a:lnTo>
                  <a:lnTo>
                    <a:pt x="616771" y="70742"/>
                  </a:lnTo>
                  <a:lnTo>
                    <a:pt x="618692" y="70994"/>
                  </a:lnTo>
                  <a:lnTo>
                    <a:pt x="620613" y="71245"/>
                  </a:lnTo>
                  <a:lnTo>
                    <a:pt x="622535" y="71495"/>
                  </a:lnTo>
                  <a:lnTo>
                    <a:pt x="624456" y="71744"/>
                  </a:lnTo>
                  <a:lnTo>
                    <a:pt x="626378" y="71992"/>
                  </a:lnTo>
                  <a:lnTo>
                    <a:pt x="628299" y="72239"/>
                  </a:lnTo>
                  <a:lnTo>
                    <a:pt x="630220" y="72485"/>
                  </a:lnTo>
                  <a:lnTo>
                    <a:pt x="632142" y="72729"/>
                  </a:lnTo>
                  <a:lnTo>
                    <a:pt x="634063" y="72973"/>
                  </a:lnTo>
                  <a:lnTo>
                    <a:pt x="635985" y="73214"/>
                  </a:lnTo>
                  <a:lnTo>
                    <a:pt x="637906" y="73455"/>
                  </a:lnTo>
                  <a:lnTo>
                    <a:pt x="639827" y="73694"/>
                  </a:lnTo>
                  <a:lnTo>
                    <a:pt x="641749" y="73930"/>
                  </a:lnTo>
                  <a:lnTo>
                    <a:pt x="643670" y="74166"/>
                  </a:lnTo>
                  <a:lnTo>
                    <a:pt x="645592" y="74400"/>
                  </a:lnTo>
                  <a:lnTo>
                    <a:pt x="647513" y="74631"/>
                  </a:lnTo>
                  <a:lnTo>
                    <a:pt x="649434" y="74861"/>
                  </a:lnTo>
                  <a:lnTo>
                    <a:pt x="651356" y="75089"/>
                  </a:lnTo>
                  <a:lnTo>
                    <a:pt x="653277" y="75314"/>
                  </a:lnTo>
                  <a:lnTo>
                    <a:pt x="655199" y="75539"/>
                  </a:lnTo>
                  <a:lnTo>
                    <a:pt x="657120" y="75760"/>
                  </a:lnTo>
                  <a:lnTo>
                    <a:pt x="659042" y="75979"/>
                  </a:lnTo>
                  <a:lnTo>
                    <a:pt x="660963" y="76196"/>
                  </a:lnTo>
                  <a:lnTo>
                    <a:pt x="662884" y="76410"/>
                  </a:lnTo>
                  <a:lnTo>
                    <a:pt x="664806" y="76623"/>
                  </a:lnTo>
                  <a:lnTo>
                    <a:pt x="666727" y="76833"/>
                  </a:lnTo>
                  <a:lnTo>
                    <a:pt x="668649" y="77040"/>
                  </a:lnTo>
                  <a:lnTo>
                    <a:pt x="670570" y="77246"/>
                  </a:lnTo>
                  <a:lnTo>
                    <a:pt x="672491" y="77447"/>
                  </a:lnTo>
                  <a:lnTo>
                    <a:pt x="674413" y="77647"/>
                  </a:lnTo>
                  <a:lnTo>
                    <a:pt x="676334" y="77845"/>
                  </a:lnTo>
                  <a:lnTo>
                    <a:pt x="678256" y="78040"/>
                  </a:lnTo>
                  <a:lnTo>
                    <a:pt x="680177" y="78232"/>
                  </a:lnTo>
                  <a:lnTo>
                    <a:pt x="682098" y="78422"/>
                  </a:lnTo>
                  <a:lnTo>
                    <a:pt x="684020" y="78609"/>
                  </a:lnTo>
                  <a:lnTo>
                    <a:pt x="685941" y="78794"/>
                  </a:lnTo>
                  <a:lnTo>
                    <a:pt x="687863" y="78976"/>
                  </a:lnTo>
                  <a:lnTo>
                    <a:pt x="689784" y="79156"/>
                  </a:lnTo>
                  <a:lnTo>
                    <a:pt x="691705" y="79333"/>
                  </a:lnTo>
                  <a:lnTo>
                    <a:pt x="693627" y="79507"/>
                  </a:lnTo>
                  <a:lnTo>
                    <a:pt x="695548" y="79680"/>
                  </a:lnTo>
                  <a:lnTo>
                    <a:pt x="697470" y="79849"/>
                  </a:lnTo>
                  <a:lnTo>
                    <a:pt x="699391" y="80017"/>
                  </a:lnTo>
                  <a:lnTo>
                    <a:pt x="701312" y="80182"/>
                  </a:lnTo>
                  <a:lnTo>
                    <a:pt x="703234" y="80344"/>
                  </a:lnTo>
                  <a:lnTo>
                    <a:pt x="705155" y="80505"/>
                  </a:lnTo>
                  <a:lnTo>
                    <a:pt x="707077" y="80664"/>
                  </a:lnTo>
                  <a:lnTo>
                    <a:pt x="708998" y="80819"/>
                  </a:lnTo>
                  <a:lnTo>
                    <a:pt x="710919" y="80974"/>
                  </a:lnTo>
                  <a:lnTo>
                    <a:pt x="712841" y="81126"/>
                  </a:lnTo>
                  <a:lnTo>
                    <a:pt x="714762" y="81276"/>
                  </a:lnTo>
                  <a:lnTo>
                    <a:pt x="716684" y="81425"/>
                  </a:lnTo>
                  <a:lnTo>
                    <a:pt x="718605" y="81571"/>
                  </a:lnTo>
                  <a:lnTo>
                    <a:pt x="720526" y="81715"/>
                  </a:lnTo>
                  <a:lnTo>
                    <a:pt x="722448" y="81858"/>
                  </a:lnTo>
                  <a:lnTo>
                    <a:pt x="724369" y="81999"/>
                  </a:lnTo>
                  <a:lnTo>
                    <a:pt x="726291" y="82140"/>
                  </a:lnTo>
                  <a:lnTo>
                    <a:pt x="728212" y="82278"/>
                  </a:lnTo>
                  <a:lnTo>
                    <a:pt x="730134" y="82414"/>
                  </a:lnTo>
                  <a:lnTo>
                    <a:pt x="732055" y="82550"/>
                  </a:lnTo>
                  <a:lnTo>
                    <a:pt x="733976" y="82684"/>
                  </a:lnTo>
                  <a:lnTo>
                    <a:pt x="735898" y="82817"/>
                  </a:lnTo>
                  <a:lnTo>
                    <a:pt x="737819" y="82949"/>
                  </a:lnTo>
                  <a:lnTo>
                    <a:pt x="739741" y="83080"/>
                  </a:lnTo>
                  <a:lnTo>
                    <a:pt x="741662" y="83210"/>
                  </a:lnTo>
                  <a:lnTo>
                    <a:pt x="743583" y="83338"/>
                  </a:lnTo>
                  <a:lnTo>
                    <a:pt x="745505" y="83466"/>
                  </a:lnTo>
                  <a:lnTo>
                    <a:pt x="747426" y="83594"/>
                  </a:lnTo>
                  <a:lnTo>
                    <a:pt x="749348" y="83720"/>
                  </a:lnTo>
                  <a:lnTo>
                    <a:pt x="751269" y="83846"/>
                  </a:lnTo>
                  <a:lnTo>
                    <a:pt x="753190" y="83971"/>
                  </a:lnTo>
                  <a:lnTo>
                    <a:pt x="755112" y="84095"/>
                  </a:lnTo>
                  <a:lnTo>
                    <a:pt x="757033" y="84219"/>
                  </a:lnTo>
                  <a:lnTo>
                    <a:pt x="758955" y="84343"/>
                  </a:lnTo>
                  <a:lnTo>
                    <a:pt x="760876" y="84466"/>
                  </a:lnTo>
                  <a:lnTo>
                    <a:pt x="762797" y="84588"/>
                  </a:lnTo>
                  <a:lnTo>
                    <a:pt x="764719" y="84710"/>
                  </a:lnTo>
                  <a:lnTo>
                    <a:pt x="766640" y="84832"/>
                  </a:lnTo>
                  <a:lnTo>
                    <a:pt x="768562" y="84954"/>
                  </a:lnTo>
                  <a:lnTo>
                    <a:pt x="770483" y="85075"/>
                  </a:lnTo>
                  <a:lnTo>
                    <a:pt x="772404" y="85196"/>
                  </a:lnTo>
                  <a:lnTo>
                    <a:pt x="774326" y="85317"/>
                  </a:lnTo>
                  <a:lnTo>
                    <a:pt x="776247" y="85438"/>
                  </a:lnTo>
                  <a:lnTo>
                    <a:pt x="778169" y="85558"/>
                  </a:lnTo>
                  <a:lnTo>
                    <a:pt x="780090" y="85679"/>
                  </a:lnTo>
                  <a:lnTo>
                    <a:pt x="782011" y="85799"/>
                  </a:lnTo>
                  <a:lnTo>
                    <a:pt x="783933" y="85919"/>
                  </a:lnTo>
                  <a:lnTo>
                    <a:pt x="785854" y="86039"/>
                  </a:lnTo>
                  <a:lnTo>
                    <a:pt x="787776" y="86159"/>
                  </a:lnTo>
                  <a:lnTo>
                    <a:pt x="789697" y="86278"/>
                  </a:lnTo>
                  <a:lnTo>
                    <a:pt x="791618" y="86398"/>
                  </a:lnTo>
                  <a:lnTo>
                    <a:pt x="793540" y="86517"/>
                  </a:lnTo>
                  <a:lnTo>
                    <a:pt x="795461" y="86636"/>
                  </a:lnTo>
                  <a:lnTo>
                    <a:pt x="797383" y="86755"/>
                  </a:lnTo>
                  <a:lnTo>
                    <a:pt x="799304" y="86874"/>
                  </a:lnTo>
                  <a:lnTo>
                    <a:pt x="801226" y="86993"/>
                  </a:lnTo>
                  <a:lnTo>
                    <a:pt x="803147" y="87112"/>
                  </a:lnTo>
                  <a:lnTo>
                    <a:pt x="805068" y="87230"/>
                  </a:lnTo>
                  <a:lnTo>
                    <a:pt x="806990" y="87348"/>
                  </a:lnTo>
                  <a:lnTo>
                    <a:pt x="808911" y="87466"/>
                  </a:lnTo>
                  <a:lnTo>
                    <a:pt x="810833" y="87584"/>
                  </a:lnTo>
                  <a:lnTo>
                    <a:pt x="812754" y="87701"/>
                  </a:lnTo>
                  <a:lnTo>
                    <a:pt x="814675" y="87818"/>
                  </a:lnTo>
                  <a:lnTo>
                    <a:pt x="816597" y="87935"/>
                  </a:lnTo>
                  <a:lnTo>
                    <a:pt x="818518" y="88051"/>
                  </a:lnTo>
                  <a:lnTo>
                    <a:pt x="820440" y="88167"/>
                  </a:lnTo>
                  <a:lnTo>
                    <a:pt x="822361" y="88283"/>
                  </a:lnTo>
                  <a:lnTo>
                    <a:pt x="824282" y="88398"/>
                  </a:lnTo>
                  <a:lnTo>
                    <a:pt x="826204" y="88513"/>
                  </a:lnTo>
                  <a:lnTo>
                    <a:pt x="828125" y="88628"/>
                  </a:lnTo>
                  <a:lnTo>
                    <a:pt x="830047" y="88742"/>
                  </a:lnTo>
                  <a:lnTo>
                    <a:pt x="831968" y="88855"/>
                  </a:lnTo>
                  <a:lnTo>
                    <a:pt x="833889" y="88969"/>
                  </a:lnTo>
                  <a:lnTo>
                    <a:pt x="835811" y="89081"/>
                  </a:lnTo>
                  <a:lnTo>
                    <a:pt x="837732" y="89193"/>
                  </a:lnTo>
                  <a:lnTo>
                    <a:pt x="839654" y="89305"/>
                  </a:lnTo>
                  <a:lnTo>
                    <a:pt x="841575" y="89416"/>
                  </a:lnTo>
                  <a:lnTo>
                    <a:pt x="843496" y="89527"/>
                  </a:lnTo>
                  <a:lnTo>
                    <a:pt x="845418" y="89637"/>
                  </a:lnTo>
                  <a:lnTo>
                    <a:pt x="847339" y="89747"/>
                  </a:lnTo>
                  <a:lnTo>
                    <a:pt x="849261" y="89856"/>
                  </a:lnTo>
                  <a:lnTo>
                    <a:pt x="851182" y="89964"/>
                  </a:lnTo>
                  <a:lnTo>
                    <a:pt x="853103" y="90072"/>
                  </a:lnTo>
                  <a:lnTo>
                    <a:pt x="855025" y="90180"/>
                  </a:lnTo>
                  <a:lnTo>
                    <a:pt x="856946" y="90287"/>
                  </a:lnTo>
                  <a:lnTo>
                    <a:pt x="858868" y="90393"/>
                  </a:lnTo>
                  <a:lnTo>
                    <a:pt x="860789" y="90499"/>
                  </a:lnTo>
                  <a:lnTo>
                    <a:pt x="862710" y="90605"/>
                  </a:lnTo>
                  <a:lnTo>
                    <a:pt x="864632" y="90710"/>
                  </a:lnTo>
                  <a:lnTo>
                    <a:pt x="866553" y="90815"/>
                  </a:lnTo>
                  <a:lnTo>
                    <a:pt x="868475" y="90919"/>
                  </a:lnTo>
                  <a:lnTo>
                    <a:pt x="870396" y="91023"/>
                  </a:lnTo>
                  <a:lnTo>
                    <a:pt x="872318" y="91126"/>
                  </a:lnTo>
                  <a:lnTo>
                    <a:pt x="874239" y="91229"/>
                  </a:lnTo>
                  <a:lnTo>
                    <a:pt x="876160" y="91332"/>
                  </a:lnTo>
                  <a:lnTo>
                    <a:pt x="878082" y="91434"/>
                  </a:lnTo>
                  <a:lnTo>
                    <a:pt x="880003" y="91536"/>
                  </a:lnTo>
                  <a:lnTo>
                    <a:pt x="881925" y="91638"/>
                  </a:lnTo>
                  <a:lnTo>
                    <a:pt x="883846" y="91740"/>
                  </a:lnTo>
                  <a:lnTo>
                    <a:pt x="885767" y="91841"/>
                  </a:lnTo>
                  <a:lnTo>
                    <a:pt x="887689" y="91943"/>
                  </a:lnTo>
                  <a:lnTo>
                    <a:pt x="889610" y="92044"/>
                  </a:lnTo>
                  <a:lnTo>
                    <a:pt x="891532" y="92145"/>
                  </a:lnTo>
                  <a:lnTo>
                    <a:pt x="893453" y="92246"/>
                  </a:lnTo>
                  <a:lnTo>
                    <a:pt x="895374" y="92347"/>
                  </a:lnTo>
                  <a:lnTo>
                    <a:pt x="897296" y="92447"/>
                  </a:lnTo>
                  <a:lnTo>
                    <a:pt x="899217" y="92548"/>
                  </a:lnTo>
                  <a:lnTo>
                    <a:pt x="901139" y="92649"/>
                  </a:lnTo>
                  <a:lnTo>
                    <a:pt x="903060" y="92750"/>
                  </a:lnTo>
                  <a:lnTo>
                    <a:pt x="904981" y="92852"/>
                  </a:lnTo>
                  <a:lnTo>
                    <a:pt x="906903" y="92953"/>
                  </a:lnTo>
                  <a:lnTo>
                    <a:pt x="908824" y="93054"/>
                  </a:lnTo>
                  <a:lnTo>
                    <a:pt x="910746" y="93156"/>
                  </a:lnTo>
                  <a:lnTo>
                    <a:pt x="912667" y="93258"/>
                  </a:lnTo>
                  <a:lnTo>
                    <a:pt x="914588" y="93360"/>
                  </a:lnTo>
                  <a:lnTo>
                    <a:pt x="916510" y="93462"/>
                  </a:lnTo>
                  <a:lnTo>
                    <a:pt x="918431" y="93565"/>
                  </a:lnTo>
                  <a:lnTo>
                    <a:pt x="920353" y="93668"/>
                  </a:lnTo>
                  <a:lnTo>
                    <a:pt x="922274" y="93771"/>
                  </a:lnTo>
                  <a:lnTo>
                    <a:pt x="924195" y="93875"/>
                  </a:lnTo>
                  <a:lnTo>
                    <a:pt x="926117" y="93978"/>
                  </a:lnTo>
                  <a:lnTo>
                    <a:pt x="928038" y="94083"/>
                  </a:lnTo>
                  <a:lnTo>
                    <a:pt x="929960" y="94187"/>
                  </a:lnTo>
                  <a:lnTo>
                    <a:pt x="931881" y="94292"/>
                  </a:lnTo>
                  <a:lnTo>
                    <a:pt x="933802" y="94397"/>
                  </a:lnTo>
                  <a:lnTo>
                    <a:pt x="935724" y="94503"/>
                  </a:lnTo>
                  <a:lnTo>
                    <a:pt x="937645" y="94609"/>
                  </a:lnTo>
                  <a:lnTo>
                    <a:pt x="939567" y="94715"/>
                  </a:lnTo>
                  <a:lnTo>
                    <a:pt x="941488" y="94822"/>
                  </a:lnTo>
                  <a:lnTo>
                    <a:pt x="943410" y="94929"/>
                  </a:lnTo>
                  <a:lnTo>
                    <a:pt x="945331" y="95036"/>
                  </a:lnTo>
                  <a:lnTo>
                    <a:pt x="947252" y="95143"/>
                  </a:lnTo>
                  <a:lnTo>
                    <a:pt x="949174" y="95251"/>
                  </a:lnTo>
                  <a:lnTo>
                    <a:pt x="951095" y="95359"/>
                  </a:lnTo>
                  <a:lnTo>
                    <a:pt x="953017" y="95467"/>
                  </a:lnTo>
                  <a:lnTo>
                    <a:pt x="954938" y="95575"/>
                  </a:lnTo>
                  <a:lnTo>
                    <a:pt x="956859" y="95684"/>
                  </a:lnTo>
                  <a:lnTo>
                    <a:pt x="958781" y="95792"/>
                  </a:lnTo>
                  <a:lnTo>
                    <a:pt x="960702" y="95901"/>
                  </a:lnTo>
                  <a:lnTo>
                    <a:pt x="962624" y="96010"/>
                  </a:lnTo>
                  <a:lnTo>
                    <a:pt x="964545" y="96119"/>
                  </a:lnTo>
                  <a:lnTo>
                    <a:pt x="966466" y="96227"/>
                  </a:lnTo>
                  <a:lnTo>
                    <a:pt x="968388" y="96336"/>
                  </a:lnTo>
                  <a:lnTo>
                    <a:pt x="970309" y="96445"/>
                  </a:lnTo>
                  <a:lnTo>
                    <a:pt x="972231" y="96553"/>
                  </a:lnTo>
                  <a:lnTo>
                    <a:pt x="974152" y="96661"/>
                  </a:lnTo>
                  <a:lnTo>
                    <a:pt x="976073" y="96769"/>
                  </a:lnTo>
                  <a:lnTo>
                    <a:pt x="977995" y="96877"/>
                  </a:lnTo>
                  <a:lnTo>
                    <a:pt x="979916" y="96984"/>
                  </a:lnTo>
                  <a:lnTo>
                    <a:pt x="981838" y="97090"/>
                  </a:lnTo>
                </a:path>
              </a:pathLst>
            </a:cu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1810162" y="5911002"/>
              <a:ext cx="981838" cy="72420"/>
            </a:xfrm>
            <a:custGeom>
              <a:avLst/>
              <a:pathLst>
                <a:path w="981838" h="72420">
                  <a:moveTo>
                    <a:pt x="0" y="71484"/>
                  </a:moveTo>
                  <a:lnTo>
                    <a:pt x="1921" y="71445"/>
                  </a:lnTo>
                  <a:lnTo>
                    <a:pt x="3842" y="71404"/>
                  </a:lnTo>
                  <a:lnTo>
                    <a:pt x="5764" y="71363"/>
                  </a:lnTo>
                  <a:lnTo>
                    <a:pt x="7685" y="71319"/>
                  </a:lnTo>
                  <a:lnTo>
                    <a:pt x="9607" y="71275"/>
                  </a:lnTo>
                  <a:lnTo>
                    <a:pt x="11528" y="71228"/>
                  </a:lnTo>
                  <a:lnTo>
                    <a:pt x="13449" y="71180"/>
                  </a:lnTo>
                  <a:lnTo>
                    <a:pt x="15371" y="71130"/>
                  </a:lnTo>
                  <a:lnTo>
                    <a:pt x="17292" y="71078"/>
                  </a:lnTo>
                  <a:lnTo>
                    <a:pt x="19214" y="71026"/>
                  </a:lnTo>
                  <a:lnTo>
                    <a:pt x="21135" y="70970"/>
                  </a:lnTo>
                  <a:lnTo>
                    <a:pt x="23056" y="70913"/>
                  </a:lnTo>
                  <a:lnTo>
                    <a:pt x="24978" y="70853"/>
                  </a:lnTo>
                  <a:lnTo>
                    <a:pt x="26899" y="70792"/>
                  </a:lnTo>
                  <a:lnTo>
                    <a:pt x="28821" y="70729"/>
                  </a:lnTo>
                  <a:lnTo>
                    <a:pt x="30742" y="70663"/>
                  </a:lnTo>
                  <a:lnTo>
                    <a:pt x="32663" y="70596"/>
                  </a:lnTo>
                  <a:lnTo>
                    <a:pt x="34585" y="70525"/>
                  </a:lnTo>
                  <a:lnTo>
                    <a:pt x="36506" y="70453"/>
                  </a:lnTo>
                  <a:lnTo>
                    <a:pt x="38428" y="70377"/>
                  </a:lnTo>
                  <a:lnTo>
                    <a:pt x="40349" y="70300"/>
                  </a:lnTo>
                  <a:lnTo>
                    <a:pt x="42270" y="70220"/>
                  </a:lnTo>
                  <a:lnTo>
                    <a:pt x="44192" y="70137"/>
                  </a:lnTo>
                  <a:lnTo>
                    <a:pt x="46113" y="70052"/>
                  </a:lnTo>
                  <a:lnTo>
                    <a:pt x="48035" y="69963"/>
                  </a:lnTo>
                  <a:lnTo>
                    <a:pt x="49956" y="69873"/>
                  </a:lnTo>
                  <a:lnTo>
                    <a:pt x="51877" y="69778"/>
                  </a:lnTo>
                  <a:lnTo>
                    <a:pt x="53799" y="69681"/>
                  </a:lnTo>
                  <a:lnTo>
                    <a:pt x="55720" y="69580"/>
                  </a:lnTo>
                  <a:lnTo>
                    <a:pt x="57642" y="69476"/>
                  </a:lnTo>
                  <a:lnTo>
                    <a:pt x="59563" y="69370"/>
                  </a:lnTo>
                  <a:lnTo>
                    <a:pt x="61484" y="69258"/>
                  </a:lnTo>
                  <a:lnTo>
                    <a:pt x="63406" y="69145"/>
                  </a:lnTo>
                  <a:lnTo>
                    <a:pt x="65327" y="69027"/>
                  </a:lnTo>
                  <a:lnTo>
                    <a:pt x="67249" y="68906"/>
                  </a:lnTo>
                  <a:lnTo>
                    <a:pt x="69170" y="68780"/>
                  </a:lnTo>
                  <a:lnTo>
                    <a:pt x="71091" y="68651"/>
                  </a:lnTo>
                  <a:lnTo>
                    <a:pt x="73013" y="68518"/>
                  </a:lnTo>
                  <a:lnTo>
                    <a:pt x="74934" y="68380"/>
                  </a:lnTo>
                  <a:lnTo>
                    <a:pt x="76856" y="68240"/>
                  </a:lnTo>
                  <a:lnTo>
                    <a:pt x="78777" y="68093"/>
                  </a:lnTo>
                  <a:lnTo>
                    <a:pt x="80699" y="67943"/>
                  </a:lnTo>
                  <a:lnTo>
                    <a:pt x="82620" y="67788"/>
                  </a:lnTo>
                  <a:lnTo>
                    <a:pt x="84541" y="67629"/>
                  </a:lnTo>
                  <a:lnTo>
                    <a:pt x="86463" y="67465"/>
                  </a:lnTo>
                  <a:lnTo>
                    <a:pt x="88384" y="67295"/>
                  </a:lnTo>
                  <a:lnTo>
                    <a:pt x="90306" y="67123"/>
                  </a:lnTo>
                  <a:lnTo>
                    <a:pt x="92227" y="66942"/>
                  </a:lnTo>
                  <a:lnTo>
                    <a:pt x="94148" y="66758"/>
                  </a:lnTo>
                  <a:lnTo>
                    <a:pt x="96070" y="66568"/>
                  </a:lnTo>
                  <a:lnTo>
                    <a:pt x="97991" y="66373"/>
                  </a:lnTo>
                  <a:lnTo>
                    <a:pt x="99913" y="66173"/>
                  </a:lnTo>
                  <a:lnTo>
                    <a:pt x="101834" y="65965"/>
                  </a:lnTo>
                  <a:lnTo>
                    <a:pt x="103755" y="65755"/>
                  </a:lnTo>
                  <a:lnTo>
                    <a:pt x="105677" y="65535"/>
                  </a:lnTo>
                  <a:lnTo>
                    <a:pt x="107598" y="65312"/>
                  </a:lnTo>
                  <a:lnTo>
                    <a:pt x="109520" y="65081"/>
                  </a:lnTo>
                  <a:lnTo>
                    <a:pt x="111441" y="64845"/>
                  </a:lnTo>
                  <a:lnTo>
                    <a:pt x="113362" y="64602"/>
                  </a:lnTo>
                  <a:lnTo>
                    <a:pt x="115284" y="64352"/>
                  </a:lnTo>
                  <a:lnTo>
                    <a:pt x="117205" y="64098"/>
                  </a:lnTo>
                  <a:lnTo>
                    <a:pt x="119127" y="63834"/>
                  </a:lnTo>
                  <a:lnTo>
                    <a:pt x="121048" y="63566"/>
                  </a:lnTo>
                  <a:lnTo>
                    <a:pt x="122969" y="63288"/>
                  </a:lnTo>
                  <a:lnTo>
                    <a:pt x="124891" y="63006"/>
                  </a:lnTo>
                  <a:lnTo>
                    <a:pt x="126812" y="62715"/>
                  </a:lnTo>
                  <a:lnTo>
                    <a:pt x="128734" y="62417"/>
                  </a:lnTo>
                  <a:lnTo>
                    <a:pt x="130655" y="62114"/>
                  </a:lnTo>
                  <a:lnTo>
                    <a:pt x="132576" y="61800"/>
                  </a:lnTo>
                  <a:lnTo>
                    <a:pt x="134498" y="61482"/>
                  </a:lnTo>
                  <a:lnTo>
                    <a:pt x="136419" y="61153"/>
                  </a:lnTo>
                  <a:lnTo>
                    <a:pt x="138341" y="60818"/>
                  </a:lnTo>
                  <a:lnTo>
                    <a:pt x="140262" y="60475"/>
                  </a:lnTo>
                  <a:lnTo>
                    <a:pt x="142183" y="60124"/>
                  </a:lnTo>
                  <a:lnTo>
                    <a:pt x="144105" y="59767"/>
                  </a:lnTo>
                  <a:lnTo>
                    <a:pt x="146026" y="59399"/>
                  </a:lnTo>
                  <a:lnTo>
                    <a:pt x="147948" y="59027"/>
                  </a:lnTo>
                  <a:lnTo>
                    <a:pt x="149869" y="58642"/>
                  </a:lnTo>
                  <a:lnTo>
                    <a:pt x="151791" y="58252"/>
                  </a:lnTo>
                  <a:lnTo>
                    <a:pt x="153712" y="57853"/>
                  </a:lnTo>
                  <a:lnTo>
                    <a:pt x="155633" y="57445"/>
                  </a:lnTo>
                  <a:lnTo>
                    <a:pt x="157555" y="57031"/>
                  </a:lnTo>
                  <a:lnTo>
                    <a:pt x="159476" y="56606"/>
                  </a:lnTo>
                  <a:lnTo>
                    <a:pt x="161398" y="56176"/>
                  </a:lnTo>
                  <a:lnTo>
                    <a:pt x="163319" y="55733"/>
                  </a:lnTo>
                  <a:lnTo>
                    <a:pt x="165240" y="55286"/>
                  </a:lnTo>
                  <a:lnTo>
                    <a:pt x="167162" y="54828"/>
                  </a:lnTo>
                  <a:lnTo>
                    <a:pt x="169083" y="54362"/>
                  </a:lnTo>
                  <a:lnTo>
                    <a:pt x="171005" y="53889"/>
                  </a:lnTo>
                  <a:lnTo>
                    <a:pt x="172926" y="53405"/>
                  </a:lnTo>
                  <a:lnTo>
                    <a:pt x="174847" y="52918"/>
                  </a:lnTo>
                  <a:lnTo>
                    <a:pt x="176769" y="52416"/>
                  </a:lnTo>
                  <a:lnTo>
                    <a:pt x="178690" y="51911"/>
                  </a:lnTo>
                  <a:lnTo>
                    <a:pt x="180612" y="51394"/>
                  </a:lnTo>
                  <a:lnTo>
                    <a:pt x="182533" y="50871"/>
                  </a:lnTo>
                  <a:lnTo>
                    <a:pt x="184454" y="50341"/>
                  </a:lnTo>
                  <a:lnTo>
                    <a:pt x="186376" y="49800"/>
                  </a:lnTo>
                  <a:lnTo>
                    <a:pt x="188297" y="49256"/>
                  </a:lnTo>
                  <a:lnTo>
                    <a:pt x="190219" y="48698"/>
                  </a:lnTo>
                  <a:lnTo>
                    <a:pt x="192140" y="48137"/>
                  </a:lnTo>
                  <a:lnTo>
                    <a:pt x="194061" y="47566"/>
                  </a:lnTo>
                  <a:lnTo>
                    <a:pt x="195983" y="46989"/>
                  </a:lnTo>
                  <a:lnTo>
                    <a:pt x="197904" y="46405"/>
                  </a:lnTo>
                  <a:lnTo>
                    <a:pt x="199826" y="45812"/>
                  </a:lnTo>
                  <a:lnTo>
                    <a:pt x="201747" y="45215"/>
                  </a:lnTo>
                  <a:lnTo>
                    <a:pt x="203668" y="44607"/>
                  </a:lnTo>
                  <a:lnTo>
                    <a:pt x="205590" y="43997"/>
                  </a:lnTo>
                  <a:lnTo>
                    <a:pt x="207511" y="43376"/>
                  </a:lnTo>
                  <a:lnTo>
                    <a:pt x="209433" y="42752"/>
                  </a:lnTo>
                  <a:lnTo>
                    <a:pt x="211354" y="42121"/>
                  </a:lnTo>
                  <a:lnTo>
                    <a:pt x="213275" y="41484"/>
                  </a:lnTo>
                  <a:lnTo>
                    <a:pt x="215197" y="40843"/>
                  </a:lnTo>
                  <a:lnTo>
                    <a:pt x="217118" y="40194"/>
                  </a:lnTo>
                  <a:lnTo>
                    <a:pt x="219040" y="39542"/>
                  </a:lnTo>
                  <a:lnTo>
                    <a:pt x="220961" y="38883"/>
                  </a:lnTo>
                  <a:lnTo>
                    <a:pt x="222883" y="38221"/>
                  </a:lnTo>
                  <a:lnTo>
                    <a:pt x="224804" y="37555"/>
                  </a:lnTo>
                  <a:lnTo>
                    <a:pt x="226725" y="36884"/>
                  </a:lnTo>
                  <a:lnTo>
                    <a:pt x="228647" y="36210"/>
                  </a:lnTo>
                  <a:lnTo>
                    <a:pt x="230568" y="35531"/>
                  </a:lnTo>
                  <a:lnTo>
                    <a:pt x="232490" y="34851"/>
                  </a:lnTo>
                  <a:lnTo>
                    <a:pt x="234411" y="34166"/>
                  </a:lnTo>
                  <a:lnTo>
                    <a:pt x="236332" y="33481"/>
                  </a:lnTo>
                  <a:lnTo>
                    <a:pt x="238254" y="32792"/>
                  </a:lnTo>
                  <a:lnTo>
                    <a:pt x="240175" y="32101"/>
                  </a:lnTo>
                  <a:lnTo>
                    <a:pt x="242097" y="31410"/>
                  </a:lnTo>
                  <a:lnTo>
                    <a:pt x="244018" y="30717"/>
                  </a:lnTo>
                  <a:lnTo>
                    <a:pt x="245939" y="30023"/>
                  </a:lnTo>
                  <a:lnTo>
                    <a:pt x="247861" y="29329"/>
                  </a:lnTo>
                  <a:lnTo>
                    <a:pt x="249782" y="28635"/>
                  </a:lnTo>
                  <a:lnTo>
                    <a:pt x="251704" y="27941"/>
                  </a:lnTo>
                  <a:lnTo>
                    <a:pt x="253625" y="27248"/>
                  </a:lnTo>
                  <a:lnTo>
                    <a:pt x="255546" y="26555"/>
                  </a:lnTo>
                  <a:lnTo>
                    <a:pt x="257468" y="25865"/>
                  </a:lnTo>
                  <a:lnTo>
                    <a:pt x="259389" y="25175"/>
                  </a:lnTo>
                  <a:lnTo>
                    <a:pt x="261311" y="24490"/>
                  </a:lnTo>
                  <a:lnTo>
                    <a:pt x="263232" y="23805"/>
                  </a:lnTo>
                  <a:lnTo>
                    <a:pt x="265153" y="23125"/>
                  </a:lnTo>
                  <a:lnTo>
                    <a:pt x="267075" y="22447"/>
                  </a:lnTo>
                  <a:lnTo>
                    <a:pt x="268996" y="21773"/>
                  </a:lnTo>
                  <a:lnTo>
                    <a:pt x="270918" y="21105"/>
                  </a:lnTo>
                  <a:lnTo>
                    <a:pt x="272839" y="20438"/>
                  </a:lnTo>
                  <a:lnTo>
                    <a:pt x="274760" y="19780"/>
                  </a:lnTo>
                  <a:lnTo>
                    <a:pt x="276682" y="19125"/>
                  </a:lnTo>
                  <a:lnTo>
                    <a:pt x="278603" y="18477"/>
                  </a:lnTo>
                  <a:lnTo>
                    <a:pt x="280525" y="17835"/>
                  </a:lnTo>
                  <a:lnTo>
                    <a:pt x="282446" y="17198"/>
                  </a:lnTo>
                  <a:lnTo>
                    <a:pt x="284367" y="16571"/>
                  </a:lnTo>
                  <a:lnTo>
                    <a:pt x="286289" y="15947"/>
                  </a:lnTo>
                  <a:lnTo>
                    <a:pt x="288210" y="15335"/>
                  </a:lnTo>
                  <a:lnTo>
                    <a:pt x="290132" y="14728"/>
                  </a:lnTo>
                  <a:lnTo>
                    <a:pt x="292053" y="14132"/>
                  </a:lnTo>
                  <a:lnTo>
                    <a:pt x="293975" y="13543"/>
                  </a:lnTo>
                  <a:lnTo>
                    <a:pt x="295896" y="12964"/>
                  </a:lnTo>
                  <a:lnTo>
                    <a:pt x="297817" y="12395"/>
                  </a:lnTo>
                  <a:lnTo>
                    <a:pt x="299739" y="11832"/>
                  </a:lnTo>
                  <a:lnTo>
                    <a:pt x="301660" y="11285"/>
                  </a:lnTo>
                  <a:lnTo>
                    <a:pt x="303582" y="10743"/>
                  </a:lnTo>
                  <a:lnTo>
                    <a:pt x="305503" y="10217"/>
                  </a:lnTo>
                  <a:lnTo>
                    <a:pt x="307424" y="9699"/>
                  </a:lnTo>
                  <a:lnTo>
                    <a:pt x="309346" y="9193"/>
                  </a:lnTo>
                  <a:lnTo>
                    <a:pt x="311267" y="8699"/>
                  </a:lnTo>
                  <a:lnTo>
                    <a:pt x="313189" y="8214"/>
                  </a:lnTo>
                  <a:lnTo>
                    <a:pt x="315110" y="7747"/>
                  </a:lnTo>
                  <a:lnTo>
                    <a:pt x="317031" y="7285"/>
                  </a:lnTo>
                  <a:lnTo>
                    <a:pt x="318953" y="6844"/>
                  </a:lnTo>
                  <a:lnTo>
                    <a:pt x="320874" y="6410"/>
                  </a:lnTo>
                  <a:lnTo>
                    <a:pt x="322796" y="5991"/>
                  </a:lnTo>
                  <a:lnTo>
                    <a:pt x="324717" y="5586"/>
                  </a:lnTo>
                  <a:lnTo>
                    <a:pt x="326638" y="5191"/>
                  </a:lnTo>
                  <a:lnTo>
                    <a:pt x="328560" y="4815"/>
                  </a:lnTo>
                  <a:lnTo>
                    <a:pt x="330481" y="4446"/>
                  </a:lnTo>
                  <a:lnTo>
                    <a:pt x="332403" y="4099"/>
                  </a:lnTo>
                  <a:lnTo>
                    <a:pt x="334324" y="3760"/>
                  </a:lnTo>
                  <a:lnTo>
                    <a:pt x="336245" y="3439"/>
                  </a:lnTo>
                  <a:lnTo>
                    <a:pt x="338167" y="3131"/>
                  </a:lnTo>
                  <a:lnTo>
                    <a:pt x="340088" y="2835"/>
                  </a:lnTo>
                  <a:lnTo>
                    <a:pt x="342010" y="2559"/>
                  </a:lnTo>
                  <a:lnTo>
                    <a:pt x="343931" y="2288"/>
                  </a:lnTo>
                  <a:lnTo>
                    <a:pt x="345852" y="2043"/>
                  </a:lnTo>
                  <a:lnTo>
                    <a:pt x="347774" y="1805"/>
                  </a:lnTo>
                  <a:lnTo>
                    <a:pt x="349695" y="1586"/>
                  </a:lnTo>
                  <a:lnTo>
                    <a:pt x="351617" y="1380"/>
                  </a:lnTo>
                  <a:lnTo>
                    <a:pt x="353538" y="1186"/>
                  </a:lnTo>
                  <a:lnTo>
                    <a:pt x="355459" y="1012"/>
                  </a:lnTo>
                  <a:lnTo>
                    <a:pt x="357381" y="844"/>
                  </a:lnTo>
                  <a:lnTo>
                    <a:pt x="359302" y="701"/>
                  </a:lnTo>
                  <a:lnTo>
                    <a:pt x="361224" y="565"/>
                  </a:lnTo>
                  <a:lnTo>
                    <a:pt x="363145" y="448"/>
                  </a:lnTo>
                  <a:lnTo>
                    <a:pt x="365067" y="343"/>
                  </a:lnTo>
                  <a:lnTo>
                    <a:pt x="366988" y="251"/>
                  </a:lnTo>
                  <a:lnTo>
                    <a:pt x="368909" y="177"/>
                  </a:lnTo>
                  <a:lnTo>
                    <a:pt x="370831" y="110"/>
                  </a:lnTo>
                  <a:lnTo>
                    <a:pt x="372752" y="66"/>
                  </a:lnTo>
                  <a:lnTo>
                    <a:pt x="374674" y="27"/>
                  </a:lnTo>
                  <a:lnTo>
                    <a:pt x="376595" y="8"/>
                  </a:lnTo>
                  <a:lnTo>
                    <a:pt x="378516" y="0"/>
                  </a:lnTo>
                  <a:lnTo>
                    <a:pt x="380438" y="4"/>
                  </a:lnTo>
                  <a:lnTo>
                    <a:pt x="382359" y="23"/>
                  </a:lnTo>
                  <a:lnTo>
                    <a:pt x="384281" y="50"/>
                  </a:lnTo>
                  <a:lnTo>
                    <a:pt x="386202" y="97"/>
                  </a:lnTo>
                  <a:lnTo>
                    <a:pt x="388123" y="149"/>
                  </a:lnTo>
                  <a:lnTo>
                    <a:pt x="390045" y="220"/>
                  </a:lnTo>
                  <a:lnTo>
                    <a:pt x="391966" y="298"/>
                  </a:lnTo>
                  <a:lnTo>
                    <a:pt x="393888" y="389"/>
                  </a:lnTo>
                  <a:lnTo>
                    <a:pt x="395809" y="492"/>
                  </a:lnTo>
                  <a:lnTo>
                    <a:pt x="397730" y="602"/>
                  </a:lnTo>
                  <a:lnTo>
                    <a:pt x="399652" y="730"/>
                  </a:lnTo>
                  <a:lnTo>
                    <a:pt x="401573" y="861"/>
                  </a:lnTo>
                  <a:lnTo>
                    <a:pt x="403495" y="1009"/>
                  </a:lnTo>
                  <a:lnTo>
                    <a:pt x="405416" y="1162"/>
                  </a:lnTo>
                  <a:lnTo>
                    <a:pt x="407337" y="1327"/>
                  </a:lnTo>
                  <a:lnTo>
                    <a:pt x="409259" y="1501"/>
                  </a:lnTo>
                  <a:lnTo>
                    <a:pt x="411180" y="1682"/>
                  </a:lnTo>
                  <a:lnTo>
                    <a:pt x="413102" y="1876"/>
                  </a:lnTo>
                  <a:lnTo>
                    <a:pt x="415023" y="2073"/>
                  </a:lnTo>
                  <a:lnTo>
                    <a:pt x="416944" y="2283"/>
                  </a:lnTo>
                  <a:lnTo>
                    <a:pt x="418866" y="2498"/>
                  </a:lnTo>
                  <a:lnTo>
                    <a:pt x="420787" y="2722"/>
                  </a:lnTo>
                  <a:lnTo>
                    <a:pt x="422709" y="2953"/>
                  </a:lnTo>
                  <a:lnTo>
                    <a:pt x="424630" y="3189"/>
                  </a:lnTo>
                  <a:lnTo>
                    <a:pt x="426551" y="3435"/>
                  </a:lnTo>
                  <a:lnTo>
                    <a:pt x="428473" y="3683"/>
                  </a:lnTo>
                  <a:lnTo>
                    <a:pt x="430394" y="3942"/>
                  </a:lnTo>
                  <a:lnTo>
                    <a:pt x="432316" y="4203"/>
                  </a:lnTo>
                  <a:lnTo>
                    <a:pt x="434237" y="4470"/>
                  </a:lnTo>
                  <a:lnTo>
                    <a:pt x="436159" y="4743"/>
                  </a:lnTo>
                  <a:lnTo>
                    <a:pt x="438080" y="5019"/>
                  </a:lnTo>
                  <a:lnTo>
                    <a:pt x="440001" y="5302"/>
                  </a:lnTo>
                  <a:lnTo>
                    <a:pt x="441923" y="5586"/>
                  </a:lnTo>
                  <a:lnTo>
                    <a:pt x="443844" y="5877"/>
                  </a:lnTo>
                  <a:lnTo>
                    <a:pt x="445766" y="6170"/>
                  </a:lnTo>
                  <a:lnTo>
                    <a:pt x="447687" y="6467"/>
                  </a:lnTo>
                  <a:lnTo>
                    <a:pt x="449608" y="6766"/>
                  </a:lnTo>
                  <a:lnTo>
                    <a:pt x="451530" y="7069"/>
                  </a:lnTo>
                  <a:lnTo>
                    <a:pt x="453451" y="7374"/>
                  </a:lnTo>
                  <a:lnTo>
                    <a:pt x="455373" y="7680"/>
                  </a:lnTo>
                  <a:lnTo>
                    <a:pt x="457294" y="7990"/>
                  </a:lnTo>
                  <a:lnTo>
                    <a:pt x="459215" y="8300"/>
                  </a:lnTo>
                  <a:lnTo>
                    <a:pt x="461137" y="8613"/>
                  </a:lnTo>
                  <a:lnTo>
                    <a:pt x="463058" y="8926"/>
                  </a:lnTo>
                  <a:lnTo>
                    <a:pt x="464980" y="9241"/>
                  </a:lnTo>
                  <a:lnTo>
                    <a:pt x="466901" y="9557"/>
                  </a:lnTo>
                  <a:lnTo>
                    <a:pt x="468822" y="9872"/>
                  </a:lnTo>
                  <a:lnTo>
                    <a:pt x="470744" y="10189"/>
                  </a:lnTo>
                  <a:lnTo>
                    <a:pt x="472665" y="10506"/>
                  </a:lnTo>
                  <a:lnTo>
                    <a:pt x="474587" y="10822"/>
                  </a:lnTo>
                  <a:lnTo>
                    <a:pt x="476508" y="11139"/>
                  </a:lnTo>
                  <a:lnTo>
                    <a:pt x="478429" y="11455"/>
                  </a:lnTo>
                  <a:lnTo>
                    <a:pt x="480351" y="11770"/>
                  </a:lnTo>
                  <a:lnTo>
                    <a:pt x="482272" y="12086"/>
                  </a:lnTo>
                  <a:lnTo>
                    <a:pt x="484194" y="12400"/>
                  </a:lnTo>
                  <a:lnTo>
                    <a:pt x="486115" y="12713"/>
                  </a:lnTo>
                  <a:lnTo>
                    <a:pt x="488036" y="13025"/>
                  </a:lnTo>
                  <a:lnTo>
                    <a:pt x="489958" y="13336"/>
                  </a:lnTo>
                  <a:lnTo>
                    <a:pt x="491879" y="13645"/>
                  </a:lnTo>
                  <a:lnTo>
                    <a:pt x="493801" y="13953"/>
                  </a:lnTo>
                  <a:lnTo>
                    <a:pt x="495722" y="14260"/>
                  </a:lnTo>
                  <a:lnTo>
                    <a:pt x="497643" y="14564"/>
                  </a:lnTo>
                  <a:lnTo>
                    <a:pt x="499565" y="14868"/>
                  </a:lnTo>
                  <a:lnTo>
                    <a:pt x="501486" y="15169"/>
                  </a:lnTo>
                  <a:lnTo>
                    <a:pt x="503408" y="15468"/>
                  </a:lnTo>
                  <a:lnTo>
                    <a:pt x="505329" y="15766"/>
                  </a:lnTo>
                  <a:lnTo>
                    <a:pt x="507250" y="16061"/>
                  </a:lnTo>
                  <a:lnTo>
                    <a:pt x="509172" y="16355"/>
                  </a:lnTo>
                  <a:lnTo>
                    <a:pt x="511093" y="16645"/>
                  </a:lnTo>
                  <a:lnTo>
                    <a:pt x="513015" y="16935"/>
                  </a:lnTo>
                  <a:lnTo>
                    <a:pt x="514936" y="17221"/>
                  </a:lnTo>
                  <a:lnTo>
                    <a:pt x="516858" y="17506"/>
                  </a:lnTo>
                  <a:lnTo>
                    <a:pt x="518779" y="17788"/>
                  </a:lnTo>
                  <a:lnTo>
                    <a:pt x="520700" y="18068"/>
                  </a:lnTo>
                  <a:lnTo>
                    <a:pt x="522622" y="18346"/>
                  </a:lnTo>
                  <a:lnTo>
                    <a:pt x="524543" y="18621"/>
                  </a:lnTo>
                  <a:lnTo>
                    <a:pt x="526465" y="18896"/>
                  </a:lnTo>
                  <a:lnTo>
                    <a:pt x="528386" y="19166"/>
                  </a:lnTo>
                  <a:lnTo>
                    <a:pt x="530307" y="19435"/>
                  </a:lnTo>
                  <a:lnTo>
                    <a:pt x="532229" y="19701"/>
                  </a:lnTo>
                  <a:lnTo>
                    <a:pt x="534150" y="19965"/>
                  </a:lnTo>
                  <a:lnTo>
                    <a:pt x="536072" y="20228"/>
                  </a:lnTo>
                  <a:lnTo>
                    <a:pt x="537993" y="20487"/>
                  </a:lnTo>
                  <a:lnTo>
                    <a:pt x="539914" y="20746"/>
                  </a:lnTo>
                  <a:lnTo>
                    <a:pt x="541836" y="21001"/>
                  </a:lnTo>
                  <a:lnTo>
                    <a:pt x="543757" y="21255"/>
                  </a:lnTo>
                  <a:lnTo>
                    <a:pt x="545679" y="21506"/>
                  </a:lnTo>
                  <a:lnTo>
                    <a:pt x="547600" y="21756"/>
                  </a:lnTo>
                  <a:lnTo>
                    <a:pt x="549521" y="22004"/>
                  </a:lnTo>
                  <a:lnTo>
                    <a:pt x="551443" y="22249"/>
                  </a:lnTo>
                  <a:lnTo>
                    <a:pt x="553364" y="22494"/>
                  </a:lnTo>
                  <a:lnTo>
                    <a:pt x="555286" y="22736"/>
                  </a:lnTo>
                  <a:lnTo>
                    <a:pt x="557207" y="22976"/>
                  </a:lnTo>
                  <a:lnTo>
                    <a:pt x="559128" y="23215"/>
                  </a:lnTo>
                  <a:lnTo>
                    <a:pt x="561050" y="23452"/>
                  </a:lnTo>
                  <a:lnTo>
                    <a:pt x="562971" y="23688"/>
                  </a:lnTo>
                  <a:lnTo>
                    <a:pt x="564893" y="23922"/>
                  </a:lnTo>
                  <a:lnTo>
                    <a:pt x="566814" y="24155"/>
                  </a:lnTo>
                  <a:lnTo>
                    <a:pt x="568735" y="24386"/>
                  </a:lnTo>
                  <a:lnTo>
                    <a:pt x="570657" y="24616"/>
                  </a:lnTo>
                  <a:lnTo>
                    <a:pt x="572578" y="24845"/>
                  </a:lnTo>
                  <a:lnTo>
                    <a:pt x="574500" y="25072"/>
                  </a:lnTo>
                  <a:lnTo>
                    <a:pt x="576421" y="25299"/>
                  </a:lnTo>
                  <a:lnTo>
                    <a:pt x="578342" y="25524"/>
                  </a:lnTo>
                  <a:lnTo>
                    <a:pt x="580264" y="25748"/>
                  </a:lnTo>
                  <a:lnTo>
                    <a:pt x="582185" y="25971"/>
                  </a:lnTo>
                  <a:lnTo>
                    <a:pt x="584107" y="26194"/>
                  </a:lnTo>
                  <a:lnTo>
                    <a:pt x="586028" y="26415"/>
                  </a:lnTo>
                  <a:lnTo>
                    <a:pt x="587950" y="26636"/>
                  </a:lnTo>
                  <a:lnTo>
                    <a:pt x="589871" y="26855"/>
                  </a:lnTo>
                  <a:lnTo>
                    <a:pt x="591792" y="27074"/>
                  </a:lnTo>
                  <a:lnTo>
                    <a:pt x="593714" y="27293"/>
                  </a:lnTo>
                  <a:lnTo>
                    <a:pt x="595635" y="27510"/>
                  </a:lnTo>
                  <a:lnTo>
                    <a:pt x="597557" y="27727"/>
                  </a:lnTo>
                  <a:lnTo>
                    <a:pt x="599478" y="27944"/>
                  </a:lnTo>
                  <a:lnTo>
                    <a:pt x="601399" y="28160"/>
                  </a:lnTo>
                  <a:lnTo>
                    <a:pt x="603321" y="28375"/>
                  </a:lnTo>
                  <a:lnTo>
                    <a:pt x="605242" y="28590"/>
                  </a:lnTo>
                  <a:lnTo>
                    <a:pt x="607164" y="28805"/>
                  </a:lnTo>
                  <a:lnTo>
                    <a:pt x="609085" y="29019"/>
                  </a:lnTo>
                  <a:lnTo>
                    <a:pt x="611006" y="29233"/>
                  </a:lnTo>
                  <a:lnTo>
                    <a:pt x="612928" y="29446"/>
                  </a:lnTo>
                  <a:lnTo>
                    <a:pt x="614849" y="29659"/>
                  </a:lnTo>
                  <a:lnTo>
                    <a:pt x="616771" y="29872"/>
                  </a:lnTo>
                  <a:lnTo>
                    <a:pt x="618692" y="30084"/>
                  </a:lnTo>
                  <a:lnTo>
                    <a:pt x="620613" y="30297"/>
                  </a:lnTo>
                  <a:lnTo>
                    <a:pt x="622535" y="30508"/>
                  </a:lnTo>
                  <a:lnTo>
                    <a:pt x="624456" y="30720"/>
                  </a:lnTo>
                  <a:lnTo>
                    <a:pt x="626378" y="30931"/>
                  </a:lnTo>
                  <a:lnTo>
                    <a:pt x="628299" y="31142"/>
                  </a:lnTo>
                  <a:lnTo>
                    <a:pt x="630220" y="31353"/>
                  </a:lnTo>
                  <a:lnTo>
                    <a:pt x="632142" y="31564"/>
                  </a:lnTo>
                  <a:lnTo>
                    <a:pt x="634063" y="31774"/>
                  </a:lnTo>
                  <a:lnTo>
                    <a:pt x="635985" y="31984"/>
                  </a:lnTo>
                  <a:lnTo>
                    <a:pt x="637906" y="32194"/>
                  </a:lnTo>
                  <a:lnTo>
                    <a:pt x="639827" y="32404"/>
                  </a:lnTo>
                  <a:lnTo>
                    <a:pt x="641749" y="32613"/>
                  </a:lnTo>
                  <a:lnTo>
                    <a:pt x="643670" y="32822"/>
                  </a:lnTo>
                  <a:lnTo>
                    <a:pt x="645592" y="33031"/>
                  </a:lnTo>
                  <a:lnTo>
                    <a:pt x="647513" y="33239"/>
                  </a:lnTo>
                  <a:lnTo>
                    <a:pt x="649434" y="33447"/>
                  </a:lnTo>
                  <a:lnTo>
                    <a:pt x="651356" y="33655"/>
                  </a:lnTo>
                  <a:lnTo>
                    <a:pt x="653277" y="33862"/>
                  </a:lnTo>
                  <a:lnTo>
                    <a:pt x="655199" y="34069"/>
                  </a:lnTo>
                  <a:lnTo>
                    <a:pt x="657120" y="34275"/>
                  </a:lnTo>
                  <a:lnTo>
                    <a:pt x="659042" y="34481"/>
                  </a:lnTo>
                  <a:lnTo>
                    <a:pt x="660963" y="34687"/>
                  </a:lnTo>
                  <a:lnTo>
                    <a:pt x="662884" y="34892"/>
                  </a:lnTo>
                  <a:lnTo>
                    <a:pt x="664806" y="35097"/>
                  </a:lnTo>
                  <a:lnTo>
                    <a:pt x="666727" y="35301"/>
                  </a:lnTo>
                  <a:lnTo>
                    <a:pt x="668649" y="35504"/>
                  </a:lnTo>
                  <a:lnTo>
                    <a:pt x="670570" y="35707"/>
                  </a:lnTo>
                  <a:lnTo>
                    <a:pt x="672491" y="35909"/>
                  </a:lnTo>
                  <a:lnTo>
                    <a:pt x="674413" y="36111"/>
                  </a:lnTo>
                  <a:lnTo>
                    <a:pt x="676334" y="36312"/>
                  </a:lnTo>
                  <a:lnTo>
                    <a:pt x="678256" y="36512"/>
                  </a:lnTo>
                  <a:lnTo>
                    <a:pt x="680177" y="36712"/>
                  </a:lnTo>
                  <a:lnTo>
                    <a:pt x="682098" y="36911"/>
                  </a:lnTo>
                  <a:lnTo>
                    <a:pt x="684020" y="37108"/>
                  </a:lnTo>
                  <a:lnTo>
                    <a:pt x="685941" y="37305"/>
                  </a:lnTo>
                  <a:lnTo>
                    <a:pt x="687863" y="37502"/>
                  </a:lnTo>
                  <a:lnTo>
                    <a:pt x="689784" y="37697"/>
                  </a:lnTo>
                  <a:lnTo>
                    <a:pt x="691705" y="37892"/>
                  </a:lnTo>
                  <a:lnTo>
                    <a:pt x="693627" y="38085"/>
                  </a:lnTo>
                  <a:lnTo>
                    <a:pt x="695548" y="38278"/>
                  </a:lnTo>
                  <a:lnTo>
                    <a:pt x="697470" y="38469"/>
                  </a:lnTo>
                  <a:lnTo>
                    <a:pt x="699391" y="38660"/>
                  </a:lnTo>
                  <a:lnTo>
                    <a:pt x="701312" y="38850"/>
                  </a:lnTo>
                  <a:lnTo>
                    <a:pt x="703234" y="39038"/>
                  </a:lnTo>
                  <a:lnTo>
                    <a:pt x="705155" y="39226"/>
                  </a:lnTo>
                  <a:lnTo>
                    <a:pt x="707077" y="39412"/>
                  </a:lnTo>
                  <a:lnTo>
                    <a:pt x="708998" y="39598"/>
                  </a:lnTo>
                  <a:lnTo>
                    <a:pt x="710919" y="39782"/>
                  </a:lnTo>
                  <a:lnTo>
                    <a:pt x="712841" y="39965"/>
                  </a:lnTo>
                  <a:lnTo>
                    <a:pt x="714762" y="40147"/>
                  </a:lnTo>
                  <a:lnTo>
                    <a:pt x="716684" y="40328"/>
                  </a:lnTo>
                  <a:lnTo>
                    <a:pt x="718605" y="40508"/>
                  </a:lnTo>
                  <a:lnTo>
                    <a:pt x="720526" y="40686"/>
                  </a:lnTo>
                  <a:lnTo>
                    <a:pt x="722448" y="40864"/>
                  </a:lnTo>
                  <a:lnTo>
                    <a:pt x="724369" y="41039"/>
                  </a:lnTo>
                  <a:lnTo>
                    <a:pt x="726291" y="41214"/>
                  </a:lnTo>
                  <a:lnTo>
                    <a:pt x="728212" y="41388"/>
                  </a:lnTo>
                  <a:lnTo>
                    <a:pt x="730134" y="41560"/>
                  </a:lnTo>
                  <a:lnTo>
                    <a:pt x="732055" y="41732"/>
                  </a:lnTo>
                  <a:lnTo>
                    <a:pt x="733976" y="41902"/>
                  </a:lnTo>
                  <a:lnTo>
                    <a:pt x="735898" y="42071"/>
                  </a:lnTo>
                  <a:lnTo>
                    <a:pt x="737819" y="42238"/>
                  </a:lnTo>
                  <a:lnTo>
                    <a:pt x="739741" y="42405"/>
                  </a:lnTo>
                  <a:lnTo>
                    <a:pt x="741662" y="42570"/>
                  </a:lnTo>
                  <a:lnTo>
                    <a:pt x="743583" y="42734"/>
                  </a:lnTo>
                  <a:lnTo>
                    <a:pt x="745505" y="42897"/>
                  </a:lnTo>
                  <a:lnTo>
                    <a:pt x="747426" y="43059"/>
                  </a:lnTo>
                  <a:lnTo>
                    <a:pt x="749348" y="43220"/>
                  </a:lnTo>
                  <a:lnTo>
                    <a:pt x="751269" y="43379"/>
                  </a:lnTo>
                  <a:lnTo>
                    <a:pt x="753190" y="43538"/>
                  </a:lnTo>
                  <a:lnTo>
                    <a:pt x="755112" y="43695"/>
                  </a:lnTo>
                  <a:lnTo>
                    <a:pt x="757033" y="43851"/>
                  </a:lnTo>
                  <a:lnTo>
                    <a:pt x="758955" y="44006"/>
                  </a:lnTo>
                  <a:lnTo>
                    <a:pt x="760876" y="44160"/>
                  </a:lnTo>
                  <a:lnTo>
                    <a:pt x="762797" y="44313"/>
                  </a:lnTo>
                  <a:lnTo>
                    <a:pt x="764719" y="44465"/>
                  </a:lnTo>
                  <a:lnTo>
                    <a:pt x="766640" y="44617"/>
                  </a:lnTo>
                  <a:lnTo>
                    <a:pt x="768562" y="44766"/>
                  </a:lnTo>
                  <a:lnTo>
                    <a:pt x="770483" y="44916"/>
                  </a:lnTo>
                  <a:lnTo>
                    <a:pt x="772404" y="45064"/>
                  </a:lnTo>
                  <a:lnTo>
                    <a:pt x="774326" y="45211"/>
                  </a:lnTo>
                  <a:lnTo>
                    <a:pt x="776247" y="45358"/>
                  </a:lnTo>
                  <a:lnTo>
                    <a:pt x="778169" y="45504"/>
                  </a:lnTo>
                  <a:lnTo>
                    <a:pt x="780090" y="45649"/>
                  </a:lnTo>
                  <a:lnTo>
                    <a:pt x="782011" y="45793"/>
                  </a:lnTo>
                  <a:lnTo>
                    <a:pt x="783933" y="45936"/>
                  </a:lnTo>
                  <a:lnTo>
                    <a:pt x="785854" y="46079"/>
                  </a:lnTo>
                  <a:lnTo>
                    <a:pt x="787776" y="46221"/>
                  </a:lnTo>
                  <a:lnTo>
                    <a:pt x="789697" y="46363"/>
                  </a:lnTo>
                  <a:lnTo>
                    <a:pt x="791618" y="46504"/>
                  </a:lnTo>
                  <a:lnTo>
                    <a:pt x="793540" y="46644"/>
                  </a:lnTo>
                  <a:lnTo>
                    <a:pt x="795461" y="46784"/>
                  </a:lnTo>
                  <a:lnTo>
                    <a:pt x="797383" y="46923"/>
                  </a:lnTo>
                  <a:lnTo>
                    <a:pt x="799304" y="47062"/>
                  </a:lnTo>
                  <a:lnTo>
                    <a:pt x="801226" y="47201"/>
                  </a:lnTo>
                  <a:lnTo>
                    <a:pt x="803147" y="47339"/>
                  </a:lnTo>
                  <a:lnTo>
                    <a:pt x="805068" y="47476"/>
                  </a:lnTo>
                  <a:lnTo>
                    <a:pt x="806990" y="47614"/>
                  </a:lnTo>
                  <a:lnTo>
                    <a:pt x="808911" y="47751"/>
                  </a:lnTo>
                  <a:lnTo>
                    <a:pt x="810833" y="47888"/>
                  </a:lnTo>
                  <a:lnTo>
                    <a:pt x="812754" y="48025"/>
                  </a:lnTo>
                  <a:lnTo>
                    <a:pt x="814675" y="48161"/>
                  </a:lnTo>
                  <a:lnTo>
                    <a:pt x="816597" y="48298"/>
                  </a:lnTo>
                  <a:lnTo>
                    <a:pt x="818518" y="48434"/>
                  </a:lnTo>
                  <a:lnTo>
                    <a:pt x="820440" y="48570"/>
                  </a:lnTo>
                  <a:lnTo>
                    <a:pt x="822361" y="48707"/>
                  </a:lnTo>
                  <a:lnTo>
                    <a:pt x="824282" y="48843"/>
                  </a:lnTo>
                  <a:lnTo>
                    <a:pt x="826204" y="48979"/>
                  </a:lnTo>
                  <a:lnTo>
                    <a:pt x="828125" y="49116"/>
                  </a:lnTo>
                  <a:lnTo>
                    <a:pt x="830047" y="49252"/>
                  </a:lnTo>
                  <a:lnTo>
                    <a:pt x="831968" y="49389"/>
                  </a:lnTo>
                  <a:lnTo>
                    <a:pt x="833889" y="49526"/>
                  </a:lnTo>
                  <a:lnTo>
                    <a:pt x="835811" y="49663"/>
                  </a:lnTo>
                  <a:lnTo>
                    <a:pt x="837732" y="49800"/>
                  </a:lnTo>
                  <a:lnTo>
                    <a:pt x="839654" y="49938"/>
                  </a:lnTo>
                  <a:lnTo>
                    <a:pt x="841575" y="50076"/>
                  </a:lnTo>
                  <a:lnTo>
                    <a:pt x="843496" y="50214"/>
                  </a:lnTo>
                  <a:lnTo>
                    <a:pt x="845418" y="50353"/>
                  </a:lnTo>
                  <a:lnTo>
                    <a:pt x="847339" y="50492"/>
                  </a:lnTo>
                  <a:lnTo>
                    <a:pt x="849261" y="50632"/>
                  </a:lnTo>
                  <a:lnTo>
                    <a:pt x="851182" y="50772"/>
                  </a:lnTo>
                  <a:lnTo>
                    <a:pt x="853103" y="50912"/>
                  </a:lnTo>
                  <a:lnTo>
                    <a:pt x="855025" y="51053"/>
                  </a:lnTo>
                  <a:lnTo>
                    <a:pt x="856946" y="51195"/>
                  </a:lnTo>
                  <a:lnTo>
                    <a:pt x="858868" y="51337"/>
                  </a:lnTo>
                  <a:lnTo>
                    <a:pt x="860789" y="51480"/>
                  </a:lnTo>
                  <a:lnTo>
                    <a:pt x="862710" y="51624"/>
                  </a:lnTo>
                  <a:lnTo>
                    <a:pt x="864632" y="51768"/>
                  </a:lnTo>
                  <a:lnTo>
                    <a:pt x="866553" y="51913"/>
                  </a:lnTo>
                  <a:lnTo>
                    <a:pt x="868475" y="52058"/>
                  </a:lnTo>
                  <a:lnTo>
                    <a:pt x="870396" y="52204"/>
                  </a:lnTo>
                  <a:lnTo>
                    <a:pt x="872318" y="52351"/>
                  </a:lnTo>
                  <a:lnTo>
                    <a:pt x="874239" y="52499"/>
                  </a:lnTo>
                  <a:lnTo>
                    <a:pt x="876160" y="52648"/>
                  </a:lnTo>
                  <a:lnTo>
                    <a:pt x="878082" y="52797"/>
                  </a:lnTo>
                  <a:lnTo>
                    <a:pt x="880003" y="52947"/>
                  </a:lnTo>
                  <a:lnTo>
                    <a:pt x="881925" y="53098"/>
                  </a:lnTo>
                  <a:lnTo>
                    <a:pt x="883846" y="53250"/>
                  </a:lnTo>
                  <a:lnTo>
                    <a:pt x="885767" y="53402"/>
                  </a:lnTo>
                  <a:lnTo>
                    <a:pt x="887689" y="53556"/>
                  </a:lnTo>
                  <a:lnTo>
                    <a:pt x="889610" y="53710"/>
                  </a:lnTo>
                  <a:lnTo>
                    <a:pt x="891532" y="53865"/>
                  </a:lnTo>
                  <a:lnTo>
                    <a:pt x="893453" y="54021"/>
                  </a:lnTo>
                  <a:lnTo>
                    <a:pt x="895374" y="54178"/>
                  </a:lnTo>
                  <a:lnTo>
                    <a:pt x="897296" y="54336"/>
                  </a:lnTo>
                  <a:lnTo>
                    <a:pt x="899217" y="54495"/>
                  </a:lnTo>
                  <a:lnTo>
                    <a:pt x="901139" y="54654"/>
                  </a:lnTo>
                  <a:lnTo>
                    <a:pt x="903060" y="54815"/>
                  </a:lnTo>
                  <a:lnTo>
                    <a:pt x="904981" y="54976"/>
                  </a:lnTo>
                  <a:lnTo>
                    <a:pt x="906903" y="55139"/>
                  </a:lnTo>
                  <a:lnTo>
                    <a:pt x="908824" y="55302"/>
                  </a:lnTo>
                  <a:lnTo>
                    <a:pt x="910746" y="55466"/>
                  </a:lnTo>
                  <a:lnTo>
                    <a:pt x="912667" y="55631"/>
                  </a:lnTo>
                  <a:lnTo>
                    <a:pt x="914588" y="55796"/>
                  </a:lnTo>
                  <a:lnTo>
                    <a:pt x="916510" y="55963"/>
                  </a:lnTo>
                  <a:lnTo>
                    <a:pt x="918431" y="56130"/>
                  </a:lnTo>
                  <a:lnTo>
                    <a:pt x="920353" y="56299"/>
                  </a:lnTo>
                  <a:lnTo>
                    <a:pt x="922274" y="56467"/>
                  </a:lnTo>
                  <a:lnTo>
                    <a:pt x="924195" y="56637"/>
                  </a:lnTo>
                  <a:lnTo>
                    <a:pt x="926117" y="56808"/>
                  </a:lnTo>
                  <a:lnTo>
                    <a:pt x="928038" y="56979"/>
                  </a:lnTo>
                  <a:lnTo>
                    <a:pt x="929960" y="57151"/>
                  </a:lnTo>
                  <a:lnTo>
                    <a:pt x="931881" y="57324"/>
                  </a:lnTo>
                  <a:lnTo>
                    <a:pt x="933802" y="57497"/>
                  </a:lnTo>
                  <a:lnTo>
                    <a:pt x="935724" y="57671"/>
                  </a:lnTo>
                  <a:lnTo>
                    <a:pt x="937645" y="57846"/>
                  </a:lnTo>
                  <a:lnTo>
                    <a:pt x="939567" y="58021"/>
                  </a:lnTo>
                  <a:lnTo>
                    <a:pt x="941488" y="58197"/>
                  </a:lnTo>
                  <a:lnTo>
                    <a:pt x="943410" y="58373"/>
                  </a:lnTo>
                  <a:lnTo>
                    <a:pt x="945331" y="58550"/>
                  </a:lnTo>
                  <a:lnTo>
                    <a:pt x="947252" y="58727"/>
                  </a:lnTo>
                  <a:lnTo>
                    <a:pt x="949174" y="58904"/>
                  </a:lnTo>
                  <a:lnTo>
                    <a:pt x="951095" y="59082"/>
                  </a:lnTo>
                  <a:lnTo>
                    <a:pt x="953017" y="59261"/>
                  </a:lnTo>
                  <a:lnTo>
                    <a:pt x="954938" y="59439"/>
                  </a:lnTo>
                  <a:lnTo>
                    <a:pt x="956859" y="59618"/>
                  </a:lnTo>
                  <a:lnTo>
                    <a:pt x="958781" y="59797"/>
                  </a:lnTo>
                  <a:lnTo>
                    <a:pt x="960702" y="59976"/>
                  </a:lnTo>
                  <a:lnTo>
                    <a:pt x="962624" y="60155"/>
                  </a:lnTo>
                  <a:lnTo>
                    <a:pt x="964545" y="60335"/>
                  </a:lnTo>
                  <a:lnTo>
                    <a:pt x="966466" y="60514"/>
                  </a:lnTo>
                  <a:lnTo>
                    <a:pt x="968388" y="60693"/>
                  </a:lnTo>
                  <a:lnTo>
                    <a:pt x="970309" y="60873"/>
                  </a:lnTo>
                  <a:lnTo>
                    <a:pt x="972231" y="61052"/>
                  </a:lnTo>
                  <a:lnTo>
                    <a:pt x="974152" y="61231"/>
                  </a:lnTo>
                  <a:lnTo>
                    <a:pt x="976073" y="61410"/>
                  </a:lnTo>
                  <a:lnTo>
                    <a:pt x="977995" y="61588"/>
                  </a:lnTo>
                  <a:lnTo>
                    <a:pt x="979916" y="61766"/>
                  </a:lnTo>
                  <a:lnTo>
                    <a:pt x="981838" y="61944"/>
                  </a:lnTo>
                  <a:lnTo>
                    <a:pt x="981838" y="72420"/>
                  </a:lnTo>
                  <a:lnTo>
                    <a:pt x="979916" y="72420"/>
                  </a:lnTo>
                  <a:lnTo>
                    <a:pt x="977995" y="72420"/>
                  </a:lnTo>
                  <a:lnTo>
                    <a:pt x="976073" y="72420"/>
                  </a:lnTo>
                  <a:lnTo>
                    <a:pt x="974152" y="72420"/>
                  </a:lnTo>
                  <a:lnTo>
                    <a:pt x="972231" y="72420"/>
                  </a:lnTo>
                  <a:lnTo>
                    <a:pt x="970309" y="72420"/>
                  </a:lnTo>
                  <a:lnTo>
                    <a:pt x="968388" y="72420"/>
                  </a:lnTo>
                  <a:lnTo>
                    <a:pt x="966466" y="72420"/>
                  </a:lnTo>
                  <a:lnTo>
                    <a:pt x="964545" y="72420"/>
                  </a:lnTo>
                  <a:lnTo>
                    <a:pt x="962624" y="72420"/>
                  </a:lnTo>
                  <a:lnTo>
                    <a:pt x="960702" y="72420"/>
                  </a:lnTo>
                  <a:lnTo>
                    <a:pt x="958781" y="72420"/>
                  </a:lnTo>
                  <a:lnTo>
                    <a:pt x="956859" y="72420"/>
                  </a:lnTo>
                  <a:lnTo>
                    <a:pt x="954938" y="72420"/>
                  </a:lnTo>
                  <a:lnTo>
                    <a:pt x="953017" y="72420"/>
                  </a:lnTo>
                  <a:lnTo>
                    <a:pt x="951095" y="72420"/>
                  </a:lnTo>
                  <a:lnTo>
                    <a:pt x="949174" y="72420"/>
                  </a:lnTo>
                  <a:lnTo>
                    <a:pt x="947252" y="72420"/>
                  </a:lnTo>
                  <a:lnTo>
                    <a:pt x="945331" y="72420"/>
                  </a:lnTo>
                  <a:lnTo>
                    <a:pt x="943410" y="72420"/>
                  </a:lnTo>
                  <a:lnTo>
                    <a:pt x="941488" y="72420"/>
                  </a:lnTo>
                  <a:lnTo>
                    <a:pt x="939567" y="72420"/>
                  </a:lnTo>
                  <a:lnTo>
                    <a:pt x="937645" y="72420"/>
                  </a:lnTo>
                  <a:lnTo>
                    <a:pt x="935724" y="72420"/>
                  </a:lnTo>
                  <a:lnTo>
                    <a:pt x="933802" y="72420"/>
                  </a:lnTo>
                  <a:lnTo>
                    <a:pt x="931881" y="72420"/>
                  </a:lnTo>
                  <a:lnTo>
                    <a:pt x="929960" y="72420"/>
                  </a:lnTo>
                  <a:lnTo>
                    <a:pt x="928038" y="72420"/>
                  </a:lnTo>
                  <a:lnTo>
                    <a:pt x="926117" y="72420"/>
                  </a:lnTo>
                  <a:lnTo>
                    <a:pt x="924195" y="72420"/>
                  </a:lnTo>
                  <a:lnTo>
                    <a:pt x="922274" y="72420"/>
                  </a:lnTo>
                  <a:lnTo>
                    <a:pt x="920353" y="72420"/>
                  </a:lnTo>
                  <a:lnTo>
                    <a:pt x="918431" y="72420"/>
                  </a:lnTo>
                  <a:lnTo>
                    <a:pt x="916510" y="72420"/>
                  </a:lnTo>
                  <a:lnTo>
                    <a:pt x="914588" y="72420"/>
                  </a:lnTo>
                  <a:lnTo>
                    <a:pt x="912667" y="72420"/>
                  </a:lnTo>
                  <a:lnTo>
                    <a:pt x="910746" y="72420"/>
                  </a:lnTo>
                  <a:lnTo>
                    <a:pt x="908824" y="72420"/>
                  </a:lnTo>
                  <a:lnTo>
                    <a:pt x="906903" y="72420"/>
                  </a:lnTo>
                  <a:lnTo>
                    <a:pt x="904981" y="72420"/>
                  </a:lnTo>
                  <a:lnTo>
                    <a:pt x="903060" y="72420"/>
                  </a:lnTo>
                  <a:lnTo>
                    <a:pt x="901139" y="72420"/>
                  </a:lnTo>
                  <a:lnTo>
                    <a:pt x="899217" y="72420"/>
                  </a:lnTo>
                  <a:lnTo>
                    <a:pt x="897296" y="72420"/>
                  </a:lnTo>
                  <a:lnTo>
                    <a:pt x="895374" y="72420"/>
                  </a:lnTo>
                  <a:lnTo>
                    <a:pt x="893453" y="72420"/>
                  </a:lnTo>
                  <a:lnTo>
                    <a:pt x="891532" y="72420"/>
                  </a:lnTo>
                  <a:lnTo>
                    <a:pt x="889610" y="72420"/>
                  </a:lnTo>
                  <a:lnTo>
                    <a:pt x="887689" y="72420"/>
                  </a:lnTo>
                  <a:lnTo>
                    <a:pt x="885767" y="72420"/>
                  </a:lnTo>
                  <a:lnTo>
                    <a:pt x="883846" y="72420"/>
                  </a:lnTo>
                  <a:lnTo>
                    <a:pt x="881925" y="72420"/>
                  </a:lnTo>
                  <a:lnTo>
                    <a:pt x="880003" y="72420"/>
                  </a:lnTo>
                  <a:lnTo>
                    <a:pt x="878082" y="72420"/>
                  </a:lnTo>
                  <a:lnTo>
                    <a:pt x="876160" y="72420"/>
                  </a:lnTo>
                  <a:lnTo>
                    <a:pt x="874239" y="72420"/>
                  </a:lnTo>
                  <a:lnTo>
                    <a:pt x="872318" y="72420"/>
                  </a:lnTo>
                  <a:lnTo>
                    <a:pt x="870396" y="72420"/>
                  </a:lnTo>
                  <a:lnTo>
                    <a:pt x="868475" y="72420"/>
                  </a:lnTo>
                  <a:lnTo>
                    <a:pt x="866553" y="72420"/>
                  </a:lnTo>
                  <a:lnTo>
                    <a:pt x="864632" y="72420"/>
                  </a:lnTo>
                  <a:lnTo>
                    <a:pt x="862710" y="72420"/>
                  </a:lnTo>
                  <a:lnTo>
                    <a:pt x="860789" y="72420"/>
                  </a:lnTo>
                  <a:lnTo>
                    <a:pt x="858868" y="72420"/>
                  </a:lnTo>
                  <a:lnTo>
                    <a:pt x="856946" y="72420"/>
                  </a:lnTo>
                  <a:lnTo>
                    <a:pt x="855025" y="72420"/>
                  </a:lnTo>
                  <a:lnTo>
                    <a:pt x="853103" y="72420"/>
                  </a:lnTo>
                  <a:lnTo>
                    <a:pt x="851182" y="72420"/>
                  </a:lnTo>
                  <a:lnTo>
                    <a:pt x="849261" y="72420"/>
                  </a:lnTo>
                  <a:lnTo>
                    <a:pt x="847339" y="72420"/>
                  </a:lnTo>
                  <a:lnTo>
                    <a:pt x="845418" y="72420"/>
                  </a:lnTo>
                  <a:lnTo>
                    <a:pt x="843496" y="72420"/>
                  </a:lnTo>
                  <a:lnTo>
                    <a:pt x="841575" y="72420"/>
                  </a:lnTo>
                  <a:lnTo>
                    <a:pt x="839654" y="72420"/>
                  </a:lnTo>
                  <a:lnTo>
                    <a:pt x="837732" y="72420"/>
                  </a:lnTo>
                  <a:lnTo>
                    <a:pt x="835811" y="72420"/>
                  </a:lnTo>
                  <a:lnTo>
                    <a:pt x="833889" y="72420"/>
                  </a:lnTo>
                  <a:lnTo>
                    <a:pt x="831968" y="72420"/>
                  </a:lnTo>
                  <a:lnTo>
                    <a:pt x="830047" y="72420"/>
                  </a:lnTo>
                  <a:lnTo>
                    <a:pt x="828125" y="72420"/>
                  </a:lnTo>
                  <a:lnTo>
                    <a:pt x="826204" y="72420"/>
                  </a:lnTo>
                  <a:lnTo>
                    <a:pt x="824282" y="72420"/>
                  </a:lnTo>
                  <a:lnTo>
                    <a:pt x="822361" y="72420"/>
                  </a:lnTo>
                  <a:lnTo>
                    <a:pt x="820440" y="72420"/>
                  </a:lnTo>
                  <a:lnTo>
                    <a:pt x="818518" y="72420"/>
                  </a:lnTo>
                  <a:lnTo>
                    <a:pt x="816597" y="72420"/>
                  </a:lnTo>
                  <a:lnTo>
                    <a:pt x="814675" y="72420"/>
                  </a:lnTo>
                  <a:lnTo>
                    <a:pt x="812754" y="72420"/>
                  </a:lnTo>
                  <a:lnTo>
                    <a:pt x="810833" y="72420"/>
                  </a:lnTo>
                  <a:lnTo>
                    <a:pt x="808911" y="72420"/>
                  </a:lnTo>
                  <a:lnTo>
                    <a:pt x="806990" y="72420"/>
                  </a:lnTo>
                  <a:lnTo>
                    <a:pt x="805068" y="72420"/>
                  </a:lnTo>
                  <a:lnTo>
                    <a:pt x="803147" y="72420"/>
                  </a:lnTo>
                  <a:lnTo>
                    <a:pt x="801226" y="72420"/>
                  </a:lnTo>
                  <a:lnTo>
                    <a:pt x="799304" y="72420"/>
                  </a:lnTo>
                  <a:lnTo>
                    <a:pt x="797383" y="72420"/>
                  </a:lnTo>
                  <a:lnTo>
                    <a:pt x="795461" y="72420"/>
                  </a:lnTo>
                  <a:lnTo>
                    <a:pt x="793540" y="72420"/>
                  </a:lnTo>
                  <a:lnTo>
                    <a:pt x="791618" y="72420"/>
                  </a:lnTo>
                  <a:lnTo>
                    <a:pt x="789697" y="72420"/>
                  </a:lnTo>
                  <a:lnTo>
                    <a:pt x="787776" y="72420"/>
                  </a:lnTo>
                  <a:lnTo>
                    <a:pt x="785854" y="72420"/>
                  </a:lnTo>
                  <a:lnTo>
                    <a:pt x="783933" y="72420"/>
                  </a:lnTo>
                  <a:lnTo>
                    <a:pt x="782011" y="72420"/>
                  </a:lnTo>
                  <a:lnTo>
                    <a:pt x="780090" y="72420"/>
                  </a:lnTo>
                  <a:lnTo>
                    <a:pt x="778169" y="72420"/>
                  </a:lnTo>
                  <a:lnTo>
                    <a:pt x="776247" y="72420"/>
                  </a:lnTo>
                  <a:lnTo>
                    <a:pt x="774326" y="72420"/>
                  </a:lnTo>
                  <a:lnTo>
                    <a:pt x="772404" y="72420"/>
                  </a:lnTo>
                  <a:lnTo>
                    <a:pt x="770483" y="72420"/>
                  </a:lnTo>
                  <a:lnTo>
                    <a:pt x="768562" y="72420"/>
                  </a:lnTo>
                  <a:lnTo>
                    <a:pt x="766640" y="72420"/>
                  </a:lnTo>
                  <a:lnTo>
                    <a:pt x="764719" y="72420"/>
                  </a:lnTo>
                  <a:lnTo>
                    <a:pt x="762797" y="72420"/>
                  </a:lnTo>
                  <a:lnTo>
                    <a:pt x="760876" y="72420"/>
                  </a:lnTo>
                  <a:lnTo>
                    <a:pt x="758955" y="72420"/>
                  </a:lnTo>
                  <a:lnTo>
                    <a:pt x="757033" y="72420"/>
                  </a:lnTo>
                  <a:lnTo>
                    <a:pt x="755112" y="72420"/>
                  </a:lnTo>
                  <a:lnTo>
                    <a:pt x="753190" y="72420"/>
                  </a:lnTo>
                  <a:lnTo>
                    <a:pt x="751269" y="72420"/>
                  </a:lnTo>
                  <a:lnTo>
                    <a:pt x="749348" y="72420"/>
                  </a:lnTo>
                  <a:lnTo>
                    <a:pt x="747426" y="72420"/>
                  </a:lnTo>
                  <a:lnTo>
                    <a:pt x="745505" y="72420"/>
                  </a:lnTo>
                  <a:lnTo>
                    <a:pt x="743583" y="72420"/>
                  </a:lnTo>
                  <a:lnTo>
                    <a:pt x="741662" y="72420"/>
                  </a:lnTo>
                  <a:lnTo>
                    <a:pt x="739741" y="72420"/>
                  </a:lnTo>
                  <a:lnTo>
                    <a:pt x="737819" y="72420"/>
                  </a:lnTo>
                  <a:lnTo>
                    <a:pt x="735898" y="72420"/>
                  </a:lnTo>
                  <a:lnTo>
                    <a:pt x="733976" y="72420"/>
                  </a:lnTo>
                  <a:lnTo>
                    <a:pt x="732055" y="72420"/>
                  </a:lnTo>
                  <a:lnTo>
                    <a:pt x="730134" y="72420"/>
                  </a:lnTo>
                  <a:lnTo>
                    <a:pt x="728212" y="72420"/>
                  </a:lnTo>
                  <a:lnTo>
                    <a:pt x="726291" y="72420"/>
                  </a:lnTo>
                  <a:lnTo>
                    <a:pt x="724369" y="72420"/>
                  </a:lnTo>
                  <a:lnTo>
                    <a:pt x="722448" y="72420"/>
                  </a:lnTo>
                  <a:lnTo>
                    <a:pt x="720526" y="72420"/>
                  </a:lnTo>
                  <a:lnTo>
                    <a:pt x="718605" y="72420"/>
                  </a:lnTo>
                  <a:lnTo>
                    <a:pt x="716684" y="72420"/>
                  </a:lnTo>
                  <a:lnTo>
                    <a:pt x="714762" y="72420"/>
                  </a:lnTo>
                  <a:lnTo>
                    <a:pt x="712841" y="72420"/>
                  </a:lnTo>
                  <a:lnTo>
                    <a:pt x="710919" y="72420"/>
                  </a:lnTo>
                  <a:lnTo>
                    <a:pt x="708998" y="72420"/>
                  </a:lnTo>
                  <a:lnTo>
                    <a:pt x="707077" y="72420"/>
                  </a:lnTo>
                  <a:lnTo>
                    <a:pt x="705155" y="72420"/>
                  </a:lnTo>
                  <a:lnTo>
                    <a:pt x="703234" y="72420"/>
                  </a:lnTo>
                  <a:lnTo>
                    <a:pt x="701312" y="72420"/>
                  </a:lnTo>
                  <a:lnTo>
                    <a:pt x="699391" y="72420"/>
                  </a:lnTo>
                  <a:lnTo>
                    <a:pt x="697470" y="72420"/>
                  </a:lnTo>
                  <a:lnTo>
                    <a:pt x="695548" y="72420"/>
                  </a:lnTo>
                  <a:lnTo>
                    <a:pt x="693627" y="72420"/>
                  </a:lnTo>
                  <a:lnTo>
                    <a:pt x="691705" y="72420"/>
                  </a:lnTo>
                  <a:lnTo>
                    <a:pt x="689784" y="72420"/>
                  </a:lnTo>
                  <a:lnTo>
                    <a:pt x="687863" y="72420"/>
                  </a:lnTo>
                  <a:lnTo>
                    <a:pt x="685941" y="72420"/>
                  </a:lnTo>
                  <a:lnTo>
                    <a:pt x="684020" y="72420"/>
                  </a:lnTo>
                  <a:lnTo>
                    <a:pt x="682098" y="72420"/>
                  </a:lnTo>
                  <a:lnTo>
                    <a:pt x="680177" y="72420"/>
                  </a:lnTo>
                  <a:lnTo>
                    <a:pt x="678256" y="72420"/>
                  </a:lnTo>
                  <a:lnTo>
                    <a:pt x="676334" y="72420"/>
                  </a:lnTo>
                  <a:lnTo>
                    <a:pt x="674413" y="72420"/>
                  </a:lnTo>
                  <a:lnTo>
                    <a:pt x="672491" y="72420"/>
                  </a:lnTo>
                  <a:lnTo>
                    <a:pt x="670570" y="72420"/>
                  </a:lnTo>
                  <a:lnTo>
                    <a:pt x="668649" y="72420"/>
                  </a:lnTo>
                  <a:lnTo>
                    <a:pt x="666727" y="72420"/>
                  </a:lnTo>
                  <a:lnTo>
                    <a:pt x="664806" y="72420"/>
                  </a:lnTo>
                  <a:lnTo>
                    <a:pt x="662884" y="72420"/>
                  </a:lnTo>
                  <a:lnTo>
                    <a:pt x="660963" y="72420"/>
                  </a:lnTo>
                  <a:lnTo>
                    <a:pt x="659042" y="72420"/>
                  </a:lnTo>
                  <a:lnTo>
                    <a:pt x="657120" y="72420"/>
                  </a:lnTo>
                  <a:lnTo>
                    <a:pt x="655199" y="72420"/>
                  </a:lnTo>
                  <a:lnTo>
                    <a:pt x="653277" y="72420"/>
                  </a:lnTo>
                  <a:lnTo>
                    <a:pt x="651356" y="72420"/>
                  </a:lnTo>
                  <a:lnTo>
                    <a:pt x="649434" y="72420"/>
                  </a:lnTo>
                  <a:lnTo>
                    <a:pt x="647513" y="72420"/>
                  </a:lnTo>
                  <a:lnTo>
                    <a:pt x="645592" y="72420"/>
                  </a:lnTo>
                  <a:lnTo>
                    <a:pt x="643670" y="72420"/>
                  </a:lnTo>
                  <a:lnTo>
                    <a:pt x="641749" y="72420"/>
                  </a:lnTo>
                  <a:lnTo>
                    <a:pt x="639827" y="72420"/>
                  </a:lnTo>
                  <a:lnTo>
                    <a:pt x="637906" y="72420"/>
                  </a:lnTo>
                  <a:lnTo>
                    <a:pt x="635985" y="72420"/>
                  </a:lnTo>
                  <a:lnTo>
                    <a:pt x="634063" y="72420"/>
                  </a:lnTo>
                  <a:lnTo>
                    <a:pt x="632142" y="72420"/>
                  </a:lnTo>
                  <a:lnTo>
                    <a:pt x="630220" y="72420"/>
                  </a:lnTo>
                  <a:lnTo>
                    <a:pt x="628299" y="72420"/>
                  </a:lnTo>
                  <a:lnTo>
                    <a:pt x="626378" y="72420"/>
                  </a:lnTo>
                  <a:lnTo>
                    <a:pt x="624456" y="72420"/>
                  </a:lnTo>
                  <a:lnTo>
                    <a:pt x="622535" y="72420"/>
                  </a:lnTo>
                  <a:lnTo>
                    <a:pt x="620613" y="72420"/>
                  </a:lnTo>
                  <a:lnTo>
                    <a:pt x="618692" y="72420"/>
                  </a:lnTo>
                  <a:lnTo>
                    <a:pt x="616771" y="72420"/>
                  </a:lnTo>
                  <a:lnTo>
                    <a:pt x="614849" y="72420"/>
                  </a:lnTo>
                  <a:lnTo>
                    <a:pt x="612928" y="72420"/>
                  </a:lnTo>
                  <a:lnTo>
                    <a:pt x="611006" y="72420"/>
                  </a:lnTo>
                  <a:lnTo>
                    <a:pt x="609085" y="72420"/>
                  </a:lnTo>
                  <a:lnTo>
                    <a:pt x="607164" y="72420"/>
                  </a:lnTo>
                  <a:lnTo>
                    <a:pt x="605242" y="72420"/>
                  </a:lnTo>
                  <a:lnTo>
                    <a:pt x="603321" y="72420"/>
                  </a:lnTo>
                  <a:lnTo>
                    <a:pt x="601399" y="72420"/>
                  </a:lnTo>
                  <a:lnTo>
                    <a:pt x="599478" y="72420"/>
                  </a:lnTo>
                  <a:lnTo>
                    <a:pt x="597557" y="72420"/>
                  </a:lnTo>
                  <a:lnTo>
                    <a:pt x="595635" y="72420"/>
                  </a:lnTo>
                  <a:lnTo>
                    <a:pt x="593714" y="72420"/>
                  </a:lnTo>
                  <a:lnTo>
                    <a:pt x="591792" y="72420"/>
                  </a:lnTo>
                  <a:lnTo>
                    <a:pt x="589871" y="72420"/>
                  </a:lnTo>
                  <a:lnTo>
                    <a:pt x="587950" y="72420"/>
                  </a:lnTo>
                  <a:lnTo>
                    <a:pt x="586028" y="72420"/>
                  </a:lnTo>
                  <a:lnTo>
                    <a:pt x="584107" y="72420"/>
                  </a:lnTo>
                  <a:lnTo>
                    <a:pt x="582185" y="72420"/>
                  </a:lnTo>
                  <a:lnTo>
                    <a:pt x="580264" y="72420"/>
                  </a:lnTo>
                  <a:lnTo>
                    <a:pt x="578342" y="72420"/>
                  </a:lnTo>
                  <a:lnTo>
                    <a:pt x="576421" y="72420"/>
                  </a:lnTo>
                  <a:lnTo>
                    <a:pt x="574500" y="72420"/>
                  </a:lnTo>
                  <a:lnTo>
                    <a:pt x="572578" y="72420"/>
                  </a:lnTo>
                  <a:lnTo>
                    <a:pt x="570657" y="72420"/>
                  </a:lnTo>
                  <a:lnTo>
                    <a:pt x="568735" y="72420"/>
                  </a:lnTo>
                  <a:lnTo>
                    <a:pt x="566814" y="72420"/>
                  </a:lnTo>
                  <a:lnTo>
                    <a:pt x="564893" y="72420"/>
                  </a:lnTo>
                  <a:lnTo>
                    <a:pt x="562971" y="72420"/>
                  </a:lnTo>
                  <a:lnTo>
                    <a:pt x="561050" y="72420"/>
                  </a:lnTo>
                  <a:lnTo>
                    <a:pt x="559128" y="72420"/>
                  </a:lnTo>
                  <a:lnTo>
                    <a:pt x="557207" y="72420"/>
                  </a:lnTo>
                  <a:lnTo>
                    <a:pt x="555286" y="72420"/>
                  </a:lnTo>
                  <a:lnTo>
                    <a:pt x="553364" y="72420"/>
                  </a:lnTo>
                  <a:lnTo>
                    <a:pt x="551443" y="72420"/>
                  </a:lnTo>
                  <a:lnTo>
                    <a:pt x="549521" y="72420"/>
                  </a:lnTo>
                  <a:lnTo>
                    <a:pt x="547600" y="72420"/>
                  </a:lnTo>
                  <a:lnTo>
                    <a:pt x="545679" y="72420"/>
                  </a:lnTo>
                  <a:lnTo>
                    <a:pt x="543757" y="72420"/>
                  </a:lnTo>
                  <a:lnTo>
                    <a:pt x="541836" y="72420"/>
                  </a:lnTo>
                  <a:lnTo>
                    <a:pt x="539914" y="72420"/>
                  </a:lnTo>
                  <a:lnTo>
                    <a:pt x="537993" y="72420"/>
                  </a:lnTo>
                  <a:lnTo>
                    <a:pt x="536072" y="72420"/>
                  </a:lnTo>
                  <a:lnTo>
                    <a:pt x="534150" y="72420"/>
                  </a:lnTo>
                  <a:lnTo>
                    <a:pt x="532229" y="72420"/>
                  </a:lnTo>
                  <a:lnTo>
                    <a:pt x="530307" y="72420"/>
                  </a:lnTo>
                  <a:lnTo>
                    <a:pt x="528386" y="72420"/>
                  </a:lnTo>
                  <a:lnTo>
                    <a:pt x="526465" y="72420"/>
                  </a:lnTo>
                  <a:lnTo>
                    <a:pt x="524543" y="72420"/>
                  </a:lnTo>
                  <a:lnTo>
                    <a:pt x="522622" y="72420"/>
                  </a:lnTo>
                  <a:lnTo>
                    <a:pt x="520700" y="72420"/>
                  </a:lnTo>
                  <a:lnTo>
                    <a:pt x="518779" y="72420"/>
                  </a:lnTo>
                  <a:lnTo>
                    <a:pt x="516858" y="72420"/>
                  </a:lnTo>
                  <a:lnTo>
                    <a:pt x="514936" y="72420"/>
                  </a:lnTo>
                  <a:lnTo>
                    <a:pt x="513015" y="72420"/>
                  </a:lnTo>
                  <a:lnTo>
                    <a:pt x="511093" y="72420"/>
                  </a:lnTo>
                  <a:lnTo>
                    <a:pt x="509172" y="72420"/>
                  </a:lnTo>
                  <a:lnTo>
                    <a:pt x="507250" y="72420"/>
                  </a:lnTo>
                  <a:lnTo>
                    <a:pt x="505329" y="72420"/>
                  </a:lnTo>
                  <a:lnTo>
                    <a:pt x="503408" y="72420"/>
                  </a:lnTo>
                  <a:lnTo>
                    <a:pt x="501486" y="72420"/>
                  </a:lnTo>
                  <a:lnTo>
                    <a:pt x="499565" y="72420"/>
                  </a:lnTo>
                  <a:lnTo>
                    <a:pt x="497643" y="72420"/>
                  </a:lnTo>
                  <a:lnTo>
                    <a:pt x="495722" y="72420"/>
                  </a:lnTo>
                  <a:lnTo>
                    <a:pt x="493801" y="72420"/>
                  </a:lnTo>
                  <a:lnTo>
                    <a:pt x="491879" y="72420"/>
                  </a:lnTo>
                  <a:lnTo>
                    <a:pt x="489958" y="72420"/>
                  </a:lnTo>
                  <a:lnTo>
                    <a:pt x="488036" y="72420"/>
                  </a:lnTo>
                  <a:lnTo>
                    <a:pt x="486115" y="72420"/>
                  </a:lnTo>
                  <a:lnTo>
                    <a:pt x="484194" y="72420"/>
                  </a:lnTo>
                  <a:lnTo>
                    <a:pt x="482272" y="72420"/>
                  </a:lnTo>
                  <a:lnTo>
                    <a:pt x="480351" y="72420"/>
                  </a:lnTo>
                  <a:lnTo>
                    <a:pt x="478429" y="72420"/>
                  </a:lnTo>
                  <a:lnTo>
                    <a:pt x="476508" y="72420"/>
                  </a:lnTo>
                  <a:lnTo>
                    <a:pt x="474587" y="72420"/>
                  </a:lnTo>
                  <a:lnTo>
                    <a:pt x="472665" y="72420"/>
                  </a:lnTo>
                  <a:lnTo>
                    <a:pt x="470744" y="72420"/>
                  </a:lnTo>
                  <a:lnTo>
                    <a:pt x="468822" y="72420"/>
                  </a:lnTo>
                  <a:lnTo>
                    <a:pt x="466901" y="72420"/>
                  </a:lnTo>
                  <a:lnTo>
                    <a:pt x="464980" y="72420"/>
                  </a:lnTo>
                  <a:lnTo>
                    <a:pt x="463058" y="72420"/>
                  </a:lnTo>
                  <a:lnTo>
                    <a:pt x="461137" y="72420"/>
                  </a:lnTo>
                  <a:lnTo>
                    <a:pt x="459215" y="72420"/>
                  </a:lnTo>
                  <a:lnTo>
                    <a:pt x="457294" y="72420"/>
                  </a:lnTo>
                  <a:lnTo>
                    <a:pt x="455373" y="72420"/>
                  </a:lnTo>
                  <a:lnTo>
                    <a:pt x="453451" y="72420"/>
                  </a:lnTo>
                  <a:lnTo>
                    <a:pt x="451530" y="72420"/>
                  </a:lnTo>
                  <a:lnTo>
                    <a:pt x="449608" y="72420"/>
                  </a:lnTo>
                  <a:lnTo>
                    <a:pt x="447687" y="72420"/>
                  </a:lnTo>
                  <a:lnTo>
                    <a:pt x="445766" y="72420"/>
                  </a:lnTo>
                  <a:lnTo>
                    <a:pt x="443844" y="72420"/>
                  </a:lnTo>
                  <a:lnTo>
                    <a:pt x="441923" y="72420"/>
                  </a:lnTo>
                  <a:lnTo>
                    <a:pt x="440001" y="72420"/>
                  </a:lnTo>
                  <a:lnTo>
                    <a:pt x="438080" y="72420"/>
                  </a:lnTo>
                  <a:lnTo>
                    <a:pt x="436159" y="72420"/>
                  </a:lnTo>
                  <a:lnTo>
                    <a:pt x="434237" y="72420"/>
                  </a:lnTo>
                  <a:lnTo>
                    <a:pt x="432316" y="72420"/>
                  </a:lnTo>
                  <a:lnTo>
                    <a:pt x="430394" y="72420"/>
                  </a:lnTo>
                  <a:lnTo>
                    <a:pt x="428473" y="72420"/>
                  </a:lnTo>
                  <a:lnTo>
                    <a:pt x="426551" y="72420"/>
                  </a:lnTo>
                  <a:lnTo>
                    <a:pt x="424630" y="72420"/>
                  </a:lnTo>
                  <a:lnTo>
                    <a:pt x="422709" y="72420"/>
                  </a:lnTo>
                  <a:lnTo>
                    <a:pt x="420787" y="72420"/>
                  </a:lnTo>
                  <a:lnTo>
                    <a:pt x="418866" y="72420"/>
                  </a:lnTo>
                  <a:lnTo>
                    <a:pt x="416944" y="72420"/>
                  </a:lnTo>
                  <a:lnTo>
                    <a:pt x="415023" y="72420"/>
                  </a:lnTo>
                  <a:lnTo>
                    <a:pt x="413102" y="72420"/>
                  </a:lnTo>
                  <a:lnTo>
                    <a:pt x="411180" y="72420"/>
                  </a:lnTo>
                  <a:lnTo>
                    <a:pt x="409259" y="72420"/>
                  </a:lnTo>
                  <a:lnTo>
                    <a:pt x="407337" y="72420"/>
                  </a:lnTo>
                  <a:lnTo>
                    <a:pt x="405416" y="72420"/>
                  </a:lnTo>
                  <a:lnTo>
                    <a:pt x="403495" y="72420"/>
                  </a:lnTo>
                  <a:lnTo>
                    <a:pt x="401573" y="72420"/>
                  </a:lnTo>
                  <a:lnTo>
                    <a:pt x="399652" y="72420"/>
                  </a:lnTo>
                  <a:lnTo>
                    <a:pt x="397730" y="72420"/>
                  </a:lnTo>
                  <a:lnTo>
                    <a:pt x="395809" y="72420"/>
                  </a:lnTo>
                  <a:lnTo>
                    <a:pt x="393888" y="72420"/>
                  </a:lnTo>
                  <a:lnTo>
                    <a:pt x="391966" y="72420"/>
                  </a:lnTo>
                  <a:lnTo>
                    <a:pt x="390045" y="72420"/>
                  </a:lnTo>
                  <a:lnTo>
                    <a:pt x="388123" y="72420"/>
                  </a:lnTo>
                  <a:lnTo>
                    <a:pt x="386202" y="72420"/>
                  </a:lnTo>
                  <a:lnTo>
                    <a:pt x="384281" y="72420"/>
                  </a:lnTo>
                  <a:lnTo>
                    <a:pt x="382359" y="72420"/>
                  </a:lnTo>
                  <a:lnTo>
                    <a:pt x="380438" y="72420"/>
                  </a:lnTo>
                  <a:lnTo>
                    <a:pt x="378516" y="72420"/>
                  </a:lnTo>
                  <a:lnTo>
                    <a:pt x="376595" y="72420"/>
                  </a:lnTo>
                  <a:lnTo>
                    <a:pt x="374674" y="72420"/>
                  </a:lnTo>
                  <a:lnTo>
                    <a:pt x="372752" y="72420"/>
                  </a:lnTo>
                  <a:lnTo>
                    <a:pt x="370831" y="72420"/>
                  </a:lnTo>
                  <a:lnTo>
                    <a:pt x="368909" y="72420"/>
                  </a:lnTo>
                  <a:lnTo>
                    <a:pt x="366988" y="72420"/>
                  </a:lnTo>
                  <a:lnTo>
                    <a:pt x="365067" y="72420"/>
                  </a:lnTo>
                  <a:lnTo>
                    <a:pt x="363145" y="72420"/>
                  </a:lnTo>
                  <a:lnTo>
                    <a:pt x="361224" y="72420"/>
                  </a:lnTo>
                  <a:lnTo>
                    <a:pt x="359302" y="72420"/>
                  </a:lnTo>
                  <a:lnTo>
                    <a:pt x="357381" y="72420"/>
                  </a:lnTo>
                  <a:lnTo>
                    <a:pt x="355459" y="72420"/>
                  </a:lnTo>
                  <a:lnTo>
                    <a:pt x="353538" y="72420"/>
                  </a:lnTo>
                  <a:lnTo>
                    <a:pt x="351617" y="72420"/>
                  </a:lnTo>
                  <a:lnTo>
                    <a:pt x="349695" y="72420"/>
                  </a:lnTo>
                  <a:lnTo>
                    <a:pt x="347774" y="72420"/>
                  </a:lnTo>
                  <a:lnTo>
                    <a:pt x="345852" y="72420"/>
                  </a:lnTo>
                  <a:lnTo>
                    <a:pt x="343931" y="72420"/>
                  </a:lnTo>
                  <a:lnTo>
                    <a:pt x="342010" y="72420"/>
                  </a:lnTo>
                  <a:lnTo>
                    <a:pt x="340088" y="72420"/>
                  </a:lnTo>
                  <a:lnTo>
                    <a:pt x="338167" y="72420"/>
                  </a:lnTo>
                  <a:lnTo>
                    <a:pt x="336245" y="72420"/>
                  </a:lnTo>
                  <a:lnTo>
                    <a:pt x="334324" y="72420"/>
                  </a:lnTo>
                  <a:lnTo>
                    <a:pt x="332403" y="72420"/>
                  </a:lnTo>
                  <a:lnTo>
                    <a:pt x="330481" y="72420"/>
                  </a:lnTo>
                  <a:lnTo>
                    <a:pt x="328560" y="72420"/>
                  </a:lnTo>
                  <a:lnTo>
                    <a:pt x="326638" y="72420"/>
                  </a:lnTo>
                  <a:lnTo>
                    <a:pt x="324717" y="72420"/>
                  </a:lnTo>
                  <a:lnTo>
                    <a:pt x="322796" y="72420"/>
                  </a:lnTo>
                  <a:lnTo>
                    <a:pt x="320874" y="72420"/>
                  </a:lnTo>
                  <a:lnTo>
                    <a:pt x="318953" y="72420"/>
                  </a:lnTo>
                  <a:lnTo>
                    <a:pt x="317031" y="72420"/>
                  </a:lnTo>
                  <a:lnTo>
                    <a:pt x="315110" y="72420"/>
                  </a:lnTo>
                  <a:lnTo>
                    <a:pt x="313189" y="72420"/>
                  </a:lnTo>
                  <a:lnTo>
                    <a:pt x="311267" y="72420"/>
                  </a:lnTo>
                  <a:lnTo>
                    <a:pt x="309346" y="72420"/>
                  </a:lnTo>
                  <a:lnTo>
                    <a:pt x="307424" y="72420"/>
                  </a:lnTo>
                  <a:lnTo>
                    <a:pt x="305503" y="72420"/>
                  </a:lnTo>
                  <a:lnTo>
                    <a:pt x="303582" y="72420"/>
                  </a:lnTo>
                  <a:lnTo>
                    <a:pt x="301660" y="72420"/>
                  </a:lnTo>
                  <a:lnTo>
                    <a:pt x="299739" y="72420"/>
                  </a:lnTo>
                  <a:lnTo>
                    <a:pt x="297817" y="72420"/>
                  </a:lnTo>
                  <a:lnTo>
                    <a:pt x="295896" y="72420"/>
                  </a:lnTo>
                  <a:lnTo>
                    <a:pt x="293975" y="72420"/>
                  </a:lnTo>
                  <a:lnTo>
                    <a:pt x="292053" y="72420"/>
                  </a:lnTo>
                  <a:lnTo>
                    <a:pt x="290132" y="72420"/>
                  </a:lnTo>
                  <a:lnTo>
                    <a:pt x="288210" y="72420"/>
                  </a:lnTo>
                  <a:lnTo>
                    <a:pt x="286289" y="72420"/>
                  </a:lnTo>
                  <a:lnTo>
                    <a:pt x="284367" y="72420"/>
                  </a:lnTo>
                  <a:lnTo>
                    <a:pt x="282446" y="72420"/>
                  </a:lnTo>
                  <a:lnTo>
                    <a:pt x="280525" y="72420"/>
                  </a:lnTo>
                  <a:lnTo>
                    <a:pt x="278603" y="72420"/>
                  </a:lnTo>
                  <a:lnTo>
                    <a:pt x="276682" y="72420"/>
                  </a:lnTo>
                  <a:lnTo>
                    <a:pt x="274760" y="72420"/>
                  </a:lnTo>
                  <a:lnTo>
                    <a:pt x="272839" y="72420"/>
                  </a:lnTo>
                  <a:lnTo>
                    <a:pt x="270918" y="72420"/>
                  </a:lnTo>
                  <a:lnTo>
                    <a:pt x="268996" y="72420"/>
                  </a:lnTo>
                  <a:lnTo>
                    <a:pt x="267075" y="72420"/>
                  </a:lnTo>
                  <a:lnTo>
                    <a:pt x="265153" y="72420"/>
                  </a:lnTo>
                  <a:lnTo>
                    <a:pt x="263232" y="72420"/>
                  </a:lnTo>
                  <a:lnTo>
                    <a:pt x="261311" y="72420"/>
                  </a:lnTo>
                  <a:lnTo>
                    <a:pt x="259389" y="72420"/>
                  </a:lnTo>
                  <a:lnTo>
                    <a:pt x="257468" y="72420"/>
                  </a:lnTo>
                  <a:lnTo>
                    <a:pt x="255546" y="72420"/>
                  </a:lnTo>
                  <a:lnTo>
                    <a:pt x="253625" y="72420"/>
                  </a:lnTo>
                  <a:lnTo>
                    <a:pt x="251704" y="72420"/>
                  </a:lnTo>
                  <a:lnTo>
                    <a:pt x="249782" y="72420"/>
                  </a:lnTo>
                  <a:lnTo>
                    <a:pt x="247861" y="72420"/>
                  </a:lnTo>
                  <a:lnTo>
                    <a:pt x="245939" y="72420"/>
                  </a:lnTo>
                  <a:lnTo>
                    <a:pt x="244018" y="72420"/>
                  </a:lnTo>
                  <a:lnTo>
                    <a:pt x="242097" y="72420"/>
                  </a:lnTo>
                  <a:lnTo>
                    <a:pt x="240175" y="72420"/>
                  </a:lnTo>
                  <a:lnTo>
                    <a:pt x="238254" y="72420"/>
                  </a:lnTo>
                  <a:lnTo>
                    <a:pt x="236332" y="72420"/>
                  </a:lnTo>
                  <a:lnTo>
                    <a:pt x="234411" y="72420"/>
                  </a:lnTo>
                  <a:lnTo>
                    <a:pt x="232490" y="72420"/>
                  </a:lnTo>
                  <a:lnTo>
                    <a:pt x="230568" y="72420"/>
                  </a:lnTo>
                  <a:lnTo>
                    <a:pt x="228647" y="72420"/>
                  </a:lnTo>
                  <a:lnTo>
                    <a:pt x="226725" y="72420"/>
                  </a:lnTo>
                  <a:lnTo>
                    <a:pt x="224804" y="72420"/>
                  </a:lnTo>
                  <a:lnTo>
                    <a:pt x="222883" y="72420"/>
                  </a:lnTo>
                  <a:lnTo>
                    <a:pt x="220961" y="72420"/>
                  </a:lnTo>
                  <a:lnTo>
                    <a:pt x="219040" y="72420"/>
                  </a:lnTo>
                  <a:lnTo>
                    <a:pt x="217118" y="72420"/>
                  </a:lnTo>
                  <a:lnTo>
                    <a:pt x="215197" y="72420"/>
                  </a:lnTo>
                  <a:lnTo>
                    <a:pt x="213275" y="72420"/>
                  </a:lnTo>
                  <a:lnTo>
                    <a:pt x="211354" y="72420"/>
                  </a:lnTo>
                  <a:lnTo>
                    <a:pt x="209433" y="72420"/>
                  </a:lnTo>
                  <a:lnTo>
                    <a:pt x="207511" y="72420"/>
                  </a:lnTo>
                  <a:lnTo>
                    <a:pt x="205590" y="72420"/>
                  </a:lnTo>
                  <a:lnTo>
                    <a:pt x="203668" y="72420"/>
                  </a:lnTo>
                  <a:lnTo>
                    <a:pt x="201747" y="72420"/>
                  </a:lnTo>
                  <a:lnTo>
                    <a:pt x="199826" y="72420"/>
                  </a:lnTo>
                  <a:lnTo>
                    <a:pt x="197904" y="72420"/>
                  </a:lnTo>
                  <a:lnTo>
                    <a:pt x="195983" y="72420"/>
                  </a:lnTo>
                  <a:lnTo>
                    <a:pt x="194061" y="72420"/>
                  </a:lnTo>
                  <a:lnTo>
                    <a:pt x="192140" y="72420"/>
                  </a:lnTo>
                  <a:lnTo>
                    <a:pt x="190219" y="72420"/>
                  </a:lnTo>
                  <a:lnTo>
                    <a:pt x="188297" y="72420"/>
                  </a:lnTo>
                  <a:lnTo>
                    <a:pt x="186376" y="72420"/>
                  </a:lnTo>
                  <a:lnTo>
                    <a:pt x="184454" y="72420"/>
                  </a:lnTo>
                  <a:lnTo>
                    <a:pt x="182533" y="72420"/>
                  </a:lnTo>
                  <a:lnTo>
                    <a:pt x="180612" y="72420"/>
                  </a:lnTo>
                  <a:lnTo>
                    <a:pt x="178690" y="72420"/>
                  </a:lnTo>
                  <a:lnTo>
                    <a:pt x="176769" y="72420"/>
                  </a:lnTo>
                  <a:lnTo>
                    <a:pt x="174847" y="72420"/>
                  </a:lnTo>
                  <a:lnTo>
                    <a:pt x="172926" y="72420"/>
                  </a:lnTo>
                  <a:lnTo>
                    <a:pt x="171005" y="72420"/>
                  </a:lnTo>
                  <a:lnTo>
                    <a:pt x="169083" y="72420"/>
                  </a:lnTo>
                  <a:lnTo>
                    <a:pt x="167162" y="72420"/>
                  </a:lnTo>
                  <a:lnTo>
                    <a:pt x="165240" y="72420"/>
                  </a:lnTo>
                  <a:lnTo>
                    <a:pt x="163319" y="72420"/>
                  </a:lnTo>
                  <a:lnTo>
                    <a:pt x="161398" y="72420"/>
                  </a:lnTo>
                  <a:lnTo>
                    <a:pt x="159476" y="72420"/>
                  </a:lnTo>
                  <a:lnTo>
                    <a:pt x="157555" y="72420"/>
                  </a:lnTo>
                  <a:lnTo>
                    <a:pt x="155633" y="72420"/>
                  </a:lnTo>
                  <a:lnTo>
                    <a:pt x="153712" y="72420"/>
                  </a:lnTo>
                  <a:lnTo>
                    <a:pt x="151791" y="72420"/>
                  </a:lnTo>
                  <a:lnTo>
                    <a:pt x="149869" y="72420"/>
                  </a:lnTo>
                  <a:lnTo>
                    <a:pt x="147948" y="72420"/>
                  </a:lnTo>
                  <a:lnTo>
                    <a:pt x="146026" y="72420"/>
                  </a:lnTo>
                  <a:lnTo>
                    <a:pt x="144105" y="72420"/>
                  </a:lnTo>
                  <a:lnTo>
                    <a:pt x="142183" y="72420"/>
                  </a:lnTo>
                  <a:lnTo>
                    <a:pt x="140262" y="72420"/>
                  </a:lnTo>
                  <a:lnTo>
                    <a:pt x="138341" y="72420"/>
                  </a:lnTo>
                  <a:lnTo>
                    <a:pt x="136419" y="72420"/>
                  </a:lnTo>
                  <a:lnTo>
                    <a:pt x="134498" y="72420"/>
                  </a:lnTo>
                  <a:lnTo>
                    <a:pt x="132576" y="72420"/>
                  </a:lnTo>
                  <a:lnTo>
                    <a:pt x="130655" y="72420"/>
                  </a:lnTo>
                  <a:lnTo>
                    <a:pt x="128734" y="72420"/>
                  </a:lnTo>
                  <a:lnTo>
                    <a:pt x="126812" y="72420"/>
                  </a:lnTo>
                  <a:lnTo>
                    <a:pt x="124891" y="72420"/>
                  </a:lnTo>
                  <a:lnTo>
                    <a:pt x="122969" y="72420"/>
                  </a:lnTo>
                  <a:lnTo>
                    <a:pt x="121048" y="72420"/>
                  </a:lnTo>
                  <a:lnTo>
                    <a:pt x="119127" y="72420"/>
                  </a:lnTo>
                  <a:lnTo>
                    <a:pt x="117205" y="72420"/>
                  </a:lnTo>
                  <a:lnTo>
                    <a:pt x="115284" y="72420"/>
                  </a:lnTo>
                  <a:lnTo>
                    <a:pt x="113362" y="72420"/>
                  </a:lnTo>
                  <a:lnTo>
                    <a:pt x="111441" y="72420"/>
                  </a:lnTo>
                  <a:lnTo>
                    <a:pt x="109520" y="72420"/>
                  </a:lnTo>
                  <a:lnTo>
                    <a:pt x="107598" y="72420"/>
                  </a:lnTo>
                  <a:lnTo>
                    <a:pt x="105677" y="72420"/>
                  </a:lnTo>
                  <a:lnTo>
                    <a:pt x="103755" y="72420"/>
                  </a:lnTo>
                  <a:lnTo>
                    <a:pt x="101834" y="72420"/>
                  </a:lnTo>
                  <a:lnTo>
                    <a:pt x="99913" y="72420"/>
                  </a:lnTo>
                  <a:lnTo>
                    <a:pt x="97991" y="72420"/>
                  </a:lnTo>
                  <a:lnTo>
                    <a:pt x="96070" y="72420"/>
                  </a:lnTo>
                  <a:lnTo>
                    <a:pt x="94148" y="72420"/>
                  </a:lnTo>
                  <a:lnTo>
                    <a:pt x="92227" y="72420"/>
                  </a:lnTo>
                  <a:lnTo>
                    <a:pt x="90306" y="72420"/>
                  </a:lnTo>
                  <a:lnTo>
                    <a:pt x="88384" y="72420"/>
                  </a:lnTo>
                  <a:lnTo>
                    <a:pt x="86463" y="72420"/>
                  </a:lnTo>
                  <a:lnTo>
                    <a:pt x="84541" y="72420"/>
                  </a:lnTo>
                  <a:lnTo>
                    <a:pt x="82620" y="72420"/>
                  </a:lnTo>
                  <a:lnTo>
                    <a:pt x="80699" y="72420"/>
                  </a:lnTo>
                  <a:lnTo>
                    <a:pt x="78777" y="72420"/>
                  </a:lnTo>
                  <a:lnTo>
                    <a:pt x="76856" y="72420"/>
                  </a:lnTo>
                  <a:lnTo>
                    <a:pt x="74934" y="72420"/>
                  </a:lnTo>
                  <a:lnTo>
                    <a:pt x="73013" y="72420"/>
                  </a:lnTo>
                  <a:lnTo>
                    <a:pt x="71091" y="72420"/>
                  </a:lnTo>
                  <a:lnTo>
                    <a:pt x="69170" y="72420"/>
                  </a:lnTo>
                  <a:lnTo>
                    <a:pt x="67249" y="72420"/>
                  </a:lnTo>
                  <a:lnTo>
                    <a:pt x="65327" y="72420"/>
                  </a:lnTo>
                  <a:lnTo>
                    <a:pt x="63406" y="72420"/>
                  </a:lnTo>
                  <a:lnTo>
                    <a:pt x="61484" y="72420"/>
                  </a:lnTo>
                  <a:lnTo>
                    <a:pt x="59563" y="72420"/>
                  </a:lnTo>
                  <a:lnTo>
                    <a:pt x="57642" y="72420"/>
                  </a:lnTo>
                  <a:lnTo>
                    <a:pt x="55720" y="72420"/>
                  </a:lnTo>
                  <a:lnTo>
                    <a:pt x="53799" y="72420"/>
                  </a:lnTo>
                  <a:lnTo>
                    <a:pt x="51877" y="72420"/>
                  </a:lnTo>
                  <a:lnTo>
                    <a:pt x="49956" y="72420"/>
                  </a:lnTo>
                  <a:lnTo>
                    <a:pt x="48035" y="72420"/>
                  </a:lnTo>
                  <a:lnTo>
                    <a:pt x="46113" y="72420"/>
                  </a:lnTo>
                  <a:lnTo>
                    <a:pt x="44192" y="72420"/>
                  </a:lnTo>
                  <a:lnTo>
                    <a:pt x="42270" y="72420"/>
                  </a:lnTo>
                  <a:lnTo>
                    <a:pt x="40349" y="72420"/>
                  </a:lnTo>
                  <a:lnTo>
                    <a:pt x="38428" y="72420"/>
                  </a:lnTo>
                  <a:lnTo>
                    <a:pt x="36506" y="72420"/>
                  </a:lnTo>
                  <a:lnTo>
                    <a:pt x="34585" y="72420"/>
                  </a:lnTo>
                  <a:lnTo>
                    <a:pt x="32663" y="72420"/>
                  </a:lnTo>
                  <a:lnTo>
                    <a:pt x="30742" y="72420"/>
                  </a:lnTo>
                  <a:lnTo>
                    <a:pt x="28821" y="72420"/>
                  </a:lnTo>
                  <a:lnTo>
                    <a:pt x="26899" y="72420"/>
                  </a:lnTo>
                  <a:lnTo>
                    <a:pt x="24978" y="72420"/>
                  </a:lnTo>
                  <a:lnTo>
                    <a:pt x="23056" y="72420"/>
                  </a:lnTo>
                  <a:lnTo>
                    <a:pt x="21135" y="72420"/>
                  </a:lnTo>
                  <a:lnTo>
                    <a:pt x="19214" y="72420"/>
                  </a:lnTo>
                  <a:lnTo>
                    <a:pt x="17292" y="72420"/>
                  </a:lnTo>
                  <a:lnTo>
                    <a:pt x="15371" y="72420"/>
                  </a:lnTo>
                  <a:lnTo>
                    <a:pt x="13449" y="72420"/>
                  </a:lnTo>
                  <a:lnTo>
                    <a:pt x="11528" y="72420"/>
                  </a:lnTo>
                  <a:lnTo>
                    <a:pt x="9607" y="72420"/>
                  </a:lnTo>
                  <a:lnTo>
                    <a:pt x="7685" y="72420"/>
                  </a:lnTo>
                  <a:lnTo>
                    <a:pt x="5764" y="72420"/>
                  </a:lnTo>
                  <a:lnTo>
                    <a:pt x="3842" y="72420"/>
                  </a:lnTo>
                  <a:lnTo>
                    <a:pt x="1921" y="72420"/>
                  </a:lnTo>
                  <a:lnTo>
                    <a:pt x="0" y="7242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1810162" y="5911002"/>
              <a:ext cx="981838" cy="71484"/>
            </a:xfrm>
            <a:custGeom>
              <a:avLst/>
              <a:pathLst>
                <a:path w="981838" h="71484">
                  <a:moveTo>
                    <a:pt x="0" y="71484"/>
                  </a:moveTo>
                  <a:lnTo>
                    <a:pt x="1921" y="71445"/>
                  </a:lnTo>
                  <a:lnTo>
                    <a:pt x="3842" y="71404"/>
                  </a:lnTo>
                  <a:lnTo>
                    <a:pt x="5764" y="71363"/>
                  </a:lnTo>
                  <a:lnTo>
                    <a:pt x="7685" y="71319"/>
                  </a:lnTo>
                  <a:lnTo>
                    <a:pt x="9607" y="71275"/>
                  </a:lnTo>
                  <a:lnTo>
                    <a:pt x="11528" y="71228"/>
                  </a:lnTo>
                  <a:lnTo>
                    <a:pt x="13449" y="71180"/>
                  </a:lnTo>
                  <a:lnTo>
                    <a:pt x="15371" y="71130"/>
                  </a:lnTo>
                  <a:lnTo>
                    <a:pt x="17292" y="71078"/>
                  </a:lnTo>
                  <a:lnTo>
                    <a:pt x="19214" y="71026"/>
                  </a:lnTo>
                  <a:lnTo>
                    <a:pt x="21135" y="70970"/>
                  </a:lnTo>
                  <a:lnTo>
                    <a:pt x="23056" y="70913"/>
                  </a:lnTo>
                  <a:lnTo>
                    <a:pt x="24978" y="70853"/>
                  </a:lnTo>
                  <a:lnTo>
                    <a:pt x="26899" y="70792"/>
                  </a:lnTo>
                  <a:lnTo>
                    <a:pt x="28821" y="70729"/>
                  </a:lnTo>
                  <a:lnTo>
                    <a:pt x="30742" y="70663"/>
                  </a:lnTo>
                  <a:lnTo>
                    <a:pt x="32663" y="70596"/>
                  </a:lnTo>
                  <a:lnTo>
                    <a:pt x="34585" y="70525"/>
                  </a:lnTo>
                  <a:lnTo>
                    <a:pt x="36506" y="70453"/>
                  </a:lnTo>
                  <a:lnTo>
                    <a:pt x="38428" y="70377"/>
                  </a:lnTo>
                  <a:lnTo>
                    <a:pt x="40349" y="70300"/>
                  </a:lnTo>
                  <a:lnTo>
                    <a:pt x="42270" y="70220"/>
                  </a:lnTo>
                  <a:lnTo>
                    <a:pt x="44192" y="70137"/>
                  </a:lnTo>
                  <a:lnTo>
                    <a:pt x="46113" y="70052"/>
                  </a:lnTo>
                  <a:lnTo>
                    <a:pt x="48035" y="69963"/>
                  </a:lnTo>
                  <a:lnTo>
                    <a:pt x="49956" y="69873"/>
                  </a:lnTo>
                  <a:lnTo>
                    <a:pt x="51877" y="69778"/>
                  </a:lnTo>
                  <a:lnTo>
                    <a:pt x="53799" y="69681"/>
                  </a:lnTo>
                  <a:lnTo>
                    <a:pt x="55720" y="69580"/>
                  </a:lnTo>
                  <a:lnTo>
                    <a:pt x="57642" y="69476"/>
                  </a:lnTo>
                  <a:lnTo>
                    <a:pt x="59563" y="69370"/>
                  </a:lnTo>
                  <a:lnTo>
                    <a:pt x="61484" y="69258"/>
                  </a:lnTo>
                  <a:lnTo>
                    <a:pt x="63406" y="69145"/>
                  </a:lnTo>
                  <a:lnTo>
                    <a:pt x="65327" y="69027"/>
                  </a:lnTo>
                  <a:lnTo>
                    <a:pt x="67249" y="68906"/>
                  </a:lnTo>
                  <a:lnTo>
                    <a:pt x="69170" y="68780"/>
                  </a:lnTo>
                  <a:lnTo>
                    <a:pt x="71091" y="68651"/>
                  </a:lnTo>
                  <a:lnTo>
                    <a:pt x="73013" y="68518"/>
                  </a:lnTo>
                  <a:lnTo>
                    <a:pt x="74934" y="68380"/>
                  </a:lnTo>
                  <a:lnTo>
                    <a:pt x="76856" y="68240"/>
                  </a:lnTo>
                  <a:lnTo>
                    <a:pt x="78777" y="68093"/>
                  </a:lnTo>
                  <a:lnTo>
                    <a:pt x="80699" y="67943"/>
                  </a:lnTo>
                  <a:lnTo>
                    <a:pt x="82620" y="67788"/>
                  </a:lnTo>
                  <a:lnTo>
                    <a:pt x="84541" y="67629"/>
                  </a:lnTo>
                  <a:lnTo>
                    <a:pt x="86463" y="67465"/>
                  </a:lnTo>
                  <a:lnTo>
                    <a:pt x="88384" y="67295"/>
                  </a:lnTo>
                  <a:lnTo>
                    <a:pt x="90306" y="67123"/>
                  </a:lnTo>
                  <a:lnTo>
                    <a:pt x="92227" y="66942"/>
                  </a:lnTo>
                  <a:lnTo>
                    <a:pt x="94148" y="66758"/>
                  </a:lnTo>
                  <a:lnTo>
                    <a:pt x="96070" y="66568"/>
                  </a:lnTo>
                  <a:lnTo>
                    <a:pt x="97991" y="66373"/>
                  </a:lnTo>
                  <a:lnTo>
                    <a:pt x="99913" y="66173"/>
                  </a:lnTo>
                  <a:lnTo>
                    <a:pt x="101834" y="65965"/>
                  </a:lnTo>
                  <a:lnTo>
                    <a:pt x="103755" y="65755"/>
                  </a:lnTo>
                  <a:lnTo>
                    <a:pt x="105677" y="65535"/>
                  </a:lnTo>
                  <a:lnTo>
                    <a:pt x="107598" y="65312"/>
                  </a:lnTo>
                  <a:lnTo>
                    <a:pt x="109520" y="65081"/>
                  </a:lnTo>
                  <a:lnTo>
                    <a:pt x="111441" y="64845"/>
                  </a:lnTo>
                  <a:lnTo>
                    <a:pt x="113362" y="64602"/>
                  </a:lnTo>
                  <a:lnTo>
                    <a:pt x="115284" y="64352"/>
                  </a:lnTo>
                  <a:lnTo>
                    <a:pt x="117205" y="64098"/>
                  </a:lnTo>
                  <a:lnTo>
                    <a:pt x="119127" y="63834"/>
                  </a:lnTo>
                  <a:lnTo>
                    <a:pt x="121048" y="63566"/>
                  </a:lnTo>
                  <a:lnTo>
                    <a:pt x="122969" y="63288"/>
                  </a:lnTo>
                  <a:lnTo>
                    <a:pt x="124891" y="63006"/>
                  </a:lnTo>
                  <a:lnTo>
                    <a:pt x="126812" y="62715"/>
                  </a:lnTo>
                  <a:lnTo>
                    <a:pt x="128734" y="62417"/>
                  </a:lnTo>
                  <a:lnTo>
                    <a:pt x="130655" y="62114"/>
                  </a:lnTo>
                  <a:lnTo>
                    <a:pt x="132576" y="61800"/>
                  </a:lnTo>
                  <a:lnTo>
                    <a:pt x="134498" y="61482"/>
                  </a:lnTo>
                  <a:lnTo>
                    <a:pt x="136419" y="61153"/>
                  </a:lnTo>
                  <a:lnTo>
                    <a:pt x="138341" y="60818"/>
                  </a:lnTo>
                  <a:lnTo>
                    <a:pt x="140262" y="60475"/>
                  </a:lnTo>
                  <a:lnTo>
                    <a:pt x="142183" y="60124"/>
                  </a:lnTo>
                  <a:lnTo>
                    <a:pt x="144105" y="59767"/>
                  </a:lnTo>
                  <a:lnTo>
                    <a:pt x="146026" y="59399"/>
                  </a:lnTo>
                  <a:lnTo>
                    <a:pt x="147948" y="59027"/>
                  </a:lnTo>
                  <a:lnTo>
                    <a:pt x="149869" y="58642"/>
                  </a:lnTo>
                  <a:lnTo>
                    <a:pt x="151791" y="58252"/>
                  </a:lnTo>
                  <a:lnTo>
                    <a:pt x="153712" y="57853"/>
                  </a:lnTo>
                  <a:lnTo>
                    <a:pt x="155633" y="57445"/>
                  </a:lnTo>
                  <a:lnTo>
                    <a:pt x="157555" y="57031"/>
                  </a:lnTo>
                  <a:lnTo>
                    <a:pt x="159476" y="56606"/>
                  </a:lnTo>
                  <a:lnTo>
                    <a:pt x="161398" y="56176"/>
                  </a:lnTo>
                  <a:lnTo>
                    <a:pt x="163319" y="55733"/>
                  </a:lnTo>
                  <a:lnTo>
                    <a:pt x="165240" y="55286"/>
                  </a:lnTo>
                  <a:lnTo>
                    <a:pt x="167162" y="54828"/>
                  </a:lnTo>
                  <a:lnTo>
                    <a:pt x="169083" y="54362"/>
                  </a:lnTo>
                  <a:lnTo>
                    <a:pt x="171005" y="53889"/>
                  </a:lnTo>
                  <a:lnTo>
                    <a:pt x="172926" y="53405"/>
                  </a:lnTo>
                  <a:lnTo>
                    <a:pt x="174847" y="52918"/>
                  </a:lnTo>
                  <a:lnTo>
                    <a:pt x="176769" y="52416"/>
                  </a:lnTo>
                  <a:lnTo>
                    <a:pt x="178690" y="51911"/>
                  </a:lnTo>
                  <a:lnTo>
                    <a:pt x="180612" y="51394"/>
                  </a:lnTo>
                  <a:lnTo>
                    <a:pt x="182533" y="50871"/>
                  </a:lnTo>
                  <a:lnTo>
                    <a:pt x="184454" y="50341"/>
                  </a:lnTo>
                  <a:lnTo>
                    <a:pt x="186376" y="49800"/>
                  </a:lnTo>
                  <a:lnTo>
                    <a:pt x="188297" y="49256"/>
                  </a:lnTo>
                  <a:lnTo>
                    <a:pt x="190219" y="48698"/>
                  </a:lnTo>
                  <a:lnTo>
                    <a:pt x="192140" y="48137"/>
                  </a:lnTo>
                  <a:lnTo>
                    <a:pt x="194061" y="47566"/>
                  </a:lnTo>
                  <a:lnTo>
                    <a:pt x="195983" y="46989"/>
                  </a:lnTo>
                  <a:lnTo>
                    <a:pt x="197904" y="46405"/>
                  </a:lnTo>
                  <a:lnTo>
                    <a:pt x="199826" y="45812"/>
                  </a:lnTo>
                  <a:lnTo>
                    <a:pt x="201747" y="45215"/>
                  </a:lnTo>
                  <a:lnTo>
                    <a:pt x="203668" y="44607"/>
                  </a:lnTo>
                  <a:lnTo>
                    <a:pt x="205590" y="43997"/>
                  </a:lnTo>
                  <a:lnTo>
                    <a:pt x="207511" y="43376"/>
                  </a:lnTo>
                  <a:lnTo>
                    <a:pt x="209433" y="42752"/>
                  </a:lnTo>
                  <a:lnTo>
                    <a:pt x="211354" y="42121"/>
                  </a:lnTo>
                  <a:lnTo>
                    <a:pt x="213275" y="41484"/>
                  </a:lnTo>
                  <a:lnTo>
                    <a:pt x="215197" y="40843"/>
                  </a:lnTo>
                  <a:lnTo>
                    <a:pt x="217118" y="40194"/>
                  </a:lnTo>
                  <a:lnTo>
                    <a:pt x="219040" y="39542"/>
                  </a:lnTo>
                  <a:lnTo>
                    <a:pt x="220961" y="38883"/>
                  </a:lnTo>
                  <a:lnTo>
                    <a:pt x="222883" y="38221"/>
                  </a:lnTo>
                  <a:lnTo>
                    <a:pt x="224804" y="37555"/>
                  </a:lnTo>
                  <a:lnTo>
                    <a:pt x="226725" y="36884"/>
                  </a:lnTo>
                  <a:lnTo>
                    <a:pt x="228647" y="36210"/>
                  </a:lnTo>
                  <a:lnTo>
                    <a:pt x="230568" y="35531"/>
                  </a:lnTo>
                  <a:lnTo>
                    <a:pt x="232490" y="34851"/>
                  </a:lnTo>
                  <a:lnTo>
                    <a:pt x="234411" y="34166"/>
                  </a:lnTo>
                  <a:lnTo>
                    <a:pt x="236332" y="33481"/>
                  </a:lnTo>
                  <a:lnTo>
                    <a:pt x="238254" y="32792"/>
                  </a:lnTo>
                  <a:lnTo>
                    <a:pt x="240175" y="32101"/>
                  </a:lnTo>
                  <a:lnTo>
                    <a:pt x="242097" y="31410"/>
                  </a:lnTo>
                  <a:lnTo>
                    <a:pt x="244018" y="30717"/>
                  </a:lnTo>
                  <a:lnTo>
                    <a:pt x="245939" y="30023"/>
                  </a:lnTo>
                  <a:lnTo>
                    <a:pt x="247861" y="29329"/>
                  </a:lnTo>
                  <a:lnTo>
                    <a:pt x="249782" y="28635"/>
                  </a:lnTo>
                  <a:lnTo>
                    <a:pt x="251704" y="27941"/>
                  </a:lnTo>
                  <a:lnTo>
                    <a:pt x="253625" y="27248"/>
                  </a:lnTo>
                  <a:lnTo>
                    <a:pt x="255546" y="26555"/>
                  </a:lnTo>
                  <a:lnTo>
                    <a:pt x="257468" y="25865"/>
                  </a:lnTo>
                  <a:lnTo>
                    <a:pt x="259389" y="25175"/>
                  </a:lnTo>
                  <a:lnTo>
                    <a:pt x="261311" y="24490"/>
                  </a:lnTo>
                  <a:lnTo>
                    <a:pt x="263232" y="23805"/>
                  </a:lnTo>
                  <a:lnTo>
                    <a:pt x="265153" y="23125"/>
                  </a:lnTo>
                  <a:lnTo>
                    <a:pt x="267075" y="22447"/>
                  </a:lnTo>
                  <a:lnTo>
                    <a:pt x="268996" y="21773"/>
                  </a:lnTo>
                  <a:lnTo>
                    <a:pt x="270918" y="21105"/>
                  </a:lnTo>
                  <a:lnTo>
                    <a:pt x="272839" y="20438"/>
                  </a:lnTo>
                  <a:lnTo>
                    <a:pt x="274760" y="19780"/>
                  </a:lnTo>
                  <a:lnTo>
                    <a:pt x="276682" y="19125"/>
                  </a:lnTo>
                  <a:lnTo>
                    <a:pt x="278603" y="18477"/>
                  </a:lnTo>
                  <a:lnTo>
                    <a:pt x="280525" y="17835"/>
                  </a:lnTo>
                  <a:lnTo>
                    <a:pt x="282446" y="17198"/>
                  </a:lnTo>
                  <a:lnTo>
                    <a:pt x="284367" y="16571"/>
                  </a:lnTo>
                  <a:lnTo>
                    <a:pt x="286289" y="15947"/>
                  </a:lnTo>
                  <a:lnTo>
                    <a:pt x="288210" y="15335"/>
                  </a:lnTo>
                  <a:lnTo>
                    <a:pt x="290132" y="14728"/>
                  </a:lnTo>
                  <a:lnTo>
                    <a:pt x="292053" y="14132"/>
                  </a:lnTo>
                  <a:lnTo>
                    <a:pt x="293975" y="13543"/>
                  </a:lnTo>
                  <a:lnTo>
                    <a:pt x="295896" y="12964"/>
                  </a:lnTo>
                  <a:lnTo>
                    <a:pt x="297817" y="12395"/>
                  </a:lnTo>
                  <a:lnTo>
                    <a:pt x="299739" y="11832"/>
                  </a:lnTo>
                  <a:lnTo>
                    <a:pt x="301660" y="11285"/>
                  </a:lnTo>
                  <a:lnTo>
                    <a:pt x="303582" y="10743"/>
                  </a:lnTo>
                  <a:lnTo>
                    <a:pt x="305503" y="10217"/>
                  </a:lnTo>
                  <a:lnTo>
                    <a:pt x="307424" y="9699"/>
                  </a:lnTo>
                  <a:lnTo>
                    <a:pt x="309346" y="9193"/>
                  </a:lnTo>
                  <a:lnTo>
                    <a:pt x="311267" y="8699"/>
                  </a:lnTo>
                  <a:lnTo>
                    <a:pt x="313189" y="8214"/>
                  </a:lnTo>
                  <a:lnTo>
                    <a:pt x="315110" y="7747"/>
                  </a:lnTo>
                  <a:lnTo>
                    <a:pt x="317031" y="7285"/>
                  </a:lnTo>
                  <a:lnTo>
                    <a:pt x="318953" y="6844"/>
                  </a:lnTo>
                  <a:lnTo>
                    <a:pt x="320874" y="6410"/>
                  </a:lnTo>
                  <a:lnTo>
                    <a:pt x="322796" y="5991"/>
                  </a:lnTo>
                  <a:lnTo>
                    <a:pt x="324717" y="5586"/>
                  </a:lnTo>
                  <a:lnTo>
                    <a:pt x="326638" y="5191"/>
                  </a:lnTo>
                  <a:lnTo>
                    <a:pt x="328560" y="4815"/>
                  </a:lnTo>
                  <a:lnTo>
                    <a:pt x="330481" y="4446"/>
                  </a:lnTo>
                  <a:lnTo>
                    <a:pt x="332403" y="4099"/>
                  </a:lnTo>
                  <a:lnTo>
                    <a:pt x="334324" y="3760"/>
                  </a:lnTo>
                  <a:lnTo>
                    <a:pt x="336245" y="3439"/>
                  </a:lnTo>
                  <a:lnTo>
                    <a:pt x="338167" y="3131"/>
                  </a:lnTo>
                  <a:lnTo>
                    <a:pt x="340088" y="2835"/>
                  </a:lnTo>
                  <a:lnTo>
                    <a:pt x="342010" y="2559"/>
                  </a:lnTo>
                  <a:lnTo>
                    <a:pt x="343931" y="2288"/>
                  </a:lnTo>
                  <a:lnTo>
                    <a:pt x="345852" y="2043"/>
                  </a:lnTo>
                  <a:lnTo>
                    <a:pt x="347774" y="1805"/>
                  </a:lnTo>
                  <a:lnTo>
                    <a:pt x="349695" y="1586"/>
                  </a:lnTo>
                  <a:lnTo>
                    <a:pt x="351617" y="1380"/>
                  </a:lnTo>
                  <a:lnTo>
                    <a:pt x="353538" y="1186"/>
                  </a:lnTo>
                  <a:lnTo>
                    <a:pt x="355459" y="1012"/>
                  </a:lnTo>
                  <a:lnTo>
                    <a:pt x="357381" y="844"/>
                  </a:lnTo>
                  <a:lnTo>
                    <a:pt x="359302" y="701"/>
                  </a:lnTo>
                  <a:lnTo>
                    <a:pt x="361224" y="565"/>
                  </a:lnTo>
                  <a:lnTo>
                    <a:pt x="363145" y="448"/>
                  </a:lnTo>
                  <a:lnTo>
                    <a:pt x="365067" y="343"/>
                  </a:lnTo>
                  <a:lnTo>
                    <a:pt x="366988" y="251"/>
                  </a:lnTo>
                  <a:lnTo>
                    <a:pt x="368909" y="177"/>
                  </a:lnTo>
                  <a:lnTo>
                    <a:pt x="370831" y="110"/>
                  </a:lnTo>
                  <a:lnTo>
                    <a:pt x="372752" y="66"/>
                  </a:lnTo>
                  <a:lnTo>
                    <a:pt x="374674" y="27"/>
                  </a:lnTo>
                  <a:lnTo>
                    <a:pt x="376595" y="8"/>
                  </a:lnTo>
                  <a:lnTo>
                    <a:pt x="378516" y="0"/>
                  </a:lnTo>
                  <a:lnTo>
                    <a:pt x="380438" y="4"/>
                  </a:lnTo>
                  <a:lnTo>
                    <a:pt x="382359" y="23"/>
                  </a:lnTo>
                  <a:lnTo>
                    <a:pt x="384281" y="50"/>
                  </a:lnTo>
                  <a:lnTo>
                    <a:pt x="386202" y="97"/>
                  </a:lnTo>
                  <a:lnTo>
                    <a:pt x="388123" y="149"/>
                  </a:lnTo>
                  <a:lnTo>
                    <a:pt x="390045" y="220"/>
                  </a:lnTo>
                  <a:lnTo>
                    <a:pt x="391966" y="298"/>
                  </a:lnTo>
                  <a:lnTo>
                    <a:pt x="393888" y="389"/>
                  </a:lnTo>
                  <a:lnTo>
                    <a:pt x="395809" y="492"/>
                  </a:lnTo>
                  <a:lnTo>
                    <a:pt x="397730" y="602"/>
                  </a:lnTo>
                  <a:lnTo>
                    <a:pt x="399652" y="730"/>
                  </a:lnTo>
                  <a:lnTo>
                    <a:pt x="401573" y="861"/>
                  </a:lnTo>
                  <a:lnTo>
                    <a:pt x="403495" y="1009"/>
                  </a:lnTo>
                  <a:lnTo>
                    <a:pt x="405416" y="1162"/>
                  </a:lnTo>
                  <a:lnTo>
                    <a:pt x="407337" y="1327"/>
                  </a:lnTo>
                  <a:lnTo>
                    <a:pt x="409259" y="1501"/>
                  </a:lnTo>
                  <a:lnTo>
                    <a:pt x="411180" y="1682"/>
                  </a:lnTo>
                  <a:lnTo>
                    <a:pt x="413102" y="1876"/>
                  </a:lnTo>
                  <a:lnTo>
                    <a:pt x="415023" y="2073"/>
                  </a:lnTo>
                  <a:lnTo>
                    <a:pt x="416944" y="2283"/>
                  </a:lnTo>
                  <a:lnTo>
                    <a:pt x="418866" y="2498"/>
                  </a:lnTo>
                  <a:lnTo>
                    <a:pt x="420787" y="2722"/>
                  </a:lnTo>
                  <a:lnTo>
                    <a:pt x="422709" y="2953"/>
                  </a:lnTo>
                  <a:lnTo>
                    <a:pt x="424630" y="3189"/>
                  </a:lnTo>
                  <a:lnTo>
                    <a:pt x="426551" y="3435"/>
                  </a:lnTo>
                  <a:lnTo>
                    <a:pt x="428473" y="3683"/>
                  </a:lnTo>
                  <a:lnTo>
                    <a:pt x="430394" y="3942"/>
                  </a:lnTo>
                  <a:lnTo>
                    <a:pt x="432316" y="4203"/>
                  </a:lnTo>
                  <a:lnTo>
                    <a:pt x="434237" y="4470"/>
                  </a:lnTo>
                  <a:lnTo>
                    <a:pt x="436159" y="4743"/>
                  </a:lnTo>
                  <a:lnTo>
                    <a:pt x="438080" y="5019"/>
                  </a:lnTo>
                  <a:lnTo>
                    <a:pt x="440001" y="5302"/>
                  </a:lnTo>
                  <a:lnTo>
                    <a:pt x="441923" y="5586"/>
                  </a:lnTo>
                  <a:lnTo>
                    <a:pt x="443844" y="5877"/>
                  </a:lnTo>
                  <a:lnTo>
                    <a:pt x="445766" y="6170"/>
                  </a:lnTo>
                  <a:lnTo>
                    <a:pt x="447687" y="6467"/>
                  </a:lnTo>
                  <a:lnTo>
                    <a:pt x="449608" y="6766"/>
                  </a:lnTo>
                  <a:lnTo>
                    <a:pt x="451530" y="7069"/>
                  </a:lnTo>
                  <a:lnTo>
                    <a:pt x="453451" y="7374"/>
                  </a:lnTo>
                  <a:lnTo>
                    <a:pt x="455373" y="7680"/>
                  </a:lnTo>
                  <a:lnTo>
                    <a:pt x="457294" y="7990"/>
                  </a:lnTo>
                  <a:lnTo>
                    <a:pt x="459215" y="8300"/>
                  </a:lnTo>
                  <a:lnTo>
                    <a:pt x="461137" y="8613"/>
                  </a:lnTo>
                  <a:lnTo>
                    <a:pt x="463058" y="8926"/>
                  </a:lnTo>
                  <a:lnTo>
                    <a:pt x="464980" y="9241"/>
                  </a:lnTo>
                  <a:lnTo>
                    <a:pt x="466901" y="9557"/>
                  </a:lnTo>
                  <a:lnTo>
                    <a:pt x="468822" y="9872"/>
                  </a:lnTo>
                  <a:lnTo>
                    <a:pt x="470744" y="10189"/>
                  </a:lnTo>
                  <a:lnTo>
                    <a:pt x="472665" y="10506"/>
                  </a:lnTo>
                  <a:lnTo>
                    <a:pt x="474587" y="10822"/>
                  </a:lnTo>
                  <a:lnTo>
                    <a:pt x="476508" y="11139"/>
                  </a:lnTo>
                  <a:lnTo>
                    <a:pt x="478429" y="11455"/>
                  </a:lnTo>
                  <a:lnTo>
                    <a:pt x="480351" y="11770"/>
                  </a:lnTo>
                  <a:lnTo>
                    <a:pt x="482272" y="12086"/>
                  </a:lnTo>
                  <a:lnTo>
                    <a:pt x="484194" y="12400"/>
                  </a:lnTo>
                  <a:lnTo>
                    <a:pt x="486115" y="12713"/>
                  </a:lnTo>
                  <a:lnTo>
                    <a:pt x="488036" y="13025"/>
                  </a:lnTo>
                  <a:lnTo>
                    <a:pt x="489958" y="13336"/>
                  </a:lnTo>
                  <a:lnTo>
                    <a:pt x="491879" y="13645"/>
                  </a:lnTo>
                  <a:lnTo>
                    <a:pt x="493801" y="13953"/>
                  </a:lnTo>
                  <a:lnTo>
                    <a:pt x="495722" y="14260"/>
                  </a:lnTo>
                  <a:lnTo>
                    <a:pt x="497643" y="14564"/>
                  </a:lnTo>
                  <a:lnTo>
                    <a:pt x="499565" y="14868"/>
                  </a:lnTo>
                  <a:lnTo>
                    <a:pt x="501486" y="15169"/>
                  </a:lnTo>
                  <a:lnTo>
                    <a:pt x="503408" y="15468"/>
                  </a:lnTo>
                  <a:lnTo>
                    <a:pt x="505329" y="15766"/>
                  </a:lnTo>
                  <a:lnTo>
                    <a:pt x="507250" y="16061"/>
                  </a:lnTo>
                  <a:lnTo>
                    <a:pt x="509172" y="16355"/>
                  </a:lnTo>
                  <a:lnTo>
                    <a:pt x="511093" y="16645"/>
                  </a:lnTo>
                  <a:lnTo>
                    <a:pt x="513015" y="16935"/>
                  </a:lnTo>
                  <a:lnTo>
                    <a:pt x="514936" y="17221"/>
                  </a:lnTo>
                  <a:lnTo>
                    <a:pt x="516858" y="17506"/>
                  </a:lnTo>
                  <a:lnTo>
                    <a:pt x="518779" y="17788"/>
                  </a:lnTo>
                  <a:lnTo>
                    <a:pt x="520700" y="18068"/>
                  </a:lnTo>
                  <a:lnTo>
                    <a:pt x="522622" y="18346"/>
                  </a:lnTo>
                  <a:lnTo>
                    <a:pt x="524543" y="18621"/>
                  </a:lnTo>
                  <a:lnTo>
                    <a:pt x="526465" y="18896"/>
                  </a:lnTo>
                  <a:lnTo>
                    <a:pt x="528386" y="19166"/>
                  </a:lnTo>
                  <a:lnTo>
                    <a:pt x="530307" y="19435"/>
                  </a:lnTo>
                  <a:lnTo>
                    <a:pt x="532229" y="19701"/>
                  </a:lnTo>
                  <a:lnTo>
                    <a:pt x="534150" y="19965"/>
                  </a:lnTo>
                  <a:lnTo>
                    <a:pt x="536072" y="20228"/>
                  </a:lnTo>
                  <a:lnTo>
                    <a:pt x="537993" y="20487"/>
                  </a:lnTo>
                  <a:lnTo>
                    <a:pt x="539914" y="20746"/>
                  </a:lnTo>
                  <a:lnTo>
                    <a:pt x="541836" y="21001"/>
                  </a:lnTo>
                  <a:lnTo>
                    <a:pt x="543757" y="21255"/>
                  </a:lnTo>
                  <a:lnTo>
                    <a:pt x="545679" y="21506"/>
                  </a:lnTo>
                  <a:lnTo>
                    <a:pt x="547600" y="21756"/>
                  </a:lnTo>
                  <a:lnTo>
                    <a:pt x="549521" y="22004"/>
                  </a:lnTo>
                  <a:lnTo>
                    <a:pt x="551443" y="22249"/>
                  </a:lnTo>
                  <a:lnTo>
                    <a:pt x="553364" y="22494"/>
                  </a:lnTo>
                  <a:lnTo>
                    <a:pt x="555286" y="22736"/>
                  </a:lnTo>
                  <a:lnTo>
                    <a:pt x="557207" y="22976"/>
                  </a:lnTo>
                  <a:lnTo>
                    <a:pt x="559128" y="23215"/>
                  </a:lnTo>
                  <a:lnTo>
                    <a:pt x="561050" y="23452"/>
                  </a:lnTo>
                  <a:lnTo>
                    <a:pt x="562971" y="23688"/>
                  </a:lnTo>
                  <a:lnTo>
                    <a:pt x="564893" y="23922"/>
                  </a:lnTo>
                  <a:lnTo>
                    <a:pt x="566814" y="24155"/>
                  </a:lnTo>
                  <a:lnTo>
                    <a:pt x="568735" y="24386"/>
                  </a:lnTo>
                  <a:lnTo>
                    <a:pt x="570657" y="24616"/>
                  </a:lnTo>
                  <a:lnTo>
                    <a:pt x="572578" y="24845"/>
                  </a:lnTo>
                  <a:lnTo>
                    <a:pt x="574500" y="25072"/>
                  </a:lnTo>
                  <a:lnTo>
                    <a:pt x="576421" y="25299"/>
                  </a:lnTo>
                  <a:lnTo>
                    <a:pt x="578342" y="25524"/>
                  </a:lnTo>
                  <a:lnTo>
                    <a:pt x="580264" y="25748"/>
                  </a:lnTo>
                  <a:lnTo>
                    <a:pt x="582185" y="25971"/>
                  </a:lnTo>
                  <a:lnTo>
                    <a:pt x="584107" y="26194"/>
                  </a:lnTo>
                  <a:lnTo>
                    <a:pt x="586028" y="26415"/>
                  </a:lnTo>
                  <a:lnTo>
                    <a:pt x="587950" y="26636"/>
                  </a:lnTo>
                  <a:lnTo>
                    <a:pt x="589871" y="26855"/>
                  </a:lnTo>
                  <a:lnTo>
                    <a:pt x="591792" y="27074"/>
                  </a:lnTo>
                  <a:lnTo>
                    <a:pt x="593714" y="27293"/>
                  </a:lnTo>
                  <a:lnTo>
                    <a:pt x="595635" y="27510"/>
                  </a:lnTo>
                  <a:lnTo>
                    <a:pt x="597557" y="27727"/>
                  </a:lnTo>
                  <a:lnTo>
                    <a:pt x="599478" y="27944"/>
                  </a:lnTo>
                  <a:lnTo>
                    <a:pt x="601399" y="28160"/>
                  </a:lnTo>
                  <a:lnTo>
                    <a:pt x="603321" y="28375"/>
                  </a:lnTo>
                  <a:lnTo>
                    <a:pt x="605242" y="28590"/>
                  </a:lnTo>
                  <a:lnTo>
                    <a:pt x="607164" y="28805"/>
                  </a:lnTo>
                  <a:lnTo>
                    <a:pt x="609085" y="29019"/>
                  </a:lnTo>
                  <a:lnTo>
                    <a:pt x="611006" y="29233"/>
                  </a:lnTo>
                  <a:lnTo>
                    <a:pt x="612928" y="29446"/>
                  </a:lnTo>
                  <a:lnTo>
                    <a:pt x="614849" y="29659"/>
                  </a:lnTo>
                  <a:lnTo>
                    <a:pt x="616771" y="29872"/>
                  </a:lnTo>
                  <a:lnTo>
                    <a:pt x="618692" y="30084"/>
                  </a:lnTo>
                  <a:lnTo>
                    <a:pt x="620613" y="30297"/>
                  </a:lnTo>
                  <a:lnTo>
                    <a:pt x="622535" y="30508"/>
                  </a:lnTo>
                  <a:lnTo>
                    <a:pt x="624456" y="30720"/>
                  </a:lnTo>
                  <a:lnTo>
                    <a:pt x="626378" y="30931"/>
                  </a:lnTo>
                  <a:lnTo>
                    <a:pt x="628299" y="31142"/>
                  </a:lnTo>
                  <a:lnTo>
                    <a:pt x="630220" y="31353"/>
                  </a:lnTo>
                  <a:lnTo>
                    <a:pt x="632142" y="31564"/>
                  </a:lnTo>
                  <a:lnTo>
                    <a:pt x="634063" y="31774"/>
                  </a:lnTo>
                  <a:lnTo>
                    <a:pt x="635985" y="31984"/>
                  </a:lnTo>
                  <a:lnTo>
                    <a:pt x="637906" y="32194"/>
                  </a:lnTo>
                  <a:lnTo>
                    <a:pt x="639827" y="32404"/>
                  </a:lnTo>
                  <a:lnTo>
                    <a:pt x="641749" y="32613"/>
                  </a:lnTo>
                  <a:lnTo>
                    <a:pt x="643670" y="32822"/>
                  </a:lnTo>
                  <a:lnTo>
                    <a:pt x="645592" y="33031"/>
                  </a:lnTo>
                  <a:lnTo>
                    <a:pt x="647513" y="33239"/>
                  </a:lnTo>
                  <a:lnTo>
                    <a:pt x="649434" y="33447"/>
                  </a:lnTo>
                  <a:lnTo>
                    <a:pt x="651356" y="33655"/>
                  </a:lnTo>
                  <a:lnTo>
                    <a:pt x="653277" y="33862"/>
                  </a:lnTo>
                  <a:lnTo>
                    <a:pt x="655199" y="34069"/>
                  </a:lnTo>
                  <a:lnTo>
                    <a:pt x="657120" y="34275"/>
                  </a:lnTo>
                  <a:lnTo>
                    <a:pt x="659042" y="34481"/>
                  </a:lnTo>
                  <a:lnTo>
                    <a:pt x="660963" y="34687"/>
                  </a:lnTo>
                  <a:lnTo>
                    <a:pt x="662884" y="34892"/>
                  </a:lnTo>
                  <a:lnTo>
                    <a:pt x="664806" y="35097"/>
                  </a:lnTo>
                  <a:lnTo>
                    <a:pt x="666727" y="35301"/>
                  </a:lnTo>
                  <a:lnTo>
                    <a:pt x="668649" y="35504"/>
                  </a:lnTo>
                  <a:lnTo>
                    <a:pt x="670570" y="35707"/>
                  </a:lnTo>
                  <a:lnTo>
                    <a:pt x="672491" y="35909"/>
                  </a:lnTo>
                  <a:lnTo>
                    <a:pt x="674413" y="36111"/>
                  </a:lnTo>
                  <a:lnTo>
                    <a:pt x="676334" y="36312"/>
                  </a:lnTo>
                  <a:lnTo>
                    <a:pt x="678256" y="36512"/>
                  </a:lnTo>
                  <a:lnTo>
                    <a:pt x="680177" y="36712"/>
                  </a:lnTo>
                  <a:lnTo>
                    <a:pt x="682098" y="36911"/>
                  </a:lnTo>
                  <a:lnTo>
                    <a:pt x="684020" y="37108"/>
                  </a:lnTo>
                  <a:lnTo>
                    <a:pt x="685941" y="37305"/>
                  </a:lnTo>
                  <a:lnTo>
                    <a:pt x="687863" y="37502"/>
                  </a:lnTo>
                  <a:lnTo>
                    <a:pt x="689784" y="37697"/>
                  </a:lnTo>
                  <a:lnTo>
                    <a:pt x="691705" y="37892"/>
                  </a:lnTo>
                  <a:lnTo>
                    <a:pt x="693627" y="38085"/>
                  </a:lnTo>
                  <a:lnTo>
                    <a:pt x="695548" y="38278"/>
                  </a:lnTo>
                  <a:lnTo>
                    <a:pt x="697470" y="38469"/>
                  </a:lnTo>
                  <a:lnTo>
                    <a:pt x="699391" y="38660"/>
                  </a:lnTo>
                  <a:lnTo>
                    <a:pt x="701312" y="38850"/>
                  </a:lnTo>
                  <a:lnTo>
                    <a:pt x="703234" y="39038"/>
                  </a:lnTo>
                  <a:lnTo>
                    <a:pt x="705155" y="39226"/>
                  </a:lnTo>
                  <a:lnTo>
                    <a:pt x="707077" y="39412"/>
                  </a:lnTo>
                  <a:lnTo>
                    <a:pt x="708998" y="39598"/>
                  </a:lnTo>
                  <a:lnTo>
                    <a:pt x="710919" y="39782"/>
                  </a:lnTo>
                  <a:lnTo>
                    <a:pt x="712841" y="39965"/>
                  </a:lnTo>
                  <a:lnTo>
                    <a:pt x="714762" y="40147"/>
                  </a:lnTo>
                  <a:lnTo>
                    <a:pt x="716684" y="40328"/>
                  </a:lnTo>
                  <a:lnTo>
                    <a:pt x="718605" y="40508"/>
                  </a:lnTo>
                  <a:lnTo>
                    <a:pt x="720526" y="40686"/>
                  </a:lnTo>
                  <a:lnTo>
                    <a:pt x="722448" y="40864"/>
                  </a:lnTo>
                  <a:lnTo>
                    <a:pt x="724369" y="41039"/>
                  </a:lnTo>
                  <a:lnTo>
                    <a:pt x="726291" y="41214"/>
                  </a:lnTo>
                  <a:lnTo>
                    <a:pt x="728212" y="41388"/>
                  </a:lnTo>
                  <a:lnTo>
                    <a:pt x="730134" y="41560"/>
                  </a:lnTo>
                  <a:lnTo>
                    <a:pt x="732055" y="41732"/>
                  </a:lnTo>
                  <a:lnTo>
                    <a:pt x="733976" y="41902"/>
                  </a:lnTo>
                  <a:lnTo>
                    <a:pt x="735898" y="42071"/>
                  </a:lnTo>
                  <a:lnTo>
                    <a:pt x="737819" y="42238"/>
                  </a:lnTo>
                  <a:lnTo>
                    <a:pt x="739741" y="42405"/>
                  </a:lnTo>
                  <a:lnTo>
                    <a:pt x="741662" y="42570"/>
                  </a:lnTo>
                  <a:lnTo>
                    <a:pt x="743583" y="42734"/>
                  </a:lnTo>
                  <a:lnTo>
                    <a:pt x="745505" y="42897"/>
                  </a:lnTo>
                  <a:lnTo>
                    <a:pt x="747426" y="43059"/>
                  </a:lnTo>
                  <a:lnTo>
                    <a:pt x="749348" y="43220"/>
                  </a:lnTo>
                  <a:lnTo>
                    <a:pt x="751269" y="43379"/>
                  </a:lnTo>
                  <a:lnTo>
                    <a:pt x="753190" y="43538"/>
                  </a:lnTo>
                  <a:lnTo>
                    <a:pt x="755112" y="43695"/>
                  </a:lnTo>
                  <a:lnTo>
                    <a:pt x="757033" y="43851"/>
                  </a:lnTo>
                  <a:lnTo>
                    <a:pt x="758955" y="44006"/>
                  </a:lnTo>
                  <a:lnTo>
                    <a:pt x="760876" y="44160"/>
                  </a:lnTo>
                  <a:lnTo>
                    <a:pt x="762797" y="44313"/>
                  </a:lnTo>
                  <a:lnTo>
                    <a:pt x="764719" y="44465"/>
                  </a:lnTo>
                  <a:lnTo>
                    <a:pt x="766640" y="44617"/>
                  </a:lnTo>
                  <a:lnTo>
                    <a:pt x="768562" y="44766"/>
                  </a:lnTo>
                  <a:lnTo>
                    <a:pt x="770483" y="44916"/>
                  </a:lnTo>
                  <a:lnTo>
                    <a:pt x="772404" y="45064"/>
                  </a:lnTo>
                  <a:lnTo>
                    <a:pt x="774326" y="45211"/>
                  </a:lnTo>
                  <a:lnTo>
                    <a:pt x="776247" y="45358"/>
                  </a:lnTo>
                  <a:lnTo>
                    <a:pt x="778169" y="45504"/>
                  </a:lnTo>
                  <a:lnTo>
                    <a:pt x="780090" y="45649"/>
                  </a:lnTo>
                  <a:lnTo>
                    <a:pt x="782011" y="45793"/>
                  </a:lnTo>
                  <a:lnTo>
                    <a:pt x="783933" y="45936"/>
                  </a:lnTo>
                  <a:lnTo>
                    <a:pt x="785854" y="46079"/>
                  </a:lnTo>
                  <a:lnTo>
                    <a:pt x="787776" y="46221"/>
                  </a:lnTo>
                  <a:lnTo>
                    <a:pt x="789697" y="46363"/>
                  </a:lnTo>
                  <a:lnTo>
                    <a:pt x="791618" y="46504"/>
                  </a:lnTo>
                  <a:lnTo>
                    <a:pt x="793540" y="46644"/>
                  </a:lnTo>
                  <a:lnTo>
                    <a:pt x="795461" y="46784"/>
                  </a:lnTo>
                  <a:lnTo>
                    <a:pt x="797383" y="46923"/>
                  </a:lnTo>
                  <a:lnTo>
                    <a:pt x="799304" y="47062"/>
                  </a:lnTo>
                  <a:lnTo>
                    <a:pt x="801226" y="47201"/>
                  </a:lnTo>
                  <a:lnTo>
                    <a:pt x="803147" y="47339"/>
                  </a:lnTo>
                  <a:lnTo>
                    <a:pt x="805068" y="47476"/>
                  </a:lnTo>
                  <a:lnTo>
                    <a:pt x="806990" y="47614"/>
                  </a:lnTo>
                  <a:lnTo>
                    <a:pt x="808911" y="47751"/>
                  </a:lnTo>
                  <a:lnTo>
                    <a:pt x="810833" y="47888"/>
                  </a:lnTo>
                  <a:lnTo>
                    <a:pt x="812754" y="48025"/>
                  </a:lnTo>
                  <a:lnTo>
                    <a:pt x="814675" y="48161"/>
                  </a:lnTo>
                  <a:lnTo>
                    <a:pt x="816597" y="48298"/>
                  </a:lnTo>
                  <a:lnTo>
                    <a:pt x="818518" y="48434"/>
                  </a:lnTo>
                  <a:lnTo>
                    <a:pt x="820440" y="48570"/>
                  </a:lnTo>
                  <a:lnTo>
                    <a:pt x="822361" y="48707"/>
                  </a:lnTo>
                  <a:lnTo>
                    <a:pt x="824282" y="48843"/>
                  </a:lnTo>
                  <a:lnTo>
                    <a:pt x="826204" y="48979"/>
                  </a:lnTo>
                  <a:lnTo>
                    <a:pt x="828125" y="49116"/>
                  </a:lnTo>
                  <a:lnTo>
                    <a:pt x="830047" y="49252"/>
                  </a:lnTo>
                  <a:lnTo>
                    <a:pt x="831968" y="49389"/>
                  </a:lnTo>
                  <a:lnTo>
                    <a:pt x="833889" y="49526"/>
                  </a:lnTo>
                  <a:lnTo>
                    <a:pt x="835811" y="49663"/>
                  </a:lnTo>
                  <a:lnTo>
                    <a:pt x="837732" y="49800"/>
                  </a:lnTo>
                  <a:lnTo>
                    <a:pt x="839654" y="49938"/>
                  </a:lnTo>
                  <a:lnTo>
                    <a:pt x="841575" y="50076"/>
                  </a:lnTo>
                  <a:lnTo>
                    <a:pt x="843496" y="50214"/>
                  </a:lnTo>
                  <a:lnTo>
                    <a:pt x="845418" y="50353"/>
                  </a:lnTo>
                  <a:lnTo>
                    <a:pt x="847339" y="50492"/>
                  </a:lnTo>
                  <a:lnTo>
                    <a:pt x="849261" y="50632"/>
                  </a:lnTo>
                  <a:lnTo>
                    <a:pt x="851182" y="50772"/>
                  </a:lnTo>
                  <a:lnTo>
                    <a:pt x="853103" y="50912"/>
                  </a:lnTo>
                  <a:lnTo>
                    <a:pt x="855025" y="51053"/>
                  </a:lnTo>
                  <a:lnTo>
                    <a:pt x="856946" y="51195"/>
                  </a:lnTo>
                  <a:lnTo>
                    <a:pt x="858868" y="51337"/>
                  </a:lnTo>
                  <a:lnTo>
                    <a:pt x="860789" y="51480"/>
                  </a:lnTo>
                  <a:lnTo>
                    <a:pt x="862710" y="51624"/>
                  </a:lnTo>
                  <a:lnTo>
                    <a:pt x="864632" y="51768"/>
                  </a:lnTo>
                  <a:lnTo>
                    <a:pt x="866553" y="51913"/>
                  </a:lnTo>
                  <a:lnTo>
                    <a:pt x="868475" y="52058"/>
                  </a:lnTo>
                  <a:lnTo>
                    <a:pt x="870396" y="52204"/>
                  </a:lnTo>
                  <a:lnTo>
                    <a:pt x="872318" y="52351"/>
                  </a:lnTo>
                  <a:lnTo>
                    <a:pt x="874239" y="52499"/>
                  </a:lnTo>
                  <a:lnTo>
                    <a:pt x="876160" y="52648"/>
                  </a:lnTo>
                  <a:lnTo>
                    <a:pt x="878082" y="52797"/>
                  </a:lnTo>
                  <a:lnTo>
                    <a:pt x="880003" y="52947"/>
                  </a:lnTo>
                  <a:lnTo>
                    <a:pt x="881925" y="53098"/>
                  </a:lnTo>
                  <a:lnTo>
                    <a:pt x="883846" y="53250"/>
                  </a:lnTo>
                  <a:lnTo>
                    <a:pt x="885767" y="53402"/>
                  </a:lnTo>
                  <a:lnTo>
                    <a:pt x="887689" y="53556"/>
                  </a:lnTo>
                  <a:lnTo>
                    <a:pt x="889610" y="53710"/>
                  </a:lnTo>
                  <a:lnTo>
                    <a:pt x="891532" y="53865"/>
                  </a:lnTo>
                  <a:lnTo>
                    <a:pt x="893453" y="54021"/>
                  </a:lnTo>
                  <a:lnTo>
                    <a:pt x="895374" y="54178"/>
                  </a:lnTo>
                  <a:lnTo>
                    <a:pt x="897296" y="54336"/>
                  </a:lnTo>
                  <a:lnTo>
                    <a:pt x="899217" y="54495"/>
                  </a:lnTo>
                  <a:lnTo>
                    <a:pt x="901139" y="54654"/>
                  </a:lnTo>
                  <a:lnTo>
                    <a:pt x="903060" y="54815"/>
                  </a:lnTo>
                  <a:lnTo>
                    <a:pt x="904981" y="54976"/>
                  </a:lnTo>
                  <a:lnTo>
                    <a:pt x="906903" y="55139"/>
                  </a:lnTo>
                  <a:lnTo>
                    <a:pt x="908824" y="55302"/>
                  </a:lnTo>
                  <a:lnTo>
                    <a:pt x="910746" y="55466"/>
                  </a:lnTo>
                  <a:lnTo>
                    <a:pt x="912667" y="55631"/>
                  </a:lnTo>
                  <a:lnTo>
                    <a:pt x="914588" y="55796"/>
                  </a:lnTo>
                  <a:lnTo>
                    <a:pt x="916510" y="55963"/>
                  </a:lnTo>
                  <a:lnTo>
                    <a:pt x="918431" y="56130"/>
                  </a:lnTo>
                  <a:lnTo>
                    <a:pt x="920353" y="56299"/>
                  </a:lnTo>
                  <a:lnTo>
                    <a:pt x="922274" y="56467"/>
                  </a:lnTo>
                  <a:lnTo>
                    <a:pt x="924195" y="56637"/>
                  </a:lnTo>
                  <a:lnTo>
                    <a:pt x="926117" y="56808"/>
                  </a:lnTo>
                  <a:lnTo>
                    <a:pt x="928038" y="56979"/>
                  </a:lnTo>
                  <a:lnTo>
                    <a:pt x="929960" y="57151"/>
                  </a:lnTo>
                  <a:lnTo>
                    <a:pt x="931881" y="57324"/>
                  </a:lnTo>
                  <a:lnTo>
                    <a:pt x="933802" y="57497"/>
                  </a:lnTo>
                  <a:lnTo>
                    <a:pt x="935724" y="57671"/>
                  </a:lnTo>
                  <a:lnTo>
                    <a:pt x="937645" y="57846"/>
                  </a:lnTo>
                  <a:lnTo>
                    <a:pt x="939567" y="58021"/>
                  </a:lnTo>
                  <a:lnTo>
                    <a:pt x="941488" y="58197"/>
                  </a:lnTo>
                  <a:lnTo>
                    <a:pt x="943410" y="58373"/>
                  </a:lnTo>
                  <a:lnTo>
                    <a:pt x="945331" y="58550"/>
                  </a:lnTo>
                  <a:lnTo>
                    <a:pt x="947252" y="58727"/>
                  </a:lnTo>
                  <a:lnTo>
                    <a:pt x="949174" y="58904"/>
                  </a:lnTo>
                  <a:lnTo>
                    <a:pt x="951095" y="59082"/>
                  </a:lnTo>
                  <a:lnTo>
                    <a:pt x="953017" y="59261"/>
                  </a:lnTo>
                  <a:lnTo>
                    <a:pt x="954938" y="59439"/>
                  </a:lnTo>
                  <a:lnTo>
                    <a:pt x="956859" y="59618"/>
                  </a:lnTo>
                  <a:lnTo>
                    <a:pt x="958781" y="59797"/>
                  </a:lnTo>
                  <a:lnTo>
                    <a:pt x="960702" y="59976"/>
                  </a:lnTo>
                  <a:lnTo>
                    <a:pt x="962624" y="60155"/>
                  </a:lnTo>
                  <a:lnTo>
                    <a:pt x="964545" y="60335"/>
                  </a:lnTo>
                  <a:lnTo>
                    <a:pt x="966466" y="60514"/>
                  </a:lnTo>
                  <a:lnTo>
                    <a:pt x="968388" y="60693"/>
                  </a:lnTo>
                  <a:lnTo>
                    <a:pt x="970309" y="60873"/>
                  </a:lnTo>
                  <a:lnTo>
                    <a:pt x="972231" y="61052"/>
                  </a:lnTo>
                  <a:lnTo>
                    <a:pt x="974152" y="61231"/>
                  </a:lnTo>
                  <a:lnTo>
                    <a:pt x="976073" y="61410"/>
                  </a:lnTo>
                  <a:lnTo>
                    <a:pt x="977995" y="61588"/>
                  </a:lnTo>
                  <a:lnTo>
                    <a:pt x="979916" y="61766"/>
                  </a:lnTo>
                  <a:lnTo>
                    <a:pt x="981838" y="61944"/>
                  </a:lnTo>
                </a:path>
              </a:pathLst>
            </a:cu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1761070" y="6074124"/>
              <a:ext cx="1080021" cy="0"/>
            </a:xfrm>
            <a:custGeom>
              <a:avLst/>
              <a:pathLst>
                <a:path w="1080021" h="0">
                  <a:moveTo>
                    <a:pt x="0" y="0"/>
                  </a:moveTo>
                  <a:lnTo>
                    <a:pt x="10800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1810162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2055621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2301081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2546541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2792000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tx263"/>
            <p:cNvSpPr/>
            <p:nvPr/>
          </p:nvSpPr>
          <p:spPr>
            <a:xfrm>
              <a:off x="1732481" y="61350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1977941" y="61350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2223400" y="61350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2468860" y="6136426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2683241" y="6135062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2258414" y="6285848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269" name="rc269"/>
            <p:cNvSpPr/>
            <p:nvPr/>
          </p:nvSpPr>
          <p:spPr>
            <a:xfrm>
              <a:off x="1691481" y="6553601"/>
              <a:ext cx="2190136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0" name="tx270"/>
            <p:cNvSpPr/>
            <p:nvPr/>
          </p:nvSpPr>
          <p:spPr>
            <a:xfrm>
              <a:off x="790133" y="6681281"/>
              <a:ext cx="8461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Window</a:t>
              </a:r>
            </a:p>
          </p:txBody>
        </p:sp>
        <p:sp>
          <p:nvSpPr>
            <p:cNvPr id="271" name="rc271"/>
            <p:cNvSpPr/>
            <p:nvPr/>
          </p:nvSpPr>
          <p:spPr>
            <a:xfrm>
              <a:off x="1716972" y="66231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2" name="rc272"/>
            <p:cNvSpPr/>
            <p:nvPr/>
          </p:nvSpPr>
          <p:spPr>
            <a:xfrm>
              <a:off x="1734972" y="6641190"/>
              <a:ext cx="183455" cy="183455"/>
            </a:xfrm>
            <a:prstGeom prst="rect">
              <a:avLst/>
            </a:pr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rc273"/>
            <p:cNvSpPr/>
            <p:nvPr/>
          </p:nvSpPr>
          <p:spPr>
            <a:xfrm>
              <a:off x="2180381" y="66231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rc274"/>
            <p:cNvSpPr/>
            <p:nvPr/>
          </p:nvSpPr>
          <p:spPr>
            <a:xfrm>
              <a:off x="2198381" y="6641190"/>
              <a:ext cx="183455" cy="183455"/>
            </a:xfrm>
            <a:prstGeom prst="rect">
              <a:avLst/>
            </a:pr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rc275"/>
            <p:cNvSpPr/>
            <p:nvPr/>
          </p:nvSpPr>
          <p:spPr>
            <a:xfrm>
              <a:off x="2605690" y="66231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6" name="rc276"/>
            <p:cNvSpPr/>
            <p:nvPr/>
          </p:nvSpPr>
          <p:spPr>
            <a:xfrm>
              <a:off x="2623691" y="6641190"/>
              <a:ext cx="183455" cy="183455"/>
            </a:xfrm>
            <a:prstGeom prst="rect">
              <a:avLst/>
            </a:pr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rc277"/>
            <p:cNvSpPr/>
            <p:nvPr/>
          </p:nvSpPr>
          <p:spPr>
            <a:xfrm>
              <a:off x="3031000" y="66231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8" name="rc278"/>
            <p:cNvSpPr/>
            <p:nvPr/>
          </p:nvSpPr>
          <p:spPr>
            <a:xfrm>
              <a:off x="3049000" y="6641190"/>
              <a:ext cx="183455" cy="183455"/>
            </a:xfrm>
            <a:prstGeom prst="rect">
              <a:avLst/>
            </a:pr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rc279"/>
            <p:cNvSpPr/>
            <p:nvPr/>
          </p:nvSpPr>
          <p:spPr>
            <a:xfrm>
              <a:off x="3456309" y="66231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0" name="rc280"/>
            <p:cNvSpPr/>
            <p:nvPr/>
          </p:nvSpPr>
          <p:spPr>
            <a:xfrm>
              <a:off x="3474309" y="6641190"/>
              <a:ext cx="183456" cy="183455"/>
            </a:xfrm>
            <a:prstGeom prst="rect">
              <a:avLst/>
            </a:pr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tx281"/>
            <p:cNvSpPr/>
            <p:nvPr/>
          </p:nvSpPr>
          <p:spPr>
            <a:xfrm>
              <a:off x="2006017" y="6692591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2469426" y="66912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83" name="tx283"/>
            <p:cNvSpPr/>
            <p:nvPr/>
          </p:nvSpPr>
          <p:spPr>
            <a:xfrm>
              <a:off x="2894736" y="669259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3320045" y="6692918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3745354" y="66912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286" name="rc286"/>
            <p:cNvSpPr/>
            <p:nvPr/>
          </p:nvSpPr>
          <p:spPr>
            <a:xfrm>
              <a:off x="2910681" y="3781425"/>
              <a:ext cx="1219199" cy="3200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rc287"/>
            <p:cNvSpPr/>
            <p:nvPr/>
          </p:nvSpPr>
          <p:spPr>
            <a:xfrm>
              <a:off x="2980270" y="4078703"/>
              <a:ext cx="1080021" cy="19954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3029362" y="5422985"/>
              <a:ext cx="981838" cy="560437"/>
            </a:xfrm>
            <a:custGeom>
              <a:avLst/>
              <a:pathLst>
                <a:path w="981838" h="560437">
                  <a:moveTo>
                    <a:pt x="0" y="560437"/>
                  </a:moveTo>
                  <a:lnTo>
                    <a:pt x="1921" y="560437"/>
                  </a:lnTo>
                  <a:lnTo>
                    <a:pt x="3842" y="560437"/>
                  </a:lnTo>
                  <a:lnTo>
                    <a:pt x="5764" y="560437"/>
                  </a:lnTo>
                  <a:lnTo>
                    <a:pt x="7685" y="560437"/>
                  </a:lnTo>
                  <a:lnTo>
                    <a:pt x="9607" y="560437"/>
                  </a:lnTo>
                  <a:lnTo>
                    <a:pt x="11528" y="560437"/>
                  </a:lnTo>
                  <a:lnTo>
                    <a:pt x="13449" y="560437"/>
                  </a:lnTo>
                  <a:lnTo>
                    <a:pt x="15371" y="560437"/>
                  </a:lnTo>
                  <a:lnTo>
                    <a:pt x="17292" y="560437"/>
                  </a:lnTo>
                  <a:lnTo>
                    <a:pt x="19214" y="560437"/>
                  </a:lnTo>
                  <a:lnTo>
                    <a:pt x="21135" y="560437"/>
                  </a:lnTo>
                  <a:lnTo>
                    <a:pt x="23056" y="560437"/>
                  </a:lnTo>
                  <a:lnTo>
                    <a:pt x="24978" y="560437"/>
                  </a:lnTo>
                  <a:lnTo>
                    <a:pt x="26899" y="560437"/>
                  </a:lnTo>
                  <a:lnTo>
                    <a:pt x="28821" y="560437"/>
                  </a:lnTo>
                  <a:lnTo>
                    <a:pt x="30742" y="560437"/>
                  </a:lnTo>
                  <a:lnTo>
                    <a:pt x="32663" y="560437"/>
                  </a:lnTo>
                  <a:lnTo>
                    <a:pt x="34585" y="560437"/>
                  </a:lnTo>
                  <a:lnTo>
                    <a:pt x="36506" y="560437"/>
                  </a:lnTo>
                  <a:lnTo>
                    <a:pt x="38428" y="560437"/>
                  </a:lnTo>
                  <a:lnTo>
                    <a:pt x="40349" y="560437"/>
                  </a:lnTo>
                  <a:lnTo>
                    <a:pt x="42270" y="560437"/>
                  </a:lnTo>
                  <a:lnTo>
                    <a:pt x="44192" y="560437"/>
                  </a:lnTo>
                  <a:lnTo>
                    <a:pt x="46113" y="560437"/>
                  </a:lnTo>
                  <a:lnTo>
                    <a:pt x="48035" y="560437"/>
                  </a:lnTo>
                  <a:lnTo>
                    <a:pt x="49956" y="560436"/>
                  </a:lnTo>
                  <a:lnTo>
                    <a:pt x="51877" y="560436"/>
                  </a:lnTo>
                  <a:lnTo>
                    <a:pt x="53799" y="560435"/>
                  </a:lnTo>
                  <a:lnTo>
                    <a:pt x="55720" y="560434"/>
                  </a:lnTo>
                  <a:lnTo>
                    <a:pt x="57642" y="560431"/>
                  </a:lnTo>
                  <a:lnTo>
                    <a:pt x="59563" y="560425"/>
                  </a:lnTo>
                  <a:lnTo>
                    <a:pt x="61484" y="560415"/>
                  </a:lnTo>
                  <a:lnTo>
                    <a:pt x="63406" y="560396"/>
                  </a:lnTo>
                  <a:lnTo>
                    <a:pt x="65327" y="560364"/>
                  </a:lnTo>
                  <a:lnTo>
                    <a:pt x="67249" y="560311"/>
                  </a:lnTo>
                  <a:lnTo>
                    <a:pt x="69170" y="560227"/>
                  </a:lnTo>
                  <a:lnTo>
                    <a:pt x="71091" y="560095"/>
                  </a:lnTo>
                  <a:lnTo>
                    <a:pt x="73013" y="559897"/>
                  </a:lnTo>
                  <a:lnTo>
                    <a:pt x="74934" y="559609"/>
                  </a:lnTo>
                  <a:lnTo>
                    <a:pt x="76856" y="559201"/>
                  </a:lnTo>
                  <a:lnTo>
                    <a:pt x="78777" y="558638"/>
                  </a:lnTo>
                  <a:lnTo>
                    <a:pt x="80699" y="557875"/>
                  </a:lnTo>
                  <a:lnTo>
                    <a:pt x="82620" y="556850"/>
                  </a:lnTo>
                  <a:lnTo>
                    <a:pt x="84541" y="555530"/>
                  </a:lnTo>
                  <a:lnTo>
                    <a:pt x="86463" y="553865"/>
                  </a:lnTo>
                  <a:lnTo>
                    <a:pt x="88384" y="551799"/>
                  </a:lnTo>
                  <a:lnTo>
                    <a:pt x="90306" y="549280"/>
                  </a:lnTo>
                  <a:lnTo>
                    <a:pt x="92227" y="546252"/>
                  </a:lnTo>
                  <a:lnTo>
                    <a:pt x="94148" y="542660"/>
                  </a:lnTo>
                  <a:lnTo>
                    <a:pt x="96070" y="538456"/>
                  </a:lnTo>
                  <a:lnTo>
                    <a:pt x="97991" y="533600"/>
                  </a:lnTo>
                  <a:lnTo>
                    <a:pt x="99913" y="528065"/>
                  </a:lnTo>
                  <a:lnTo>
                    <a:pt x="101834" y="521846"/>
                  </a:lnTo>
                  <a:lnTo>
                    <a:pt x="103755" y="514954"/>
                  </a:lnTo>
                  <a:lnTo>
                    <a:pt x="105677" y="507388"/>
                  </a:lnTo>
                  <a:lnTo>
                    <a:pt x="107598" y="499228"/>
                  </a:lnTo>
                  <a:lnTo>
                    <a:pt x="109520" y="490554"/>
                  </a:lnTo>
                  <a:lnTo>
                    <a:pt x="111441" y="481421"/>
                  </a:lnTo>
                  <a:lnTo>
                    <a:pt x="113362" y="471875"/>
                  </a:lnTo>
                  <a:lnTo>
                    <a:pt x="115284" y="461944"/>
                  </a:lnTo>
                  <a:lnTo>
                    <a:pt x="117205" y="451642"/>
                  </a:lnTo>
                  <a:lnTo>
                    <a:pt x="119127" y="440970"/>
                  </a:lnTo>
                  <a:lnTo>
                    <a:pt x="121048" y="429917"/>
                  </a:lnTo>
                  <a:lnTo>
                    <a:pt x="122969" y="418468"/>
                  </a:lnTo>
                  <a:lnTo>
                    <a:pt x="124891" y="406600"/>
                  </a:lnTo>
                  <a:lnTo>
                    <a:pt x="126812" y="394279"/>
                  </a:lnTo>
                  <a:lnTo>
                    <a:pt x="128734" y="381450"/>
                  </a:lnTo>
                  <a:lnTo>
                    <a:pt x="130655" y="367984"/>
                  </a:lnTo>
                  <a:lnTo>
                    <a:pt x="132576" y="353809"/>
                  </a:lnTo>
                  <a:lnTo>
                    <a:pt x="134498" y="338789"/>
                  </a:lnTo>
                  <a:lnTo>
                    <a:pt x="136419" y="322769"/>
                  </a:lnTo>
                  <a:lnTo>
                    <a:pt x="138341" y="305603"/>
                  </a:lnTo>
                  <a:lnTo>
                    <a:pt x="140262" y="287166"/>
                  </a:lnTo>
                  <a:lnTo>
                    <a:pt x="142183" y="267379"/>
                  </a:lnTo>
                  <a:lnTo>
                    <a:pt x="144105" y="246228"/>
                  </a:lnTo>
                  <a:lnTo>
                    <a:pt x="146026" y="223776"/>
                  </a:lnTo>
                  <a:lnTo>
                    <a:pt x="147948" y="200171"/>
                  </a:lnTo>
                  <a:lnTo>
                    <a:pt x="149869" y="175653"/>
                  </a:lnTo>
                  <a:lnTo>
                    <a:pt x="151791" y="150558"/>
                  </a:lnTo>
                  <a:lnTo>
                    <a:pt x="153712" y="125340"/>
                  </a:lnTo>
                  <a:lnTo>
                    <a:pt x="155633" y="100624"/>
                  </a:lnTo>
                  <a:lnTo>
                    <a:pt x="157555" y="77055"/>
                  </a:lnTo>
                  <a:lnTo>
                    <a:pt x="159476" y="55341"/>
                  </a:lnTo>
                  <a:lnTo>
                    <a:pt x="161398" y="36231"/>
                  </a:lnTo>
                  <a:lnTo>
                    <a:pt x="163319" y="20477"/>
                  </a:lnTo>
                  <a:lnTo>
                    <a:pt x="165240" y="8792"/>
                  </a:lnTo>
                  <a:lnTo>
                    <a:pt x="167162" y="1801"/>
                  </a:lnTo>
                  <a:lnTo>
                    <a:pt x="169083" y="0"/>
                  </a:lnTo>
                  <a:lnTo>
                    <a:pt x="171005" y="3710"/>
                  </a:lnTo>
                  <a:lnTo>
                    <a:pt x="172926" y="13060"/>
                  </a:lnTo>
                  <a:lnTo>
                    <a:pt x="174847" y="27963"/>
                  </a:lnTo>
                  <a:lnTo>
                    <a:pt x="176769" y="48120"/>
                  </a:lnTo>
                  <a:lnTo>
                    <a:pt x="178690" y="73384"/>
                  </a:lnTo>
                  <a:lnTo>
                    <a:pt x="180612" y="102569"/>
                  </a:lnTo>
                  <a:lnTo>
                    <a:pt x="182533" y="134806"/>
                  </a:lnTo>
                  <a:lnTo>
                    <a:pt x="184454" y="169165"/>
                  </a:lnTo>
                  <a:lnTo>
                    <a:pt x="186376" y="204676"/>
                  </a:lnTo>
                  <a:lnTo>
                    <a:pt x="188297" y="240378"/>
                  </a:lnTo>
                  <a:lnTo>
                    <a:pt x="190219" y="275356"/>
                  </a:lnTo>
                  <a:lnTo>
                    <a:pt x="192140" y="308784"/>
                  </a:lnTo>
                  <a:lnTo>
                    <a:pt x="194061" y="339954"/>
                  </a:lnTo>
                  <a:lnTo>
                    <a:pt x="195983" y="368304"/>
                  </a:lnTo>
                  <a:lnTo>
                    <a:pt x="197904" y="393434"/>
                  </a:lnTo>
                  <a:lnTo>
                    <a:pt x="199826" y="415111"/>
                  </a:lnTo>
                  <a:lnTo>
                    <a:pt x="201747" y="433144"/>
                  </a:lnTo>
                  <a:lnTo>
                    <a:pt x="203668" y="447574"/>
                  </a:lnTo>
                  <a:lnTo>
                    <a:pt x="205590" y="458856"/>
                  </a:lnTo>
                  <a:lnTo>
                    <a:pt x="207511" y="467329"/>
                  </a:lnTo>
                  <a:lnTo>
                    <a:pt x="209433" y="473386"/>
                  </a:lnTo>
                  <a:lnTo>
                    <a:pt x="211354" y="477448"/>
                  </a:lnTo>
                  <a:lnTo>
                    <a:pt x="213275" y="479927"/>
                  </a:lnTo>
                  <a:lnTo>
                    <a:pt x="215197" y="481207"/>
                  </a:lnTo>
                  <a:lnTo>
                    <a:pt x="217118" y="481621"/>
                  </a:lnTo>
                  <a:lnTo>
                    <a:pt x="219040" y="481436"/>
                  </a:lnTo>
                  <a:lnTo>
                    <a:pt x="220961" y="480856"/>
                  </a:lnTo>
                  <a:lnTo>
                    <a:pt x="222883" y="480023"/>
                  </a:lnTo>
                  <a:lnTo>
                    <a:pt x="224804" y="479034"/>
                  </a:lnTo>
                  <a:lnTo>
                    <a:pt x="226725" y="477955"/>
                  </a:lnTo>
                  <a:lnTo>
                    <a:pt x="228647" y="476868"/>
                  </a:lnTo>
                  <a:lnTo>
                    <a:pt x="230568" y="475863"/>
                  </a:lnTo>
                  <a:lnTo>
                    <a:pt x="232490" y="475063"/>
                  </a:lnTo>
                  <a:lnTo>
                    <a:pt x="234411" y="474621"/>
                  </a:lnTo>
                  <a:lnTo>
                    <a:pt x="236332" y="474714"/>
                  </a:lnTo>
                  <a:lnTo>
                    <a:pt x="238254" y="475518"/>
                  </a:lnTo>
                  <a:lnTo>
                    <a:pt x="240175" y="477192"/>
                  </a:lnTo>
                  <a:lnTo>
                    <a:pt x="242097" y="479849"/>
                  </a:lnTo>
                  <a:lnTo>
                    <a:pt x="244018" y="483533"/>
                  </a:lnTo>
                  <a:lnTo>
                    <a:pt x="245939" y="488210"/>
                  </a:lnTo>
                  <a:lnTo>
                    <a:pt x="247861" y="493763"/>
                  </a:lnTo>
                  <a:lnTo>
                    <a:pt x="249782" y="500006"/>
                  </a:lnTo>
                  <a:lnTo>
                    <a:pt x="251704" y="506669"/>
                  </a:lnTo>
                  <a:lnTo>
                    <a:pt x="253625" y="513422"/>
                  </a:lnTo>
                  <a:lnTo>
                    <a:pt x="255546" y="519996"/>
                  </a:lnTo>
                  <a:lnTo>
                    <a:pt x="257468" y="526162"/>
                  </a:lnTo>
                  <a:lnTo>
                    <a:pt x="259389" y="531747"/>
                  </a:lnTo>
                  <a:lnTo>
                    <a:pt x="261311" y="536640"/>
                  </a:lnTo>
                  <a:lnTo>
                    <a:pt x="263232" y="540794"/>
                  </a:lnTo>
                  <a:lnTo>
                    <a:pt x="265153" y="544217"/>
                  </a:lnTo>
                  <a:lnTo>
                    <a:pt x="267075" y="546959"/>
                  </a:lnTo>
                  <a:lnTo>
                    <a:pt x="268996" y="549096"/>
                  </a:lnTo>
                  <a:lnTo>
                    <a:pt x="270918" y="550718"/>
                  </a:lnTo>
                  <a:lnTo>
                    <a:pt x="272839" y="551918"/>
                  </a:lnTo>
                  <a:lnTo>
                    <a:pt x="274760" y="552769"/>
                  </a:lnTo>
                  <a:lnTo>
                    <a:pt x="276682" y="553367"/>
                  </a:lnTo>
                  <a:lnTo>
                    <a:pt x="278603" y="553790"/>
                  </a:lnTo>
                  <a:lnTo>
                    <a:pt x="280525" y="554095"/>
                  </a:lnTo>
                  <a:lnTo>
                    <a:pt x="282446" y="554330"/>
                  </a:lnTo>
                  <a:lnTo>
                    <a:pt x="284367" y="554537"/>
                  </a:lnTo>
                  <a:lnTo>
                    <a:pt x="286289" y="554747"/>
                  </a:lnTo>
                  <a:lnTo>
                    <a:pt x="288210" y="554982"/>
                  </a:lnTo>
                  <a:lnTo>
                    <a:pt x="290132" y="555256"/>
                  </a:lnTo>
                  <a:lnTo>
                    <a:pt x="292053" y="555574"/>
                  </a:lnTo>
                  <a:lnTo>
                    <a:pt x="293975" y="555933"/>
                  </a:lnTo>
                  <a:lnTo>
                    <a:pt x="295896" y="556323"/>
                  </a:lnTo>
                  <a:lnTo>
                    <a:pt x="297817" y="556734"/>
                  </a:lnTo>
                  <a:lnTo>
                    <a:pt x="299739" y="557151"/>
                  </a:lnTo>
                  <a:lnTo>
                    <a:pt x="301660" y="557559"/>
                  </a:lnTo>
                  <a:lnTo>
                    <a:pt x="303582" y="557947"/>
                  </a:lnTo>
                  <a:lnTo>
                    <a:pt x="305503" y="558304"/>
                  </a:lnTo>
                  <a:lnTo>
                    <a:pt x="307424" y="558621"/>
                  </a:lnTo>
                  <a:lnTo>
                    <a:pt x="309346" y="558889"/>
                  </a:lnTo>
                  <a:lnTo>
                    <a:pt x="311267" y="559101"/>
                  </a:lnTo>
                  <a:lnTo>
                    <a:pt x="313189" y="559248"/>
                  </a:lnTo>
                  <a:lnTo>
                    <a:pt x="315110" y="559326"/>
                  </a:lnTo>
                  <a:lnTo>
                    <a:pt x="317031" y="559329"/>
                  </a:lnTo>
                  <a:lnTo>
                    <a:pt x="318953" y="559258"/>
                  </a:lnTo>
                  <a:lnTo>
                    <a:pt x="320874" y="559113"/>
                  </a:lnTo>
                  <a:lnTo>
                    <a:pt x="322796" y="558899"/>
                  </a:lnTo>
                  <a:lnTo>
                    <a:pt x="324717" y="558630"/>
                  </a:lnTo>
                  <a:lnTo>
                    <a:pt x="326638" y="558325"/>
                  </a:lnTo>
                  <a:lnTo>
                    <a:pt x="328560" y="558004"/>
                  </a:lnTo>
                  <a:lnTo>
                    <a:pt x="330481" y="557688"/>
                  </a:lnTo>
                  <a:lnTo>
                    <a:pt x="332403" y="557398"/>
                  </a:lnTo>
                  <a:lnTo>
                    <a:pt x="334324" y="557151"/>
                  </a:lnTo>
                  <a:lnTo>
                    <a:pt x="336245" y="556964"/>
                  </a:lnTo>
                  <a:lnTo>
                    <a:pt x="338167" y="556843"/>
                  </a:lnTo>
                  <a:lnTo>
                    <a:pt x="340088" y="556792"/>
                  </a:lnTo>
                  <a:lnTo>
                    <a:pt x="342010" y="556809"/>
                  </a:lnTo>
                  <a:lnTo>
                    <a:pt x="343931" y="556884"/>
                  </a:lnTo>
                  <a:lnTo>
                    <a:pt x="345852" y="557005"/>
                  </a:lnTo>
                  <a:lnTo>
                    <a:pt x="347774" y="557160"/>
                  </a:lnTo>
                  <a:lnTo>
                    <a:pt x="349695" y="557328"/>
                  </a:lnTo>
                  <a:lnTo>
                    <a:pt x="351617" y="557499"/>
                  </a:lnTo>
                  <a:lnTo>
                    <a:pt x="353538" y="557661"/>
                  </a:lnTo>
                  <a:lnTo>
                    <a:pt x="355459" y="557808"/>
                  </a:lnTo>
                  <a:lnTo>
                    <a:pt x="357381" y="557937"/>
                  </a:lnTo>
                  <a:lnTo>
                    <a:pt x="359302" y="558048"/>
                  </a:lnTo>
                  <a:lnTo>
                    <a:pt x="361224" y="558142"/>
                  </a:lnTo>
                  <a:lnTo>
                    <a:pt x="363145" y="558222"/>
                  </a:lnTo>
                  <a:lnTo>
                    <a:pt x="365067" y="558290"/>
                  </a:lnTo>
                  <a:lnTo>
                    <a:pt x="366988" y="558348"/>
                  </a:lnTo>
                  <a:lnTo>
                    <a:pt x="368909" y="558398"/>
                  </a:lnTo>
                  <a:lnTo>
                    <a:pt x="370831" y="558441"/>
                  </a:lnTo>
                  <a:lnTo>
                    <a:pt x="372752" y="558479"/>
                  </a:lnTo>
                  <a:lnTo>
                    <a:pt x="374674" y="558514"/>
                  </a:lnTo>
                  <a:lnTo>
                    <a:pt x="376595" y="558550"/>
                  </a:lnTo>
                  <a:lnTo>
                    <a:pt x="378516" y="558592"/>
                  </a:lnTo>
                  <a:lnTo>
                    <a:pt x="380438" y="558644"/>
                  </a:lnTo>
                  <a:lnTo>
                    <a:pt x="382359" y="558707"/>
                  </a:lnTo>
                  <a:lnTo>
                    <a:pt x="384281" y="558782"/>
                  </a:lnTo>
                  <a:lnTo>
                    <a:pt x="386202" y="558867"/>
                  </a:lnTo>
                  <a:lnTo>
                    <a:pt x="388123" y="558957"/>
                  </a:lnTo>
                  <a:lnTo>
                    <a:pt x="390045" y="559043"/>
                  </a:lnTo>
                  <a:lnTo>
                    <a:pt x="391966" y="559118"/>
                  </a:lnTo>
                  <a:lnTo>
                    <a:pt x="393888" y="559173"/>
                  </a:lnTo>
                  <a:lnTo>
                    <a:pt x="395809" y="559198"/>
                  </a:lnTo>
                  <a:lnTo>
                    <a:pt x="397730" y="559193"/>
                  </a:lnTo>
                  <a:lnTo>
                    <a:pt x="399652" y="559160"/>
                  </a:lnTo>
                  <a:lnTo>
                    <a:pt x="401573" y="559105"/>
                  </a:lnTo>
                  <a:lnTo>
                    <a:pt x="403495" y="559036"/>
                  </a:lnTo>
                  <a:lnTo>
                    <a:pt x="405416" y="558961"/>
                  </a:lnTo>
                  <a:lnTo>
                    <a:pt x="407337" y="558891"/>
                  </a:lnTo>
                  <a:lnTo>
                    <a:pt x="409259" y="558830"/>
                  </a:lnTo>
                  <a:lnTo>
                    <a:pt x="411180" y="558784"/>
                  </a:lnTo>
                  <a:lnTo>
                    <a:pt x="413102" y="558751"/>
                  </a:lnTo>
                  <a:lnTo>
                    <a:pt x="415023" y="558729"/>
                  </a:lnTo>
                  <a:lnTo>
                    <a:pt x="416944" y="558713"/>
                  </a:lnTo>
                  <a:lnTo>
                    <a:pt x="418866" y="558696"/>
                  </a:lnTo>
                  <a:lnTo>
                    <a:pt x="420787" y="558671"/>
                  </a:lnTo>
                  <a:lnTo>
                    <a:pt x="422709" y="558636"/>
                  </a:lnTo>
                  <a:lnTo>
                    <a:pt x="424630" y="558589"/>
                  </a:lnTo>
                  <a:lnTo>
                    <a:pt x="426551" y="558529"/>
                  </a:lnTo>
                  <a:lnTo>
                    <a:pt x="428473" y="558458"/>
                  </a:lnTo>
                  <a:lnTo>
                    <a:pt x="430394" y="558376"/>
                  </a:lnTo>
                  <a:lnTo>
                    <a:pt x="432316" y="558284"/>
                  </a:lnTo>
                  <a:lnTo>
                    <a:pt x="434237" y="558183"/>
                  </a:lnTo>
                  <a:lnTo>
                    <a:pt x="436159" y="558072"/>
                  </a:lnTo>
                  <a:lnTo>
                    <a:pt x="438080" y="557954"/>
                  </a:lnTo>
                  <a:lnTo>
                    <a:pt x="440001" y="557834"/>
                  </a:lnTo>
                  <a:lnTo>
                    <a:pt x="441923" y="557718"/>
                  </a:lnTo>
                  <a:lnTo>
                    <a:pt x="443844" y="557617"/>
                  </a:lnTo>
                  <a:lnTo>
                    <a:pt x="445766" y="557545"/>
                  </a:lnTo>
                  <a:lnTo>
                    <a:pt x="447687" y="557515"/>
                  </a:lnTo>
                  <a:lnTo>
                    <a:pt x="449608" y="557535"/>
                  </a:lnTo>
                  <a:lnTo>
                    <a:pt x="451530" y="557613"/>
                  </a:lnTo>
                  <a:lnTo>
                    <a:pt x="453451" y="557750"/>
                  </a:lnTo>
                  <a:lnTo>
                    <a:pt x="455373" y="557940"/>
                  </a:lnTo>
                  <a:lnTo>
                    <a:pt x="457294" y="558173"/>
                  </a:lnTo>
                  <a:lnTo>
                    <a:pt x="459215" y="558434"/>
                  </a:lnTo>
                  <a:lnTo>
                    <a:pt x="461137" y="558708"/>
                  </a:lnTo>
                  <a:lnTo>
                    <a:pt x="463058" y="558975"/>
                  </a:lnTo>
                  <a:lnTo>
                    <a:pt x="464980" y="559220"/>
                  </a:lnTo>
                  <a:lnTo>
                    <a:pt x="466901" y="559427"/>
                  </a:lnTo>
                  <a:lnTo>
                    <a:pt x="468822" y="559582"/>
                  </a:lnTo>
                  <a:lnTo>
                    <a:pt x="470744" y="559684"/>
                  </a:lnTo>
                  <a:lnTo>
                    <a:pt x="472665" y="559732"/>
                  </a:lnTo>
                  <a:lnTo>
                    <a:pt x="474587" y="559728"/>
                  </a:lnTo>
                  <a:lnTo>
                    <a:pt x="476508" y="559679"/>
                  </a:lnTo>
                  <a:lnTo>
                    <a:pt x="478429" y="559595"/>
                  </a:lnTo>
                  <a:lnTo>
                    <a:pt x="480351" y="559487"/>
                  </a:lnTo>
                  <a:lnTo>
                    <a:pt x="482272" y="559370"/>
                  </a:lnTo>
                  <a:lnTo>
                    <a:pt x="484194" y="559257"/>
                  </a:lnTo>
                  <a:lnTo>
                    <a:pt x="486115" y="559161"/>
                  </a:lnTo>
                  <a:lnTo>
                    <a:pt x="488036" y="559092"/>
                  </a:lnTo>
                  <a:lnTo>
                    <a:pt x="489958" y="559060"/>
                  </a:lnTo>
                  <a:lnTo>
                    <a:pt x="491879" y="559069"/>
                  </a:lnTo>
                  <a:lnTo>
                    <a:pt x="493801" y="559116"/>
                  </a:lnTo>
                  <a:lnTo>
                    <a:pt x="495722" y="559193"/>
                  </a:lnTo>
                  <a:lnTo>
                    <a:pt x="497643" y="559288"/>
                  </a:lnTo>
                  <a:lnTo>
                    <a:pt x="499565" y="559389"/>
                  </a:lnTo>
                  <a:lnTo>
                    <a:pt x="501486" y="559483"/>
                  </a:lnTo>
                  <a:lnTo>
                    <a:pt x="503408" y="559557"/>
                  </a:lnTo>
                  <a:lnTo>
                    <a:pt x="505329" y="559603"/>
                  </a:lnTo>
                  <a:lnTo>
                    <a:pt x="507250" y="559614"/>
                  </a:lnTo>
                  <a:lnTo>
                    <a:pt x="509172" y="559588"/>
                  </a:lnTo>
                  <a:lnTo>
                    <a:pt x="511093" y="559529"/>
                  </a:lnTo>
                  <a:lnTo>
                    <a:pt x="513015" y="559444"/>
                  </a:lnTo>
                  <a:lnTo>
                    <a:pt x="514936" y="559343"/>
                  </a:lnTo>
                  <a:lnTo>
                    <a:pt x="516858" y="559241"/>
                  </a:lnTo>
                  <a:lnTo>
                    <a:pt x="518779" y="559153"/>
                  </a:lnTo>
                  <a:lnTo>
                    <a:pt x="520700" y="559091"/>
                  </a:lnTo>
                  <a:lnTo>
                    <a:pt x="522622" y="559063"/>
                  </a:lnTo>
                  <a:lnTo>
                    <a:pt x="524543" y="559075"/>
                  </a:lnTo>
                  <a:lnTo>
                    <a:pt x="526465" y="559128"/>
                  </a:lnTo>
                  <a:lnTo>
                    <a:pt x="528386" y="559216"/>
                  </a:lnTo>
                  <a:lnTo>
                    <a:pt x="530307" y="559334"/>
                  </a:lnTo>
                  <a:lnTo>
                    <a:pt x="532229" y="559470"/>
                  </a:lnTo>
                  <a:lnTo>
                    <a:pt x="534150" y="559616"/>
                  </a:lnTo>
                  <a:lnTo>
                    <a:pt x="536072" y="559759"/>
                  </a:lnTo>
                  <a:lnTo>
                    <a:pt x="537993" y="559890"/>
                  </a:lnTo>
                  <a:lnTo>
                    <a:pt x="539914" y="560001"/>
                  </a:lnTo>
                  <a:lnTo>
                    <a:pt x="541836" y="560085"/>
                  </a:lnTo>
                  <a:lnTo>
                    <a:pt x="543757" y="560140"/>
                  </a:lnTo>
                  <a:lnTo>
                    <a:pt x="545679" y="560164"/>
                  </a:lnTo>
                  <a:lnTo>
                    <a:pt x="547600" y="560157"/>
                  </a:lnTo>
                  <a:lnTo>
                    <a:pt x="549521" y="560118"/>
                  </a:lnTo>
                  <a:lnTo>
                    <a:pt x="551443" y="560050"/>
                  </a:lnTo>
                  <a:lnTo>
                    <a:pt x="553364" y="559954"/>
                  </a:lnTo>
                  <a:lnTo>
                    <a:pt x="555286" y="559835"/>
                  </a:lnTo>
                  <a:lnTo>
                    <a:pt x="557207" y="559699"/>
                  </a:lnTo>
                  <a:lnTo>
                    <a:pt x="559128" y="559554"/>
                  </a:lnTo>
                  <a:lnTo>
                    <a:pt x="561050" y="559410"/>
                  </a:lnTo>
                  <a:lnTo>
                    <a:pt x="562971" y="559279"/>
                  </a:lnTo>
                  <a:lnTo>
                    <a:pt x="564893" y="559173"/>
                  </a:lnTo>
                  <a:lnTo>
                    <a:pt x="566814" y="559103"/>
                  </a:lnTo>
                  <a:lnTo>
                    <a:pt x="568735" y="559074"/>
                  </a:lnTo>
                  <a:lnTo>
                    <a:pt x="570657" y="559089"/>
                  </a:lnTo>
                  <a:lnTo>
                    <a:pt x="572578" y="559145"/>
                  </a:lnTo>
                  <a:lnTo>
                    <a:pt x="574500" y="559238"/>
                  </a:lnTo>
                  <a:lnTo>
                    <a:pt x="576421" y="559360"/>
                  </a:lnTo>
                  <a:lnTo>
                    <a:pt x="578342" y="559500"/>
                  </a:lnTo>
                  <a:lnTo>
                    <a:pt x="580264" y="559649"/>
                  </a:lnTo>
                  <a:lnTo>
                    <a:pt x="582185" y="559795"/>
                  </a:lnTo>
                  <a:lnTo>
                    <a:pt x="584107" y="559931"/>
                  </a:lnTo>
                  <a:lnTo>
                    <a:pt x="586028" y="560052"/>
                  </a:lnTo>
                  <a:lnTo>
                    <a:pt x="587950" y="560153"/>
                  </a:lnTo>
                  <a:lnTo>
                    <a:pt x="589871" y="560234"/>
                  </a:lnTo>
                  <a:lnTo>
                    <a:pt x="591792" y="560296"/>
                  </a:lnTo>
                  <a:lnTo>
                    <a:pt x="593714" y="560342"/>
                  </a:lnTo>
                  <a:lnTo>
                    <a:pt x="595635" y="560375"/>
                  </a:lnTo>
                  <a:lnTo>
                    <a:pt x="597557" y="560398"/>
                  </a:lnTo>
                  <a:lnTo>
                    <a:pt x="599478" y="560413"/>
                  </a:lnTo>
                  <a:lnTo>
                    <a:pt x="601399" y="560423"/>
                  </a:lnTo>
                  <a:lnTo>
                    <a:pt x="603321" y="560429"/>
                  </a:lnTo>
                  <a:lnTo>
                    <a:pt x="605242" y="560432"/>
                  </a:lnTo>
                  <a:lnTo>
                    <a:pt x="607164" y="560434"/>
                  </a:lnTo>
                  <a:lnTo>
                    <a:pt x="609085" y="560435"/>
                  </a:lnTo>
                  <a:lnTo>
                    <a:pt x="611006" y="560436"/>
                  </a:lnTo>
                  <a:lnTo>
                    <a:pt x="612928" y="560436"/>
                  </a:lnTo>
                  <a:lnTo>
                    <a:pt x="614849" y="560436"/>
                  </a:lnTo>
                  <a:lnTo>
                    <a:pt x="616771" y="560437"/>
                  </a:lnTo>
                  <a:lnTo>
                    <a:pt x="618692" y="560437"/>
                  </a:lnTo>
                  <a:lnTo>
                    <a:pt x="620613" y="560436"/>
                  </a:lnTo>
                  <a:lnTo>
                    <a:pt x="622535" y="560436"/>
                  </a:lnTo>
                  <a:lnTo>
                    <a:pt x="624456" y="560436"/>
                  </a:lnTo>
                  <a:lnTo>
                    <a:pt x="626378" y="560435"/>
                  </a:lnTo>
                  <a:lnTo>
                    <a:pt x="628299" y="560434"/>
                  </a:lnTo>
                  <a:lnTo>
                    <a:pt x="630220" y="560432"/>
                  </a:lnTo>
                  <a:lnTo>
                    <a:pt x="632142" y="560429"/>
                  </a:lnTo>
                  <a:lnTo>
                    <a:pt x="634063" y="560423"/>
                  </a:lnTo>
                  <a:lnTo>
                    <a:pt x="635985" y="560414"/>
                  </a:lnTo>
                  <a:lnTo>
                    <a:pt x="637906" y="560399"/>
                  </a:lnTo>
                  <a:lnTo>
                    <a:pt x="639827" y="560376"/>
                  </a:lnTo>
                  <a:lnTo>
                    <a:pt x="641749" y="560342"/>
                  </a:lnTo>
                  <a:lnTo>
                    <a:pt x="643670" y="560296"/>
                  </a:lnTo>
                  <a:lnTo>
                    <a:pt x="645592" y="560233"/>
                  </a:lnTo>
                  <a:lnTo>
                    <a:pt x="647513" y="560152"/>
                  </a:lnTo>
                  <a:lnTo>
                    <a:pt x="649434" y="560053"/>
                  </a:lnTo>
                  <a:lnTo>
                    <a:pt x="651356" y="559934"/>
                  </a:lnTo>
                  <a:lnTo>
                    <a:pt x="653277" y="559800"/>
                  </a:lnTo>
                  <a:lnTo>
                    <a:pt x="655199" y="559655"/>
                  </a:lnTo>
                  <a:lnTo>
                    <a:pt x="657120" y="559508"/>
                  </a:lnTo>
                  <a:lnTo>
                    <a:pt x="659042" y="559366"/>
                  </a:lnTo>
                  <a:lnTo>
                    <a:pt x="660963" y="559242"/>
                  </a:lnTo>
                  <a:lnTo>
                    <a:pt x="662884" y="559148"/>
                  </a:lnTo>
                  <a:lnTo>
                    <a:pt x="664806" y="559089"/>
                  </a:lnTo>
                  <a:lnTo>
                    <a:pt x="666727" y="559071"/>
                  </a:lnTo>
                  <a:lnTo>
                    <a:pt x="668649" y="559094"/>
                  </a:lnTo>
                  <a:lnTo>
                    <a:pt x="670570" y="559153"/>
                  </a:lnTo>
                  <a:lnTo>
                    <a:pt x="672491" y="559240"/>
                  </a:lnTo>
                  <a:lnTo>
                    <a:pt x="674413" y="559344"/>
                  </a:lnTo>
                  <a:lnTo>
                    <a:pt x="676334" y="559452"/>
                  </a:lnTo>
                  <a:lnTo>
                    <a:pt x="678256" y="559551"/>
                  </a:lnTo>
                  <a:lnTo>
                    <a:pt x="680177" y="559629"/>
                  </a:lnTo>
                  <a:lnTo>
                    <a:pt x="682098" y="559677"/>
                  </a:lnTo>
                  <a:lnTo>
                    <a:pt x="684020" y="559688"/>
                  </a:lnTo>
                  <a:lnTo>
                    <a:pt x="685941" y="559659"/>
                  </a:lnTo>
                  <a:lnTo>
                    <a:pt x="687863" y="559594"/>
                  </a:lnTo>
                  <a:lnTo>
                    <a:pt x="689784" y="559503"/>
                  </a:lnTo>
                  <a:lnTo>
                    <a:pt x="691705" y="559397"/>
                  </a:lnTo>
                  <a:lnTo>
                    <a:pt x="693627" y="559288"/>
                  </a:lnTo>
                  <a:lnTo>
                    <a:pt x="695548" y="559190"/>
                  </a:lnTo>
                  <a:lnTo>
                    <a:pt x="697470" y="559115"/>
                  </a:lnTo>
                  <a:lnTo>
                    <a:pt x="699391" y="559072"/>
                  </a:lnTo>
                  <a:lnTo>
                    <a:pt x="701312" y="559069"/>
                  </a:lnTo>
                  <a:lnTo>
                    <a:pt x="703234" y="559108"/>
                  </a:lnTo>
                  <a:lnTo>
                    <a:pt x="705155" y="559185"/>
                  </a:lnTo>
                  <a:lnTo>
                    <a:pt x="707077" y="559296"/>
                  </a:lnTo>
                  <a:lnTo>
                    <a:pt x="708998" y="559431"/>
                  </a:lnTo>
                  <a:lnTo>
                    <a:pt x="710919" y="559578"/>
                  </a:lnTo>
                  <a:lnTo>
                    <a:pt x="712841" y="559727"/>
                  </a:lnTo>
                  <a:lnTo>
                    <a:pt x="714762" y="559869"/>
                  </a:lnTo>
                  <a:lnTo>
                    <a:pt x="716684" y="559996"/>
                  </a:lnTo>
                  <a:lnTo>
                    <a:pt x="718605" y="560106"/>
                  </a:lnTo>
                  <a:lnTo>
                    <a:pt x="720526" y="560196"/>
                  </a:lnTo>
                  <a:lnTo>
                    <a:pt x="722448" y="560268"/>
                  </a:lnTo>
                  <a:lnTo>
                    <a:pt x="724369" y="560322"/>
                  </a:lnTo>
                  <a:lnTo>
                    <a:pt x="726291" y="560361"/>
                  </a:lnTo>
                  <a:lnTo>
                    <a:pt x="728212" y="560389"/>
                  </a:lnTo>
                  <a:lnTo>
                    <a:pt x="730134" y="560407"/>
                  </a:lnTo>
                  <a:lnTo>
                    <a:pt x="732055" y="560419"/>
                  </a:lnTo>
                  <a:lnTo>
                    <a:pt x="733976" y="560427"/>
                  </a:lnTo>
                  <a:lnTo>
                    <a:pt x="735898" y="560431"/>
                  </a:lnTo>
                  <a:lnTo>
                    <a:pt x="737819" y="560434"/>
                  </a:lnTo>
                  <a:lnTo>
                    <a:pt x="739741" y="560435"/>
                  </a:lnTo>
                  <a:lnTo>
                    <a:pt x="741662" y="560436"/>
                  </a:lnTo>
                  <a:lnTo>
                    <a:pt x="743583" y="560436"/>
                  </a:lnTo>
                  <a:lnTo>
                    <a:pt x="745505" y="560436"/>
                  </a:lnTo>
                  <a:lnTo>
                    <a:pt x="747426" y="560437"/>
                  </a:lnTo>
                  <a:lnTo>
                    <a:pt x="749348" y="560437"/>
                  </a:lnTo>
                  <a:lnTo>
                    <a:pt x="751269" y="560437"/>
                  </a:lnTo>
                  <a:lnTo>
                    <a:pt x="753190" y="560437"/>
                  </a:lnTo>
                  <a:lnTo>
                    <a:pt x="755112" y="560437"/>
                  </a:lnTo>
                  <a:lnTo>
                    <a:pt x="757033" y="560437"/>
                  </a:lnTo>
                  <a:lnTo>
                    <a:pt x="758955" y="560437"/>
                  </a:lnTo>
                  <a:lnTo>
                    <a:pt x="760876" y="560437"/>
                  </a:lnTo>
                  <a:lnTo>
                    <a:pt x="762797" y="560437"/>
                  </a:lnTo>
                  <a:lnTo>
                    <a:pt x="764719" y="560437"/>
                  </a:lnTo>
                  <a:lnTo>
                    <a:pt x="766640" y="560437"/>
                  </a:lnTo>
                  <a:lnTo>
                    <a:pt x="768562" y="560437"/>
                  </a:lnTo>
                  <a:lnTo>
                    <a:pt x="770483" y="560437"/>
                  </a:lnTo>
                  <a:lnTo>
                    <a:pt x="772404" y="560437"/>
                  </a:lnTo>
                  <a:lnTo>
                    <a:pt x="774326" y="560437"/>
                  </a:lnTo>
                  <a:lnTo>
                    <a:pt x="776247" y="560437"/>
                  </a:lnTo>
                  <a:lnTo>
                    <a:pt x="778169" y="560437"/>
                  </a:lnTo>
                  <a:lnTo>
                    <a:pt x="780090" y="560437"/>
                  </a:lnTo>
                  <a:lnTo>
                    <a:pt x="782011" y="560437"/>
                  </a:lnTo>
                  <a:lnTo>
                    <a:pt x="783933" y="560437"/>
                  </a:lnTo>
                  <a:lnTo>
                    <a:pt x="785854" y="560437"/>
                  </a:lnTo>
                  <a:lnTo>
                    <a:pt x="787776" y="560436"/>
                  </a:lnTo>
                  <a:lnTo>
                    <a:pt x="789697" y="560436"/>
                  </a:lnTo>
                  <a:lnTo>
                    <a:pt x="791618" y="560435"/>
                  </a:lnTo>
                  <a:lnTo>
                    <a:pt x="793540" y="560434"/>
                  </a:lnTo>
                  <a:lnTo>
                    <a:pt x="795461" y="560432"/>
                  </a:lnTo>
                  <a:lnTo>
                    <a:pt x="797383" y="560429"/>
                  </a:lnTo>
                  <a:lnTo>
                    <a:pt x="799304" y="560423"/>
                  </a:lnTo>
                  <a:lnTo>
                    <a:pt x="801226" y="560414"/>
                  </a:lnTo>
                  <a:lnTo>
                    <a:pt x="803147" y="560400"/>
                  </a:lnTo>
                  <a:lnTo>
                    <a:pt x="805068" y="560379"/>
                  </a:lnTo>
                  <a:lnTo>
                    <a:pt x="806990" y="560346"/>
                  </a:lnTo>
                  <a:lnTo>
                    <a:pt x="808911" y="560300"/>
                  </a:lnTo>
                  <a:lnTo>
                    <a:pt x="810833" y="560237"/>
                  </a:lnTo>
                  <a:lnTo>
                    <a:pt x="812754" y="560156"/>
                  </a:lnTo>
                  <a:lnTo>
                    <a:pt x="814675" y="560053"/>
                  </a:lnTo>
                  <a:lnTo>
                    <a:pt x="816597" y="559929"/>
                  </a:lnTo>
                  <a:lnTo>
                    <a:pt x="818518" y="559785"/>
                  </a:lnTo>
                  <a:lnTo>
                    <a:pt x="820440" y="559624"/>
                  </a:lnTo>
                  <a:lnTo>
                    <a:pt x="822361" y="559452"/>
                  </a:lnTo>
                  <a:lnTo>
                    <a:pt x="824282" y="559275"/>
                  </a:lnTo>
                  <a:lnTo>
                    <a:pt x="826204" y="559101"/>
                  </a:lnTo>
                  <a:lnTo>
                    <a:pt x="828125" y="558937"/>
                  </a:lnTo>
                  <a:lnTo>
                    <a:pt x="830047" y="558791"/>
                  </a:lnTo>
                  <a:lnTo>
                    <a:pt x="831968" y="558668"/>
                  </a:lnTo>
                  <a:lnTo>
                    <a:pt x="833889" y="558572"/>
                  </a:lnTo>
                  <a:lnTo>
                    <a:pt x="835811" y="558501"/>
                  </a:lnTo>
                  <a:lnTo>
                    <a:pt x="837732" y="558456"/>
                  </a:lnTo>
                  <a:lnTo>
                    <a:pt x="839654" y="558437"/>
                  </a:lnTo>
                  <a:lnTo>
                    <a:pt x="841575" y="558443"/>
                  </a:lnTo>
                  <a:lnTo>
                    <a:pt x="843496" y="558473"/>
                  </a:lnTo>
                  <a:lnTo>
                    <a:pt x="845418" y="558530"/>
                  </a:lnTo>
                  <a:lnTo>
                    <a:pt x="847339" y="558612"/>
                  </a:lnTo>
                  <a:lnTo>
                    <a:pt x="849261" y="558721"/>
                  </a:lnTo>
                  <a:lnTo>
                    <a:pt x="851182" y="558853"/>
                  </a:lnTo>
                  <a:lnTo>
                    <a:pt x="853103" y="559007"/>
                  </a:lnTo>
                  <a:lnTo>
                    <a:pt x="855025" y="559177"/>
                  </a:lnTo>
                  <a:lnTo>
                    <a:pt x="856946" y="559354"/>
                  </a:lnTo>
                  <a:lnTo>
                    <a:pt x="858868" y="559530"/>
                  </a:lnTo>
                  <a:lnTo>
                    <a:pt x="860789" y="559698"/>
                  </a:lnTo>
                  <a:lnTo>
                    <a:pt x="862710" y="559852"/>
                  </a:lnTo>
                  <a:lnTo>
                    <a:pt x="864632" y="559987"/>
                  </a:lnTo>
                  <a:lnTo>
                    <a:pt x="866553" y="560101"/>
                  </a:lnTo>
                  <a:lnTo>
                    <a:pt x="868475" y="560195"/>
                  </a:lnTo>
                  <a:lnTo>
                    <a:pt x="870396" y="560267"/>
                  </a:lnTo>
                  <a:lnTo>
                    <a:pt x="872318" y="560322"/>
                  </a:lnTo>
                  <a:lnTo>
                    <a:pt x="874239" y="560362"/>
                  </a:lnTo>
                  <a:lnTo>
                    <a:pt x="876160" y="560389"/>
                  </a:lnTo>
                  <a:lnTo>
                    <a:pt x="878082" y="560408"/>
                  </a:lnTo>
                  <a:lnTo>
                    <a:pt x="880003" y="560419"/>
                  </a:lnTo>
                  <a:lnTo>
                    <a:pt x="881925" y="560426"/>
                  </a:lnTo>
                  <a:lnTo>
                    <a:pt x="883846" y="560431"/>
                  </a:lnTo>
                  <a:lnTo>
                    <a:pt x="885767" y="560434"/>
                  </a:lnTo>
                  <a:lnTo>
                    <a:pt x="887689" y="560435"/>
                  </a:lnTo>
                  <a:lnTo>
                    <a:pt x="889610" y="560436"/>
                  </a:lnTo>
                  <a:lnTo>
                    <a:pt x="891532" y="560436"/>
                  </a:lnTo>
                  <a:lnTo>
                    <a:pt x="893453" y="560436"/>
                  </a:lnTo>
                  <a:lnTo>
                    <a:pt x="895374" y="560437"/>
                  </a:lnTo>
                  <a:lnTo>
                    <a:pt x="897296" y="560437"/>
                  </a:lnTo>
                  <a:lnTo>
                    <a:pt x="899217" y="560437"/>
                  </a:lnTo>
                  <a:lnTo>
                    <a:pt x="901139" y="560437"/>
                  </a:lnTo>
                  <a:lnTo>
                    <a:pt x="903060" y="560437"/>
                  </a:lnTo>
                  <a:lnTo>
                    <a:pt x="904981" y="560437"/>
                  </a:lnTo>
                  <a:lnTo>
                    <a:pt x="906903" y="560437"/>
                  </a:lnTo>
                  <a:lnTo>
                    <a:pt x="908824" y="560437"/>
                  </a:lnTo>
                  <a:lnTo>
                    <a:pt x="910746" y="560437"/>
                  </a:lnTo>
                  <a:lnTo>
                    <a:pt x="912667" y="560437"/>
                  </a:lnTo>
                  <a:lnTo>
                    <a:pt x="914588" y="560437"/>
                  </a:lnTo>
                  <a:lnTo>
                    <a:pt x="916510" y="560437"/>
                  </a:lnTo>
                  <a:lnTo>
                    <a:pt x="918431" y="560437"/>
                  </a:lnTo>
                  <a:lnTo>
                    <a:pt x="920353" y="560437"/>
                  </a:lnTo>
                  <a:lnTo>
                    <a:pt x="922274" y="560437"/>
                  </a:lnTo>
                  <a:lnTo>
                    <a:pt x="924195" y="560437"/>
                  </a:lnTo>
                  <a:lnTo>
                    <a:pt x="926117" y="560437"/>
                  </a:lnTo>
                  <a:lnTo>
                    <a:pt x="928038" y="560437"/>
                  </a:lnTo>
                  <a:lnTo>
                    <a:pt x="929960" y="560437"/>
                  </a:lnTo>
                  <a:lnTo>
                    <a:pt x="931881" y="560437"/>
                  </a:lnTo>
                  <a:lnTo>
                    <a:pt x="933802" y="560437"/>
                  </a:lnTo>
                  <a:lnTo>
                    <a:pt x="935724" y="560437"/>
                  </a:lnTo>
                  <a:lnTo>
                    <a:pt x="937645" y="560437"/>
                  </a:lnTo>
                  <a:lnTo>
                    <a:pt x="939567" y="560437"/>
                  </a:lnTo>
                  <a:lnTo>
                    <a:pt x="941488" y="560437"/>
                  </a:lnTo>
                  <a:lnTo>
                    <a:pt x="943410" y="560437"/>
                  </a:lnTo>
                  <a:lnTo>
                    <a:pt x="945331" y="560437"/>
                  </a:lnTo>
                  <a:lnTo>
                    <a:pt x="947252" y="560437"/>
                  </a:lnTo>
                  <a:lnTo>
                    <a:pt x="949174" y="560437"/>
                  </a:lnTo>
                  <a:lnTo>
                    <a:pt x="951095" y="560437"/>
                  </a:lnTo>
                  <a:lnTo>
                    <a:pt x="953017" y="560437"/>
                  </a:lnTo>
                  <a:lnTo>
                    <a:pt x="954938" y="560437"/>
                  </a:lnTo>
                  <a:lnTo>
                    <a:pt x="956859" y="560437"/>
                  </a:lnTo>
                  <a:lnTo>
                    <a:pt x="958781" y="560437"/>
                  </a:lnTo>
                  <a:lnTo>
                    <a:pt x="960702" y="560437"/>
                  </a:lnTo>
                  <a:lnTo>
                    <a:pt x="962624" y="560437"/>
                  </a:lnTo>
                  <a:lnTo>
                    <a:pt x="964545" y="560437"/>
                  </a:lnTo>
                  <a:lnTo>
                    <a:pt x="966466" y="560437"/>
                  </a:lnTo>
                  <a:lnTo>
                    <a:pt x="968388" y="560437"/>
                  </a:lnTo>
                  <a:lnTo>
                    <a:pt x="970309" y="560437"/>
                  </a:lnTo>
                  <a:lnTo>
                    <a:pt x="972231" y="560437"/>
                  </a:lnTo>
                  <a:lnTo>
                    <a:pt x="974152" y="560437"/>
                  </a:lnTo>
                  <a:lnTo>
                    <a:pt x="976073" y="560437"/>
                  </a:lnTo>
                  <a:lnTo>
                    <a:pt x="977995" y="560437"/>
                  </a:lnTo>
                  <a:lnTo>
                    <a:pt x="979916" y="560437"/>
                  </a:lnTo>
                  <a:lnTo>
                    <a:pt x="981838" y="560437"/>
                  </a:lnTo>
                  <a:lnTo>
                    <a:pt x="979916" y="560437"/>
                  </a:lnTo>
                  <a:lnTo>
                    <a:pt x="977995" y="560437"/>
                  </a:lnTo>
                  <a:lnTo>
                    <a:pt x="976073" y="560437"/>
                  </a:lnTo>
                  <a:lnTo>
                    <a:pt x="974152" y="560437"/>
                  </a:lnTo>
                  <a:lnTo>
                    <a:pt x="972231" y="560437"/>
                  </a:lnTo>
                  <a:lnTo>
                    <a:pt x="970309" y="560437"/>
                  </a:lnTo>
                  <a:lnTo>
                    <a:pt x="968388" y="560437"/>
                  </a:lnTo>
                  <a:lnTo>
                    <a:pt x="966466" y="560437"/>
                  </a:lnTo>
                  <a:lnTo>
                    <a:pt x="964545" y="560437"/>
                  </a:lnTo>
                  <a:lnTo>
                    <a:pt x="962624" y="560437"/>
                  </a:lnTo>
                  <a:lnTo>
                    <a:pt x="960702" y="560437"/>
                  </a:lnTo>
                  <a:lnTo>
                    <a:pt x="958781" y="560437"/>
                  </a:lnTo>
                  <a:lnTo>
                    <a:pt x="956859" y="560437"/>
                  </a:lnTo>
                  <a:lnTo>
                    <a:pt x="954938" y="560437"/>
                  </a:lnTo>
                  <a:lnTo>
                    <a:pt x="953017" y="560437"/>
                  </a:lnTo>
                  <a:lnTo>
                    <a:pt x="951095" y="560437"/>
                  </a:lnTo>
                  <a:lnTo>
                    <a:pt x="949174" y="560437"/>
                  </a:lnTo>
                  <a:lnTo>
                    <a:pt x="947252" y="560437"/>
                  </a:lnTo>
                  <a:lnTo>
                    <a:pt x="945331" y="560437"/>
                  </a:lnTo>
                  <a:lnTo>
                    <a:pt x="943410" y="560437"/>
                  </a:lnTo>
                  <a:lnTo>
                    <a:pt x="941488" y="560437"/>
                  </a:lnTo>
                  <a:lnTo>
                    <a:pt x="939567" y="560437"/>
                  </a:lnTo>
                  <a:lnTo>
                    <a:pt x="937645" y="560437"/>
                  </a:lnTo>
                  <a:lnTo>
                    <a:pt x="935724" y="560437"/>
                  </a:lnTo>
                  <a:lnTo>
                    <a:pt x="933802" y="560437"/>
                  </a:lnTo>
                  <a:lnTo>
                    <a:pt x="931881" y="560437"/>
                  </a:lnTo>
                  <a:lnTo>
                    <a:pt x="929960" y="560437"/>
                  </a:lnTo>
                  <a:lnTo>
                    <a:pt x="928038" y="560437"/>
                  </a:lnTo>
                  <a:lnTo>
                    <a:pt x="926117" y="560437"/>
                  </a:lnTo>
                  <a:lnTo>
                    <a:pt x="924195" y="560437"/>
                  </a:lnTo>
                  <a:lnTo>
                    <a:pt x="922274" y="560437"/>
                  </a:lnTo>
                  <a:lnTo>
                    <a:pt x="920353" y="560437"/>
                  </a:lnTo>
                  <a:lnTo>
                    <a:pt x="918431" y="560437"/>
                  </a:lnTo>
                  <a:lnTo>
                    <a:pt x="916510" y="560437"/>
                  </a:lnTo>
                  <a:lnTo>
                    <a:pt x="914588" y="560437"/>
                  </a:lnTo>
                  <a:lnTo>
                    <a:pt x="912667" y="560437"/>
                  </a:lnTo>
                  <a:lnTo>
                    <a:pt x="910746" y="560437"/>
                  </a:lnTo>
                  <a:lnTo>
                    <a:pt x="908824" y="560437"/>
                  </a:lnTo>
                  <a:lnTo>
                    <a:pt x="906903" y="560437"/>
                  </a:lnTo>
                  <a:lnTo>
                    <a:pt x="904981" y="560437"/>
                  </a:lnTo>
                  <a:lnTo>
                    <a:pt x="903060" y="560437"/>
                  </a:lnTo>
                  <a:lnTo>
                    <a:pt x="901139" y="560437"/>
                  </a:lnTo>
                  <a:lnTo>
                    <a:pt x="899217" y="560437"/>
                  </a:lnTo>
                  <a:lnTo>
                    <a:pt x="897296" y="560437"/>
                  </a:lnTo>
                  <a:lnTo>
                    <a:pt x="895374" y="560437"/>
                  </a:lnTo>
                  <a:lnTo>
                    <a:pt x="893453" y="560437"/>
                  </a:lnTo>
                  <a:lnTo>
                    <a:pt x="891532" y="560437"/>
                  </a:lnTo>
                  <a:lnTo>
                    <a:pt x="889610" y="560437"/>
                  </a:lnTo>
                  <a:lnTo>
                    <a:pt x="887689" y="560437"/>
                  </a:lnTo>
                  <a:lnTo>
                    <a:pt x="885767" y="560437"/>
                  </a:lnTo>
                  <a:lnTo>
                    <a:pt x="883846" y="560437"/>
                  </a:lnTo>
                  <a:lnTo>
                    <a:pt x="881925" y="560437"/>
                  </a:lnTo>
                  <a:lnTo>
                    <a:pt x="880003" y="560437"/>
                  </a:lnTo>
                  <a:lnTo>
                    <a:pt x="878082" y="560437"/>
                  </a:lnTo>
                  <a:lnTo>
                    <a:pt x="876160" y="560437"/>
                  </a:lnTo>
                  <a:lnTo>
                    <a:pt x="874239" y="560437"/>
                  </a:lnTo>
                  <a:lnTo>
                    <a:pt x="872318" y="560437"/>
                  </a:lnTo>
                  <a:lnTo>
                    <a:pt x="870396" y="560437"/>
                  </a:lnTo>
                  <a:lnTo>
                    <a:pt x="868475" y="560437"/>
                  </a:lnTo>
                  <a:lnTo>
                    <a:pt x="866553" y="560437"/>
                  </a:lnTo>
                  <a:lnTo>
                    <a:pt x="864632" y="560437"/>
                  </a:lnTo>
                  <a:lnTo>
                    <a:pt x="862710" y="560437"/>
                  </a:lnTo>
                  <a:lnTo>
                    <a:pt x="860789" y="560437"/>
                  </a:lnTo>
                  <a:lnTo>
                    <a:pt x="858868" y="560437"/>
                  </a:lnTo>
                  <a:lnTo>
                    <a:pt x="856946" y="560437"/>
                  </a:lnTo>
                  <a:lnTo>
                    <a:pt x="855025" y="560437"/>
                  </a:lnTo>
                  <a:lnTo>
                    <a:pt x="853103" y="560437"/>
                  </a:lnTo>
                  <a:lnTo>
                    <a:pt x="851182" y="560437"/>
                  </a:lnTo>
                  <a:lnTo>
                    <a:pt x="849261" y="560437"/>
                  </a:lnTo>
                  <a:lnTo>
                    <a:pt x="847339" y="560437"/>
                  </a:lnTo>
                  <a:lnTo>
                    <a:pt x="845418" y="560437"/>
                  </a:lnTo>
                  <a:lnTo>
                    <a:pt x="843496" y="560437"/>
                  </a:lnTo>
                  <a:lnTo>
                    <a:pt x="841575" y="560437"/>
                  </a:lnTo>
                  <a:lnTo>
                    <a:pt x="839654" y="560437"/>
                  </a:lnTo>
                  <a:lnTo>
                    <a:pt x="837732" y="560437"/>
                  </a:lnTo>
                  <a:lnTo>
                    <a:pt x="835811" y="560437"/>
                  </a:lnTo>
                  <a:lnTo>
                    <a:pt x="833889" y="560437"/>
                  </a:lnTo>
                  <a:lnTo>
                    <a:pt x="831968" y="560437"/>
                  </a:lnTo>
                  <a:lnTo>
                    <a:pt x="830047" y="560437"/>
                  </a:lnTo>
                  <a:lnTo>
                    <a:pt x="828125" y="560437"/>
                  </a:lnTo>
                  <a:lnTo>
                    <a:pt x="826204" y="560437"/>
                  </a:lnTo>
                  <a:lnTo>
                    <a:pt x="824282" y="560437"/>
                  </a:lnTo>
                  <a:lnTo>
                    <a:pt x="822361" y="560437"/>
                  </a:lnTo>
                  <a:lnTo>
                    <a:pt x="820440" y="560437"/>
                  </a:lnTo>
                  <a:lnTo>
                    <a:pt x="818518" y="560437"/>
                  </a:lnTo>
                  <a:lnTo>
                    <a:pt x="816597" y="560437"/>
                  </a:lnTo>
                  <a:lnTo>
                    <a:pt x="814675" y="560437"/>
                  </a:lnTo>
                  <a:lnTo>
                    <a:pt x="812754" y="560437"/>
                  </a:lnTo>
                  <a:lnTo>
                    <a:pt x="810833" y="560437"/>
                  </a:lnTo>
                  <a:lnTo>
                    <a:pt x="808911" y="560437"/>
                  </a:lnTo>
                  <a:lnTo>
                    <a:pt x="806990" y="560437"/>
                  </a:lnTo>
                  <a:lnTo>
                    <a:pt x="805068" y="560437"/>
                  </a:lnTo>
                  <a:lnTo>
                    <a:pt x="803147" y="560437"/>
                  </a:lnTo>
                  <a:lnTo>
                    <a:pt x="801226" y="560437"/>
                  </a:lnTo>
                  <a:lnTo>
                    <a:pt x="799304" y="560437"/>
                  </a:lnTo>
                  <a:lnTo>
                    <a:pt x="797383" y="560437"/>
                  </a:lnTo>
                  <a:lnTo>
                    <a:pt x="795461" y="560437"/>
                  </a:lnTo>
                  <a:lnTo>
                    <a:pt x="793540" y="560437"/>
                  </a:lnTo>
                  <a:lnTo>
                    <a:pt x="791618" y="560437"/>
                  </a:lnTo>
                  <a:lnTo>
                    <a:pt x="789697" y="560437"/>
                  </a:lnTo>
                  <a:lnTo>
                    <a:pt x="787776" y="560437"/>
                  </a:lnTo>
                  <a:lnTo>
                    <a:pt x="785854" y="560437"/>
                  </a:lnTo>
                  <a:lnTo>
                    <a:pt x="783933" y="560437"/>
                  </a:lnTo>
                  <a:lnTo>
                    <a:pt x="782011" y="560437"/>
                  </a:lnTo>
                  <a:lnTo>
                    <a:pt x="780090" y="560437"/>
                  </a:lnTo>
                  <a:lnTo>
                    <a:pt x="778169" y="560437"/>
                  </a:lnTo>
                  <a:lnTo>
                    <a:pt x="776247" y="560437"/>
                  </a:lnTo>
                  <a:lnTo>
                    <a:pt x="774326" y="560437"/>
                  </a:lnTo>
                  <a:lnTo>
                    <a:pt x="772404" y="560437"/>
                  </a:lnTo>
                  <a:lnTo>
                    <a:pt x="770483" y="560437"/>
                  </a:lnTo>
                  <a:lnTo>
                    <a:pt x="768562" y="560437"/>
                  </a:lnTo>
                  <a:lnTo>
                    <a:pt x="766640" y="560437"/>
                  </a:lnTo>
                  <a:lnTo>
                    <a:pt x="764719" y="560437"/>
                  </a:lnTo>
                  <a:lnTo>
                    <a:pt x="762797" y="560437"/>
                  </a:lnTo>
                  <a:lnTo>
                    <a:pt x="760876" y="560437"/>
                  </a:lnTo>
                  <a:lnTo>
                    <a:pt x="758955" y="560437"/>
                  </a:lnTo>
                  <a:lnTo>
                    <a:pt x="757033" y="560437"/>
                  </a:lnTo>
                  <a:lnTo>
                    <a:pt x="755112" y="560437"/>
                  </a:lnTo>
                  <a:lnTo>
                    <a:pt x="753190" y="560437"/>
                  </a:lnTo>
                  <a:lnTo>
                    <a:pt x="751269" y="560437"/>
                  </a:lnTo>
                  <a:lnTo>
                    <a:pt x="749348" y="560437"/>
                  </a:lnTo>
                  <a:lnTo>
                    <a:pt x="747426" y="560437"/>
                  </a:lnTo>
                  <a:lnTo>
                    <a:pt x="745505" y="560437"/>
                  </a:lnTo>
                  <a:lnTo>
                    <a:pt x="743583" y="560437"/>
                  </a:lnTo>
                  <a:lnTo>
                    <a:pt x="741662" y="560437"/>
                  </a:lnTo>
                  <a:lnTo>
                    <a:pt x="739741" y="560437"/>
                  </a:lnTo>
                  <a:lnTo>
                    <a:pt x="737819" y="560437"/>
                  </a:lnTo>
                  <a:lnTo>
                    <a:pt x="735898" y="560437"/>
                  </a:lnTo>
                  <a:lnTo>
                    <a:pt x="733976" y="560437"/>
                  </a:lnTo>
                  <a:lnTo>
                    <a:pt x="732055" y="560437"/>
                  </a:lnTo>
                  <a:lnTo>
                    <a:pt x="730134" y="560437"/>
                  </a:lnTo>
                  <a:lnTo>
                    <a:pt x="728212" y="560437"/>
                  </a:lnTo>
                  <a:lnTo>
                    <a:pt x="726291" y="560437"/>
                  </a:lnTo>
                  <a:lnTo>
                    <a:pt x="724369" y="560437"/>
                  </a:lnTo>
                  <a:lnTo>
                    <a:pt x="722448" y="560437"/>
                  </a:lnTo>
                  <a:lnTo>
                    <a:pt x="720526" y="560437"/>
                  </a:lnTo>
                  <a:lnTo>
                    <a:pt x="718605" y="560437"/>
                  </a:lnTo>
                  <a:lnTo>
                    <a:pt x="716684" y="560437"/>
                  </a:lnTo>
                  <a:lnTo>
                    <a:pt x="714762" y="560437"/>
                  </a:lnTo>
                  <a:lnTo>
                    <a:pt x="712841" y="560437"/>
                  </a:lnTo>
                  <a:lnTo>
                    <a:pt x="710919" y="560437"/>
                  </a:lnTo>
                  <a:lnTo>
                    <a:pt x="708998" y="560437"/>
                  </a:lnTo>
                  <a:lnTo>
                    <a:pt x="707077" y="560437"/>
                  </a:lnTo>
                  <a:lnTo>
                    <a:pt x="705155" y="560437"/>
                  </a:lnTo>
                  <a:lnTo>
                    <a:pt x="703234" y="560437"/>
                  </a:lnTo>
                  <a:lnTo>
                    <a:pt x="701312" y="560437"/>
                  </a:lnTo>
                  <a:lnTo>
                    <a:pt x="699391" y="560437"/>
                  </a:lnTo>
                  <a:lnTo>
                    <a:pt x="697470" y="560437"/>
                  </a:lnTo>
                  <a:lnTo>
                    <a:pt x="695548" y="560437"/>
                  </a:lnTo>
                  <a:lnTo>
                    <a:pt x="693627" y="560437"/>
                  </a:lnTo>
                  <a:lnTo>
                    <a:pt x="691705" y="560437"/>
                  </a:lnTo>
                  <a:lnTo>
                    <a:pt x="689784" y="560437"/>
                  </a:lnTo>
                  <a:lnTo>
                    <a:pt x="687863" y="560437"/>
                  </a:lnTo>
                  <a:lnTo>
                    <a:pt x="685941" y="560437"/>
                  </a:lnTo>
                  <a:lnTo>
                    <a:pt x="684020" y="560437"/>
                  </a:lnTo>
                  <a:lnTo>
                    <a:pt x="682098" y="560437"/>
                  </a:lnTo>
                  <a:lnTo>
                    <a:pt x="680177" y="560437"/>
                  </a:lnTo>
                  <a:lnTo>
                    <a:pt x="678256" y="560437"/>
                  </a:lnTo>
                  <a:lnTo>
                    <a:pt x="676334" y="560437"/>
                  </a:lnTo>
                  <a:lnTo>
                    <a:pt x="674413" y="560437"/>
                  </a:lnTo>
                  <a:lnTo>
                    <a:pt x="672491" y="560437"/>
                  </a:lnTo>
                  <a:lnTo>
                    <a:pt x="670570" y="560437"/>
                  </a:lnTo>
                  <a:lnTo>
                    <a:pt x="668649" y="560437"/>
                  </a:lnTo>
                  <a:lnTo>
                    <a:pt x="666727" y="560437"/>
                  </a:lnTo>
                  <a:lnTo>
                    <a:pt x="664806" y="560437"/>
                  </a:lnTo>
                  <a:lnTo>
                    <a:pt x="662884" y="560437"/>
                  </a:lnTo>
                  <a:lnTo>
                    <a:pt x="660963" y="560437"/>
                  </a:lnTo>
                  <a:lnTo>
                    <a:pt x="659042" y="560437"/>
                  </a:lnTo>
                  <a:lnTo>
                    <a:pt x="657120" y="560437"/>
                  </a:lnTo>
                  <a:lnTo>
                    <a:pt x="655199" y="560437"/>
                  </a:lnTo>
                  <a:lnTo>
                    <a:pt x="653277" y="560437"/>
                  </a:lnTo>
                  <a:lnTo>
                    <a:pt x="651356" y="560437"/>
                  </a:lnTo>
                  <a:lnTo>
                    <a:pt x="649434" y="560437"/>
                  </a:lnTo>
                  <a:lnTo>
                    <a:pt x="647513" y="560437"/>
                  </a:lnTo>
                  <a:lnTo>
                    <a:pt x="645592" y="560437"/>
                  </a:lnTo>
                  <a:lnTo>
                    <a:pt x="643670" y="560437"/>
                  </a:lnTo>
                  <a:lnTo>
                    <a:pt x="641749" y="560437"/>
                  </a:lnTo>
                  <a:lnTo>
                    <a:pt x="639827" y="560437"/>
                  </a:lnTo>
                  <a:lnTo>
                    <a:pt x="637906" y="560437"/>
                  </a:lnTo>
                  <a:lnTo>
                    <a:pt x="635985" y="560437"/>
                  </a:lnTo>
                  <a:lnTo>
                    <a:pt x="634063" y="560437"/>
                  </a:lnTo>
                  <a:lnTo>
                    <a:pt x="632142" y="560437"/>
                  </a:lnTo>
                  <a:lnTo>
                    <a:pt x="630220" y="560437"/>
                  </a:lnTo>
                  <a:lnTo>
                    <a:pt x="628299" y="560437"/>
                  </a:lnTo>
                  <a:lnTo>
                    <a:pt x="626378" y="560437"/>
                  </a:lnTo>
                  <a:lnTo>
                    <a:pt x="624456" y="560437"/>
                  </a:lnTo>
                  <a:lnTo>
                    <a:pt x="622535" y="560437"/>
                  </a:lnTo>
                  <a:lnTo>
                    <a:pt x="620613" y="560437"/>
                  </a:lnTo>
                  <a:lnTo>
                    <a:pt x="618692" y="560437"/>
                  </a:lnTo>
                  <a:lnTo>
                    <a:pt x="616771" y="560437"/>
                  </a:lnTo>
                  <a:lnTo>
                    <a:pt x="614849" y="560437"/>
                  </a:lnTo>
                  <a:lnTo>
                    <a:pt x="612928" y="560437"/>
                  </a:lnTo>
                  <a:lnTo>
                    <a:pt x="611006" y="560437"/>
                  </a:lnTo>
                  <a:lnTo>
                    <a:pt x="609085" y="560437"/>
                  </a:lnTo>
                  <a:lnTo>
                    <a:pt x="607164" y="560437"/>
                  </a:lnTo>
                  <a:lnTo>
                    <a:pt x="605242" y="560437"/>
                  </a:lnTo>
                  <a:lnTo>
                    <a:pt x="603321" y="560437"/>
                  </a:lnTo>
                  <a:lnTo>
                    <a:pt x="601399" y="560437"/>
                  </a:lnTo>
                  <a:lnTo>
                    <a:pt x="599478" y="560437"/>
                  </a:lnTo>
                  <a:lnTo>
                    <a:pt x="597557" y="560437"/>
                  </a:lnTo>
                  <a:lnTo>
                    <a:pt x="595635" y="560437"/>
                  </a:lnTo>
                  <a:lnTo>
                    <a:pt x="593714" y="560437"/>
                  </a:lnTo>
                  <a:lnTo>
                    <a:pt x="591792" y="560437"/>
                  </a:lnTo>
                  <a:lnTo>
                    <a:pt x="589871" y="560437"/>
                  </a:lnTo>
                  <a:lnTo>
                    <a:pt x="587950" y="560437"/>
                  </a:lnTo>
                  <a:lnTo>
                    <a:pt x="586028" y="560437"/>
                  </a:lnTo>
                  <a:lnTo>
                    <a:pt x="584107" y="560437"/>
                  </a:lnTo>
                  <a:lnTo>
                    <a:pt x="582185" y="560437"/>
                  </a:lnTo>
                  <a:lnTo>
                    <a:pt x="580264" y="560437"/>
                  </a:lnTo>
                  <a:lnTo>
                    <a:pt x="578342" y="560437"/>
                  </a:lnTo>
                  <a:lnTo>
                    <a:pt x="576421" y="560437"/>
                  </a:lnTo>
                  <a:lnTo>
                    <a:pt x="574500" y="560437"/>
                  </a:lnTo>
                  <a:lnTo>
                    <a:pt x="572578" y="560437"/>
                  </a:lnTo>
                  <a:lnTo>
                    <a:pt x="570657" y="560437"/>
                  </a:lnTo>
                  <a:lnTo>
                    <a:pt x="568735" y="560437"/>
                  </a:lnTo>
                  <a:lnTo>
                    <a:pt x="566814" y="560437"/>
                  </a:lnTo>
                  <a:lnTo>
                    <a:pt x="564893" y="560437"/>
                  </a:lnTo>
                  <a:lnTo>
                    <a:pt x="562971" y="560437"/>
                  </a:lnTo>
                  <a:lnTo>
                    <a:pt x="561050" y="560437"/>
                  </a:lnTo>
                  <a:lnTo>
                    <a:pt x="559128" y="560437"/>
                  </a:lnTo>
                  <a:lnTo>
                    <a:pt x="557207" y="560437"/>
                  </a:lnTo>
                  <a:lnTo>
                    <a:pt x="555286" y="560437"/>
                  </a:lnTo>
                  <a:lnTo>
                    <a:pt x="553364" y="560437"/>
                  </a:lnTo>
                  <a:lnTo>
                    <a:pt x="551443" y="560437"/>
                  </a:lnTo>
                  <a:lnTo>
                    <a:pt x="549521" y="560437"/>
                  </a:lnTo>
                  <a:lnTo>
                    <a:pt x="547600" y="560437"/>
                  </a:lnTo>
                  <a:lnTo>
                    <a:pt x="545679" y="560437"/>
                  </a:lnTo>
                  <a:lnTo>
                    <a:pt x="543757" y="560437"/>
                  </a:lnTo>
                  <a:lnTo>
                    <a:pt x="541836" y="560437"/>
                  </a:lnTo>
                  <a:lnTo>
                    <a:pt x="539914" y="560437"/>
                  </a:lnTo>
                  <a:lnTo>
                    <a:pt x="537993" y="560437"/>
                  </a:lnTo>
                  <a:lnTo>
                    <a:pt x="536072" y="560437"/>
                  </a:lnTo>
                  <a:lnTo>
                    <a:pt x="534150" y="560437"/>
                  </a:lnTo>
                  <a:lnTo>
                    <a:pt x="532229" y="560437"/>
                  </a:lnTo>
                  <a:lnTo>
                    <a:pt x="530307" y="560437"/>
                  </a:lnTo>
                  <a:lnTo>
                    <a:pt x="528386" y="560437"/>
                  </a:lnTo>
                  <a:lnTo>
                    <a:pt x="526465" y="560437"/>
                  </a:lnTo>
                  <a:lnTo>
                    <a:pt x="524543" y="560437"/>
                  </a:lnTo>
                  <a:lnTo>
                    <a:pt x="522622" y="560437"/>
                  </a:lnTo>
                  <a:lnTo>
                    <a:pt x="520700" y="560437"/>
                  </a:lnTo>
                  <a:lnTo>
                    <a:pt x="518779" y="560437"/>
                  </a:lnTo>
                  <a:lnTo>
                    <a:pt x="516858" y="560437"/>
                  </a:lnTo>
                  <a:lnTo>
                    <a:pt x="514936" y="560437"/>
                  </a:lnTo>
                  <a:lnTo>
                    <a:pt x="513015" y="560437"/>
                  </a:lnTo>
                  <a:lnTo>
                    <a:pt x="511093" y="560437"/>
                  </a:lnTo>
                  <a:lnTo>
                    <a:pt x="509172" y="560437"/>
                  </a:lnTo>
                  <a:lnTo>
                    <a:pt x="507250" y="560437"/>
                  </a:lnTo>
                  <a:lnTo>
                    <a:pt x="505329" y="560437"/>
                  </a:lnTo>
                  <a:lnTo>
                    <a:pt x="503408" y="560437"/>
                  </a:lnTo>
                  <a:lnTo>
                    <a:pt x="501486" y="560437"/>
                  </a:lnTo>
                  <a:lnTo>
                    <a:pt x="499565" y="560437"/>
                  </a:lnTo>
                  <a:lnTo>
                    <a:pt x="497643" y="560437"/>
                  </a:lnTo>
                  <a:lnTo>
                    <a:pt x="495722" y="560437"/>
                  </a:lnTo>
                  <a:lnTo>
                    <a:pt x="493801" y="560437"/>
                  </a:lnTo>
                  <a:lnTo>
                    <a:pt x="491879" y="560437"/>
                  </a:lnTo>
                  <a:lnTo>
                    <a:pt x="489958" y="560437"/>
                  </a:lnTo>
                  <a:lnTo>
                    <a:pt x="488036" y="560437"/>
                  </a:lnTo>
                  <a:lnTo>
                    <a:pt x="486115" y="560437"/>
                  </a:lnTo>
                  <a:lnTo>
                    <a:pt x="484194" y="560437"/>
                  </a:lnTo>
                  <a:lnTo>
                    <a:pt x="482272" y="560437"/>
                  </a:lnTo>
                  <a:lnTo>
                    <a:pt x="480351" y="560437"/>
                  </a:lnTo>
                  <a:lnTo>
                    <a:pt x="478429" y="560437"/>
                  </a:lnTo>
                  <a:lnTo>
                    <a:pt x="476508" y="560437"/>
                  </a:lnTo>
                  <a:lnTo>
                    <a:pt x="474587" y="560437"/>
                  </a:lnTo>
                  <a:lnTo>
                    <a:pt x="472665" y="560437"/>
                  </a:lnTo>
                  <a:lnTo>
                    <a:pt x="470744" y="560437"/>
                  </a:lnTo>
                  <a:lnTo>
                    <a:pt x="468822" y="560437"/>
                  </a:lnTo>
                  <a:lnTo>
                    <a:pt x="466901" y="560437"/>
                  </a:lnTo>
                  <a:lnTo>
                    <a:pt x="464980" y="560437"/>
                  </a:lnTo>
                  <a:lnTo>
                    <a:pt x="463058" y="560437"/>
                  </a:lnTo>
                  <a:lnTo>
                    <a:pt x="461137" y="560437"/>
                  </a:lnTo>
                  <a:lnTo>
                    <a:pt x="459215" y="560437"/>
                  </a:lnTo>
                  <a:lnTo>
                    <a:pt x="457294" y="560437"/>
                  </a:lnTo>
                  <a:lnTo>
                    <a:pt x="455373" y="560437"/>
                  </a:lnTo>
                  <a:lnTo>
                    <a:pt x="453451" y="560437"/>
                  </a:lnTo>
                  <a:lnTo>
                    <a:pt x="451530" y="560437"/>
                  </a:lnTo>
                  <a:lnTo>
                    <a:pt x="449608" y="560437"/>
                  </a:lnTo>
                  <a:lnTo>
                    <a:pt x="447687" y="560437"/>
                  </a:lnTo>
                  <a:lnTo>
                    <a:pt x="445766" y="560437"/>
                  </a:lnTo>
                  <a:lnTo>
                    <a:pt x="443844" y="560437"/>
                  </a:lnTo>
                  <a:lnTo>
                    <a:pt x="441923" y="560437"/>
                  </a:lnTo>
                  <a:lnTo>
                    <a:pt x="440001" y="560437"/>
                  </a:lnTo>
                  <a:lnTo>
                    <a:pt x="438080" y="560437"/>
                  </a:lnTo>
                  <a:lnTo>
                    <a:pt x="436159" y="560437"/>
                  </a:lnTo>
                  <a:lnTo>
                    <a:pt x="434237" y="560437"/>
                  </a:lnTo>
                  <a:lnTo>
                    <a:pt x="432316" y="560437"/>
                  </a:lnTo>
                  <a:lnTo>
                    <a:pt x="430394" y="560437"/>
                  </a:lnTo>
                  <a:lnTo>
                    <a:pt x="428473" y="560437"/>
                  </a:lnTo>
                  <a:lnTo>
                    <a:pt x="426551" y="560437"/>
                  </a:lnTo>
                  <a:lnTo>
                    <a:pt x="424630" y="560437"/>
                  </a:lnTo>
                  <a:lnTo>
                    <a:pt x="422709" y="560437"/>
                  </a:lnTo>
                  <a:lnTo>
                    <a:pt x="420787" y="560437"/>
                  </a:lnTo>
                  <a:lnTo>
                    <a:pt x="418866" y="560437"/>
                  </a:lnTo>
                  <a:lnTo>
                    <a:pt x="416944" y="560437"/>
                  </a:lnTo>
                  <a:lnTo>
                    <a:pt x="415023" y="560437"/>
                  </a:lnTo>
                  <a:lnTo>
                    <a:pt x="413102" y="560437"/>
                  </a:lnTo>
                  <a:lnTo>
                    <a:pt x="411180" y="560437"/>
                  </a:lnTo>
                  <a:lnTo>
                    <a:pt x="409259" y="560437"/>
                  </a:lnTo>
                  <a:lnTo>
                    <a:pt x="407337" y="560437"/>
                  </a:lnTo>
                  <a:lnTo>
                    <a:pt x="405416" y="560437"/>
                  </a:lnTo>
                  <a:lnTo>
                    <a:pt x="403495" y="560437"/>
                  </a:lnTo>
                  <a:lnTo>
                    <a:pt x="401573" y="560437"/>
                  </a:lnTo>
                  <a:lnTo>
                    <a:pt x="399652" y="560437"/>
                  </a:lnTo>
                  <a:lnTo>
                    <a:pt x="397730" y="560437"/>
                  </a:lnTo>
                  <a:lnTo>
                    <a:pt x="395809" y="560437"/>
                  </a:lnTo>
                  <a:lnTo>
                    <a:pt x="393888" y="560437"/>
                  </a:lnTo>
                  <a:lnTo>
                    <a:pt x="391966" y="560437"/>
                  </a:lnTo>
                  <a:lnTo>
                    <a:pt x="390045" y="560437"/>
                  </a:lnTo>
                  <a:lnTo>
                    <a:pt x="388123" y="560437"/>
                  </a:lnTo>
                  <a:lnTo>
                    <a:pt x="386202" y="560437"/>
                  </a:lnTo>
                  <a:lnTo>
                    <a:pt x="384281" y="560437"/>
                  </a:lnTo>
                  <a:lnTo>
                    <a:pt x="382359" y="560437"/>
                  </a:lnTo>
                  <a:lnTo>
                    <a:pt x="380438" y="560437"/>
                  </a:lnTo>
                  <a:lnTo>
                    <a:pt x="378516" y="560437"/>
                  </a:lnTo>
                  <a:lnTo>
                    <a:pt x="376595" y="560437"/>
                  </a:lnTo>
                  <a:lnTo>
                    <a:pt x="374674" y="560437"/>
                  </a:lnTo>
                  <a:lnTo>
                    <a:pt x="372752" y="560437"/>
                  </a:lnTo>
                  <a:lnTo>
                    <a:pt x="370831" y="560437"/>
                  </a:lnTo>
                  <a:lnTo>
                    <a:pt x="368909" y="560437"/>
                  </a:lnTo>
                  <a:lnTo>
                    <a:pt x="366988" y="560437"/>
                  </a:lnTo>
                  <a:lnTo>
                    <a:pt x="365067" y="560437"/>
                  </a:lnTo>
                  <a:lnTo>
                    <a:pt x="363145" y="560437"/>
                  </a:lnTo>
                  <a:lnTo>
                    <a:pt x="361224" y="560437"/>
                  </a:lnTo>
                  <a:lnTo>
                    <a:pt x="359302" y="560437"/>
                  </a:lnTo>
                  <a:lnTo>
                    <a:pt x="357381" y="560437"/>
                  </a:lnTo>
                  <a:lnTo>
                    <a:pt x="355459" y="560437"/>
                  </a:lnTo>
                  <a:lnTo>
                    <a:pt x="353538" y="560437"/>
                  </a:lnTo>
                  <a:lnTo>
                    <a:pt x="351617" y="560437"/>
                  </a:lnTo>
                  <a:lnTo>
                    <a:pt x="349695" y="560437"/>
                  </a:lnTo>
                  <a:lnTo>
                    <a:pt x="347774" y="560437"/>
                  </a:lnTo>
                  <a:lnTo>
                    <a:pt x="345852" y="560437"/>
                  </a:lnTo>
                  <a:lnTo>
                    <a:pt x="343931" y="560437"/>
                  </a:lnTo>
                  <a:lnTo>
                    <a:pt x="342010" y="560437"/>
                  </a:lnTo>
                  <a:lnTo>
                    <a:pt x="340088" y="560437"/>
                  </a:lnTo>
                  <a:lnTo>
                    <a:pt x="338167" y="560437"/>
                  </a:lnTo>
                  <a:lnTo>
                    <a:pt x="336245" y="560437"/>
                  </a:lnTo>
                  <a:lnTo>
                    <a:pt x="334324" y="560437"/>
                  </a:lnTo>
                  <a:lnTo>
                    <a:pt x="332403" y="560437"/>
                  </a:lnTo>
                  <a:lnTo>
                    <a:pt x="330481" y="560437"/>
                  </a:lnTo>
                  <a:lnTo>
                    <a:pt x="328560" y="560437"/>
                  </a:lnTo>
                  <a:lnTo>
                    <a:pt x="326638" y="560437"/>
                  </a:lnTo>
                  <a:lnTo>
                    <a:pt x="324717" y="560437"/>
                  </a:lnTo>
                  <a:lnTo>
                    <a:pt x="322796" y="560437"/>
                  </a:lnTo>
                  <a:lnTo>
                    <a:pt x="320874" y="560437"/>
                  </a:lnTo>
                  <a:lnTo>
                    <a:pt x="318953" y="560437"/>
                  </a:lnTo>
                  <a:lnTo>
                    <a:pt x="317031" y="560437"/>
                  </a:lnTo>
                  <a:lnTo>
                    <a:pt x="315110" y="560437"/>
                  </a:lnTo>
                  <a:lnTo>
                    <a:pt x="313189" y="560437"/>
                  </a:lnTo>
                  <a:lnTo>
                    <a:pt x="311267" y="560437"/>
                  </a:lnTo>
                  <a:lnTo>
                    <a:pt x="309346" y="560437"/>
                  </a:lnTo>
                  <a:lnTo>
                    <a:pt x="307424" y="560437"/>
                  </a:lnTo>
                  <a:lnTo>
                    <a:pt x="305503" y="560437"/>
                  </a:lnTo>
                  <a:lnTo>
                    <a:pt x="303582" y="560437"/>
                  </a:lnTo>
                  <a:lnTo>
                    <a:pt x="301660" y="560437"/>
                  </a:lnTo>
                  <a:lnTo>
                    <a:pt x="299739" y="560437"/>
                  </a:lnTo>
                  <a:lnTo>
                    <a:pt x="297817" y="560437"/>
                  </a:lnTo>
                  <a:lnTo>
                    <a:pt x="295896" y="560437"/>
                  </a:lnTo>
                  <a:lnTo>
                    <a:pt x="293975" y="560437"/>
                  </a:lnTo>
                  <a:lnTo>
                    <a:pt x="292053" y="560437"/>
                  </a:lnTo>
                  <a:lnTo>
                    <a:pt x="290132" y="560437"/>
                  </a:lnTo>
                  <a:lnTo>
                    <a:pt x="288210" y="560437"/>
                  </a:lnTo>
                  <a:lnTo>
                    <a:pt x="286289" y="560437"/>
                  </a:lnTo>
                  <a:lnTo>
                    <a:pt x="284367" y="560437"/>
                  </a:lnTo>
                  <a:lnTo>
                    <a:pt x="282446" y="560437"/>
                  </a:lnTo>
                  <a:lnTo>
                    <a:pt x="280525" y="560437"/>
                  </a:lnTo>
                  <a:lnTo>
                    <a:pt x="278603" y="560437"/>
                  </a:lnTo>
                  <a:lnTo>
                    <a:pt x="276682" y="560437"/>
                  </a:lnTo>
                  <a:lnTo>
                    <a:pt x="274760" y="560437"/>
                  </a:lnTo>
                  <a:lnTo>
                    <a:pt x="272839" y="560437"/>
                  </a:lnTo>
                  <a:lnTo>
                    <a:pt x="270918" y="560437"/>
                  </a:lnTo>
                  <a:lnTo>
                    <a:pt x="268996" y="560437"/>
                  </a:lnTo>
                  <a:lnTo>
                    <a:pt x="267075" y="560437"/>
                  </a:lnTo>
                  <a:lnTo>
                    <a:pt x="265153" y="560437"/>
                  </a:lnTo>
                  <a:lnTo>
                    <a:pt x="263232" y="560437"/>
                  </a:lnTo>
                  <a:lnTo>
                    <a:pt x="261311" y="560437"/>
                  </a:lnTo>
                  <a:lnTo>
                    <a:pt x="259389" y="560437"/>
                  </a:lnTo>
                  <a:lnTo>
                    <a:pt x="257468" y="560437"/>
                  </a:lnTo>
                  <a:lnTo>
                    <a:pt x="255546" y="560437"/>
                  </a:lnTo>
                  <a:lnTo>
                    <a:pt x="253625" y="560437"/>
                  </a:lnTo>
                  <a:lnTo>
                    <a:pt x="251704" y="560437"/>
                  </a:lnTo>
                  <a:lnTo>
                    <a:pt x="249782" y="560437"/>
                  </a:lnTo>
                  <a:lnTo>
                    <a:pt x="247861" y="560437"/>
                  </a:lnTo>
                  <a:lnTo>
                    <a:pt x="245939" y="560437"/>
                  </a:lnTo>
                  <a:lnTo>
                    <a:pt x="244018" y="560437"/>
                  </a:lnTo>
                  <a:lnTo>
                    <a:pt x="242097" y="560437"/>
                  </a:lnTo>
                  <a:lnTo>
                    <a:pt x="240175" y="560437"/>
                  </a:lnTo>
                  <a:lnTo>
                    <a:pt x="238254" y="560437"/>
                  </a:lnTo>
                  <a:lnTo>
                    <a:pt x="236332" y="560437"/>
                  </a:lnTo>
                  <a:lnTo>
                    <a:pt x="234411" y="560437"/>
                  </a:lnTo>
                  <a:lnTo>
                    <a:pt x="232490" y="560437"/>
                  </a:lnTo>
                  <a:lnTo>
                    <a:pt x="230568" y="560437"/>
                  </a:lnTo>
                  <a:lnTo>
                    <a:pt x="228647" y="560437"/>
                  </a:lnTo>
                  <a:lnTo>
                    <a:pt x="226725" y="560437"/>
                  </a:lnTo>
                  <a:lnTo>
                    <a:pt x="224804" y="560437"/>
                  </a:lnTo>
                  <a:lnTo>
                    <a:pt x="222883" y="560437"/>
                  </a:lnTo>
                  <a:lnTo>
                    <a:pt x="220961" y="560437"/>
                  </a:lnTo>
                  <a:lnTo>
                    <a:pt x="219040" y="560437"/>
                  </a:lnTo>
                  <a:lnTo>
                    <a:pt x="217118" y="560437"/>
                  </a:lnTo>
                  <a:lnTo>
                    <a:pt x="215197" y="560437"/>
                  </a:lnTo>
                  <a:lnTo>
                    <a:pt x="213275" y="560437"/>
                  </a:lnTo>
                  <a:lnTo>
                    <a:pt x="211354" y="560437"/>
                  </a:lnTo>
                  <a:lnTo>
                    <a:pt x="209433" y="560437"/>
                  </a:lnTo>
                  <a:lnTo>
                    <a:pt x="207511" y="560437"/>
                  </a:lnTo>
                  <a:lnTo>
                    <a:pt x="205590" y="560437"/>
                  </a:lnTo>
                  <a:lnTo>
                    <a:pt x="203668" y="560437"/>
                  </a:lnTo>
                  <a:lnTo>
                    <a:pt x="201747" y="560437"/>
                  </a:lnTo>
                  <a:lnTo>
                    <a:pt x="199826" y="560437"/>
                  </a:lnTo>
                  <a:lnTo>
                    <a:pt x="197904" y="560437"/>
                  </a:lnTo>
                  <a:lnTo>
                    <a:pt x="195983" y="560437"/>
                  </a:lnTo>
                  <a:lnTo>
                    <a:pt x="194061" y="560437"/>
                  </a:lnTo>
                  <a:lnTo>
                    <a:pt x="192140" y="560437"/>
                  </a:lnTo>
                  <a:lnTo>
                    <a:pt x="190219" y="560437"/>
                  </a:lnTo>
                  <a:lnTo>
                    <a:pt x="188297" y="560437"/>
                  </a:lnTo>
                  <a:lnTo>
                    <a:pt x="186376" y="560437"/>
                  </a:lnTo>
                  <a:lnTo>
                    <a:pt x="184454" y="560437"/>
                  </a:lnTo>
                  <a:lnTo>
                    <a:pt x="182533" y="560437"/>
                  </a:lnTo>
                  <a:lnTo>
                    <a:pt x="180612" y="560437"/>
                  </a:lnTo>
                  <a:lnTo>
                    <a:pt x="178690" y="560437"/>
                  </a:lnTo>
                  <a:lnTo>
                    <a:pt x="176769" y="560437"/>
                  </a:lnTo>
                  <a:lnTo>
                    <a:pt x="174847" y="560437"/>
                  </a:lnTo>
                  <a:lnTo>
                    <a:pt x="172926" y="560437"/>
                  </a:lnTo>
                  <a:lnTo>
                    <a:pt x="171005" y="560437"/>
                  </a:lnTo>
                  <a:lnTo>
                    <a:pt x="169083" y="560437"/>
                  </a:lnTo>
                  <a:lnTo>
                    <a:pt x="167162" y="560437"/>
                  </a:lnTo>
                  <a:lnTo>
                    <a:pt x="165240" y="560437"/>
                  </a:lnTo>
                  <a:lnTo>
                    <a:pt x="163319" y="560437"/>
                  </a:lnTo>
                  <a:lnTo>
                    <a:pt x="161398" y="560437"/>
                  </a:lnTo>
                  <a:lnTo>
                    <a:pt x="159476" y="560437"/>
                  </a:lnTo>
                  <a:lnTo>
                    <a:pt x="157555" y="560437"/>
                  </a:lnTo>
                  <a:lnTo>
                    <a:pt x="155633" y="560437"/>
                  </a:lnTo>
                  <a:lnTo>
                    <a:pt x="153712" y="560437"/>
                  </a:lnTo>
                  <a:lnTo>
                    <a:pt x="151791" y="560437"/>
                  </a:lnTo>
                  <a:lnTo>
                    <a:pt x="149869" y="560437"/>
                  </a:lnTo>
                  <a:lnTo>
                    <a:pt x="147948" y="560437"/>
                  </a:lnTo>
                  <a:lnTo>
                    <a:pt x="146026" y="560437"/>
                  </a:lnTo>
                  <a:lnTo>
                    <a:pt x="144105" y="560437"/>
                  </a:lnTo>
                  <a:lnTo>
                    <a:pt x="142183" y="560437"/>
                  </a:lnTo>
                  <a:lnTo>
                    <a:pt x="140262" y="560437"/>
                  </a:lnTo>
                  <a:lnTo>
                    <a:pt x="138341" y="560437"/>
                  </a:lnTo>
                  <a:lnTo>
                    <a:pt x="136419" y="560437"/>
                  </a:lnTo>
                  <a:lnTo>
                    <a:pt x="134498" y="560437"/>
                  </a:lnTo>
                  <a:lnTo>
                    <a:pt x="132576" y="560437"/>
                  </a:lnTo>
                  <a:lnTo>
                    <a:pt x="130655" y="560437"/>
                  </a:lnTo>
                  <a:lnTo>
                    <a:pt x="128734" y="560437"/>
                  </a:lnTo>
                  <a:lnTo>
                    <a:pt x="126812" y="560437"/>
                  </a:lnTo>
                  <a:lnTo>
                    <a:pt x="124891" y="560437"/>
                  </a:lnTo>
                  <a:lnTo>
                    <a:pt x="122969" y="560437"/>
                  </a:lnTo>
                  <a:lnTo>
                    <a:pt x="121048" y="560437"/>
                  </a:lnTo>
                  <a:lnTo>
                    <a:pt x="119127" y="560437"/>
                  </a:lnTo>
                  <a:lnTo>
                    <a:pt x="117205" y="560437"/>
                  </a:lnTo>
                  <a:lnTo>
                    <a:pt x="115284" y="560437"/>
                  </a:lnTo>
                  <a:lnTo>
                    <a:pt x="113362" y="560437"/>
                  </a:lnTo>
                  <a:lnTo>
                    <a:pt x="111441" y="560437"/>
                  </a:lnTo>
                  <a:lnTo>
                    <a:pt x="109520" y="560437"/>
                  </a:lnTo>
                  <a:lnTo>
                    <a:pt x="107598" y="560437"/>
                  </a:lnTo>
                  <a:lnTo>
                    <a:pt x="105677" y="560437"/>
                  </a:lnTo>
                  <a:lnTo>
                    <a:pt x="103755" y="560437"/>
                  </a:lnTo>
                  <a:lnTo>
                    <a:pt x="101834" y="560437"/>
                  </a:lnTo>
                  <a:lnTo>
                    <a:pt x="99913" y="560437"/>
                  </a:lnTo>
                  <a:lnTo>
                    <a:pt x="97991" y="560437"/>
                  </a:lnTo>
                  <a:lnTo>
                    <a:pt x="96070" y="560437"/>
                  </a:lnTo>
                  <a:lnTo>
                    <a:pt x="94148" y="560437"/>
                  </a:lnTo>
                  <a:lnTo>
                    <a:pt x="92227" y="560437"/>
                  </a:lnTo>
                  <a:lnTo>
                    <a:pt x="90306" y="560437"/>
                  </a:lnTo>
                  <a:lnTo>
                    <a:pt x="88384" y="560437"/>
                  </a:lnTo>
                  <a:lnTo>
                    <a:pt x="86463" y="560437"/>
                  </a:lnTo>
                  <a:lnTo>
                    <a:pt x="84541" y="560437"/>
                  </a:lnTo>
                  <a:lnTo>
                    <a:pt x="82620" y="560437"/>
                  </a:lnTo>
                  <a:lnTo>
                    <a:pt x="80699" y="560437"/>
                  </a:lnTo>
                  <a:lnTo>
                    <a:pt x="78777" y="560437"/>
                  </a:lnTo>
                  <a:lnTo>
                    <a:pt x="76856" y="560437"/>
                  </a:lnTo>
                  <a:lnTo>
                    <a:pt x="74934" y="560437"/>
                  </a:lnTo>
                  <a:lnTo>
                    <a:pt x="73013" y="560437"/>
                  </a:lnTo>
                  <a:lnTo>
                    <a:pt x="71091" y="560437"/>
                  </a:lnTo>
                  <a:lnTo>
                    <a:pt x="69170" y="560437"/>
                  </a:lnTo>
                  <a:lnTo>
                    <a:pt x="67249" y="560437"/>
                  </a:lnTo>
                  <a:lnTo>
                    <a:pt x="65327" y="560437"/>
                  </a:lnTo>
                  <a:lnTo>
                    <a:pt x="63406" y="560437"/>
                  </a:lnTo>
                  <a:lnTo>
                    <a:pt x="61484" y="560437"/>
                  </a:lnTo>
                  <a:lnTo>
                    <a:pt x="59563" y="560437"/>
                  </a:lnTo>
                  <a:lnTo>
                    <a:pt x="57642" y="560437"/>
                  </a:lnTo>
                  <a:lnTo>
                    <a:pt x="55720" y="560437"/>
                  </a:lnTo>
                  <a:lnTo>
                    <a:pt x="53799" y="560437"/>
                  </a:lnTo>
                  <a:lnTo>
                    <a:pt x="51877" y="560437"/>
                  </a:lnTo>
                  <a:lnTo>
                    <a:pt x="49956" y="560437"/>
                  </a:lnTo>
                  <a:lnTo>
                    <a:pt x="48035" y="560437"/>
                  </a:lnTo>
                  <a:lnTo>
                    <a:pt x="46113" y="560437"/>
                  </a:lnTo>
                  <a:lnTo>
                    <a:pt x="44192" y="560437"/>
                  </a:lnTo>
                  <a:lnTo>
                    <a:pt x="42270" y="560437"/>
                  </a:lnTo>
                  <a:lnTo>
                    <a:pt x="40349" y="560437"/>
                  </a:lnTo>
                  <a:lnTo>
                    <a:pt x="38428" y="560437"/>
                  </a:lnTo>
                  <a:lnTo>
                    <a:pt x="36506" y="560437"/>
                  </a:lnTo>
                  <a:lnTo>
                    <a:pt x="34585" y="560437"/>
                  </a:lnTo>
                  <a:lnTo>
                    <a:pt x="32663" y="560437"/>
                  </a:lnTo>
                  <a:lnTo>
                    <a:pt x="30742" y="560437"/>
                  </a:lnTo>
                  <a:lnTo>
                    <a:pt x="28821" y="560437"/>
                  </a:lnTo>
                  <a:lnTo>
                    <a:pt x="26899" y="560437"/>
                  </a:lnTo>
                  <a:lnTo>
                    <a:pt x="24978" y="560437"/>
                  </a:lnTo>
                  <a:lnTo>
                    <a:pt x="23056" y="560437"/>
                  </a:lnTo>
                  <a:lnTo>
                    <a:pt x="21135" y="560437"/>
                  </a:lnTo>
                  <a:lnTo>
                    <a:pt x="19214" y="560437"/>
                  </a:lnTo>
                  <a:lnTo>
                    <a:pt x="17292" y="560437"/>
                  </a:lnTo>
                  <a:lnTo>
                    <a:pt x="15371" y="560437"/>
                  </a:lnTo>
                  <a:lnTo>
                    <a:pt x="13449" y="560437"/>
                  </a:lnTo>
                  <a:lnTo>
                    <a:pt x="11528" y="560437"/>
                  </a:lnTo>
                  <a:lnTo>
                    <a:pt x="9607" y="560437"/>
                  </a:lnTo>
                  <a:lnTo>
                    <a:pt x="7685" y="560437"/>
                  </a:lnTo>
                  <a:lnTo>
                    <a:pt x="5764" y="560437"/>
                  </a:lnTo>
                  <a:lnTo>
                    <a:pt x="3842" y="560437"/>
                  </a:lnTo>
                  <a:lnTo>
                    <a:pt x="1921" y="56043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3029362" y="5422985"/>
              <a:ext cx="981838" cy="560437"/>
            </a:xfrm>
            <a:custGeom>
              <a:avLst/>
              <a:pathLst>
                <a:path w="981838" h="560437">
                  <a:moveTo>
                    <a:pt x="0" y="560437"/>
                  </a:moveTo>
                  <a:lnTo>
                    <a:pt x="1921" y="560437"/>
                  </a:lnTo>
                  <a:lnTo>
                    <a:pt x="3842" y="560437"/>
                  </a:lnTo>
                  <a:lnTo>
                    <a:pt x="5764" y="560437"/>
                  </a:lnTo>
                  <a:lnTo>
                    <a:pt x="7685" y="560437"/>
                  </a:lnTo>
                  <a:lnTo>
                    <a:pt x="9607" y="560437"/>
                  </a:lnTo>
                  <a:lnTo>
                    <a:pt x="11528" y="560437"/>
                  </a:lnTo>
                  <a:lnTo>
                    <a:pt x="13449" y="560437"/>
                  </a:lnTo>
                  <a:lnTo>
                    <a:pt x="15371" y="560437"/>
                  </a:lnTo>
                  <a:lnTo>
                    <a:pt x="17292" y="560437"/>
                  </a:lnTo>
                  <a:lnTo>
                    <a:pt x="19214" y="560437"/>
                  </a:lnTo>
                  <a:lnTo>
                    <a:pt x="21135" y="560437"/>
                  </a:lnTo>
                  <a:lnTo>
                    <a:pt x="23056" y="560437"/>
                  </a:lnTo>
                  <a:lnTo>
                    <a:pt x="24978" y="560437"/>
                  </a:lnTo>
                  <a:lnTo>
                    <a:pt x="26899" y="560437"/>
                  </a:lnTo>
                  <a:lnTo>
                    <a:pt x="28821" y="560437"/>
                  </a:lnTo>
                  <a:lnTo>
                    <a:pt x="30742" y="560437"/>
                  </a:lnTo>
                  <a:lnTo>
                    <a:pt x="32663" y="560437"/>
                  </a:lnTo>
                  <a:lnTo>
                    <a:pt x="34585" y="560437"/>
                  </a:lnTo>
                  <a:lnTo>
                    <a:pt x="36506" y="560437"/>
                  </a:lnTo>
                  <a:lnTo>
                    <a:pt x="38428" y="560437"/>
                  </a:lnTo>
                  <a:lnTo>
                    <a:pt x="40349" y="560437"/>
                  </a:lnTo>
                  <a:lnTo>
                    <a:pt x="42270" y="560437"/>
                  </a:lnTo>
                  <a:lnTo>
                    <a:pt x="44192" y="560437"/>
                  </a:lnTo>
                  <a:lnTo>
                    <a:pt x="46113" y="560437"/>
                  </a:lnTo>
                  <a:lnTo>
                    <a:pt x="48035" y="560437"/>
                  </a:lnTo>
                  <a:lnTo>
                    <a:pt x="49956" y="560436"/>
                  </a:lnTo>
                  <a:lnTo>
                    <a:pt x="51877" y="560436"/>
                  </a:lnTo>
                  <a:lnTo>
                    <a:pt x="53799" y="560435"/>
                  </a:lnTo>
                  <a:lnTo>
                    <a:pt x="55720" y="560434"/>
                  </a:lnTo>
                  <a:lnTo>
                    <a:pt x="57642" y="560431"/>
                  </a:lnTo>
                  <a:lnTo>
                    <a:pt x="59563" y="560425"/>
                  </a:lnTo>
                  <a:lnTo>
                    <a:pt x="61484" y="560415"/>
                  </a:lnTo>
                  <a:lnTo>
                    <a:pt x="63406" y="560396"/>
                  </a:lnTo>
                  <a:lnTo>
                    <a:pt x="65327" y="560364"/>
                  </a:lnTo>
                  <a:lnTo>
                    <a:pt x="67249" y="560311"/>
                  </a:lnTo>
                  <a:lnTo>
                    <a:pt x="69170" y="560227"/>
                  </a:lnTo>
                  <a:lnTo>
                    <a:pt x="71091" y="560095"/>
                  </a:lnTo>
                  <a:lnTo>
                    <a:pt x="73013" y="559897"/>
                  </a:lnTo>
                  <a:lnTo>
                    <a:pt x="74934" y="559609"/>
                  </a:lnTo>
                  <a:lnTo>
                    <a:pt x="76856" y="559201"/>
                  </a:lnTo>
                  <a:lnTo>
                    <a:pt x="78777" y="558638"/>
                  </a:lnTo>
                  <a:lnTo>
                    <a:pt x="80699" y="557875"/>
                  </a:lnTo>
                  <a:lnTo>
                    <a:pt x="82620" y="556850"/>
                  </a:lnTo>
                  <a:lnTo>
                    <a:pt x="84541" y="555530"/>
                  </a:lnTo>
                  <a:lnTo>
                    <a:pt x="86463" y="553865"/>
                  </a:lnTo>
                  <a:lnTo>
                    <a:pt x="88384" y="551799"/>
                  </a:lnTo>
                  <a:lnTo>
                    <a:pt x="90306" y="549280"/>
                  </a:lnTo>
                  <a:lnTo>
                    <a:pt x="92227" y="546252"/>
                  </a:lnTo>
                  <a:lnTo>
                    <a:pt x="94148" y="542660"/>
                  </a:lnTo>
                  <a:lnTo>
                    <a:pt x="96070" y="538456"/>
                  </a:lnTo>
                  <a:lnTo>
                    <a:pt x="97991" y="533600"/>
                  </a:lnTo>
                  <a:lnTo>
                    <a:pt x="99913" y="528065"/>
                  </a:lnTo>
                  <a:lnTo>
                    <a:pt x="101834" y="521846"/>
                  </a:lnTo>
                  <a:lnTo>
                    <a:pt x="103755" y="514954"/>
                  </a:lnTo>
                  <a:lnTo>
                    <a:pt x="105677" y="507388"/>
                  </a:lnTo>
                  <a:lnTo>
                    <a:pt x="107598" y="499228"/>
                  </a:lnTo>
                  <a:lnTo>
                    <a:pt x="109520" y="490554"/>
                  </a:lnTo>
                  <a:lnTo>
                    <a:pt x="111441" y="481421"/>
                  </a:lnTo>
                  <a:lnTo>
                    <a:pt x="113362" y="471875"/>
                  </a:lnTo>
                  <a:lnTo>
                    <a:pt x="115284" y="461944"/>
                  </a:lnTo>
                  <a:lnTo>
                    <a:pt x="117205" y="451642"/>
                  </a:lnTo>
                  <a:lnTo>
                    <a:pt x="119127" y="440970"/>
                  </a:lnTo>
                  <a:lnTo>
                    <a:pt x="121048" y="429917"/>
                  </a:lnTo>
                  <a:lnTo>
                    <a:pt x="122969" y="418468"/>
                  </a:lnTo>
                  <a:lnTo>
                    <a:pt x="124891" y="406600"/>
                  </a:lnTo>
                  <a:lnTo>
                    <a:pt x="126812" y="394279"/>
                  </a:lnTo>
                  <a:lnTo>
                    <a:pt x="128734" y="381450"/>
                  </a:lnTo>
                  <a:lnTo>
                    <a:pt x="130655" y="367984"/>
                  </a:lnTo>
                  <a:lnTo>
                    <a:pt x="132576" y="353809"/>
                  </a:lnTo>
                  <a:lnTo>
                    <a:pt x="134498" y="338789"/>
                  </a:lnTo>
                  <a:lnTo>
                    <a:pt x="136419" y="322769"/>
                  </a:lnTo>
                  <a:lnTo>
                    <a:pt x="138341" y="305603"/>
                  </a:lnTo>
                  <a:lnTo>
                    <a:pt x="140262" y="287166"/>
                  </a:lnTo>
                  <a:lnTo>
                    <a:pt x="142183" y="267379"/>
                  </a:lnTo>
                  <a:lnTo>
                    <a:pt x="144105" y="246228"/>
                  </a:lnTo>
                  <a:lnTo>
                    <a:pt x="146026" y="223776"/>
                  </a:lnTo>
                  <a:lnTo>
                    <a:pt x="147948" y="200171"/>
                  </a:lnTo>
                  <a:lnTo>
                    <a:pt x="149869" y="175653"/>
                  </a:lnTo>
                  <a:lnTo>
                    <a:pt x="151791" y="150558"/>
                  </a:lnTo>
                  <a:lnTo>
                    <a:pt x="153712" y="125340"/>
                  </a:lnTo>
                  <a:lnTo>
                    <a:pt x="155633" y="100624"/>
                  </a:lnTo>
                  <a:lnTo>
                    <a:pt x="157555" y="77055"/>
                  </a:lnTo>
                  <a:lnTo>
                    <a:pt x="159476" y="55341"/>
                  </a:lnTo>
                  <a:lnTo>
                    <a:pt x="161398" y="36231"/>
                  </a:lnTo>
                  <a:lnTo>
                    <a:pt x="163319" y="20477"/>
                  </a:lnTo>
                  <a:lnTo>
                    <a:pt x="165240" y="8792"/>
                  </a:lnTo>
                  <a:lnTo>
                    <a:pt x="167162" y="1801"/>
                  </a:lnTo>
                  <a:lnTo>
                    <a:pt x="169083" y="0"/>
                  </a:lnTo>
                  <a:lnTo>
                    <a:pt x="171005" y="3710"/>
                  </a:lnTo>
                  <a:lnTo>
                    <a:pt x="172926" y="13060"/>
                  </a:lnTo>
                  <a:lnTo>
                    <a:pt x="174847" y="27963"/>
                  </a:lnTo>
                  <a:lnTo>
                    <a:pt x="176769" y="48120"/>
                  </a:lnTo>
                  <a:lnTo>
                    <a:pt x="178690" y="73384"/>
                  </a:lnTo>
                  <a:lnTo>
                    <a:pt x="180612" y="102569"/>
                  </a:lnTo>
                  <a:lnTo>
                    <a:pt x="182533" y="134806"/>
                  </a:lnTo>
                  <a:lnTo>
                    <a:pt x="184454" y="169165"/>
                  </a:lnTo>
                  <a:lnTo>
                    <a:pt x="186376" y="204676"/>
                  </a:lnTo>
                  <a:lnTo>
                    <a:pt x="188297" y="240378"/>
                  </a:lnTo>
                  <a:lnTo>
                    <a:pt x="190219" y="275356"/>
                  </a:lnTo>
                  <a:lnTo>
                    <a:pt x="192140" y="308784"/>
                  </a:lnTo>
                  <a:lnTo>
                    <a:pt x="194061" y="339954"/>
                  </a:lnTo>
                  <a:lnTo>
                    <a:pt x="195983" y="368304"/>
                  </a:lnTo>
                  <a:lnTo>
                    <a:pt x="197904" y="393434"/>
                  </a:lnTo>
                  <a:lnTo>
                    <a:pt x="199826" y="415111"/>
                  </a:lnTo>
                  <a:lnTo>
                    <a:pt x="201747" y="433144"/>
                  </a:lnTo>
                  <a:lnTo>
                    <a:pt x="203668" y="447574"/>
                  </a:lnTo>
                  <a:lnTo>
                    <a:pt x="205590" y="458856"/>
                  </a:lnTo>
                  <a:lnTo>
                    <a:pt x="207511" y="467329"/>
                  </a:lnTo>
                  <a:lnTo>
                    <a:pt x="209433" y="473386"/>
                  </a:lnTo>
                  <a:lnTo>
                    <a:pt x="211354" y="477448"/>
                  </a:lnTo>
                  <a:lnTo>
                    <a:pt x="213275" y="479927"/>
                  </a:lnTo>
                  <a:lnTo>
                    <a:pt x="215197" y="481207"/>
                  </a:lnTo>
                  <a:lnTo>
                    <a:pt x="217118" y="481621"/>
                  </a:lnTo>
                  <a:lnTo>
                    <a:pt x="219040" y="481436"/>
                  </a:lnTo>
                  <a:lnTo>
                    <a:pt x="220961" y="480856"/>
                  </a:lnTo>
                  <a:lnTo>
                    <a:pt x="222883" y="480023"/>
                  </a:lnTo>
                  <a:lnTo>
                    <a:pt x="224804" y="479034"/>
                  </a:lnTo>
                  <a:lnTo>
                    <a:pt x="226725" y="477955"/>
                  </a:lnTo>
                  <a:lnTo>
                    <a:pt x="228647" y="476868"/>
                  </a:lnTo>
                  <a:lnTo>
                    <a:pt x="230568" y="475863"/>
                  </a:lnTo>
                  <a:lnTo>
                    <a:pt x="232490" y="475063"/>
                  </a:lnTo>
                  <a:lnTo>
                    <a:pt x="234411" y="474621"/>
                  </a:lnTo>
                  <a:lnTo>
                    <a:pt x="236332" y="474714"/>
                  </a:lnTo>
                  <a:lnTo>
                    <a:pt x="238254" y="475518"/>
                  </a:lnTo>
                  <a:lnTo>
                    <a:pt x="240175" y="477192"/>
                  </a:lnTo>
                  <a:lnTo>
                    <a:pt x="242097" y="479849"/>
                  </a:lnTo>
                  <a:lnTo>
                    <a:pt x="244018" y="483533"/>
                  </a:lnTo>
                  <a:lnTo>
                    <a:pt x="245939" y="488210"/>
                  </a:lnTo>
                  <a:lnTo>
                    <a:pt x="247861" y="493763"/>
                  </a:lnTo>
                  <a:lnTo>
                    <a:pt x="249782" y="500006"/>
                  </a:lnTo>
                  <a:lnTo>
                    <a:pt x="251704" y="506669"/>
                  </a:lnTo>
                  <a:lnTo>
                    <a:pt x="253625" y="513422"/>
                  </a:lnTo>
                  <a:lnTo>
                    <a:pt x="255546" y="519996"/>
                  </a:lnTo>
                  <a:lnTo>
                    <a:pt x="257468" y="526162"/>
                  </a:lnTo>
                  <a:lnTo>
                    <a:pt x="259389" y="531747"/>
                  </a:lnTo>
                  <a:lnTo>
                    <a:pt x="261311" y="536640"/>
                  </a:lnTo>
                  <a:lnTo>
                    <a:pt x="263232" y="540794"/>
                  </a:lnTo>
                  <a:lnTo>
                    <a:pt x="265153" y="544217"/>
                  </a:lnTo>
                  <a:lnTo>
                    <a:pt x="267075" y="546959"/>
                  </a:lnTo>
                  <a:lnTo>
                    <a:pt x="268996" y="549096"/>
                  </a:lnTo>
                  <a:lnTo>
                    <a:pt x="270918" y="550718"/>
                  </a:lnTo>
                  <a:lnTo>
                    <a:pt x="272839" y="551918"/>
                  </a:lnTo>
                  <a:lnTo>
                    <a:pt x="274760" y="552769"/>
                  </a:lnTo>
                  <a:lnTo>
                    <a:pt x="276682" y="553367"/>
                  </a:lnTo>
                  <a:lnTo>
                    <a:pt x="278603" y="553790"/>
                  </a:lnTo>
                  <a:lnTo>
                    <a:pt x="280525" y="554095"/>
                  </a:lnTo>
                  <a:lnTo>
                    <a:pt x="282446" y="554330"/>
                  </a:lnTo>
                  <a:lnTo>
                    <a:pt x="284367" y="554537"/>
                  </a:lnTo>
                  <a:lnTo>
                    <a:pt x="286289" y="554747"/>
                  </a:lnTo>
                  <a:lnTo>
                    <a:pt x="288210" y="554982"/>
                  </a:lnTo>
                  <a:lnTo>
                    <a:pt x="290132" y="555256"/>
                  </a:lnTo>
                  <a:lnTo>
                    <a:pt x="292053" y="555574"/>
                  </a:lnTo>
                  <a:lnTo>
                    <a:pt x="293975" y="555933"/>
                  </a:lnTo>
                  <a:lnTo>
                    <a:pt x="295896" y="556323"/>
                  </a:lnTo>
                  <a:lnTo>
                    <a:pt x="297817" y="556734"/>
                  </a:lnTo>
                  <a:lnTo>
                    <a:pt x="299739" y="557151"/>
                  </a:lnTo>
                  <a:lnTo>
                    <a:pt x="301660" y="557559"/>
                  </a:lnTo>
                  <a:lnTo>
                    <a:pt x="303582" y="557947"/>
                  </a:lnTo>
                  <a:lnTo>
                    <a:pt x="305503" y="558304"/>
                  </a:lnTo>
                  <a:lnTo>
                    <a:pt x="307424" y="558621"/>
                  </a:lnTo>
                  <a:lnTo>
                    <a:pt x="309346" y="558889"/>
                  </a:lnTo>
                  <a:lnTo>
                    <a:pt x="311267" y="559101"/>
                  </a:lnTo>
                  <a:lnTo>
                    <a:pt x="313189" y="559248"/>
                  </a:lnTo>
                  <a:lnTo>
                    <a:pt x="315110" y="559326"/>
                  </a:lnTo>
                  <a:lnTo>
                    <a:pt x="317031" y="559329"/>
                  </a:lnTo>
                  <a:lnTo>
                    <a:pt x="318953" y="559258"/>
                  </a:lnTo>
                  <a:lnTo>
                    <a:pt x="320874" y="559113"/>
                  </a:lnTo>
                  <a:lnTo>
                    <a:pt x="322796" y="558899"/>
                  </a:lnTo>
                  <a:lnTo>
                    <a:pt x="324717" y="558630"/>
                  </a:lnTo>
                  <a:lnTo>
                    <a:pt x="326638" y="558325"/>
                  </a:lnTo>
                  <a:lnTo>
                    <a:pt x="328560" y="558004"/>
                  </a:lnTo>
                  <a:lnTo>
                    <a:pt x="330481" y="557688"/>
                  </a:lnTo>
                  <a:lnTo>
                    <a:pt x="332403" y="557398"/>
                  </a:lnTo>
                  <a:lnTo>
                    <a:pt x="334324" y="557151"/>
                  </a:lnTo>
                  <a:lnTo>
                    <a:pt x="336245" y="556964"/>
                  </a:lnTo>
                  <a:lnTo>
                    <a:pt x="338167" y="556843"/>
                  </a:lnTo>
                  <a:lnTo>
                    <a:pt x="340088" y="556792"/>
                  </a:lnTo>
                  <a:lnTo>
                    <a:pt x="342010" y="556809"/>
                  </a:lnTo>
                  <a:lnTo>
                    <a:pt x="343931" y="556884"/>
                  </a:lnTo>
                  <a:lnTo>
                    <a:pt x="345852" y="557005"/>
                  </a:lnTo>
                  <a:lnTo>
                    <a:pt x="347774" y="557160"/>
                  </a:lnTo>
                  <a:lnTo>
                    <a:pt x="349695" y="557328"/>
                  </a:lnTo>
                  <a:lnTo>
                    <a:pt x="351617" y="557499"/>
                  </a:lnTo>
                  <a:lnTo>
                    <a:pt x="353538" y="557661"/>
                  </a:lnTo>
                  <a:lnTo>
                    <a:pt x="355459" y="557808"/>
                  </a:lnTo>
                  <a:lnTo>
                    <a:pt x="357381" y="557937"/>
                  </a:lnTo>
                  <a:lnTo>
                    <a:pt x="359302" y="558048"/>
                  </a:lnTo>
                  <a:lnTo>
                    <a:pt x="361224" y="558142"/>
                  </a:lnTo>
                  <a:lnTo>
                    <a:pt x="363145" y="558222"/>
                  </a:lnTo>
                  <a:lnTo>
                    <a:pt x="365067" y="558290"/>
                  </a:lnTo>
                  <a:lnTo>
                    <a:pt x="366988" y="558348"/>
                  </a:lnTo>
                  <a:lnTo>
                    <a:pt x="368909" y="558398"/>
                  </a:lnTo>
                  <a:lnTo>
                    <a:pt x="370831" y="558441"/>
                  </a:lnTo>
                  <a:lnTo>
                    <a:pt x="372752" y="558479"/>
                  </a:lnTo>
                  <a:lnTo>
                    <a:pt x="374674" y="558514"/>
                  </a:lnTo>
                  <a:lnTo>
                    <a:pt x="376595" y="558550"/>
                  </a:lnTo>
                  <a:lnTo>
                    <a:pt x="378516" y="558592"/>
                  </a:lnTo>
                  <a:lnTo>
                    <a:pt x="380438" y="558644"/>
                  </a:lnTo>
                  <a:lnTo>
                    <a:pt x="382359" y="558707"/>
                  </a:lnTo>
                  <a:lnTo>
                    <a:pt x="384281" y="558782"/>
                  </a:lnTo>
                  <a:lnTo>
                    <a:pt x="386202" y="558867"/>
                  </a:lnTo>
                  <a:lnTo>
                    <a:pt x="388123" y="558957"/>
                  </a:lnTo>
                  <a:lnTo>
                    <a:pt x="390045" y="559043"/>
                  </a:lnTo>
                  <a:lnTo>
                    <a:pt x="391966" y="559118"/>
                  </a:lnTo>
                  <a:lnTo>
                    <a:pt x="393888" y="559173"/>
                  </a:lnTo>
                  <a:lnTo>
                    <a:pt x="395809" y="559198"/>
                  </a:lnTo>
                  <a:lnTo>
                    <a:pt x="397730" y="559193"/>
                  </a:lnTo>
                  <a:lnTo>
                    <a:pt x="399652" y="559160"/>
                  </a:lnTo>
                  <a:lnTo>
                    <a:pt x="401573" y="559105"/>
                  </a:lnTo>
                  <a:lnTo>
                    <a:pt x="403495" y="559036"/>
                  </a:lnTo>
                  <a:lnTo>
                    <a:pt x="405416" y="558961"/>
                  </a:lnTo>
                  <a:lnTo>
                    <a:pt x="407337" y="558891"/>
                  </a:lnTo>
                  <a:lnTo>
                    <a:pt x="409259" y="558830"/>
                  </a:lnTo>
                  <a:lnTo>
                    <a:pt x="411180" y="558784"/>
                  </a:lnTo>
                  <a:lnTo>
                    <a:pt x="413102" y="558751"/>
                  </a:lnTo>
                  <a:lnTo>
                    <a:pt x="415023" y="558729"/>
                  </a:lnTo>
                  <a:lnTo>
                    <a:pt x="416944" y="558713"/>
                  </a:lnTo>
                  <a:lnTo>
                    <a:pt x="418866" y="558696"/>
                  </a:lnTo>
                  <a:lnTo>
                    <a:pt x="420787" y="558671"/>
                  </a:lnTo>
                  <a:lnTo>
                    <a:pt x="422709" y="558636"/>
                  </a:lnTo>
                  <a:lnTo>
                    <a:pt x="424630" y="558589"/>
                  </a:lnTo>
                  <a:lnTo>
                    <a:pt x="426551" y="558529"/>
                  </a:lnTo>
                  <a:lnTo>
                    <a:pt x="428473" y="558458"/>
                  </a:lnTo>
                  <a:lnTo>
                    <a:pt x="430394" y="558376"/>
                  </a:lnTo>
                  <a:lnTo>
                    <a:pt x="432316" y="558284"/>
                  </a:lnTo>
                  <a:lnTo>
                    <a:pt x="434237" y="558183"/>
                  </a:lnTo>
                  <a:lnTo>
                    <a:pt x="436159" y="558072"/>
                  </a:lnTo>
                  <a:lnTo>
                    <a:pt x="438080" y="557954"/>
                  </a:lnTo>
                  <a:lnTo>
                    <a:pt x="440001" y="557834"/>
                  </a:lnTo>
                  <a:lnTo>
                    <a:pt x="441923" y="557718"/>
                  </a:lnTo>
                  <a:lnTo>
                    <a:pt x="443844" y="557617"/>
                  </a:lnTo>
                  <a:lnTo>
                    <a:pt x="445766" y="557545"/>
                  </a:lnTo>
                  <a:lnTo>
                    <a:pt x="447687" y="557515"/>
                  </a:lnTo>
                  <a:lnTo>
                    <a:pt x="449608" y="557535"/>
                  </a:lnTo>
                  <a:lnTo>
                    <a:pt x="451530" y="557613"/>
                  </a:lnTo>
                  <a:lnTo>
                    <a:pt x="453451" y="557750"/>
                  </a:lnTo>
                  <a:lnTo>
                    <a:pt x="455373" y="557940"/>
                  </a:lnTo>
                  <a:lnTo>
                    <a:pt x="457294" y="558173"/>
                  </a:lnTo>
                  <a:lnTo>
                    <a:pt x="459215" y="558434"/>
                  </a:lnTo>
                  <a:lnTo>
                    <a:pt x="461137" y="558708"/>
                  </a:lnTo>
                  <a:lnTo>
                    <a:pt x="463058" y="558975"/>
                  </a:lnTo>
                  <a:lnTo>
                    <a:pt x="464980" y="559220"/>
                  </a:lnTo>
                  <a:lnTo>
                    <a:pt x="466901" y="559427"/>
                  </a:lnTo>
                  <a:lnTo>
                    <a:pt x="468822" y="559582"/>
                  </a:lnTo>
                  <a:lnTo>
                    <a:pt x="470744" y="559684"/>
                  </a:lnTo>
                  <a:lnTo>
                    <a:pt x="472665" y="559732"/>
                  </a:lnTo>
                  <a:lnTo>
                    <a:pt x="474587" y="559728"/>
                  </a:lnTo>
                  <a:lnTo>
                    <a:pt x="476508" y="559679"/>
                  </a:lnTo>
                  <a:lnTo>
                    <a:pt x="478429" y="559595"/>
                  </a:lnTo>
                  <a:lnTo>
                    <a:pt x="480351" y="559487"/>
                  </a:lnTo>
                  <a:lnTo>
                    <a:pt x="482272" y="559370"/>
                  </a:lnTo>
                  <a:lnTo>
                    <a:pt x="484194" y="559257"/>
                  </a:lnTo>
                  <a:lnTo>
                    <a:pt x="486115" y="559161"/>
                  </a:lnTo>
                  <a:lnTo>
                    <a:pt x="488036" y="559092"/>
                  </a:lnTo>
                  <a:lnTo>
                    <a:pt x="489958" y="559060"/>
                  </a:lnTo>
                  <a:lnTo>
                    <a:pt x="491879" y="559069"/>
                  </a:lnTo>
                  <a:lnTo>
                    <a:pt x="493801" y="559116"/>
                  </a:lnTo>
                  <a:lnTo>
                    <a:pt x="495722" y="559193"/>
                  </a:lnTo>
                  <a:lnTo>
                    <a:pt x="497643" y="559288"/>
                  </a:lnTo>
                  <a:lnTo>
                    <a:pt x="499565" y="559389"/>
                  </a:lnTo>
                  <a:lnTo>
                    <a:pt x="501486" y="559483"/>
                  </a:lnTo>
                  <a:lnTo>
                    <a:pt x="503408" y="559557"/>
                  </a:lnTo>
                  <a:lnTo>
                    <a:pt x="505329" y="559603"/>
                  </a:lnTo>
                  <a:lnTo>
                    <a:pt x="507250" y="559614"/>
                  </a:lnTo>
                  <a:lnTo>
                    <a:pt x="509172" y="559588"/>
                  </a:lnTo>
                  <a:lnTo>
                    <a:pt x="511093" y="559529"/>
                  </a:lnTo>
                  <a:lnTo>
                    <a:pt x="513015" y="559444"/>
                  </a:lnTo>
                  <a:lnTo>
                    <a:pt x="514936" y="559343"/>
                  </a:lnTo>
                  <a:lnTo>
                    <a:pt x="516858" y="559241"/>
                  </a:lnTo>
                  <a:lnTo>
                    <a:pt x="518779" y="559153"/>
                  </a:lnTo>
                  <a:lnTo>
                    <a:pt x="520700" y="559091"/>
                  </a:lnTo>
                  <a:lnTo>
                    <a:pt x="522622" y="559063"/>
                  </a:lnTo>
                  <a:lnTo>
                    <a:pt x="524543" y="559075"/>
                  </a:lnTo>
                  <a:lnTo>
                    <a:pt x="526465" y="559128"/>
                  </a:lnTo>
                  <a:lnTo>
                    <a:pt x="528386" y="559216"/>
                  </a:lnTo>
                  <a:lnTo>
                    <a:pt x="530307" y="559334"/>
                  </a:lnTo>
                  <a:lnTo>
                    <a:pt x="532229" y="559470"/>
                  </a:lnTo>
                  <a:lnTo>
                    <a:pt x="534150" y="559616"/>
                  </a:lnTo>
                  <a:lnTo>
                    <a:pt x="536072" y="559759"/>
                  </a:lnTo>
                  <a:lnTo>
                    <a:pt x="537993" y="559890"/>
                  </a:lnTo>
                  <a:lnTo>
                    <a:pt x="539914" y="560001"/>
                  </a:lnTo>
                  <a:lnTo>
                    <a:pt x="541836" y="560085"/>
                  </a:lnTo>
                  <a:lnTo>
                    <a:pt x="543757" y="560140"/>
                  </a:lnTo>
                  <a:lnTo>
                    <a:pt x="545679" y="560164"/>
                  </a:lnTo>
                  <a:lnTo>
                    <a:pt x="547600" y="560157"/>
                  </a:lnTo>
                  <a:lnTo>
                    <a:pt x="549521" y="560118"/>
                  </a:lnTo>
                  <a:lnTo>
                    <a:pt x="551443" y="560050"/>
                  </a:lnTo>
                  <a:lnTo>
                    <a:pt x="553364" y="559954"/>
                  </a:lnTo>
                  <a:lnTo>
                    <a:pt x="555286" y="559835"/>
                  </a:lnTo>
                  <a:lnTo>
                    <a:pt x="557207" y="559699"/>
                  </a:lnTo>
                  <a:lnTo>
                    <a:pt x="559128" y="559554"/>
                  </a:lnTo>
                  <a:lnTo>
                    <a:pt x="561050" y="559410"/>
                  </a:lnTo>
                  <a:lnTo>
                    <a:pt x="562971" y="559279"/>
                  </a:lnTo>
                  <a:lnTo>
                    <a:pt x="564893" y="559173"/>
                  </a:lnTo>
                  <a:lnTo>
                    <a:pt x="566814" y="559103"/>
                  </a:lnTo>
                  <a:lnTo>
                    <a:pt x="568735" y="559074"/>
                  </a:lnTo>
                  <a:lnTo>
                    <a:pt x="570657" y="559089"/>
                  </a:lnTo>
                  <a:lnTo>
                    <a:pt x="572578" y="559145"/>
                  </a:lnTo>
                  <a:lnTo>
                    <a:pt x="574500" y="559238"/>
                  </a:lnTo>
                  <a:lnTo>
                    <a:pt x="576421" y="559360"/>
                  </a:lnTo>
                  <a:lnTo>
                    <a:pt x="578342" y="559500"/>
                  </a:lnTo>
                  <a:lnTo>
                    <a:pt x="580264" y="559649"/>
                  </a:lnTo>
                  <a:lnTo>
                    <a:pt x="582185" y="559795"/>
                  </a:lnTo>
                  <a:lnTo>
                    <a:pt x="584107" y="559931"/>
                  </a:lnTo>
                  <a:lnTo>
                    <a:pt x="586028" y="560052"/>
                  </a:lnTo>
                  <a:lnTo>
                    <a:pt x="587950" y="560153"/>
                  </a:lnTo>
                  <a:lnTo>
                    <a:pt x="589871" y="560234"/>
                  </a:lnTo>
                  <a:lnTo>
                    <a:pt x="591792" y="560296"/>
                  </a:lnTo>
                  <a:lnTo>
                    <a:pt x="593714" y="560342"/>
                  </a:lnTo>
                  <a:lnTo>
                    <a:pt x="595635" y="560375"/>
                  </a:lnTo>
                  <a:lnTo>
                    <a:pt x="597557" y="560398"/>
                  </a:lnTo>
                  <a:lnTo>
                    <a:pt x="599478" y="560413"/>
                  </a:lnTo>
                  <a:lnTo>
                    <a:pt x="601399" y="560423"/>
                  </a:lnTo>
                  <a:lnTo>
                    <a:pt x="603321" y="560429"/>
                  </a:lnTo>
                  <a:lnTo>
                    <a:pt x="605242" y="560432"/>
                  </a:lnTo>
                  <a:lnTo>
                    <a:pt x="607164" y="560434"/>
                  </a:lnTo>
                  <a:lnTo>
                    <a:pt x="609085" y="560435"/>
                  </a:lnTo>
                  <a:lnTo>
                    <a:pt x="611006" y="560436"/>
                  </a:lnTo>
                  <a:lnTo>
                    <a:pt x="612928" y="560436"/>
                  </a:lnTo>
                  <a:lnTo>
                    <a:pt x="614849" y="560436"/>
                  </a:lnTo>
                  <a:lnTo>
                    <a:pt x="616771" y="560437"/>
                  </a:lnTo>
                  <a:lnTo>
                    <a:pt x="618692" y="560437"/>
                  </a:lnTo>
                  <a:lnTo>
                    <a:pt x="620613" y="560436"/>
                  </a:lnTo>
                  <a:lnTo>
                    <a:pt x="622535" y="560436"/>
                  </a:lnTo>
                  <a:lnTo>
                    <a:pt x="624456" y="560436"/>
                  </a:lnTo>
                  <a:lnTo>
                    <a:pt x="626378" y="560435"/>
                  </a:lnTo>
                  <a:lnTo>
                    <a:pt x="628299" y="560434"/>
                  </a:lnTo>
                  <a:lnTo>
                    <a:pt x="630220" y="560432"/>
                  </a:lnTo>
                  <a:lnTo>
                    <a:pt x="632142" y="560429"/>
                  </a:lnTo>
                  <a:lnTo>
                    <a:pt x="634063" y="560423"/>
                  </a:lnTo>
                  <a:lnTo>
                    <a:pt x="635985" y="560414"/>
                  </a:lnTo>
                  <a:lnTo>
                    <a:pt x="637906" y="560399"/>
                  </a:lnTo>
                  <a:lnTo>
                    <a:pt x="639827" y="560376"/>
                  </a:lnTo>
                  <a:lnTo>
                    <a:pt x="641749" y="560342"/>
                  </a:lnTo>
                  <a:lnTo>
                    <a:pt x="643670" y="560296"/>
                  </a:lnTo>
                  <a:lnTo>
                    <a:pt x="645592" y="560233"/>
                  </a:lnTo>
                  <a:lnTo>
                    <a:pt x="647513" y="560152"/>
                  </a:lnTo>
                  <a:lnTo>
                    <a:pt x="649434" y="560053"/>
                  </a:lnTo>
                  <a:lnTo>
                    <a:pt x="651356" y="559934"/>
                  </a:lnTo>
                  <a:lnTo>
                    <a:pt x="653277" y="559800"/>
                  </a:lnTo>
                  <a:lnTo>
                    <a:pt x="655199" y="559655"/>
                  </a:lnTo>
                  <a:lnTo>
                    <a:pt x="657120" y="559508"/>
                  </a:lnTo>
                  <a:lnTo>
                    <a:pt x="659042" y="559366"/>
                  </a:lnTo>
                  <a:lnTo>
                    <a:pt x="660963" y="559242"/>
                  </a:lnTo>
                  <a:lnTo>
                    <a:pt x="662884" y="559148"/>
                  </a:lnTo>
                  <a:lnTo>
                    <a:pt x="664806" y="559089"/>
                  </a:lnTo>
                  <a:lnTo>
                    <a:pt x="666727" y="559071"/>
                  </a:lnTo>
                  <a:lnTo>
                    <a:pt x="668649" y="559094"/>
                  </a:lnTo>
                  <a:lnTo>
                    <a:pt x="670570" y="559153"/>
                  </a:lnTo>
                  <a:lnTo>
                    <a:pt x="672491" y="559240"/>
                  </a:lnTo>
                  <a:lnTo>
                    <a:pt x="674413" y="559344"/>
                  </a:lnTo>
                  <a:lnTo>
                    <a:pt x="676334" y="559452"/>
                  </a:lnTo>
                  <a:lnTo>
                    <a:pt x="678256" y="559551"/>
                  </a:lnTo>
                  <a:lnTo>
                    <a:pt x="680177" y="559629"/>
                  </a:lnTo>
                  <a:lnTo>
                    <a:pt x="682098" y="559677"/>
                  </a:lnTo>
                  <a:lnTo>
                    <a:pt x="684020" y="559688"/>
                  </a:lnTo>
                  <a:lnTo>
                    <a:pt x="685941" y="559659"/>
                  </a:lnTo>
                  <a:lnTo>
                    <a:pt x="687863" y="559594"/>
                  </a:lnTo>
                  <a:lnTo>
                    <a:pt x="689784" y="559503"/>
                  </a:lnTo>
                  <a:lnTo>
                    <a:pt x="691705" y="559397"/>
                  </a:lnTo>
                  <a:lnTo>
                    <a:pt x="693627" y="559288"/>
                  </a:lnTo>
                  <a:lnTo>
                    <a:pt x="695548" y="559190"/>
                  </a:lnTo>
                  <a:lnTo>
                    <a:pt x="697470" y="559115"/>
                  </a:lnTo>
                  <a:lnTo>
                    <a:pt x="699391" y="559072"/>
                  </a:lnTo>
                  <a:lnTo>
                    <a:pt x="701312" y="559069"/>
                  </a:lnTo>
                  <a:lnTo>
                    <a:pt x="703234" y="559108"/>
                  </a:lnTo>
                  <a:lnTo>
                    <a:pt x="705155" y="559185"/>
                  </a:lnTo>
                  <a:lnTo>
                    <a:pt x="707077" y="559296"/>
                  </a:lnTo>
                  <a:lnTo>
                    <a:pt x="708998" y="559431"/>
                  </a:lnTo>
                  <a:lnTo>
                    <a:pt x="710919" y="559578"/>
                  </a:lnTo>
                  <a:lnTo>
                    <a:pt x="712841" y="559727"/>
                  </a:lnTo>
                  <a:lnTo>
                    <a:pt x="714762" y="559869"/>
                  </a:lnTo>
                  <a:lnTo>
                    <a:pt x="716684" y="559996"/>
                  </a:lnTo>
                  <a:lnTo>
                    <a:pt x="718605" y="560106"/>
                  </a:lnTo>
                  <a:lnTo>
                    <a:pt x="720526" y="560196"/>
                  </a:lnTo>
                  <a:lnTo>
                    <a:pt x="722448" y="560268"/>
                  </a:lnTo>
                  <a:lnTo>
                    <a:pt x="724369" y="560322"/>
                  </a:lnTo>
                  <a:lnTo>
                    <a:pt x="726291" y="560361"/>
                  </a:lnTo>
                  <a:lnTo>
                    <a:pt x="728212" y="560389"/>
                  </a:lnTo>
                  <a:lnTo>
                    <a:pt x="730134" y="560407"/>
                  </a:lnTo>
                  <a:lnTo>
                    <a:pt x="732055" y="560419"/>
                  </a:lnTo>
                  <a:lnTo>
                    <a:pt x="733976" y="560427"/>
                  </a:lnTo>
                  <a:lnTo>
                    <a:pt x="735898" y="560431"/>
                  </a:lnTo>
                  <a:lnTo>
                    <a:pt x="737819" y="560434"/>
                  </a:lnTo>
                  <a:lnTo>
                    <a:pt x="739741" y="560435"/>
                  </a:lnTo>
                  <a:lnTo>
                    <a:pt x="741662" y="560436"/>
                  </a:lnTo>
                  <a:lnTo>
                    <a:pt x="743583" y="560436"/>
                  </a:lnTo>
                  <a:lnTo>
                    <a:pt x="745505" y="560436"/>
                  </a:lnTo>
                  <a:lnTo>
                    <a:pt x="747426" y="560437"/>
                  </a:lnTo>
                  <a:lnTo>
                    <a:pt x="749348" y="560437"/>
                  </a:lnTo>
                  <a:lnTo>
                    <a:pt x="751269" y="560437"/>
                  </a:lnTo>
                  <a:lnTo>
                    <a:pt x="753190" y="560437"/>
                  </a:lnTo>
                  <a:lnTo>
                    <a:pt x="755112" y="560437"/>
                  </a:lnTo>
                  <a:lnTo>
                    <a:pt x="757033" y="560437"/>
                  </a:lnTo>
                  <a:lnTo>
                    <a:pt x="758955" y="560437"/>
                  </a:lnTo>
                  <a:lnTo>
                    <a:pt x="760876" y="560437"/>
                  </a:lnTo>
                  <a:lnTo>
                    <a:pt x="762797" y="560437"/>
                  </a:lnTo>
                  <a:lnTo>
                    <a:pt x="764719" y="560437"/>
                  </a:lnTo>
                  <a:lnTo>
                    <a:pt x="766640" y="560437"/>
                  </a:lnTo>
                  <a:lnTo>
                    <a:pt x="768562" y="560437"/>
                  </a:lnTo>
                  <a:lnTo>
                    <a:pt x="770483" y="560437"/>
                  </a:lnTo>
                  <a:lnTo>
                    <a:pt x="772404" y="560437"/>
                  </a:lnTo>
                  <a:lnTo>
                    <a:pt x="774326" y="560437"/>
                  </a:lnTo>
                  <a:lnTo>
                    <a:pt x="776247" y="560437"/>
                  </a:lnTo>
                  <a:lnTo>
                    <a:pt x="778169" y="560437"/>
                  </a:lnTo>
                  <a:lnTo>
                    <a:pt x="780090" y="560437"/>
                  </a:lnTo>
                  <a:lnTo>
                    <a:pt x="782011" y="560437"/>
                  </a:lnTo>
                  <a:lnTo>
                    <a:pt x="783933" y="560437"/>
                  </a:lnTo>
                  <a:lnTo>
                    <a:pt x="785854" y="560437"/>
                  </a:lnTo>
                  <a:lnTo>
                    <a:pt x="787776" y="560436"/>
                  </a:lnTo>
                  <a:lnTo>
                    <a:pt x="789697" y="560436"/>
                  </a:lnTo>
                  <a:lnTo>
                    <a:pt x="791618" y="560435"/>
                  </a:lnTo>
                  <a:lnTo>
                    <a:pt x="793540" y="560434"/>
                  </a:lnTo>
                  <a:lnTo>
                    <a:pt x="795461" y="560432"/>
                  </a:lnTo>
                  <a:lnTo>
                    <a:pt x="797383" y="560429"/>
                  </a:lnTo>
                  <a:lnTo>
                    <a:pt x="799304" y="560423"/>
                  </a:lnTo>
                  <a:lnTo>
                    <a:pt x="801226" y="560414"/>
                  </a:lnTo>
                  <a:lnTo>
                    <a:pt x="803147" y="560400"/>
                  </a:lnTo>
                  <a:lnTo>
                    <a:pt x="805068" y="560379"/>
                  </a:lnTo>
                  <a:lnTo>
                    <a:pt x="806990" y="560346"/>
                  </a:lnTo>
                  <a:lnTo>
                    <a:pt x="808911" y="560300"/>
                  </a:lnTo>
                  <a:lnTo>
                    <a:pt x="810833" y="560237"/>
                  </a:lnTo>
                  <a:lnTo>
                    <a:pt x="812754" y="560156"/>
                  </a:lnTo>
                  <a:lnTo>
                    <a:pt x="814675" y="560053"/>
                  </a:lnTo>
                  <a:lnTo>
                    <a:pt x="816597" y="559929"/>
                  </a:lnTo>
                  <a:lnTo>
                    <a:pt x="818518" y="559785"/>
                  </a:lnTo>
                  <a:lnTo>
                    <a:pt x="820440" y="559624"/>
                  </a:lnTo>
                  <a:lnTo>
                    <a:pt x="822361" y="559452"/>
                  </a:lnTo>
                  <a:lnTo>
                    <a:pt x="824282" y="559275"/>
                  </a:lnTo>
                  <a:lnTo>
                    <a:pt x="826204" y="559101"/>
                  </a:lnTo>
                  <a:lnTo>
                    <a:pt x="828125" y="558937"/>
                  </a:lnTo>
                  <a:lnTo>
                    <a:pt x="830047" y="558791"/>
                  </a:lnTo>
                  <a:lnTo>
                    <a:pt x="831968" y="558668"/>
                  </a:lnTo>
                  <a:lnTo>
                    <a:pt x="833889" y="558572"/>
                  </a:lnTo>
                  <a:lnTo>
                    <a:pt x="835811" y="558501"/>
                  </a:lnTo>
                  <a:lnTo>
                    <a:pt x="837732" y="558456"/>
                  </a:lnTo>
                  <a:lnTo>
                    <a:pt x="839654" y="558437"/>
                  </a:lnTo>
                  <a:lnTo>
                    <a:pt x="841575" y="558443"/>
                  </a:lnTo>
                  <a:lnTo>
                    <a:pt x="843496" y="558473"/>
                  </a:lnTo>
                  <a:lnTo>
                    <a:pt x="845418" y="558530"/>
                  </a:lnTo>
                  <a:lnTo>
                    <a:pt x="847339" y="558612"/>
                  </a:lnTo>
                  <a:lnTo>
                    <a:pt x="849261" y="558721"/>
                  </a:lnTo>
                  <a:lnTo>
                    <a:pt x="851182" y="558853"/>
                  </a:lnTo>
                  <a:lnTo>
                    <a:pt x="853103" y="559007"/>
                  </a:lnTo>
                  <a:lnTo>
                    <a:pt x="855025" y="559177"/>
                  </a:lnTo>
                  <a:lnTo>
                    <a:pt x="856946" y="559354"/>
                  </a:lnTo>
                  <a:lnTo>
                    <a:pt x="858868" y="559530"/>
                  </a:lnTo>
                  <a:lnTo>
                    <a:pt x="860789" y="559698"/>
                  </a:lnTo>
                  <a:lnTo>
                    <a:pt x="862710" y="559852"/>
                  </a:lnTo>
                  <a:lnTo>
                    <a:pt x="864632" y="559987"/>
                  </a:lnTo>
                  <a:lnTo>
                    <a:pt x="866553" y="560101"/>
                  </a:lnTo>
                  <a:lnTo>
                    <a:pt x="868475" y="560195"/>
                  </a:lnTo>
                  <a:lnTo>
                    <a:pt x="870396" y="560267"/>
                  </a:lnTo>
                  <a:lnTo>
                    <a:pt x="872318" y="560322"/>
                  </a:lnTo>
                  <a:lnTo>
                    <a:pt x="874239" y="560362"/>
                  </a:lnTo>
                  <a:lnTo>
                    <a:pt x="876160" y="560389"/>
                  </a:lnTo>
                  <a:lnTo>
                    <a:pt x="878082" y="560408"/>
                  </a:lnTo>
                  <a:lnTo>
                    <a:pt x="880003" y="560419"/>
                  </a:lnTo>
                  <a:lnTo>
                    <a:pt x="881925" y="560426"/>
                  </a:lnTo>
                  <a:lnTo>
                    <a:pt x="883846" y="560431"/>
                  </a:lnTo>
                  <a:lnTo>
                    <a:pt x="885767" y="560434"/>
                  </a:lnTo>
                  <a:lnTo>
                    <a:pt x="887689" y="560435"/>
                  </a:lnTo>
                  <a:lnTo>
                    <a:pt x="889610" y="560436"/>
                  </a:lnTo>
                  <a:lnTo>
                    <a:pt x="891532" y="560436"/>
                  </a:lnTo>
                  <a:lnTo>
                    <a:pt x="893453" y="560436"/>
                  </a:lnTo>
                  <a:lnTo>
                    <a:pt x="895374" y="560437"/>
                  </a:lnTo>
                  <a:lnTo>
                    <a:pt x="897296" y="560437"/>
                  </a:lnTo>
                  <a:lnTo>
                    <a:pt x="899217" y="560437"/>
                  </a:lnTo>
                  <a:lnTo>
                    <a:pt x="901139" y="560437"/>
                  </a:lnTo>
                  <a:lnTo>
                    <a:pt x="903060" y="560437"/>
                  </a:lnTo>
                  <a:lnTo>
                    <a:pt x="904981" y="560437"/>
                  </a:lnTo>
                  <a:lnTo>
                    <a:pt x="906903" y="560437"/>
                  </a:lnTo>
                  <a:lnTo>
                    <a:pt x="908824" y="560437"/>
                  </a:lnTo>
                  <a:lnTo>
                    <a:pt x="910746" y="560437"/>
                  </a:lnTo>
                  <a:lnTo>
                    <a:pt x="912667" y="560437"/>
                  </a:lnTo>
                  <a:lnTo>
                    <a:pt x="914588" y="560437"/>
                  </a:lnTo>
                  <a:lnTo>
                    <a:pt x="916510" y="560437"/>
                  </a:lnTo>
                  <a:lnTo>
                    <a:pt x="918431" y="560437"/>
                  </a:lnTo>
                  <a:lnTo>
                    <a:pt x="920353" y="560437"/>
                  </a:lnTo>
                  <a:lnTo>
                    <a:pt x="922274" y="560437"/>
                  </a:lnTo>
                  <a:lnTo>
                    <a:pt x="924195" y="560437"/>
                  </a:lnTo>
                  <a:lnTo>
                    <a:pt x="926117" y="560437"/>
                  </a:lnTo>
                  <a:lnTo>
                    <a:pt x="928038" y="560437"/>
                  </a:lnTo>
                  <a:lnTo>
                    <a:pt x="929960" y="560437"/>
                  </a:lnTo>
                  <a:lnTo>
                    <a:pt x="931881" y="560437"/>
                  </a:lnTo>
                  <a:lnTo>
                    <a:pt x="933802" y="560437"/>
                  </a:lnTo>
                  <a:lnTo>
                    <a:pt x="935724" y="560437"/>
                  </a:lnTo>
                  <a:lnTo>
                    <a:pt x="937645" y="560437"/>
                  </a:lnTo>
                  <a:lnTo>
                    <a:pt x="939567" y="560437"/>
                  </a:lnTo>
                  <a:lnTo>
                    <a:pt x="941488" y="560437"/>
                  </a:lnTo>
                  <a:lnTo>
                    <a:pt x="943410" y="560437"/>
                  </a:lnTo>
                  <a:lnTo>
                    <a:pt x="945331" y="560437"/>
                  </a:lnTo>
                  <a:lnTo>
                    <a:pt x="947252" y="560437"/>
                  </a:lnTo>
                  <a:lnTo>
                    <a:pt x="949174" y="560437"/>
                  </a:lnTo>
                  <a:lnTo>
                    <a:pt x="951095" y="560437"/>
                  </a:lnTo>
                  <a:lnTo>
                    <a:pt x="953017" y="560437"/>
                  </a:lnTo>
                  <a:lnTo>
                    <a:pt x="954938" y="560437"/>
                  </a:lnTo>
                  <a:lnTo>
                    <a:pt x="956859" y="560437"/>
                  </a:lnTo>
                  <a:lnTo>
                    <a:pt x="958781" y="560437"/>
                  </a:lnTo>
                  <a:lnTo>
                    <a:pt x="960702" y="560437"/>
                  </a:lnTo>
                  <a:lnTo>
                    <a:pt x="962624" y="560437"/>
                  </a:lnTo>
                  <a:lnTo>
                    <a:pt x="964545" y="560437"/>
                  </a:lnTo>
                  <a:lnTo>
                    <a:pt x="966466" y="560437"/>
                  </a:lnTo>
                  <a:lnTo>
                    <a:pt x="968388" y="560437"/>
                  </a:lnTo>
                  <a:lnTo>
                    <a:pt x="970309" y="560437"/>
                  </a:lnTo>
                  <a:lnTo>
                    <a:pt x="972231" y="560437"/>
                  </a:lnTo>
                  <a:lnTo>
                    <a:pt x="974152" y="560437"/>
                  </a:lnTo>
                  <a:lnTo>
                    <a:pt x="976073" y="560437"/>
                  </a:lnTo>
                  <a:lnTo>
                    <a:pt x="977995" y="560437"/>
                  </a:lnTo>
                  <a:lnTo>
                    <a:pt x="979916" y="560437"/>
                  </a:lnTo>
                  <a:lnTo>
                    <a:pt x="981838" y="560437"/>
                  </a:lnTo>
                </a:path>
              </a:pathLst>
            </a:custGeom>
            <a:ln w="27101" cap="flat">
              <a:solidFill>
                <a:srgbClr val="8E4C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029362" y="4405850"/>
              <a:ext cx="981838" cy="1577572"/>
            </a:xfrm>
            <a:custGeom>
              <a:avLst/>
              <a:pathLst>
                <a:path w="981838" h="1577572">
                  <a:moveTo>
                    <a:pt x="0" y="1577572"/>
                  </a:moveTo>
                  <a:lnTo>
                    <a:pt x="1921" y="1577572"/>
                  </a:lnTo>
                  <a:lnTo>
                    <a:pt x="3842" y="1577572"/>
                  </a:lnTo>
                  <a:lnTo>
                    <a:pt x="5764" y="1577572"/>
                  </a:lnTo>
                  <a:lnTo>
                    <a:pt x="7685" y="1577572"/>
                  </a:lnTo>
                  <a:lnTo>
                    <a:pt x="9607" y="1577572"/>
                  </a:lnTo>
                  <a:lnTo>
                    <a:pt x="11528" y="1577572"/>
                  </a:lnTo>
                  <a:lnTo>
                    <a:pt x="13449" y="1577572"/>
                  </a:lnTo>
                  <a:lnTo>
                    <a:pt x="15371" y="1577572"/>
                  </a:lnTo>
                  <a:lnTo>
                    <a:pt x="17292" y="1577572"/>
                  </a:lnTo>
                  <a:lnTo>
                    <a:pt x="19214" y="1577572"/>
                  </a:lnTo>
                  <a:lnTo>
                    <a:pt x="21135" y="1577572"/>
                  </a:lnTo>
                  <a:lnTo>
                    <a:pt x="23056" y="1577572"/>
                  </a:lnTo>
                  <a:lnTo>
                    <a:pt x="24978" y="1577572"/>
                  </a:lnTo>
                  <a:lnTo>
                    <a:pt x="26899" y="1577572"/>
                  </a:lnTo>
                  <a:lnTo>
                    <a:pt x="28821" y="1577572"/>
                  </a:lnTo>
                  <a:lnTo>
                    <a:pt x="30742" y="1577572"/>
                  </a:lnTo>
                  <a:lnTo>
                    <a:pt x="32663" y="1577572"/>
                  </a:lnTo>
                  <a:lnTo>
                    <a:pt x="34585" y="1577572"/>
                  </a:lnTo>
                  <a:lnTo>
                    <a:pt x="36506" y="1577572"/>
                  </a:lnTo>
                  <a:lnTo>
                    <a:pt x="38428" y="1577572"/>
                  </a:lnTo>
                  <a:lnTo>
                    <a:pt x="40349" y="1577572"/>
                  </a:lnTo>
                  <a:lnTo>
                    <a:pt x="42270" y="1577572"/>
                  </a:lnTo>
                  <a:lnTo>
                    <a:pt x="44192" y="1577572"/>
                  </a:lnTo>
                  <a:lnTo>
                    <a:pt x="46113" y="1577572"/>
                  </a:lnTo>
                  <a:lnTo>
                    <a:pt x="48035" y="1577572"/>
                  </a:lnTo>
                  <a:lnTo>
                    <a:pt x="49956" y="1577572"/>
                  </a:lnTo>
                  <a:lnTo>
                    <a:pt x="51877" y="1577572"/>
                  </a:lnTo>
                  <a:lnTo>
                    <a:pt x="53799" y="1577572"/>
                  </a:lnTo>
                  <a:lnTo>
                    <a:pt x="55720" y="1577572"/>
                  </a:lnTo>
                  <a:lnTo>
                    <a:pt x="57642" y="1577572"/>
                  </a:lnTo>
                  <a:lnTo>
                    <a:pt x="59563" y="1577572"/>
                  </a:lnTo>
                  <a:lnTo>
                    <a:pt x="61484" y="1577572"/>
                  </a:lnTo>
                  <a:lnTo>
                    <a:pt x="63406" y="1577572"/>
                  </a:lnTo>
                  <a:lnTo>
                    <a:pt x="65327" y="1577572"/>
                  </a:lnTo>
                  <a:lnTo>
                    <a:pt x="67249" y="1577572"/>
                  </a:lnTo>
                  <a:lnTo>
                    <a:pt x="69170" y="1577572"/>
                  </a:lnTo>
                  <a:lnTo>
                    <a:pt x="71091" y="1577572"/>
                  </a:lnTo>
                  <a:lnTo>
                    <a:pt x="73013" y="1577572"/>
                  </a:lnTo>
                  <a:lnTo>
                    <a:pt x="74934" y="1577572"/>
                  </a:lnTo>
                  <a:lnTo>
                    <a:pt x="76856" y="1577572"/>
                  </a:lnTo>
                  <a:lnTo>
                    <a:pt x="78777" y="1577572"/>
                  </a:lnTo>
                  <a:lnTo>
                    <a:pt x="80699" y="1577572"/>
                  </a:lnTo>
                  <a:lnTo>
                    <a:pt x="82620" y="1577572"/>
                  </a:lnTo>
                  <a:lnTo>
                    <a:pt x="84541" y="1577572"/>
                  </a:lnTo>
                  <a:lnTo>
                    <a:pt x="86463" y="1577572"/>
                  </a:lnTo>
                  <a:lnTo>
                    <a:pt x="88384" y="1577571"/>
                  </a:lnTo>
                  <a:lnTo>
                    <a:pt x="90306" y="1577566"/>
                  </a:lnTo>
                  <a:lnTo>
                    <a:pt x="92227" y="1577553"/>
                  </a:lnTo>
                  <a:lnTo>
                    <a:pt x="94148" y="1577513"/>
                  </a:lnTo>
                  <a:lnTo>
                    <a:pt x="96070" y="1577415"/>
                  </a:lnTo>
                  <a:lnTo>
                    <a:pt x="97991" y="1577201"/>
                  </a:lnTo>
                  <a:lnTo>
                    <a:pt x="99913" y="1576791"/>
                  </a:lnTo>
                  <a:lnTo>
                    <a:pt x="101834" y="1576097"/>
                  </a:lnTo>
                  <a:lnTo>
                    <a:pt x="103755" y="1575061"/>
                  </a:lnTo>
                  <a:lnTo>
                    <a:pt x="105677" y="1573691"/>
                  </a:lnTo>
                  <a:lnTo>
                    <a:pt x="107598" y="1572071"/>
                  </a:lnTo>
                  <a:lnTo>
                    <a:pt x="109520" y="1570338"/>
                  </a:lnTo>
                  <a:lnTo>
                    <a:pt x="111441" y="1568621"/>
                  </a:lnTo>
                  <a:lnTo>
                    <a:pt x="113362" y="1566980"/>
                  </a:lnTo>
                  <a:lnTo>
                    <a:pt x="115284" y="1565387"/>
                  </a:lnTo>
                  <a:lnTo>
                    <a:pt x="117205" y="1563746"/>
                  </a:lnTo>
                  <a:lnTo>
                    <a:pt x="119127" y="1561956"/>
                  </a:lnTo>
                  <a:lnTo>
                    <a:pt x="121048" y="1559975"/>
                  </a:lnTo>
                  <a:lnTo>
                    <a:pt x="122969" y="1557882"/>
                  </a:lnTo>
                  <a:lnTo>
                    <a:pt x="124891" y="1555908"/>
                  </a:lnTo>
                  <a:lnTo>
                    <a:pt x="126812" y="1554418"/>
                  </a:lnTo>
                  <a:lnTo>
                    <a:pt x="128734" y="1553735"/>
                  </a:lnTo>
                  <a:lnTo>
                    <a:pt x="130655" y="1553983"/>
                  </a:lnTo>
                  <a:lnTo>
                    <a:pt x="132576" y="1555057"/>
                  </a:lnTo>
                  <a:lnTo>
                    <a:pt x="134498" y="1556667"/>
                  </a:lnTo>
                  <a:lnTo>
                    <a:pt x="136419" y="1558429"/>
                  </a:lnTo>
                  <a:lnTo>
                    <a:pt x="138341" y="1559940"/>
                  </a:lnTo>
                  <a:lnTo>
                    <a:pt x="140262" y="1560846"/>
                  </a:lnTo>
                  <a:lnTo>
                    <a:pt x="142183" y="1560916"/>
                  </a:lnTo>
                  <a:lnTo>
                    <a:pt x="144105" y="1560109"/>
                  </a:lnTo>
                  <a:lnTo>
                    <a:pt x="146026" y="1558602"/>
                  </a:lnTo>
                  <a:lnTo>
                    <a:pt x="147948" y="1556710"/>
                  </a:lnTo>
                  <a:lnTo>
                    <a:pt x="149869" y="1554783"/>
                  </a:lnTo>
                  <a:lnTo>
                    <a:pt x="151791" y="1553127"/>
                  </a:lnTo>
                  <a:lnTo>
                    <a:pt x="153712" y="1551991"/>
                  </a:lnTo>
                  <a:lnTo>
                    <a:pt x="155633" y="1551559"/>
                  </a:lnTo>
                  <a:lnTo>
                    <a:pt x="157555" y="1551880"/>
                  </a:lnTo>
                  <a:lnTo>
                    <a:pt x="159476" y="1552758"/>
                  </a:lnTo>
                  <a:lnTo>
                    <a:pt x="161398" y="1553701"/>
                  </a:lnTo>
                  <a:lnTo>
                    <a:pt x="163319" y="1554039"/>
                  </a:lnTo>
                  <a:lnTo>
                    <a:pt x="165240" y="1553177"/>
                  </a:lnTo>
                  <a:lnTo>
                    <a:pt x="167162" y="1550862"/>
                  </a:lnTo>
                  <a:lnTo>
                    <a:pt x="169083" y="1547293"/>
                  </a:lnTo>
                  <a:lnTo>
                    <a:pt x="171005" y="1543012"/>
                  </a:lnTo>
                  <a:lnTo>
                    <a:pt x="172926" y="1538644"/>
                  </a:lnTo>
                  <a:lnTo>
                    <a:pt x="174847" y="1534603"/>
                  </a:lnTo>
                  <a:lnTo>
                    <a:pt x="176769" y="1530975"/>
                  </a:lnTo>
                  <a:lnTo>
                    <a:pt x="178690" y="1527722"/>
                  </a:lnTo>
                  <a:lnTo>
                    <a:pt x="180612" y="1524946"/>
                  </a:lnTo>
                  <a:lnTo>
                    <a:pt x="182533" y="1523015"/>
                  </a:lnTo>
                  <a:lnTo>
                    <a:pt x="184454" y="1522418"/>
                  </a:lnTo>
                  <a:lnTo>
                    <a:pt x="186376" y="1523393"/>
                  </a:lnTo>
                  <a:lnTo>
                    <a:pt x="188297" y="1525620"/>
                  </a:lnTo>
                  <a:lnTo>
                    <a:pt x="190219" y="1528234"/>
                  </a:lnTo>
                  <a:lnTo>
                    <a:pt x="192140" y="1530200"/>
                  </a:lnTo>
                  <a:lnTo>
                    <a:pt x="194061" y="1530778"/>
                  </a:lnTo>
                  <a:lnTo>
                    <a:pt x="195983" y="1529747"/>
                  </a:lnTo>
                  <a:lnTo>
                    <a:pt x="197904" y="1527274"/>
                  </a:lnTo>
                  <a:lnTo>
                    <a:pt x="199826" y="1523576"/>
                  </a:lnTo>
                  <a:lnTo>
                    <a:pt x="201747" y="1518684"/>
                  </a:lnTo>
                  <a:lnTo>
                    <a:pt x="203668" y="1512410"/>
                  </a:lnTo>
                  <a:lnTo>
                    <a:pt x="205590" y="1504458"/>
                  </a:lnTo>
                  <a:lnTo>
                    <a:pt x="207511" y="1494501"/>
                  </a:lnTo>
                  <a:lnTo>
                    <a:pt x="209433" y="1482284"/>
                  </a:lnTo>
                  <a:lnTo>
                    <a:pt x="211354" y="1467860"/>
                  </a:lnTo>
                  <a:lnTo>
                    <a:pt x="213275" y="1451990"/>
                  </a:lnTo>
                  <a:lnTo>
                    <a:pt x="215197" y="1436394"/>
                  </a:lnTo>
                  <a:lnTo>
                    <a:pt x="217118" y="1423435"/>
                  </a:lnTo>
                  <a:lnTo>
                    <a:pt x="219040" y="1415159"/>
                  </a:lnTo>
                  <a:lnTo>
                    <a:pt x="220961" y="1411307"/>
                  </a:lnTo>
                  <a:lnTo>
                    <a:pt x="222883" y="1409445"/>
                  </a:lnTo>
                  <a:lnTo>
                    <a:pt x="224804" y="1405606"/>
                  </a:lnTo>
                  <a:lnTo>
                    <a:pt x="226725" y="1395740"/>
                  </a:lnTo>
                  <a:lnTo>
                    <a:pt x="228647" y="1377065"/>
                  </a:lnTo>
                  <a:lnTo>
                    <a:pt x="230568" y="1348654"/>
                  </a:lnTo>
                  <a:lnTo>
                    <a:pt x="232490" y="1310880"/>
                  </a:lnTo>
                  <a:lnTo>
                    <a:pt x="234411" y="1263679"/>
                  </a:lnTo>
                  <a:lnTo>
                    <a:pt x="236332" y="1204223"/>
                  </a:lnTo>
                  <a:lnTo>
                    <a:pt x="238254" y="1125296"/>
                  </a:lnTo>
                  <a:lnTo>
                    <a:pt x="240175" y="1016094"/>
                  </a:lnTo>
                  <a:lnTo>
                    <a:pt x="242097" y="866512"/>
                  </a:lnTo>
                  <a:lnTo>
                    <a:pt x="244018" y="674372"/>
                  </a:lnTo>
                  <a:lnTo>
                    <a:pt x="245939" y="452994"/>
                  </a:lnTo>
                  <a:lnTo>
                    <a:pt x="247861" y="234933"/>
                  </a:lnTo>
                  <a:lnTo>
                    <a:pt x="249782" y="67707"/>
                  </a:lnTo>
                  <a:lnTo>
                    <a:pt x="251704" y="0"/>
                  </a:lnTo>
                  <a:lnTo>
                    <a:pt x="253625" y="62232"/>
                  </a:lnTo>
                  <a:lnTo>
                    <a:pt x="255546" y="250846"/>
                  </a:lnTo>
                  <a:lnTo>
                    <a:pt x="257468" y="526392"/>
                  </a:lnTo>
                  <a:lnTo>
                    <a:pt x="259389" y="828514"/>
                  </a:lnTo>
                  <a:lnTo>
                    <a:pt x="261311" y="1100063"/>
                  </a:lnTo>
                  <a:lnTo>
                    <a:pt x="263232" y="1305345"/>
                  </a:lnTo>
                  <a:lnTo>
                    <a:pt x="265153" y="1437548"/>
                  </a:lnTo>
                  <a:lnTo>
                    <a:pt x="267075" y="1512886"/>
                  </a:lnTo>
                  <a:lnTo>
                    <a:pt x="268996" y="1550761"/>
                  </a:lnTo>
                  <a:lnTo>
                    <a:pt x="270918" y="1567619"/>
                  </a:lnTo>
                  <a:lnTo>
                    <a:pt x="272839" y="1574271"/>
                  </a:lnTo>
                  <a:lnTo>
                    <a:pt x="274760" y="1576596"/>
                  </a:lnTo>
                  <a:lnTo>
                    <a:pt x="276682" y="1577313"/>
                  </a:lnTo>
                  <a:lnTo>
                    <a:pt x="278603" y="1577502"/>
                  </a:lnTo>
                  <a:lnTo>
                    <a:pt x="280525" y="1577529"/>
                  </a:lnTo>
                  <a:lnTo>
                    <a:pt x="282446" y="1577487"/>
                  </a:lnTo>
                  <a:lnTo>
                    <a:pt x="284367" y="1577377"/>
                  </a:lnTo>
                  <a:lnTo>
                    <a:pt x="286289" y="1577169"/>
                  </a:lnTo>
                  <a:lnTo>
                    <a:pt x="288210" y="1576834"/>
                  </a:lnTo>
                  <a:lnTo>
                    <a:pt x="290132" y="1576371"/>
                  </a:lnTo>
                  <a:lnTo>
                    <a:pt x="292053" y="1575837"/>
                  </a:lnTo>
                  <a:lnTo>
                    <a:pt x="293975" y="1575345"/>
                  </a:lnTo>
                  <a:lnTo>
                    <a:pt x="295896" y="1575036"/>
                  </a:lnTo>
                  <a:lnTo>
                    <a:pt x="297817" y="1575010"/>
                  </a:lnTo>
                  <a:lnTo>
                    <a:pt x="299739" y="1575281"/>
                  </a:lnTo>
                  <a:lnTo>
                    <a:pt x="301660" y="1575762"/>
                  </a:lnTo>
                  <a:lnTo>
                    <a:pt x="303582" y="1576311"/>
                  </a:lnTo>
                  <a:lnTo>
                    <a:pt x="305503" y="1576799"/>
                  </a:lnTo>
                  <a:lnTo>
                    <a:pt x="307424" y="1577156"/>
                  </a:lnTo>
                  <a:lnTo>
                    <a:pt x="309346" y="1577373"/>
                  </a:lnTo>
                  <a:lnTo>
                    <a:pt x="311267" y="1577487"/>
                  </a:lnTo>
                  <a:lnTo>
                    <a:pt x="313189" y="1577539"/>
                  </a:lnTo>
                  <a:lnTo>
                    <a:pt x="315110" y="1577560"/>
                  </a:lnTo>
                  <a:lnTo>
                    <a:pt x="317031" y="1577566"/>
                  </a:lnTo>
                  <a:lnTo>
                    <a:pt x="318953" y="1577563"/>
                  </a:lnTo>
                  <a:lnTo>
                    <a:pt x="320874" y="1577545"/>
                  </a:lnTo>
                  <a:lnTo>
                    <a:pt x="322796" y="1577499"/>
                  </a:lnTo>
                  <a:lnTo>
                    <a:pt x="324717" y="1577395"/>
                  </a:lnTo>
                  <a:lnTo>
                    <a:pt x="326638" y="1577195"/>
                  </a:lnTo>
                  <a:lnTo>
                    <a:pt x="328560" y="1576865"/>
                  </a:lnTo>
                  <a:lnTo>
                    <a:pt x="330481" y="1576401"/>
                  </a:lnTo>
                  <a:lnTo>
                    <a:pt x="332403" y="1575856"/>
                  </a:lnTo>
                  <a:lnTo>
                    <a:pt x="334324" y="1575339"/>
                  </a:lnTo>
                  <a:lnTo>
                    <a:pt x="336245" y="1574979"/>
                  </a:lnTo>
                  <a:lnTo>
                    <a:pt x="338167" y="1574858"/>
                  </a:lnTo>
                  <a:lnTo>
                    <a:pt x="340088" y="1574944"/>
                  </a:lnTo>
                  <a:lnTo>
                    <a:pt x="342010" y="1575088"/>
                  </a:lnTo>
                  <a:lnTo>
                    <a:pt x="343931" y="1575083"/>
                  </a:lnTo>
                  <a:lnTo>
                    <a:pt x="345852" y="1574764"/>
                  </a:lnTo>
                  <a:lnTo>
                    <a:pt x="347774" y="1574099"/>
                  </a:lnTo>
                  <a:lnTo>
                    <a:pt x="349695" y="1573212"/>
                  </a:lnTo>
                  <a:lnTo>
                    <a:pt x="351617" y="1572334"/>
                  </a:lnTo>
                  <a:lnTo>
                    <a:pt x="353538" y="1571703"/>
                  </a:lnTo>
                  <a:lnTo>
                    <a:pt x="355459" y="1571481"/>
                  </a:lnTo>
                  <a:lnTo>
                    <a:pt x="357381" y="1571665"/>
                  </a:lnTo>
                  <a:lnTo>
                    <a:pt x="359302" y="1572177"/>
                  </a:lnTo>
                  <a:lnTo>
                    <a:pt x="361224" y="1572916"/>
                  </a:lnTo>
                  <a:lnTo>
                    <a:pt x="363145" y="1573786"/>
                  </a:lnTo>
                  <a:lnTo>
                    <a:pt x="365067" y="1574696"/>
                  </a:lnTo>
                  <a:lnTo>
                    <a:pt x="366988" y="1575552"/>
                  </a:lnTo>
                  <a:lnTo>
                    <a:pt x="368909" y="1576274"/>
                  </a:lnTo>
                  <a:lnTo>
                    <a:pt x="370831" y="1576815"/>
                  </a:lnTo>
                  <a:lnTo>
                    <a:pt x="372752" y="1577174"/>
                  </a:lnTo>
                  <a:lnTo>
                    <a:pt x="374674" y="1577385"/>
                  </a:lnTo>
                  <a:lnTo>
                    <a:pt x="376595" y="1577494"/>
                  </a:lnTo>
                  <a:lnTo>
                    <a:pt x="378516" y="1577543"/>
                  </a:lnTo>
                  <a:lnTo>
                    <a:pt x="380438" y="1577563"/>
                  </a:lnTo>
                  <a:lnTo>
                    <a:pt x="382359" y="1577569"/>
                  </a:lnTo>
                  <a:lnTo>
                    <a:pt x="384281" y="1577572"/>
                  </a:lnTo>
                  <a:lnTo>
                    <a:pt x="386202" y="1577572"/>
                  </a:lnTo>
                  <a:lnTo>
                    <a:pt x="388123" y="1577572"/>
                  </a:lnTo>
                  <a:lnTo>
                    <a:pt x="390045" y="1577572"/>
                  </a:lnTo>
                  <a:lnTo>
                    <a:pt x="391966" y="1577572"/>
                  </a:lnTo>
                  <a:lnTo>
                    <a:pt x="393888" y="1577572"/>
                  </a:lnTo>
                  <a:lnTo>
                    <a:pt x="395809" y="1577572"/>
                  </a:lnTo>
                  <a:lnTo>
                    <a:pt x="397730" y="1577572"/>
                  </a:lnTo>
                  <a:lnTo>
                    <a:pt x="399652" y="1577572"/>
                  </a:lnTo>
                  <a:lnTo>
                    <a:pt x="401573" y="1577572"/>
                  </a:lnTo>
                  <a:lnTo>
                    <a:pt x="403495" y="1577572"/>
                  </a:lnTo>
                  <a:lnTo>
                    <a:pt x="405416" y="1577572"/>
                  </a:lnTo>
                  <a:lnTo>
                    <a:pt x="407337" y="1577572"/>
                  </a:lnTo>
                  <a:lnTo>
                    <a:pt x="409259" y="1577572"/>
                  </a:lnTo>
                  <a:lnTo>
                    <a:pt x="411180" y="1577572"/>
                  </a:lnTo>
                  <a:lnTo>
                    <a:pt x="413102" y="1577572"/>
                  </a:lnTo>
                  <a:lnTo>
                    <a:pt x="415023" y="1577572"/>
                  </a:lnTo>
                  <a:lnTo>
                    <a:pt x="416944" y="1577572"/>
                  </a:lnTo>
                  <a:lnTo>
                    <a:pt x="418866" y="1577572"/>
                  </a:lnTo>
                  <a:lnTo>
                    <a:pt x="420787" y="1577572"/>
                  </a:lnTo>
                  <a:lnTo>
                    <a:pt x="422709" y="1577572"/>
                  </a:lnTo>
                  <a:lnTo>
                    <a:pt x="424630" y="1577572"/>
                  </a:lnTo>
                  <a:lnTo>
                    <a:pt x="426551" y="1577572"/>
                  </a:lnTo>
                  <a:lnTo>
                    <a:pt x="428473" y="1577572"/>
                  </a:lnTo>
                  <a:lnTo>
                    <a:pt x="430394" y="1577572"/>
                  </a:lnTo>
                  <a:lnTo>
                    <a:pt x="432316" y="1577572"/>
                  </a:lnTo>
                  <a:lnTo>
                    <a:pt x="434237" y="1577572"/>
                  </a:lnTo>
                  <a:lnTo>
                    <a:pt x="436159" y="1577572"/>
                  </a:lnTo>
                  <a:lnTo>
                    <a:pt x="438080" y="1577572"/>
                  </a:lnTo>
                  <a:lnTo>
                    <a:pt x="440001" y="1577572"/>
                  </a:lnTo>
                  <a:lnTo>
                    <a:pt x="441923" y="1577572"/>
                  </a:lnTo>
                  <a:lnTo>
                    <a:pt x="443844" y="1577570"/>
                  </a:lnTo>
                  <a:lnTo>
                    <a:pt x="445766" y="1577565"/>
                  </a:lnTo>
                  <a:lnTo>
                    <a:pt x="447687" y="1577549"/>
                  </a:lnTo>
                  <a:lnTo>
                    <a:pt x="449608" y="1577506"/>
                  </a:lnTo>
                  <a:lnTo>
                    <a:pt x="451530" y="1577409"/>
                  </a:lnTo>
                  <a:lnTo>
                    <a:pt x="453451" y="1577220"/>
                  </a:lnTo>
                  <a:lnTo>
                    <a:pt x="455373" y="1576905"/>
                  </a:lnTo>
                  <a:lnTo>
                    <a:pt x="457294" y="1576456"/>
                  </a:lnTo>
                  <a:lnTo>
                    <a:pt x="459215" y="1575925"/>
                  </a:lnTo>
                  <a:lnTo>
                    <a:pt x="461137" y="1575421"/>
                  </a:lnTo>
                  <a:lnTo>
                    <a:pt x="463058" y="1575083"/>
                  </a:lnTo>
                  <a:lnTo>
                    <a:pt x="464980" y="1575015"/>
                  </a:lnTo>
                  <a:lnTo>
                    <a:pt x="466901" y="1575240"/>
                  </a:lnTo>
                  <a:lnTo>
                    <a:pt x="468822" y="1575682"/>
                  </a:lnTo>
                  <a:lnTo>
                    <a:pt x="470744" y="1576212"/>
                  </a:lnTo>
                  <a:lnTo>
                    <a:pt x="472665" y="1576704"/>
                  </a:lnTo>
                  <a:lnTo>
                    <a:pt x="474587" y="1577082"/>
                  </a:lnTo>
                  <a:lnTo>
                    <a:pt x="476508" y="1577327"/>
                  </a:lnTo>
                  <a:lnTo>
                    <a:pt x="478429" y="1577464"/>
                  </a:lnTo>
                  <a:lnTo>
                    <a:pt x="480351" y="1577530"/>
                  </a:lnTo>
                  <a:lnTo>
                    <a:pt x="482272" y="1577558"/>
                  </a:lnTo>
                  <a:lnTo>
                    <a:pt x="484194" y="1577568"/>
                  </a:lnTo>
                  <a:lnTo>
                    <a:pt x="486115" y="1577571"/>
                  </a:lnTo>
                  <a:lnTo>
                    <a:pt x="488036" y="1577572"/>
                  </a:lnTo>
                  <a:lnTo>
                    <a:pt x="489958" y="1577572"/>
                  </a:lnTo>
                  <a:lnTo>
                    <a:pt x="491879" y="1577572"/>
                  </a:lnTo>
                  <a:lnTo>
                    <a:pt x="493801" y="1577572"/>
                  </a:lnTo>
                  <a:lnTo>
                    <a:pt x="495722" y="1577572"/>
                  </a:lnTo>
                  <a:lnTo>
                    <a:pt x="497643" y="1577572"/>
                  </a:lnTo>
                  <a:lnTo>
                    <a:pt x="499565" y="1577572"/>
                  </a:lnTo>
                  <a:lnTo>
                    <a:pt x="501486" y="1577572"/>
                  </a:lnTo>
                  <a:lnTo>
                    <a:pt x="503408" y="1577572"/>
                  </a:lnTo>
                  <a:lnTo>
                    <a:pt x="505329" y="1577572"/>
                  </a:lnTo>
                  <a:lnTo>
                    <a:pt x="507250" y="1577572"/>
                  </a:lnTo>
                  <a:lnTo>
                    <a:pt x="509172" y="1577572"/>
                  </a:lnTo>
                  <a:lnTo>
                    <a:pt x="511093" y="1577572"/>
                  </a:lnTo>
                  <a:lnTo>
                    <a:pt x="513015" y="1577572"/>
                  </a:lnTo>
                  <a:lnTo>
                    <a:pt x="514936" y="1577572"/>
                  </a:lnTo>
                  <a:lnTo>
                    <a:pt x="516858" y="1577572"/>
                  </a:lnTo>
                  <a:lnTo>
                    <a:pt x="518779" y="1577572"/>
                  </a:lnTo>
                  <a:lnTo>
                    <a:pt x="520700" y="1577572"/>
                  </a:lnTo>
                  <a:lnTo>
                    <a:pt x="522622" y="1577572"/>
                  </a:lnTo>
                  <a:lnTo>
                    <a:pt x="524543" y="1577572"/>
                  </a:lnTo>
                  <a:lnTo>
                    <a:pt x="526465" y="1577572"/>
                  </a:lnTo>
                  <a:lnTo>
                    <a:pt x="528386" y="1577572"/>
                  </a:lnTo>
                  <a:lnTo>
                    <a:pt x="530307" y="1577572"/>
                  </a:lnTo>
                  <a:lnTo>
                    <a:pt x="532229" y="1577572"/>
                  </a:lnTo>
                  <a:lnTo>
                    <a:pt x="534150" y="1577572"/>
                  </a:lnTo>
                  <a:lnTo>
                    <a:pt x="536072" y="1577572"/>
                  </a:lnTo>
                  <a:lnTo>
                    <a:pt x="537993" y="1577572"/>
                  </a:lnTo>
                  <a:lnTo>
                    <a:pt x="539914" y="1577572"/>
                  </a:lnTo>
                  <a:lnTo>
                    <a:pt x="541836" y="1577572"/>
                  </a:lnTo>
                  <a:lnTo>
                    <a:pt x="543757" y="1577572"/>
                  </a:lnTo>
                  <a:lnTo>
                    <a:pt x="545679" y="1577572"/>
                  </a:lnTo>
                  <a:lnTo>
                    <a:pt x="547600" y="1577572"/>
                  </a:lnTo>
                  <a:lnTo>
                    <a:pt x="549521" y="1577572"/>
                  </a:lnTo>
                  <a:lnTo>
                    <a:pt x="551443" y="1577572"/>
                  </a:lnTo>
                  <a:lnTo>
                    <a:pt x="553364" y="1577572"/>
                  </a:lnTo>
                  <a:lnTo>
                    <a:pt x="555286" y="1577572"/>
                  </a:lnTo>
                  <a:lnTo>
                    <a:pt x="557207" y="1577572"/>
                  </a:lnTo>
                  <a:lnTo>
                    <a:pt x="559128" y="1577572"/>
                  </a:lnTo>
                  <a:lnTo>
                    <a:pt x="561050" y="1577572"/>
                  </a:lnTo>
                  <a:lnTo>
                    <a:pt x="562971" y="1577572"/>
                  </a:lnTo>
                  <a:lnTo>
                    <a:pt x="564893" y="1577572"/>
                  </a:lnTo>
                  <a:lnTo>
                    <a:pt x="566814" y="1577572"/>
                  </a:lnTo>
                  <a:lnTo>
                    <a:pt x="568735" y="1577572"/>
                  </a:lnTo>
                  <a:lnTo>
                    <a:pt x="570657" y="1577572"/>
                  </a:lnTo>
                  <a:lnTo>
                    <a:pt x="572578" y="1577572"/>
                  </a:lnTo>
                  <a:lnTo>
                    <a:pt x="574500" y="1577572"/>
                  </a:lnTo>
                  <a:lnTo>
                    <a:pt x="576421" y="1577572"/>
                  </a:lnTo>
                  <a:lnTo>
                    <a:pt x="578342" y="1577572"/>
                  </a:lnTo>
                  <a:lnTo>
                    <a:pt x="580264" y="1577572"/>
                  </a:lnTo>
                  <a:lnTo>
                    <a:pt x="582185" y="1577572"/>
                  </a:lnTo>
                  <a:lnTo>
                    <a:pt x="584107" y="1577572"/>
                  </a:lnTo>
                  <a:lnTo>
                    <a:pt x="586028" y="1577572"/>
                  </a:lnTo>
                  <a:lnTo>
                    <a:pt x="587950" y="1577572"/>
                  </a:lnTo>
                  <a:lnTo>
                    <a:pt x="589871" y="1577572"/>
                  </a:lnTo>
                  <a:lnTo>
                    <a:pt x="591792" y="1577572"/>
                  </a:lnTo>
                  <a:lnTo>
                    <a:pt x="593714" y="1577572"/>
                  </a:lnTo>
                  <a:lnTo>
                    <a:pt x="595635" y="1577572"/>
                  </a:lnTo>
                  <a:lnTo>
                    <a:pt x="597557" y="1577572"/>
                  </a:lnTo>
                  <a:lnTo>
                    <a:pt x="599478" y="1577572"/>
                  </a:lnTo>
                  <a:lnTo>
                    <a:pt x="601399" y="1577572"/>
                  </a:lnTo>
                  <a:lnTo>
                    <a:pt x="603321" y="1577572"/>
                  </a:lnTo>
                  <a:lnTo>
                    <a:pt x="605242" y="1577572"/>
                  </a:lnTo>
                  <a:lnTo>
                    <a:pt x="607164" y="1577572"/>
                  </a:lnTo>
                  <a:lnTo>
                    <a:pt x="609085" y="1577572"/>
                  </a:lnTo>
                  <a:lnTo>
                    <a:pt x="611006" y="1577572"/>
                  </a:lnTo>
                  <a:lnTo>
                    <a:pt x="612928" y="1577572"/>
                  </a:lnTo>
                  <a:lnTo>
                    <a:pt x="614849" y="1577572"/>
                  </a:lnTo>
                  <a:lnTo>
                    <a:pt x="616771" y="1577572"/>
                  </a:lnTo>
                  <a:lnTo>
                    <a:pt x="618692" y="1577572"/>
                  </a:lnTo>
                  <a:lnTo>
                    <a:pt x="620613" y="1577572"/>
                  </a:lnTo>
                  <a:lnTo>
                    <a:pt x="622535" y="1577572"/>
                  </a:lnTo>
                  <a:lnTo>
                    <a:pt x="624456" y="1577572"/>
                  </a:lnTo>
                  <a:lnTo>
                    <a:pt x="626378" y="1577572"/>
                  </a:lnTo>
                  <a:lnTo>
                    <a:pt x="628299" y="1577572"/>
                  </a:lnTo>
                  <a:lnTo>
                    <a:pt x="630220" y="1577572"/>
                  </a:lnTo>
                  <a:lnTo>
                    <a:pt x="632142" y="1577572"/>
                  </a:lnTo>
                  <a:lnTo>
                    <a:pt x="634063" y="1577572"/>
                  </a:lnTo>
                  <a:lnTo>
                    <a:pt x="635985" y="1577572"/>
                  </a:lnTo>
                  <a:lnTo>
                    <a:pt x="637906" y="1577572"/>
                  </a:lnTo>
                  <a:lnTo>
                    <a:pt x="639827" y="1577572"/>
                  </a:lnTo>
                  <a:lnTo>
                    <a:pt x="641749" y="1577572"/>
                  </a:lnTo>
                  <a:lnTo>
                    <a:pt x="643670" y="1577572"/>
                  </a:lnTo>
                  <a:lnTo>
                    <a:pt x="645592" y="1577572"/>
                  </a:lnTo>
                  <a:lnTo>
                    <a:pt x="647513" y="1577572"/>
                  </a:lnTo>
                  <a:lnTo>
                    <a:pt x="649434" y="1577572"/>
                  </a:lnTo>
                  <a:lnTo>
                    <a:pt x="651356" y="1577572"/>
                  </a:lnTo>
                  <a:lnTo>
                    <a:pt x="653277" y="1577572"/>
                  </a:lnTo>
                  <a:lnTo>
                    <a:pt x="655199" y="1577572"/>
                  </a:lnTo>
                  <a:lnTo>
                    <a:pt x="657120" y="1577572"/>
                  </a:lnTo>
                  <a:lnTo>
                    <a:pt x="659042" y="1577572"/>
                  </a:lnTo>
                  <a:lnTo>
                    <a:pt x="660963" y="1577572"/>
                  </a:lnTo>
                  <a:lnTo>
                    <a:pt x="662884" y="1577572"/>
                  </a:lnTo>
                  <a:lnTo>
                    <a:pt x="664806" y="1577572"/>
                  </a:lnTo>
                  <a:lnTo>
                    <a:pt x="666727" y="1577572"/>
                  </a:lnTo>
                  <a:lnTo>
                    <a:pt x="668649" y="1577572"/>
                  </a:lnTo>
                  <a:lnTo>
                    <a:pt x="670570" y="1577572"/>
                  </a:lnTo>
                  <a:lnTo>
                    <a:pt x="672491" y="1577572"/>
                  </a:lnTo>
                  <a:lnTo>
                    <a:pt x="674413" y="1577572"/>
                  </a:lnTo>
                  <a:lnTo>
                    <a:pt x="676334" y="1577572"/>
                  </a:lnTo>
                  <a:lnTo>
                    <a:pt x="678256" y="1577572"/>
                  </a:lnTo>
                  <a:lnTo>
                    <a:pt x="680177" y="1577572"/>
                  </a:lnTo>
                  <a:lnTo>
                    <a:pt x="682098" y="1577572"/>
                  </a:lnTo>
                  <a:lnTo>
                    <a:pt x="684020" y="1577572"/>
                  </a:lnTo>
                  <a:lnTo>
                    <a:pt x="685941" y="1577572"/>
                  </a:lnTo>
                  <a:lnTo>
                    <a:pt x="687863" y="1577572"/>
                  </a:lnTo>
                  <a:lnTo>
                    <a:pt x="689784" y="1577572"/>
                  </a:lnTo>
                  <a:lnTo>
                    <a:pt x="691705" y="1577572"/>
                  </a:lnTo>
                  <a:lnTo>
                    <a:pt x="693627" y="1577572"/>
                  </a:lnTo>
                  <a:lnTo>
                    <a:pt x="695548" y="1577572"/>
                  </a:lnTo>
                  <a:lnTo>
                    <a:pt x="697470" y="1577572"/>
                  </a:lnTo>
                  <a:lnTo>
                    <a:pt x="699391" y="1577572"/>
                  </a:lnTo>
                  <a:lnTo>
                    <a:pt x="701312" y="1577572"/>
                  </a:lnTo>
                  <a:lnTo>
                    <a:pt x="703234" y="1577572"/>
                  </a:lnTo>
                  <a:lnTo>
                    <a:pt x="705155" y="1577572"/>
                  </a:lnTo>
                  <a:lnTo>
                    <a:pt x="707077" y="1577572"/>
                  </a:lnTo>
                  <a:lnTo>
                    <a:pt x="708998" y="1577572"/>
                  </a:lnTo>
                  <a:lnTo>
                    <a:pt x="710919" y="1577572"/>
                  </a:lnTo>
                  <a:lnTo>
                    <a:pt x="712841" y="1577572"/>
                  </a:lnTo>
                  <a:lnTo>
                    <a:pt x="714762" y="1577572"/>
                  </a:lnTo>
                  <a:lnTo>
                    <a:pt x="716684" y="1577572"/>
                  </a:lnTo>
                  <a:lnTo>
                    <a:pt x="718605" y="1577572"/>
                  </a:lnTo>
                  <a:lnTo>
                    <a:pt x="720526" y="1577572"/>
                  </a:lnTo>
                  <a:lnTo>
                    <a:pt x="722448" y="1577572"/>
                  </a:lnTo>
                  <a:lnTo>
                    <a:pt x="724369" y="1577572"/>
                  </a:lnTo>
                  <a:lnTo>
                    <a:pt x="726291" y="1577572"/>
                  </a:lnTo>
                  <a:lnTo>
                    <a:pt x="728212" y="1577572"/>
                  </a:lnTo>
                  <a:lnTo>
                    <a:pt x="730134" y="1577572"/>
                  </a:lnTo>
                  <a:lnTo>
                    <a:pt x="732055" y="1577572"/>
                  </a:lnTo>
                  <a:lnTo>
                    <a:pt x="733976" y="1577572"/>
                  </a:lnTo>
                  <a:lnTo>
                    <a:pt x="735898" y="1577572"/>
                  </a:lnTo>
                  <a:lnTo>
                    <a:pt x="737819" y="1577572"/>
                  </a:lnTo>
                  <a:lnTo>
                    <a:pt x="739741" y="1577572"/>
                  </a:lnTo>
                  <a:lnTo>
                    <a:pt x="741662" y="1577572"/>
                  </a:lnTo>
                  <a:lnTo>
                    <a:pt x="743583" y="1577572"/>
                  </a:lnTo>
                  <a:lnTo>
                    <a:pt x="745505" y="1577572"/>
                  </a:lnTo>
                  <a:lnTo>
                    <a:pt x="747426" y="1577572"/>
                  </a:lnTo>
                  <a:lnTo>
                    <a:pt x="749348" y="1577572"/>
                  </a:lnTo>
                  <a:lnTo>
                    <a:pt x="751269" y="1577572"/>
                  </a:lnTo>
                  <a:lnTo>
                    <a:pt x="753190" y="1577572"/>
                  </a:lnTo>
                  <a:lnTo>
                    <a:pt x="755112" y="1577572"/>
                  </a:lnTo>
                  <a:lnTo>
                    <a:pt x="757033" y="1577572"/>
                  </a:lnTo>
                  <a:lnTo>
                    <a:pt x="758955" y="1577572"/>
                  </a:lnTo>
                  <a:lnTo>
                    <a:pt x="760876" y="1577572"/>
                  </a:lnTo>
                  <a:lnTo>
                    <a:pt x="762797" y="1577572"/>
                  </a:lnTo>
                  <a:lnTo>
                    <a:pt x="764719" y="1577572"/>
                  </a:lnTo>
                  <a:lnTo>
                    <a:pt x="766640" y="1577572"/>
                  </a:lnTo>
                  <a:lnTo>
                    <a:pt x="768562" y="1577572"/>
                  </a:lnTo>
                  <a:lnTo>
                    <a:pt x="770483" y="1577572"/>
                  </a:lnTo>
                  <a:lnTo>
                    <a:pt x="772404" y="1577572"/>
                  </a:lnTo>
                  <a:lnTo>
                    <a:pt x="774326" y="1577572"/>
                  </a:lnTo>
                  <a:lnTo>
                    <a:pt x="776247" y="1577572"/>
                  </a:lnTo>
                  <a:lnTo>
                    <a:pt x="778169" y="1577572"/>
                  </a:lnTo>
                  <a:lnTo>
                    <a:pt x="780090" y="1577572"/>
                  </a:lnTo>
                  <a:lnTo>
                    <a:pt x="782011" y="1577572"/>
                  </a:lnTo>
                  <a:lnTo>
                    <a:pt x="783933" y="1577572"/>
                  </a:lnTo>
                  <a:lnTo>
                    <a:pt x="785854" y="1577572"/>
                  </a:lnTo>
                  <a:lnTo>
                    <a:pt x="787776" y="1577572"/>
                  </a:lnTo>
                  <a:lnTo>
                    <a:pt x="789697" y="1577572"/>
                  </a:lnTo>
                  <a:lnTo>
                    <a:pt x="791618" y="1577572"/>
                  </a:lnTo>
                  <a:lnTo>
                    <a:pt x="793540" y="1577572"/>
                  </a:lnTo>
                  <a:lnTo>
                    <a:pt x="795461" y="1577572"/>
                  </a:lnTo>
                  <a:lnTo>
                    <a:pt x="797383" y="1577572"/>
                  </a:lnTo>
                  <a:lnTo>
                    <a:pt x="799304" y="1577572"/>
                  </a:lnTo>
                  <a:lnTo>
                    <a:pt x="801226" y="1577572"/>
                  </a:lnTo>
                  <a:lnTo>
                    <a:pt x="803147" y="1577572"/>
                  </a:lnTo>
                  <a:lnTo>
                    <a:pt x="805068" y="1577572"/>
                  </a:lnTo>
                  <a:lnTo>
                    <a:pt x="806990" y="1577572"/>
                  </a:lnTo>
                  <a:lnTo>
                    <a:pt x="808911" y="1577572"/>
                  </a:lnTo>
                  <a:lnTo>
                    <a:pt x="810833" y="1577572"/>
                  </a:lnTo>
                  <a:lnTo>
                    <a:pt x="812754" y="1577572"/>
                  </a:lnTo>
                  <a:lnTo>
                    <a:pt x="814675" y="1577572"/>
                  </a:lnTo>
                  <a:lnTo>
                    <a:pt x="816597" y="1577572"/>
                  </a:lnTo>
                  <a:lnTo>
                    <a:pt x="818518" y="1577572"/>
                  </a:lnTo>
                  <a:lnTo>
                    <a:pt x="820440" y="1577572"/>
                  </a:lnTo>
                  <a:lnTo>
                    <a:pt x="822361" y="1577572"/>
                  </a:lnTo>
                  <a:lnTo>
                    <a:pt x="824282" y="1577572"/>
                  </a:lnTo>
                  <a:lnTo>
                    <a:pt x="826204" y="1577572"/>
                  </a:lnTo>
                  <a:lnTo>
                    <a:pt x="828125" y="1577572"/>
                  </a:lnTo>
                  <a:lnTo>
                    <a:pt x="830047" y="1577572"/>
                  </a:lnTo>
                  <a:lnTo>
                    <a:pt x="831968" y="1577572"/>
                  </a:lnTo>
                  <a:lnTo>
                    <a:pt x="833889" y="1577572"/>
                  </a:lnTo>
                  <a:lnTo>
                    <a:pt x="835811" y="1577572"/>
                  </a:lnTo>
                  <a:lnTo>
                    <a:pt x="837732" y="1577572"/>
                  </a:lnTo>
                  <a:lnTo>
                    <a:pt x="839654" y="1577572"/>
                  </a:lnTo>
                  <a:lnTo>
                    <a:pt x="841575" y="1577572"/>
                  </a:lnTo>
                  <a:lnTo>
                    <a:pt x="843496" y="1577572"/>
                  </a:lnTo>
                  <a:lnTo>
                    <a:pt x="845418" y="1577572"/>
                  </a:lnTo>
                  <a:lnTo>
                    <a:pt x="847339" y="1577572"/>
                  </a:lnTo>
                  <a:lnTo>
                    <a:pt x="849261" y="1577572"/>
                  </a:lnTo>
                  <a:lnTo>
                    <a:pt x="851182" y="1577572"/>
                  </a:lnTo>
                  <a:lnTo>
                    <a:pt x="853103" y="1577572"/>
                  </a:lnTo>
                  <a:lnTo>
                    <a:pt x="855025" y="1577572"/>
                  </a:lnTo>
                  <a:lnTo>
                    <a:pt x="856946" y="1577572"/>
                  </a:lnTo>
                  <a:lnTo>
                    <a:pt x="858868" y="1577572"/>
                  </a:lnTo>
                  <a:lnTo>
                    <a:pt x="860789" y="1577572"/>
                  </a:lnTo>
                  <a:lnTo>
                    <a:pt x="862710" y="1577572"/>
                  </a:lnTo>
                  <a:lnTo>
                    <a:pt x="864632" y="1577572"/>
                  </a:lnTo>
                  <a:lnTo>
                    <a:pt x="866553" y="1577572"/>
                  </a:lnTo>
                  <a:lnTo>
                    <a:pt x="868475" y="1577572"/>
                  </a:lnTo>
                  <a:lnTo>
                    <a:pt x="870396" y="1577572"/>
                  </a:lnTo>
                  <a:lnTo>
                    <a:pt x="872318" y="1577572"/>
                  </a:lnTo>
                  <a:lnTo>
                    <a:pt x="874239" y="1577572"/>
                  </a:lnTo>
                  <a:lnTo>
                    <a:pt x="876160" y="1577572"/>
                  </a:lnTo>
                  <a:lnTo>
                    <a:pt x="878082" y="1577572"/>
                  </a:lnTo>
                  <a:lnTo>
                    <a:pt x="880003" y="1577572"/>
                  </a:lnTo>
                  <a:lnTo>
                    <a:pt x="881925" y="1577572"/>
                  </a:lnTo>
                  <a:lnTo>
                    <a:pt x="883846" y="1577572"/>
                  </a:lnTo>
                  <a:lnTo>
                    <a:pt x="885767" y="1577572"/>
                  </a:lnTo>
                  <a:lnTo>
                    <a:pt x="887689" y="1577572"/>
                  </a:lnTo>
                  <a:lnTo>
                    <a:pt x="889610" y="1577572"/>
                  </a:lnTo>
                  <a:lnTo>
                    <a:pt x="891532" y="1577572"/>
                  </a:lnTo>
                  <a:lnTo>
                    <a:pt x="893453" y="1577572"/>
                  </a:lnTo>
                  <a:lnTo>
                    <a:pt x="895374" y="1577572"/>
                  </a:lnTo>
                  <a:lnTo>
                    <a:pt x="897296" y="1577572"/>
                  </a:lnTo>
                  <a:lnTo>
                    <a:pt x="899217" y="1577572"/>
                  </a:lnTo>
                  <a:lnTo>
                    <a:pt x="901139" y="1577572"/>
                  </a:lnTo>
                  <a:lnTo>
                    <a:pt x="903060" y="1577572"/>
                  </a:lnTo>
                  <a:lnTo>
                    <a:pt x="904981" y="1577572"/>
                  </a:lnTo>
                  <a:lnTo>
                    <a:pt x="906903" y="1577572"/>
                  </a:lnTo>
                  <a:lnTo>
                    <a:pt x="908824" y="1577572"/>
                  </a:lnTo>
                  <a:lnTo>
                    <a:pt x="910746" y="1577572"/>
                  </a:lnTo>
                  <a:lnTo>
                    <a:pt x="912667" y="1577572"/>
                  </a:lnTo>
                  <a:lnTo>
                    <a:pt x="914588" y="1577572"/>
                  </a:lnTo>
                  <a:lnTo>
                    <a:pt x="916510" y="1577572"/>
                  </a:lnTo>
                  <a:lnTo>
                    <a:pt x="918431" y="1577572"/>
                  </a:lnTo>
                  <a:lnTo>
                    <a:pt x="920353" y="1577572"/>
                  </a:lnTo>
                  <a:lnTo>
                    <a:pt x="922274" y="1577572"/>
                  </a:lnTo>
                  <a:lnTo>
                    <a:pt x="924195" y="1577572"/>
                  </a:lnTo>
                  <a:lnTo>
                    <a:pt x="926117" y="1577572"/>
                  </a:lnTo>
                  <a:lnTo>
                    <a:pt x="928038" y="1577572"/>
                  </a:lnTo>
                  <a:lnTo>
                    <a:pt x="929960" y="1577572"/>
                  </a:lnTo>
                  <a:lnTo>
                    <a:pt x="931881" y="1577572"/>
                  </a:lnTo>
                  <a:lnTo>
                    <a:pt x="933802" y="1577572"/>
                  </a:lnTo>
                  <a:lnTo>
                    <a:pt x="935724" y="1577572"/>
                  </a:lnTo>
                  <a:lnTo>
                    <a:pt x="937645" y="1577572"/>
                  </a:lnTo>
                  <a:lnTo>
                    <a:pt x="939567" y="1577572"/>
                  </a:lnTo>
                  <a:lnTo>
                    <a:pt x="941488" y="1577572"/>
                  </a:lnTo>
                  <a:lnTo>
                    <a:pt x="943410" y="1577572"/>
                  </a:lnTo>
                  <a:lnTo>
                    <a:pt x="945331" y="1577572"/>
                  </a:lnTo>
                  <a:lnTo>
                    <a:pt x="947252" y="1577572"/>
                  </a:lnTo>
                  <a:lnTo>
                    <a:pt x="949174" y="1577572"/>
                  </a:lnTo>
                  <a:lnTo>
                    <a:pt x="951095" y="1577572"/>
                  </a:lnTo>
                  <a:lnTo>
                    <a:pt x="953017" y="1577571"/>
                  </a:lnTo>
                  <a:lnTo>
                    <a:pt x="954938" y="1577566"/>
                  </a:lnTo>
                  <a:lnTo>
                    <a:pt x="956859" y="1577553"/>
                  </a:lnTo>
                  <a:lnTo>
                    <a:pt x="958781" y="1577517"/>
                  </a:lnTo>
                  <a:lnTo>
                    <a:pt x="960702" y="1577434"/>
                  </a:lnTo>
                  <a:lnTo>
                    <a:pt x="962624" y="1577270"/>
                  </a:lnTo>
                  <a:lnTo>
                    <a:pt x="964545" y="1576988"/>
                  </a:lnTo>
                  <a:lnTo>
                    <a:pt x="966466" y="1576573"/>
                  </a:lnTo>
                  <a:lnTo>
                    <a:pt x="968388" y="1576060"/>
                  </a:lnTo>
                  <a:lnTo>
                    <a:pt x="970309" y="1575542"/>
                  </a:lnTo>
                  <a:lnTo>
                    <a:pt x="972231" y="1575151"/>
                  </a:lnTo>
                  <a:lnTo>
                    <a:pt x="974152" y="1575008"/>
                  </a:lnTo>
                  <a:lnTo>
                    <a:pt x="976073" y="1575160"/>
                  </a:lnTo>
                  <a:lnTo>
                    <a:pt x="977995" y="1575557"/>
                  </a:lnTo>
                  <a:lnTo>
                    <a:pt x="979916" y="1576080"/>
                  </a:lnTo>
                  <a:lnTo>
                    <a:pt x="981838" y="1576593"/>
                  </a:lnTo>
                  <a:lnTo>
                    <a:pt x="981838" y="1577572"/>
                  </a:lnTo>
                  <a:lnTo>
                    <a:pt x="979916" y="1577572"/>
                  </a:lnTo>
                  <a:lnTo>
                    <a:pt x="977995" y="1577572"/>
                  </a:lnTo>
                  <a:lnTo>
                    <a:pt x="976073" y="1577572"/>
                  </a:lnTo>
                  <a:lnTo>
                    <a:pt x="974152" y="1577572"/>
                  </a:lnTo>
                  <a:lnTo>
                    <a:pt x="972231" y="1577572"/>
                  </a:lnTo>
                  <a:lnTo>
                    <a:pt x="970309" y="1577572"/>
                  </a:lnTo>
                  <a:lnTo>
                    <a:pt x="968388" y="1577572"/>
                  </a:lnTo>
                  <a:lnTo>
                    <a:pt x="966466" y="1577572"/>
                  </a:lnTo>
                  <a:lnTo>
                    <a:pt x="964545" y="1577572"/>
                  </a:lnTo>
                  <a:lnTo>
                    <a:pt x="962624" y="1577572"/>
                  </a:lnTo>
                  <a:lnTo>
                    <a:pt x="960702" y="1577572"/>
                  </a:lnTo>
                  <a:lnTo>
                    <a:pt x="958781" y="1577572"/>
                  </a:lnTo>
                  <a:lnTo>
                    <a:pt x="956859" y="1577572"/>
                  </a:lnTo>
                  <a:lnTo>
                    <a:pt x="954938" y="1577572"/>
                  </a:lnTo>
                  <a:lnTo>
                    <a:pt x="953017" y="1577572"/>
                  </a:lnTo>
                  <a:lnTo>
                    <a:pt x="951095" y="1577572"/>
                  </a:lnTo>
                  <a:lnTo>
                    <a:pt x="949174" y="1577572"/>
                  </a:lnTo>
                  <a:lnTo>
                    <a:pt x="947252" y="1577572"/>
                  </a:lnTo>
                  <a:lnTo>
                    <a:pt x="945331" y="1577572"/>
                  </a:lnTo>
                  <a:lnTo>
                    <a:pt x="943410" y="1577572"/>
                  </a:lnTo>
                  <a:lnTo>
                    <a:pt x="941488" y="1577572"/>
                  </a:lnTo>
                  <a:lnTo>
                    <a:pt x="939567" y="1577572"/>
                  </a:lnTo>
                  <a:lnTo>
                    <a:pt x="937645" y="1577572"/>
                  </a:lnTo>
                  <a:lnTo>
                    <a:pt x="935724" y="1577572"/>
                  </a:lnTo>
                  <a:lnTo>
                    <a:pt x="933802" y="1577572"/>
                  </a:lnTo>
                  <a:lnTo>
                    <a:pt x="931881" y="1577572"/>
                  </a:lnTo>
                  <a:lnTo>
                    <a:pt x="929960" y="1577572"/>
                  </a:lnTo>
                  <a:lnTo>
                    <a:pt x="928038" y="1577572"/>
                  </a:lnTo>
                  <a:lnTo>
                    <a:pt x="926117" y="1577572"/>
                  </a:lnTo>
                  <a:lnTo>
                    <a:pt x="924195" y="1577572"/>
                  </a:lnTo>
                  <a:lnTo>
                    <a:pt x="922274" y="1577572"/>
                  </a:lnTo>
                  <a:lnTo>
                    <a:pt x="920353" y="1577572"/>
                  </a:lnTo>
                  <a:lnTo>
                    <a:pt x="918431" y="1577572"/>
                  </a:lnTo>
                  <a:lnTo>
                    <a:pt x="916510" y="1577572"/>
                  </a:lnTo>
                  <a:lnTo>
                    <a:pt x="914588" y="1577572"/>
                  </a:lnTo>
                  <a:lnTo>
                    <a:pt x="912667" y="1577572"/>
                  </a:lnTo>
                  <a:lnTo>
                    <a:pt x="910746" y="1577572"/>
                  </a:lnTo>
                  <a:lnTo>
                    <a:pt x="908824" y="1577572"/>
                  </a:lnTo>
                  <a:lnTo>
                    <a:pt x="906903" y="1577572"/>
                  </a:lnTo>
                  <a:lnTo>
                    <a:pt x="904981" y="1577572"/>
                  </a:lnTo>
                  <a:lnTo>
                    <a:pt x="903060" y="1577572"/>
                  </a:lnTo>
                  <a:lnTo>
                    <a:pt x="901139" y="1577572"/>
                  </a:lnTo>
                  <a:lnTo>
                    <a:pt x="899217" y="1577572"/>
                  </a:lnTo>
                  <a:lnTo>
                    <a:pt x="897296" y="1577572"/>
                  </a:lnTo>
                  <a:lnTo>
                    <a:pt x="895374" y="1577572"/>
                  </a:lnTo>
                  <a:lnTo>
                    <a:pt x="893453" y="1577572"/>
                  </a:lnTo>
                  <a:lnTo>
                    <a:pt x="891532" y="1577572"/>
                  </a:lnTo>
                  <a:lnTo>
                    <a:pt x="889610" y="1577572"/>
                  </a:lnTo>
                  <a:lnTo>
                    <a:pt x="887689" y="1577572"/>
                  </a:lnTo>
                  <a:lnTo>
                    <a:pt x="885767" y="1577572"/>
                  </a:lnTo>
                  <a:lnTo>
                    <a:pt x="883846" y="1577572"/>
                  </a:lnTo>
                  <a:lnTo>
                    <a:pt x="881925" y="1577572"/>
                  </a:lnTo>
                  <a:lnTo>
                    <a:pt x="880003" y="1577572"/>
                  </a:lnTo>
                  <a:lnTo>
                    <a:pt x="878082" y="1577572"/>
                  </a:lnTo>
                  <a:lnTo>
                    <a:pt x="876160" y="1577572"/>
                  </a:lnTo>
                  <a:lnTo>
                    <a:pt x="874239" y="1577572"/>
                  </a:lnTo>
                  <a:lnTo>
                    <a:pt x="872318" y="1577572"/>
                  </a:lnTo>
                  <a:lnTo>
                    <a:pt x="870396" y="1577572"/>
                  </a:lnTo>
                  <a:lnTo>
                    <a:pt x="868475" y="1577572"/>
                  </a:lnTo>
                  <a:lnTo>
                    <a:pt x="866553" y="1577572"/>
                  </a:lnTo>
                  <a:lnTo>
                    <a:pt x="864632" y="1577572"/>
                  </a:lnTo>
                  <a:lnTo>
                    <a:pt x="862710" y="1577572"/>
                  </a:lnTo>
                  <a:lnTo>
                    <a:pt x="860789" y="1577572"/>
                  </a:lnTo>
                  <a:lnTo>
                    <a:pt x="858868" y="1577572"/>
                  </a:lnTo>
                  <a:lnTo>
                    <a:pt x="856946" y="1577572"/>
                  </a:lnTo>
                  <a:lnTo>
                    <a:pt x="855025" y="1577572"/>
                  </a:lnTo>
                  <a:lnTo>
                    <a:pt x="853103" y="1577572"/>
                  </a:lnTo>
                  <a:lnTo>
                    <a:pt x="851182" y="1577572"/>
                  </a:lnTo>
                  <a:lnTo>
                    <a:pt x="849261" y="1577572"/>
                  </a:lnTo>
                  <a:lnTo>
                    <a:pt x="847339" y="1577572"/>
                  </a:lnTo>
                  <a:lnTo>
                    <a:pt x="845418" y="1577572"/>
                  </a:lnTo>
                  <a:lnTo>
                    <a:pt x="843496" y="1577572"/>
                  </a:lnTo>
                  <a:lnTo>
                    <a:pt x="841575" y="1577572"/>
                  </a:lnTo>
                  <a:lnTo>
                    <a:pt x="839654" y="1577572"/>
                  </a:lnTo>
                  <a:lnTo>
                    <a:pt x="837732" y="1577572"/>
                  </a:lnTo>
                  <a:lnTo>
                    <a:pt x="835811" y="1577572"/>
                  </a:lnTo>
                  <a:lnTo>
                    <a:pt x="833889" y="1577572"/>
                  </a:lnTo>
                  <a:lnTo>
                    <a:pt x="831968" y="1577572"/>
                  </a:lnTo>
                  <a:lnTo>
                    <a:pt x="830047" y="1577572"/>
                  </a:lnTo>
                  <a:lnTo>
                    <a:pt x="828125" y="1577572"/>
                  </a:lnTo>
                  <a:lnTo>
                    <a:pt x="826204" y="1577572"/>
                  </a:lnTo>
                  <a:lnTo>
                    <a:pt x="824282" y="1577572"/>
                  </a:lnTo>
                  <a:lnTo>
                    <a:pt x="822361" y="1577572"/>
                  </a:lnTo>
                  <a:lnTo>
                    <a:pt x="820440" y="1577572"/>
                  </a:lnTo>
                  <a:lnTo>
                    <a:pt x="818518" y="1577572"/>
                  </a:lnTo>
                  <a:lnTo>
                    <a:pt x="816597" y="1577572"/>
                  </a:lnTo>
                  <a:lnTo>
                    <a:pt x="814675" y="1577572"/>
                  </a:lnTo>
                  <a:lnTo>
                    <a:pt x="812754" y="1577572"/>
                  </a:lnTo>
                  <a:lnTo>
                    <a:pt x="810833" y="1577572"/>
                  </a:lnTo>
                  <a:lnTo>
                    <a:pt x="808911" y="1577572"/>
                  </a:lnTo>
                  <a:lnTo>
                    <a:pt x="806990" y="1577572"/>
                  </a:lnTo>
                  <a:lnTo>
                    <a:pt x="805068" y="1577572"/>
                  </a:lnTo>
                  <a:lnTo>
                    <a:pt x="803147" y="1577572"/>
                  </a:lnTo>
                  <a:lnTo>
                    <a:pt x="801226" y="1577572"/>
                  </a:lnTo>
                  <a:lnTo>
                    <a:pt x="799304" y="1577572"/>
                  </a:lnTo>
                  <a:lnTo>
                    <a:pt x="797383" y="1577572"/>
                  </a:lnTo>
                  <a:lnTo>
                    <a:pt x="795461" y="1577572"/>
                  </a:lnTo>
                  <a:lnTo>
                    <a:pt x="793540" y="1577572"/>
                  </a:lnTo>
                  <a:lnTo>
                    <a:pt x="791618" y="1577572"/>
                  </a:lnTo>
                  <a:lnTo>
                    <a:pt x="789697" y="1577572"/>
                  </a:lnTo>
                  <a:lnTo>
                    <a:pt x="787776" y="1577572"/>
                  </a:lnTo>
                  <a:lnTo>
                    <a:pt x="785854" y="1577572"/>
                  </a:lnTo>
                  <a:lnTo>
                    <a:pt x="783933" y="1577572"/>
                  </a:lnTo>
                  <a:lnTo>
                    <a:pt x="782011" y="1577572"/>
                  </a:lnTo>
                  <a:lnTo>
                    <a:pt x="780090" y="1577572"/>
                  </a:lnTo>
                  <a:lnTo>
                    <a:pt x="778169" y="1577572"/>
                  </a:lnTo>
                  <a:lnTo>
                    <a:pt x="776247" y="1577572"/>
                  </a:lnTo>
                  <a:lnTo>
                    <a:pt x="774326" y="1577572"/>
                  </a:lnTo>
                  <a:lnTo>
                    <a:pt x="772404" y="1577572"/>
                  </a:lnTo>
                  <a:lnTo>
                    <a:pt x="770483" y="1577572"/>
                  </a:lnTo>
                  <a:lnTo>
                    <a:pt x="768562" y="1577572"/>
                  </a:lnTo>
                  <a:lnTo>
                    <a:pt x="766640" y="1577572"/>
                  </a:lnTo>
                  <a:lnTo>
                    <a:pt x="764719" y="1577572"/>
                  </a:lnTo>
                  <a:lnTo>
                    <a:pt x="762797" y="1577572"/>
                  </a:lnTo>
                  <a:lnTo>
                    <a:pt x="760876" y="1577572"/>
                  </a:lnTo>
                  <a:lnTo>
                    <a:pt x="758955" y="1577572"/>
                  </a:lnTo>
                  <a:lnTo>
                    <a:pt x="757033" y="1577572"/>
                  </a:lnTo>
                  <a:lnTo>
                    <a:pt x="755112" y="1577572"/>
                  </a:lnTo>
                  <a:lnTo>
                    <a:pt x="753190" y="1577572"/>
                  </a:lnTo>
                  <a:lnTo>
                    <a:pt x="751269" y="1577572"/>
                  </a:lnTo>
                  <a:lnTo>
                    <a:pt x="749348" y="1577572"/>
                  </a:lnTo>
                  <a:lnTo>
                    <a:pt x="747426" y="1577572"/>
                  </a:lnTo>
                  <a:lnTo>
                    <a:pt x="745505" y="1577572"/>
                  </a:lnTo>
                  <a:lnTo>
                    <a:pt x="743583" y="1577572"/>
                  </a:lnTo>
                  <a:lnTo>
                    <a:pt x="741662" y="1577572"/>
                  </a:lnTo>
                  <a:lnTo>
                    <a:pt x="739741" y="1577572"/>
                  </a:lnTo>
                  <a:lnTo>
                    <a:pt x="737819" y="1577572"/>
                  </a:lnTo>
                  <a:lnTo>
                    <a:pt x="735898" y="1577572"/>
                  </a:lnTo>
                  <a:lnTo>
                    <a:pt x="733976" y="1577572"/>
                  </a:lnTo>
                  <a:lnTo>
                    <a:pt x="732055" y="1577572"/>
                  </a:lnTo>
                  <a:lnTo>
                    <a:pt x="730134" y="1577572"/>
                  </a:lnTo>
                  <a:lnTo>
                    <a:pt x="728212" y="1577572"/>
                  </a:lnTo>
                  <a:lnTo>
                    <a:pt x="726291" y="1577572"/>
                  </a:lnTo>
                  <a:lnTo>
                    <a:pt x="724369" y="1577572"/>
                  </a:lnTo>
                  <a:lnTo>
                    <a:pt x="722448" y="1577572"/>
                  </a:lnTo>
                  <a:lnTo>
                    <a:pt x="720526" y="1577572"/>
                  </a:lnTo>
                  <a:lnTo>
                    <a:pt x="718605" y="1577572"/>
                  </a:lnTo>
                  <a:lnTo>
                    <a:pt x="716684" y="1577572"/>
                  </a:lnTo>
                  <a:lnTo>
                    <a:pt x="714762" y="1577572"/>
                  </a:lnTo>
                  <a:lnTo>
                    <a:pt x="712841" y="1577572"/>
                  </a:lnTo>
                  <a:lnTo>
                    <a:pt x="710919" y="1577572"/>
                  </a:lnTo>
                  <a:lnTo>
                    <a:pt x="708998" y="1577572"/>
                  </a:lnTo>
                  <a:lnTo>
                    <a:pt x="707077" y="1577572"/>
                  </a:lnTo>
                  <a:lnTo>
                    <a:pt x="705155" y="1577572"/>
                  </a:lnTo>
                  <a:lnTo>
                    <a:pt x="703234" y="1577572"/>
                  </a:lnTo>
                  <a:lnTo>
                    <a:pt x="701312" y="1577572"/>
                  </a:lnTo>
                  <a:lnTo>
                    <a:pt x="699391" y="1577572"/>
                  </a:lnTo>
                  <a:lnTo>
                    <a:pt x="697470" y="1577572"/>
                  </a:lnTo>
                  <a:lnTo>
                    <a:pt x="695548" y="1577572"/>
                  </a:lnTo>
                  <a:lnTo>
                    <a:pt x="693627" y="1577572"/>
                  </a:lnTo>
                  <a:lnTo>
                    <a:pt x="691705" y="1577572"/>
                  </a:lnTo>
                  <a:lnTo>
                    <a:pt x="689784" y="1577572"/>
                  </a:lnTo>
                  <a:lnTo>
                    <a:pt x="687863" y="1577572"/>
                  </a:lnTo>
                  <a:lnTo>
                    <a:pt x="685941" y="1577572"/>
                  </a:lnTo>
                  <a:lnTo>
                    <a:pt x="684020" y="1577572"/>
                  </a:lnTo>
                  <a:lnTo>
                    <a:pt x="682098" y="1577572"/>
                  </a:lnTo>
                  <a:lnTo>
                    <a:pt x="680177" y="1577572"/>
                  </a:lnTo>
                  <a:lnTo>
                    <a:pt x="678256" y="1577572"/>
                  </a:lnTo>
                  <a:lnTo>
                    <a:pt x="676334" y="1577572"/>
                  </a:lnTo>
                  <a:lnTo>
                    <a:pt x="674413" y="1577572"/>
                  </a:lnTo>
                  <a:lnTo>
                    <a:pt x="672491" y="1577572"/>
                  </a:lnTo>
                  <a:lnTo>
                    <a:pt x="670570" y="1577572"/>
                  </a:lnTo>
                  <a:lnTo>
                    <a:pt x="668649" y="1577572"/>
                  </a:lnTo>
                  <a:lnTo>
                    <a:pt x="666727" y="1577572"/>
                  </a:lnTo>
                  <a:lnTo>
                    <a:pt x="664806" y="1577572"/>
                  </a:lnTo>
                  <a:lnTo>
                    <a:pt x="662884" y="1577572"/>
                  </a:lnTo>
                  <a:lnTo>
                    <a:pt x="660963" y="1577572"/>
                  </a:lnTo>
                  <a:lnTo>
                    <a:pt x="659042" y="1577572"/>
                  </a:lnTo>
                  <a:lnTo>
                    <a:pt x="657120" y="1577572"/>
                  </a:lnTo>
                  <a:lnTo>
                    <a:pt x="655199" y="1577572"/>
                  </a:lnTo>
                  <a:lnTo>
                    <a:pt x="653277" y="1577572"/>
                  </a:lnTo>
                  <a:lnTo>
                    <a:pt x="651356" y="1577572"/>
                  </a:lnTo>
                  <a:lnTo>
                    <a:pt x="649434" y="1577572"/>
                  </a:lnTo>
                  <a:lnTo>
                    <a:pt x="647513" y="1577572"/>
                  </a:lnTo>
                  <a:lnTo>
                    <a:pt x="645592" y="1577572"/>
                  </a:lnTo>
                  <a:lnTo>
                    <a:pt x="643670" y="1577572"/>
                  </a:lnTo>
                  <a:lnTo>
                    <a:pt x="641749" y="1577572"/>
                  </a:lnTo>
                  <a:lnTo>
                    <a:pt x="639827" y="1577572"/>
                  </a:lnTo>
                  <a:lnTo>
                    <a:pt x="637906" y="1577572"/>
                  </a:lnTo>
                  <a:lnTo>
                    <a:pt x="635985" y="1577572"/>
                  </a:lnTo>
                  <a:lnTo>
                    <a:pt x="634063" y="1577572"/>
                  </a:lnTo>
                  <a:lnTo>
                    <a:pt x="632142" y="1577572"/>
                  </a:lnTo>
                  <a:lnTo>
                    <a:pt x="630220" y="1577572"/>
                  </a:lnTo>
                  <a:lnTo>
                    <a:pt x="628299" y="1577572"/>
                  </a:lnTo>
                  <a:lnTo>
                    <a:pt x="626378" y="1577572"/>
                  </a:lnTo>
                  <a:lnTo>
                    <a:pt x="624456" y="1577572"/>
                  </a:lnTo>
                  <a:lnTo>
                    <a:pt x="622535" y="1577572"/>
                  </a:lnTo>
                  <a:lnTo>
                    <a:pt x="620613" y="1577572"/>
                  </a:lnTo>
                  <a:lnTo>
                    <a:pt x="618692" y="1577572"/>
                  </a:lnTo>
                  <a:lnTo>
                    <a:pt x="616771" y="1577572"/>
                  </a:lnTo>
                  <a:lnTo>
                    <a:pt x="614849" y="1577572"/>
                  </a:lnTo>
                  <a:lnTo>
                    <a:pt x="612928" y="1577572"/>
                  </a:lnTo>
                  <a:lnTo>
                    <a:pt x="611006" y="1577572"/>
                  </a:lnTo>
                  <a:lnTo>
                    <a:pt x="609085" y="1577572"/>
                  </a:lnTo>
                  <a:lnTo>
                    <a:pt x="607164" y="1577572"/>
                  </a:lnTo>
                  <a:lnTo>
                    <a:pt x="605242" y="1577572"/>
                  </a:lnTo>
                  <a:lnTo>
                    <a:pt x="603321" y="1577572"/>
                  </a:lnTo>
                  <a:lnTo>
                    <a:pt x="601399" y="1577572"/>
                  </a:lnTo>
                  <a:lnTo>
                    <a:pt x="599478" y="1577572"/>
                  </a:lnTo>
                  <a:lnTo>
                    <a:pt x="597557" y="1577572"/>
                  </a:lnTo>
                  <a:lnTo>
                    <a:pt x="595635" y="1577572"/>
                  </a:lnTo>
                  <a:lnTo>
                    <a:pt x="593714" y="1577572"/>
                  </a:lnTo>
                  <a:lnTo>
                    <a:pt x="591792" y="1577572"/>
                  </a:lnTo>
                  <a:lnTo>
                    <a:pt x="589871" y="1577572"/>
                  </a:lnTo>
                  <a:lnTo>
                    <a:pt x="587950" y="1577572"/>
                  </a:lnTo>
                  <a:lnTo>
                    <a:pt x="586028" y="1577572"/>
                  </a:lnTo>
                  <a:lnTo>
                    <a:pt x="584107" y="1577572"/>
                  </a:lnTo>
                  <a:lnTo>
                    <a:pt x="582185" y="1577572"/>
                  </a:lnTo>
                  <a:lnTo>
                    <a:pt x="580264" y="1577572"/>
                  </a:lnTo>
                  <a:lnTo>
                    <a:pt x="578342" y="1577572"/>
                  </a:lnTo>
                  <a:lnTo>
                    <a:pt x="576421" y="1577572"/>
                  </a:lnTo>
                  <a:lnTo>
                    <a:pt x="574500" y="1577572"/>
                  </a:lnTo>
                  <a:lnTo>
                    <a:pt x="572578" y="1577572"/>
                  </a:lnTo>
                  <a:lnTo>
                    <a:pt x="570657" y="1577572"/>
                  </a:lnTo>
                  <a:lnTo>
                    <a:pt x="568735" y="1577572"/>
                  </a:lnTo>
                  <a:lnTo>
                    <a:pt x="566814" y="1577572"/>
                  </a:lnTo>
                  <a:lnTo>
                    <a:pt x="564893" y="1577572"/>
                  </a:lnTo>
                  <a:lnTo>
                    <a:pt x="562971" y="1577572"/>
                  </a:lnTo>
                  <a:lnTo>
                    <a:pt x="561050" y="1577572"/>
                  </a:lnTo>
                  <a:lnTo>
                    <a:pt x="559128" y="1577572"/>
                  </a:lnTo>
                  <a:lnTo>
                    <a:pt x="557207" y="1577572"/>
                  </a:lnTo>
                  <a:lnTo>
                    <a:pt x="555286" y="1577572"/>
                  </a:lnTo>
                  <a:lnTo>
                    <a:pt x="553364" y="1577572"/>
                  </a:lnTo>
                  <a:lnTo>
                    <a:pt x="551443" y="1577572"/>
                  </a:lnTo>
                  <a:lnTo>
                    <a:pt x="549521" y="1577572"/>
                  </a:lnTo>
                  <a:lnTo>
                    <a:pt x="547600" y="1577572"/>
                  </a:lnTo>
                  <a:lnTo>
                    <a:pt x="545679" y="1577572"/>
                  </a:lnTo>
                  <a:lnTo>
                    <a:pt x="543757" y="1577572"/>
                  </a:lnTo>
                  <a:lnTo>
                    <a:pt x="541836" y="1577572"/>
                  </a:lnTo>
                  <a:lnTo>
                    <a:pt x="539914" y="1577572"/>
                  </a:lnTo>
                  <a:lnTo>
                    <a:pt x="537993" y="1577572"/>
                  </a:lnTo>
                  <a:lnTo>
                    <a:pt x="536072" y="1577572"/>
                  </a:lnTo>
                  <a:lnTo>
                    <a:pt x="534150" y="1577572"/>
                  </a:lnTo>
                  <a:lnTo>
                    <a:pt x="532229" y="1577572"/>
                  </a:lnTo>
                  <a:lnTo>
                    <a:pt x="530307" y="1577572"/>
                  </a:lnTo>
                  <a:lnTo>
                    <a:pt x="528386" y="1577572"/>
                  </a:lnTo>
                  <a:lnTo>
                    <a:pt x="526465" y="1577572"/>
                  </a:lnTo>
                  <a:lnTo>
                    <a:pt x="524543" y="1577572"/>
                  </a:lnTo>
                  <a:lnTo>
                    <a:pt x="522622" y="1577572"/>
                  </a:lnTo>
                  <a:lnTo>
                    <a:pt x="520700" y="1577572"/>
                  </a:lnTo>
                  <a:lnTo>
                    <a:pt x="518779" y="1577572"/>
                  </a:lnTo>
                  <a:lnTo>
                    <a:pt x="516858" y="1577572"/>
                  </a:lnTo>
                  <a:lnTo>
                    <a:pt x="514936" y="1577572"/>
                  </a:lnTo>
                  <a:lnTo>
                    <a:pt x="513015" y="1577572"/>
                  </a:lnTo>
                  <a:lnTo>
                    <a:pt x="511093" y="1577572"/>
                  </a:lnTo>
                  <a:lnTo>
                    <a:pt x="509172" y="1577572"/>
                  </a:lnTo>
                  <a:lnTo>
                    <a:pt x="507250" y="1577572"/>
                  </a:lnTo>
                  <a:lnTo>
                    <a:pt x="505329" y="1577572"/>
                  </a:lnTo>
                  <a:lnTo>
                    <a:pt x="503408" y="1577572"/>
                  </a:lnTo>
                  <a:lnTo>
                    <a:pt x="501486" y="1577572"/>
                  </a:lnTo>
                  <a:lnTo>
                    <a:pt x="499565" y="1577572"/>
                  </a:lnTo>
                  <a:lnTo>
                    <a:pt x="497643" y="1577572"/>
                  </a:lnTo>
                  <a:lnTo>
                    <a:pt x="495722" y="1577572"/>
                  </a:lnTo>
                  <a:lnTo>
                    <a:pt x="493801" y="1577572"/>
                  </a:lnTo>
                  <a:lnTo>
                    <a:pt x="491879" y="1577572"/>
                  </a:lnTo>
                  <a:lnTo>
                    <a:pt x="489958" y="1577572"/>
                  </a:lnTo>
                  <a:lnTo>
                    <a:pt x="488036" y="1577572"/>
                  </a:lnTo>
                  <a:lnTo>
                    <a:pt x="486115" y="1577572"/>
                  </a:lnTo>
                  <a:lnTo>
                    <a:pt x="484194" y="1577572"/>
                  </a:lnTo>
                  <a:lnTo>
                    <a:pt x="482272" y="1577572"/>
                  </a:lnTo>
                  <a:lnTo>
                    <a:pt x="480351" y="1577572"/>
                  </a:lnTo>
                  <a:lnTo>
                    <a:pt x="478429" y="1577572"/>
                  </a:lnTo>
                  <a:lnTo>
                    <a:pt x="476508" y="1577572"/>
                  </a:lnTo>
                  <a:lnTo>
                    <a:pt x="474587" y="1577572"/>
                  </a:lnTo>
                  <a:lnTo>
                    <a:pt x="472665" y="1577572"/>
                  </a:lnTo>
                  <a:lnTo>
                    <a:pt x="470744" y="1577572"/>
                  </a:lnTo>
                  <a:lnTo>
                    <a:pt x="468822" y="1577572"/>
                  </a:lnTo>
                  <a:lnTo>
                    <a:pt x="466901" y="1577572"/>
                  </a:lnTo>
                  <a:lnTo>
                    <a:pt x="464980" y="1577572"/>
                  </a:lnTo>
                  <a:lnTo>
                    <a:pt x="463058" y="1577572"/>
                  </a:lnTo>
                  <a:lnTo>
                    <a:pt x="461137" y="1577572"/>
                  </a:lnTo>
                  <a:lnTo>
                    <a:pt x="459215" y="1577572"/>
                  </a:lnTo>
                  <a:lnTo>
                    <a:pt x="457294" y="1577572"/>
                  </a:lnTo>
                  <a:lnTo>
                    <a:pt x="455373" y="1577572"/>
                  </a:lnTo>
                  <a:lnTo>
                    <a:pt x="453451" y="1577572"/>
                  </a:lnTo>
                  <a:lnTo>
                    <a:pt x="451530" y="1577572"/>
                  </a:lnTo>
                  <a:lnTo>
                    <a:pt x="449608" y="1577572"/>
                  </a:lnTo>
                  <a:lnTo>
                    <a:pt x="447687" y="1577572"/>
                  </a:lnTo>
                  <a:lnTo>
                    <a:pt x="445766" y="1577572"/>
                  </a:lnTo>
                  <a:lnTo>
                    <a:pt x="443844" y="1577572"/>
                  </a:lnTo>
                  <a:lnTo>
                    <a:pt x="441923" y="1577572"/>
                  </a:lnTo>
                  <a:lnTo>
                    <a:pt x="440001" y="1577572"/>
                  </a:lnTo>
                  <a:lnTo>
                    <a:pt x="438080" y="1577572"/>
                  </a:lnTo>
                  <a:lnTo>
                    <a:pt x="436159" y="1577572"/>
                  </a:lnTo>
                  <a:lnTo>
                    <a:pt x="434237" y="1577572"/>
                  </a:lnTo>
                  <a:lnTo>
                    <a:pt x="432316" y="1577572"/>
                  </a:lnTo>
                  <a:lnTo>
                    <a:pt x="430394" y="1577572"/>
                  </a:lnTo>
                  <a:lnTo>
                    <a:pt x="428473" y="1577572"/>
                  </a:lnTo>
                  <a:lnTo>
                    <a:pt x="426551" y="1577572"/>
                  </a:lnTo>
                  <a:lnTo>
                    <a:pt x="424630" y="1577572"/>
                  </a:lnTo>
                  <a:lnTo>
                    <a:pt x="422709" y="1577572"/>
                  </a:lnTo>
                  <a:lnTo>
                    <a:pt x="420787" y="1577572"/>
                  </a:lnTo>
                  <a:lnTo>
                    <a:pt x="418866" y="1577572"/>
                  </a:lnTo>
                  <a:lnTo>
                    <a:pt x="416944" y="1577572"/>
                  </a:lnTo>
                  <a:lnTo>
                    <a:pt x="415023" y="1577572"/>
                  </a:lnTo>
                  <a:lnTo>
                    <a:pt x="413102" y="1577572"/>
                  </a:lnTo>
                  <a:lnTo>
                    <a:pt x="411180" y="1577572"/>
                  </a:lnTo>
                  <a:lnTo>
                    <a:pt x="409259" y="1577572"/>
                  </a:lnTo>
                  <a:lnTo>
                    <a:pt x="407337" y="1577572"/>
                  </a:lnTo>
                  <a:lnTo>
                    <a:pt x="405416" y="1577572"/>
                  </a:lnTo>
                  <a:lnTo>
                    <a:pt x="403495" y="1577572"/>
                  </a:lnTo>
                  <a:lnTo>
                    <a:pt x="401573" y="1577572"/>
                  </a:lnTo>
                  <a:lnTo>
                    <a:pt x="399652" y="1577572"/>
                  </a:lnTo>
                  <a:lnTo>
                    <a:pt x="397730" y="1577572"/>
                  </a:lnTo>
                  <a:lnTo>
                    <a:pt x="395809" y="1577572"/>
                  </a:lnTo>
                  <a:lnTo>
                    <a:pt x="393888" y="1577572"/>
                  </a:lnTo>
                  <a:lnTo>
                    <a:pt x="391966" y="1577572"/>
                  </a:lnTo>
                  <a:lnTo>
                    <a:pt x="390045" y="1577572"/>
                  </a:lnTo>
                  <a:lnTo>
                    <a:pt x="388123" y="1577572"/>
                  </a:lnTo>
                  <a:lnTo>
                    <a:pt x="386202" y="1577572"/>
                  </a:lnTo>
                  <a:lnTo>
                    <a:pt x="384281" y="1577572"/>
                  </a:lnTo>
                  <a:lnTo>
                    <a:pt x="382359" y="1577572"/>
                  </a:lnTo>
                  <a:lnTo>
                    <a:pt x="380438" y="1577572"/>
                  </a:lnTo>
                  <a:lnTo>
                    <a:pt x="378516" y="1577572"/>
                  </a:lnTo>
                  <a:lnTo>
                    <a:pt x="376595" y="1577572"/>
                  </a:lnTo>
                  <a:lnTo>
                    <a:pt x="374674" y="1577572"/>
                  </a:lnTo>
                  <a:lnTo>
                    <a:pt x="372752" y="1577572"/>
                  </a:lnTo>
                  <a:lnTo>
                    <a:pt x="370831" y="1577572"/>
                  </a:lnTo>
                  <a:lnTo>
                    <a:pt x="368909" y="1577572"/>
                  </a:lnTo>
                  <a:lnTo>
                    <a:pt x="366988" y="1577572"/>
                  </a:lnTo>
                  <a:lnTo>
                    <a:pt x="365067" y="1577572"/>
                  </a:lnTo>
                  <a:lnTo>
                    <a:pt x="363145" y="1577572"/>
                  </a:lnTo>
                  <a:lnTo>
                    <a:pt x="361224" y="1577572"/>
                  </a:lnTo>
                  <a:lnTo>
                    <a:pt x="359302" y="1577572"/>
                  </a:lnTo>
                  <a:lnTo>
                    <a:pt x="357381" y="1577572"/>
                  </a:lnTo>
                  <a:lnTo>
                    <a:pt x="355459" y="1577572"/>
                  </a:lnTo>
                  <a:lnTo>
                    <a:pt x="353538" y="1577572"/>
                  </a:lnTo>
                  <a:lnTo>
                    <a:pt x="351617" y="1577572"/>
                  </a:lnTo>
                  <a:lnTo>
                    <a:pt x="349695" y="1577572"/>
                  </a:lnTo>
                  <a:lnTo>
                    <a:pt x="347774" y="1577572"/>
                  </a:lnTo>
                  <a:lnTo>
                    <a:pt x="345852" y="1577572"/>
                  </a:lnTo>
                  <a:lnTo>
                    <a:pt x="343931" y="1577572"/>
                  </a:lnTo>
                  <a:lnTo>
                    <a:pt x="342010" y="1577572"/>
                  </a:lnTo>
                  <a:lnTo>
                    <a:pt x="340088" y="1577572"/>
                  </a:lnTo>
                  <a:lnTo>
                    <a:pt x="338167" y="1577572"/>
                  </a:lnTo>
                  <a:lnTo>
                    <a:pt x="336245" y="1577572"/>
                  </a:lnTo>
                  <a:lnTo>
                    <a:pt x="334324" y="1577572"/>
                  </a:lnTo>
                  <a:lnTo>
                    <a:pt x="332403" y="1577572"/>
                  </a:lnTo>
                  <a:lnTo>
                    <a:pt x="330481" y="1577572"/>
                  </a:lnTo>
                  <a:lnTo>
                    <a:pt x="328560" y="1577572"/>
                  </a:lnTo>
                  <a:lnTo>
                    <a:pt x="326638" y="1577572"/>
                  </a:lnTo>
                  <a:lnTo>
                    <a:pt x="324717" y="1577572"/>
                  </a:lnTo>
                  <a:lnTo>
                    <a:pt x="322796" y="1577572"/>
                  </a:lnTo>
                  <a:lnTo>
                    <a:pt x="320874" y="1577572"/>
                  </a:lnTo>
                  <a:lnTo>
                    <a:pt x="318953" y="1577572"/>
                  </a:lnTo>
                  <a:lnTo>
                    <a:pt x="317031" y="1577572"/>
                  </a:lnTo>
                  <a:lnTo>
                    <a:pt x="315110" y="1577572"/>
                  </a:lnTo>
                  <a:lnTo>
                    <a:pt x="313189" y="1577572"/>
                  </a:lnTo>
                  <a:lnTo>
                    <a:pt x="311267" y="1577572"/>
                  </a:lnTo>
                  <a:lnTo>
                    <a:pt x="309346" y="1577572"/>
                  </a:lnTo>
                  <a:lnTo>
                    <a:pt x="307424" y="1577572"/>
                  </a:lnTo>
                  <a:lnTo>
                    <a:pt x="305503" y="1577572"/>
                  </a:lnTo>
                  <a:lnTo>
                    <a:pt x="303582" y="1577572"/>
                  </a:lnTo>
                  <a:lnTo>
                    <a:pt x="301660" y="1577572"/>
                  </a:lnTo>
                  <a:lnTo>
                    <a:pt x="299739" y="1577572"/>
                  </a:lnTo>
                  <a:lnTo>
                    <a:pt x="297817" y="1577572"/>
                  </a:lnTo>
                  <a:lnTo>
                    <a:pt x="295896" y="1577572"/>
                  </a:lnTo>
                  <a:lnTo>
                    <a:pt x="293975" y="1577572"/>
                  </a:lnTo>
                  <a:lnTo>
                    <a:pt x="292053" y="1577572"/>
                  </a:lnTo>
                  <a:lnTo>
                    <a:pt x="290132" y="1577572"/>
                  </a:lnTo>
                  <a:lnTo>
                    <a:pt x="288210" y="1577572"/>
                  </a:lnTo>
                  <a:lnTo>
                    <a:pt x="286289" y="1577572"/>
                  </a:lnTo>
                  <a:lnTo>
                    <a:pt x="284367" y="1577572"/>
                  </a:lnTo>
                  <a:lnTo>
                    <a:pt x="282446" y="1577572"/>
                  </a:lnTo>
                  <a:lnTo>
                    <a:pt x="280525" y="1577572"/>
                  </a:lnTo>
                  <a:lnTo>
                    <a:pt x="278603" y="1577572"/>
                  </a:lnTo>
                  <a:lnTo>
                    <a:pt x="276682" y="1577572"/>
                  </a:lnTo>
                  <a:lnTo>
                    <a:pt x="274760" y="1577572"/>
                  </a:lnTo>
                  <a:lnTo>
                    <a:pt x="272839" y="1577572"/>
                  </a:lnTo>
                  <a:lnTo>
                    <a:pt x="270918" y="1577572"/>
                  </a:lnTo>
                  <a:lnTo>
                    <a:pt x="268996" y="1577572"/>
                  </a:lnTo>
                  <a:lnTo>
                    <a:pt x="267075" y="1577572"/>
                  </a:lnTo>
                  <a:lnTo>
                    <a:pt x="265153" y="1577572"/>
                  </a:lnTo>
                  <a:lnTo>
                    <a:pt x="263232" y="1577572"/>
                  </a:lnTo>
                  <a:lnTo>
                    <a:pt x="261311" y="1577572"/>
                  </a:lnTo>
                  <a:lnTo>
                    <a:pt x="259389" y="1577572"/>
                  </a:lnTo>
                  <a:lnTo>
                    <a:pt x="257468" y="1577572"/>
                  </a:lnTo>
                  <a:lnTo>
                    <a:pt x="255546" y="1577572"/>
                  </a:lnTo>
                  <a:lnTo>
                    <a:pt x="253625" y="1577572"/>
                  </a:lnTo>
                  <a:lnTo>
                    <a:pt x="251704" y="1577572"/>
                  </a:lnTo>
                  <a:lnTo>
                    <a:pt x="249782" y="1577572"/>
                  </a:lnTo>
                  <a:lnTo>
                    <a:pt x="247861" y="1577572"/>
                  </a:lnTo>
                  <a:lnTo>
                    <a:pt x="245939" y="1577572"/>
                  </a:lnTo>
                  <a:lnTo>
                    <a:pt x="244018" y="1577572"/>
                  </a:lnTo>
                  <a:lnTo>
                    <a:pt x="242097" y="1577572"/>
                  </a:lnTo>
                  <a:lnTo>
                    <a:pt x="240175" y="1577572"/>
                  </a:lnTo>
                  <a:lnTo>
                    <a:pt x="238254" y="1577572"/>
                  </a:lnTo>
                  <a:lnTo>
                    <a:pt x="236332" y="1577572"/>
                  </a:lnTo>
                  <a:lnTo>
                    <a:pt x="234411" y="1577572"/>
                  </a:lnTo>
                  <a:lnTo>
                    <a:pt x="232490" y="1577572"/>
                  </a:lnTo>
                  <a:lnTo>
                    <a:pt x="230568" y="1577572"/>
                  </a:lnTo>
                  <a:lnTo>
                    <a:pt x="228647" y="1577572"/>
                  </a:lnTo>
                  <a:lnTo>
                    <a:pt x="226725" y="1577572"/>
                  </a:lnTo>
                  <a:lnTo>
                    <a:pt x="224804" y="1577572"/>
                  </a:lnTo>
                  <a:lnTo>
                    <a:pt x="222883" y="1577572"/>
                  </a:lnTo>
                  <a:lnTo>
                    <a:pt x="220961" y="1577572"/>
                  </a:lnTo>
                  <a:lnTo>
                    <a:pt x="219040" y="1577572"/>
                  </a:lnTo>
                  <a:lnTo>
                    <a:pt x="217118" y="1577572"/>
                  </a:lnTo>
                  <a:lnTo>
                    <a:pt x="215197" y="1577572"/>
                  </a:lnTo>
                  <a:lnTo>
                    <a:pt x="213275" y="1577572"/>
                  </a:lnTo>
                  <a:lnTo>
                    <a:pt x="211354" y="1577572"/>
                  </a:lnTo>
                  <a:lnTo>
                    <a:pt x="209433" y="1577572"/>
                  </a:lnTo>
                  <a:lnTo>
                    <a:pt x="207511" y="1577572"/>
                  </a:lnTo>
                  <a:lnTo>
                    <a:pt x="205590" y="1577572"/>
                  </a:lnTo>
                  <a:lnTo>
                    <a:pt x="203668" y="1577572"/>
                  </a:lnTo>
                  <a:lnTo>
                    <a:pt x="201747" y="1577572"/>
                  </a:lnTo>
                  <a:lnTo>
                    <a:pt x="199826" y="1577572"/>
                  </a:lnTo>
                  <a:lnTo>
                    <a:pt x="197904" y="1577572"/>
                  </a:lnTo>
                  <a:lnTo>
                    <a:pt x="195983" y="1577572"/>
                  </a:lnTo>
                  <a:lnTo>
                    <a:pt x="194061" y="1577572"/>
                  </a:lnTo>
                  <a:lnTo>
                    <a:pt x="192140" y="1577572"/>
                  </a:lnTo>
                  <a:lnTo>
                    <a:pt x="190219" y="1577572"/>
                  </a:lnTo>
                  <a:lnTo>
                    <a:pt x="188297" y="1577572"/>
                  </a:lnTo>
                  <a:lnTo>
                    <a:pt x="186376" y="1577572"/>
                  </a:lnTo>
                  <a:lnTo>
                    <a:pt x="184454" y="1577572"/>
                  </a:lnTo>
                  <a:lnTo>
                    <a:pt x="182533" y="1577572"/>
                  </a:lnTo>
                  <a:lnTo>
                    <a:pt x="180612" y="1577572"/>
                  </a:lnTo>
                  <a:lnTo>
                    <a:pt x="178690" y="1577572"/>
                  </a:lnTo>
                  <a:lnTo>
                    <a:pt x="176769" y="1577572"/>
                  </a:lnTo>
                  <a:lnTo>
                    <a:pt x="174847" y="1577572"/>
                  </a:lnTo>
                  <a:lnTo>
                    <a:pt x="172926" y="1577572"/>
                  </a:lnTo>
                  <a:lnTo>
                    <a:pt x="171005" y="1577572"/>
                  </a:lnTo>
                  <a:lnTo>
                    <a:pt x="169083" y="1577572"/>
                  </a:lnTo>
                  <a:lnTo>
                    <a:pt x="167162" y="1577572"/>
                  </a:lnTo>
                  <a:lnTo>
                    <a:pt x="165240" y="1577572"/>
                  </a:lnTo>
                  <a:lnTo>
                    <a:pt x="163319" y="1577572"/>
                  </a:lnTo>
                  <a:lnTo>
                    <a:pt x="161398" y="1577572"/>
                  </a:lnTo>
                  <a:lnTo>
                    <a:pt x="159476" y="1577572"/>
                  </a:lnTo>
                  <a:lnTo>
                    <a:pt x="157555" y="1577572"/>
                  </a:lnTo>
                  <a:lnTo>
                    <a:pt x="155633" y="1577572"/>
                  </a:lnTo>
                  <a:lnTo>
                    <a:pt x="153712" y="1577572"/>
                  </a:lnTo>
                  <a:lnTo>
                    <a:pt x="151791" y="1577572"/>
                  </a:lnTo>
                  <a:lnTo>
                    <a:pt x="149869" y="1577572"/>
                  </a:lnTo>
                  <a:lnTo>
                    <a:pt x="147948" y="1577572"/>
                  </a:lnTo>
                  <a:lnTo>
                    <a:pt x="146026" y="1577572"/>
                  </a:lnTo>
                  <a:lnTo>
                    <a:pt x="144105" y="1577572"/>
                  </a:lnTo>
                  <a:lnTo>
                    <a:pt x="142183" y="1577572"/>
                  </a:lnTo>
                  <a:lnTo>
                    <a:pt x="140262" y="1577572"/>
                  </a:lnTo>
                  <a:lnTo>
                    <a:pt x="138341" y="1577572"/>
                  </a:lnTo>
                  <a:lnTo>
                    <a:pt x="136419" y="1577572"/>
                  </a:lnTo>
                  <a:lnTo>
                    <a:pt x="134498" y="1577572"/>
                  </a:lnTo>
                  <a:lnTo>
                    <a:pt x="132576" y="1577572"/>
                  </a:lnTo>
                  <a:lnTo>
                    <a:pt x="130655" y="1577572"/>
                  </a:lnTo>
                  <a:lnTo>
                    <a:pt x="128734" y="1577572"/>
                  </a:lnTo>
                  <a:lnTo>
                    <a:pt x="126812" y="1577572"/>
                  </a:lnTo>
                  <a:lnTo>
                    <a:pt x="124891" y="1577572"/>
                  </a:lnTo>
                  <a:lnTo>
                    <a:pt x="122969" y="1577572"/>
                  </a:lnTo>
                  <a:lnTo>
                    <a:pt x="121048" y="1577572"/>
                  </a:lnTo>
                  <a:lnTo>
                    <a:pt x="119127" y="1577572"/>
                  </a:lnTo>
                  <a:lnTo>
                    <a:pt x="117205" y="1577572"/>
                  </a:lnTo>
                  <a:lnTo>
                    <a:pt x="115284" y="1577572"/>
                  </a:lnTo>
                  <a:lnTo>
                    <a:pt x="113362" y="1577572"/>
                  </a:lnTo>
                  <a:lnTo>
                    <a:pt x="111441" y="1577572"/>
                  </a:lnTo>
                  <a:lnTo>
                    <a:pt x="109520" y="1577572"/>
                  </a:lnTo>
                  <a:lnTo>
                    <a:pt x="107598" y="1577572"/>
                  </a:lnTo>
                  <a:lnTo>
                    <a:pt x="105677" y="1577572"/>
                  </a:lnTo>
                  <a:lnTo>
                    <a:pt x="103755" y="1577572"/>
                  </a:lnTo>
                  <a:lnTo>
                    <a:pt x="101834" y="1577572"/>
                  </a:lnTo>
                  <a:lnTo>
                    <a:pt x="99913" y="1577572"/>
                  </a:lnTo>
                  <a:lnTo>
                    <a:pt x="97991" y="1577572"/>
                  </a:lnTo>
                  <a:lnTo>
                    <a:pt x="96070" y="1577572"/>
                  </a:lnTo>
                  <a:lnTo>
                    <a:pt x="94148" y="1577572"/>
                  </a:lnTo>
                  <a:lnTo>
                    <a:pt x="92227" y="1577572"/>
                  </a:lnTo>
                  <a:lnTo>
                    <a:pt x="90306" y="1577572"/>
                  </a:lnTo>
                  <a:lnTo>
                    <a:pt x="88384" y="1577572"/>
                  </a:lnTo>
                  <a:lnTo>
                    <a:pt x="86463" y="1577572"/>
                  </a:lnTo>
                  <a:lnTo>
                    <a:pt x="84541" y="1577572"/>
                  </a:lnTo>
                  <a:lnTo>
                    <a:pt x="82620" y="1577572"/>
                  </a:lnTo>
                  <a:lnTo>
                    <a:pt x="80699" y="1577572"/>
                  </a:lnTo>
                  <a:lnTo>
                    <a:pt x="78777" y="1577572"/>
                  </a:lnTo>
                  <a:lnTo>
                    <a:pt x="76856" y="1577572"/>
                  </a:lnTo>
                  <a:lnTo>
                    <a:pt x="74934" y="1577572"/>
                  </a:lnTo>
                  <a:lnTo>
                    <a:pt x="73013" y="1577572"/>
                  </a:lnTo>
                  <a:lnTo>
                    <a:pt x="71091" y="1577572"/>
                  </a:lnTo>
                  <a:lnTo>
                    <a:pt x="69170" y="1577572"/>
                  </a:lnTo>
                  <a:lnTo>
                    <a:pt x="67249" y="1577572"/>
                  </a:lnTo>
                  <a:lnTo>
                    <a:pt x="65327" y="1577572"/>
                  </a:lnTo>
                  <a:lnTo>
                    <a:pt x="63406" y="1577572"/>
                  </a:lnTo>
                  <a:lnTo>
                    <a:pt x="61484" y="1577572"/>
                  </a:lnTo>
                  <a:lnTo>
                    <a:pt x="59563" y="1577572"/>
                  </a:lnTo>
                  <a:lnTo>
                    <a:pt x="57642" y="1577572"/>
                  </a:lnTo>
                  <a:lnTo>
                    <a:pt x="55720" y="1577572"/>
                  </a:lnTo>
                  <a:lnTo>
                    <a:pt x="53799" y="1577572"/>
                  </a:lnTo>
                  <a:lnTo>
                    <a:pt x="51877" y="1577572"/>
                  </a:lnTo>
                  <a:lnTo>
                    <a:pt x="49956" y="1577572"/>
                  </a:lnTo>
                  <a:lnTo>
                    <a:pt x="48035" y="1577572"/>
                  </a:lnTo>
                  <a:lnTo>
                    <a:pt x="46113" y="1577572"/>
                  </a:lnTo>
                  <a:lnTo>
                    <a:pt x="44192" y="1577572"/>
                  </a:lnTo>
                  <a:lnTo>
                    <a:pt x="42270" y="1577572"/>
                  </a:lnTo>
                  <a:lnTo>
                    <a:pt x="40349" y="1577572"/>
                  </a:lnTo>
                  <a:lnTo>
                    <a:pt x="38428" y="1577572"/>
                  </a:lnTo>
                  <a:lnTo>
                    <a:pt x="36506" y="1577572"/>
                  </a:lnTo>
                  <a:lnTo>
                    <a:pt x="34585" y="1577572"/>
                  </a:lnTo>
                  <a:lnTo>
                    <a:pt x="32663" y="1577572"/>
                  </a:lnTo>
                  <a:lnTo>
                    <a:pt x="30742" y="1577572"/>
                  </a:lnTo>
                  <a:lnTo>
                    <a:pt x="28821" y="1577572"/>
                  </a:lnTo>
                  <a:lnTo>
                    <a:pt x="26899" y="1577572"/>
                  </a:lnTo>
                  <a:lnTo>
                    <a:pt x="24978" y="1577572"/>
                  </a:lnTo>
                  <a:lnTo>
                    <a:pt x="23056" y="1577572"/>
                  </a:lnTo>
                  <a:lnTo>
                    <a:pt x="21135" y="1577572"/>
                  </a:lnTo>
                  <a:lnTo>
                    <a:pt x="19214" y="1577572"/>
                  </a:lnTo>
                  <a:lnTo>
                    <a:pt x="17292" y="1577572"/>
                  </a:lnTo>
                  <a:lnTo>
                    <a:pt x="15371" y="1577572"/>
                  </a:lnTo>
                  <a:lnTo>
                    <a:pt x="13449" y="1577572"/>
                  </a:lnTo>
                  <a:lnTo>
                    <a:pt x="11528" y="1577572"/>
                  </a:lnTo>
                  <a:lnTo>
                    <a:pt x="9607" y="1577572"/>
                  </a:lnTo>
                  <a:lnTo>
                    <a:pt x="7685" y="1577572"/>
                  </a:lnTo>
                  <a:lnTo>
                    <a:pt x="5764" y="1577572"/>
                  </a:lnTo>
                  <a:lnTo>
                    <a:pt x="3842" y="1577572"/>
                  </a:lnTo>
                  <a:lnTo>
                    <a:pt x="1921" y="1577572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3029362" y="4405850"/>
              <a:ext cx="981838" cy="1577572"/>
            </a:xfrm>
            <a:custGeom>
              <a:avLst/>
              <a:pathLst>
                <a:path w="981838" h="1577572">
                  <a:moveTo>
                    <a:pt x="0" y="1577572"/>
                  </a:moveTo>
                  <a:lnTo>
                    <a:pt x="1921" y="1577572"/>
                  </a:lnTo>
                  <a:lnTo>
                    <a:pt x="3842" y="1577572"/>
                  </a:lnTo>
                  <a:lnTo>
                    <a:pt x="5764" y="1577572"/>
                  </a:lnTo>
                  <a:lnTo>
                    <a:pt x="7685" y="1577572"/>
                  </a:lnTo>
                  <a:lnTo>
                    <a:pt x="9607" y="1577572"/>
                  </a:lnTo>
                  <a:lnTo>
                    <a:pt x="11528" y="1577572"/>
                  </a:lnTo>
                  <a:lnTo>
                    <a:pt x="13449" y="1577572"/>
                  </a:lnTo>
                  <a:lnTo>
                    <a:pt x="15371" y="1577572"/>
                  </a:lnTo>
                  <a:lnTo>
                    <a:pt x="17292" y="1577572"/>
                  </a:lnTo>
                  <a:lnTo>
                    <a:pt x="19214" y="1577572"/>
                  </a:lnTo>
                  <a:lnTo>
                    <a:pt x="21135" y="1577572"/>
                  </a:lnTo>
                  <a:lnTo>
                    <a:pt x="23056" y="1577572"/>
                  </a:lnTo>
                  <a:lnTo>
                    <a:pt x="24978" y="1577572"/>
                  </a:lnTo>
                  <a:lnTo>
                    <a:pt x="26899" y="1577572"/>
                  </a:lnTo>
                  <a:lnTo>
                    <a:pt x="28821" y="1577572"/>
                  </a:lnTo>
                  <a:lnTo>
                    <a:pt x="30742" y="1577572"/>
                  </a:lnTo>
                  <a:lnTo>
                    <a:pt x="32663" y="1577572"/>
                  </a:lnTo>
                  <a:lnTo>
                    <a:pt x="34585" y="1577572"/>
                  </a:lnTo>
                  <a:lnTo>
                    <a:pt x="36506" y="1577572"/>
                  </a:lnTo>
                  <a:lnTo>
                    <a:pt x="38428" y="1577572"/>
                  </a:lnTo>
                  <a:lnTo>
                    <a:pt x="40349" y="1577572"/>
                  </a:lnTo>
                  <a:lnTo>
                    <a:pt x="42270" y="1577572"/>
                  </a:lnTo>
                  <a:lnTo>
                    <a:pt x="44192" y="1577572"/>
                  </a:lnTo>
                  <a:lnTo>
                    <a:pt x="46113" y="1577572"/>
                  </a:lnTo>
                  <a:lnTo>
                    <a:pt x="48035" y="1577572"/>
                  </a:lnTo>
                  <a:lnTo>
                    <a:pt x="49956" y="1577572"/>
                  </a:lnTo>
                  <a:lnTo>
                    <a:pt x="51877" y="1577572"/>
                  </a:lnTo>
                  <a:lnTo>
                    <a:pt x="53799" y="1577572"/>
                  </a:lnTo>
                  <a:lnTo>
                    <a:pt x="55720" y="1577572"/>
                  </a:lnTo>
                  <a:lnTo>
                    <a:pt x="57642" y="1577572"/>
                  </a:lnTo>
                  <a:lnTo>
                    <a:pt x="59563" y="1577572"/>
                  </a:lnTo>
                  <a:lnTo>
                    <a:pt x="61484" y="1577572"/>
                  </a:lnTo>
                  <a:lnTo>
                    <a:pt x="63406" y="1577572"/>
                  </a:lnTo>
                  <a:lnTo>
                    <a:pt x="65327" y="1577572"/>
                  </a:lnTo>
                  <a:lnTo>
                    <a:pt x="67249" y="1577572"/>
                  </a:lnTo>
                  <a:lnTo>
                    <a:pt x="69170" y="1577572"/>
                  </a:lnTo>
                  <a:lnTo>
                    <a:pt x="71091" y="1577572"/>
                  </a:lnTo>
                  <a:lnTo>
                    <a:pt x="73013" y="1577572"/>
                  </a:lnTo>
                  <a:lnTo>
                    <a:pt x="74934" y="1577572"/>
                  </a:lnTo>
                  <a:lnTo>
                    <a:pt x="76856" y="1577572"/>
                  </a:lnTo>
                  <a:lnTo>
                    <a:pt x="78777" y="1577572"/>
                  </a:lnTo>
                  <a:lnTo>
                    <a:pt x="80699" y="1577572"/>
                  </a:lnTo>
                  <a:lnTo>
                    <a:pt x="82620" y="1577572"/>
                  </a:lnTo>
                  <a:lnTo>
                    <a:pt x="84541" y="1577572"/>
                  </a:lnTo>
                  <a:lnTo>
                    <a:pt x="86463" y="1577572"/>
                  </a:lnTo>
                  <a:lnTo>
                    <a:pt x="88384" y="1577571"/>
                  </a:lnTo>
                  <a:lnTo>
                    <a:pt x="90306" y="1577566"/>
                  </a:lnTo>
                  <a:lnTo>
                    <a:pt x="92227" y="1577553"/>
                  </a:lnTo>
                  <a:lnTo>
                    <a:pt x="94148" y="1577513"/>
                  </a:lnTo>
                  <a:lnTo>
                    <a:pt x="96070" y="1577415"/>
                  </a:lnTo>
                  <a:lnTo>
                    <a:pt x="97991" y="1577201"/>
                  </a:lnTo>
                  <a:lnTo>
                    <a:pt x="99913" y="1576791"/>
                  </a:lnTo>
                  <a:lnTo>
                    <a:pt x="101834" y="1576097"/>
                  </a:lnTo>
                  <a:lnTo>
                    <a:pt x="103755" y="1575061"/>
                  </a:lnTo>
                  <a:lnTo>
                    <a:pt x="105677" y="1573691"/>
                  </a:lnTo>
                  <a:lnTo>
                    <a:pt x="107598" y="1572071"/>
                  </a:lnTo>
                  <a:lnTo>
                    <a:pt x="109520" y="1570338"/>
                  </a:lnTo>
                  <a:lnTo>
                    <a:pt x="111441" y="1568621"/>
                  </a:lnTo>
                  <a:lnTo>
                    <a:pt x="113362" y="1566980"/>
                  </a:lnTo>
                  <a:lnTo>
                    <a:pt x="115284" y="1565387"/>
                  </a:lnTo>
                  <a:lnTo>
                    <a:pt x="117205" y="1563746"/>
                  </a:lnTo>
                  <a:lnTo>
                    <a:pt x="119127" y="1561956"/>
                  </a:lnTo>
                  <a:lnTo>
                    <a:pt x="121048" y="1559975"/>
                  </a:lnTo>
                  <a:lnTo>
                    <a:pt x="122969" y="1557882"/>
                  </a:lnTo>
                  <a:lnTo>
                    <a:pt x="124891" y="1555908"/>
                  </a:lnTo>
                  <a:lnTo>
                    <a:pt x="126812" y="1554418"/>
                  </a:lnTo>
                  <a:lnTo>
                    <a:pt x="128734" y="1553735"/>
                  </a:lnTo>
                  <a:lnTo>
                    <a:pt x="130655" y="1553983"/>
                  </a:lnTo>
                  <a:lnTo>
                    <a:pt x="132576" y="1555057"/>
                  </a:lnTo>
                  <a:lnTo>
                    <a:pt x="134498" y="1556667"/>
                  </a:lnTo>
                  <a:lnTo>
                    <a:pt x="136419" y="1558429"/>
                  </a:lnTo>
                  <a:lnTo>
                    <a:pt x="138341" y="1559940"/>
                  </a:lnTo>
                  <a:lnTo>
                    <a:pt x="140262" y="1560846"/>
                  </a:lnTo>
                  <a:lnTo>
                    <a:pt x="142183" y="1560916"/>
                  </a:lnTo>
                  <a:lnTo>
                    <a:pt x="144105" y="1560109"/>
                  </a:lnTo>
                  <a:lnTo>
                    <a:pt x="146026" y="1558602"/>
                  </a:lnTo>
                  <a:lnTo>
                    <a:pt x="147948" y="1556710"/>
                  </a:lnTo>
                  <a:lnTo>
                    <a:pt x="149869" y="1554783"/>
                  </a:lnTo>
                  <a:lnTo>
                    <a:pt x="151791" y="1553127"/>
                  </a:lnTo>
                  <a:lnTo>
                    <a:pt x="153712" y="1551991"/>
                  </a:lnTo>
                  <a:lnTo>
                    <a:pt x="155633" y="1551559"/>
                  </a:lnTo>
                  <a:lnTo>
                    <a:pt x="157555" y="1551880"/>
                  </a:lnTo>
                  <a:lnTo>
                    <a:pt x="159476" y="1552758"/>
                  </a:lnTo>
                  <a:lnTo>
                    <a:pt x="161398" y="1553701"/>
                  </a:lnTo>
                  <a:lnTo>
                    <a:pt x="163319" y="1554039"/>
                  </a:lnTo>
                  <a:lnTo>
                    <a:pt x="165240" y="1553177"/>
                  </a:lnTo>
                  <a:lnTo>
                    <a:pt x="167162" y="1550862"/>
                  </a:lnTo>
                  <a:lnTo>
                    <a:pt x="169083" y="1547293"/>
                  </a:lnTo>
                  <a:lnTo>
                    <a:pt x="171005" y="1543012"/>
                  </a:lnTo>
                  <a:lnTo>
                    <a:pt x="172926" y="1538644"/>
                  </a:lnTo>
                  <a:lnTo>
                    <a:pt x="174847" y="1534603"/>
                  </a:lnTo>
                  <a:lnTo>
                    <a:pt x="176769" y="1530975"/>
                  </a:lnTo>
                  <a:lnTo>
                    <a:pt x="178690" y="1527722"/>
                  </a:lnTo>
                  <a:lnTo>
                    <a:pt x="180612" y="1524946"/>
                  </a:lnTo>
                  <a:lnTo>
                    <a:pt x="182533" y="1523015"/>
                  </a:lnTo>
                  <a:lnTo>
                    <a:pt x="184454" y="1522418"/>
                  </a:lnTo>
                  <a:lnTo>
                    <a:pt x="186376" y="1523393"/>
                  </a:lnTo>
                  <a:lnTo>
                    <a:pt x="188297" y="1525620"/>
                  </a:lnTo>
                  <a:lnTo>
                    <a:pt x="190219" y="1528234"/>
                  </a:lnTo>
                  <a:lnTo>
                    <a:pt x="192140" y="1530200"/>
                  </a:lnTo>
                  <a:lnTo>
                    <a:pt x="194061" y="1530778"/>
                  </a:lnTo>
                  <a:lnTo>
                    <a:pt x="195983" y="1529747"/>
                  </a:lnTo>
                  <a:lnTo>
                    <a:pt x="197904" y="1527274"/>
                  </a:lnTo>
                  <a:lnTo>
                    <a:pt x="199826" y="1523576"/>
                  </a:lnTo>
                  <a:lnTo>
                    <a:pt x="201747" y="1518684"/>
                  </a:lnTo>
                  <a:lnTo>
                    <a:pt x="203668" y="1512410"/>
                  </a:lnTo>
                  <a:lnTo>
                    <a:pt x="205590" y="1504458"/>
                  </a:lnTo>
                  <a:lnTo>
                    <a:pt x="207511" y="1494501"/>
                  </a:lnTo>
                  <a:lnTo>
                    <a:pt x="209433" y="1482284"/>
                  </a:lnTo>
                  <a:lnTo>
                    <a:pt x="211354" y="1467860"/>
                  </a:lnTo>
                  <a:lnTo>
                    <a:pt x="213275" y="1451990"/>
                  </a:lnTo>
                  <a:lnTo>
                    <a:pt x="215197" y="1436394"/>
                  </a:lnTo>
                  <a:lnTo>
                    <a:pt x="217118" y="1423435"/>
                  </a:lnTo>
                  <a:lnTo>
                    <a:pt x="219040" y="1415159"/>
                  </a:lnTo>
                  <a:lnTo>
                    <a:pt x="220961" y="1411307"/>
                  </a:lnTo>
                  <a:lnTo>
                    <a:pt x="222883" y="1409445"/>
                  </a:lnTo>
                  <a:lnTo>
                    <a:pt x="224804" y="1405606"/>
                  </a:lnTo>
                  <a:lnTo>
                    <a:pt x="226725" y="1395740"/>
                  </a:lnTo>
                  <a:lnTo>
                    <a:pt x="228647" y="1377065"/>
                  </a:lnTo>
                  <a:lnTo>
                    <a:pt x="230568" y="1348654"/>
                  </a:lnTo>
                  <a:lnTo>
                    <a:pt x="232490" y="1310880"/>
                  </a:lnTo>
                  <a:lnTo>
                    <a:pt x="234411" y="1263679"/>
                  </a:lnTo>
                  <a:lnTo>
                    <a:pt x="236332" y="1204223"/>
                  </a:lnTo>
                  <a:lnTo>
                    <a:pt x="238254" y="1125296"/>
                  </a:lnTo>
                  <a:lnTo>
                    <a:pt x="240175" y="1016094"/>
                  </a:lnTo>
                  <a:lnTo>
                    <a:pt x="242097" y="866512"/>
                  </a:lnTo>
                  <a:lnTo>
                    <a:pt x="244018" y="674372"/>
                  </a:lnTo>
                  <a:lnTo>
                    <a:pt x="245939" y="452994"/>
                  </a:lnTo>
                  <a:lnTo>
                    <a:pt x="247861" y="234933"/>
                  </a:lnTo>
                  <a:lnTo>
                    <a:pt x="249782" y="67707"/>
                  </a:lnTo>
                  <a:lnTo>
                    <a:pt x="251704" y="0"/>
                  </a:lnTo>
                  <a:lnTo>
                    <a:pt x="253625" y="62232"/>
                  </a:lnTo>
                  <a:lnTo>
                    <a:pt x="255546" y="250846"/>
                  </a:lnTo>
                  <a:lnTo>
                    <a:pt x="257468" y="526392"/>
                  </a:lnTo>
                  <a:lnTo>
                    <a:pt x="259389" y="828514"/>
                  </a:lnTo>
                  <a:lnTo>
                    <a:pt x="261311" y="1100063"/>
                  </a:lnTo>
                  <a:lnTo>
                    <a:pt x="263232" y="1305345"/>
                  </a:lnTo>
                  <a:lnTo>
                    <a:pt x="265153" y="1437548"/>
                  </a:lnTo>
                  <a:lnTo>
                    <a:pt x="267075" y="1512886"/>
                  </a:lnTo>
                  <a:lnTo>
                    <a:pt x="268996" y="1550761"/>
                  </a:lnTo>
                  <a:lnTo>
                    <a:pt x="270918" y="1567619"/>
                  </a:lnTo>
                  <a:lnTo>
                    <a:pt x="272839" y="1574271"/>
                  </a:lnTo>
                  <a:lnTo>
                    <a:pt x="274760" y="1576596"/>
                  </a:lnTo>
                  <a:lnTo>
                    <a:pt x="276682" y="1577313"/>
                  </a:lnTo>
                  <a:lnTo>
                    <a:pt x="278603" y="1577502"/>
                  </a:lnTo>
                  <a:lnTo>
                    <a:pt x="280525" y="1577529"/>
                  </a:lnTo>
                  <a:lnTo>
                    <a:pt x="282446" y="1577487"/>
                  </a:lnTo>
                  <a:lnTo>
                    <a:pt x="284367" y="1577377"/>
                  </a:lnTo>
                  <a:lnTo>
                    <a:pt x="286289" y="1577169"/>
                  </a:lnTo>
                  <a:lnTo>
                    <a:pt x="288210" y="1576834"/>
                  </a:lnTo>
                  <a:lnTo>
                    <a:pt x="290132" y="1576371"/>
                  </a:lnTo>
                  <a:lnTo>
                    <a:pt x="292053" y="1575837"/>
                  </a:lnTo>
                  <a:lnTo>
                    <a:pt x="293975" y="1575345"/>
                  </a:lnTo>
                  <a:lnTo>
                    <a:pt x="295896" y="1575036"/>
                  </a:lnTo>
                  <a:lnTo>
                    <a:pt x="297817" y="1575010"/>
                  </a:lnTo>
                  <a:lnTo>
                    <a:pt x="299739" y="1575281"/>
                  </a:lnTo>
                  <a:lnTo>
                    <a:pt x="301660" y="1575762"/>
                  </a:lnTo>
                  <a:lnTo>
                    <a:pt x="303582" y="1576311"/>
                  </a:lnTo>
                  <a:lnTo>
                    <a:pt x="305503" y="1576799"/>
                  </a:lnTo>
                  <a:lnTo>
                    <a:pt x="307424" y="1577156"/>
                  </a:lnTo>
                  <a:lnTo>
                    <a:pt x="309346" y="1577373"/>
                  </a:lnTo>
                  <a:lnTo>
                    <a:pt x="311267" y="1577487"/>
                  </a:lnTo>
                  <a:lnTo>
                    <a:pt x="313189" y="1577539"/>
                  </a:lnTo>
                  <a:lnTo>
                    <a:pt x="315110" y="1577560"/>
                  </a:lnTo>
                  <a:lnTo>
                    <a:pt x="317031" y="1577566"/>
                  </a:lnTo>
                  <a:lnTo>
                    <a:pt x="318953" y="1577563"/>
                  </a:lnTo>
                  <a:lnTo>
                    <a:pt x="320874" y="1577545"/>
                  </a:lnTo>
                  <a:lnTo>
                    <a:pt x="322796" y="1577499"/>
                  </a:lnTo>
                  <a:lnTo>
                    <a:pt x="324717" y="1577395"/>
                  </a:lnTo>
                  <a:lnTo>
                    <a:pt x="326638" y="1577195"/>
                  </a:lnTo>
                  <a:lnTo>
                    <a:pt x="328560" y="1576865"/>
                  </a:lnTo>
                  <a:lnTo>
                    <a:pt x="330481" y="1576401"/>
                  </a:lnTo>
                  <a:lnTo>
                    <a:pt x="332403" y="1575856"/>
                  </a:lnTo>
                  <a:lnTo>
                    <a:pt x="334324" y="1575339"/>
                  </a:lnTo>
                  <a:lnTo>
                    <a:pt x="336245" y="1574979"/>
                  </a:lnTo>
                  <a:lnTo>
                    <a:pt x="338167" y="1574858"/>
                  </a:lnTo>
                  <a:lnTo>
                    <a:pt x="340088" y="1574944"/>
                  </a:lnTo>
                  <a:lnTo>
                    <a:pt x="342010" y="1575088"/>
                  </a:lnTo>
                  <a:lnTo>
                    <a:pt x="343931" y="1575083"/>
                  </a:lnTo>
                  <a:lnTo>
                    <a:pt x="345852" y="1574764"/>
                  </a:lnTo>
                  <a:lnTo>
                    <a:pt x="347774" y="1574099"/>
                  </a:lnTo>
                  <a:lnTo>
                    <a:pt x="349695" y="1573212"/>
                  </a:lnTo>
                  <a:lnTo>
                    <a:pt x="351617" y="1572334"/>
                  </a:lnTo>
                  <a:lnTo>
                    <a:pt x="353538" y="1571703"/>
                  </a:lnTo>
                  <a:lnTo>
                    <a:pt x="355459" y="1571481"/>
                  </a:lnTo>
                  <a:lnTo>
                    <a:pt x="357381" y="1571665"/>
                  </a:lnTo>
                  <a:lnTo>
                    <a:pt x="359302" y="1572177"/>
                  </a:lnTo>
                  <a:lnTo>
                    <a:pt x="361224" y="1572916"/>
                  </a:lnTo>
                  <a:lnTo>
                    <a:pt x="363145" y="1573786"/>
                  </a:lnTo>
                  <a:lnTo>
                    <a:pt x="365067" y="1574696"/>
                  </a:lnTo>
                  <a:lnTo>
                    <a:pt x="366988" y="1575552"/>
                  </a:lnTo>
                  <a:lnTo>
                    <a:pt x="368909" y="1576274"/>
                  </a:lnTo>
                  <a:lnTo>
                    <a:pt x="370831" y="1576815"/>
                  </a:lnTo>
                  <a:lnTo>
                    <a:pt x="372752" y="1577174"/>
                  </a:lnTo>
                  <a:lnTo>
                    <a:pt x="374674" y="1577385"/>
                  </a:lnTo>
                  <a:lnTo>
                    <a:pt x="376595" y="1577494"/>
                  </a:lnTo>
                  <a:lnTo>
                    <a:pt x="378516" y="1577543"/>
                  </a:lnTo>
                  <a:lnTo>
                    <a:pt x="380438" y="1577563"/>
                  </a:lnTo>
                  <a:lnTo>
                    <a:pt x="382359" y="1577569"/>
                  </a:lnTo>
                  <a:lnTo>
                    <a:pt x="384281" y="1577572"/>
                  </a:lnTo>
                  <a:lnTo>
                    <a:pt x="386202" y="1577572"/>
                  </a:lnTo>
                  <a:lnTo>
                    <a:pt x="388123" y="1577572"/>
                  </a:lnTo>
                  <a:lnTo>
                    <a:pt x="390045" y="1577572"/>
                  </a:lnTo>
                  <a:lnTo>
                    <a:pt x="391966" y="1577572"/>
                  </a:lnTo>
                  <a:lnTo>
                    <a:pt x="393888" y="1577572"/>
                  </a:lnTo>
                  <a:lnTo>
                    <a:pt x="395809" y="1577572"/>
                  </a:lnTo>
                  <a:lnTo>
                    <a:pt x="397730" y="1577572"/>
                  </a:lnTo>
                  <a:lnTo>
                    <a:pt x="399652" y="1577572"/>
                  </a:lnTo>
                  <a:lnTo>
                    <a:pt x="401573" y="1577572"/>
                  </a:lnTo>
                  <a:lnTo>
                    <a:pt x="403495" y="1577572"/>
                  </a:lnTo>
                  <a:lnTo>
                    <a:pt x="405416" y="1577572"/>
                  </a:lnTo>
                  <a:lnTo>
                    <a:pt x="407337" y="1577572"/>
                  </a:lnTo>
                  <a:lnTo>
                    <a:pt x="409259" y="1577572"/>
                  </a:lnTo>
                  <a:lnTo>
                    <a:pt x="411180" y="1577572"/>
                  </a:lnTo>
                  <a:lnTo>
                    <a:pt x="413102" y="1577572"/>
                  </a:lnTo>
                  <a:lnTo>
                    <a:pt x="415023" y="1577572"/>
                  </a:lnTo>
                  <a:lnTo>
                    <a:pt x="416944" y="1577572"/>
                  </a:lnTo>
                  <a:lnTo>
                    <a:pt x="418866" y="1577572"/>
                  </a:lnTo>
                  <a:lnTo>
                    <a:pt x="420787" y="1577572"/>
                  </a:lnTo>
                  <a:lnTo>
                    <a:pt x="422709" y="1577572"/>
                  </a:lnTo>
                  <a:lnTo>
                    <a:pt x="424630" y="1577572"/>
                  </a:lnTo>
                  <a:lnTo>
                    <a:pt x="426551" y="1577572"/>
                  </a:lnTo>
                  <a:lnTo>
                    <a:pt x="428473" y="1577572"/>
                  </a:lnTo>
                  <a:lnTo>
                    <a:pt x="430394" y="1577572"/>
                  </a:lnTo>
                  <a:lnTo>
                    <a:pt x="432316" y="1577572"/>
                  </a:lnTo>
                  <a:lnTo>
                    <a:pt x="434237" y="1577572"/>
                  </a:lnTo>
                  <a:lnTo>
                    <a:pt x="436159" y="1577572"/>
                  </a:lnTo>
                  <a:lnTo>
                    <a:pt x="438080" y="1577572"/>
                  </a:lnTo>
                  <a:lnTo>
                    <a:pt x="440001" y="1577572"/>
                  </a:lnTo>
                  <a:lnTo>
                    <a:pt x="441923" y="1577572"/>
                  </a:lnTo>
                  <a:lnTo>
                    <a:pt x="443844" y="1577570"/>
                  </a:lnTo>
                  <a:lnTo>
                    <a:pt x="445766" y="1577565"/>
                  </a:lnTo>
                  <a:lnTo>
                    <a:pt x="447687" y="1577549"/>
                  </a:lnTo>
                  <a:lnTo>
                    <a:pt x="449608" y="1577506"/>
                  </a:lnTo>
                  <a:lnTo>
                    <a:pt x="451530" y="1577409"/>
                  </a:lnTo>
                  <a:lnTo>
                    <a:pt x="453451" y="1577220"/>
                  </a:lnTo>
                  <a:lnTo>
                    <a:pt x="455373" y="1576905"/>
                  </a:lnTo>
                  <a:lnTo>
                    <a:pt x="457294" y="1576456"/>
                  </a:lnTo>
                  <a:lnTo>
                    <a:pt x="459215" y="1575925"/>
                  </a:lnTo>
                  <a:lnTo>
                    <a:pt x="461137" y="1575421"/>
                  </a:lnTo>
                  <a:lnTo>
                    <a:pt x="463058" y="1575083"/>
                  </a:lnTo>
                  <a:lnTo>
                    <a:pt x="464980" y="1575015"/>
                  </a:lnTo>
                  <a:lnTo>
                    <a:pt x="466901" y="1575240"/>
                  </a:lnTo>
                  <a:lnTo>
                    <a:pt x="468822" y="1575682"/>
                  </a:lnTo>
                  <a:lnTo>
                    <a:pt x="470744" y="1576212"/>
                  </a:lnTo>
                  <a:lnTo>
                    <a:pt x="472665" y="1576704"/>
                  </a:lnTo>
                  <a:lnTo>
                    <a:pt x="474587" y="1577082"/>
                  </a:lnTo>
                  <a:lnTo>
                    <a:pt x="476508" y="1577327"/>
                  </a:lnTo>
                  <a:lnTo>
                    <a:pt x="478429" y="1577464"/>
                  </a:lnTo>
                  <a:lnTo>
                    <a:pt x="480351" y="1577530"/>
                  </a:lnTo>
                  <a:lnTo>
                    <a:pt x="482272" y="1577558"/>
                  </a:lnTo>
                  <a:lnTo>
                    <a:pt x="484194" y="1577568"/>
                  </a:lnTo>
                  <a:lnTo>
                    <a:pt x="486115" y="1577571"/>
                  </a:lnTo>
                  <a:lnTo>
                    <a:pt x="488036" y="1577572"/>
                  </a:lnTo>
                  <a:lnTo>
                    <a:pt x="489958" y="1577572"/>
                  </a:lnTo>
                  <a:lnTo>
                    <a:pt x="491879" y="1577572"/>
                  </a:lnTo>
                  <a:lnTo>
                    <a:pt x="493801" y="1577572"/>
                  </a:lnTo>
                  <a:lnTo>
                    <a:pt x="495722" y="1577572"/>
                  </a:lnTo>
                  <a:lnTo>
                    <a:pt x="497643" y="1577572"/>
                  </a:lnTo>
                  <a:lnTo>
                    <a:pt x="499565" y="1577572"/>
                  </a:lnTo>
                  <a:lnTo>
                    <a:pt x="501486" y="1577572"/>
                  </a:lnTo>
                  <a:lnTo>
                    <a:pt x="503408" y="1577572"/>
                  </a:lnTo>
                  <a:lnTo>
                    <a:pt x="505329" y="1577572"/>
                  </a:lnTo>
                  <a:lnTo>
                    <a:pt x="507250" y="1577572"/>
                  </a:lnTo>
                  <a:lnTo>
                    <a:pt x="509172" y="1577572"/>
                  </a:lnTo>
                  <a:lnTo>
                    <a:pt x="511093" y="1577572"/>
                  </a:lnTo>
                  <a:lnTo>
                    <a:pt x="513015" y="1577572"/>
                  </a:lnTo>
                  <a:lnTo>
                    <a:pt x="514936" y="1577572"/>
                  </a:lnTo>
                  <a:lnTo>
                    <a:pt x="516858" y="1577572"/>
                  </a:lnTo>
                  <a:lnTo>
                    <a:pt x="518779" y="1577572"/>
                  </a:lnTo>
                  <a:lnTo>
                    <a:pt x="520700" y="1577572"/>
                  </a:lnTo>
                  <a:lnTo>
                    <a:pt x="522622" y="1577572"/>
                  </a:lnTo>
                  <a:lnTo>
                    <a:pt x="524543" y="1577572"/>
                  </a:lnTo>
                  <a:lnTo>
                    <a:pt x="526465" y="1577572"/>
                  </a:lnTo>
                  <a:lnTo>
                    <a:pt x="528386" y="1577572"/>
                  </a:lnTo>
                  <a:lnTo>
                    <a:pt x="530307" y="1577572"/>
                  </a:lnTo>
                  <a:lnTo>
                    <a:pt x="532229" y="1577572"/>
                  </a:lnTo>
                  <a:lnTo>
                    <a:pt x="534150" y="1577572"/>
                  </a:lnTo>
                  <a:lnTo>
                    <a:pt x="536072" y="1577572"/>
                  </a:lnTo>
                  <a:lnTo>
                    <a:pt x="537993" y="1577572"/>
                  </a:lnTo>
                  <a:lnTo>
                    <a:pt x="539914" y="1577572"/>
                  </a:lnTo>
                  <a:lnTo>
                    <a:pt x="541836" y="1577572"/>
                  </a:lnTo>
                  <a:lnTo>
                    <a:pt x="543757" y="1577572"/>
                  </a:lnTo>
                  <a:lnTo>
                    <a:pt x="545679" y="1577572"/>
                  </a:lnTo>
                  <a:lnTo>
                    <a:pt x="547600" y="1577572"/>
                  </a:lnTo>
                  <a:lnTo>
                    <a:pt x="549521" y="1577572"/>
                  </a:lnTo>
                  <a:lnTo>
                    <a:pt x="551443" y="1577572"/>
                  </a:lnTo>
                  <a:lnTo>
                    <a:pt x="553364" y="1577572"/>
                  </a:lnTo>
                  <a:lnTo>
                    <a:pt x="555286" y="1577572"/>
                  </a:lnTo>
                  <a:lnTo>
                    <a:pt x="557207" y="1577572"/>
                  </a:lnTo>
                  <a:lnTo>
                    <a:pt x="559128" y="1577572"/>
                  </a:lnTo>
                  <a:lnTo>
                    <a:pt x="561050" y="1577572"/>
                  </a:lnTo>
                  <a:lnTo>
                    <a:pt x="562971" y="1577572"/>
                  </a:lnTo>
                  <a:lnTo>
                    <a:pt x="564893" y="1577572"/>
                  </a:lnTo>
                  <a:lnTo>
                    <a:pt x="566814" y="1577572"/>
                  </a:lnTo>
                  <a:lnTo>
                    <a:pt x="568735" y="1577572"/>
                  </a:lnTo>
                  <a:lnTo>
                    <a:pt x="570657" y="1577572"/>
                  </a:lnTo>
                  <a:lnTo>
                    <a:pt x="572578" y="1577572"/>
                  </a:lnTo>
                  <a:lnTo>
                    <a:pt x="574500" y="1577572"/>
                  </a:lnTo>
                  <a:lnTo>
                    <a:pt x="576421" y="1577572"/>
                  </a:lnTo>
                  <a:lnTo>
                    <a:pt x="578342" y="1577572"/>
                  </a:lnTo>
                  <a:lnTo>
                    <a:pt x="580264" y="1577572"/>
                  </a:lnTo>
                  <a:lnTo>
                    <a:pt x="582185" y="1577572"/>
                  </a:lnTo>
                  <a:lnTo>
                    <a:pt x="584107" y="1577572"/>
                  </a:lnTo>
                  <a:lnTo>
                    <a:pt x="586028" y="1577572"/>
                  </a:lnTo>
                  <a:lnTo>
                    <a:pt x="587950" y="1577572"/>
                  </a:lnTo>
                  <a:lnTo>
                    <a:pt x="589871" y="1577572"/>
                  </a:lnTo>
                  <a:lnTo>
                    <a:pt x="591792" y="1577572"/>
                  </a:lnTo>
                  <a:lnTo>
                    <a:pt x="593714" y="1577572"/>
                  </a:lnTo>
                  <a:lnTo>
                    <a:pt x="595635" y="1577572"/>
                  </a:lnTo>
                  <a:lnTo>
                    <a:pt x="597557" y="1577572"/>
                  </a:lnTo>
                  <a:lnTo>
                    <a:pt x="599478" y="1577572"/>
                  </a:lnTo>
                  <a:lnTo>
                    <a:pt x="601399" y="1577572"/>
                  </a:lnTo>
                  <a:lnTo>
                    <a:pt x="603321" y="1577572"/>
                  </a:lnTo>
                  <a:lnTo>
                    <a:pt x="605242" y="1577572"/>
                  </a:lnTo>
                  <a:lnTo>
                    <a:pt x="607164" y="1577572"/>
                  </a:lnTo>
                  <a:lnTo>
                    <a:pt x="609085" y="1577572"/>
                  </a:lnTo>
                  <a:lnTo>
                    <a:pt x="611006" y="1577572"/>
                  </a:lnTo>
                  <a:lnTo>
                    <a:pt x="612928" y="1577572"/>
                  </a:lnTo>
                  <a:lnTo>
                    <a:pt x="614849" y="1577572"/>
                  </a:lnTo>
                  <a:lnTo>
                    <a:pt x="616771" y="1577572"/>
                  </a:lnTo>
                  <a:lnTo>
                    <a:pt x="618692" y="1577572"/>
                  </a:lnTo>
                  <a:lnTo>
                    <a:pt x="620613" y="1577572"/>
                  </a:lnTo>
                  <a:lnTo>
                    <a:pt x="622535" y="1577572"/>
                  </a:lnTo>
                  <a:lnTo>
                    <a:pt x="624456" y="1577572"/>
                  </a:lnTo>
                  <a:lnTo>
                    <a:pt x="626378" y="1577572"/>
                  </a:lnTo>
                  <a:lnTo>
                    <a:pt x="628299" y="1577572"/>
                  </a:lnTo>
                  <a:lnTo>
                    <a:pt x="630220" y="1577572"/>
                  </a:lnTo>
                  <a:lnTo>
                    <a:pt x="632142" y="1577572"/>
                  </a:lnTo>
                  <a:lnTo>
                    <a:pt x="634063" y="1577572"/>
                  </a:lnTo>
                  <a:lnTo>
                    <a:pt x="635985" y="1577572"/>
                  </a:lnTo>
                  <a:lnTo>
                    <a:pt x="637906" y="1577572"/>
                  </a:lnTo>
                  <a:lnTo>
                    <a:pt x="639827" y="1577572"/>
                  </a:lnTo>
                  <a:lnTo>
                    <a:pt x="641749" y="1577572"/>
                  </a:lnTo>
                  <a:lnTo>
                    <a:pt x="643670" y="1577572"/>
                  </a:lnTo>
                  <a:lnTo>
                    <a:pt x="645592" y="1577572"/>
                  </a:lnTo>
                  <a:lnTo>
                    <a:pt x="647513" y="1577572"/>
                  </a:lnTo>
                  <a:lnTo>
                    <a:pt x="649434" y="1577572"/>
                  </a:lnTo>
                  <a:lnTo>
                    <a:pt x="651356" y="1577572"/>
                  </a:lnTo>
                  <a:lnTo>
                    <a:pt x="653277" y="1577572"/>
                  </a:lnTo>
                  <a:lnTo>
                    <a:pt x="655199" y="1577572"/>
                  </a:lnTo>
                  <a:lnTo>
                    <a:pt x="657120" y="1577572"/>
                  </a:lnTo>
                  <a:lnTo>
                    <a:pt x="659042" y="1577572"/>
                  </a:lnTo>
                  <a:lnTo>
                    <a:pt x="660963" y="1577572"/>
                  </a:lnTo>
                  <a:lnTo>
                    <a:pt x="662884" y="1577572"/>
                  </a:lnTo>
                  <a:lnTo>
                    <a:pt x="664806" y="1577572"/>
                  </a:lnTo>
                  <a:lnTo>
                    <a:pt x="666727" y="1577572"/>
                  </a:lnTo>
                  <a:lnTo>
                    <a:pt x="668649" y="1577572"/>
                  </a:lnTo>
                  <a:lnTo>
                    <a:pt x="670570" y="1577572"/>
                  </a:lnTo>
                  <a:lnTo>
                    <a:pt x="672491" y="1577572"/>
                  </a:lnTo>
                  <a:lnTo>
                    <a:pt x="674413" y="1577572"/>
                  </a:lnTo>
                  <a:lnTo>
                    <a:pt x="676334" y="1577572"/>
                  </a:lnTo>
                  <a:lnTo>
                    <a:pt x="678256" y="1577572"/>
                  </a:lnTo>
                  <a:lnTo>
                    <a:pt x="680177" y="1577572"/>
                  </a:lnTo>
                  <a:lnTo>
                    <a:pt x="682098" y="1577572"/>
                  </a:lnTo>
                  <a:lnTo>
                    <a:pt x="684020" y="1577572"/>
                  </a:lnTo>
                  <a:lnTo>
                    <a:pt x="685941" y="1577572"/>
                  </a:lnTo>
                  <a:lnTo>
                    <a:pt x="687863" y="1577572"/>
                  </a:lnTo>
                  <a:lnTo>
                    <a:pt x="689784" y="1577572"/>
                  </a:lnTo>
                  <a:lnTo>
                    <a:pt x="691705" y="1577572"/>
                  </a:lnTo>
                  <a:lnTo>
                    <a:pt x="693627" y="1577572"/>
                  </a:lnTo>
                  <a:lnTo>
                    <a:pt x="695548" y="1577572"/>
                  </a:lnTo>
                  <a:lnTo>
                    <a:pt x="697470" y="1577572"/>
                  </a:lnTo>
                  <a:lnTo>
                    <a:pt x="699391" y="1577572"/>
                  </a:lnTo>
                  <a:lnTo>
                    <a:pt x="701312" y="1577572"/>
                  </a:lnTo>
                  <a:lnTo>
                    <a:pt x="703234" y="1577572"/>
                  </a:lnTo>
                  <a:lnTo>
                    <a:pt x="705155" y="1577572"/>
                  </a:lnTo>
                  <a:lnTo>
                    <a:pt x="707077" y="1577572"/>
                  </a:lnTo>
                  <a:lnTo>
                    <a:pt x="708998" y="1577572"/>
                  </a:lnTo>
                  <a:lnTo>
                    <a:pt x="710919" y="1577572"/>
                  </a:lnTo>
                  <a:lnTo>
                    <a:pt x="712841" y="1577572"/>
                  </a:lnTo>
                  <a:lnTo>
                    <a:pt x="714762" y="1577572"/>
                  </a:lnTo>
                  <a:lnTo>
                    <a:pt x="716684" y="1577572"/>
                  </a:lnTo>
                  <a:lnTo>
                    <a:pt x="718605" y="1577572"/>
                  </a:lnTo>
                  <a:lnTo>
                    <a:pt x="720526" y="1577572"/>
                  </a:lnTo>
                  <a:lnTo>
                    <a:pt x="722448" y="1577572"/>
                  </a:lnTo>
                  <a:lnTo>
                    <a:pt x="724369" y="1577572"/>
                  </a:lnTo>
                  <a:lnTo>
                    <a:pt x="726291" y="1577572"/>
                  </a:lnTo>
                  <a:lnTo>
                    <a:pt x="728212" y="1577572"/>
                  </a:lnTo>
                  <a:lnTo>
                    <a:pt x="730134" y="1577572"/>
                  </a:lnTo>
                  <a:lnTo>
                    <a:pt x="732055" y="1577572"/>
                  </a:lnTo>
                  <a:lnTo>
                    <a:pt x="733976" y="1577572"/>
                  </a:lnTo>
                  <a:lnTo>
                    <a:pt x="735898" y="1577572"/>
                  </a:lnTo>
                  <a:lnTo>
                    <a:pt x="737819" y="1577572"/>
                  </a:lnTo>
                  <a:lnTo>
                    <a:pt x="739741" y="1577572"/>
                  </a:lnTo>
                  <a:lnTo>
                    <a:pt x="741662" y="1577572"/>
                  </a:lnTo>
                  <a:lnTo>
                    <a:pt x="743583" y="1577572"/>
                  </a:lnTo>
                  <a:lnTo>
                    <a:pt x="745505" y="1577572"/>
                  </a:lnTo>
                  <a:lnTo>
                    <a:pt x="747426" y="1577572"/>
                  </a:lnTo>
                  <a:lnTo>
                    <a:pt x="749348" y="1577572"/>
                  </a:lnTo>
                  <a:lnTo>
                    <a:pt x="751269" y="1577572"/>
                  </a:lnTo>
                  <a:lnTo>
                    <a:pt x="753190" y="1577572"/>
                  </a:lnTo>
                  <a:lnTo>
                    <a:pt x="755112" y="1577572"/>
                  </a:lnTo>
                  <a:lnTo>
                    <a:pt x="757033" y="1577572"/>
                  </a:lnTo>
                  <a:lnTo>
                    <a:pt x="758955" y="1577572"/>
                  </a:lnTo>
                  <a:lnTo>
                    <a:pt x="760876" y="1577572"/>
                  </a:lnTo>
                  <a:lnTo>
                    <a:pt x="762797" y="1577572"/>
                  </a:lnTo>
                  <a:lnTo>
                    <a:pt x="764719" y="1577572"/>
                  </a:lnTo>
                  <a:lnTo>
                    <a:pt x="766640" y="1577572"/>
                  </a:lnTo>
                  <a:lnTo>
                    <a:pt x="768562" y="1577572"/>
                  </a:lnTo>
                  <a:lnTo>
                    <a:pt x="770483" y="1577572"/>
                  </a:lnTo>
                  <a:lnTo>
                    <a:pt x="772404" y="1577572"/>
                  </a:lnTo>
                  <a:lnTo>
                    <a:pt x="774326" y="1577572"/>
                  </a:lnTo>
                  <a:lnTo>
                    <a:pt x="776247" y="1577572"/>
                  </a:lnTo>
                  <a:lnTo>
                    <a:pt x="778169" y="1577572"/>
                  </a:lnTo>
                  <a:lnTo>
                    <a:pt x="780090" y="1577572"/>
                  </a:lnTo>
                  <a:lnTo>
                    <a:pt x="782011" y="1577572"/>
                  </a:lnTo>
                  <a:lnTo>
                    <a:pt x="783933" y="1577572"/>
                  </a:lnTo>
                  <a:lnTo>
                    <a:pt x="785854" y="1577572"/>
                  </a:lnTo>
                  <a:lnTo>
                    <a:pt x="787776" y="1577572"/>
                  </a:lnTo>
                  <a:lnTo>
                    <a:pt x="789697" y="1577572"/>
                  </a:lnTo>
                  <a:lnTo>
                    <a:pt x="791618" y="1577572"/>
                  </a:lnTo>
                  <a:lnTo>
                    <a:pt x="793540" y="1577572"/>
                  </a:lnTo>
                  <a:lnTo>
                    <a:pt x="795461" y="1577572"/>
                  </a:lnTo>
                  <a:lnTo>
                    <a:pt x="797383" y="1577572"/>
                  </a:lnTo>
                  <a:lnTo>
                    <a:pt x="799304" y="1577572"/>
                  </a:lnTo>
                  <a:lnTo>
                    <a:pt x="801226" y="1577572"/>
                  </a:lnTo>
                  <a:lnTo>
                    <a:pt x="803147" y="1577572"/>
                  </a:lnTo>
                  <a:lnTo>
                    <a:pt x="805068" y="1577572"/>
                  </a:lnTo>
                  <a:lnTo>
                    <a:pt x="806990" y="1577572"/>
                  </a:lnTo>
                  <a:lnTo>
                    <a:pt x="808911" y="1577572"/>
                  </a:lnTo>
                  <a:lnTo>
                    <a:pt x="810833" y="1577572"/>
                  </a:lnTo>
                  <a:lnTo>
                    <a:pt x="812754" y="1577572"/>
                  </a:lnTo>
                  <a:lnTo>
                    <a:pt x="814675" y="1577572"/>
                  </a:lnTo>
                  <a:lnTo>
                    <a:pt x="816597" y="1577572"/>
                  </a:lnTo>
                  <a:lnTo>
                    <a:pt x="818518" y="1577572"/>
                  </a:lnTo>
                  <a:lnTo>
                    <a:pt x="820440" y="1577572"/>
                  </a:lnTo>
                  <a:lnTo>
                    <a:pt x="822361" y="1577572"/>
                  </a:lnTo>
                  <a:lnTo>
                    <a:pt x="824282" y="1577572"/>
                  </a:lnTo>
                  <a:lnTo>
                    <a:pt x="826204" y="1577572"/>
                  </a:lnTo>
                  <a:lnTo>
                    <a:pt x="828125" y="1577572"/>
                  </a:lnTo>
                  <a:lnTo>
                    <a:pt x="830047" y="1577572"/>
                  </a:lnTo>
                  <a:lnTo>
                    <a:pt x="831968" y="1577572"/>
                  </a:lnTo>
                  <a:lnTo>
                    <a:pt x="833889" y="1577572"/>
                  </a:lnTo>
                  <a:lnTo>
                    <a:pt x="835811" y="1577572"/>
                  </a:lnTo>
                  <a:lnTo>
                    <a:pt x="837732" y="1577572"/>
                  </a:lnTo>
                  <a:lnTo>
                    <a:pt x="839654" y="1577572"/>
                  </a:lnTo>
                  <a:lnTo>
                    <a:pt x="841575" y="1577572"/>
                  </a:lnTo>
                  <a:lnTo>
                    <a:pt x="843496" y="1577572"/>
                  </a:lnTo>
                  <a:lnTo>
                    <a:pt x="845418" y="1577572"/>
                  </a:lnTo>
                  <a:lnTo>
                    <a:pt x="847339" y="1577572"/>
                  </a:lnTo>
                  <a:lnTo>
                    <a:pt x="849261" y="1577572"/>
                  </a:lnTo>
                  <a:lnTo>
                    <a:pt x="851182" y="1577572"/>
                  </a:lnTo>
                  <a:lnTo>
                    <a:pt x="853103" y="1577572"/>
                  </a:lnTo>
                  <a:lnTo>
                    <a:pt x="855025" y="1577572"/>
                  </a:lnTo>
                  <a:lnTo>
                    <a:pt x="856946" y="1577572"/>
                  </a:lnTo>
                  <a:lnTo>
                    <a:pt x="858868" y="1577572"/>
                  </a:lnTo>
                  <a:lnTo>
                    <a:pt x="860789" y="1577572"/>
                  </a:lnTo>
                  <a:lnTo>
                    <a:pt x="862710" y="1577572"/>
                  </a:lnTo>
                  <a:lnTo>
                    <a:pt x="864632" y="1577572"/>
                  </a:lnTo>
                  <a:lnTo>
                    <a:pt x="866553" y="1577572"/>
                  </a:lnTo>
                  <a:lnTo>
                    <a:pt x="868475" y="1577572"/>
                  </a:lnTo>
                  <a:lnTo>
                    <a:pt x="870396" y="1577572"/>
                  </a:lnTo>
                  <a:lnTo>
                    <a:pt x="872318" y="1577572"/>
                  </a:lnTo>
                  <a:lnTo>
                    <a:pt x="874239" y="1577572"/>
                  </a:lnTo>
                  <a:lnTo>
                    <a:pt x="876160" y="1577572"/>
                  </a:lnTo>
                  <a:lnTo>
                    <a:pt x="878082" y="1577572"/>
                  </a:lnTo>
                  <a:lnTo>
                    <a:pt x="880003" y="1577572"/>
                  </a:lnTo>
                  <a:lnTo>
                    <a:pt x="881925" y="1577572"/>
                  </a:lnTo>
                  <a:lnTo>
                    <a:pt x="883846" y="1577572"/>
                  </a:lnTo>
                  <a:lnTo>
                    <a:pt x="885767" y="1577572"/>
                  </a:lnTo>
                  <a:lnTo>
                    <a:pt x="887689" y="1577572"/>
                  </a:lnTo>
                  <a:lnTo>
                    <a:pt x="889610" y="1577572"/>
                  </a:lnTo>
                  <a:lnTo>
                    <a:pt x="891532" y="1577572"/>
                  </a:lnTo>
                  <a:lnTo>
                    <a:pt x="893453" y="1577572"/>
                  </a:lnTo>
                  <a:lnTo>
                    <a:pt x="895374" y="1577572"/>
                  </a:lnTo>
                  <a:lnTo>
                    <a:pt x="897296" y="1577572"/>
                  </a:lnTo>
                  <a:lnTo>
                    <a:pt x="899217" y="1577572"/>
                  </a:lnTo>
                  <a:lnTo>
                    <a:pt x="901139" y="1577572"/>
                  </a:lnTo>
                  <a:lnTo>
                    <a:pt x="903060" y="1577572"/>
                  </a:lnTo>
                  <a:lnTo>
                    <a:pt x="904981" y="1577572"/>
                  </a:lnTo>
                  <a:lnTo>
                    <a:pt x="906903" y="1577572"/>
                  </a:lnTo>
                  <a:lnTo>
                    <a:pt x="908824" y="1577572"/>
                  </a:lnTo>
                  <a:lnTo>
                    <a:pt x="910746" y="1577572"/>
                  </a:lnTo>
                  <a:lnTo>
                    <a:pt x="912667" y="1577572"/>
                  </a:lnTo>
                  <a:lnTo>
                    <a:pt x="914588" y="1577572"/>
                  </a:lnTo>
                  <a:lnTo>
                    <a:pt x="916510" y="1577572"/>
                  </a:lnTo>
                  <a:lnTo>
                    <a:pt x="918431" y="1577572"/>
                  </a:lnTo>
                  <a:lnTo>
                    <a:pt x="920353" y="1577572"/>
                  </a:lnTo>
                  <a:lnTo>
                    <a:pt x="922274" y="1577572"/>
                  </a:lnTo>
                  <a:lnTo>
                    <a:pt x="924195" y="1577572"/>
                  </a:lnTo>
                  <a:lnTo>
                    <a:pt x="926117" y="1577572"/>
                  </a:lnTo>
                  <a:lnTo>
                    <a:pt x="928038" y="1577572"/>
                  </a:lnTo>
                  <a:lnTo>
                    <a:pt x="929960" y="1577572"/>
                  </a:lnTo>
                  <a:lnTo>
                    <a:pt x="931881" y="1577572"/>
                  </a:lnTo>
                  <a:lnTo>
                    <a:pt x="933802" y="1577572"/>
                  </a:lnTo>
                  <a:lnTo>
                    <a:pt x="935724" y="1577572"/>
                  </a:lnTo>
                  <a:lnTo>
                    <a:pt x="937645" y="1577572"/>
                  </a:lnTo>
                  <a:lnTo>
                    <a:pt x="939567" y="1577572"/>
                  </a:lnTo>
                  <a:lnTo>
                    <a:pt x="941488" y="1577572"/>
                  </a:lnTo>
                  <a:lnTo>
                    <a:pt x="943410" y="1577572"/>
                  </a:lnTo>
                  <a:lnTo>
                    <a:pt x="945331" y="1577572"/>
                  </a:lnTo>
                  <a:lnTo>
                    <a:pt x="947252" y="1577572"/>
                  </a:lnTo>
                  <a:lnTo>
                    <a:pt x="949174" y="1577572"/>
                  </a:lnTo>
                  <a:lnTo>
                    <a:pt x="951095" y="1577572"/>
                  </a:lnTo>
                  <a:lnTo>
                    <a:pt x="953017" y="1577571"/>
                  </a:lnTo>
                  <a:lnTo>
                    <a:pt x="954938" y="1577566"/>
                  </a:lnTo>
                  <a:lnTo>
                    <a:pt x="956859" y="1577553"/>
                  </a:lnTo>
                  <a:lnTo>
                    <a:pt x="958781" y="1577517"/>
                  </a:lnTo>
                  <a:lnTo>
                    <a:pt x="960702" y="1577434"/>
                  </a:lnTo>
                  <a:lnTo>
                    <a:pt x="962624" y="1577270"/>
                  </a:lnTo>
                  <a:lnTo>
                    <a:pt x="964545" y="1576988"/>
                  </a:lnTo>
                  <a:lnTo>
                    <a:pt x="966466" y="1576573"/>
                  </a:lnTo>
                  <a:lnTo>
                    <a:pt x="968388" y="1576060"/>
                  </a:lnTo>
                  <a:lnTo>
                    <a:pt x="970309" y="1575542"/>
                  </a:lnTo>
                  <a:lnTo>
                    <a:pt x="972231" y="1575151"/>
                  </a:lnTo>
                  <a:lnTo>
                    <a:pt x="974152" y="1575008"/>
                  </a:lnTo>
                  <a:lnTo>
                    <a:pt x="976073" y="1575160"/>
                  </a:lnTo>
                  <a:lnTo>
                    <a:pt x="977995" y="1575557"/>
                  </a:lnTo>
                  <a:lnTo>
                    <a:pt x="979916" y="1576080"/>
                  </a:lnTo>
                  <a:lnTo>
                    <a:pt x="981838" y="1576593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029362" y="5492851"/>
              <a:ext cx="981838" cy="490571"/>
            </a:xfrm>
            <a:custGeom>
              <a:avLst/>
              <a:pathLst>
                <a:path w="981838" h="490571">
                  <a:moveTo>
                    <a:pt x="0" y="490571"/>
                  </a:moveTo>
                  <a:lnTo>
                    <a:pt x="1921" y="490571"/>
                  </a:lnTo>
                  <a:lnTo>
                    <a:pt x="3842" y="490571"/>
                  </a:lnTo>
                  <a:lnTo>
                    <a:pt x="5764" y="490571"/>
                  </a:lnTo>
                  <a:lnTo>
                    <a:pt x="7685" y="490571"/>
                  </a:lnTo>
                  <a:lnTo>
                    <a:pt x="9607" y="490571"/>
                  </a:lnTo>
                  <a:lnTo>
                    <a:pt x="11528" y="490571"/>
                  </a:lnTo>
                  <a:lnTo>
                    <a:pt x="13449" y="490571"/>
                  </a:lnTo>
                  <a:lnTo>
                    <a:pt x="15371" y="490571"/>
                  </a:lnTo>
                  <a:lnTo>
                    <a:pt x="17292" y="490571"/>
                  </a:lnTo>
                  <a:lnTo>
                    <a:pt x="19214" y="490571"/>
                  </a:lnTo>
                  <a:lnTo>
                    <a:pt x="21135" y="490571"/>
                  </a:lnTo>
                  <a:lnTo>
                    <a:pt x="23056" y="490571"/>
                  </a:lnTo>
                  <a:lnTo>
                    <a:pt x="24978" y="490571"/>
                  </a:lnTo>
                  <a:lnTo>
                    <a:pt x="26899" y="490571"/>
                  </a:lnTo>
                  <a:lnTo>
                    <a:pt x="28821" y="490571"/>
                  </a:lnTo>
                  <a:lnTo>
                    <a:pt x="30742" y="490571"/>
                  </a:lnTo>
                  <a:lnTo>
                    <a:pt x="32663" y="490571"/>
                  </a:lnTo>
                  <a:lnTo>
                    <a:pt x="34585" y="490571"/>
                  </a:lnTo>
                  <a:lnTo>
                    <a:pt x="36506" y="490571"/>
                  </a:lnTo>
                  <a:lnTo>
                    <a:pt x="38428" y="490571"/>
                  </a:lnTo>
                  <a:lnTo>
                    <a:pt x="40349" y="490571"/>
                  </a:lnTo>
                  <a:lnTo>
                    <a:pt x="42270" y="490571"/>
                  </a:lnTo>
                  <a:lnTo>
                    <a:pt x="44192" y="490571"/>
                  </a:lnTo>
                  <a:lnTo>
                    <a:pt x="46113" y="490571"/>
                  </a:lnTo>
                  <a:lnTo>
                    <a:pt x="48035" y="490571"/>
                  </a:lnTo>
                  <a:lnTo>
                    <a:pt x="49956" y="490571"/>
                  </a:lnTo>
                  <a:lnTo>
                    <a:pt x="51877" y="490571"/>
                  </a:lnTo>
                  <a:lnTo>
                    <a:pt x="53799" y="490571"/>
                  </a:lnTo>
                  <a:lnTo>
                    <a:pt x="55720" y="490571"/>
                  </a:lnTo>
                  <a:lnTo>
                    <a:pt x="57642" y="490571"/>
                  </a:lnTo>
                  <a:lnTo>
                    <a:pt x="59563" y="490571"/>
                  </a:lnTo>
                  <a:lnTo>
                    <a:pt x="61484" y="490571"/>
                  </a:lnTo>
                  <a:lnTo>
                    <a:pt x="63406" y="490571"/>
                  </a:lnTo>
                  <a:lnTo>
                    <a:pt x="65327" y="490570"/>
                  </a:lnTo>
                  <a:lnTo>
                    <a:pt x="67249" y="490569"/>
                  </a:lnTo>
                  <a:lnTo>
                    <a:pt x="69170" y="490568"/>
                  </a:lnTo>
                  <a:lnTo>
                    <a:pt x="71091" y="490565"/>
                  </a:lnTo>
                  <a:lnTo>
                    <a:pt x="73013" y="490561"/>
                  </a:lnTo>
                  <a:lnTo>
                    <a:pt x="74934" y="490554"/>
                  </a:lnTo>
                  <a:lnTo>
                    <a:pt x="76856" y="490544"/>
                  </a:lnTo>
                  <a:lnTo>
                    <a:pt x="78777" y="490527"/>
                  </a:lnTo>
                  <a:lnTo>
                    <a:pt x="80699" y="490502"/>
                  </a:lnTo>
                  <a:lnTo>
                    <a:pt x="82620" y="490467"/>
                  </a:lnTo>
                  <a:lnTo>
                    <a:pt x="84541" y="490418"/>
                  </a:lnTo>
                  <a:lnTo>
                    <a:pt x="86463" y="490350"/>
                  </a:lnTo>
                  <a:lnTo>
                    <a:pt x="88384" y="490260"/>
                  </a:lnTo>
                  <a:lnTo>
                    <a:pt x="90306" y="490144"/>
                  </a:lnTo>
                  <a:lnTo>
                    <a:pt x="92227" y="489997"/>
                  </a:lnTo>
                  <a:lnTo>
                    <a:pt x="94148" y="489815"/>
                  </a:lnTo>
                  <a:lnTo>
                    <a:pt x="96070" y="489593"/>
                  </a:lnTo>
                  <a:lnTo>
                    <a:pt x="97991" y="489332"/>
                  </a:lnTo>
                  <a:lnTo>
                    <a:pt x="99913" y="489033"/>
                  </a:lnTo>
                  <a:lnTo>
                    <a:pt x="101834" y="488699"/>
                  </a:lnTo>
                  <a:lnTo>
                    <a:pt x="103755" y="488335"/>
                  </a:lnTo>
                  <a:lnTo>
                    <a:pt x="105677" y="487947"/>
                  </a:lnTo>
                  <a:lnTo>
                    <a:pt x="107598" y="487542"/>
                  </a:lnTo>
                  <a:lnTo>
                    <a:pt x="109520" y="487129"/>
                  </a:lnTo>
                  <a:lnTo>
                    <a:pt x="111441" y="486718"/>
                  </a:lnTo>
                  <a:lnTo>
                    <a:pt x="113362" y="486320"/>
                  </a:lnTo>
                  <a:lnTo>
                    <a:pt x="115284" y="485944"/>
                  </a:lnTo>
                  <a:lnTo>
                    <a:pt x="117205" y="485605"/>
                  </a:lnTo>
                  <a:lnTo>
                    <a:pt x="119127" y="485312"/>
                  </a:lnTo>
                  <a:lnTo>
                    <a:pt x="121048" y="485072"/>
                  </a:lnTo>
                  <a:lnTo>
                    <a:pt x="122969" y="484893"/>
                  </a:lnTo>
                  <a:lnTo>
                    <a:pt x="124891" y="484776"/>
                  </a:lnTo>
                  <a:lnTo>
                    <a:pt x="126812" y="484723"/>
                  </a:lnTo>
                  <a:lnTo>
                    <a:pt x="128734" y="484731"/>
                  </a:lnTo>
                  <a:lnTo>
                    <a:pt x="130655" y="484793"/>
                  </a:lnTo>
                  <a:lnTo>
                    <a:pt x="132576" y="484897"/>
                  </a:lnTo>
                  <a:lnTo>
                    <a:pt x="134498" y="485030"/>
                  </a:lnTo>
                  <a:lnTo>
                    <a:pt x="136419" y="485175"/>
                  </a:lnTo>
                  <a:lnTo>
                    <a:pt x="138341" y="485312"/>
                  </a:lnTo>
                  <a:lnTo>
                    <a:pt x="140262" y="485420"/>
                  </a:lnTo>
                  <a:lnTo>
                    <a:pt x="142183" y="485484"/>
                  </a:lnTo>
                  <a:lnTo>
                    <a:pt x="144105" y="485494"/>
                  </a:lnTo>
                  <a:lnTo>
                    <a:pt x="146026" y="485443"/>
                  </a:lnTo>
                  <a:lnTo>
                    <a:pt x="147948" y="485331"/>
                  </a:lnTo>
                  <a:lnTo>
                    <a:pt x="149869" y="485163"/>
                  </a:lnTo>
                  <a:lnTo>
                    <a:pt x="151791" y="484947"/>
                  </a:lnTo>
                  <a:lnTo>
                    <a:pt x="153712" y="484694"/>
                  </a:lnTo>
                  <a:lnTo>
                    <a:pt x="155633" y="484416"/>
                  </a:lnTo>
                  <a:lnTo>
                    <a:pt x="157555" y="484129"/>
                  </a:lnTo>
                  <a:lnTo>
                    <a:pt x="159476" y="483843"/>
                  </a:lnTo>
                  <a:lnTo>
                    <a:pt x="161398" y="483572"/>
                  </a:lnTo>
                  <a:lnTo>
                    <a:pt x="163319" y="483324"/>
                  </a:lnTo>
                  <a:lnTo>
                    <a:pt x="165240" y="483106"/>
                  </a:lnTo>
                  <a:lnTo>
                    <a:pt x="167162" y="482920"/>
                  </a:lnTo>
                  <a:lnTo>
                    <a:pt x="169083" y="482768"/>
                  </a:lnTo>
                  <a:lnTo>
                    <a:pt x="171005" y="482647"/>
                  </a:lnTo>
                  <a:lnTo>
                    <a:pt x="172926" y="482555"/>
                  </a:lnTo>
                  <a:lnTo>
                    <a:pt x="174847" y="482483"/>
                  </a:lnTo>
                  <a:lnTo>
                    <a:pt x="176769" y="482421"/>
                  </a:lnTo>
                  <a:lnTo>
                    <a:pt x="178690" y="482358"/>
                  </a:lnTo>
                  <a:lnTo>
                    <a:pt x="180612" y="482276"/>
                  </a:lnTo>
                  <a:lnTo>
                    <a:pt x="182533" y="482160"/>
                  </a:lnTo>
                  <a:lnTo>
                    <a:pt x="184454" y="481989"/>
                  </a:lnTo>
                  <a:lnTo>
                    <a:pt x="186376" y="481753"/>
                  </a:lnTo>
                  <a:lnTo>
                    <a:pt x="188297" y="481446"/>
                  </a:lnTo>
                  <a:lnTo>
                    <a:pt x="190219" y="481067"/>
                  </a:lnTo>
                  <a:lnTo>
                    <a:pt x="192140" y="480619"/>
                  </a:lnTo>
                  <a:lnTo>
                    <a:pt x="194061" y="480114"/>
                  </a:lnTo>
                  <a:lnTo>
                    <a:pt x="195983" y="479566"/>
                  </a:lnTo>
                  <a:lnTo>
                    <a:pt x="197904" y="478991"/>
                  </a:lnTo>
                  <a:lnTo>
                    <a:pt x="199826" y="478407"/>
                  </a:lnTo>
                  <a:lnTo>
                    <a:pt x="201747" y="477830"/>
                  </a:lnTo>
                  <a:lnTo>
                    <a:pt x="203668" y="477271"/>
                  </a:lnTo>
                  <a:lnTo>
                    <a:pt x="205590" y="476743"/>
                  </a:lnTo>
                  <a:lnTo>
                    <a:pt x="207511" y="476247"/>
                  </a:lnTo>
                  <a:lnTo>
                    <a:pt x="209433" y="475780"/>
                  </a:lnTo>
                  <a:lnTo>
                    <a:pt x="211354" y="475337"/>
                  </a:lnTo>
                  <a:lnTo>
                    <a:pt x="213275" y="474910"/>
                  </a:lnTo>
                  <a:lnTo>
                    <a:pt x="215197" y="474492"/>
                  </a:lnTo>
                  <a:lnTo>
                    <a:pt x="217118" y="474073"/>
                  </a:lnTo>
                  <a:lnTo>
                    <a:pt x="219040" y="473646"/>
                  </a:lnTo>
                  <a:lnTo>
                    <a:pt x="220961" y="473204"/>
                  </a:lnTo>
                  <a:lnTo>
                    <a:pt x="222883" y="472742"/>
                  </a:lnTo>
                  <a:lnTo>
                    <a:pt x="224804" y="472257"/>
                  </a:lnTo>
                  <a:lnTo>
                    <a:pt x="226725" y="471749"/>
                  </a:lnTo>
                  <a:lnTo>
                    <a:pt x="228647" y="471223"/>
                  </a:lnTo>
                  <a:lnTo>
                    <a:pt x="230568" y="470691"/>
                  </a:lnTo>
                  <a:lnTo>
                    <a:pt x="232490" y="470166"/>
                  </a:lnTo>
                  <a:lnTo>
                    <a:pt x="234411" y="469662"/>
                  </a:lnTo>
                  <a:lnTo>
                    <a:pt x="236332" y="469195"/>
                  </a:lnTo>
                  <a:lnTo>
                    <a:pt x="238254" y="468780"/>
                  </a:lnTo>
                  <a:lnTo>
                    <a:pt x="240175" y="468424"/>
                  </a:lnTo>
                  <a:lnTo>
                    <a:pt x="242097" y="468131"/>
                  </a:lnTo>
                  <a:lnTo>
                    <a:pt x="244018" y="467892"/>
                  </a:lnTo>
                  <a:lnTo>
                    <a:pt x="245939" y="467691"/>
                  </a:lnTo>
                  <a:lnTo>
                    <a:pt x="247861" y="467500"/>
                  </a:lnTo>
                  <a:lnTo>
                    <a:pt x="249782" y="467278"/>
                  </a:lnTo>
                  <a:lnTo>
                    <a:pt x="251704" y="466975"/>
                  </a:lnTo>
                  <a:lnTo>
                    <a:pt x="253625" y="466549"/>
                  </a:lnTo>
                  <a:lnTo>
                    <a:pt x="255546" y="465957"/>
                  </a:lnTo>
                  <a:lnTo>
                    <a:pt x="257468" y="465167"/>
                  </a:lnTo>
                  <a:lnTo>
                    <a:pt x="259389" y="464156"/>
                  </a:lnTo>
                  <a:lnTo>
                    <a:pt x="261311" y="462917"/>
                  </a:lnTo>
                  <a:lnTo>
                    <a:pt x="263232" y="461457"/>
                  </a:lnTo>
                  <a:lnTo>
                    <a:pt x="265153" y="459799"/>
                  </a:lnTo>
                  <a:lnTo>
                    <a:pt x="267075" y="457981"/>
                  </a:lnTo>
                  <a:lnTo>
                    <a:pt x="268996" y="456050"/>
                  </a:lnTo>
                  <a:lnTo>
                    <a:pt x="270918" y="454065"/>
                  </a:lnTo>
                  <a:lnTo>
                    <a:pt x="272839" y="452090"/>
                  </a:lnTo>
                  <a:lnTo>
                    <a:pt x="274760" y="450180"/>
                  </a:lnTo>
                  <a:lnTo>
                    <a:pt x="276682" y="448373"/>
                  </a:lnTo>
                  <a:lnTo>
                    <a:pt x="278603" y="446690"/>
                  </a:lnTo>
                  <a:lnTo>
                    <a:pt x="280525" y="445134"/>
                  </a:lnTo>
                  <a:lnTo>
                    <a:pt x="282446" y="443685"/>
                  </a:lnTo>
                  <a:lnTo>
                    <a:pt x="284367" y="442306"/>
                  </a:lnTo>
                  <a:lnTo>
                    <a:pt x="286289" y="440945"/>
                  </a:lnTo>
                  <a:lnTo>
                    <a:pt x="288210" y="439538"/>
                  </a:lnTo>
                  <a:lnTo>
                    <a:pt x="290132" y="438016"/>
                  </a:lnTo>
                  <a:lnTo>
                    <a:pt x="292053" y="436311"/>
                  </a:lnTo>
                  <a:lnTo>
                    <a:pt x="293975" y="434336"/>
                  </a:lnTo>
                  <a:lnTo>
                    <a:pt x="295896" y="432054"/>
                  </a:lnTo>
                  <a:lnTo>
                    <a:pt x="297817" y="429447"/>
                  </a:lnTo>
                  <a:lnTo>
                    <a:pt x="299739" y="426504"/>
                  </a:lnTo>
                  <a:lnTo>
                    <a:pt x="301660" y="423230"/>
                  </a:lnTo>
                  <a:lnTo>
                    <a:pt x="303582" y="419639"/>
                  </a:lnTo>
                  <a:lnTo>
                    <a:pt x="305503" y="415747"/>
                  </a:lnTo>
                  <a:lnTo>
                    <a:pt x="307424" y="411559"/>
                  </a:lnTo>
                  <a:lnTo>
                    <a:pt x="309346" y="407067"/>
                  </a:lnTo>
                  <a:lnTo>
                    <a:pt x="311267" y="402232"/>
                  </a:lnTo>
                  <a:lnTo>
                    <a:pt x="313189" y="396980"/>
                  </a:lnTo>
                  <a:lnTo>
                    <a:pt x="315110" y="391172"/>
                  </a:lnTo>
                  <a:lnTo>
                    <a:pt x="317031" y="384593"/>
                  </a:lnTo>
                  <a:lnTo>
                    <a:pt x="318953" y="377076"/>
                  </a:lnTo>
                  <a:lnTo>
                    <a:pt x="320874" y="368399"/>
                  </a:lnTo>
                  <a:lnTo>
                    <a:pt x="322796" y="358337"/>
                  </a:lnTo>
                  <a:lnTo>
                    <a:pt x="324717" y="346681"/>
                  </a:lnTo>
                  <a:lnTo>
                    <a:pt x="326638" y="333259"/>
                  </a:lnTo>
                  <a:lnTo>
                    <a:pt x="328560" y="317951"/>
                  </a:lnTo>
                  <a:lnTo>
                    <a:pt x="330481" y="300703"/>
                  </a:lnTo>
                  <a:lnTo>
                    <a:pt x="332403" y="281537"/>
                  </a:lnTo>
                  <a:lnTo>
                    <a:pt x="334324" y="260556"/>
                  </a:lnTo>
                  <a:lnTo>
                    <a:pt x="336245" y="237947"/>
                  </a:lnTo>
                  <a:lnTo>
                    <a:pt x="338167" y="213894"/>
                  </a:lnTo>
                  <a:lnTo>
                    <a:pt x="340088" y="188898"/>
                  </a:lnTo>
                  <a:lnTo>
                    <a:pt x="342010" y="163415"/>
                  </a:lnTo>
                  <a:lnTo>
                    <a:pt x="343931" y="137929"/>
                  </a:lnTo>
                  <a:lnTo>
                    <a:pt x="345852" y="112970"/>
                  </a:lnTo>
                  <a:lnTo>
                    <a:pt x="347774" y="89102"/>
                  </a:lnTo>
                  <a:lnTo>
                    <a:pt x="349695" y="66906"/>
                  </a:lnTo>
                  <a:lnTo>
                    <a:pt x="351617" y="46966"/>
                  </a:lnTo>
                  <a:lnTo>
                    <a:pt x="353538" y="29852"/>
                  </a:lnTo>
                  <a:lnTo>
                    <a:pt x="355459" y="16099"/>
                  </a:lnTo>
                  <a:lnTo>
                    <a:pt x="357381" y="6181"/>
                  </a:lnTo>
                  <a:lnTo>
                    <a:pt x="359302" y="668"/>
                  </a:lnTo>
                  <a:lnTo>
                    <a:pt x="361224" y="0"/>
                  </a:lnTo>
                  <a:lnTo>
                    <a:pt x="363145" y="4005"/>
                  </a:lnTo>
                  <a:lnTo>
                    <a:pt x="365067" y="12654"/>
                  </a:lnTo>
                  <a:lnTo>
                    <a:pt x="366988" y="25774"/>
                  </a:lnTo>
                  <a:lnTo>
                    <a:pt x="368909" y="43051"/>
                  </a:lnTo>
                  <a:lnTo>
                    <a:pt x="370831" y="64044"/>
                  </a:lnTo>
                  <a:lnTo>
                    <a:pt x="372752" y="88201"/>
                  </a:lnTo>
                  <a:lnTo>
                    <a:pt x="374674" y="114889"/>
                  </a:lnTo>
                  <a:lnTo>
                    <a:pt x="376595" y="143417"/>
                  </a:lnTo>
                  <a:lnTo>
                    <a:pt x="378516" y="173075"/>
                  </a:lnTo>
                  <a:lnTo>
                    <a:pt x="380438" y="203157"/>
                  </a:lnTo>
                  <a:lnTo>
                    <a:pt x="382359" y="232911"/>
                  </a:lnTo>
                  <a:lnTo>
                    <a:pt x="384281" y="261712"/>
                  </a:lnTo>
                  <a:lnTo>
                    <a:pt x="386202" y="289091"/>
                  </a:lnTo>
                  <a:lnTo>
                    <a:pt x="388123" y="314681"/>
                  </a:lnTo>
                  <a:lnTo>
                    <a:pt x="390045" y="338219"/>
                  </a:lnTo>
                  <a:lnTo>
                    <a:pt x="391966" y="359540"/>
                  </a:lnTo>
                  <a:lnTo>
                    <a:pt x="393888" y="378571"/>
                  </a:lnTo>
                  <a:lnTo>
                    <a:pt x="395809" y="395317"/>
                  </a:lnTo>
                  <a:lnTo>
                    <a:pt x="397730" y="409850"/>
                  </a:lnTo>
                  <a:lnTo>
                    <a:pt x="399652" y="422292"/>
                  </a:lnTo>
                  <a:lnTo>
                    <a:pt x="401573" y="432802"/>
                  </a:lnTo>
                  <a:lnTo>
                    <a:pt x="403495" y="441501"/>
                  </a:lnTo>
                  <a:lnTo>
                    <a:pt x="405416" y="448592"/>
                  </a:lnTo>
                  <a:lnTo>
                    <a:pt x="407337" y="454385"/>
                  </a:lnTo>
                  <a:lnTo>
                    <a:pt x="409259" y="459075"/>
                  </a:lnTo>
                  <a:lnTo>
                    <a:pt x="411180" y="462843"/>
                  </a:lnTo>
                  <a:lnTo>
                    <a:pt x="413102" y="465849"/>
                  </a:lnTo>
                  <a:lnTo>
                    <a:pt x="415023" y="468233"/>
                  </a:lnTo>
                  <a:lnTo>
                    <a:pt x="416944" y="470110"/>
                  </a:lnTo>
                  <a:lnTo>
                    <a:pt x="418866" y="471570"/>
                  </a:lnTo>
                  <a:lnTo>
                    <a:pt x="420787" y="472681"/>
                  </a:lnTo>
                  <a:lnTo>
                    <a:pt x="422709" y="473487"/>
                  </a:lnTo>
                  <a:lnTo>
                    <a:pt x="424630" y="474021"/>
                  </a:lnTo>
                  <a:lnTo>
                    <a:pt x="426551" y="474281"/>
                  </a:lnTo>
                  <a:lnTo>
                    <a:pt x="428473" y="474313"/>
                  </a:lnTo>
                  <a:lnTo>
                    <a:pt x="430394" y="474141"/>
                  </a:lnTo>
                  <a:lnTo>
                    <a:pt x="432316" y="473800"/>
                  </a:lnTo>
                  <a:lnTo>
                    <a:pt x="434237" y="473331"/>
                  </a:lnTo>
                  <a:lnTo>
                    <a:pt x="436159" y="472785"/>
                  </a:lnTo>
                  <a:lnTo>
                    <a:pt x="438080" y="472218"/>
                  </a:lnTo>
                  <a:lnTo>
                    <a:pt x="440001" y="471687"/>
                  </a:lnTo>
                  <a:lnTo>
                    <a:pt x="441923" y="471245"/>
                  </a:lnTo>
                  <a:lnTo>
                    <a:pt x="443844" y="470937"/>
                  </a:lnTo>
                  <a:lnTo>
                    <a:pt x="445766" y="470796"/>
                  </a:lnTo>
                  <a:lnTo>
                    <a:pt x="447687" y="470847"/>
                  </a:lnTo>
                  <a:lnTo>
                    <a:pt x="449608" y="471092"/>
                  </a:lnTo>
                  <a:lnTo>
                    <a:pt x="451530" y="471503"/>
                  </a:lnTo>
                  <a:lnTo>
                    <a:pt x="453451" y="472053"/>
                  </a:lnTo>
                  <a:lnTo>
                    <a:pt x="455373" y="472711"/>
                  </a:lnTo>
                  <a:lnTo>
                    <a:pt x="457294" y="473443"/>
                  </a:lnTo>
                  <a:lnTo>
                    <a:pt x="459215" y="474220"/>
                  </a:lnTo>
                  <a:lnTo>
                    <a:pt x="461137" y="475012"/>
                  </a:lnTo>
                  <a:lnTo>
                    <a:pt x="463058" y="475798"/>
                  </a:lnTo>
                  <a:lnTo>
                    <a:pt x="464980" y="476561"/>
                  </a:lnTo>
                  <a:lnTo>
                    <a:pt x="466901" y="477288"/>
                  </a:lnTo>
                  <a:lnTo>
                    <a:pt x="468822" y="477968"/>
                  </a:lnTo>
                  <a:lnTo>
                    <a:pt x="470744" y="478588"/>
                  </a:lnTo>
                  <a:lnTo>
                    <a:pt x="472665" y="479148"/>
                  </a:lnTo>
                  <a:lnTo>
                    <a:pt x="474587" y="479642"/>
                  </a:lnTo>
                  <a:lnTo>
                    <a:pt x="476508" y="480067"/>
                  </a:lnTo>
                  <a:lnTo>
                    <a:pt x="478429" y="480423"/>
                  </a:lnTo>
                  <a:lnTo>
                    <a:pt x="480351" y="480712"/>
                  </a:lnTo>
                  <a:lnTo>
                    <a:pt x="482272" y="480943"/>
                  </a:lnTo>
                  <a:lnTo>
                    <a:pt x="484194" y="481126"/>
                  </a:lnTo>
                  <a:lnTo>
                    <a:pt x="486115" y="481276"/>
                  </a:lnTo>
                  <a:lnTo>
                    <a:pt x="488036" y="481415"/>
                  </a:lnTo>
                  <a:lnTo>
                    <a:pt x="489958" y="481563"/>
                  </a:lnTo>
                  <a:lnTo>
                    <a:pt x="491879" y="481746"/>
                  </a:lnTo>
                  <a:lnTo>
                    <a:pt x="493801" y="481988"/>
                  </a:lnTo>
                  <a:lnTo>
                    <a:pt x="495722" y="482300"/>
                  </a:lnTo>
                  <a:lnTo>
                    <a:pt x="497643" y="482690"/>
                  </a:lnTo>
                  <a:lnTo>
                    <a:pt x="499565" y="483157"/>
                  </a:lnTo>
                  <a:lnTo>
                    <a:pt x="501486" y="483691"/>
                  </a:lnTo>
                  <a:lnTo>
                    <a:pt x="503408" y="484277"/>
                  </a:lnTo>
                  <a:lnTo>
                    <a:pt x="505329" y="484891"/>
                  </a:lnTo>
                  <a:lnTo>
                    <a:pt x="507250" y="485509"/>
                  </a:lnTo>
                  <a:lnTo>
                    <a:pt x="509172" y="486105"/>
                  </a:lnTo>
                  <a:lnTo>
                    <a:pt x="511093" y="486654"/>
                  </a:lnTo>
                  <a:lnTo>
                    <a:pt x="513015" y="487135"/>
                  </a:lnTo>
                  <a:lnTo>
                    <a:pt x="514936" y="487525"/>
                  </a:lnTo>
                  <a:lnTo>
                    <a:pt x="516858" y="487823"/>
                  </a:lnTo>
                  <a:lnTo>
                    <a:pt x="518779" y="488030"/>
                  </a:lnTo>
                  <a:lnTo>
                    <a:pt x="520700" y="488152"/>
                  </a:lnTo>
                  <a:lnTo>
                    <a:pt x="522622" y="488197"/>
                  </a:lnTo>
                  <a:lnTo>
                    <a:pt x="524543" y="488179"/>
                  </a:lnTo>
                  <a:lnTo>
                    <a:pt x="526465" y="488109"/>
                  </a:lnTo>
                  <a:lnTo>
                    <a:pt x="528386" y="488001"/>
                  </a:lnTo>
                  <a:lnTo>
                    <a:pt x="530307" y="487867"/>
                  </a:lnTo>
                  <a:lnTo>
                    <a:pt x="532229" y="487719"/>
                  </a:lnTo>
                  <a:lnTo>
                    <a:pt x="534150" y="487567"/>
                  </a:lnTo>
                  <a:lnTo>
                    <a:pt x="536072" y="487420"/>
                  </a:lnTo>
                  <a:lnTo>
                    <a:pt x="537993" y="487288"/>
                  </a:lnTo>
                  <a:lnTo>
                    <a:pt x="539914" y="487177"/>
                  </a:lnTo>
                  <a:lnTo>
                    <a:pt x="541836" y="487095"/>
                  </a:lnTo>
                  <a:lnTo>
                    <a:pt x="543757" y="487045"/>
                  </a:lnTo>
                  <a:lnTo>
                    <a:pt x="545679" y="487032"/>
                  </a:lnTo>
                  <a:lnTo>
                    <a:pt x="547600" y="487057"/>
                  </a:lnTo>
                  <a:lnTo>
                    <a:pt x="549521" y="487120"/>
                  </a:lnTo>
                  <a:lnTo>
                    <a:pt x="551443" y="487219"/>
                  </a:lnTo>
                  <a:lnTo>
                    <a:pt x="553364" y="487348"/>
                  </a:lnTo>
                  <a:lnTo>
                    <a:pt x="555286" y="487501"/>
                  </a:lnTo>
                  <a:lnTo>
                    <a:pt x="557207" y="487668"/>
                  </a:lnTo>
                  <a:lnTo>
                    <a:pt x="559128" y="487836"/>
                  </a:lnTo>
                  <a:lnTo>
                    <a:pt x="561050" y="487993"/>
                  </a:lnTo>
                  <a:lnTo>
                    <a:pt x="562971" y="488128"/>
                  </a:lnTo>
                  <a:lnTo>
                    <a:pt x="564893" y="488229"/>
                  </a:lnTo>
                  <a:lnTo>
                    <a:pt x="566814" y="488289"/>
                  </a:lnTo>
                  <a:lnTo>
                    <a:pt x="568735" y="488304"/>
                  </a:lnTo>
                  <a:lnTo>
                    <a:pt x="570657" y="488271"/>
                  </a:lnTo>
                  <a:lnTo>
                    <a:pt x="572578" y="488194"/>
                  </a:lnTo>
                  <a:lnTo>
                    <a:pt x="574500" y="488079"/>
                  </a:lnTo>
                  <a:lnTo>
                    <a:pt x="576421" y="487936"/>
                  </a:lnTo>
                  <a:lnTo>
                    <a:pt x="578342" y="487776"/>
                  </a:lnTo>
                  <a:lnTo>
                    <a:pt x="580264" y="487615"/>
                  </a:lnTo>
                  <a:lnTo>
                    <a:pt x="582185" y="487469"/>
                  </a:lnTo>
                  <a:lnTo>
                    <a:pt x="584107" y="487354"/>
                  </a:lnTo>
                  <a:lnTo>
                    <a:pt x="586028" y="487279"/>
                  </a:lnTo>
                  <a:lnTo>
                    <a:pt x="587950" y="487254"/>
                  </a:lnTo>
                  <a:lnTo>
                    <a:pt x="589871" y="487285"/>
                  </a:lnTo>
                  <a:lnTo>
                    <a:pt x="591792" y="487372"/>
                  </a:lnTo>
                  <a:lnTo>
                    <a:pt x="593714" y="487513"/>
                  </a:lnTo>
                  <a:lnTo>
                    <a:pt x="595635" y="487704"/>
                  </a:lnTo>
                  <a:lnTo>
                    <a:pt x="597557" y="487936"/>
                  </a:lnTo>
                  <a:lnTo>
                    <a:pt x="599478" y="488198"/>
                  </a:lnTo>
                  <a:lnTo>
                    <a:pt x="601399" y="488478"/>
                  </a:lnTo>
                  <a:lnTo>
                    <a:pt x="603321" y="488765"/>
                  </a:lnTo>
                  <a:lnTo>
                    <a:pt x="605242" y="489044"/>
                  </a:lnTo>
                  <a:lnTo>
                    <a:pt x="607164" y="489308"/>
                  </a:lnTo>
                  <a:lnTo>
                    <a:pt x="609085" y="489549"/>
                  </a:lnTo>
                  <a:lnTo>
                    <a:pt x="611006" y="489762"/>
                  </a:lnTo>
                  <a:lnTo>
                    <a:pt x="612928" y="489946"/>
                  </a:lnTo>
                  <a:lnTo>
                    <a:pt x="614849" y="490099"/>
                  </a:lnTo>
                  <a:lnTo>
                    <a:pt x="616771" y="490223"/>
                  </a:lnTo>
                  <a:lnTo>
                    <a:pt x="618692" y="490321"/>
                  </a:lnTo>
                  <a:lnTo>
                    <a:pt x="620613" y="490396"/>
                  </a:lnTo>
                  <a:lnTo>
                    <a:pt x="622535" y="490452"/>
                  </a:lnTo>
                  <a:lnTo>
                    <a:pt x="624456" y="490491"/>
                  </a:lnTo>
                  <a:lnTo>
                    <a:pt x="626378" y="490519"/>
                  </a:lnTo>
                  <a:lnTo>
                    <a:pt x="628299" y="490538"/>
                  </a:lnTo>
                  <a:lnTo>
                    <a:pt x="630220" y="490550"/>
                  </a:lnTo>
                  <a:lnTo>
                    <a:pt x="632142" y="490558"/>
                  </a:lnTo>
                  <a:lnTo>
                    <a:pt x="634063" y="490564"/>
                  </a:lnTo>
                  <a:lnTo>
                    <a:pt x="635985" y="490567"/>
                  </a:lnTo>
                  <a:lnTo>
                    <a:pt x="637906" y="490569"/>
                  </a:lnTo>
                  <a:lnTo>
                    <a:pt x="639827" y="490570"/>
                  </a:lnTo>
                  <a:lnTo>
                    <a:pt x="641749" y="490571"/>
                  </a:lnTo>
                  <a:lnTo>
                    <a:pt x="643670" y="490571"/>
                  </a:lnTo>
                  <a:lnTo>
                    <a:pt x="645592" y="490571"/>
                  </a:lnTo>
                  <a:lnTo>
                    <a:pt x="647513" y="490571"/>
                  </a:lnTo>
                  <a:lnTo>
                    <a:pt x="649434" y="490571"/>
                  </a:lnTo>
                  <a:lnTo>
                    <a:pt x="651356" y="490571"/>
                  </a:lnTo>
                  <a:lnTo>
                    <a:pt x="653277" y="490571"/>
                  </a:lnTo>
                  <a:lnTo>
                    <a:pt x="655199" y="490571"/>
                  </a:lnTo>
                  <a:lnTo>
                    <a:pt x="657120" y="490571"/>
                  </a:lnTo>
                  <a:lnTo>
                    <a:pt x="659042" y="490570"/>
                  </a:lnTo>
                  <a:lnTo>
                    <a:pt x="660963" y="490570"/>
                  </a:lnTo>
                  <a:lnTo>
                    <a:pt x="662884" y="490568"/>
                  </a:lnTo>
                  <a:lnTo>
                    <a:pt x="664806" y="490566"/>
                  </a:lnTo>
                  <a:lnTo>
                    <a:pt x="666727" y="490562"/>
                  </a:lnTo>
                  <a:lnTo>
                    <a:pt x="668649" y="490557"/>
                  </a:lnTo>
                  <a:lnTo>
                    <a:pt x="670570" y="490547"/>
                  </a:lnTo>
                  <a:lnTo>
                    <a:pt x="672491" y="490534"/>
                  </a:lnTo>
                  <a:lnTo>
                    <a:pt x="674413" y="490514"/>
                  </a:lnTo>
                  <a:lnTo>
                    <a:pt x="676334" y="490487"/>
                  </a:lnTo>
                  <a:lnTo>
                    <a:pt x="678256" y="490449"/>
                  </a:lnTo>
                  <a:lnTo>
                    <a:pt x="680177" y="490401"/>
                  </a:lnTo>
                  <a:lnTo>
                    <a:pt x="682098" y="490338"/>
                  </a:lnTo>
                  <a:lnTo>
                    <a:pt x="684020" y="490262"/>
                  </a:lnTo>
                  <a:lnTo>
                    <a:pt x="685941" y="490171"/>
                  </a:lnTo>
                  <a:lnTo>
                    <a:pt x="687863" y="490066"/>
                  </a:lnTo>
                  <a:lnTo>
                    <a:pt x="689784" y="489951"/>
                  </a:lnTo>
                  <a:lnTo>
                    <a:pt x="691705" y="489828"/>
                  </a:lnTo>
                  <a:lnTo>
                    <a:pt x="693627" y="489705"/>
                  </a:lnTo>
                  <a:lnTo>
                    <a:pt x="695548" y="489589"/>
                  </a:lnTo>
                  <a:lnTo>
                    <a:pt x="697470" y="489487"/>
                  </a:lnTo>
                  <a:lnTo>
                    <a:pt x="699391" y="489405"/>
                  </a:lnTo>
                  <a:lnTo>
                    <a:pt x="701312" y="489350"/>
                  </a:lnTo>
                  <a:lnTo>
                    <a:pt x="703234" y="489325"/>
                  </a:lnTo>
                  <a:lnTo>
                    <a:pt x="705155" y="489332"/>
                  </a:lnTo>
                  <a:lnTo>
                    <a:pt x="707077" y="489371"/>
                  </a:lnTo>
                  <a:lnTo>
                    <a:pt x="708998" y="489440"/>
                  </a:lnTo>
                  <a:lnTo>
                    <a:pt x="710919" y="489532"/>
                  </a:lnTo>
                  <a:lnTo>
                    <a:pt x="712841" y="489643"/>
                  </a:lnTo>
                  <a:lnTo>
                    <a:pt x="714762" y="489763"/>
                  </a:lnTo>
                  <a:lnTo>
                    <a:pt x="716684" y="489884"/>
                  </a:lnTo>
                  <a:lnTo>
                    <a:pt x="718605" y="490000"/>
                  </a:lnTo>
                  <a:lnTo>
                    <a:pt x="720526" y="490104"/>
                  </a:lnTo>
                  <a:lnTo>
                    <a:pt x="722448" y="490194"/>
                  </a:lnTo>
                  <a:lnTo>
                    <a:pt x="724369" y="490265"/>
                  </a:lnTo>
                  <a:lnTo>
                    <a:pt x="726291" y="490315"/>
                  </a:lnTo>
                  <a:lnTo>
                    <a:pt x="728212" y="490342"/>
                  </a:lnTo>
                  <a:lnTo>
                    <a:pt x="730134" y="490346"/>
                  </a:lnTo>
                  <a:lnTo>
                    <a:pt x="732055" y="490325"/>
                  </a:lnTo>
                  <a:lnTo>
                    <a:pt x="733976" y="490278"/>
                  </a:lnTo>
                  <a:lnTo>
                    <a:pt x="735898" y="490201"/>
                  </a:lnTo>
                  <a:lnTo>
                    <a:pt x="737819" y="490095"/>
                  </a:lnTo>
                  <a:lnTo>
                    <a:pt x="739741" y="489961"/>
                  </a:lnTo>
                  <a:lnTo>
                    <a:pt x="741662" y="489797"/>
                  </a:lnTo>
                  <a:lnTo>
                    <a:pt x="743583" y="489603"/>
                  </a:lnTo>
                  <a:lnTo>
                    <a:pt x="745505" y="489382"/>
                  </a:lnTo>
                  <a:lnTo>
                    <a:pt x="747426" y="489133"/>
                  </a:lnTo>
                  <a:lnTo>
                    <a:pt x="749348" y="488859"/>
                  </a:lnTo>
                  <a:lnTo>
                    <a:pt x="751269" y="488562"/>
                  </a:lnTo>
                  <a:lnTo>
                    <a:pt x="753190" y="488241"/>
                  </a:lnTo>
                  <a:lnTo>
                    <a:pt x="755112" y="487898"/>
                  </a:lnTo>
                  <a:lnTo>
                    <a:pt x="757033" y="487528"/>
                  </a:lnTo>
                  <a:lnTo>
                    <a:pt x="758955" y="487132"/>
                  </a:lnTo>
                  <a:lnTo>
                    <a:pt x="760876" y="486707"/>
                  </a:lnTo>
                  <a:lnTo>
                    <a:pt x="762797" y="486252"/>
                  </a:lnTo>
                  <a:lnTo>
                    <a:pt x="764719" y="485768"/>
                  </a:lnTo>
                  <a:lnTo>
                    <a:pt x="766640" y="485258"/>
                  </a:lnTo>
                  <a:lnTo>
                    <a:pt x="768562" y="484728"/>
                  </a:lnTo>
                  <a:lnTo>
                    <a:pt x="770483" y="484190"/>
                  </a:lnTo>
                  <a:lnTo>
                    <a:pt x="772404" y="483657"/>
                  </a:lnTo>
                  <a:lnTo>
                    <a:pt x="774326" y="483149"/>
                  </a:lnTo>
                  <a:lnTo>
                    <a:pt x="776247" y="482685"/>
                  </a:lnTo>
                  <a:lnTo>
                    <a:pt x="778169" y="482288"/>
                  </a:lnTo>
                  <a:lnTo>
                    <a:pt x="780090" y="481985"/>
                  </a:lnTo>
                  <a:lnTo>
                    <a:pt x="782011" y="481787"/>
                  </a:lnTo>
                  <a:lnTo>
                    <a:pt x="783933" y="481702"/>
                  </a:lnTo>
                  <a:lnTo>
                    <a:pt x="785854" y="481736"/>
                  </a:lnTo>
                  <a:lnTo>
                    <a:pt x="787776" y="481884"/>
                  </a:lnTo>
                  <a:lnTo>
                    <a:pt x="789697" y="482140"/>
                  </a:lnTo>
                  <a:lnTo>
                    <a:pt x="791618" y="482487"/>
                  </a:lnTo>
                  <a:lnTo>
                    <a:pt x="793540" y="482907"/>
                  </a:lnTo>
                  <a:lnTo>
                    <a:pt x="795461" y="483376"/>
                  </a:lnTo>
                  <a:lnTo>
                    <a:pt x="797383" y="483871"/>
                  </a:lnTo>
                  <a:lnTo>
                    <a:pt x="799304" y="484366"/>
                  </a:lnTo>
                  <a:lnTo>
                    <a:pt x="801226" y="484832"/>
                  </a:lnTo>
                  <a:lnTo>
                    <a:pt x="803147" y="485247"/>
                  </a:lnTo>
                  <a:lnTo>
                    <a:pt x="805068" y="485596"/>
                  </a:lnTo>
                  <a:lnTo>
                    <a:pt x="806990" y="485868"/>
                  </a:lnTo>
                  <a:lnTo>
                    <a:pt x="808911" y="486054"/>
                  </a:lnTo>
                  <a:lnTo>
                    <a:pt x="810833" y="486151"/>
                  </a:lnTo>
                  <a:lnTo>
                    <a:pt x="812754" y="486160"/>
                  </a:lnTo>
                  <a:lnTo>
                    <a:pt x="814675" y="486081"/>
                  </a:lnTo>
                  <a:lnTo>
                    <a:pt x="816597" y="485918"/>
                  </a:lnTo>
                  <a:lnTo>
                    <a:pt x="818518" y="485673"/>
                  </a:lnTo>
                  <a:lnTo>
                    <a:pt x="820440" y="485349"/>
                  </a:lnTo>
                  <a:lnTo>
                    <a:pt x="822361" y="484945"/>
                  </a:lnTo>
                  <a:lnTo>
                    <a:pt x="824282" y="484460"/>
                  </a:lnTo>
                  <a:lnTo>
                    <a:pt x="826204" y="483903"/>
                  </a:lnTo>
                  <a:lnTo>
                    <a:pt x="828125" y="483278"/>
                  </a:lnTo>
                  <a:lnTo>
                    <a:pt x="830047" y="482594"/>
                  </a:lnTo>
                  <a:lnTo>
                    <a:pt x="831968" y="481863"/>
                  </a:lnTo>
                  <a:lnTo>
                    <a:pt x="833889" y="481101"/>
                  </a:lnTo>
                  <a:lnTo>
                    <a:pt x="835811" y="480326"/>
                  </a:lnTo>
                  <a:lnTo>
                    <a:pt x="837732" y="479560"/>
                  </a:lnTo>
                  <a:lnTo>
                    <a:pt x="839654" y="478821"/>
                  </a:lnTo>
                  <a:lnTo>
                    <a:pt x="841575" y="478130"/>
                  </a:lnTo>
                  <a:lnTo>
                    <a:pt x="843496" y="477501"/>
                  </a:lnTo>
                  <a:lnTo>
                    <a:pt x="845418" y="476948"/>
                  </a:lnTo>
                  <a:lnTo>
                    <a:pt x="847339" y="476467"/>
                  </a:lnTo>
                  <a:lnTo>
                    <a:pt x="849261" y="476048"/>
                  </a:lnTo>
                  <a:lnTo>
                    <a:pt x="851182" y="475679"/>
                  </a:lnTo>
                  <a:lnTo>
                    <a:pt x="853103" y="475341"/>
                  </a:lnTo>
                  <a:lnTo>
                    <a:pt x="855025" y="475015"/>
                  </a:lnTo>
                  <a:lnTo>
                    <a:pt x="856946" y="474684"/>
                  </a:lnTo>
                  <a:lnTo>
                    <a:pt x="858868" y="474329"/>
                  </a:lnTo>
                  <a:lnTo>
                    <a:pt x="860789" y="473935"/>
                  </a:lnTo>
                  <a:lnTo>
                    <a:pt x="862710" y="473492"/>
                  </a:lnTo>
                  <a:lnTo>
                    <a:pt x="864632" y="472990"/>
                  </a:lnTo>
                  <a:lnTo>
                    <a:pt x="866553" y="472421"/>
                  </a:lnTo>
                  <a:lnTo>
                    <a:pt x="868475" y="471777"/>
                  </a:lnTo>
                  <a:lnTo>
                    <a:pt x="870396" y="471064"/>
                  </a:lnTo>
                  <a:lnTo>
                    <a:pt x="872318" y="470283"/>
                  </a:lnTo>
                  <a:lnTo>
                    <a:pt x="874239" y="469440"/>
                  </a:lnTo>
                  <a:lnTo>
                    <a:pt x="876160" y="468549"/>
                  </a:lnTo>
                  <a:lnTo>
                    <a:pt x="878082" y="467628"/>
                  </a:lnTo>
                  <a:lnTo>
                    <a:pt x="880003" y="466700"/>
                  </a:lnTo>
                  <a:lnTo>
                    <a:pt x="881925" y="465797"/>
                  </a:lnTo>
                  <a:lnTo>
                    <a:pt x="883846" y="464950"/>
                  </a:lnTo>
                  <a:lnTo>
                    <a:pt x="885767" y="464192"/>
                  </a:lnTo>
                  <a:lnTo>
                    <a:pt x="887689" y="463553"/>
                  </a:lnTo>
                  <a:lnTo>
                    <a:pt x="889610" y="463069"/>
                  </a:lnTo>
                  <a:lnTo>
                    <a:pt x="891532" y="462736"/>
                  </a:lnTo>
                  <a:lnTo>
                    <a:pt x="893453" y="462545"/>
                  </a:lnTo>
                  <a:lnTo>
                    <a:pt x="895374" y="462476"/>
                  </a:lnTo>
                  <a:lnTo>
                    <a:pt x="897296" y="462497"/>
                  </a:lnTo>
                  <a:lnTo>
                    <a:pt x="899217" y="462567"/>
                  </a:lnTo>
                  <a:lnTo>
                    <a:pt x="901139" y="462644"/>
                  </a:lnTo>
                  <a:lnTo>
                    <a:pt x="903060" y="462682"/>
                  </a:lnTo>
                  <a:lnTo>
                    <a:pt x="904981" y="462645"/>
                  </a:lnTo>
                  <a:lnTo>
                    <a:pt x="906903" y="462500"/>
                  </a:lnTo>
                  <a:lnTo>
                    <a:pt x="908824" y="462229"/>
                  </a:lnTo>
                  <a:lnTo>
                    <a:pt x="910746" y="461817"/>
                  </a:lnTo>
                  <a:lnTo>
                    <a:pt x="912667" y="461268"/>
                  </a:lnTo>
                  <a:lnTo>
                    <a:pt x="914588" y="460606"/>
                  </a:lnTo>
                  <a:lnTo>
                    <a:pt x="916510" y="459852"/>
                  </a:lnTo>
                  <a:lnTo>
                    <a:pt x="918431" y="459032"/>
                  </a:lnTo>
                  <a:lnTo>
                    <a:pt x="920353" y="458172"/>
                  </a:lnTo>
                  <a:lnTo>
                    <a:pt x="922274" y="457300"/>
                  </a:lnTo>
                  <a:lnTo>
                    <a:pt x="924195" y="456445"/>
                  </a:lnTo>
                  <a:lnTo>
                    <a:pt x="926117" y="455632"/>
                  </a:lnTo>
                  <a:lnTo>
                    <a:pt x="928038" y="454888"/>
                  </a:lnTo>
                  <a:lnTo>
                    <a:pt x="929960" y="454238"/>
                  </a:lnTo>
                  <a:lnTo>
                    <a:pt x="931881" y="453704"/>
                  </a:lnTo>
                  <a:lnTo>
                    <a:pt x="933802" y="453323"/>
                  </a:lnTo>
                  <a:lnTo>
                    <a:pt x="935724" y="453100"/>
                  </a:lnTo>
                  <a:lnTo>
                    <a:pt x="937645" y="453046"/>
                  </a:lnTo>
                  <a:lnTo>
                    <a:pt x="939567" y="453171"/>
                  </a:lnTo>
                  <a:lnTo>
                    <a:pt x="941488" y="453478"/>
                  </a:lnTo>
                  <a:lnTo>
                    <a:pt x="943410" y="453969"/>
                  </a:lnTo>
                  <a:lnTo>
                    <a:pt x="945331" y="454642"/>
                  </a:lnTo>
                  <a:lnTo>
                    <a:pt x="947252" y="455493"/>
                  </a:lnTo>
                  <a:lnTo>
                    <a:pt x="949174" y="456513"/>
                  </a:lnTo>
                  <a:lnTo>
                    <a:pt x="951095" y="457691"/>
                  </a:lnTo>
                  <a:lnTo>
                    <a:pt x="953017" y="459013"/>
                  </a:lnTo>
                  <a:lnTo>
                    <a:pt x="954938" y="460463"/>
                  </a:lnTo>
                  <a:lnTo>
                    <a:pt x="956859" y="462016"/>
                  </a:lnTo>
                  <a:lnTo>
                    <a:pt x="958781" y="463639"/>
                  </a:lnTo>
                  <a:lnTo>
                    <a:pt x="960702" y="465305"/>
                  </a:lnTo>
                  <a:lnTo>
                    <a:pt x="962624" y="466990"/>
                  </a:lnTo>
                  <a:lnTo>
                    <a:pt x="964545" y="468673"/>
                  </a:lnTo>
                  <a:lnTo>
                    <a:pt x="966466" y="470337"/>
                  </a:lnTo>
                  <a:lnTo>
                    <a:pt x="968388" y="471969"/>
                  </a:lnTo>
                  <a:lnTo>
                    <a:pt x="970309" y="473561"/>
                  </a:lnTo>
                  <a:lnTo>
                    <a:pt x="972231" y="475110"/>
                  </a:lnTo>
                  <a:lnTo>
                    <a:pt x="974152" y="476613"/>
                  </a:lnTo>
                  <a:lnTo>
                    <a:pt x="976073" y="478070"/>
                  </a:lnTo>
                  <a:lnTo>
                    <a:pt x="977995" y="479471"/>
                  </a:lnTo>
                  <a:lnTo>
                    <a:pt x="979916" y="480818"/>
                  </a:lnTo>
                  <a:lnTo>
                    <a:pt x="981838" y="482102"/>
                  </a:lnTo>
                  <a:lnTo>
                    <a:pt x="981838" y="490571"/>
                  </a:lnTo>
                  <a:lnTo>
                    <a:pt x="979916" y="490571"/>
                  </a:lnTo>
                  <a:lnTo>
                    <a:pt x="977995" y="490571"/>
                  </a:lnTo>
                  <a:lnTo>
                    <a:pt x="976073" y="490571"/>
                  </a:lnTo>
                  <a:lnTo>
                    <a:pt x="974152" y="490571"/>
                  </a:lnTo>
                  <a:lnTo>
                    <a:pt x="972231" y="490571"/>
                  </a:lnTo>
                  <a:lnTo>
                    <a:pt x="970309" y="490571"/>
                  </a:lnTo>
                  <a:lnTo>
                    <a:pt x="968388" y="490571"/>
                  </a:lnTo>
                  <a:lnTo>
                    <a:pt x="966466" y="490571"/>
                  </a:lnTo>
                  <a:lnTo>
                    <a:pt x="964545" y="490571"/>
                  </a:lnTo>
                  <a:lnTo>
                    <a:pt x="962624" y="490571"/>
                  </a:lnTo>
                  <a:lnTo>
                    <a:pt x="960702" y="490571"/>
                  </a:lnTo>
                  <a:lnTo>
                    <a:pt x="958781" y="490571"/>
                  </a:lnTo>
                  <a:lnTo>
                    <a:pt x="956859" y="490571"/>
                  </a:lnTo>
                  <a:lnTo>
                    <a:pt x="954938" y="490571"/>
                  </a:lnTo>
                  <a:lnTo>
                    <a:pt x="953017" y="490571"/>
                  </a:lnTo>
                  <a:lnTo>
                    <a:pt x="951095" y="490571"/>
                  </a:lnTo>
                  <a:lnTo>
                    <a:pt x="949174" y="490571"/>
                  </a:lnTo>
                  <a:lnTo>
                    <a:pt x="947252" y="490571"/>
                  </a:lnTo>
                  <a:lnTo>
                    <a:pt x="945331" y="490571"/>
                  </a:lnTo>
                  <a:lnTo>
                    <a:pt x="943410" y="490571"/>
                  </a:lnTo>
                  <a:lnTo>
                    <a:pt x="941488" y="490571"/>
                  </a:lnTo>
                  <a:lnTo>
                    <a:pt x="939567" y="490571"/>
                  </a:lnTo>
                  <a:lnTo>
                    <a:pt x="937645" y="490571"/>
                  </a:lnTo>
                  <a:lnTo>
                    <a:pt x="935724" y="490571"/>
                  </a:lnTo>
                  <a:lnTo>
                    <a:pt x="933802" y="490571"/>
                  </a:lnTo>
                  <a:lnTo>
                    <a:pt x="931881" y="490571"/>
                  </a:lnTo>
                  <a:lnTo>
                    <a:pt x="929960" y="490571"/>
                  </a:lnTo>
                  <a:lnTo>
                    <a:pt x="928038" y="490571"/>
                  </a:lnTo>
                  <a:lnTo>
                    <a:pt x="926117" y="490571"/>
                  </a:lnTo>
                  <a:lnTo>
                    <a:pt x="924195" y="490571"/>
                  </a:lnTo>
                  <a:lnTo>
                    <a:pt x="922274" y="490571"/>
                  </a:lnTo>
                  <a:lnTo>
                    <a:pt x="920353" y="490571"/>
                  </a:lnTo>
                  <a:lnTo>
                    <a:pt x="918431" y="490571"/>
                  </a:lnTo>
                  <a:lnTo>
                    <a:pt x="916510" y="490571"/>
                  </a:lnTo>
                  <a:lnTo>
                    <a:pt x="914588" y="490571"/>
                  </a:lnTo>
                  <a:lnTo>
                    <a:pt x="912667" y="490571"/>
                  </a:lnTo>
                  <a:lnTo>
                    <a:pt x="910746" y="490571"/>
                  </a:lnTo>
                  <a:lnTo>
                    <a:pt x="908824" y="490571"/>
                  </a:lnTo>
                  <a:lnTo>
                    <a:pt x="906903" y="490571"/>
                  </a:lnTo>
                  <a:lnTo>
                    <a:pt x="904981" y="490571"/>
                  </a:lnTo>
                  <a:lnTo>
                    <a:pt x="903060" y="490571"/>
                  </a:lnTo>
                  <a:lnTo>
                    <a:pt x="901139" y="490571"/>
                  </a:lnTo>
                  <a:lnTo>
                    <a:pt x="899217" y="490571"/>
                  </a:lnTo>
                  <a:lnTo>
                    <a:pt x="897296" y="490571"/>
                  </a:lnTo>
                  <a:lnTo>
                    <a:pt x="895374" y="490571"/>
                  </a:lnTo>
                  <a:lnTo>
                    <a:pt x="893453" y="490571"/>
                  </a:lnTo>
                  <a:lnTo>
                    <a:pt x="891532" y="490571"/>
                  </a:lnTo>
                  <a:lnTo>
                    <a:pt x="889610" y="490571"/>
                  </a:lnTo>
                  <a:lnTo>
                    <a:pt x="887689" y="490571"/>
                  </a:lnTo>
                  <a:lnTo>
                    <a:pt x="885767" y="490571"/>
                  </a:lnTo>
                  <a:lnTo>
                    <a:pt x="883846" y="490571"/>
                  </a:lnTo>
                  <a:lnTo>
                    <a:pt x="881925" y="490571"/>
                  </a:lnTo>
                  <a:lnTo>
                    <a:pt x="880003" y="490571"/>
                  </a:lnTo>
                  <a:lnTo>
                    <a:pt x="878082" y="490571"/>
                  </a:lnTo>
                  <a:lnTo>
                    <a:pt x="876160" y="490571"/>
                  </a:lnTo>
                  <a:lnTo>
                    <a:pt x="874239" y="490571"/>
                  </a:lnTo>
                  <a:lnTo>
                    <a:pt x="872318" y="490571"/>
                  </a:lnTo>
                  <a:lnTo>
                    <a:pt x="870396" y="490571"/>
                  </a:lnTo>
                  <a:lnTo>
                    <a:pt x="868475" y="490571"/>
                  </a:lnTo>
                  <a:lnTo>
                    <a:pt x="866553" y="490571"/>
                  </a:lnTo>
                  <a:lnTo>
                    <a:pt x="864632" y="490571"/>
                  </a:lnTo>
                  <a:lnTo>
                    <a:pt x="862710" y="490571"/>
                  </a:lnTo>
                  <a:lnTo>
                    <a:pt x="860789" y="490571"/>
                  </a:lnTo>
                  <a:lnTo>
                    <a:pt x="858868" y="490571"/>
                  </a:lnTo>
                  <a:lnTo>
                    <a:pt x="856946" y="490571"/>
                  </a:lnTo>
                  <a:lnTo>
                    <a:pt x="855025" y="490571"/>
                  </a:lnTo>
                  <a:lnTo>
                    <a:pt x="853103" y="490571"/>
                  </a:lnTo>
                  <a:lnTo>
                    <a:pt x="851182" y="490571"/>
                  </a:lnTo>
                  <a:lnTo>
                    <a:pt x="849261" y="490571"/>
                  </a:lnTo>
                  <a:lnTo>
                    <a:pt x="847339" y="490571"/>
                  </a:lnTo>
                  <a:lnTo>
                    <a:pt x="845418" y="490571"/>
                  </a:lnTo>
                  <a:lnTo>
                    <a:pt x="843496" y="490571"/>
                  </a:lnTo>
                  <a:lnTo>
                    <a:pt x="841575" y="490571"/>
                  </a:lnTo>
                  <a:lnTo>
                    <a:pt x="839654" y="490571"/>
                  </a:lnTo>
                  <a:lnTo>
                    <a:pt x="837732" y="490571"/>
                  </a:lnTo>
                  <a:lnTo>
                    <a:pt x="835811" y="490571"/>
                  </a:lnTo>
                  <a:lnTo>
                    <a:pt x="833889" y="490571"/>
                  </a:lnTo>
                  <a:lnTo>
                    <a:pt x="831968" y="490571"/>
                  </a:lnTo>
                  <a:lnTo>
                    <a:pt x="830047" y="490571"/>
                  </a:lnTo>
                  <a:lnTo>
                    <a:pt x="828125" y="490571"/>
                  </a:lnTo>
                  <a:lnTo>
                    <a:pt x="826204" y="490571"/>
                  </a:lnTo>
                  <a:lnTo>
                    <a:pt x="824282" y="490571"/>
                  </a:lnTo>
                  <a:lnTo>
                    <a:pt x="822361" y="490571"/>
                  </a:lnTo>
                  <a:lnTo>
                    <a:pt x="820440" y="490571"/>
                  </a:lnTo>
                  <a:lnTo>
                    <a:pt x="818518" y="490571"/>
                  </a:lnTo>
                  <a:lnTo>
                    <a:pt x="816597" y="490571"/>
                  </a:lnTo>
                  <a:lnTo>
                    <a:pt x="814675" y="490571"/>
                  </a:lnTo>
                  <a:lnTo>
                    <a:pt x="812754" y="490571"/>
                  </a:lnTo>
                  <a:lnTo>
                    <a:pt x="810833" y="490571"/>
                  </a:lnTo>
                  <a:lnTo>
                    <a:pt x="808911" y="490571"/>
                  </a:lnTo>
                  <a:lnTo>
                    <a:pt x="806990" y="490571"/>
                  </a:lnTo>
                  <a:lnTo>
                    <a:pt x="805068" y="490571"/>
                  </a:lnTo>
                  <a:lnTo>
                    <a:pt x="803147" y="490571"/>
                  </a:lnTo>
                  <a:lnTo>
                    <a:pt x="801226" y="490571"/>
                  </a:lnTo>
                  <a:lnTo>
                    <a:pt x="799304" y="490571"/>
                  </a:lnTo>
                  <a:lnTo>
                    <a:pt x="797383" y="490571"/>
                  </a:lnTo>
                  <a:lnTo>
                    <a:pt x="795461" y="490571"/>
                  </a:lnTo>
                  <a:lnTo>
                    <a:pt x="793540" y="490571"/>
                  </a:lnTo>
                  <a:lnTo>
                    <a:pt x="791618" y="490571"/>
                  </a:lnTo>
                  <a:lnTo>
                    <a:pt x="789697" y="490571"/>
                  </a:lnTo>
                  <a:lnTo>
                    <a:pt x="787776" y="490571"/>
                  </a:lnTo>
                  <a:lnTo>
                    <a:pt x="785854" y="490571"/>
                  </a:lnTo>
                  <a:lnTo>
                    <a:pt x="783933" y="490571"/>
                  </a:lnTo>
                  <a:lnTo>
                    <a:pt x="782011" y="490571"/>
                  </a:lnTo>
                  <a:lnTo>
                    <a:pt x="780090" y="490571"/>
                  </a:lnTo>
                  <a:lnTo>
                    <a:pt x="778169" y="490571"/>
                  </a:lnTo>
                  <a:lnTo>
                    <a:pt x="776247" y="490571"/>
                  </a:lnTo>
                  <a:lnTo>
                    <a:pt x="774326" y="490571"/>
                  </a:lnTo>
                  <a:lnTo>
                    <a:pt x="772404" y="490571"/>
                  </a:lnTo>
                  <a:lnTo>
                    <a:pt x="770483" y="490571"/>
                  </a:lnTo>
                  <a:lnTo>
                    <a:pt x="768562" y="490571"/>
                  </a:lnTo>
                  <a:lnTo>
                    <a:pt x="766640" y="490571"/>
                  </a:lnTo>
                  <a:lnTo>
                    <a:pt x="764719" y="490571"/>
                  </a:lnTo>
                  <a:lnTo>
                    <a:pt x="762797" y="490571"/>
                  </a:lnTo>
                  <a:lnTo>
                    <a:pt x="760876" y="490571"/>
                  </a:lnTo>
                  <a:lnTo>
                    <a:pt x="758955" y="490571"/>
                  </a:lnTo>
                  <a:lnTo>
                    <a:pt x="757033" y="490571"/>
                  </a:lnTo>
                  <a:lnTo>
                    <a:pt x="755112" y="490571"/>
                  </a:lnTo>
                  <a:lnTo>
                    <a:pt x="753190" y="490571"/>
                  </a:lnTo>
                  <a:lnTo>
                    <a:pt x="751269" y="490571"/>
                  </a:lnTo>
                  <a:lnTo>
                    <a:pt x="749348" y="490571"/>
                  </a:lnTo>
                  <a:lnTo>
                    <a:pt x="747426" y="490571"/>
                  </a:lnTo>
                  <a:lnTo>
                    <a:pt x="745505" y="490571"/>
                  </a:lnTo>
                  <a:lnTo>
                    <a:pt x="743583" y="490571"/>
                  </a:lnTo>
                  <a:lnTo>
                    <a:pt x="741662" y="490571"/>
                  </a:lnTo>
                  <a:lnTo>
                    <a:pt x="739741" y="490571"/>
                  </a:lnTo>
                  <a:lnTo>
                    <a:pt x="737819" y="490571"/>
                  </a:lnTo>
                  <a:lnTo>
                    <a:pt x="735898" y="490571"/>
                  </a:lnTo>
                  <a:lnTo>
                    <a:pt x="733976" y="490571"/>
                  </a:lnTo>
                  <a:lnTo>
                    <a:pt x="732055" y="490571"/>
                  </a:lnTo>
                  <a:lnTo>
                    <a:pt x="730134" y="490571"/>
                  </a:lnTo>
                  <a:lnTo>
                    <a:pt x="728212" y="490571"/>
                  </a:lnTo>
                  <a:lnTo>
                    <a:pt x="726291" y="490571"/>
                  </a:lnTo>
                  <a:lnTo>
                    <a:pt x="724369" y="490571"/>
                  </a:lnTo>
                  <a:lnTo>
                    <a:pt x="722448" y="490571"/>
                  </a:lnTo>
                  <a:lnTo>
                    <a:pt x="720526" y="490571"/>
                  </a:lnTo>
                  <a:lnTo>
                    <a:pt x="718605" y="490571"/>
                  </a:lnTo>
                  <a:lnTo>
                    <a:pt x="716684" y="490571"/>
                  </a:lnTo>
                  <a:lnTo>
                    <a:pt x="714762" y="490571"/>
                  </a:lnTo>
                  <a:lnTo>
                    <a:pt x="712841" y="490571"/>
                  </a:lnTo>
                  <a:lnTo>
                    <a:pt x="710919" y="490571"/>
                  </a:lnTo>
                  <a:lnTo>
                    <a:pt x="708998" y="490571"/>
                  </a:lnTo>
                  <a:lnTo>
                    <a:pt x="707077" y="490571"/>
                  </a:lnTo>
                  <a:lnTo>
                    <a:pt x="705155" y="490571"/>
                  </a:lnTo>
                  <a:lnTo>
                    <a:pt x="703234" y="490571"/>
                  </a:lnTo>
                  <a:lnTo>
                    <a:pt x="701312" y="490571"/>
                  </a:lnTo>
                  <a:lnTo>
                    <a:pt x="699391" y="490571"/>
                  </a:lnTo>
                  <a:lnTo>
                    <a:pt x="697470" y="490571"/>
                  </a:lnTo>
                  <a:lnTo>
                    <a:pt x="695548" y="490571"/>
                  </a:lnTo>
                  <a:lnTo>
                    <a:pt x="693627" y="490571"/>
                  </a:lnTo>
                  <a:lnTo>
                    <a:pt x="691705" y="490571"/>
                  </a:lnTo>
                  <a:lnTo>
                    <a:pt x="689784" y="490571"/>
                  </a:lnTo>
                  <a:lnTo>
                    <a:pt x="687863" y="490571"/>
                  </a:lnTo>
                  <a:lnTo>
                    <a:pt x="685941" y="490571"/>
                  </a:lnTo>
                  <a:lnTo>
                    <a:pt x="684020" y="490571"/>
                  </a:lnTo>
                  <a:lnTo>
                    <a:pt x="682098" y="490571"/>
                  </a:lnTo>
                  <a:lnTo>
                    <a:pt x="680177" y="490571"/>
                  </a:lnTo>
                  <a:lnTo>
                    <a:pt x="678256" y="490571"/>
                  </a:lnTo>
                  <a:lnTo>
                    <a:pt x="676334" y="490571"/>
                  </a:lnTo>
                  <a:lnTo>
                    <a:pt x="674413" y="490571"/>
                  </a:lnTo>
                  <a:lnTo>
                    <a:pt x="672491" y="490571"/>
                  </a:lnTo>
                  <a:lnTo>
                    <a:pt x="670570" y="490571"/>
                  </a:lnTo>
                  <a:lnTo>
                    <a:pt x="668649" y="490571"/>
                  </a:lnTo>
                  <a:lnTo>
                    <a:pt x="666727" y="490571"/>
                  </a:lnTo>
                  <a:lnTo>
                    <a:pt x="664806" y="490571"/>
                  </a:lnTo>
                  <a:lnTo>
                    <a:pt x="662884" y="490571"/>
                  </a:lnTo>
                  <a:lnTo>
                    <a:pt x="660963" y="490571"/>
                  </a:lnTo>
                  <a:lnTo>
                    <a:pt x="659042" y="490571"/>
                  </a:lnTo>
                  <a:lnTo>
                    <a:pt x="657120" y="490571"/>
                  </a:lnTo>
                  <a:lnTo>
                    <a:pt x="655199" y="490571"/>
                  </a:lnTo>
                  <a:lnTo>
                    <a:pt x="653277" y="490571"/>
                  </a:lnTo>
                  <a:lnTo>
                    <a:pt x="651356" y="490571"/>
                  </a:lnTo>
                  <a:lnTo>
                    <a:pt x="649434" y="490571"/>
                  </a:lnTo>
                  <a:lnTo>
                    <a:pt x="647513" y="490571"/>
                  </a:lnTo>
                  <a:lnTo>
                    <a:pt x="645592" y="490571"/>
                  </a:lnTo>
                  <a:lnTo>
                    <a:pt x="643670" y="490571"/>
                  </a:lnTo>
                  <a:lnTo>
                    <a:pt x="641749" y="490571"/>
                  </a:lnTo>
                  <a:lnTo>
                    <a:pt x="639827" y="490571"/>
                  </a:lnTo>
                  <a:lnTo>
                    <a:pt x="637906" y="490571"/>
                  </a:lnTo>
                  <a:lnTo>
                    <a:pt x="635985" y="490571"/>
                  </a:lnTo>
                  <a:lnTo>
                    <a:pt x="634063" y="490571"/>
                  </a:lnTo>
                  <a:lnTo>
                    <a:pt x="632142" y="490571"/>
                  </a:lnTo>
                  <a:lnTo>
                    <a:pt x="630220" y="490571"/>
                  </a:lnTo>
                  <a:lnTo>
                    <a:pt x="628299" y="490571"/>
                  </a:lnTo>
                  <a:lnTo>
                    <a:pt x="626378" y="490571"/>
                  </a:lnTo>
                  <a:lnTo>
                    <a:pt x="624456" y="490571"/>
                  </a:lnTo>
                  <a:lnTo>
                    <a:pt x="622535" y="490571"/>
                  </a:lnTo>
                  <a:lnTo>
                    <a:pt x="620613" y="490571"/>
                  </a:lnTo>
                  <a:lnTo>
                    <a:pt x="618692" y="490571"/>
                  </a:lnTo>
                  <a:lnTo>
                    <a:pt x="616771" y="490571"/>
                  </a:lnTo>
                  <a:lnTo>
                    <a:pt x="614849" y="490571"/>
                  </a:lnTo>
                  <a:lnTo>
                    <a:pt x="612928" y="490571"/>
                  </a:lnTo>
                  <a:lnTo>
                    <a:pt x="611006" y="490571"/>
                  </a:lnTo>
                  <a:lnTo>
                    <a:pt x="609085" y="490571"/>
                  </a:lnTo>
                  <a:lnTo>
                    <a:pt x="607164" y="490571"/>
                  </a:lnTo>
                  <a:lnTo>
                    <a:pt x="605242" y="490571"/>
                  </a:lnTo>
                  <a:lnTo>
                    <a:pt x="603321" y="490571"/>
                  </a:lnTo>
                  <a:lnTo>
                    <a:pt x="601399" y="490571"/>
                  </a:lnTo>
                  <a:lnTo>
                    <a:pt x="599478" y="490571"/>
                  </a:lnTo>
                  <a:lnTo>
                    <a:pt x="597557" y="490571"/>
                  </a:lnTo>
                  <a:lnTo>
                    <a:pt x="595635" y="490571"/>
                  </a:lnTo>
                  <a:lnTo>
                    <a:pt x="593714" y="490571"/>
                  </a:lnTo>
                  <a:lnTo>
                    <a:pt x="591792" y="490571"/>
                  </a:lnTo>
                  <a:lnTo>
                    <a:pt x="589871" y="490571"/>
                  </a:lnTo>
                  <a:lnTo>
                    <a:pt x="587950" y="490571"/>
                  </a:lnTo>
                  <a:lnTo>
                    <a:pt x="586028" y="490571"/>
                  </a:lnTo>
                  <a:lnTo>
                    <a:pt x="584107" y="490571"/>
                  </a:lnTo>
                  <a:lnTo>
                    <a:pt x="582185" y="490571"/>
                  </a:lnTo>
                  <a:lnTo>
                    <a:pt x="580264" y="490571"/>
                  </a:lnTo>
                  <a:lnTo>
                    <a:pt x="578342" y="490571"/>
                  </a:lnTo>
                  <a:lnTo>
                    <a:pt x="576421" y="490571"/>
                  </a:lnTo>
                  <a:lnTo>
                    <a:pt x="574500" y="490571"/>
                  </a:lnTo>
                  <a:lnTo>
                    <a:pt x="572578" y="490571"/>
                  </a:lnTo>
                  <a:lnTo>
                    <a:pt x="570657" y="490571"/>
                  </a:lnTo>
                  <a:lnTo>
                    <a:pt x="568735" y="490571"/>
                  </a:lnTo>
                  <a:lnTo>
                    <a:pt x="566814" y="490571"/>
                  </a:lnTo>
                  <a:lnTo>
                    <a:pt x="564893" y="490571"/>
                  </a:lnTo>
                  <a:lnTo>
                    <a:pt x="562971" y="490571"/>
                  </a:lnTo>
                  <a:lnTo>
                    <a:pt x="561050" y="490571"/>
                  </a:lnTo>
                  <a:lnTo>
                    <a:pt x="559128" y="490571"/>
                  </a:lnTo>
                  <a:lnTo>
                    <a:pt x="557207" y="490571"/>
                  </a:lnTo>
                  <a:lnTo>
                    <a:pt x="555286" y="490571"/>
                  </a:lnTo>
                  <a:lnTo>
                    <a:pt x="553364" y="490571"/>
                  </a:lnTo>
                  <a:lnTo>
                    <a:pt x="551443" y="490571"/>
                  </a:lnTo>
                  <a:lnTo>
                    <a:pt x="549521" y="490571"/>
                  </a:lnTo>
                  <a:lnTo>
                    <a:pt x="547600" y="490571"/>
                  </a:lnTo>
                  <a:lnTo>
                    <a:pt x="545679" y="490571"/>
                  </a:lnTo>
                  <a:lnTo>
                    <a:pt x="543757" y="490571"/>
                  </a:lnTo>
                  <a:lnTo>
                    <a:pt x="541836" y="490571"/>
                  </a:lnTo>
                  <a:lnTo>
                    <a:pt x="539914" y="490571"/>
                  </a:lnTo>
                  <a:lnTo>
                    <a:pt x="537993" y="490571"/>
                  </a:lnTo>
                  <a:lnTo>
                    <a:pt x="536072" y="490571"/>
                  </a:lnTo>
                  <a:lnTo>
                    <a:pt x="534150" y="490571"/>
                  </a:lnTo>
                  <a:lnTo>
                    <a:pt x="532229" y="490571"/>
                  </a:lnTo>
                  <a:lnTo>
                    <a:pt x="530307" y="490571"/>
                  </a:lnTo>
                  <a:lnTo>
                    <a:pt x="528386" y="490571"/>
                  </a:lnTo>
                  <a:lnTo>
                    <a:pt x="526465" y="490571"/>
                  </a:lnTo>
                  <a:lnTo>
                    <a:pt x="524543" y="490571"/>
                  </a:lnTo>
                  <a:lnTo>
                    <a:pt x="522622" y="490571"/>
                  </a:lnTo>
                  <a:lnTo>
                    <a:pt x="520700" y="490571"/>
                  </a:lnTo>
                  <a:lnTo>
                    <a:pt x="518779" y="490571"/>
                  </a:lnTo>
                  <a:lnTo>
                    <a:pt x="516858" y="490571"/>
                  </a:lnTo>
                  <a:lnTo>
                    <a:pt x="514936" y="490571"/>
                  </a:lnTo>
                  <a:lnTo>
                    <a:pt x="513015" y="490571"/>
                  </a:lnTo>
                  <a:lnTo>
                    <a:pt x="511093" y="490571"/>
                  </a:lnTo>
                  <a:lnTo>
                    <a:pt x="509172" y="490571"/>
                  </a:lnTo>
                  <a:lnTo>
                    <a:pt x="507250" y="490571"/>
                  </a:lnTo>
                  <a:lnTo>
                    <a:pt x="505329" y="490571"/>
                  </a:lnTo>
                  <a:lnTo>
                    <a:pt x="503408" y="490571"/>
                  </a:lnTo>
                  <a:lnTo>
                    <a:pt x="501486" y="490571"/>
                  </a:lnTo>
                  <a:lnTo>
                    <a:pt x="499565" y="490571"/>
                  </a:lnTo>
                  <a:lnTo>
                    <a:pt x="497643" y="490571"/>
                  </a:lnTo>
                  <a:lnTo>
                    <a:pt x="495722" y="490571"/>
                  </a:lnTo>
                  <a:lnTo>
                    <a:pt x="493801" y="490571"/>
                  </a:lnTo>
                  <a:lnTo>
                    <a:pt x="491879" y="490571"/>
                  </a:lnTo>
                  <a:lnTo>
                    <a:pt x="489958" y="490571"/>
                  </a:lnTo>
                  <a:lnTo>
                    <a:pt x="488036" y="490571"/>
                  </a:lnTo>
                  <a:lnTo>
                    <a:pt x="486115" y="490571"/>
                  </a:lnTo>
                  <a:lnTo>
                    <a:pt x="484194" y="490571"/>
                  </a:lnTo>
                  <a:lnTo>
                    <a:pt x="482272" y="490571"/>
                  </a:lnTo>
                  <a:lnTo>
                    <a:pt x="480351" y="490571"/>
                  </a:lnTo>
                  <a:lnTo>
                    <a:pt x="478429" y="490571"/>
                  </a:lnTo>
                  <a:lnTo>
                    <a:pt x="476508" y="490571"/>
                  </a:lnTo>
                  <a:lnTo>
                    <a:pt x="474587" y="490571"/>
                  </a:lnTo>
                  <a:lnTo>
                    <a:pt x="472665" y="490571"/>
                  </a:lnTo>
                  <a:lnTo>
                    <a:pt x="470744" y="490571"/>
                  </a:lnTo>
                  <a:lnTo>
                    <a:pt x="468822" y="490571"/>
                  </a:lnTo>
                  <a:lnTo>
                    <a:pt x="466901" y="490571"/>
                  </a:lnTo>
                  <a:lnTo>
                    <a:pt x="464980" y="490571"/>
                  </a:lnTo>
                  <a:lnTo>
                    <a:pt x="463058" y="490571"/>
                  </a:lnTo>
                  <a:lnTo>
                    <a:pt x="461137" y="490571"/>
                  </a:lnTo>
                  <a:lnTo>
                    <a:pt x="459215" y="490571"/>
                  </a:lnTo>
                  <a:lnTo>
                    <a:pt x="457294" y="490571"/>
                  </a:lnTo>
                  <a:lnTo>
                    <a:pt x="455373" y="490571"/>
                  </a:lnTo>
                  <a:lnTo>
                    <a:pt x="453451" y="490571"/>
                  </a:lnTo>
                  <a:lnTo>
                    <a:pt x="451530" y="490571"/>
                  </a:lnTo>
                  <a:lnTo>
                    <a:pt x="449608" y="490571"/>
                  </a:lnTo>
                  <a:lnTo>
                    <a:pt x="447687" y="490571"/>
                  </a:lnTo>
                  <a:lnTo>
                    <a:pt x="445766" y="490571"/>
                  </a:lnTo>
                  <a:lnTo>
                    <a:pt x="443844" y="490571"/>
                  </a:lnTo>
                  <a:lnTo>
                    <a:pt x="441923" y="490571"/>
                  </a:lnTo>
                  <a:lnTo>
                    <a:pt x="440001" y="490571"/>
                  </a:lnTo>
                  <a:lnTo>
                    <a:pt x="438080" y="490571"/>
                  </a:lnTo>
                  <a:lnTo>
                    <a:pt x="436159" y="490571"/>
                  </a:lnTo>
                  <a:lnTo>
                    <a:pt x="434237" y="490571"/>
                  </a:lnTo>
                  <a:lnTo>
                    <a:pt x="432316" y="490571"/>
                  </a:lnTo>
                  <a:lnTo>
                    <a:pt x="430394" y="490571"/>
                  </a:lnTo>
                  <a:lnTo>
                    <a:pt x="428473" y="490571"/>
                  </a:lnTo>
                  <a:lnTo>
                    <a:pt x="426551" y="490571"/>
                  </a:lnTo>
                  <a:lnTo>
                    <a:pt x="424630" y="490571"/>
                  </a:lnTo>
                  <a:lnTo>
                    <a:pt x="422709" y="490571"/>
                  </a:lnTo>
                  <a:lnTo>
                    <a:pt x="420787" y="490571"/>
                  </a:lnTo>
                  <a:lnTo>
                    <a:pt x="418866" y="490571"/>
                  </a:lnTo>
                  <a:lnTo>
                    <a:pt x="416944" y="490571"/>
                  </a:lnTo>
                  <a:lnTo>
                    <a:pt x="415023" y="490571"/>
                  </a:lnTo>
                  <a:lnTo>
                    <a:pt x="413102" y="490571"/>
                  </a:lnTo>
                  <a:lnTo>
                    <a:pt x="411180" y="490571"/>
                  </a:lnTo>
                  <a:lnTo>
                    <a:pt x="409259" y="490571"/>
                  </a:lnTo>
                  <a:lnTo>
                    <a:pt x="407337" y="490571"/>
                  </a:lnTo>
                  <a:lnTo>
                    <a:pt x="405416" y="490571"/>
                  </a:lnTo>
                  <a:lnTo>
                    <a:pt x="403495" y="490571"/>
                  </a:lnTo>
                  <a:lnTo>
                    <a:pt x="401573" y="490571"/>
                  </a:lnTo>
                  <a:lnTo>
                    <a:pt x="399652" y="490571"/>
                  </a:lnTo>
                  <a:lnTo>
                    <a:pt x="397730" y="490571"/>
                  </a:lnTo>
                  <a:lnTo>
                    <a:pt x="395809" y="490571"/>
                  </a:lnTo>
                  <a:lnTo>
                    <a:pt x="393888" y="490571"/>
                  </a:lnTo>
                  <a:lnTo>
                    <a:pt x="391966" y="490571"/>
                  </a:lnTo>
                  <a:lnTo>
                    <a:pt x="390045" y="490571"/>
                  </a:lnTo>
                  <a:lnTo>
                    <a:pt x="388123" y="490571"/>
                  </a:lnTo>
                  <a:lnTo>
                    <a:pt x="386202" y="490571"/>
                  </a:lnTo>
                  <a:lnTo>
                    <a:pt x="384281" y="490571"/>
                  </a:lnTo>
                  <a:lnTo>
                    <a:pt x="382359" y="490571"/>
                  </a:lnTo>
                  <a:lnTo>
                    <a:pt x="380438" y="490571"/>
                  </a:lnTo>
                  <a:lnTo>
                    <a:pt x="378516" y="490571"/>
                  </a:lnTo>
                  <a:lnTo>
                    <a:pt x="376595" y="490571"/>
                  </a:lnTo>
                  <a:lnTo>
                    <a:pt x="374674" y="490571"/>
                  </a:lnTo>
                  <a:lnTo>
                    <a:pt x="372752" y="490571"/>
                  </a:lnTo>
                  <a:lnTo>
                    <a:pt x="370831" y="490571"/>
                  </a:lnTo>
                  <a:lnTo>
                    <a:pt x="368909" y="490571"/>
                  </a:lnTo>
                  <a:lnTo>
                    <a:pt x="366988" y="490571"/>
                  </a:lnTo>
                  <a:lnTo>
                    <a:pt x="365067" y="490571"/>
                  </a:lnTo>
                  <a:lnTo>
                    <a:pt x="363145" y="490571"/>
                  </a:lnTo>
                  <a:lnTo>
                    <a:pt x="361224" y="490571"/>
                  </a:lnTo>
                  <a:lnTo>
                    <a:pt x="359302" y="490571"/>
                  </a:lnTo>
                  <a:lnTo>
                    <a:pt x="357381" y="490571"/>
                  </a:lnTo>
                  <a:lnTo>
                    <a:pt x="355459" y="490571"/>
                  </a:lnTo>
                  <a:lnTo>
                    <a:pt x="353538" y="490571"/>
                  </a:lnTo>
                  <a:lnTo>
                    <a:pt x="351617" y="490571"/>
                  </a:lnTo>
                  <a:lnTo>
                    <a:pt x="349695" y="490571"/>
                  </a:lnTo>
                  <a:lnTo>
                    <a:pt x="347774" y="490571"/>
                  </a:lnTo>
                  <a:lnTo>
                    <a:pt x="345852" y="490571"/>
                  </a:lnTo>
                  <a:lnTo>
                    <a:pt x="343931" y="490571"/>
                  </a:lnTo>
                  <a:lnTo>
                    <a:pt x="342010" y="490571"/>
                  </a:lnTo>
                  <a:lnTo>
                    <a:pt x="340088" y="490571"/>
                  </a:lnTo>
                  <a:lnTo>
                    <a:pt x="338167" y="490571"/>
                  </a:lnTo>
                  <a:lnTo>
                    <a:pt x="336245" y="490571"/>
                  </a:lnTo>
                  <a:lnTo>
                    <a:pt x="334324" y="490571"/>
                  </a:lnTo>
                  <a:lnTo>
                    <a:pt x="332403" y="490571"/>
                  </a:lnTo>
                  <a:lnTo>
                    <a:pt x="330481" y="490571"/>
                  </a:lnTo>
                  <a:lnTo>
                    <a:pt x="328560" y="490571"/>
                  </a:lnTo>
                  <a:lnTo>
                    <a:pt x="326638" y="490571"/>
                  </a:lnTo>
                  <a:lnTo>
                    <a:pt x="324717" y="490571"/>
                  </a:lnTo>
                  <a:lnTo>
                    <a:pt x="322796" y="490571"/>
                  </a:lnTo>
                  <a:lnTo>
                    <a:pt x="320874" y="490571"/>
                  </a:lnTo>
                  <a:lnTo>
                    <a:pt x="318953" y="490571"/>
                  </a:lnTo>
                  <a:lnTo>
                    <a:pt x="317031" y="490571"/>
                  </a:lnTo>
                  <a:lnTo>
                    <a:pt x="315110" y="490571"/>
                  </a:lnTo>
                  <a:lnTo>
                    <a:pt x="313189" y="490571"/>
                  </a:lnTo>
                  <a:lnTo>
                    <a:pt x="311267" y="490571"/>
                  </a:lnTo>
                  <a:lnTo>
                    <a:pt x="309346" y="490571"/>
                  </a:lnTo>
                  <a:lnTo>
                    <a:pt x="307424" y="490571"/>
                  </a:lnTo>
                  <a:lnTo>
                    <a:pt x="305503" y="490571"/>
                  </a:lnTo>
                  <a:lnTo>
                    <a:pt x="303582" y="490571"/>
                  </a:lnTo>
                  <a:lnTo>
                    <a:pt x="301660" y="490571"/>
                  </a:lnTo>
                  <a:lnTo>
                    <a:pt x="299739" y="490571"/>
                  </a:lnTo>
                  <a:lnTo>
                    <a:pt x="297817" y="490571"/>
                  </a:lnTo>
                  <a:lnTo>
                    <a:pt x="295896" y="490571"/>
                  </a:lnTo>
                  <a:lnTo>
                    <a:pt x="293975" y="490571"/>
                  </a:lnTo>
                  <a:lnTo>
                    <a:pt x="292053" y="490571"/>
                  </a:lnTo>
                  <a:lnTo>
                    <a:pt x="290132" y="490571"/>
                  </a:lnTo>
                  <a:lnTo>
                    <a:pt x="288210" y="490571"/>
                  </a:lnTo>
                  <a:lnTo>
                    <a:pt x="286289" y="490571"/>
                  </a:lnTo>
                  <a:lnTo>
                    <a:pt x="284367" y="490571"/>
                  </a:lnTo>
                  <a:lnTo>
                    <a:pt x="282446" y="490571"/>
                  </a:lnTo>
                  <a:lnTo>
                    <a:pt x="280525" y="490571"/>
                  </a:lnTo>
                  <a:lnTo>
                    <a:pt x="278603" y="490571"/>
                  </a:lnTo>
                  <a:lnTo>
                    <a:pt x="276682" y="490571"/>
                  </a:lnTo>
                  <a:lnTo>
                    <a:pt x="274760" y="490571"/>
                  </a:lnTo>
                  <a:lnTo>
                    <a:pt x="272839" y="490571"/>
                  </a:lnTo>
                  <a:lnTo>
                    <a:pt x="270918" y="490571"/>
                  </a:lnTo>
                  <a:lnTo>
                    <a:pt x="268996" y="490571"/>
                  </a:lnTo>
                  <a:lnTo>
                    <a:pt x="267075" y="490571"/>
                  </a:lnTo>
                  <a:lnTo>
                    <a:pt x="265153" y="490571"/>
                  </a:lnTo>
                  <a:lnTo>
                    <a:pt x="263232" y="490571"/>
                  </a:lnTo>
                  <a:lnTo>
                    <a:pt x="261311" y="490571"/>
                  </a:lnTo>
                  <a:lnTo>
                    <a:pt x="259389" y="490571"/>
                  </a:lnTo>
                  <a:lnTo>
                    <a:pt x="257468" y="490571"/>
                  </a:lnTo>
                  <a:lnTo>
                    <a:pt x="255546" y="490571"/>
                  </a:lnTo>
                  <a:lnTo>
                    <a:pt x="253625" y="490571"/>
                  </a:lnTo>
                  <a:lnTo>
                    <a:pt x="251704" y="490571"/>
                  </a:lnTo>
                  <a:lnTo>
                    <a:pt x="249782" y="490571"/>
                  </a:lnTo>
                  <a:lnTo>
                    <a:pt x="247861" y="490571"/>
                  </a:lnTo>
                  <a:lnTo>
                    <a:pt x="245939" y="490571"/>
                  </a:lnTo>
                  <a:lnTo>
                    <a:pt x="244018" y="490571"/>
                  </a:lnTo>
                  <a:lnTo>
                    <a:pt x="242097" y="490571"/>
                  </a:lnTo>
                  <a:lnTo>
                    <a:pt x="240175" y="490571"/>
                  </a:lnTo>
                  <a:lnTo>
                    <a:pt x="238254" y="490571"/>
                  </a:lnTo>
                  <a:lnTo>
                    <a:pt x="236332" y="490571"/>
                  </a:lnTo>
                  <a:lnTo>
                    <a:pt x="234411" y="490571"/>
                  </a:lnTo>
                  <a:lnTo>
                    <a:pt x="232490" y="490571"/>
                  </a:lnTo>
                  <a:lnTo>
                    <a:pt x="230568" y="490571"/>
                  </a:lnTo>
                  <a:lnTo>
                    <a:pt x="228647" y="490571"/>
                  </a:lnTo>
                  <a:lnTo>
                    <a:pt x="226725" y="490571"/>
                  </a:lnTo>
                  <a:lnTo>
                    <a:pt x="224804" y="490571"/>
                  </a:lnTo>
                  <a:lnTo>
                    <a:pt x="222883" y="490571"/>
                  </a:lnTo>
                  <a:lnTo>
                    <a:pt x="220961" y="490571"/>
                  </a:lnTo>
                  <a:lnTo>
                    <a:pt x="219040" y="490571"/>
                  </a:lnTo>
                  <a:lnTo>
                    <a:pt x="217118" y="490571"/>
                  </a:lnTo>
                  <a:lnTo>
                    <a:pt x="215197" y="490571"/>
                  </a:lnTo>
                  <a:lnTo>
                    <a:pt x="213275" y="490571"/>
                  </a:lnTo>
                  <a:lnTo>
                    <a:pt x="211354" y="490571"/>
                  </a:lnTo>
                  <a:lnTo>
                    <a:pt x="209433" y="490571"/>
                  </a:lnTo>
                  <a:lnTo>
                    <a:pt x="207511" y="490571"/>
                  </a:lnTo>
                  <a:lnTo>
                    <a:pt x="205590" y="490571"/>
                  </a:lnTo>
                  <a:lnTo>
                    <a:pt x="203668" y="490571"/>
                  </a:lnTo>
                  <a:lnTo>
                    <a:pt x="201747" y="490571"/>
                  </a:lnTo>
                  <a:lnTo>
                    <a:pt x="199826" y="490571"/>
                  </a:lnTo>
                  <a:lnTo>
                    <a:pt x="197904" y="490571"/>
                  </a:lnTo>
                  <a:lnTo>
                    <a:pt x="195983" y="490571"/>
                  </a:lnTo>
                  <a:lnTo>
                    <a:pt x="194061" y="490571"/>
                  </a:lnTo>
                  <a:lnTo>
                    <a:pt x="192140" y="490571"/>
                  </a:lnTo>
                  <a:lnTo>
                    <a:pt x="190219" y="490571"/>
                  </a:lnTo>
                  <a:lnTo>
                    <a:pt x="188297" y="490571"/>
                  </a:lnTo>
                  <a:lnTo>
                    <a:pt x="186376" y="490571"/>
                  </a:lnTo>
                  <a:lnTo>
                    <a:pt x="184454" y="490571"/>
                  </a:lnTo>
                  <a:lnTo>
                    <a:pt x="182533" y="490571"/>
                  </a:lnTo>
                  <a:lnTo>
                    <a:pt x="180612" y="490571"/>
                  </a:lnTo>
                  <a:lnTo>
                    <a:pt x="178690" y="490571"/>
                  </a:lnTo>
                  <a:lnTo>
                    <a:pt x="176769" y="490571"/>
                  </a:lnTo>
                  <a:lnTo>
                    <a:pt x="174847" y="490571"/>
                  </a:lnTo>
                  <a:lnTo>
                    <a:pt x="172926" y="490571"/>
                  </a:lnTo>
                  <a:lnTo>
                    <a:pt x="171005" y="490571"/>
                  </a:lnTo>
                  <a:lnTo>
                    <a:pt x="169083" y="490571"/>
                  </a:lnTo>
                  <a:lnTo>
                    <a:pt x="167162" y="490571"/>
                  </a:lnTo>
                  <a:lnTo>
                    <a:pt x="165240" y="490571"/>
                  </a:lnTo>
                  <a:lnTo>
                    <a:pt x="163319" y="490571"/>
                  </a:lnTo>
                  <a:lnTo>
                    <a:pt x="161398" y="490571"/>
                  </a:lnTo>
                  <a:lnTo>
                    <a:pt x="159476" y="490571"/>
                  </a:lnTo>
                  <a:lnTo>
                    <a:pt x="157555" y="490571"/>
                  </a:lnTo>
                  <a:lnTo>
                    <a:pt x="155633" y="490571"/>
                  </a:lnTo>
                  <a:lnTo>
                    <a:pt x="153712" y="490571"/>
                  </a:lnTo>
                  <a:lnTo>
                    <a:pt x="151791" y="490571"/>
                  </a:lnTo>
                  <a:lnTo>
                    <a:pt x="149869" y="490571"/>
                  </a:lnTo>
                  <a:lnTo>
                    <a:pt x="147948" y="490571"/>
                  </a:lnTo>
                  <a:lnTo>
                    <a:pt x="146026" y="490571"/>
                  </a:lnTo>
                  <a:lnTo>
                    <a:pt x="144105" y="490571"/>
                  </a:lnTo>
                  <a:lnTo>
                    <a:pt x="142183" y="490571"/>
                  </a:lnTo>
                  <a:lnTo>
                    <a:pt x="140262" y="490571"/>
                  </a:lnTo>
                  <a:lnTo>
                    <a:pt x="138341" y="490571"/>
                  </a:lnTo>
                  <a:lnTo>
                    <a:pt x="136419" y="490571"/>
                  </a:lnTo>
                  <a:lnTo>
                    <a:pt x="134498" y="490571"/>
                  </a:lnTo>
                  <a:lnTo>
                    <a:pt x="132576" y="490571"/>
                  </a:lnTo>
                  <a:lnTo>
                    <a:pt x="130655" y="490571"/>
                  </a:lnTo>
                  <a:lnTo>
                    <a:pt x="128734" y="490571"/>
                  </a:lnTo>
                  <a:lnTo>
                    <a:pt x="126812" y="490571"/>
                  </a:lnTo>
                  <a:lnTo>
                    <a:pt x="124891" y="490571"/>
                  </a:lnTo>
                  <a:lnTo>
                    <a:pt x="122969" y="490571"/>
                  </a:lnTo>
                  <a:lnTo>
                    <a:pt x="121048" y="490571"/>
                  </a:lnTo>
                  <a:lnTo>
                    <a:pt x="119127" y="490571"/>
                  </a:lnTo>
                  <a:lnTo>
                    <a:pt x="117205" y="490571"/>
                  </a:lnTo>
                  <a:lnTo>
                    <a:pt x="115284" y="490571"/>
                  </a:lnTo>
                  <a:lnTo>
                    <a:pt x="113362" y="490571"/>
                  </a:lnTo>
                  <a:lnTo>
                    <a:pt x="111441" y="490571"/>
                  </a:lnTo>
                  <a:lnTo>
                    <a:pt x="109520" y="490571"/>
                  </a:lnTo>
                  <a:lnTo>
                    <a:pt x="107598" y="490571"/>
                  </a:lnTo>
                  <a:lnTo>
                    <a:pt x="105677" y="490571"/>
                  </a:lnTo>
                  <a:lnTo>
                    <a:pt x="103755" y="490571"/>
                  </a:lnTo>
                  <a:lnTo>
                    <a:pt x="101834" y="490571"/>
                  </a:lnTo>
                  <a:lnTo>
                    <a:pt x="99913" y="490571"/>
                  </a:lnTo>
                  <a:lnTo>
                    <a:pt x="97991" y="490571"/>
                  </a:lnTo>
                  <a:lnTo>
                    <a:pt x="96070" y="490571"/>
                  </a:lnTo>
                  <a:lnTo>
                    <a:pt x="94148" y="490571"/>
                  </a:lnTo>
                  <a:lnTo>
                    <a:pt x="92227" y="490571"/>
                  </a:lnTo>
                  <a:lnTo>
                    <a:pt x="90306" y="490571"/>
                  </a:lnTo>
                  <a:lnTo>
                    <a:pt x="88384" y="490571"/>
                  </a:lnTo>
                  <a:lnTo>
                    <a:pt x="86463" y="490571"/>
                  </a:lnTo>
                  <a:lnTo>
                    <a:pt x="84541" y="490571"/>
                  </a:lnTo>
                  <a:lnTo>
                    <a:pt x="82620" y="490571"/>
                  </a:lnTo>
                  <a:lnTo>
                    <a:pt x="80699" y="490571"/>
                  </a:lnTo>
                  <a:lnTo>
                    <a:pt x="78777" y="490571"/>
                  </a:lnTo>
                  <a:lnTo>
                    <a:pt x="76856" y="490571"/>
                  </a:lnTo>
                  <a:lnTo>
                    <a:pt x="74934" y="490571"/>
                  </a:lnTo>
                  <a:lnTo>
                    <a:pt x="73013" y="490571"/>
                  </a:lnTo>
                  <a:lnTo>
                    <a:pt x="71091" y="490571"/>
                  </a:lnTo>
                  <a:lnTo>
                    <a:pt x="69170" y="490571"/>
                  </a:lnTo>
                  <a:lnTo>
                    <a:pt x="67249" y="490571"/>
                  </a:lnTo>
                  <a:lnTo>
                    <a:pt x="65327" y="490571"/>
                  </a:lnTo>
                  <a:lnTo>
                    <a:pt x="63406" y="490571"/>
                  </a:lnTo>
                  <a:lnTo>
                    <a:pt x="61484" y="490571"/>
                  </a:lnTo>
                  <a:lnTo>
                    <a:pt x="59563" y="490571"/>
                  </a:lnTo>
                  <a:lnTo>
                    <a:pt x="57642" y="490571"/>
                  </a:lnTo>
                  <a:lnTo>
                    <a:pt x="55720" y="490571"/>
                  </a:lnTo>
                  <a:lnTo>
                    <a:pt x="53799" y="490571"/>
                  </a:lnTo>
                  <a:lnTo>
                    <a:pt x="51877" y="490571"/>
                  </a:lnTo>
                  <a:lnTo>
                    <a:pt x="49956" y="490571"/>
                  </a:lnTo>
                  <a:lnTo>
                    <a:pt x="48035" y="490571"/>
                  </a:lnTo>
                  <a:lnTo>
                    <a:pt x="46113" y="490571"/>
                  </a:lnTo>
                  <a:lnTo>
                    <a:pt x="44192" y="490571"/>
                  </a:lnTo>
                  <a:lnTo>
                    <a:pt x="42270" y="490571"/>
                  </a:lnTo>
                  <a:lnTo>
                    <a:pt x="40349" y="490571"/>
                  </a:lnTo>
                  <a:lnTo>
                    <a:pt x="38428" y="490571"/>
                  </a:lnTo>
                  <a:lnTo>
                    <a:pt x="36506" y="490571"/>
                  </a:lnTo>
                  <a:lnTo>
                    <a:pt x="34585" y="490571"/>
                  </a:lnTo>
                  <a:lnTo>
                    <a:pt x="32663" y="490571"/>
                  </a:lnTo>
                  <a:lnTo>
                    <a:pt x="30742" y="490571"/>
                  </a:lnTo>
                  <a:lnTo>
                    <a:pt x="28821" y="490571"/>
                  </a:lnTo>
                  <a:lnTo>
                    <a:pt x="26899" y="490571"/>
                  </a:lnTo>
                  <a:lnTo>
                    <a:pt x="24978" y="490571"/>
                  </a:lnTo>
                  <a:lnTo>
                    <a:pt x="23056" y="490571"/>
                  </a:lnTo>
                  <a:lnTo>
                    <a:pt x="21135" y="490571"/>
                  </a:lnTo>
                  <a:lnTo>
                    <a:pt x="19214" y="490571"/>
                  </a:lnTo>
                  <a:lnTo>
                    <a:pt x="17292" y="490571"/>
                  </a:lnTo>
                  <a:lnTo>
                    <a:pt x="15371" y="490571"/>
                  </a:lnTo>
                  <a:lnTo>
                    <a:pt x="13449" y="490571"/>
                  </a:lnTo>
                  <a:lnTo>
                    <a:pt x="11528" y="490571"/>
                  </a:lnTo>
                  <a:lnTo>
                    <a:pt x="9607" y="490571"/>
                  </a:lnTo>
                  <a:lnTo>
                    <a:pt x="7685" y="490571"/>
                  </a:lnTo>
                  <a:lnTo>
                    <a:pt x="5764" y="490571"/>
                  </a:lnTo>
                  <a:lnTo>
                    <a:pt x="3842" y="490571"/>
                  </a:lnTo>
                  <a:lnTo>
                    <a:pt x="1921" y="49057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3029362" y="5492851"/>
              <a:ext cx="981838" cy="490571"/>
            </a:xfrm>
            <a:custGeom>
              <a:avLst/>
              <a:pathLst>
                <a:path w="981838" h="490571">
                  <a:moveTo>
                    <a:pt x="0" y="490571"/>
                  </a:moveTo>
                  <a:lnTo>
                    <a:pt x="1921" y="490571"/>
                  </a:lnTo>
                  <a:lnTo>
                    <a:pt x="3842" y="490571"/>
                  </a:lnTo>
                  <a:lnTo>
                    <a:pt x="5764" y="490571"/>
                  </a:lnTo>
                  <a:lnTo>
                    <a:pt x="7685" y="490571"/>
                  </a:lnTo>
                  <a:lnTo>
                    <a:pt x="9607" y="490571"/>
                  </a:lnTo>
                  <a:lnTo>
                    <a:pt x="11528" y="490571"/>
                  </a:lnTo>
                  <a:lnTo>
                    <a:pt x="13449" y="490571"/>
                  </a:lnTo>
                  <a:lnTo>
                    <a:pt x="15371" y="490571"/>
                  </a:lnTo>
                  <a:lnTo>
                    <a:pt x="17292" y="490571"/>
                  </a:lnTo>
                  <a:lnTo>
                    <a:pt x="19214" y="490571"/>
                  </a:lnTo>
                  <a:lnTo>
                    <a:pt x="21135" y="490571"/>
                  </a:lnTo>
                  <a:lnTo>
                    <a:pt x="23056" y="490571"/>
                  </a:lnTo>
                  <a:lnTo>
                    <a:pt x="24978" y="490571"/>
                  </a:lnTo>
                  <a:lnTo>
                    <a:pt x="26899" y="490571"/>
                  </a:lnTo>
                  <a:lnTo>
                    <a:pt x="28821" y="490571"/>
                  </a:lnTo>
                  <a:lnTo>
                    <a:pt x="30742" y="490571"/>
                  </a:lnTo>
                  <a:lnTo>
                    <a:pt x="32663" y="490571"/>
                  </a:lnTo>
                  <a:lnTo>
                    <a:pt x="34585" y="490571"/>
                  </a:lnTo>
                  <a:lnTo>
                    <a:pt x="36506" y="490571"/>
                  </a:lnTo>
                  <a:lnTo>
                    <a:pt x="38428" y="490571"/>
                  </a:lnTo>
                  <a:lnTo>
                    <a:pt x="40349" y="490571"/>
                  </a:lnTo>
                  <a:lnTo>
                    <a:pt x="42270" y="490571"/>
                  </a:lnTo>
                  <a:lnTo>
                    <a:pt x="44192" y="490571"/>
                  </a:lnTo>
                  <a:lnTo>
                    <a:pt x="46113" y="490571"/>
                  </a:lnTo>
                  <a:lnTo>
                    <a:pt x="48035" y="490571"/>
                  </a:lnTo>
                  <a:lnTo>
                    <a:pt x="49956" y="490571"/>
                  </a:lnTo>
                  <a:lnTo>
                    <a:pt x="51877" y="490571"/>
                  </a:lnTo>
                  <a:lnTo>
                    <a:pt x="53799" y="490571"/>
                  </a:lnTo>
                  <a:lnTo>
                    <a:pt x="55720" y="490571"/>
                  </a:lnTo>
                  <a:lnTo>
                    <a:pt x="57642" y="490571"/>
                  </a:lnTo>
                  <a:lnTo>
                    <a:pt x="59563" y="490571"/>
                  </a:lnTo>
                  <a:lnTo>
                    <a:pt x="61484" y="490571"/>
                  </a:lnTo>
                  <a:lnTo>
                    <a:pt x="63406" y="490571"/>
                  </a:lnTo>
                  <a:lnTo>
                    <a:pt x="65327" y="490570"/>
                  </a:lnTo>
                  <a:lnTo>
                    <a:pt x="67249" y="490569"/>
                  </a:lnTo>
                  <a:lnTo>
                    <a:pt x="69170" y="490568"/>
                  </a:lnTo>
                  <a:lnTo>
                    <a:pt x="71091" y="490565"/>
                  </a:lnTo>
                  <a:lnTo>
                    <a:pt x="73013" y="490561"/>
                  </a:lnTo>
                  <a:lnTo>
                    <a:pt x="74934" y="490554"/>
                  </a:lnTo>
                  <a:lnTo>
                    <a:pt x="76856" y="490544"/>
                  </a:lnTo>
                  <a:lnTo>
                    <a:pt x="78777" y="490527"/>
                  </a:lnTo>
                  <a:lnTo>
                    <a:pt x="80699" y="490502"/>
                  </a:lnTo>
                  <a:lnTo>
                    <a:pt x="82620" y="490467"/>
                  </a:lnTo>
                  <a:lnTo>
                    <a:pt x="84541" y="490418"/>
                  </a:lnTo>
                  <a:lnTo>
                    <a:pt x="86463" y="490350"/>
                  </a:lnTo>
                  <a:lnTo>
                    <a:pt x="88384" y="490260"/>
                  </a:lnTo>
                  <a:lnTo>
                    <a:pt x="90306" y="490144"/>
                  </a:lnTo>
                  <a:lnTo>
                    <a:pt x="92227" y="489997"/>
                  </a:lnTo>
                  <a:lnTo>
                    <a:pt x="94148" y="489815"/>
                  </a:lnTo>
                  <a:lnTo>
                    <a:pt x="96070" y="489593"/>
                  </a:lnTo>
                  <a:lnTo>
                    <a:pt x="97991" y="489332"/>
                  </a:lnTo>
                  <a:lnTo>
                    <a:pt x="99913" y="489033"/>
                  </a:lnTo>
                  <a:lnTo>
                    <a:pt x="101834" y="488699"/>
                  </a:lnTo>
                  <a:lnTo>
                    <a:pt x="103755" y="488335"/>
                  </a:lnTo>
                  <a:lnTo>
                    <a:pt x="105677" y="487947"/>
                  </a:lnTo>
                  <a:lnTo>
                    <a:pt x="107598" y="487542"/>
                  </a:lnTo>
                  <a:lnTo>
                    <a:pt x="109520" y="487129"/>
                  </a:lnTo>
                  <a:lnTo>
                    <a:pt x="111441" y="486718"/>
                  </a:lnTo>
                  <a:lnTo>
                    <a:pt x="113362" y="486320"/>
                  </a:lnTo>
                  <a:lnTo>
                    <a:pt x="115284" y="485944"/>
                  </a:lnTo>
                  <a:lnTo>
                    <a:pt x="117205" y="485605"/>
                  </a:lnTo>
                  <a:lnTo>
                    <a:pt x="119127" y="485312"/>
                  </a:lnTo>
                  <a:lnTo>
                    <a:pt x="121048" y="485072"/>
                  </a:lnTo>
                  <a:lnTo>
                    <a:pt x="122969" y="484893"/>
                  </a:lnTo>
                  <a:lnTo>
                    <a:pt x="124891" y="484776"/>
                  </a:lnTo>
                  <a:lnTo>
                    <a:pt x="126812" y="484723"/>
                  </a:lnTo>
                  <a:lnTo>
                    <a:pt x="128734" y="484731"/>
                  </a:lnTo>
                  <a:lnTo>
                    <a:pt x="130655" y="484793"/>
                  </a:lnTo>
                  <a:lnTo>
                    <a:pt x="132576" y="484897"/>
                  </a:lnTo>
                  <a:lnTo>
                    <a:pt x="134498" y="485030"/>
                  </a:lnTo>
                  <a:lnTo>
                    <a:pt x="136419" y="485175"/>
                  </a:lnTo>
                  <a:lnTo>
                    <a:pt x="138341" y="485312"/>
                  </a:lnTo>
                  <a:lnTo>
                    <a:pt x="140262" y="485420"/>
                  </a:lnTo>
                  <a:lnTo>
                    <a:pt x="142183" y="485484"/>
                  </a:lnTo>
                  <a:lnTo>
                    <a:pt x="144105" y="485494"/>
                  </a:lnTo>
                  <a:lnTo>
                    <a:pt x="146026" y="485443"/>
                  </a:lnTo>
                  <a:lnTo>
                    <a:pt x="147948" y="485331"/>
                  </a:lnTo>
                  <a:lnTo>
                    <a:pt x="149869" y="485163"/>
                  </a:lnTo>
                  <a:lnTo>
                    <a:pt x="151791" y="484947"/>
                  </a:lnTo>
                  <a:lnTo>
                    <a:pt x="153712" y="484694"/>
                  </a:lnTo>
                  <a:lnTo>
                    <a:pt x="155633" y="484416"/>
                  </a:lnTo>
                  <a:lnTo>
                    <a:pt x="157555" y="484129"/>
                  </a:lnTo>
                  <a:lnTo>
                    <a:pt x="159476" y="483843"/>
                  </a:lnTo>
                  <a:lnTo>
                    <a:pt x="161398" y="483572"/>
                  </a:lnTo>
                  <a:lnTo>
                    <a:pt x="163319" y="483324"/>
                  </a:lnTo>
                  <a:lnTo>
                    <a:pt x="165240" y="483106"/>
                  </a:lnTo>
                  <a:lnTo>
                    <a:pt x="167162" y="482920"/>
                  </a:lnTo>
                  <a:lnTo>
                    <a:pt x="169083" y="482768"/>
                  </a:lnTo>
                  <a:lnTo>
                    <a:pt x="171005" y="482647"/>
                  </a:lnTo>
                  <a:lnTo>
                    <a:pt x="172926" y="482555"/>
                  </a:lnTo>
                  <a:lnTo>
                    <a:pt x="174847" y="482483"/>
                  </a:lnTo>
                  <a:lnTo>
                    <a:pt x="176769" y="482421"/>
                  </a:lnTo>
                  <a:lnTo>
                    <a:pt x="178690" y="482358"/>
                  </a:lnTo>
                  <a:lnTo>
                    <a:pt x="180612" y="482276"/>
                  </a:lnTo>
                  <a:lnTo>
                    <a:pt x="182533" y="482160"/>
                  </a:lnTo>
                  <a:lnTo>
                    <a:pt x="184454" y="481989"/>
                  </a:lnTo>
                  <a:lnTo>
                    <a:pt x="186376" y="481753"/>
                  </a:lnTo>
                  <a:lnTo>
                    <a:pt x="188297" y="481446"/>
                  </a:lnTo>
                  <a:lnTo>
                    <a:pt x="190219" y="481067"/>
                  </a:lnTo>
                  <a:lnTo>
                    <a:pt x="192140" y="480619"/>
                  </a:lnTo>
                  <a:lnTo>
                    <a:pt x="194061" y="480114"/>
                  </a:lnTo>
                  <a:lnTo>
                    <a:pt x="195983" y="479566"/>
                  </a:lnTo>
                  <a:lnTo>
                    <a:pt x="197904" y="478991"/>
                  </a:lnTo>
                  <a:lnTo>
                    <a:pt x="199826" y="478407"/>
                  </a:lnTo>
                  <a:lnTo>
                    <a:pt x="201747" y="477830"/>
                  </a:lnTo>
                  <a:lnTo>
                    <a:pt x="203668" y="477271"/>
                  </a:lnTo>
                  <a:lnTo>
                    <a:pt x="205590" y="476743"/>
                  </a:lnTo>
                  <a:lnTo>
                    <a:pt x="207511" y="476247"/>
                  </a:lnTo>
                  <a:lnTo>
                    <a:pt x="209433" y="475780"/>
                  </a:lnTo>
                  <a:lnTo>
                    <a:pt x="211354" y="475337"/>
                  </a:lnTo>
                  <a:lnTo>
                    <a:pt x="213275" y="474910"/>
                  </a:lnTo>
                  <a:lnTo>
                    <a:pt x="215197" y="474492"/>
                  </a:lnTo>
                  <a:lnTo>
                    <a:pt x="217118" y="474073"/>
                  </a:lnTo>
                  <a:lnTo>
                    <a:pt x="219040" y="473646"/>
                  </a:lnTo>
                  <a:lnTo>
                    <a:pt x="220961" y="473204"/>
                  </a:lnTo>
                  <a:lnTo>
                    <a:pt x="222883" y="472742"/>
                  </a:lnTo>
                  <a:lnTo>
                    <a:pt x="224804" y="472257"/>
                  </a:lnTo>
                  <a:lnTo>
                    <a:pt x="226725" y="471749"/>
                  </a:lnTo>
                  <a:lnTo>
                    <a:pt x="228647" y="471223"/>
                  </a:lnTo>
                  <a:lnTo>
                    <a:pt x="230568" y="470691"/>
                  </a:lnTo>
                  <a:lnTo>
                    <a:pt x="232490" y="470166"/>
                  </a:lnTo>
                  <a:lnTo>
                    <a:pt x="234411" y="469662"/>
                  </a:lnTo>
                  <a:lnTo>
                    <a:pt x="236332" y="469195"/>
                  </a:lnTo>
                  <a:lnTo>
                    <a:pt x="238254" y="468780"/>
                  </a:lnTo>
                  <a:lnTo>
                    <a:pt x="240175" y="468424"/>
                  </a:lnTo>
                  <a:lnTo>
                    <a:pt x="242097" y="468131"/>
                  </a:lnTo>
                  <a:lnTo>
                    <a:pt x="244018" y="467892"/>
                  </a:lnTo>
                  <a:lnTo>
                    <a:pt x="245939" y="467691"/>
                  </a:lnTo>
                  <a:lnTo>
                    <a:pt x="247861" y="467500"/>
                  </a:lnTo>
                  <a:lnTo>
                    <a:pt x="249782" y="467278"/>
                  </a:lnTo>
                  <a:lnTo>
                    <a:pt x="251704" y="466975"/>
                  </a:lnTo>
                  <a:lnTo>
                    <a:pt x="253625" y="466549"/>
                  </a:lnTo>
                  <a:lnTo>
                    <a:pt x="255546" y="465957"/>
                  </a:lnTo>
                  <a:lnTo>
                    <a:pt x="257468" y="465167"/>
                  </a:lnTo>
                  <a:lnTo>
                    <a:pt x="259389" y="464156"/>
                  </a:lnTo>
                  <a:lnTo>
                    <a:pt x="261311" y="462917"/>
                  </a:lnTo>
                  <a:lnTo>
                    <a:pt x="263232" y="461457"/>
                  </a:lnTo>
                  <a:lnTo>
                    <a:pt x="265153" y="459799"/>
                  </a:lnTo>
                  <a:lnTo>
                    <a:pt x="267075" y="457981"/>
                  </a:lnTo>
                  <a:lnTo>
                    <a:pt x="268996" y="456050"/>
                  </a:lnTo>
                  <a:lnTo>
                    <a:pt x="270918" y="454065"/>
                  </a:lnTo>
                  <a:lnTo>
                    <a:pt x="272839" y="452090"/>
                  </a:lnTo>
                  <a:lnTo>
                    <a:pt x="274760" y="450180"/>
                  </a:lnTo>
                  <a:lnTo>
                    <a:pt x="276682" y="448373"/>
                  </a:lnTo>
                  <a:lnTo>
                    <a:pt x="278603" y="446690"/>
                  </a:lnTo>
                  <a:lnTo>
                    <a:pt x="280525" y="445134"/>
                  </a:lnTo>
                  <a:lnTo>
                    <a:pt x="282446" y="443685"/>
                  </a:lnTo>
                  <a:lnTo>
                    <a:pt x="284367" y="442306"/>
                  </a:lnTo>
                  <a:lnTo>
                    <a:pt x="286289" y="440945"/>
                  </a:lnTo>
                  <a:lnTo>
                    <a:pt x="288210" y="439538"/>
                  </a:lnTo>
                  <a:lnTo>
                    <a:pt x="290132" y="438016"/>
                  </a:lnTo>
                  <a:lnTo>
                    <a:pt x="292053" y="436311"/>
                  </a:lnTo>
                  <a:lnTo>
                    <a:pt x="293975" y="434336"/>
                  </a:lnTo>
                  <a:lnTo>
                    <a:pt x="295896" y="432054"/>
                  </a:lnTo>
                  <a:lnTo>
                    <a:pt x="297817" y="429447"/>
                  </a:lnTo>
                  <a:lnTo>
                    <a:pt x="299739" y="426504"/>
                  </a:lnTo>
                  <a:lnTo>
                    <a:pt x="301660" y="423230"/>
                  </a:lnTo>
                  <a:lnTo>
                    <a:pt x="303582" y="419639"/>
                  </a:lnTo>
                  <a:lnTo>
                    <a:pt x="305503" y="415747"/>
                  </a:lnTo>
                  <a:lnTo>
                    <a:pt x="307424" y="411559"/>
                  </a:lnTo>
                  <a:lnTo>
                    <a:pt x="309346" y="407067"/>
                  </a:lnTo>
                  <a:lnTo>
                    <a:pt x="311267" y="402232"/>
                  </a:lnTo>
                  <a:lnTo>
                    <a:pt x="313189" y="396980"/>
                  </a:lnTo>
                  <a:lnTo>
                    <a:pt x="315110" y="391172"/>
                  </a:lnTo>
                  <a:lnTo>
                    <a:pt x="317031" y="384593"/>
                  </a:lnTo>
                  <a:lnTo>
                    <a:pt x="318953" y="377076"/>
                  </a:lnTo>
                  <a:lnTo>
                    <a:pt x="320874" y="368399"/>
                  </a:lnTo>
                  <a:lnTo>
                    <a:pt x="322796" y="358337"/>
                  </a:lnTo>
                  <a:lnTo>
                    <a:pt x="324717" y="346681"/>
                  </a:lnTo>
                  <a:lnTo>
                    <a:pt x="326638" y="333259"/>
                  </a:lnTo>
                  <a:lnTo>
                    <a:pt x="328560" y="317951"/>
                  </a:lnTo>
                  <a:lnTo>
                    <a:pt x="330481" y="300703"/>
                  </a:lnTo>
                  <a:lnTo>
                    <a:pt x="332403" y="281537"/>
                  </a:lnTo>
                  <a:lnTo>
                    <a:pt x="334324" y="260556"/>
                  </a:lnTo>
                  <a:lnTo>
                    <a:pt x="336245" y="237947"/>
                  </a:lnTo>
                  <a:lnTo>
                    <a:pt x="338167" y="213894"/>
                  </a:lnTo>
                  <a:lnTo>
                    <a:pt x="340088" y="188898"/>
                  </a:lnTo>
                  <a:lnTo>
                    <a:pt x="342010" y="163415"/>
                  </a:lnTo>
                  <a:lnTo>
                    <a:pt x="343931" y="137929"/>
                  </a:lnTo>
                  <a:lnTo>
                    <a:pt x="345852" y="112970"/>
                  </a:lnTo>
                  <a:lnTo>
                    <a:pt x="347774" y="89102"/>
                  </a:lnTo>
                  <a:lnTo>
                    <a:pt x="349695" y="66906"/>
                  </a:lnTo>
                  <a:lnTo>
                    <a:pt x="351617" y="46966"/>
                  </a:lnTo>
                  <a:lnTo>
                    <a:pt x="353538" y="29852"/>
                  </a:lnTo>
                  <a:lnTo>
                    <a:pt x="355459" y="16099"/>
                  </a:lnTo>
                  <a:lnTo>
                    <a:pt x="357381" y="6181"/>
                  </a:lnTo>
                  <a:lnTo>
                    <a:pt x="359302" y="668"/>
                  </a:lnTo>
                  <a:lnTo>
                    <a:pt x="361224" y="0"/>
                  </a:lnTo>
                  <a:lnTo>
                    <a:pt x="363145" y="4005"/>
                  </a:lnTo>
                  <a:lnTo>
                    <a:pt x="365067" y="12654"/>
                  </a:lnTo>
                  <a:lnTo>
                    <a:pt x="366988" y="25774"/>
                  </a:lnTo>
                  <a:lnTo>
                    <a:pt x="368909" y="43051"/>
                  </a:lnTo>
                  <a:lnTo>
                    <a:pt x="370831" y="64044"/>
                  </a:lnTo>
                  <a:lnTo>
                    <a:pt x="372752" y="88201"/>
                  </a:lnTo>
                  <a:lnTo>
                    <a:pt x="374674" y="114889"/>
                  </a:lnTo>
                  <a:lnTo>
                    <a:pt x="376595" y="143417"/>
                  </a:lnTo>
                  <a:lnTo>
                    <a:pt x="378516" y="173075"/>
                  </a:lnTo>
                  <a:lnTo>
                    <a:pt x="380438" y="203157"/>
                  </a:lnTo>
                  <a:lnTo>
                    <a:pt x="382359" y="232911"/>
                  </a:lnTo>
                  <a:lnTo>
                    <a:pt x="384281" y="261712"/>
                  </a:lnTo>
                  <a:lnTo>
                    <a:pt x="386202" y="289091"/>
                  </a:lnTo>
                  <a:lnTo>
                    <a:pt x="388123" y="314681"/>
                  </a:lnTo>
                  <a:lnTo>
                    <a:pt x="390045" y="338219"/>
                  </a:lnTo>
                  <a:lnTo>
                    <a:pt x="391966" y="359540"/>
                  </a:lnTo>
                  <a:lnTo>
                    <a:pt x="393888" y="378571"/>
                  </a:lnTo>
                  <a:lnTo>
                    <a:pt x="395809" y="395317"/>
                  </a:lnTo>
                  <a:lnTo>
                    <a:pt x="397730" y="409850"/>
                  </a:lnTo>
                  <a:lnTo>
                    <a:pt x="399652" y="422292"/>
                  </a:lnTo>
                  <a:lnTo>
                    <a:pt x="401573" y="432802"/>
                  </a:lnTo>
                  <a:lnTo>
                    <a:pt x="403495" y="441501"/>
                  </a:lnTo>
                  <a:lnTo>
                    <a:pt x="405416" y="448592"/>
                  </a:lnTo>
                  <a:lnTo>
                    <a:pt x="407337" y="454385"/>
                  </a:lnTo>
                  <a:lnTo>
                    <a:pt x="409259" y="459075"/>
                  </a:lnTo>
                  <a:lnTo>
                    <a:pt x="411180" y="462843"/>
                  </a:lnTo>
                  <a:lnTo>
                    <a:pt x="413102" y="465849"/>
                  </a:lnTo>
                  <a:lnTo>
                    <a:pt x="415023" y="468233"/>
                  </a:lnTo>
                  <a:lnTo>
                    <a:pt x="416944" y="470110"/>
                  </a:lnTo>
                  <a:lnTo>
                    <a:pt x="418866" y="471570"/>
                  </a:lnTo>
                  <a:lnTo>
                    <a:pt x="420787" y="472681"/>
                  </a:lnTo>
                  <a:lnTo>
                    <a:pt x="422709" y="473487"/>
                  </a:lnTo>
                  <a:lnTo>
                    <a:pt x="424630" y="474021"/>
                  </a:lnTo>
                  <a:lnTo>
                    <a:pt x="426551" y="474281"/>
                  </a:lnTo>
                  <a:lnTo>
                    <a:pt x="428473" y="474313"/>
                  </a:lnTo>
                  <a:lnTo>
                    <a:pt x="430394" y="474141"/>
                  </a:lnTo>
                  <a:lnTo>
                    <a:pt x="432316" y="473800"/>
                  </a:lnTo>
                  <a:lnTo>
                    <a:pt x="434237" y="473331"/>
                  </a:lnTo>
                  <a:lnTo>
                    <a:pt x="436159" y="472785"/>
                  </a:lnTo>
                  <a:lnTo>
                    <a:pt x="438080" y="472218"/>
                  </a:lnTo>
                  <a:lnTo>
                    <a:pt x="440001" y="471687"/>
                  </a:lnTo>
                  <a:lnTo>
                    <a:pt x="441923" y="471245"/>
                  </a:lnTo>
                  <a:lnTo>
                    <a:pt x="443844" y="470937"/>
                  </a:lnTo>
                  <a:lnTo>
                    <a:pt x="445766" y="470796"/>
                  </a:lnTo>
                  <a:lnTo>
                    <a:pt x="447687" y="470847"/>
                  </a:lnTo>
                  <a:lnTo>
                    <a:pt x="449608" y="471092"/>
                  </a:lnTo>
                  <a:lnTo>
                    <a:pt x="451530" y="471503"/>
                  </a:lnTo>
                  <a:lnTo>
                    <a:pt x="453451" y="472053"/>
                  </a:lnTo>
                  <a:lnTo>
                    <a:pt x="455373" y="472711"/>
                  </a:lnTo>
                  <a:lnTo>
                    <a:pt x="457294" y="473443"/>
                  </a:lnTo>
                  <a:lnTo>
                    <a:pt x="459215" y="474220"/>
                  </a:lnTo>
                  <a:lnTo>
                    <a:pt x="461137" y="475012"/>
                  </a:lnTo>
                  <a:lnTo>
                    <a:pt x="463058" y="475798"/>
                  </a:lnTo>
                  <a:lnTo>
                    <a:pt x="464980" y="476561"/>
                  </a:lnTo>
                  <a:lnTo>
                    <a:pt x="466901" y="477288"/>
                  </a:lnTo>
                  <a:lnTo>
                    <a:pt x="468822" y="477968"/>
                  </a:lnTo>
                  <a:lnTo>
                    <a:pt x="470744" y="478588"/>
                  </a:lnTo>
                  <a:lnTo>
                    <a:pt x="472665" y="479148"/>
                  </a:lnTo>
                  <a:lnTo>
                    <a:pt x="474587" y="479642"/>
                  </a:lnTo>
                  <a:lnTo>
                    <a:pt x="476508" y="480067"/>
                  </a:lnTo>
                  <a:lnTo>
                    <a:pt x="478429" y="480423"/>
                  </a:lnTo>
                  <a:lnTo>
                    <a:pt x="480351" y="480712"/>
                  </a:lnTo>
                  <a:lnTo>
                    <a:pt x="482272" y="480943"/>
                  </a:lnTo>
                  <a:lnTo>
                    <a:pt x="484194" y="481126"/>
                  </a:lnTo>
                  <a:lnTo>
                    <a:pt x="486115" y="481276"/>
                  </a:lnTo>
                  <a:lnTo>
                    <a:pt x="488036" y="481415"/>
                  </a:lnTo>
                  <a:lnTo>
                    <a:pt x="489958" y="481563"/>
                  </a:lnTo>
                  <a:lnTo>
                    <a:pt x="491879" y="481746"/>
                  </a:lnTo>
                  <a:lnTo>
                    <a:pt x="493801" y="481988"/>
                  </a:lnTo>
                  <a:lnTo>
                    <a:pt x="495722" y="482300"/>
                  </a:lnTo>
                  <a:lnTo>
                    <a:pt x="497643" y="482690"/>
                  </a:lnTo>
                  <a:lnTo>
                    <a:pt x="499565" y="483157"/>
                  </a:lnTo>
                  <a:lnTo>
                    <a:pt x="501486" y="483691"/>
                  </a:lnTo>
                  <a:lnTo>
                    <a:pt x="503408" y="484277"/>
                  </a:lnTo>
                  <a:lnTo>
                    <a:pt x="505329" y="484891"/>
                  </a:lnTo>
                  <a:lnTo>
                    <a:pt x="507250" y="485509"/>
                  </a:lnTo>
                  <a:lnTo>
                    <a:pt x="509172" y="486105"/>
                  </a:lnTo>
                  <a:lnTo>
                    <a:pt x="511093" y="486654"/>
                  </a:lnTo>
                  <a:lnTo>
                    <a:pt x="513015" y="487135"/>
                  </a:lnTo>
                  <a:lnTo>
                    <a:pt x="514936" y="487525"/>
                  </a:lnTo>
                  <a:lnTo>
                    <a:pt x="516858" y="487823"/>
                  </a:lnTo>
                  <a:lnTo>
                    <a:pt x="518779" y="488030"/>
                  </a:lnTo>
                  <a:lnTo>
                    <a:pt x="520700" y="488152"/>
                  </a:lnTo>
                  <a:lnTo>
                    <a:pt x="522622" y="488197"/>
                  </a:lnTo>
                  <a:lnTo>
                    <a:pt x="524543" y="488179"/>
                  </a:lnTo>
                  <a:lnTo>
                    <a:pt x="526465" y="488109"/>
                  </a:lnTo>
                  <a:lnTo>
                    <a:pt x="528386" y="488001"/>
                  </a:lnTo>
                  <a:lnTo>
                    <a:pt x="530307" y="487867"/>
                  </a:lnTo>
                  <a:lnTo>
                    <a:pt x="532229" y="487719"/>
                  </a:lnTo>
                  <a:lnTo>
                    <a:pt x="534150" y="487567"/>
                  </a:lnTo>
                  <a:lnTo>
                    <a:pt x="536072" y="487420"/>
                  </a:lnTo>
                  <a:lnTo>
                    <a:pt x="537993" y="487288"/>
                  </a:lnTo>
                  <a:lnTo>
                    <a:pt x="539914" y="487177"/>
                  </a:lnTo>
                  <a:lnTo>
                    <a:pt x="541836" y="487095"/>
                  </a:lnTo>
                  <a:lnTo>
                    <a:pt x="543757" y="487045"/>
                  </a:lnTo>
                  <a:lnTo>
                    <a:pt x="545679" y="487032"/>
                  </a:lnTo>
                  <a:lnTo>
                    <a:pt x="547600" y="487057"/>
                  </a:lnTo>
                  <a:lnTo>
                    <a:pt x="549521" y="487120"/>
                  </a:lnTo>
                  <a:lnTo>
                    <a:pt x="551443" y="487219"/>
                  </a:lnTo>
                  <a:lnTo>
                    <a:pt x="553364" y="487348"/>
                  </a:lnTo>
                  <a:lnTo>
                    <a:pt x="555286" y="487501"/>
                  </a:lnTo>
                  <a:lnTo>
                    <a:pt x="557207" y="487668"/>
                  </a:lnTo>
                  <a:lnTo>
                    <a:pt x="559128" y="487836"/>
                  </a:lnTo>
                  <a:lnTo>
                    <a:pt x="561050" y="487993"/>
                  </a:lnTo>
                  <a:lnTo>
                    <a:pt x="562971" y="488128"/>
                  </a:lnTo>
                  <a:lnTo>
                    <a:pt x="564893" y="488229"/>
                  </a:lnTo>
                  <a:lnTo>
                    <a:pt x="566814" y="488289"/>
                  </a:lnTo>
                  <a:lnTo>
                    <a:pt x="568735" y="488304"/>
                  </a:lnTo>
                  <a:lnTo>
                    <a:pt x="570657" y="488271"/>
                  </a:lnTo>
                  <a:lnTo>
                    <a:pt x="572578" y="488194"/>
                  </a:lnTo>
                  <a:lnTo>
                    <a:pt x="574500" y="488079"/>
                  </a:lnTo>
                  <a:lnTo>
                    <a:pt x="576421" y="487936"/>
                  </a:lnTo>
                  <a:lnTo>
                    <a:pt x="578342" y="487776"/>
                  </a:lnTo>
                  <a:lnTo>
                    <a:pt x="580264" y="487615"/>
                  </a:lnTo>
                  <a:lnTo>
                    <a:pt x="582185" y="487469"/>
                  </a:lnTo>
                  <a:lnTo>
                    <a:pt x="584107" y="487354"/>
                  </a:lnTo>
                  <a:lnTo>
                    <a:pt x="586028" y="487279"/>
                  </a:lnTo>
                  <a:lnTo>
                    <a:pt x="587950" y="487254"/>
                  </a:lnTo>
                  <a:lnTo>
                    <a:pt x="589871" y="487285"/>
                  </a:lnTo>
                  <a:lnTo>
                    <a:pt x="591792" y="487372"/>
                  </a:lnTo>
                  <a:lnTo>
                    <a:pt x="593714" y="487513"/>
                  </a:lnTo>
                  <a:lnTo>
                    <a:pt x="595635" y="487704"/>
                  </a:lnTo>
                  <a:lnTo>
                    <a:pt x="597557" y="487936"/>
                  </a:lnTo>
                  <a:lnTo>
                    <a:pt x="599478" y="488198"/>
                  </a:lnTo>
                  <a:lnTo>
                    <a:pt x="601399" y="488478"/>
                  </a:lnTo>
                  <a:lnTo>
                    <a:pt x="603321" y="488765"/>
                  </a:lnTo>
                  <a:lnTo>
                    <a:pt x="605242" y="489044"/>
                  </a:lnTo>
                  <a:lnTo>
                    <a:pt x="607164" y="489308"/>
                  </a:lnTo>
                  <a:lnTo>
                    <a:pt x="609085" y="489549"/>
                  </a:lnTo>
                  <a:lnTo>
                    <a:pt x="611006" y="489762"/>
                  </a:lnTo>
                  <a:lnTo>
                    <a:pt x="612928" y="489946"/>
                  </a:lnTo>
                  <a:lnTo>
                    <a:pt x="614849" y="490099"/>
                  </a:lnTo>
                  <a:lnTo>
                    <a:pt x="616771" y="490223"/>
                  </a:lnTo>
                  <a:lnTo>
                    <a:pt x="618692" y="490321"/>
                  </a:lnTo>
                  <a:lnTo>
                    <a:pt x="620613" y="490396"/>
                  </a:lnTo>
                  <a:lnTo>
                    <a:pt x="622535" y="490452"/>
                  </a:lnTo>
                  <a:lnTo>
                    <a:pt x="624456" y="490491"/>
                  </a:lnTo>
                  <a:lnTo>
                    <a:pt x="626378" y="490519"/>
                  </a:lnTo>
                  <a:lnTo>
                    <a:pt x="628299" y="490538"/>
                  </a:lnTo>
                  <a:lnTo>
                    <a:pt x="630220" y="490550"/>
                  </a:lnTo>
                  <a:lnTo>
                    <a:pt x="632142" y="490558"/>
                  </a:lnTo>
                  <a:lnTo>
                    <a:pt x="634063" y="490564"/>
                  </a:lnTo>
                  <a:lnTo>
                    <a:pt x="635985" y="490567"/>
                  </a:lnTo>
                  <a:lnTo>
                    <a:pt x="637906" y="490569"/>
                  </a:lnTo>
                  <a:lnTo>
                    <a:pt x="639827" y="490570"/>
                  </a:lnTo>
                  <a:lnTo>
                    <a:pt x="641749" y="490571"/>
                  </a:lnTo>
                  <a:lnTo>
                    <a:pt x="643670" y="490571"/>
                  </a:lnTo>
                  <a:lnTo>
                    <a:pt x="645592" y="490571"/>
                  </a:lnTo>
                  <a:lnTo>
                    <a:pt x="647513" y="490571"/>
                  </a:lnTo>
                  <a:lnTo>
                    <a:pt x="649434" y="490571"/>
                  </a:lnTo>
                  <a:lnTo>
                    <a:pt x="651356" y="490571"/>
                  </a:lnTo>
                  <a:lnTo>
                    <a:pt x="653277" y="490571"/>
                  </a:lnTo>
                  <a:lnTo>
                    <a:pt x="655199" y="490571"/>
                  </a:lnTo>
                  <a:lnTo>
                    <a:pt x="657120" y="490571"/>
                  </a:lnTo>
                  <a:lnTo>
                    <a:pt x="659042" y="490570"/>
                  </a:lnTo>
                  <a:lnTo>
                    <a:pt x="660963" y="490570"/>
                  </a:lnTo>
                  <a:lnTo>
                    <a:pt x="662884" y="490568"/>
                  </a:lnTo>
                  <a:lnTo>
                    <a:pt x="664806" y="490566"/>
                  </a:lnTo>
                  <a:lnTo>
                    <a:pt x="666727" y="490562"/>
                  </a:lnTo>
                  <a:lnTo>
                    <a:pt x="668649" y="490557"/>
                  </a:lnTo>
                  <a:lnTo>
                    <a:pt x="670570" y="490547"/>
                  </a:lnTo>
                  <a:lnTo>
                    <a:pt x="672491" y="490534"/>
                  </a:lnTo>
                  <a:lnTo>
                    <a:pt x="674413" y="490514"/>
                  </a:lnTo>
                  <a:lnTo>
                    <a:pt x="676334" y="490487"/>
                  </a:lnTo>
                  <a:lnTo>
                    <a:pt x="678256" y="490449"/>
                  </a:lnTo>
                  <a:lnTo>
                    <a:pt x="680177" y="490401"/>
                  </a:lnTo>
                  <a:lnTo>
                    <a:pt x="682098" y="490338"/>
                  </a:lnTo>
                  <a:lnTo>
                    <a:pt x="684020" y="490262"/>
                  </a:lnTo>
                  <a:lnTo>
                    <a:pt x="685941" y="490171"/>
                  </a:lnTo>
                  <a:lnTo>
                    <a:pt x="687863" y="490066"/>
                  </a:lnTo>
                  <a:lnTo>
                    <a:pt x="689784" y="489951"/>
                  </a:lnTo>
                  <a:lnTo>
                    <a:pt x="691705" y="489828"/>
                  </a:lnTo>
                  <a:lnTo>
                    <a:pt x="693627" y="489705"/>
                  </a:lnTo>
                  <a:lnTo>
                    <a:pt x="695548" y="489589"/>
                  </a:lnTo>
                  <a:lnTo>
                    <a:pt x="697470" y="489487"/>
                  </a:lnTo>
                  <a:lnTo>
                    <a:pt x="699391" y="489405"/>
                  </a:lnTo>
                  <a:lnTo>
                    <a:pt x="701312" y="489350"/>
                  </a:lnTo>
                  <a:lnTo>
                    <a:pt x="703234" y="489325"/>
                  </a:lnTo>
                  <a:lnTo>
                    <a:pt x="705155" y="489332"/>
                  </a:lnTo>
                  <a:lnTo>
                    <a:pt x="707077" y="489371"/>
                  </a:lnTo>
                  <a:lnTo>
                    <a:pt x="708998" y="489440"/>
                  </a:lnTo>
                  <a:lnTo>
                    <a:pt x="710919" y="489532"/>
                  </a:lnTo>
                  <a:lnTo>
                    <a:pt x="712841" y="489643"/>
                  </a:lnTo>
                  <a:lnTo>
                    <a:pt x="714762" y="489763"/>
                  </a:lnTo>
                  <a:lnTo>
                    <a:pt x="716684" y="489884"/>
                  </a:lnTo>
                  <a:lnTo>
                    <a:pt x="718605" y="490000"/>
                  </a:lnTo>
                  <a:lnTo>
                    <a:pt x="720526" y="490104"/>
                  </a:lnTo>
                  <a:lnTo>
                    <a:pt x="722448" y="490194"/>
                  </a:lnTo>
                  <a:lnTo>
                    <a:pt x="724369" y="490265"/>
                  </a:lnTo>
                  <a:lnTo>
                    <a:pt x="726291" y="490315"/>
                  </a:lnTo>
                  <a:lnTo>
                    <a:pt x="728212" y="490342"/>
                  </a:lnTo>
                  <a:lnTo>
                    <a:pt x="730134" y="490346"/>
                  </a:lnTo>
                  <a:lnTo>
                    <a:pt x="732055" y="490325"/>
                  </a:lnTo>
                  <a:lnTo>
                    <a:pt x="733976" y="490278"/>
                  </a:lnTo>
                  <a:lnTo>
                    <a:pt x="735898" y="490201"/>
                  </a:lnTo>
                  <a:lnTo>
                    <a:pt x="737819" y="490095"/>
                  </a:lnTo>
                  <a:lnTo>
                    <a:pt x="739741" y="489961"/>
                  </a:lnTo>
                  <a:lnTo>
                    <a:pt x="741662" y="489797"/>
                  </a:lnTo>
                  <a:lnTo>
                    <a:pt x="743583" y="489603"/>
                  </a:lnTo>
                  <a:lnTo>
                    <a:pt x="745505" y="489382"/>
                  </a:lnTo>
                  <a:lnTo>
                    <a:pt x="747426" y="489133"/>
                  </a:lnTo>
                  <a:lnTo>
                    <a:pt x="749348" y="488859"/>
                  </a:lnTo>
                  <a:lnTo>
                    <a:pt x="751269" y="488562"/>
                  </a:lnTo>
                  <a:lnTo>
                    <a:pt x="753190" y="488241"/>
                  </a:lnTo>
                  <a:lnTo>
                    <a:pt x="755112" y="487898"/>
                  </a:lnTo>
                  <a:lnTo>
                    <a:pt x="757033" y="487528"/>
                  </a:lnTo>
                  <a:lnTo>
                    <a:pt x="758955" y="487132"/>
                  </a:lnTo>
                  <a:lnTo>
                    <a:pt x="760876" y="486707"/>
                  </a:lnTo>
                  <a:lnTo>
                    <a:pt x="762797" y="486252"/>
                  </a:lnTo>
                  <a:lnTo>
                    <a:pt x="764719" y="485768"/>
                  </a:lnTo>
                  <a:lnTo>
                    <a:pt x="766640" y="485258"/>
                  </a:lnTo>
                  <a:lnTo>
                    <a:pt x="768562" y="484728"/>
                  </a:lnTo>
                  <a:lnTo>
                    <a:pt x="770483" y="484190"/>
                  </a:lnTo>
                  <a:lnTo>
                    <a:pt x="772404" y="483657"/>
                  </a:lnTo>
                  <a:lnTo>
                    <a:pt x="774326" y="483149"/>
                  </a:lnTo>
                  <a:lnTo>
                    <a:pt x="776247" y="482685"/>
                  </a:lnTo>
                  <a:lnTo>
                    <a:pt x="778169" y="482288"/>
                  </a:lnTo>
                  <a:lnTo>
                    <a:pt x="780090" y="481985"/>
                  </a:lnTo>
                  <a:lnTo>
                    <a:pt x="782011" y="481787"/>
                  </a:lnTo>
                  <a:lnTo>
                    <a:pt x="783933" y="481702"/>
                  </a:lnTo>
                  <a:lnTo>
                    <a:pt x="785854" y="481736"/>
                  </a:lnTo>
                  <a:lnTo>
                    <a:pt x="787776" y="481884"/>
                  </a:lnTo>
                  <a:lnTo>
                    <a:pt x="789697" y="482140"/>
                  </a:lnTo>
                  <a:lnTo>
                    <a:pt x="791618" y="482487"/>
                  </a:lnTo>
                  <a:lnTo>
                    <a:pt x="793540" y="482907"/>
                  </a:lnTo>
                  <a:lnTo>
                    <a:pt x="795461" y="483376"/>
                  </a:lnTo>
                  <a:lnTo>
                    <a:pt x="797383" y="483871"/>
                  </a:lnTo>
                  <a:lnTo>
                    <a:pt x="799304" y="484366"/>
                  </a:lnTo>
                  <a:lnTo>
                    <a:pt x="801226" y="484832"/>
                  </a:lnTo>
                  <a:lnTo>
                    <a:pt x="803147" y="485247"/>
                  </a:lnTo>
                  <a:lnTo>
                    <a:pt x="805068" y="485596"/>
                  </a:lnTo>
                  <a:lnTo>
                    <a:pt x="806990" y="485868"/>
                  </a:lnTo>
                  <a:lnTo>
                    <a:pt x="808911" y="486054"/>
                  </a:lnTo>
                  <a:lnTo>
                    <a:pt x="810833" y="486151"/>
                  </a:lnTo>
                  <a:lnTo>
                    <a:pt x="812754" y="486160"/>
                  </a:lnTo>
                  <a:lnTo>
                    <a:pt x="814675" y="486081"/>
                  </a:lnTo>
                  <a:lnTo>
                    <a:pt x="816597" y="485918"/>
                  </a:lnTo>
                  <a:lnTo>
                    <a:pt x="818518" y="485673"/>
                  </a:lnTo>
                  <a:lnTo>
                    <a:pt x="820440" y="485349"/>
                  </a:lnTo>
                  <a:lnTo>
                    <a:pt x="822361" y="484945"/>
                  </a:lnTo>
                  <a:lnTo>
                    <a:pt x="824282" y="484460"/>
                  </a:lnTo>
                  <a:lnTo>
                    <a:pt x="826204" y="483903"/>
                  </a:lnTo>
                  <a:lnTo>
                    <a:pt x="828125" y="483278"/>
                  </a:lnTo>
                  <a:lnTo>
                    <a:pt x="830047" y="482594"/>
                  </a:lnTo>
                  <a:lnTo>
                    <a:pt x="831968" y="481863"/>
                  </a:lnTo>
                  <a:lnTo>
                    <a:pt x="833889" y="481101"/>
                  </a:lnTo>
                  <a:lnTo>
                    <a:pt x="835811" y="480326"/>
                  </a:lnTo>
                  <a:lnTo>
                    <a:pt x="837732" y="479560"/>
                  </a:lnTo>
                  <a:lnTo>
                    <a:pt x="839654" y="478821"/>
                  </a:lnTo>
                  <a:lnTo>
                    <a:pt x="841575" y="478130"/>
                  </a:lnTo>
                  <a:lnTo>
                    <a:pt x="843496" y="477501"/>
                  </a:lnTo>
                  <a:lnTo>
                    <a:pt x="845418" y="476948"/>
                  </a:lnTo>
                  <a:lnTo>
                    <a:pt x="847339" y="476467"/>
                  </a:lnTo>
                  <a:lnTo>
                    <a:pt x="849261" y="476048"/>
                  </a:lnTo>
                  <a:lnTo>
                    <a:pt x="851182" y="475679"/>
                  </a:lnTo>
                  <a:lnTo>
                    <a:pt x="853103" y="475341"/>
                  </a:lnTo>
                  <a:lnTo>
                    <a:pt x="855025" y="475015"/>
                  </a:lnTo>
                  <a:lnTo>
                    <a:pt x="856946" y="474684"/>
                  </a:lnTo>
                  <a:lnTo>
                    <a:pt x="858868" y="474329"/>
                  </a:lnTo>
                  <a:lnTo>
                    <a:pt x="860789" y="473935"/>
                  </a:lnTo>
                  <a:lnTo>
                    <a:pt x="862710" y="473492"/>
                  </a:lnTo>
                  <a:lnTo>
                    <a:pt x="864632" y="472990"/>
                  </a:lnTo>
                  <a:lnTo>
                    <a:pt x="866553" y="472421"/>
                  </a:lnTo>
                  <a:lnTo>
                    <a:pt x="868475" y="471777"/>
                  </a:lnTo>
                  <a:lnTo>
                    <a:pt x="870396" y="471064"/>
                  </a:lnTo>
                  <a:lnTo>
                    <a:pt x="872318" y="470283"/>
                  </a:lnTo>
                  <a:lnTo>
                    <a:pt x="874239" y="469440"/>
                  </a:lnTo>
                  <a:lnTo>
                    <a:pt x="876160" y="468549"/>
                  </a:lnTo>
                  <a:lnTo>
                    <a:pt x="878082" y="467628"/>
                  </a:lnTo>
                  <a:lnTo>
                    <a:pt x="880003" y="466700"/>
                  </a:lnTo>
                  <a:lnTo>
                    <a:pt x="881925" y="465797"/>
                  </a:lnTo>
                  <a:lnTo>
                    <a:pt x="883846" y="464950"/>
                  </a:lnTo>
                  <a:lnTo>
                    <a:pt x="885767" y="464192"/>
                  </a:lnTo>
                  <a:lnTo>
                    <a:pt x="887689" y="463553"/>
                  </a:lnTo>
                  <a:lnTo>
                    <a:pt x="889610" y="463069"/>
                  </a:lnTo>
                  <a:lnTo>
                    <a:pt x="891532" y="462736"/>
                  </a:lnTo>
                  <a:lnTo>
                    <a:pt x="893453" y="462545"/>
                  </a:lnTo>
                  <a:lnTo>
                    <a:pt x="895374" y="462476"/>
                  </a:lnTo>
                  <a:lnTo>
                    <a:pt x="897296" y="462497"/>
                  </a:lnTo>
                  <a:lnTo>
                    <a:pt x="899217" y="462567"/>
                  </a:lnTo>
                  <a:lnTo>
                    <a:pt x="901139" y="462644"/>
                  </a:lnTo>
                  <a:lnTo>
                    <a:pt x="903060" y="462682"/>
                  </a:lnTo>
                  <a:lnTo>
                    <a:pt x="904981" y="462645"/>
                  </a:lnTo>
                  <a:lnTo>
                    <a:pt x="906903" y="462500"/>
                  </a:lnTo>
                  <a:lnTo>
                    <a:pt x="908824" y="462229"/>
                  </a:lnTo>
                  <a:lnTo>
                    <a:pt x="910746" y="461817"/>
                  </a:lnTo>
                  <a:lnTo>
                    <a:pt x="912667" y="461268"/>
                  </a:lnTo>
                  <a:lnTo>
                    <a:pt x="914588" y="460606"/>
                  </a:lnTo>
                  <a:lnTo>
                    <a:pt x="916510" y="459852"/>
                  </a:lnTo>
                  <a:lnTo>
                    <a:pt x="918431" y="459032"/>
                  </a:lnTo>
                  <a:lnTo>
                    <a:pt x="920353" y="458172"/>
                  </a:lnTo>
                  <a:lnTo>
                    <a:pt x="922274" y="457300"/>
                  </a:lnTo>
                  <a:lnTo>
                    <a:pt x="924195" y="456445"/>
                  </a:lnTo>
                  <a:lnTo>
                    <a:pt x="926117" y="455632"/>
                  </a:lnTo>
                  <a:lnTo>
                    <a:pt x="928038" y="454888"/>
                  </a:lnTo>
                  <a:lnTo>
                    <a:pt x="929960" y="454238"/>
                  </a:lnTo>
                  <a:lnTo>
                    <a:pt x="931881" y="453704"/>
                  </a:lnTo>
                  <a:lnTo>
                    <a:pt x="933802" y="453323"/>
                  </a:lnTo>
                  <a:lnTo>
                    <a:pt x="935724" y="453100"/>
                  </a:lnTo>
                  <a:lnTo>
                    <a:pt x="937645" y="453046"/>
                  </a:lnTo>
                  <a:lnTo>
                    <a:pt x="939567" y="453171"/>
                  </a:lnTo>
                  <a:lnTo>
                    <a:pt x="941488" y="453478"/>
                  </a:lnTo>
                  <a:lnTo>
                    <a:pt x="943410" y="453969"/>
                  </a:lnTo>
                  <a:lnTo>
                    <a:pt x="945331" y="454642"/>
                  </a:lnTo>
                  <a:lnTo>
                    <a:pt x="947252" y="455493"/>
                  </a:lnTo>
                  <a:lnTo>
                    <a:pt x="949174" y="456513"/>
                  </a:lnTo>
                  <a:lnTo>
                    <a:pt x="951095" y="457691"/>
                  </a:lnTo>
                  <a:lnTo>
                    <a:pt x="953017" y="459013"/>
                  </a:lnTo>
                  <a:lnTo>
                    <a:pt x="954938" y="460463"/>
                  </a:lnTo>
                  <a:lnTo>
                    <a:pt x="956859" y="462016"/>
                  </a:lnTo>
                  <a:lnTo>
                    <a:pt x="958781" y="463639"/>
                  </a:lnTo>
                  <a:lnTo>
                    <a:pt x="960702" y="465305"/>
                  </a:lnTo>
                  <a:lnTo>
                    <a:pt x="962624" y="466990"/>
                  </a:lnTo>
                  <a:lnTo>
                    <a:pt x="964545" y="468673"/>
                  </a:lnTo>
                  <a:lnTo>
                    <a:pt x="966466" y="470337"/>
                  </a:lnTo>
                  <a:lnTo>
                    <a:pt x="968388" y="471969"/>
                  </a:lnTo>
                  <a:lnTo>
                    <a:pt x="970309" y="473561"/>
                  </a:lnTo>
                  <a:lnTo>
                    <a:pt x="972231" y="475110"/>
                  </a:lnTo>
                  <a:lnTo>
                    <a:pt x="974152" y="476613"/>
                  </a:lnTo>
                  <a:lnTo>
                    <a:pt x="976073" y="478070"/>
                  </a:lnTo>
                  <a:lnTo>
                    <a:pt x="977995" y="479471"/>
                  </a:lnTo>
                  <a:lnTo>
                    <a:pt x="979916" y="480818"/>
                  </a:lnTo>
                  <a:lnTo>
                    <a:pt x="981838" y="482102"/>
                  </a:lnTo>
                </a:path>
              </a:pathLst>
            </a:custGeom>
            <a:ln w="27101" cap="flat">
              <a:solidFill>
                <a:srgbClr val="D79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029362" y="5676278"/>
              <a:ext cx="981838" cy="307144"/>
            </a:xfrm>
            <a:custGeom>
              <a:avLst/>
              <a:pathLst>
                <a:path w="981838" h="307144">
                  <a:moveTo>
                    <a:pt x="0" y="307144"/>
                  </a:moveTo>
                  <a:lnTo>
                    <a:pt x="1921" y="307144"/>
                  </a:lnTo>
                  <a:lnTo>
                    <a:pt x="3842" y="307144"/>
                  </a:lnTo>
                  <a:lnTo>
                    <a:pt x="5764" y="307144"/>
                  </a:lnTo>
                  <a:lnTo>
                    <a:pt x="7685" y="307144"/>
                  </a:lnTo>
                  <a:lnTo>
                    <a:pt x="9607" y="307144"/>
                  </a:lnTo>
                  <a:lnTo>
                    <a:pt x="11528" y="307144"/>
                  </a:lnTo>
                  <a:lnTo>
                    <a:pt x="13449" y="307144"/>
                  </a:lnTo>
                  <a:lnTo>
                    <a:pt x="15371" y="307144"/>
                  </a:lnTo>
                  <a:lnTo>
                    <a:pt x="17292" y="307144"/>
                  </a:lnTo>
                  <a:lnTo>
                    <a:pt x="19214" y="307144"/>
                  </a:lnTo>
                  <a:lnTo>
                    <a:pt x="21135" y="307144"/>
                  </a:lnTo>
                  <a:lnTo>
                    <a:pt x="23056" y="307144"/>
                  </a:lnTo>
                  <a:lnTo>
                    <a:pt x="24978" y="307144"/>
                  </a:lnTo>
                  <a:lnTo>
                    <a:pt x="26899" y="307144"/>
                  </a:lnTo>
                  <a:lnTo>
                    <a:pt x="28821" y="307144"/>
                  </a:lnTo>
                  <a:lnTo>
                    <a:pt x="30742" y="307144"/>
                  </a:lnTo>
                  <a:lnTo>
                    <a:pt x="32663" y="307144"/>
                  </a:lnTo>
                  <a:lnTo>
                    <a:pt x="34585" y="307144"/>
                  </a:lnTo>
                  <a:lnTo>
                    <a:pt x="36506" y="307144"/>
                  </a:lnTo>
                  <a:lnTo>
                    <a:pt x="38428" y="307144"/>
                  </a:lnTo>
                  <a:lnTo>
                    <a:pt x="40349" y="307144"/>
                  </a:lnTo>
                  <a:lnTo>
                    <a:pt x="42270" y="307144"/>
                  </a:lnTo>
                  <a:lnTo>
                    <a:pt x="44192" y="307144"/>
                  </a:lnTo>
                  <a:lnTo>
                    <a:pt x="46113" y="307144"/>
                  </a:lnTo>
                  <a:lnTo>
                    <a:pt x="48035" y="307144"/>
                  </a:lnTo>
                  <a:lnTo>
                    <a:pt x="49956" y="307144"/>
                  </a:lnTo>
                  <a:lnTo>
                    <a:pt x="51877" y="307144"/>
                  </a:lnTo>
                  <a:lnTo>
                    <a:pt x="53799" y="307144"/>
                  </a:lnTo>
                  <a:lnTo>
                    <a:pt x="55720" y="307144"/>
                  </a:lnTo>
                  <a:lnTo>
                    <a:pt x="57642" y="307143"/>
                  </a:lnTo>
                  <a:lnTo>
                    <a:pt x="59563" y="307143"/>
                  </a:lnTo>
                  <a:lnTo>
                    <a:pt x="61484" y="307142"/>
                  </a:lnTo>
                  <a:lnTo>
                    <a:pt x="63406" y="307142"/>
                  </a:lnTo>
                  <a:lnTo>
                    <a:pt x="65327" y="307141"/>
                  </a:lnTo>
                  <a:lnTo>
                    <a:pt x="67249" y="307139"/>
                  </a:lnTo>
                  <a:lnTo>
                    <a:pt x="69170" y="307137"/>
                  </a:lnTo>
                  <a:lnTo>
                    <a:pt x="71091" y="307134"/>
                  </a:lnTo>
                  <a:lnTo>
                    <a:pt x="73013" y="307131"/>
                  </a:lnTo>
                  <a:lnTo>
                    <a:pt x="74934" y="307126"/>
                  </a:lnTo>
                  <a:lnTo>
                    <a:pt x="76856" y="307120"/>
                  </a:lnTo>
                  <a:lnTo>
                    <a:pt x="78777" y="307112"/>
                  </a:lnTo>
                  <a:lnTo>
                    <a:pt x="80699" y="307101"/>
                  </a:lnTo>
                  <a:lnTo>
                    <a:pt x="82620" y="307089"/>
                  </a:lnTo>
                  <a:lnTo>
                    <a:pt x="84541" y="307072"/>
                  </a:lnTo>
                  <a:lnTo>
                    <a:pt x="86463" y="307051"/>
                  </a:lnTo>
                  <a:lnTo>
                    <a:pt x="88384" y="307026"/>
                  </a:lnTo>
                  <a:lnTo>
                    <a:pt x="90306" y="306995"/>
                  </a:lnTo>
                  <a:lnTo>
                    <a:pt x="92227" y="306958"/>
                  </a:lnTo>
                  <a:lnTo>
                    <a:pt x="94148" y="306913"/>
                  </a:lnTo>
                  <a:lnTo>
                    <a:pt x="96070" y="306861"/>
                  </a:lnTo>
                  <a:lnTo>
                    <a:pt x="97991" y="306800"/>
                  </a:lnTo>
                  <a:lnTo>
                    <a:pt x="99913" y="306728"/>
                  </a:lnTo>
                  <a:lnTo>
                    <a:pt x="101834" y="306646"/>
                  </a:lnTo>
                  <a:lnTo>
                    <a:pt x="103755" y="306553"/>
                  </a:lnTo>
                  <a:lnTo>
                    <a:pt x="105677" y="306449"/>
                  </a:lnTo>
                  <a:lnTo>
                    <a:pt x="107598" y="306333"/>
                  </a:lnTo>
                  <a:lnTo>
                    <a:pt x="109520" y="306206"/>
                  </a:lnTo>
                  <a:lnTo>
                    <a:pt x="111441" y="306069"/>
                  </a:lnTo>
                  <a:lnTo>
                    <a:pt x="113362" y="305919"/>
                  </a:lnTo>
                  <a:lnTo>
                    <a:pt x="115284" y="305759"/>
                  </a:lnTo>
                  <a:lnTo>
                    <a:pt x="117205" y="305592"/>
                  </a:lnTo>
                  <a:lnTo>
                    <a:pt x="119127" y="305418"/>
                  </a:lnTo>
                  <a:lnTo>
                    <a:pt x="121048" y="305240"/>
                  </a:lnTo>
                  <a:lnTo>
                    <a:pt x="122969" y="305059"/>
                  </a:lnTo>
                  <a:lnTo>
                    <a:pt x="124891" y="304878"/>
                  </a:lnTo>
                  <a:lnTo>
                    <a:pt x="126812" y="304698"/>
                  </a:lnTo>
                  <a:lnTo>
                    <a:pt x="128734" y="304524"/>
                  </a:lnTo>
                  <a:lnTo>
                    <a:pt x="130655" y="304357"/>
                  </a:lnTo>
                  <a:lnTo>
                    <a:pt x="132576" y="304199"/>
                  </a:lnTo>
                  <a:lnTo>
                    <a:pt x="134498" y="304053"/>
                  </a:lnTo>
                  <a:lnTo>
                    <a:pt x="136419" y="303920"/>
                  </a:lnTo>
                  <a:lnTo>
                    <a:pt x="138341" y="303801"/>
                  </a:lnTo>
                  <a:lnTo>
                    <a:pt x="140262" y="303700"/>
                  </a:lnTo>
                  <a:lnTo>
                    <a:pt x="142183" y="303617"/>
                  </a:lnTo>
                  <a:lnTo>
                    <a:pt x="144105" y="303551"/>
                  </a:lnTo>
                  <a:lnTo>
                    <a:pt x="146026" y="303501"/>
                  </a:lnTo>
                  <a:lnTo>
                    <a:pt x="147948" y="303467"/>
                  </a:lnTo>
                  <a:lnTo>
                    <a:pt x="149869" y="303448"/>
                  </a:lnTo>
                  <a:lnTo>
                    <a:pt x="151791" y="303442"/>
                  </a:lnTo>
                  <a:lnTo>
                    <a:pt x="153712" y="303447"/>
                  </a:lnTo>
                  <a:lnTo>
                    <a:pt x="155633" y="303463"/>
                  </a:lnTo>
                  <a:lnTo>
                    <a:pt x="157555" y="303486"/>
                  </a:lnTo>
                  <a:lnTo>
                    <a:pt x="159476" y="303513"/>
                  </a:lnTo>
                  <a:lnTo>
                    <a:pt x="161398" y="303541"/>
                  </a:lnTo>
                  <a:lnTo>
                    <a:pt x="163319" y="303570"/>
                  </a:lnTo>
                  <a:lnTo>
                    <a:pt x="165240" y="303597"/>
                  </a:lnTo>
                  <a:lnTo>
                    <a:pt x="167162" y="303619"/>
                  </a:lnTo>
                  <a:lnTo>
                    <a:pt x="169083" y="303635"/>
                  </a:lnTo>
                  <a:lnTo>
                    <a:pt x="171005" y="303643"/>
                  </a:lnTo>
                  <a:lnTo>
                    <a:pt x="172926" y="303642"/>
                  </a:lnTo>
                  <a:lnTo>
                    <a:pt x="174847" y="303631"/>
                  </a:lnTo>
                  <a:lnTo>
                    <a:pt x="176769" y="303610"/>
                  </a:lnTo>
                  <a:lnTo>
                    <a:pt x="178690" y="303578"/>
                  </a:lnTo>
                  <a:lnTo>
                    <a:pt x="180612" y="303535"/>
                  </a:lnTo>
                  <a:lnTo>
                    <a:pt x="182533" y="303480"/>
                  </a:lnTo>
                  <a:lnTo>
                    <a:pt x="184454" y="303411"/>
                  </a:lnTo>
                  <a:lnTo>
                    <a:pt x="186376" y="303330"/>
                  </a:lnTo>
                  <a:lnTo>
                    <a:pt x="188297" y="303237"/>
                  </a:lnTo>
                  <a:lnTo>
                    <a:pt x="190219" y="303131"/>
                  </a:lnTo>
                  <a:lnTo>
                    <a:pt x="192140" y="303014"/>
                  </a:lnTo>
                  <a:lnTo>
                    <a:pt x="194061" y="302885"/>
                  </a:lnTo>
                  <a:lnTo>
                    <a:pt x="195983" y="302745"/>
                  </a:lnTo>
                  <a:lnTo>
                    <a:pt x="197904" y="302591"/>
                  </a:lnTo>
                  <a:lnTo>
                    <a:pt x="199826" y="302427"/>
                  </a:lnTo>
                  <a:lnTo>
                    <a:pt x="201747" y="302253"/>
                  </a:lnTo>
                  <a:lnTo>
                    <a:pt x="203668" y="302071"/>
                  </a:lnTo>
                  <a:lnTo>
                    <a:pt x="205590" y="301881"/>
                  </a:lnTo>
                  <a:lnTo>
                    <a:pt x="207511" y="301685"/>
                  </a:lnTo>
                  <a:lnTo>
                    <a:pt x="209433" y="301485"/>
                  </a:lnTo>
                  <a:lnTo>
                    <a:pt x="211354" y="301281"/>
                  </a:lnTo>
                  <a:lnTo>
                    <a:pt x="213275" y="301077"/>
                  </a:lnTo>
                  <a:lnTo>
                    <a:pt x="215197" y="300875"/>
                  </a:lnTo>
                  <a:lnTo>
                    <a:pt x="217118" y="300677"/>
                  </a:lnTo>
                  <a:lnTo>
                    <a:pt x="219040" y="300486"/>
                  </a:lnTo>
                  <a:lnTo>
                    <a:pt x="220961" y="300302"/>
                  </a:lnTo>
                  <a:lnTo>
                    <a:pt x="222883" y="300128"/>
                  </a:lnTo>
                  <a:lnTo>
                    <a:pt x="224804" y="299967"/>
                  </a:lnTo>
                  <a:lnTo>
                    <a:pt x="226725" y="299823"/>
                  </a:lnTo>
                  <a:lnTo>
                    <a:pt x="228647" y="299694"/>
                  </a:lnTo>
                  <a:lnTo>
                    <a:pt x="230568" y="299582"/>
                  </a:lnTo>
                  <a:lnTo>
                    <a:pt x="232490" y="299488"/>
                  </a:lnTo>
                  <a:lnTo>
                    <a:pt x="234411" y="299412"/>
                  </a:lnTo>
                  <a:lnTo>
                    <a:pt x="236332" y="299356"/>
                  </a:lnTo>
                  <a:lnTo>
                    <a:pt x="238254" y="299319"/>
                  </a:lnTo>
                  <a:lnTo>
                    <a:pt x="240175" y="299303"/>
                  </a:lnTo>
                  <a:lnTo>
                    <a:pt x="242097" y="299305"/>
                  </a:lnTo>
                  <a:lnTo>
                    <a:pt x="244018" y="299323"/>
                  </a:lnTo>
                  <a:lnTo>
                    <a:pt x="245939" y="299356"/>
                  </a:lnTo>
                  <a:lnTo>
                    <a:pt x="247861" y="299403"/>
                  </a:lnTo>
                  <a:lnTo>
                    <a:pt x="249782" y="299461"/>
                  </a:lnTo>
                  <a:lnTo>
                    <a:pt x="251704" y="299529"/>
                  </a:lnTo>
                  <a:lnTo>
                    <a:pt x="253625" y="299606"/>
                  </a:lnTo>
                  <a:lnTo>
                    <a:pt x="255546" y="299687"/>
                  </a:lnTo>
                  <a:lnTo>
                    <a:pt x="257468" y="299770"/>
                  </a:lnTo>
                  <a:lnTo>
                    <a:pt x="259389" y="299852"/>
                  </a:lnTo>
                  <a:lnTo>
                    <a:pt x="261311" y="299932"/>
                  </a:lnTo>
                  <a:lnTo>
                    <a:pt x="263232" y="300007"/>
                  </a:lnTo>
                  <a:lnTo>
                    <a:pt x="265153" y="300075"/>
                  </a:lnTo>
                  <a:lnTo>
                    <a:pt x="267075" y="300131"/>
                  </a:lnTo>
                  <a:lnTo>
                    <a:pt x="268996" y="300174"/>
                  </a:lnTo>
                  <a:lnTo>
                    <a:pt x="270918" y="300201"/>
                  </a:lnTo>
                  <a:lnTo>
                    <a:pt x="272839" y="300211"/>
                  </a:lnTo>
                  <a:lnTo>
                    <a:pt x="274760" y="300200"/>
                  </a:lnTo>
                  <a:lnTo>
                    <a:pt x="276682" y="300167"/>
                  </a:lnTo>
                  <a:lnTo>
                    <a:pt x="278603" y="300110"/>
                  </a:lnTo>
                  <a:lnTo>
                    <a:pt x="280525" y="300024"/>
                  </a:lnTo>
                  <a:lnTo>
                    <a:pt x="282446" y="299904"/>
                  </a:lnTo>
                  <a:lnTo>
                    <a:pt x="284367" y="299752"/>
                  </a:lnTo>
                  <a:lnTo>
                    <a:pt x="286289" y="299566"/>
                  </a:lnTo>
                  <a:lnTo>
                    <a:pt x="288210" y="299346"/>
                  </a:lnTo>
                  <a:lnTo>
                    <a:pt x="290132" y="299089"/>
                  </a:lnTo>
                  <a:lnTo>
                    <a:pt x="292053" y="298797"/>
                  </a:lnTo>
                  <a:lnTo>
                    <a:pt x="293975" y="298470"/>
                  </a:lnTo>
                  <a:lnTo>
                    <a:pt x="295896" y="298104"/>
                  </a:lnTo>
                  <a:lnTo>
                    <a:pt x="297817" y="297709"/>
                  </a:lnTo>
                  <a:lnTo>
                    <a:pt x="299739" y="297289"/>
                  </a:lnTo>
                  <a:lnTo>
                    <a:pt x="301660" y="296849"/>
                  </a:lnTo>
                  <a:lnTo>
                    <a:pt x="303582" y="296395"/>
                  </a:lnTo>
                  <a:lnTo>
                    <a:pt x="305503" y="295935"/>
                  </a:lnTo>
                  <a:lnTo>
                    <a:pt x="307424" y="295475"/>
                  </a:lnTo>
                  <a:lnTo>
                    <a:pt x="309346" y="295027"/>
                  </a:lnTo>
                  <a:lnTo>
                    <a:pt x="311267" y="294600"/>
                  </a:lnTo>
                  <a:lnTo>
                    <a:pt x="313189" y="294201"/>
                  </a:lnTo>
                  <a:lnTo>
                    <a:pt x="315110" y="293839"/>
                  </a:lnTo>
                  <a:lnTo>
                    <a:pt x="317031" y="293519"/>
                  </a:lnTo>
                  <a:lnTo>
                    <a:pt x="318953" y="293247"/>
                  </a:lnTo>
                  <a:lnTo>
                    <a:pt x="320874" y="293028"/>
                  </a:lnTo>
                  <a:lnTo>
                    <a:pt x="322796" y="292867"/>
                  </a:lnTo>
                  <a:lnTo>
                    <a:pt x="324717" y="292771"/>
                  </a:lnTo>
                  <a:lnTo>
                    <a:pt x="326638" y="292730"/>
                  </a:lnTo>
                  <a:lnTo>
                    <a:pt x="328560" y="292742"/>
                  </a:lnTo>
                  <a:lnTo>
                    <a:pt x="330481" y="292802"/>
                  </a:lnTo>
                  <a:lnTo>
                    <a:pt x="332403" y="292905"/>
                  </a:lnTo>
                  <a:lnTo>
                    <a:pt x="334324" y="293044"/>
                  </a:lnTo>
                  <a:lnTo>
                    <a:pt x="336245" y="293212"/>
                  </a:lnTo>
                  <a:lnTo>
                    <a:pt x="338167" y="293402"/>
                  </a:lnTo>
                  <a:lnTo>
                    <a:pt x="340088" y="293600"/>
                  </a:lnTo>
                  <a:lnTo>
                    <a:pt x="342010" y="293797"/>
                  </a:lnTo>
                  <a:lnTo>
                    <a:pt x="343931" y="293986"/>
                  </a:lnTo>
                  <a:lnTo>
                    <a:pt x="345852" y="294159"/>
                  </a:lnTo>
                  <a:lnTo>
                    <a:pt x="347774" y="294308"/>
                  </a:lnTo>
                  <a:lnTo>
                    <a:pt x="349695" y="294427"/>
                  </a:lnTo>
                  <a:lnTo>
                    <a:pt x="351617" y="294507"/>
                  </a:lnTo>
                  <a:lnTo>
                    <a:pt x="353538" y="294542"/>
                  </a:lnTo>
                  <a:lnTo>
                    <a:pt x="355459" y="294533"/>
                  </a:lnTo>
                  <a:lnTo>
                    <a:pt x="357381" y="294477"/>
                  </a:lnTo>
                  <a:lnTo>
                    <a:pt x="359302" y="294371"/>
                  </a:lnTo>
                  <a:lnTo>
                    <a:pt x="361224" y="294215"/>
                  </a:lnTo>
                  <a:lnTo>
                    <a:pt x="363145" y="294007"/>
                  </a:lnTo>
                  <a:lnTo>
                    <a:pt x="365067" y="293744"/>
                  </a:lnTo>
                  <a:lnTo>
                    <a:pt x="366988" y="293422"/>
                  </a:lnTo>
                  <a:lnTo>
                    <a:pt x="368909" y="293048"/>
                  </a:lnTo>
                  <a:lnTo>
                    <a:pt x="370831" y="292620"/>
                  </a:lnTo>
                  <a:lnTo>
                    <a:pt x="372752" y="292140"/>
                  </a:lnTo>
                  <a:lnTo>
                    <a:pt x="374674" y="291608"/>
                  </a:lnTo>
                  <a:lnTo>
                    <a:pt x="376595" y="291022"/>
                  </a:lnTo>
                  <a:lnTo>
                    <a:pt x="378516" y="290384"/>
                  </a:lnTo>
                  <a:lnTo>
                    <a:pt x="380438" y="289683"/>
                  </a:lnTo>
                  <a:lnTo>
                    <a:pt x="382359" y="288929"/>
                  </a:lnTo>
                  <a:lnTo>
                    <a:pt x="384281" y="288123"/>
                  </a:lnTo>
                  <a:lnTo>
                    <a:pt x="386202" y="287265"/>
                  </a:lnTo>
                  <a:lnTo>
                    <a:pt x="388123" y="286356"/>
                  </a:lnTo>
                  <a:lnTo>
                    <a:pt x="390045" y="285395"/>
                  </a:lnTo>
                  <a:lnTo>
                    <a:pt x="391966" y="284384"/>
                  </a:lnTo>
                  <a:lnTo>
                    <a:pt x="393888" y="283315"/>
                  </a:lnTo>
                  <a:lnTo>
                    <a:pt x="395809" y="282192"/>
                  </a:lnTo>
                  <a:lnTo>
                    <a:pt x="397730" y="281018"/>
                  </a:lnTo>
                  <a:lnTo>
                    <a:pt x="399652" y="279790"/>
                  </a:lnTo>
                  <a:lnTo>
                    <a:pt x="401573" y="278506"/>
                  </a:lnTo>
                  <a:lnTo>
                    <a:pt x="403495" y="277163"/>
                  </a:lnTo>
                  <a:lnTo>
                    <a:pt x="405416" y="275757"/>
                  </a:lnTo>
                  <a:lnTo>
                    <a:pt x="407337" y="274274"/>
                  </a:lnTo>
                  <a:lnTo>
                    <a:pt x="409259" y="272702"/>
                  </a:lnTo>
                  <a:lnTo>
                    <a:pt x="411180" y="271039"/>
                  </a:lnTo>
                  <a:lnTo>
                    <a:pt x="413102" y="269272"/>
                  </a:lnTo>
                  <a:lnTo>
                    <a:pt x="415023" y="267388"/>
                  </a:lnTo>
                  <a:lnTo>
                    <a:pt x="416944" y="265373"/>
                  </a:lnTo>
                  <a:lnTo>
                    <a:pt x="418866" y="263211"/>
                  </a:lnTo>
                  <a:lnTo>
                    <a:pt x="420787" y="260882"/>
                  </a:lnTo>
                  <a:lnTo>
                    <a:pt x="422709" y="258333"/>
                  </a:lnTo>
                  <a:lnTo>
                    <a:pt x="424630" y="255575"/>
                  </a:lnTo>
                  <a:lnTo>
                    <a:pt x="426551" y="252587"/>
                  </a:lnTo>
                  <a:lnTo>
                    <a:pt x="428473" y="249352"/>
                  </a:lnTo>
                  <a:lnTo>
                    <a:pt x="430394" y="245850"/>
                  </a:lnTo>
                  <a:lnTo>
                    <a:pt x="432316" y="242063"/>
                  </a:lnTo>
                  <a:lnTo>
                    <a:pt x="434237" y="237976"/>
                  </a:lnTo>
                  <a:lnTo>
                    <a:pt x="436159" y="233523"/>
                  </a:lnTo>
                  <a:lnTo>
                    <a:pt x="438080" y="228720"/>
                  </a:lnTo>
                  <a:lnTo>
                    <a:pt x="440001" y="223569"/>
                  </a:lnTo>
                  <a:lnTo>
                    <a:pt x="441923" y="218061"/>
                  </a:lnTo>
                  <a:lnTo>
                    <a:pt x="443844" y="212189"/>
                  </a:lnTo>
                  <a:lnTo>
                    <a:pt x="445766" y="205951"/>
                  </a:lnTo>
                  <a:lnTo>
                    <a:pt x="447687" y="199342"/>
                  </a:lnTo>
                  <a:lnTo>
                    <a:pt x="449608" y="192336"/>
                  </a:lnTo>
                  <a:lnTo>
                    <a:pt x="451530" y="184933"/>
                  </a:lnTo>
                  <a:lnTo>
                    <a:pt x="453451" y="177182"/>
                  </a:lnTo>
                  <a:lnTo>
                    <a:pt x="455373" y="169100"/>
                  </a:lnTo>
                  <a:lnTo>
                    <a:pt x="457294" y="160706"/>
                  </a:lnTo>
                  <a:lnTo>
                    <a:pt x="459215" y="152024"/>
                  </a:lnTo>
                  <a:lnTo>
                    <a:pt x="461137" y="143084"/>
                  </a:lnTo>
                  <a:lnTo>
                    <a:pt x="463058" y="133917"/>
                  </a:lnTo>
                  <a:lnTo>
                    <a:pt x="464980" y="124549"/>
                  </a:lnTo>
                  <a:lnTo>
                    <a:pt x="466901" y="115066"/>
                  </a:lnTo>
                  <a:lnTo>
                    <a:pt x="468822" y="105523"/>
                  </a:lnTo>
                  <a:lnTo>
                    <a:pt x="470744" y="95977"/>
                  </a:lnTo>
                  <a:lnTo>
                    <a:pt x="472665" y="86491"/>
                  </a:lnTo>
                  <a:lnTo>
                    <a:pt x="474587" y="77130"/>
                  </a:lnTo>
                  <a:lnTo>
                    <a:pt x="476508" y="67962"/>
                  </a:lnTo>
                  <a:lnTo>
                    <a:pt x="478429" y="59115"/>
                  </a:lnTo>
                  <a:lnTo>
                    <a:pt x="480351" y="50646"/>
                  </a:lnTo>
                  <a:lnTo>
                    <a:pt x="482272" y="42617"/>
                  </a:lnTo>
                  <a:lnTo>
                    <a:pt x="484194" y="35095"/>
                  </a:lnTo>
                  <a:lnTo>
                    <a:pt x="486115" y="28146"/>
                  </a:lnTo>
                  <a:lnTo>
                    <a:pt x="488036" y="21829"/>
                  </a:lnTo>
                  <a:lnTo>
                    <a:pt x="489958" y="16202"/>
                  </a:lnTo>
                  <a:lnTo>
                    <a:pt x="491879" y="11386"/>
                  </a:lnTo>
                  <a:lnTo>
                    <a:pt x="493801" y="7435"/>
                  </a:lnTo>
                  <a:lnTo>
                    <a:pt x="495722" y="4307"/>
                  </a:lnTo>
                  <a:lnTo>
                    <a:pt x="497643" y="2019"/>
                  </a:lnTo>
                  <a:lnTo>
                    <a:pt x="499565" y="583"/>
                  </a:lnTo>
                  <a:lnTo>
                    <a:pt x="501486" y="0"/>
                  </a:lnTo>
                  <a:lnTo>
                    <a:pt x="503408" y="262"/>
                  </a:lnTo>
                  <a:lnTo>
                    <a:pt x="505329" y="1384"/>
                  </a:lnTo>
                  <a:lnTo>
                    <a:pt x="507250" y="3429"/>
                  </a:lnTo>
                  <a:lnTo>
                    <a:pt x="509172" y="6234"/>
                  </a:lnTo>
                  <a:lnTo>
                    <a:pt x="511093" y="9759"/>
                  </a:lnTo>
                  <a:lnTo>
                    <a:pt x="513015" y="13960"/>
                  </a:lnTo>
                  <a:lnTo>
                    <a:pt x="514936" y="18788"/>
                  </a:lnTo>
                  <a:lnTo>
                    <a:pt x="516858" y="24193"/>
                  </a:lnTo>
                  <a:lnTo>
                    <a:pt x="518779" y="30122"/>
                  </a:lnTo>
                  <a:lnTo>
                    <a:pt x="520700" y="36585"/>
                  </a:lnTo>
                  <a:lnTo>
                    <a:pt x="522622" y="43450"/>
                  </a:lnTo>
                  <a:lnTo>
                    <a:pt x="524543" y="50653"/>
                  </a:lnTo>
                  <a:lnTo>
                    <a:pt x="526465" y="58142"/>
                  </a:lnTo>
                  <a:lnTo>
                    <a:pt x="528386" y="65869"/>
                  </a:lnTo>
                  <a:lnTo>
                    <a:pt x="530307" y="73785"/>
                  </a:lnTo>
                  <a:lnTo>
                    <a:pt x="532229" y="81848"/>
                  </a:lnTo>
                  <a:lnTo>
                    <a:pt x="534150" y="90019"/>
                  </a:lnTo>
                  <a:lnTo>
                    <a:pt x="536072" y="98248"/>
                  </a:lnTo>
                  <a:lnTo>
                    <a:pt x="537993" y="106491"/>
                  </a:lnTo>
                  <a:lnTo>
                    <a:pt x="539914" y="114718"/>
                  </a:lnTo>
                  <a:lnTo>
                    <a:pt x="541836" y="122901"/>
                  </a:lnTo>
                  <a:lnTo>
                    <a:pt x="543757" y="131013"/>
                  </a:lnTo>
                  <a:lnTo>
                    <a:pt x="545679" y="139032"/>
                  </a:lnTo>
                  <a:lnTo>
                    <a:pt x="547600" y="146928"/>
                  </a:lnTo>
                  <a:lnTo>
                    <a:pt x="549521" y="154663"/>
                  </a:lnTo>
                  <a:lnTo>
                    <a:pt x="551443" y="162239"/>
                  </a:lnTo>
                  <a:lnTo>
                    <a:pt x="553364" y="169640"/>
                  </a:lnTo>
                  <a:lnTo>
                    <a:pt x="555286" y="176853"/>
                  </a:lnTo>
                  <a:lnTo>
                    <a:pt x="557207" y="183865"/>
                  </a:lnTo>
                  <a:lnTo>
                    <a:pt x="559128" y="190666"/>
                  </a:lnTo>
                  <a:lnTo>
                    <a:pt x="561050" y="197246"/>
                  </a:lnTo>
                  <a:lnTo>
                    <a:pt x="562971" y="203556"/>
                  </a:lnTo>
                  <a:lnTo>
                    <a:pt x="564893" y="209626"/>
                  </a:lnTo>
                  <a:lnTo>
                    <a:pt x="566814" y="215453"/>
                  </a:lnTo>
                  <a:lnTo>
                    <a:pt x="568735" y="221034"/>
                  </a:lnTo>
                  <a:lnTo>
                    <a:pt x="570657" y="226369"/>
                  </a:lnTo>
                  <a:lnTo>
                    <a:pt x="572578" y="231456"/>
                  </a:lnTo>
                  <a:lnTo>
                    <a:pt x="574500" y="236296"/>
                  </a:lnTo>
                  <a:lnTo>
                    <a:pt x="576421" y="240863"/>
                  </a:lnTo>
                  <a:lnTo>
                    <a:pt x="578342" y="245171"/>
                  </a:lnTo>
                  <a:lnTo>
                    <a:pt x="580264" y="249244"/>
                  </a:lnTo>
                  <a:lnTo>
                    <a:pt x="582185" y="253087"/>
                  </a:lnTo>
                  <a:lnTo>
                    <a:pt x="584107" y="256707"/>
                  </a:lnTo>
                  <a:lnTo>
                    <a:pt x="586028" y="260109"/>
                  </a:lnTo>
                  <a:lnTo>
                    <a:pt x="587950" y="263302"/>
                  </a:lnTo>
                  <a:lnTo>
                    <a:pt x="589871" y="266281"/>
                  </a:lnTo>
                  <a:lnTo>
                    <a:pt x="591792" y="269043"/>
                  </a:lnTo>
                  <a:lnTo>
                    <a:pt x="593714" y="271622"/>
                  </a:lnTo>
                  <a:lnTo>
                    <a:pt x="595635" y="274026"/>
                  </a:lnTo>
                  <a:lnTo>
                    <a:pt x="597557" y="276262"/>
                  </a:lnTo>
                  <a:lnTo>
                    <a:pt x="599478" y="278339"/>
                  </a:lnTo>
                  <a:lnTo>
                    <a:pt x="601399" y="280263"/>
                  </a:lnTo>
                  <a:lnTo>
                    <a:pt x="603321" y="282044"/>
                  </a:lnTo>
                  <a:lnTo>
                    <a:pt x="605242" y="283664"/>
                  </a:lnTo>
                  <a:lnTo>
                    <a:pt x="607164" y="285157"/>
                  </a:lnTo>
                  <a:lnTo>
                    <a:pt x="609085" y="286532"/>
                  </a:lnTo>
                  <a:lnTo>
                    <a:pt x="611006" y="287794"/>
                  </a:lnTo>
                  <a:lnTo>
                    <a:pt x="612928" y="288952"/>
                  </a:lnTo>
                  <a:lnTo>
                    <a:pt x="614849" y="290013"/>
                  </a:lnTo>
                  <a:lnTo>
                    <a:pt x="616771" y="290985"/>
                  </a:lnTo>
                  <a:lnTo>
                    <a:pt x="618692" y="291864"/>
                  </a:lnTo>
                  <a:lnTo>
                    <a:pt x="620613" y="292667"/>
                  </a:lnTo>
                  <a:lnTo>
                    <a:pt x="622535" y="293404"/>
                  </a:lnTo>
                  <a:lnTo>
                    <a:pt x="624456" y="294084"/>
                  </a:lnTo>
                  <a:lnTo>
                    <a:pt x="626378" y="294711"/>
                  </a:lnTo>
                  <a:lnTo>
                    <a:pt x="628299" y="295294"/>
                  </a:lnTo>
                  <a:lnTo>
                    <a:pt x="630220" y="295836"/>
                  </a:lnTo>
                  <a:lnTo>
                    <a:pt x="632142" y="296342"/>
                  </a:lnTo>
                  <a:lnTo>
                    <a:pt x="634063" y="296815"/>
                  </a:lnTo>
                  <a:lnTo>
                    <a:pt x="635985" y="297264"/>
                  </a:lnTo>
                  <a:lnTo>
                    <a:pt x="637906" y="297692"/>
                  </a:lnTo>
                  <a:lnTo>
                    <a:pt x="639827" y="298100"/>
                  </a:lnTo>
                  <a:lnTo>
                    <a:pt x="641749" y="298491"/>
                  </a:lnTo>
                  <a:lnTo>
                    <a:pt x="643670" y="298866"/>
                  </a:lnTo>
                  <a:lnTo>
                    <a:pt x="645592" y="299224"/>
                  </a:lnTo>
                  <a:lnTo>
                    <a:pt x="647513" y="299564"/>
                  </a:lnTo>
                  <a:lnTo>
                    <a:pt x="649434" y="299888"/>
                  </a:lnTo>
                  <a:lnTo>
                    <a:pt x="651356" y="300194"/>
                  </a:lnTo>
                  <a:lnTo>
                    <a:pt x="653277" y="300483"/>
                  </a:lnTo>
                  <a:lnTo>
                    <a:pt x="655199" y="300752"/>
                  </a:lnTo>
                  <a:lnTo>
                    <a:pt x="657120" y="301001"/>
                  </a:lnTo>
                  <a:lnTo>
                    <a:pt x="659042" y="301229"/>
                  </a:lnTo>
                  <a:lnTo>
                    <a:pt x="660963" y="301431"/>
                  </a:lnTo>
                  <a:lnTo>
                    <a:pt x="662884" y="301608"/>
                  </a:lnTo>
                  <a:lnTo>
                    <a:pt x="664806" y="301761"/>
                  </a:lnTo>
                  <a:lnTo>
                    <a:pt x="666727" y="301890"/>
                  </a:lnTo>
                  <a:lnTo>
                    <a:pt x="668649" y="301995"/>
                  </a:lnTo>
                  <a:lnTo>
                    <a:pt x="670570" y="302075"/>
                  </a:lnTo>
                  <a:lnTo>
                    <a:pt x="672491" y="302131"/>
                  </a:lnTo>
                  <a:lnTo>
                    <a:pt x="674413" y="302163"/>
                  </a:lnTo>
                  <a:lnTo>
                    <a:pt x="676334" y="302170"/>
                  </a:lnTo>
                  <a:lnTo>
                    <a:pt x="678256" y="302158"/>
                  </a:lnTo>
                  <a:lnTo>
                    <a:pt x="680177" y="302127"/>
                  </a:lnTo>
                  <a:lnTo>
                    <a:pt x="682098" y="302081"/>
                  </a:lnTo>
                  <a:lnTo>
                    <a:pt x="684020" y="302021"/>
                  </a:lnTo>
                  <a:lnTo>
                    <a:pt x="685941" y="301949"/>
                  </a:lnTo>
                  <a:lnTo>
                    <a:pt x="687863" y="301869"/>
                  </a:lnTo>
                  <a:lnTo>
                    <a:pt x="689784" y="301783"/>
                  </a:lnTo>
                  <a:lnTo>
                    <a:pt x="691705" y="301696"/>
                  </a:lnTo>
                  <a:lnTo>
                    <a:pt x="693627" y="301610"/>
                  </a:lnTo>
                  <a:lnTo>
                    <a:pt x="695548" y="301529"/>
                  </a:lnTo>
                  <a:lnTo>
                    <a:pt x="697470" y="301455"/>
                  </a:lnTo>
                  <a:lnTo>
                    <a:pt x="699391" y="301390"/>
                  </a:lnTo>
                  <a:lnTo>
                    <a:pt x="701312" y="301337"/>
                  </a:lnTo>
                  <a:lnTo>
                    <a:pt x="703234" y="301300"/>
                  </a:lnTo>
                  <a:lnTo>
                    <a:pt x="705155" y="301279"/>
                  </a:lnTo>
                  <a:lnTo>
                    <a:pt x="707077" y="301275"/>
                  </a:lnTo>
                  <a:lnTo>
                    <a:pt x="708998" y="301286"/>
                  </a:lnTo>
                  <a:lnTo>
                    <a:pt x="710919" y="301314"/>
                  </a:lnTo>
                  <a:lnTo>
                    <a:pt x="712841" y="301357"/>
                  </a:lnTo>
                  <a:lnTo>
                    <a:pt x="714762" y="301414"/>
                  </a:lnTo>
                  <a:lnTo>
                    <a:pt x="716684" y="301484"/>
                  </a:lnTo>
                  <a:lnTo>
                    <a:pt x="718605" y="301565"/>
                  </a:lnTo>
                  <a:lnTo>
                    <a:pt x="720526" y="301653"/>
                  </a:lnTo>
                  <a:lnTo>
                    <a:pt x="722448" y="301745"/>
                  </a:lnTo>
                  <a:lnTo>
                    <a:pt x="724369" y="301840"/>
                  </a:lnTo>
                  <a:lnTo>
                    <a:pt x="726291" y="301934"/>
                  </a:lnTo>
                  <a:lnTo>
                    <a:pt x="728212" y="302026"/>
                  </a:lnTo>
                  <a:lnTo>
                    <a:pt x="730134" y="302113"/>
                  </a:lnTo>
                  <a:lnTo>
                    <a:pt x="732055" y="302192"/>
                  </a:lnTo>
                  <a:lnTo>
                    <a:pt x="733976" y="302262"/>
                  </a:lnTo>
                  <a:lnTo>
                    <a:pt x="735898" y="302322"/>
                  </a:lnTo>
                  <a:lnTo>
                    <a:pt x="737819" y="302373"/>
                  </a:lnTo>
                  <a:lnTo>
                    <a:pt x="739741" y="302412"/>
                  </a:lnTo>
                  <a:lnTo>
                    <a:pt x="741662" y="302440"/>
                  </a:lnTo>
                  <a:lnTo>
                    <a:pt x="743583" y="302456"/>
                  </a:lnTo>
                  <a:lnTo>
                    <a:pt x="745505" y="302458"/>
                  </a:lnTo>
                  <a:lnTo>
                    <a:pt x="747426" y="302448"/>
                  </a:lnTo>
                  <a:lnTo>
                    <a:pt x="749348" y="302426"/>
                  </a:lnTo>
                  <a:lnTo>
                    <a:pt x="751269" y="302391"/>
                  </a:lnTo>
                  <a:lnTo>
                    <a:pt x="753190" y="302344"/>
                  </a:lnTo>
                  <a:lnTo>
                    <a:pt x="755112" y="302283"/>
                  </a:lnTo>
                  <a:lnTo>
                    <a:pt x="757033" y="302209"/>
                  </a:lnTo>
                  <a:lnTo>
                    <a:pt x="758955" y="302119"/>
                  </a:lnTo>
                  <a:lnTo>
                    <a:pt x="760876" y="302013"/>
                  </a:lnTo>
                  <a:lnTo>
                    <a:pt x="762797" y="301892"/>
                  </a:lnTo>
                  <a:lnTo>
                    <a:pt x="764719" y="301755"/>
                  </a:lnTo>
                  <a:lnTo>
                    <a:pt x="766640" y="301603"/>
                  </a:lnTo>
                  <a:lnTo>
                    <a:pt x="768562" y="301437"/>
                  </a:lnTo>
                  <a:lnTo>
                    <a:pt x="770483" y="301257"/>
                  </a:lnTo>
                  <a:lnTo>
                    <a:pt x="772404" y="301065"/>
                  </a:lnTo>
                  <a:lnTo>
                    <a:pt x="774326" y="300863"/>
                  </a:lnTo>
                  <a:lnTo>
                    <a:pt x="776247" y="300653"/>
                  </a:lnTo>
                  <a:lnTo>
                    <a:pt x="778169" y="300441"/>
                  </a:lnTo>
                  <a:lnTo>
                    <a:pt x="780090" y="300230"/>
                  </a:lnTo>
                  <a:lnTo>
                    <a:pt x="782011" y="300023"/>
                  </a:lnTo>
                  <a:lnTo>
                    <a:pt x="783933" y="299825"/>
                  </a:lnTo>
                  <a:lnTo>
                    <a:pt x="785854" y="299639"/>
                  </a:lnTo>
                  <a:lnTo>
                    <a:pt x="787776" y="299474"/>
                  </a:lnTo>
                  <a:lnTo>
                    <a:pt x="789697" y="299331"/>
                  </a:lnTo>
                  <a:lnTo>
                    <a:pt x="791618" y="299214"/>
                  </a:lnTo>
                  <a:lnTo>
                    <a:pt x="793540" y="299124"/>
                  </a:lnTo>
                  <a:lnTo>
                    <a:pt x="795461" y="299065"/>
                  </a:lnTo>
                  <a:lnTo>
                    <a:pt x="797383" y="299038"/>
                  </a:lnTo>
                  <a:lnTo>
                    <a:pt x="799304" y="299044"/>
                  </a:lnTo>
                  <a:lnTo>
                    <a:pt x="801226" y="299085"/>
                  </a:lnTo>
                  <a:lnTo>
                    <a:pt x="803147" y="299160"/>
                  </a:lnTo>
                  <a:lnTo>
                    <a:pt x="805068" y="299265"/>
                  </a:lnTo>
                  <a:lnTo>
                    <a:pt x="806990" y="299396"/>
                  </a:lnTo>
                  <a:lnTo>
                    <a:pt x="808911" y="299551"/>
                  </a:lnTo>
                  <a:lnTo>
                    <a:pt x="810833" y="299727"/>
                  </a:lnTo>
                  <a:lnTo>
                    <a:pt x="812754" y="299919"/>
                  </a:lnTo>
                  <a:lnTo>
                    <a:pt x="814675" y="300125"/>
                  </a:lnTo>
                  <a:lnTo>
                    <a:pt x="816597" y="300340"/>
                  </a:lnTo>
                  <a:lnTo>
                    <a:pt x="818518" y="300557"/>
                  </a:lnTo>
                  <a:lnTo>
                    <a:pt x="820440" y="300774"/>
                  </a:lnTo>
                  <a:lnTo>
                    <a:pt x="822361" y="300987"/>
                  </a:lnTo>
                  <a:lnTo>
                    <a:pt x="824282" y="301193"/>
                  </a:lnTo>
                  <a:lnTo>
                    <a:pt x="826204" y="301389"/>
                  </a:lnTo>
                  <a:lnTo>
                    <a:pt x="828125" y="301573"/>
                  </a:lnTo>
                  <a:lnTo>
                    <a:pt x="830047" y="301741"/>
                  </a:lnTo>
                  <a:lnTo>
                    <a:pt x="831968" y="301892"/>
                  </a:lnTo>
                  <a:lnTo>
                    <a:pt x="833889" y="302027"/>
                  </a:lnTo>
                  <a:lnTo>
                    <a:pt x="835811" y="302145"/>
                  </a:lnTo>
                  <a:lnTo>
                    <a:pt x="837732" y="302247"/>
                  </a:lnTo>
                  <a:lnTo>
                    <a:pt x="839654" y="302333"/>
                  </a:lnTo>
                  <a:lnTo>
                    <a:pt x="841575" y="302404"/>
                  </a:lnTo>
                  <a:lnTo>
                    <a:pt x="843496" y="302459"/>
                  </a:lnTo>
                  <a:lnTo>
                    <a:pt x="845418" y="302500"/>
                  </a:lnTo>
                  <a:lnTo>
                    <a:pt x="847339" y="302530"/>
                  </a:lnTo>
                  <a:lnTo>
                    <a:pt x="849261" y="302548"/>
                  </a:lnTo>
                  <a:lnTo>
                    <a:pt x="851182" y="302558"/>
                  </a:lnTo>
                  <a:lnTo>
                    <a:pt x="853103" y="302559"/>
                  </a:lnTo>
                  <a:lnTo>
                    <a:pt x="855025" y="302552"/>
                  </a:lnTo>
                  <a:lnTo>
                    <a:pt x="856946" y="302538"/>
                  </a:lnTo>
                  <a:lnTo>
                    <a:pt x="858868" y="302517"/>
                  </a:lnTo>
                  <a:lnTo>
                    <a:pt x="860789" y="302490"/>
                  </a:lnTo>
                  <a:lnTo>
                    <a:pt x="862710" y="302458"/>
                  </a:lnTo>
                  <a:lnTo>
                    <a:pt x="864632" y="302421"/>
                  </a:lnTo>
                  <a:lnTo>
                    <a:pt x="866553" y="302379"/>
                  </a:lnTo>
                  <a:lnTo>
                    <a:pt x="868475" y="302333"/>
                  </a:lnTo>
                  <a:lnTo>
                    <a:pt x="870396" y="302282"/>
                  </a:lnTo>
                  <a:lnTo>
                    <a:pt x="872318" y="302228"/>
                  </a:lnTo>
                  <a:lnTo>
                    <a:pt x="874239" y="302171"/>
                  </a:lnTo>
                  <a:lnTo>
                    <a:pt x="876160" y="302112"/>
                  </a:lnTo>
                  <a:lnTo>
                    <a:pt x="878082" y="302051"/>
                  </a:lnTo>
                  <a:lnTo>
                    <a:pt x="880003" y="301990"/>
                  </a:lnTo>
                  <a:lnTo>
                    <a:pt x="881925" y="301928"/>
                  </a:lnTo>
                  <a:lnTo>
                    <a:pt x="883846" y="301867"/>
                  </a:lnTo>
                  <a:lnTo>
                    <a:pt x="885767" y="301806"/>
                  </a:lnTo>
                  <a:lnTo>
                    <a:pt x="887689" y="301747"/>
                  </a:lnTo>
                  <a:lnTo>
                    <a:pt x="889610" y="301688"/>
                  </a:lnTo>
                  <a:lnTo>
                    <a:pt x="891532" y="301629"/>
                  </a:lnTo>
                  <a:lnTo>
                    <a:pt x="893453" y="301570"/>
                  </a:lnTo>
                  <a:lnTo>
                    <a:pt x="895374" y="301511"/>
                  </a:lnTo>
                  <a:lnTo>
                    <a:pt x="897296" y="301450"/>
                  </a:lnTo>
                  <a:lnTo>
                    <a:pt x="899217" y="301385"/>
                  </a:lnTo>
                  <a:lnTo>
                    <a:pt x="901139" y="301317"/>
                  </a:lnTo>
                  <a:lnTo>
                    <a:pt x="903060" y="301243"/>
                  </a:lnTo>
                  <a:lnTo>
                    <a:pt x="904981" y="301164"/>
                  </a:lnTo>
                  <a:lnTo>
                    <a:pt x="906903" y="301078"/>
                  </a:lnTo>
                  <a:lnTo>
                    <a:pt x="908824" y="300987"/>
                  </a:lnTo>
                  <a:lnTo>
                    <a:pt x="910746" y="300888"/>
                  </a:lnTo>
                  <a:lnTo>
                    <a:pt x="912667" y="300784"/>
                  </a:lnTo>
                  <a:lnTo>
                    <a:pt x="914588" y="300675"/>
                  </a:lnTo>
                  <a:lnTo>
                    <a:pt x="916510" y="300562"/>
                  </a:lnTo>
                  <a:lnTo>
                    <a:pt x="918431" y="300447"/>
                  </a:lnTo>
                  <a:lnTo>
                    <a:pt x="920353" y="300332"/>
                  </a:lnTo>
                  <a:lnTo>
                    <a:pt x="922274" y="300219"/>
                  </a:lnTo>
                  <a:lnTo>
                    <a:pt x="924195" y="300109"/>
                  </a:lnTo>
                  <a:lnTo>
                    <a:pt x="926117" y="300005"/>
                  </a:lnTo>
                  <a:lnTo>
                    <a:pt x="928038" y="299910"/>
                  </a:lnTo>
                  <a:lnTo>
                    <a:pt x="929960" y="299824"/>
                  </a:lnTo>
                  <a:lnTo>
                    <a:pt x="931881" y="299750"/>
                  </a:lnTo>
                  <a:lnTo>
                    <a:pt x="933802" y="299688"/>
                  </a:lnTo>
                  <a:lnTo>
                    <a:pt x="935724" y="299638"/>
                  </a:lnTo>
                  <a:lnTo>
                    <a:pt x="937645" y="299603"/>
                  </a:lnTo>
                  <a:lnTo>
                    <a:pt x="939567" y="299581"/>
                  </a:lnTo>
                  <a:lnTo>
                    <a:pt x="941488" y="299574"/>
                  </a:lnTo>
                  <a:lnTo>
                    <a:pt x="943410" y="299584"/>
                  </a:lnTo>
                  <a:lnTo>
                    <a:pt x="945331" y="299607"/>
                  </a:lnTo>
                  <a:lnTo>
                    <a:pt x="947252" y="299646"/>
                  </a:lnTo>
                  <a:lnTo>
                    <a:pt x="949174" y="299698"/>
                  </a:lnTo>
                  <a:lnTo>
                    <a:pt x="951095" y="299765"/>
                  </a:lnTo>
                  <a:lnTo>
                    <a:pt x="953017" y="299847"/>
                  </a:lnTo>
                  <a:lnTo>
                    <a:pt x="954938" y="299944"/>
                  </a:lnTo>
                  <a:lnTo>
                    <a:pt x="956859" y="300059"/>
                  </a:lnTo>
                  <a:lnTo>
                    <a:pt x="958781" y="300191"/>
                  </a:lnTo>
                  <a:lnTo>
                    <a:pt x="960702" y="300338"/>
                  </a:lnTo>
                  <a:lnTo>
                    <a:pt x="962624" y="300503"/>
                  </a:lnTo>
                  <a:lnTo>
                    <a:pt x="964545" y="300685"/>
                  </a:lnTo>
                  <a:lnTo>
                    <a:pt x="966466" y="300885"/>
                  </a:lnTo>
                  <a:lnTo>
                    <a:pt x="968388" y="301102"/>
                  </a:lnTo>
                  <a:lnTo>
                    <a:pt x="970309" y="301339"/>
                  </a:lnTo>
                  <a:lnTo>
                    <a:pt x="972231" y="301593"/>
                  </a:lnTo>
                  <a:lnTo>
                    <a:pt x="974152" y="301861"/>
                  </a:lnTo>
                  <a:lnTo>
                    <a:pt x="976073" y="302143"/>
                  </a:lnTo>
                  <a:lnTo>
                    <a:pt x="977995" y="302435"/>
                  </a:lnTo>
                  <a:lnTo>
                    <a:pt x="979916" y="302737"/>
                  </a:lnTo>
                  <a:lnTo>
                    <a:pt x="981838" y="303045"/>
                  </a:lnTo>
                  <a:lnTo>
                    <a:pt x="981838" y="307144"/>
                  </a:lnTo>
                  <a:lnTo>
                    <a:pt x="979916" y="307144"/>
                  </a:lnTo>
                  <a:lnTo>
                    <a:pt x="977995" y="307144"/>
                  </a:lnTo>
                  <a:lnTo>
                    <a:pt x="976073" y="307144"/>
                  </a:lnTo>
                  <a:lnTo>
                    <a:pt x="974152" y="307144"/>
                  </a:lnTo>
                  <a:lnTo>
                    <a:pt x="972231" y="307144"/>
                  </a:lnTo>
                  <a:lnTo>
                    <a:pt x="970309" y="307144"/>
                  </a:lnTo>
                  <a:lnTo>
                    <a:pt x="968388" y="307144"/>
                  </a:lnTo>
                  <a:lnTo>
                    <a:pt x="966466" y="307144"/>
                  </a:lnTo>
                  <a:lnTo>
                    <a:pt x="964545" y="307144"/>
                  </a:lnTo>
                  <a:lnTo>
                    <a:pt x="962624" y="307144"/>
                  </a:lnTo>
                  <a:lnTo>
                    <a:pt x="960702" y="307144"/>
                  </a:lnTo>
                  <a:lnTo>
                    <a:pt x="958781" y="307144"/>
                  </a:lnTo>
                  <a:lnTo>
                    <a:pt x="956859" y="307144"/>
                  </a:lnTo>
                  <a:lnTo>
                    <a:pt x="954938" y="307144"/>
                  </a:lnTo>
                  <a:lnTo>
                    <a:pt x="953017" y="307144"/>
                  </a:lnTo>
                  <a:lnTo>
                    <a:pt x="951095" y="307144"/>
                  </a:lnTo>
                  <a:lnTo>
                    <a:pt x="949174" y="307144"/>
                  </a:lnTo>
                  <a:lnTo>
                    <a:pt x="947252" y="307144"/>
                  </a:lnTo>
                  <a:lnTo>
                    <a:pt x="945331" y="307144"/>
                  </a:lnTo>
                  <a:lnTo>
                    <a:pt x="943410" y="307144"/>
                  </a:lnTo>
                  <a:lnTo>
                    <a:pt x="941488" y="307144"/>
                  </a:lnTo>
                  <a:lnTo>
                    <a:pt x="939567" y="307144"/>
                  </a:lnTo>
                  <a:lnTo>
                    <a:pt x="937645" y="307144"/>
                  </a:lnTo>
                  <a:lnTo>
                    <a:pt x="935724" y="307144"/>
                  </a:lnTo>
                  <a:lnTo>
                    <a:pt x="933802" y="307144"/>
                  </a:lnTo>
                  <a:lnTo>
                    <a:pt x="931881" y="307144"/>
                  </a:lnTo>
                  <a:lnTo>
                    <a:pt x="929960" y="307144"/>
                  </a:lnTo>
                  <a:lnTo>
                    <a:pt x="928038" y="307144"/>
                  </a:lnTo>
                  <a:lnTo>
                    <a:pt x="926117" y="307144"/>
                  </a:lnTo>
                  <a:lnTo>
                    <a:pt x="924195" y="307144"/>
                  </a:lnTo>
                  <a:lnTo>
                    <a:pt x="922274" y="307144"/>
                  </a:lnTo>
                  <a:lnTo>
                    <a:pt x="920353" y="307144"/>
                  </a:lnTo>
                  <a:lnTo>
                    <a:pt x="918431" y="307144"/>
                  </a:lnTo>
                  <a:lnTo>
                    <a:pt x="916510" y="307144"/>
                  </a:lnTo>
                  <a:lnTo>
                    <a:pt x="914588" y="307144"/>
                  </a:lnTo>
                  <a:lnTo>
                    <a:pt x="912667" y="307144"/>
                  </a:lnTo>
                  <a:lnTo>
                    <a:pt x="910746" y="307144"/>
                  </a:lnTo>
                  <a:lnTo>
                    <a:pt x="908824" y="307144"/>
                  </a:lnTo>
                  <a:lnTo>
                    <a:pt x="906903" y="307144"/>
                  </a:lnTo>
                  <a:lnTo>
                    <a:pt x="904981" y="307144"/>
                  </a:lnTo>
                  <a:lnTo>
                    <a:pt x="903060" y="307144"/>
                  </a:lnTo>
                  <a:lnTo>
                    <a:pt x="901139" y="307144"/>
                  </a:lnTo>
                  <a:lnTo>
                    <a:pt x="899217" y="307144"/>
                  </a:lnTo>
                  <a:lnTo>
                    <a:pt x="897296" y="307144"/>
                  </a:lnTo>
                  <a:lnTo>
                    <a:pt x="895374" y="307144"/>
                  </a:lnTo>
                  <a:lnTo>
                    <a:pt x="893453" y="307144"/>
                  </a:lnTo>
                  <a:lnTo>
                    <a:pt x="891532" y="307144"/>
                  </a:lnTo>
                  <a:lnTo>
                    <a:pt x="889610" y="307144"/>
                  </a:lnTo>
                  <a:lnTo>
                    <a:pt x="887689" y="307144"/>
                  </a:lnTo>
                  <a:lnTo>
                    <a:pt x="885767" y="307144"/>
                  </a:lnTo>
                  <a:lnTo>
                    <a:pt x="883846" y="307144"/>
                  </a:lnTo>
                  <a:lnTo>
                    <a:pt x="881925" y="307144"/>
                  </a:lnTo>
                  <a:lnTo>
                    <a:pt x="880003" y="307144"/>
                  </a:lnTo>
                  <a:lnTo>
                    <a:pt x="878082" y="307144"/>
                  </a:lnTo>
                  <a:lnTo>
                    <a:pt x="876160" y="307144"/>
                  </a:lnTo>
                  <a:lnTo>
                    <a:pt x="874239" y="307144"/>
                  </a:lnTo>
                  <a:lnTo>
                    <a:pt x="872318" y="307144"/>
                  </a:lnTo>
                  <a:lnTo>
                    <a:pt x="870396" y="307144"/>
                  </a:lnTo>
                  <a:lnTo>
                    <a:pt x="868475" y="307144"/>
                  </a:lnTo>
                  <a:lnTo>
                    <a:pt x="866553" y="307144"/>
                  </a:lnTo>
                  <a:lnTo>
                    <a:pt x="864632" y="307144"/>
                  </a:lnTo>
                  <a:lnTo>
                    <a:pt x="862710" y="307144"/>
                  </a:lnTo>
                  <a:lnTo>
                    <a:pt x="860789" y="307144"/>
                  </a:lnTo>
                  <a:lnTo>
                    <a:pt x="858868" y="307144"/>
                  </a:lnTo>
                  <a:lnTo>
                    <a:pt x="856946" y="307144"/>
                  </a:lnTo>
                  <a:lnTo>
                    <a:pt x="855025" y="307144"/>
                  </a:lnTo>
                  <a:lnTo>
                    <a:pt x="853103" y="307144"/>
                  </a:lnTo>
                  <a:lnTo>
                    <a:pt x="851182" y="307144"/>
                  </a:lnTo>
                  <a:lnTo>
                    <a:pt x="849261" y="307144"/>
                  </a:lnTo>
                  <a:lnTo>
                    <a:pt x="847339" y="307144"/>
                  </a:lnTo>
                  <a:lnTo>
                    <a:pt x="845418" y="307144"/>
                  </a:lnTo>
                  <a:lnTo>
                    <a:pt x="843496" y="307144"/>
                  </a:lnTo>
                  <a:lnTo>
                    <a:pt x="841575" y="307144"/>
                  </a:lnTo>
                  <a:lnTo>
                    <a:pt x="839654" y="307144"/>
                  </a:lnTo>
                  <a:lnTo>
                    <a:pt x="837732" y="307144"/>
                  </a:lnTo>
                  <a:lnTo>
                    <a:pt x="835811" y="307144"/>
                  </a:lnTo>
                  <a:lnTo>
                    <a:pt x="833889" y="307144"/>
                  </a:lnTo>
                  <a:lnTo>
                    <a:pt x="831968" y="307144"/>
                  </a:lnTo>
                  <a:lnTo>
                    <a:pt x="830047" y="307144"/>
                  </a:lnTo>
                  <a:lnTo>
                    <a:pt x="828125" y="307144"/>
                  </a:lnTo>
                  <a:lnTo>
                    <a:pt x="826204" y="307144"/>
                  </a:lnTo>
                  <a:lnTo>
                    <a:pt x="824282" y="307144"/>
                  </a:lnTo>
                  <a:lnTo>
                    <a:pt x="822361" y="307144"/>
                  </a:lnTo>
                  <a:lnTo>
                    <a:pt x="820440" y="307144"/>
                  </a:lnTo>
                  <a:lnTo>
                    <a:pt x="818518" y="307144"/>
                  </a:lnTo>
                  <a:lnTo>
                    <a:pt x="816597" y="307144"/>
                  </a:lnTo>
                  <a:lnTo>
                    <a:pt x="814675" y="307144"/>
                  </a:lnTo>
                  <a:lnTo>
                    <a:pt x="812754" y="307144"/>
                  </a:lnTo>
                  <a:lnTo>
                    <a:pt x="810833" y="307144"/>
                  </a:lnTo>
                  <a:lnTo>
                    <a:pt x="808911" y="307144"/>
                  </a:lnTo>
                  <a:lnTo>
                    <a:pt x="806990" y="307144"/>
                  </a:lnTo>
                  <a:lnTo>
                    <a:pt x="805068" y="307144"/>
                  </a:lnTo>
                  <a:lnTo>
                    <a:pt x="803147" y="307144"/>
                  </a:lnTo>
                  <a:lnTo>
                    <a:pt x="801226" y="307144"/>
                  </a:lnTo>
                  <a:lnTo>
                    <a:pt x="799304" y="307144"/>
                  </a:lnTo>
                  <a:lnTo>
                    <a:pt x="797383" y="307144"/>
                  </a:lnTo>
                  <a:lnTo>
                    <a:pt x="795461" y="307144"/>
                  </a:lnTo>
                  <a:lnTo>
                    <a:pt x="793540" y="307144"/>
                  </a:lnTo>
                  <a:lnTo>
                    <a:pt x="791618" y="307144"/>
                  </a:lnTo>
                  <a:lnTo>
                    <a:pt x="789697" y="307144"/>
                  </a:lnTo>
                  <a:lnTo>
                    <a:pt x="787776" y="307144"/>
                  </a:lnTo>
                  <a:lnTo>
                    <a:pt x="785854" y="307144"/>
                  </a:lnTo>
                  <a:lnTo>
                    <a:pt x="783933" y="307144"/>
                  </a:lnTo>
                  <a:lnTo>
                    <a:pt x="782011" y="307144"/>
                  </a:lnTo>
                  <a:lnTo>
                    <a:pt x="780090" y="307144"/>
                  </a:lnTo>
                  <a:lnTo>
                    <a:pt x="778169" y="307144"/>
                  </a:lnTo>
                  <a:lnTo>
                    <a:pt x="776247" y="307144"/>
                  </a:lnTo>
                  <a:lnTo>
                    <a:pt x="774326" y="307144"/>
                  </a:lnTo>
                  <a:lnTo>
                    <a:pt x="772404" y="307144"/>
                  </a:lnTo>
                  <a:lnTo>
                    <a:pt x="770483" y="307144"/>
                  </a:lnTo>
                  <a:lnTo>
                    <a:pt x="768562" y="307144"/>
                  </a:lnTo>
                  <a:lnTo>
                    <a:pt x="766640" y="307144"/>
                  </a:lnTo>
                  <a:lnTo>
                    <a:pt x="764719" y="307144"/>
                  </a:lnTo>
                  <a:lnTo>
                    <a:pt x="762797" y="307144"/>
                  </a:lnTo>
                  <a:lnTo>
                    <a:pt x="760876" y="307144"/>
                  </a:lnTo>
                  <a:lnTo>
                    <a:pt x="758955" y="307144"/>
                  </a:lnTo>
                  <a:lnTo>
                    <a:pt x="757033" y="307144"/>
                  </a:lnTo>
                  <a:lnTo>
                    <a:pt x="755112" y="307144"/>
                  </a:lnTo>
                  <a:lnTo>
                    <a:pt x="753190" y="307144"/>
                  </a:lnTo>
                  <a:lnTo>
                    <a:pt x="751269" y="307144"/>
                  </a:lnTo>
                  <a:lnTo>
                    <a:pt x="749348" y="307144"/>
                  </a:lnTo>
                  <a:lnTo>
                    <a:pt x="747426" y="307144"/>
                  </a:lnTo>
                  <a:lnTo>
                    <a:pt x="745505" y="307144"/>
                  </a:lnTo>
                  <a:lnTo>
                    <a:pt x="743583" y="307144"/>
                  </a:lnTo>
                  <a:lnTo>
                    <a:pt x="741662" y="307144"/>
                  </a:lnTo>
                  <a:lnTo>
                    <a:pt x="739741" y="307144"/>
                  </a:lnTo>
                  <a:lnTo>
                    <a:pt x="737819" y="307144"/>
                  </a:lnTo>
                  <a:lnTo>
                    <a:pt x="735898" y="307144"/>
                  </a:lnTo>
                  <a:lnTo>
                    <a:pt x="733976" y="307144"/>
                  </a:lnTo>
                  <a:lnTo>
                    <a:pt x="732055" y="307144"/>
                  </a:lnTo>
                  <a:lnTo>
                    <a:pt x="730134" y="307144"/>
                  </a:lnTo>
                  <a:lnTo>
                    <a:pt x="728212" y="307144"/>
                  </a:lnTo>
                  <a:lnTo>
                    <a:pt x="726291" y="307144"/>
                  </a:lnTo>
                  <a:lnTo>
                    <a:pt x="724369" y="307144"/>
                  </a:lnTo>
                  <a:lnTo>
                    <a:pt x="722448" y="307144"/>
                  </a:lnTo>
                  <a:lnTo>
                    <a:pt x="720526" y="307144"/>
                  </a:lnTo>
                  <a:lnTo>
                    <a:pt x="718605" y="307144"/>
                  </a:lnTo>
                  <a:lnTo>
                    <a:pt x="716684" y="307144"/>
                  </a:lnTo>
                  <a:lnTo>
                    <a:pt x="714762" y="307144"/>
                  </a:lnTo>
                  <a:lnTo>
                    <a:pt x="712841" y="307144"/>
                  </a:lnTo>
                  <a:lnTo>
                    <a:pt x="710919" y="307144"/>
                  </a:lnTo>
                  <a:lnTo>
                    <a:pt x="708998" y="307144"/>
                  </a:lnTo>
                  <a:lnTo>
                    <a:pt x="707077" y="307144"/>
                  </a:lnTo>
                  <a:lnTo>
                    <a:pt x="705155" y="307144"/>
                  </a:lnTo>
                  <a:lnTo>
                    <a:pt x="703234" y="307144"/>
                  </a:lnTo>
                  <a:lnTo>
                    <a:pt x="701312" y="307144"/>
                  </a:lnTo>
                  <a:lnTo>
                    <a:pt x="699391" y="307144"/>
                  </a:lnTo>
                  <a:lnTo>
                    <a:pt x="697470" y="307144"/>
                  </a:lnTo>
                  <a:lnTo>
                    <a:pt x="695548" y="307144"/>
                  </a:lnTo>
                  <a:lnTo>
                    <a:pt x="693627" y="307144"/>
                  </a:lnTo>
                  <a:lnTo>
                    <a:pt x="691705" y="307144"/>
                  </a:lnTo>
                  <a:lnTo>
                    <a:pt x="689784" y="307144"/>
                  </a:lnTo>
                  <a:lnTo>
                    <a:pt x="687863" y="307144"/>
                  </a:lnTo>
                  <a:lnTo>
                    <a:pt x="685941" y="307144"/>
                  </a:lnTo>
                  <a:lnTo>
                    <a:pt x="684020" y="307144"/>
                  </a:lnTo>
                  <a:lnTo>
                    <a:pt x="682098" y="307144"/>
                  </a:lnTo>
                  <a:lnTo>
                    <a:pt x="680177" y="307144"/>
                  </a:lnTo>
                  <a:lnTo>
                    <a:pt x="678256" y="307144"/>
                  </a:lnTo>
                  <a:lnTo>
                    <a:pt x="676334" y="307144"/>
                  </a:lnTo>
                  <a:lnTo>
                    <a:pt x="674413" y="307144"/>
                  </a:lnTo>
                  <a:lnTo>
                    <a:pt x="672491" y="307144"/>
                  </a:lnTo>
                  <a:lnTo>
                    <a:pt x="670570" y="307144"/>
                  </a:lnTo>
                  <a:lnTo>
                    <a:pt x="668649" y="307144"/>
                  </a:lnTo>
                  <a:lnTo>
                    <a:pt x="666727" y="307144"/>
                  </a:lnTo>
                  <a:lnTo>
                    <a:pt x="664806" y="307144"/>
                  </a:lnTo>
                  <a:lnTo>
                    <a:pt x="662884" y="307144"/>
                  </a:lnTo>
                  <a:lnTo>
                    <a:pt x="660963" y="307144"/>
                  </a:lnTo>
                  <a:lnTo>
                    <a:pt x="659042" y="307144"/>
                  </a:lnTo>
                  <a:lnTo>
                    <a:pt x="657120" y="307144"/>
                  </a:lnTo>
                  <a:lnTo>
                    <a:pt x="655199" y="307144"/>
                  </a:lnTo>
                  <a:lnTo>
                    <a:pt x="653277" y="307144"/>
                  </a:lnTo>
                  <a:lnTo>
                    <a:pt x="651356" y="307144"/>
                  </a:lnTo>
                  <a:lnTo>
                    <a:pt x="649434" y="307144"/>
                  </a:lnTo>
                  <a:lnTo>
                    <a:pt x="647513" y="307144"/>
                  </a:lnTo>
                  <a:lnTo>
                    <a:pt x="645592" y="307144"/>
                  </a:lnTo>
                  <a:lnTo>
                    <a:pt x="643670" y="307144"/>
                  </a:lnTo>
                  <a:lnTo>
                    <a:pt x="641749" y="307144"/>
                  </a:lnTo>
                  <a:lnTo>
                    <a:pt x="639827" y="307144"/>
                  </a:lnTo>
                  <a:lnTo>
                    <a:pt x="637906" y="307144"/>
                  </a:lnTo>
                  <a:lnTo>
                    <a:pt x="635985" y="307144"/>
                  </a:lnTo>
                  <a:lnTo>
                    <a:pt x="634063" y="307144"/>
                  </a:lnTo>
                  <a:lnTo>
                    <a:pt x="632142" y="307144"/>
                  </a:lnTo>
                  <a:lnTo>
                    <a:pt x="630220" y="307144"/>
                  </a:lnTo>
                  <a:lnTo>
                    <a:pt x="628299" y="307144"/>
                  </a:lnTo>
                  <a:lnTo>
                    <a:pt x="626378" y="307144"/>
                  </a:lnTo>
                  <a:lnTo>
                    <a:pt x="624456" y="307144"/>
                  </a:lnTo>
                  <a:lnTo>
                    <a:pt x="622535" y="307144"/>
                  </a:lnTo>
                  <a:lnTo>
                    <a:pt x="620613" y="307144"/>
                  </a:lnTo>
                  <a:lnTo>
                    <a:pt x="618692" y="307144"/>
                  </a:lnTo>
                  <a:lnTo>
                    <a:pt x="616771" y="307144"/>
                  </a:lnTo>
                  <a:lnTo>
                    <a:pt x="614849" y="307144"/>
                  </a:lnTo>
                  <a:lnTo>
                    <a:pt x="612928" y="307144"/>
                  </a:lnTo>
                  <a:lnTo>
                    <a:pt x="611006" y="307144"/>
                  </a:lnTo>
                  <a:lnTo>
                    <a:pt x="609085" y="307144"/>
                  </a:lnTo>
                  <a:lnTo>
                    <a:pt x="607164" y="307144"/>
                  </a:lnTo>
                  <a:lnTo>
                    <a:pt x="605242" y="307144"/>
                  </a:lnTo>
                  <a:lnTo>
                    <a:pt x="603321" y="307144"/>
                  </a:lnTo>
                  <a:lnTo>
                    <a:pt x="601399" y="307144"/>
                  </a:lnTo>
                  <a:lnTo>
                    <a:pt x="599478" y="307144"/>
                  </a:lnTo>
                  <a:lnTo>
                    <a:pt x="597557" y="307144"/>
                  </a:lnTo>
                  <a:lnTo>
                    <a:pt x="595635" y="307144"/>
                  </a:lnTo>
                  <a:lnTo>
                    <a:pt x="593714" y="307144"/>
                  </a:lnTo>
                  <a:lnTo>
                    <a:pt x="591792" y="307144"/>
                  </a:lnTo>
                  <a:lnTo>
                    <a:pt x="589871" y="307144"/>
                  </a:lnTo>
                  <a:lnTo>
                    <a:pt x="587950" y="307144"/>
                  </a:lnTo>
                  <a:lnTo>
                    <a:pt x="586028" y="307144"/>
                  </a:lnTo>
                  <a:lnTo>
                    <a:pt x="584107" y="307144"/>
                  </a:lnTo>
                  <a:lnTo>
                    <a:pt x="582185" y="307144"/>
                  </a:lnTo>
                  <a:lnTo>
                    <a:pt x="580264" y="307144"/>
                  </a:lnTo>
                  <a:lnTo>
                    <a:pt x="578342" y="307144"/>
                  </a:lnTo>
                  <a:lnTo>
                    <a:pt x="576421" y="307144"/>
                  </a:lnTo>
                  <a:lnTo>
                    <a:pt x="574500" y="307144"/>
                  </a:lnTo>
                  <a:lnTo>
                    <a:pt x="572578" y="307144"/>
                  </a:lnTo>
                  <a:lnTo>
                    <a:pt x="570657" y="307144"/>
                  </a:lnTo>
                  <a:lnTo>
                    <a:pt x="568735" y="307144"/>
                  </a:lnTo>
                  <a:lnTo>
                    <a:pt x="566814" y="307144"/>
                  </a:lnTo>
                  <a:lnTo>
                    <a:pt x="564893" y="307144"/>
                  </a:lnTo>
                  <a:lnTo>
                    <a:pt x="562971" y="307144"/>
                  </a:lnTo>
                  <a:lnTo>
                    <a:pt x="561050" y="307144"/>
                  </a:lnTo>
                  <a:lnTo>
                    <a:pt x="559128" y="307144"/>
                  </a:lnTo>
                  <a:lnTo>
                    <a:pt x="557207" y="307144"/>
                  </a:lnTo>
                  <a:lnTo>
                    <a:pt x="555286" y="307144"/>
                  </a:lnTo>
                  <a:lnTo>
                    <a:pt x="553364" y="307144"/>
                  </a:lnTo>
                  <a:lnTo>
                    <a:pt x="551443" y="307144"/>
                  </a:lnTo>
                  <a:lnTo>
                    <a:pt x="549521" y="307144"/>
                  </a:lnTo>
                  <a:lnTo>
                    <a:pt x="547600" y="307144"/>
                  </a:lnTo>
                  <a:lnTo>
                    <a:pt x="545679" y="307144"/>
                  </a:lnTo>
                  <a:lnTo>
                    <a:pt x="543757" y="307144"/>
                  </a:lnTo>
                  <a:lnTo>
                    <a:pt x="541836" y="307144"/>
                  </a:lnTo>
                  <a:lnTo>
                    <a:pt x="539914" y="307144"/>
                  </a:lnTo>
                  <a:lnTo>
                    <a:pt x="537993" y="307144"/>
                  </a:lnTo>
                  <a:lnTo>
                    <a:pt x="536072" y="307144"/>
                  </a:lnTo>
                  <a:lnTo>
                    <a:pt x="534150" y="307144"/>
                  </a:lnTo>
                  <a:lnTo>
                    <a:pt x="532229" y="307144"/>
                  </a:lnTo>
                  <a:lnTo>
                    <a:pt x="530307" y="307144"/>
                  </a:lnTo>
                  <a:lnTo>
                    <a:pt x="528386" y="307144"/>
                  </a:lnTo>
                  <a:lnTo>
                    <a:pt x="526465" y="307144"/>
                  </a:lnTo>
                  <a:lnTo>
                    <a:pt x="524543" y="307144"/>
                  </a:lnTo>
                  <a:lnTo>
                    <a:pt x="522622" y="307144"/>
                  </a:lnTo>
                  <a:lnTo>
                    <a:pt x="520700" y="307144"/>
                  </a:lnTo>
                  <a:lnTo>
                    <a:pt x="518779" y="307144"/>
                  </a:lnTo>
                  <a:lnTo>
                    <a:pt x="516858" y="307144"/>
                  </a:lnTo>
                  <a:lnTo>
                    <a:pt x="514936" y="307144"/>
                  </a:lnTo>
                  <a:lnTo>
                    <a:pt x="513015" y="307144"/>
                  </a:lnTo>
                  <a:lnTo>
                    <a:pt x="511093" y="307144"/>
                  </a:lnTo>
                  <a:lnTo>
                    <a:pt x="509172" y="307144"/>
                  </a:lnTo>
                  <a:lnTo>
                    <a:pt x="507250" y="307144"/>
                  </a:lnTo>
                  <a:lnTo>
                    <a:pt x="505329" y="307144"/>
                  </a:lnTo>
                  <a:lnTo>
                    <a:pt x="503408" y="307144"/>
                  </a:lnTo>
                  <a:lnTo>
                    <a:pt x="501486" y="307144"/>
                  </a:lnTo>
                  <a:lnTo>
                    <a:pt x="499565" y="307144"/>
                  </a:lnTo>
                  <a:lnTo>
                    <a:pt x="497643" y="307144"/>
                  </a:lnTo>
                  <a:lnTo>
                    <a:pt x="495722" y="307144"/>
                  </a:lnTo>
                  <a:lnTo>
                    <a:pt x="493801" y="307144"/>
                  </a:lnTo>
                  <a:lnTo>
                    <a:pt x="491879" y="307144"/>
                  </a:lnTo>
                  <a:lnTo>
                    <a:pt x="489958" y="307144"/>
                  </a:lnTo>
                  <a:lnTo>
                    <a:pt x="488036" y="307144"/>
                  </a:lnTo>
                  <a:lnTo>
                    <a:pt x="486115" y="307144"/>
                  </a:lnTo>
                  <a:lnTo>
                    <a:pt x="484194" y="307144"/>
                  </a:lnTo>
                  <a:lnTo>
                    <a:pt x="482272" y="307144"/>
                  </a:lnTo>
                  <a:lnTo>
                    <a:pt x="480351" y="307144"/>
                  </a:lnTo>
                  <a:lnTo>
                    <a:pt x="478429" y="307144"/>
                  </a:lnTo>
                  <a:lnTo>
                    <a:pt x="476508" y="307144"/>
                  </a:lnTo>
                  <a:lnTo>
                    <a:pt x="474587" y="307144"/>
                  </a:lnTo>
                  <a:lnTo>
                    <a:pt x="472665" y="307144"/>
                  </a:lnTo>
                  <a:lnTo>
                    <a:pt x="470744" y="307144"/>
                  </a:lnTo>
                  <a:lnTo>
                    <a:pt x="468822" y="307144"/>
                  </a:lnTo>
                  <a:lnTo>
                    <a:pt x="466901" y="307144"/>
                  </a:lnTo>
                  <a:lnTo>
                    <a:pt x="464980" y="307144"/>
                  </a:lnTo>
                  <a:lnTo>
                    <a:pt x="463058" y="307144"/>
                  </a:lnTo>
                  <a:lnTo>
                    <a:pt x="461137" y="307144"/>
                  </a:lnTo>
                  <a:lnTo>
                    <a:pt x="459215" y="307144"/>
                  </a:lnTo>
                  <a:lnTo>
                    <a:pt x="457294" y="307144"/>
                  </a:lnTo>
                  <a:lnTo>
                    <a:pt x="455373" y="307144"/>
                  </a:lnTo>
                  <a:lnTo>
                    <a:pt x="453451" y="307144"/>
                  </a:lnTo>
                  <a:lnTo>
                    <a:pt x="451530" y="307144"/>
                  </a:lnTo>
                  <a:lnTo>
                    <a:pt x="449608" y="307144"/>
                  </a:lnTo>
                  <a:lnTo>
                    <a:pt x="447687" y="307144"/>
                  </a:lnTo>
                  <a:lnTo>
                    <a:pt x="445766" y="307144"/>
                  </a:lnTo>
                  <a:lnTo>
                    <a:pt x="443844" y="307144"/>
                  </a:lnTo>
                  <a:lnTo>
                    <a:pt x="441923" y="307144"/>
                  </a:lnTo>
                  <a:lnTo>
                    <a:pt x="440001" y="307144"/>
                  </a:lnTo>
                  <a:lnTo>
                    <a:pt x="438080" y="307144"/>
                  </a:lnTo>
                  <a:lnTo>
                    <a:pt x="436159" y="307144"/>
                  </a:lnTo>
                  <a:lnTo>
                    <a:pt x="434237" y="307144"/>
                  </a:lnTo>
                  <a:lnTo>
                    <a:pt x="432316" y="307144"/>
                  </a:lnTo>
                  <a:lnTo>
                    <a:pt x="430394" y="307144"/>
                  </a:lnTo>
                  <a:lnTo>
                    <a:pt x="428473" y="307144"/>
                  </a:lnTo>
                  <a:lnTo>
                    <a:pt x="426551" y="307144"/>
                  </a:lnTo>
                  <a:lnTo>
                    <a:pt x="424630" y="307144"/>
                  </a:lnTo>
                  <a:lnTo>
                    <a:pt x="422709" y="307144"/>
                  </a:lnTo>
                  <a:lnTo>
                    <a:pt x="420787" y="307144"/>
                  </a:lnTo>
                  <a:lnTo>
                    <a:pt x="418866" y="307144"/>
                  </a:lnTo>
                  <a:lnTo>
                    <a:pt x="416944" y="307144"/>
                  </a:lnTo>
                  <a:lnTo>
                    <a:pt x="415023" y="307144"/>
                  </a:lnTo>
                  <a:lnTo>
                    <a:pt x="413102" y="307144"/>
                  </a:lnTo>
                  <a:lnTo>
                    <a:pt x="411180" y="307144"/>
                  </a:lnTo>
                  <a:lnTo>
                    <a:pt x="409259" y="307144"/>
                  </a:lnTo>
                  <a:lnTo>
                    <a:pt x="407337" y="307144"/>
                  </a:lnTo>
                  <a:lnTo>
                    <a:pt x="405416" y="307144"/>
                  </a:lnTo>
                  <a:lnTo>
                    <a:pt x="403495" y="307144"/>
                  </a:lnTo>
                  <a:lnTo>
                    <a:pt x="401573" y="307144"/>
                  </a:lnTo>
                  <a:lnTo>
                    <a:pt x="399652" y="307144"/>
                  </a:lnTo>
                  <a:lnTo>
                    <a:pt x="397730" y="307144"/>
                  </a:lnTo>
                  <a:lnTo>
                    <a:pt x="395809" y="307144"/>
                  </a:lnTo>
                  <a:lnTo>
                    <a:pt x="393888" y="307144"/>
                  </a:lnTo>
                  <a:lnTo>
                    <a:pt x="391966" y="307144"/>
                  </a:lnTo>
                  <a:lnTo>
                    <a:pt x="390045" y="307144"/>
                  </a:lnTo>
                  <a:lnTo>
                    <a:pt x="388123" y="307144"/>
                  </a:lnTo>
                  <a:lnTo>
                    <a:pt x="386202" y="307144"/>
                  </a:lnTo>
                  <a:lnTo>
                    <a:pt x="384281" y="307144"/>
                  </a:lnTo>
                  <a:lnTo>
                    <a:pt x="382359" y="307144"/>
                  </a:lnTo>
                  <a:lnTo>
                    <a:pt x="380438" y="307144"/>
                  </a:lnTo>
                  <a:lnTo>
                    <a:pt x="378516" y="307144"/>
                  </a:lnTo>
                  <a:lnTo>
                    <a:pt x="376595" y="307144"/>
                  </a:lnTo>
                  <a:lnTo>
                    <a:pt x="374674" y="307144"/>
                  </a:lnTo>
                  <a:lnTo>
                    <a:pt x="372752" y="307144"/>
                  </a:lnTo>
                  <a:lnTo>
                    <a:pt x="370831" y="307144"/>
                  </a:lnTo>
                  <a:lnTo>
                    <a:pt x="368909" y="307144"/>
                  </a:lnTo>
                  <a:lnTo>
                    <a:pt x="366988" y="307144"/>
                  </a:lnTo>
                  <a:lnTo>
                    <a:pt x="365067" y="307144"/>
                  </a:lnTo>
                  <a:lnTo>
                    <a:pt x="363145" y="307144"/>
                  </a:lnTo>
                  <a:lnTo>
                    <a:pt x="361224" y="307144"/>
                  </a:lnTo>
                  <a:lnTo>
                    <a:pt x="359302" y="307144"/>
                  </a:lnTo>
                  <a:lnTo>
                    <a:pt x="357381" y="307144"/>
                  </a:lnTo>
                  <a:lnTo>
                    <a:pt x="355459" y="307144"/>
                  </a:lnTo>
                  <a:lnTo>
                    <a:pt x="353538" y="307144"/>
                  </a:lnTo>
                  <a:lnTo>
                    <a:pt x="351617" y="307144"/>
                  </a:lnTo>
                  <a:lnTo>
                    <a:pt x="349695" y="307144"/>
                  </a:lnTo>
                  <a:lnTo>
                    <a:pt x="347774" y="307144"/>
                  </a:lnTo>
                  <a:lnTo>
                    <a:pt x="345852" y="307144"/>
                  </a:lnTo>
                  <a:lnTo>
                    <a:pt x="343931" y="307144"/>
                  </a:lnTo>
                  <a:lnTo>
                    <a:pt x="342010" y="307144"/>
                  </a:lnTo>
                  <a:lnTo>
                    <a:pt x="340088" y="307144"/>
                  </a:lnTo>
                  <a:lnTo>
                    <a:pt x="338167" y="307144"/>
                  </a:lnTo>
                  <a:lnTo>
                    <a:pt x="336245" y="307144"/>
                  </a:lnTo>
                  <a:lnTo>
                    <a:pt x="334324" y="307144"/>
                  </a:lnTo>
                  <a:lnTo>
                    <a:pt x="332403" y="307144"/>
                  </a:lnTo>
                  <a:lnTo>
                    <a:pt x="330481" y="307144"/>
                  </a:lnTo>
                  <a:lnTo>
                    <a:pt x="328560" y="307144"/>
                  </a:lnTo>
                  <a:lnTo>
                    <a:pt x="326638" y="307144"/>
                  </a:lnTo>
                  <a:lnTo>
                    <a:pt x="324717" y="307144"/>
                  </a:lnTo>
                  <a:lnTo>
                    <a:pt x="322796" y="307144"/>
                  </a:lnTo>
                  <a:lnTo>
                    <a:pt x="320874" y="307144"/>
                  </a:lnTo>
                  <a:lnTo>
                    <a:pt x="318953" y="307144"/>
                  </a:lnTo>
                  <a:lnTo>
                    <a:pt x="317031" y="307144"/>
                  </a:lnTo>
                  <a:lnTo>
                    <a:pt x="315110" y="307144"/>
                  </a:lnTo>
                  <a:lnTo>
                    <a:pt x="313189" y="307144"/>
                  </a:lnTo>
                  <a:lnTo>
                    <a:pt x="311267" y="307144"/>
                  </a:lnTo>
                  <a:lnTo>
                    <a:pt x="309346" y="307144"/>
                  </a:lnTo>
                  <a:lnTo>
                    <a:pt x="307424" y="307144"/>
                  </a:lnTo>
                  <a:lnTo>
                    <a:pt x="305503" y="307144"/>
                  </a:lnTo>
                  <a:lnTo>
                    <a:pt x="303582" y="307144"/>
                  </a:lnTo>
                  <a:lnTo>
                    <a:pt x="301660" y="307144"/>
                  </a:lnTo>
                  <a:lnTo>
                    <a:pt x="299739" y="307144"/>
                  </a:lnTo>
                  <a:lnTo>
                    <a:pt x="297817" y="307144"/>
                  </a:lnTo>
                  <a:lnTo>
                    <a:pt x="295896" y="307144"/>
                  </a:lnTo>
                  <a:lnTo>
                    <a:pt x="293975" y="307144"/>
                  </a:lnTo>
                  <a:lnTo>
                    <a:pt x="292053" y="307144"/>
                  </a:lnTo>
                  <a:lnTo>
                    <a:pt x="290132" y="307144"/>
                  </a:lnTo>
                  <a:lnTo>
                    <a:pt x="288210" y="307144"/>
                  </a:lnTo>
                  <a:lnTo>
                    <a:pt x="286289" y="307144"/>
                  </a:lnTo>
                  <a:lnTo>
                    <a:pt x="284367" y="307144"/>
                  </a:lnTo>
                  <a:lnTo>
                    <a:pt x="282446" y="307144"/>
                  </a:lnTo>
                  <a:lnTo>
                    <a:pt x="280525" y="307144"/>
                  </a:lnTo>
                  <a:lnTo>
                    <a:pt x="278603" y="307144"/>
                  </a:lnTo>
                  <a:lnTo>
                    <a:pt x="276682" y="307144"/>
                  </a:lnTo>
                  <a:lnTo>
                    <a:pt x="274760" y="307144"/>
                  </a:lnTo>
                  <a:lnTo>
                    <a:pt x="272839" y="307144"/>
                  </a:lnTo>
                  <a:lnTo>
                    <a:pt x="270918" y="307144"/>
                  </a:lnTo>
                  <a:lnTo>
                    <a:pt x="268996" y="307144"/>
                  </a:lnTo>
                  <a:lnTo>
                    <a:pt x="267075" y="307144"/>
                  </a:lnTo>
                  <a:lnTo>
                    <a:pt x="265153" y="307144"/>
                  </a:lnTo>
                  <a:lnTo>
                    <a:pt x="263232" y="307144"/>
                  </a:lnTo>
                  <a:lnTo>
                    <a:pt x="261311" y="307144"/>
                  </a:lnTo>
                  <a:lnTo>
                    <a:pt x="259389" y="307144"/>
                  </a:lnTo>
                  <a:lnTo>
                    <a:pt x="257468" y="307144"/>
                  </a:lnTo>
                  <a:lnTo>
                    <a:pt x="255546" y="307144"/>
                  </a:lnTo>
                  <a:lnTo>
                    <a:pt x="253625" y="307144"/>
                  </a:lnTo>
                  <a:lnTo>
                    <a:pt x="251704" y="307144"/>
                  </a:lnTo>
                  <a:lnTo>
                    <a:pt x="249782" y="307144"/>
                  </a:lnTo>
                  <a:lnTo>
                    <a:pt x="247861" y="307144"/>
                  </a:lnTo>
                  <a:lnTo>
                    <a:pt x="245939" y="307144"/>
                  </a:lnTo>
                  <a:lnTo>
                    <a:pt x="244018" y="307144"/>
                  </a:lnTo>
                  <a:lnTo>
                    <a:pt x="242097" y="307144"/>
                  </a:lnTo>
                  <a:lnTo>
                    <a:pt x="240175" y="307144"/>
                  </a:lnTo>
                  <a:lnTo>
                    <a:pt x="238254" y="307144"/>
                  </a:lnTo>
                  <a:lnTo>
                    <a:pt x="236332" y="307144"/>
                  </a:lnTo>
                  <a:lnTo>
                    <a:pt x="234411" y="307144"/>
                  </a:lnTo>
                  <a:lnTo>
                    <a:pt x="232490" y="307144"/>
                  </a:lnTo>
                  <a:lnTo>
                    <a:pt x="230568" y="307144"/>
                  </a:lnTo>
                  <a:lnTo>
                    <a:pt x="228647" y="307144"/>
                  </a:lnTo>
                  <a:lnTo>
                    <a:pt x="226725" y="307144"/>
                  </a:lnTo>
                  <a:lnTo>
                    <a:pt x="224804" y="307144"/>
                  </a:lnTo>
                  <a:lnTo>
                    <a:pt x="222883" y="307144"/>
                  </a:lnTo>
                  <a:lnTo>
                    <a:pt x="220961" y="307144"/>
                  </a:lnTo>
                  <a:lnTo>
                    <a:pt x="219040" y="307144"/>
                  </a:lnTo>
                  <a:lnTo>
                    <a:pt x="217118" y="307144"/>
                  </a:lnTo>
                  <a:lnTo>
                    <a:pt x="215197" y="307144"/>
                  </a:lnTo>
                  <a:lnTo>
                    <a:pt x="213275" y="307144"/>
                  </a:lnTo>
                  <a:lnTo>
                    <a:pt x="211354" y="307144"/>
                  </a:lnTo>
                  <a:lnTo>
                    <a:pt x="209433" y="307144"/>
                  </a:lnTo>
                  <a:lnTo>
                    <a:pt x="207511" y="307144"/>
                  </a:lnTo>
                  <a:lnTo>
                    <a:pt x="205590" y="307144"/>
                  </a:lnTo>
                  <a:lnTo>
                    <a:pt x="203668" y="307144"/>
                  </a:lnTo>
                  <a:lnTo>
                    <a:pt x="201747" y="307144"/>
                  </a:lnTo>
                  <a:lnTo>
                    <a:pt x="199826" y="307144"/>
                  </a:lnTo>
                  <a:lnTo>
                    <a:pt x="197904" y="307144"/>
                  </a:lnTo>
                  <a:lnTo>
                    <a:pt x="195983" y="307144"/>
                  </a:lnTo>
                  <a:lnTo>
                    <a:pt x="194061" y="307144"/>
                  </a:lnTo>
                  <a:lnTo>
                    <a:pt x="192140" y="307144"/>
                  </a:lnTo>
                  <a:lnTo>
                    <a:pt x="190219" y="307144"/>
                  </a:lnTo>
                  <a:lnTo>
                    <a:pt x="188297" y="307144"/>
                  </a:lnTo>
                  <a:lnTo>
                    <a:pt x="186376" y="307144"/>
                  </a:lnTo>
                  <a:lnTo>
                    <a:pt x="184454" y="307144"/>
                  </a:lnTo>
                  <a:lnTo>
                    <a:pt x="182533" y="307144"/>
                  </a:lnTo>
                  <a:lnTo>
                    <a:pt x="180612" y="307144"/>
                  </a:lnTo>
                  <a:lnTo>
                    <a:pt x="178690" y="307144"/>
                  </a:lnTo>
                  <a:lnTo>
                    <a:pt x="176769" y="307144"/>
                  </a:lnTo>
                  <a:lnTo>
                    <a:pt x="174847" y="307144"/>
                  </a:lnTo>
                  <a:lnTo>
                    <a:pt x="172926" y="307144"/>
                  </a:lnTo>
                  <a:lnTo>
                    <a:pt x="171005" y="307144"/>
                  </a:lnTo>
                  <a:lnTo>
                    <a:pt x="169083" y="307144"/>
                  </a:lnTo>
                  <a:lnTo>
                    <a:pt x="167162" y="307144"/>
                  </a:lnTo>
                  <a:lnTo>
                    <a:pt x="165240" y="307144"/>
                  </a:lnTo>
                  <a:lnTo>
                    <a:pt x="163319" y="307144"/>
                  </a:lnTo>
                  <a:lnTo>
                    <a:pt x="161398" y="307144"/>
                  </a:lnTo>
                  <a:lnTo>
                    <a:pt x="159476" y="307144"/>
                  </a:lnTo>
                  <a:lnTo>
                    <a:pt x="157555" y="307144"/>
                  </a:lnTo>
                  <a:lnTo>
                    <a:pt x="155633" y="307144"/>
                  </a:lnTo>
                  <a:lnTo>
                    <a:pt x="153712" y="307144"/>
                  </a:lnTo>
                  <a:lnTo>
                    <a:pt x="151791" y="307144"/>
                  </a:lnTo>
                  <a:lnTo>
                    <a:pt x="149869" y="307144"/>
                  </a:lnTo>
                  <a:lnTo>
                    <a:pt x="147948" y="307144"/>
                  </a:lnTo>
                  <a:lnTo>
                    <a:pt x="146026" y="307144"/>
                  </a:lnTo>
                  <a:lnTo>
                    <a:pt x="144105" y="307144"/>
                  </a:lnTo>
                  <a:lnTo>
                    <a:pt x="142183" y="307144"/>
                  </a:lnTo>
                  <a:lnTo>
                    <a:pt x="140262" y="307144"/>
                  </a:lnTo>
                  <a:lnTo>
                    <a:pt x="138341" y="307144"/>
                  </a:lnTo>
                  <a:lnTo>
                    <a:pt x="136419" y="307144"/>
                  </a:lnTo>
                  <a:lnTo>
                    <a:pt x="134498" y="307144"/>
                  </a:lnTo>
                  <a:lnTo>
                    <a:pt x="132576" y="307144"/>
                  </a:lnTo>
                  <a:lnTo>
                    <a:pt x="130655" y="307144"/>
                  </a:lnTo>
                  <a:lnTo>
                    <a:pt x="128734" y="307144"/>
                  </a:lnTo>
                  <a:lnTo>
                    <a:pt x="126812" y="307144"/>
                  </a:lnTo>
                  <a:lnTo>
                    <a:pt x="124891" y="307144"/>
                  </a:lnTo>
                  <a:lnTo>
                    <a:pt x="122969" y="307144"/>
                  </a:lnTo>
                  <a:lnTo>
                    <a:pt x="121048" y="307144"/>
                  </a:lnTo>
                  <a:lnTo>
                    <a:pt x="119127" y="307144"/>
                  </a:lnTo>
                  <a:lnTo>
                    <a:pt x="117205" y="307144"/>
                  </a:lnTo>
                  <a:lnTo>
                    <a:pt x="115284" y="307144"/>
                  </a:lnTo>
                  <a:lnTo>
                    <a:pt x="113362" y="307144"/>
                  </a:lnTo>
                  <a:lnTo>
                    <a:pt x="111441" y="307144"/>
                  </a:lnTo>
                  <a:lnTo>
                    <a:pt x="109520" y="307144"/>
                  </a:lnTo>
                  <a:lnTo>
                    <a:pt x="107598" y="307144"/>
                  </a:lnTo>
                  <a:lnTo>
                    <a:pt x="105677" y="307144"/>
                  </a:lnTo>
                  <a:lnTo>
                    <a:pt x="103755" y="307144"/>
                  </a:lnTo>
                  <a:lnTo>
                    <a:pt x="101834" y="307144"/>
                  </a:lnTo>
                  <a:lnTo>
                    <a:pt x="99913" y="307144"/>
                  </a:lnTo>
                  <a:lnTo>
                    <a:pt x="97991" y="307144"/>
                  </a:lnTo>
                  <a:lnTo>
                    <a:pt x="96070" y="307144"/>
                  </a:lnTo>
                  <a:lnTo>
                    <a:pt x="94148" y="307144"/>
                  </a:lnTo>
                  <a:lnTo>
                    <a:pt x="92227" y="307144"/>
                  </a:lnTo>
                  <a:lnTo>
                    <a:pt x="90306" y="307144"/>
                  </a:lnTo>
                  <a:lnTo>
                    <a:pt x="88384" y="307144"/>
                  </a:lnTo>
                  <a:lnTo>
                    <a:pt x="86463" y="307144"/>
                  </a:lnTo>
                  <a:lnTo>
                    <a:pt x="84541" y="307144"/>
                  </a:lnTo>
                  <a:lnTo>
                    <a:pt x="82620" y="307144"/>
                  </a:lnTo>
                  <a:lnTo>
                    <a:pt x="80699" y="307144"/>
                  </a:lnTo>
                  <a:lnTo>
                    <a:pt x="78777" y="307144"/>
                  </a:lnTo>
                  <a:lnTo>
                    <a:pt x="76856" y="307144"/>
                  </a:lnTo>
                  <a:lnTo>
                    <a:pt x="74934" y="307144"/>
                  </a:lnTo>
                  <a:lnTo>
                    <a:pt x="73013" y="307144"/>
                  </a:lnTo>
                  <a:lnTo>
                    <a:pt x="71091" y="307144"/>
                  </a:lnTo>
                  <a:lnTo>
                    <a:pt x="69170" y="307144"/>
                  </a:lnTo>
                  <a:lnTo>
                    <a:pt x="67249" y="307144"/>
                  </a:lnTo>
                  <a:lnTo>
                    <a:pt x="65327" y="307144"/>
                  </a:lnTo>
                  <a:lnTo>
                    <a:pt x="63406" y="307144"/>
                  </a:lnTo>
                  <a:lnTo>
                    <a:pt x="61484" y="307144"/>
                  </a:lnTo>
                  <a:lnTo>
                    <a:pt x="59563" y="307144"/>
                  </a:lnTo>
                  <a:lnTo>
                    <a:pt x="57642" y="307144"/>
                  </a:lnTo>
                  <a:lnTo>
                    <a:pt x="55720" y="307144"/>
                  </a:lnTo>
                  <a:lnTo>
                    <a:pt x="53799" y="307144"/>
                  </a:lnTo>
                  <a:lnTo>
                    <a:pt x="51877" y="307144"/>
                  </a:lnTo>
                  <a:lnTo>
                    <a:pt x="49956" y="307144"/>
                  </a:lnTo>
                  <a:lnTo>
                    <a:pt x="48035" y="307144"/>
                  </a:lnTo>
                  <a:lnTo>
                    <a:pt x="46113" y="307144"/>
                  </a:lnTo>
                  <a:lnTo>
                    <a:pt x="44192" y="307144"/>
                  </a:lnTo>
                  <a:lnTo>
                    <a:pt x="42270" y="307144"/>
                  </a:lnTo>
                  <a:lnTo>
                    <a:pt x="40349" y="307144"/>
                  </a:lnTo>
                  <a:lnTo>
                    <a:pt x="38428" y="307144"/>
                  </a:lnTo>
                  <a:lnTo>
                    <a:pt x="36506" y="307144"/>
                  </a:lnTo>
                  <a:lnTo>
                    <a:pt x="34585" y="307144"/>
                  </a:lnTo>
                  <a:lnTo>
                    <a:pt x="32663" y="307144"/>
                  </a:lnTo>
                  <a:lnTo>
                    <a:pt x="30742" y="307144"/>
                  </a:lnTo>
                  <a:lnTo>
                    <a:pt x="28821" y="307144"/>
                  </a:lnTo>
                  <a:lnTo>
                    <a:pt x="26899" y="307144"/>
                  </a:lnTo>
                  <a:lnTo>
                    <a:pt x="24978" y="307144"/>
                  </a:lnTo>
                  <a:lnTo>
                    <a:pt x="23056" y="307144"/>
                  </a:lnTo>
                  <a:lnTo>
                    <a:pt x="21135" y="307144"/>
                  </a:lnTo>
                  <a:lnTo>
                    <a:pt x="19214" y="307144"/>
                  </a:lnTo>
                  <a:lnTo>
                    <a:pt x="17292" y="307144"/>
                  </a:lnTo>
                  <a:lnTo>
                    <a:pt x="15371" y="307144"/>
                  </a:lnTo>
                  <a:lnTo>
                    <a:pt x="13449" y="307144"/>
                  </a:lnTo>
                  <a:lnTo>
                    <a:pt x="11528" y="307144"/>
                  </a:lnTo>
                  <a:lnTo>
                    <a:pt x="9607" y="307144"/>
                  </a:lnTo>
                  <a:lnTo>
                    <a:pt x="7685" y="307144"/>
                  </a:lnTo>
                  <a:lnTo>
                    <a:pt x="5764" y="307144"/>
                  </a:lnTo>
                  <a:lnTo>
                    <a:pt x="3842" y="307144"/>
                  </a:lnTo>
                  <a:lnTo>
                    <a:pt x="1921" y="307144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3029362" y="5676278"/>
              <a:ext cx="981838" cy="307144"/>
            </a:xfrm>
            <a:custGeom>
              <a:avLst/>
              <a:pathLst>
                <a:path w="981838" h="307144">
                  <a:moveTo>
                    <a:pt x="0" y="307144"/>
                  </a:moveTo>
                  <a:lnTo>
                    <a:pt x="1921" y="307144"/>
                  </a:lnTo>
                  <a:lnTo>
                    <a:pt x="3842" y="307144"/>
                  </a:lnTo>
                  <a:lnTo>
                    <a:pt x="5764" y="307144"/>
                  </a:lnTo>
                  <a:lnTo>
                    <a:pt x="7685" y="307144"/>
                  </a:lnTo>
                  <a:lnTo>
                    <a:pt x="9607" y="307144"/>
                  </a:lnTo>
                  <a:lnTo>
                    <a:pt x="11528" y="307144"/>
                  </a:lnTo>
                  <a:lnTo>
                    <a:pt x="13449" y="307144"/>
                  </a:lnTo>
                  <a:lnTo>
                    <a:pt x="15371" y="307144"/>
                  </a:lnTo>
                  <a:lnTo>
                    <a:pt x="17292" y="307144"/>
                  </a:lnTo>
                  <a:lnTo>
                    <a:pt x="19214" y="307144"/>
                  </a:lnTo>
                  <a:lnTo>
                    <a:pt x="21135" y="307144"/>
                  </a:lnTo>
                  <a:lnTo>
                    <a:pt x="23056" y="307144"/>
                  </a:lnTo>
                  <a:lnTo>
                    <a:pt x="24978" y="307144"/>
                  </a:lnTo>
                  <a:lnTo>
                    <a:pt x="26899" y="307144"/>
                  </a:lnTo>
                  <a:lnTo>
                    <a:pt x="28821" y="307144"/>
                  </a:lnTo>
                  <a:lnTo>
                    <a:pt x="30742" y="307144"/>
                  </a:lnTo>
                  <a:lnTo>
                    <a:pt x="32663" y="307144"/>
                  </a:lnTo>
                  <a:lnTo>
                    <a:pt x="34585" y="307144"/>
                  </a:lnTo>
                  <a:lnTo>
                    <a:pt x="36506" y="307144"/>
                  </a:lnTo>
                  <a:lnTo>
                    <a:pt x="38428" y="307144"/>
                  </a:lnTo>
                  <a:lnTo>
                    <a:pt x="40349" y="307144"/>
                  </a:lnTo>
                  <a:lnTo>
                    <a:pt x="42270" y="307144"/>
                  </a:lnTo>
                  <a:lnTo>
                    <a:pt x="44192" y="307144"/>
                  </a:lnTo>
                  <a:lnTo>
                    <a:pt x="46113" y="307144"/>
                  </a:lnTo>
                  <a:lnTo>
                    <a:pt x="48035" y="307144"/>
                  </a:lnTo>
                  <a:lnTo>
                    <a:pt x="49956" y="307144"/>
                  </a:lnTo>
                  <a:lnTo>
                    <a:pt x="51877" y="307144"/>
                  </a:lnTo>
                  <a:lnTo>
                    <a:pt x="53799" y="307144"/>
                  </a:lnTo>
                  <a:lnTo>
                    <a:pt x="55720" y="307144"/>
                  </a:lnTo>
                  <a:lnTo>
                    <a:pt x="57642" y="307143"/>
                  </a:lnTo>
                  <a:lnTo>
                    <a:pt x="59563" y="307143"/>
                  </a:lnTo>
                  <a:lnTo>
                    <a:pt x="61484" y="307142"/>
                  </a:lnTo>
                  <a:lnTo>
                    <a:pt x="63406" y="307142"/>
                  </a:lnTo>
                  <a:lnTo>
                    <a:pt x="65327" y="307141"/>
                  </a:lnTo>
                  <a:lnTo>
                    <a:pt x="67249" y="307139"/>
                  </a:lnTo>
                  <a:lnTo>
                    <a:pt x="69170" y="307137"/>
                  </a:lnTo>
                  <a:lnTo>
                    <a:pt x="71091" y="307134"/>
                  </a:lnTo>
                  <a:lnTo>
                    <a:pt x="73013" y="307131"/>
                  </a:lnTo>
                  <a:lnTo>
                    <a:pt x="74934" y="307126"/>
                  </a:lnTo>
                  <a:lnTo>
                    <a:pt x="76856" y="307120"/>
                  </a:lnTo>
                  <a:lnTo>
                    <a:pt x="78777" y="307112"/>
                  </a:lnTo>
                  <a:lnTo>
                    <a:pt x="80699" y="307101"/>
                  </a:lnTo>
                  <a:lnTo>
                    <a:pt x="82620" y="307089"/>
                  </a:lnTo>
                  <a:lnTo>
                    <a:pt x="84541" y="307072"/>
                  </a:lnTo>
                  <a:lnTo>
                    <a:pt x="86463" y="307051"/>
                  </a:lnTo>
                  <a:lnTo>
                    <a:pt x="88384" y="307026"/>
                  </a:lnTo>
                  <a:lnTo>
                    <a:pt x="90306" y="306995"/>
                  </a:lnTo>
                  <a:lnTo>
                    <a:pt x="92227" y="306958"/>
                  </a:lnTo>
                  <a:lnTo>
                    <a:pt x="94148" y="306913"/>
                  </a:lnTo>
                  <a:lnTo>
                    <a:pt x="96070" y="306861"/>
                  </a:lnTo>
                  <a:lnTo>
                    <a:pt x="97991" y="306800"/>
                  </a:lnTo>
                  <a:lnTo>
                    <a:pt x="99913" y="306728"/>
                  </a:lnTo>
                  <a:lnTo>
                    <a:pt x="101834" y="306646"/>
                  </a:lnTo>
                  <a:lnTo>
                    <a:pt x="103755" y="306553"/>
                  </a:lnTo>
                  <a:lnTo>
                    <a:pt x="105677" y="306449"/>
                  </a:lnTo>
                  <a:lnTo>
                    <a:pt x="107598" y="306333"/>
                  </a:lnTo>
                  <a:lnTo>
                    <a:pt x="109520" y="306206"/>
                  </a:lnTo>
                  <a:lnTo>
                    <a:pt x="111441" y="306069"/>
                  </a:lnTo>
                  <a:lnTo>
                    <a:pt x="113362" y="305919"/>
                  </a:lnTo>
                  <a:lnTo>
                    <a:pt x="115284" y="305759"/>
                  </a:lnTo>
                  <a:lnTo>
                    <a:pt x="117205" y="305592"/>
                  </a:lnTo>
                  <a:lnTo>
                    <a:pt x="119127" y="305418"/>
                  </a:lnTo>
                  <a:lnTo>
                    <a:pt x="121048" y="305240"/>
                  </a:lnTo>
                  <a:lnTo>
                    <a:pt x="122969" y="305059"/>
                  </a:lnTo>
                  <a:lnTo>
                    <a:pt x="124891" y="304878"/>
                  </a:lnTo>
                  <a:lnTo>
                    <a:pt x="126812" y="304698"/>
                  </a:lnTo>
                  <a:lnTo>
                    <a:pt x="128734" y="304524"/>
                  </a:lnTo>
                  <a:lnTo>
                    <a:pt x="130655" y="304357"/>
                  </a:lnTo>
                  <a:lnTo>
                    <a:pt x="132576" y="304199"/>
                  </a:lnTo>
                  <a:lnTo>
                    <a:pt x="134498" y="304053"/>
                  </a:lnTo>
                  <a:lnTo>
                    <a:pt x="136419" y="303920"/>
                  </a:lnTo>
                  <a:lnTo>
                    <a:pt x="138341" y="303801"/>
                  </a:lnTo>
                  <a:lnTo>
                    <a:pt x="140262" y="303700"/>
                  </a:lnTo>
                  <a:lnTo>
                    <a:pt x="142183" y="303617"/>
                  </a:lnTo>
                  <a:lnTo>
                    <a:pt x="144105" y="303551"/>
                  </a:lnTo>
                  <a:lnTo>
                    <a:pt x="146026" y="303501"/>
                  </a:lnTo>
                  <a:lnTo>
                    <a:pt x="147948" y="303467"/>
                  </a:lnTo>
                  <a:lnTo>
                    <a:pt x="149869" y="303448"/>
                  </a:lnTo>
                  <a:lnTo>
                    <a:pt x="151791" y="303442"/>
                  </a:lnTo>
                  <a:lnTo>
                    <a:pt x="153712" y="303447"/>
                  </a:lnTo>
                  <a:lnTo>
                    <a:pt x="155633" y="303463"/>
                  </a:lnTo>
                  <a:lnTo>
                    <a:pt x="157555" y="303486"/>
                  </a:lnTo>
                  <a:lnTo>
                    <a:pt x="159476" y="303513"/>
                  </a:lnTo>
                  <a:lnTo>
                    <a:pt x="161398" y="303541"/>
                  </a:lnTo>
                  <a:lnTo>
                    <a:pt x="163319" y="303570"/>
                  </a:lnTo>
                  <a:lnTo>
                    <a:pt x="165240" y="303597"/>
                  </a:lnTo>
                  <a:lnTo>
                    <a:pt x="167162" y="303619"/>
                  </a:lnTo>
                  <a:lnTo>
                    <a:pt x="169083" y="303635"/>
                  </a:lnTo>
                  <a:lnTo>
                    <a:pt x="171005" y="303643"/>
                  </a:lnTo>
                  <a:lnTo>
                    <a:pt x="172926" y="303642"/>
                  </a:lnTo>
                  <a:lnTo>
                    <a:pt x="174847" y="303631"/>
                  </a:lnTo>
                  <a:lnTo>
                    <a:pt x="176769" y="303610"/>
                  </a:lnTo>
                  <a:lnTo>
                    <a:pt x="178690" y="303578"/>
                  </a:lnTo>
                  <a:lnTo>
                    <a:pt x="180612" y="303535"/>
                  </a:lnTo>
                  <a:lnTo>
                    <a:pt x="182533" y="303480"/>
                  </a:lnTo>
                  <a:lnTo>
                    <a:pt x="184454" y="303411"/>
                  </a:lnTo>
                  <a:lnTo>
                    <a:pt x="186376" y="303330"/>
                  </a:lnTo>
                  <a:lnTo>
                    <a:pt x="188297" y="303237"/>
                  </a:lnTo>
                  <a:lnTo>
                    <a:pt x="190219" y="303131"/>
                  </a:lnTo>
                  <a:lnTo>
                    <a:pt x="192140" y="303014"/>
                  </a:lnTo>
                  <a:lnTo>
                    <a:pt x="194061" y="302885"/>
                  </a:lnTo>
                  <a:lnTo>
                    <a:pt x="195983" y="302745"/>
                  </a:lnTo>
                  <a:lnTo>
                    <a:pt x="197904" y="302591"/>
                  </a:lnTo>
                  <a:lnTo>
                    <a:pt x="199826" y="302427"/>
                  </a:lnTo>
                  <a:lnTo>
                    <a:pt x="201747" y="302253"/>
                  </a:lnTo>
                  <a:lnTo>
                    <a:pt x="203668" y="302071"/>
                  </a:lnTo>
                  <a:lnTo>
                    <a:pt x="205590" y="301881"/>
                  </a:lnTo>
                  <a:lnTo>
                    <a:pt x="207511" y="301685"/>
                  </a:lnTo>
                  <a:lnTo>
                    <a:pt x="209433" y="301485"/>
                  </a:lnTo>
                  <a:lnTo>
                    <a:pt x="211354" y="301281"/>
                  </a:lnTo>
                  <a:lnTo>
                    <a:pt x="213275" y="301077"/>
                  </a:lnTo>
                  <a:lnTo>
                    <a:pt x="215197" y="300875"/>
                  </a:lnTo>
                  <a:lnTo>
                    <a:pt x="217118" y="300677"/>
                  </a:lnTo>
                  <a:lnTo>
                    <a:pt x="219040" y="300486"/>
                  </a:lnTo>
                  <a:lnTo>
                    <a:pt x="220961" y="300302"/>
                  </a:lnTo>
                  <a:lnTo>
                    <a:pt x="222883" y="300128"/>
                  </a:lnTo>
                  <a:lnTo>
                    <a:pt x="224804" y="299967"/>
                  </a:lnTo>
                  <a:lnTo>
                    <a:pt x="226725" y="299823"/>
                  </a:lnTo>
                  <a:lnTo>
                    <a:pt x="228647" y="299694"/>
                  </a:lnTo>
                  <a:lnTo>
                    <a:pt x="230568" y="299582"/>
                  </a:lnTo>
                  <a:lnTo>
                    <a:pt x="232490" y="299488"/>
                  </a:lnTo>
                  <a:lnTo>
                    <a:pt x="234411" y="299412"/>
                  </a:lnTo>
                  <a:lnTo>
                    <a:pt x="236332" y="299356"/>
                  </a:lnTo>
                  <a:lnTo>
                    <a:pt x="238254" y="299319"/>
                  </a:lnTo>
                  <a:lnTo>
                    <a:pt x="240175" y="299303"/>
                  </a:lnTo>
                  <a:lnTo>
                    <a:pt x="242097" y="299305"/>
                  </a:lnTo>
                  <a:lnTo>
                    <a:pt x="244018" y="299323"/>
                  </a:lnTo>
                  <a:lnTo>
                    <a:pt x="245939" y="299356"/>
                  </a:lnTo>
                  <a:lnTo>
                    <a:pt x="247861" y="299403"/>
                  </a:lnTo>
                  <a:lnTo>
                    <a:pt x="249782" y="299461"/>
                  </a:lnTo>
                  <a:lnTo>
                    <a:pt x="251704" y="299529"/>
                  </a:lnTo>
                  <a:lnTo>
                    <a:pt x="253625" y="299606"/>
                  </a:lnTo>
                  <a:lnTo>
                    <a:pt x="255546" y="299687"/>
                  </a:lnTo>
                  <a:lnTo>
                    <a:pt x="257468" y="299770"/>
                  </a:lnTo>
                  <a:lnTo>
                    <a:pt x="259389" y="299852"/>
                  </a:lnTo>
                  <a:lnTo>
                    <a:pt x="261311" y="299932"/>
                  </a:lnTo>
                  <a:lnTo>
                    <a:pt x="263232" y="300007"/>
                  </a:lnTo>
                  <a:lnTo>
                    <a:pt x="265153" y="300075"/>
                  </a:lnTo>
                  <a:lnTo>
                    <a:pt x="267075" y="300131"/>
                  </a:lnTo>
                  <a:lnTo>
                    <a:pt x="268996" y="300174"/>
                  </a:lnTo>
                  <a:lnTo>
                    <a:pt x="270918" y="300201"/>
                  </a:lnTo>
                  <a:lnTo>
                    <a:pt x="272839" y="300211"/>
                  </a:lnTo>
                  <a:lnTo>
                    <a:pt x="274760" y="300200"/>
                  </a:lnTo>
                  <a:lnTo>
                    <a:pt x="276682" y="300167"/>
                  </a:lnTo>
                  <a:lnTo>
                    <a:pt x="278603" y="300110"/>
                  </a:lnTo>
                  <a:lnTo>
                    <a:pt x="280525" y="300024"/>
                  </a:lnTo>
                  <a:lnTo>
                    <a:pt x="282446" y="299904"/>
                  </a:lnTo>
                  <a:lnTo>
                    <a:pt x="284367" y="299752"/>
                  </a:lnTo>
                  <a:lnTo>
                    <a:pt x="286289" y="299566"/>
                  </a:lnTo>
                  <a:lnTo>
                    <a:pt x="288210" y="299346"/>
                  </a:lnTo>
                  <a:lnTo>
                    <a:pt x="290132" y="299089"/>
                  </a:lnTo>
                  <a:lnTo>
                    <a:pt x="292053" y="298797"/>
                  </a:lnTo>
                  <a:lnTo>
                    <a:pt x="293975" y="298470"/>
                  </a:lnTo>
                  <a:lnTo>
                    <a:pt x="295896" y="298104"/>
                  </a:lnTo>
                  <a:lnTo>
                    <a:pt x="297817" y="297709"/>
                  </a:lnTo>
                  <a:lnTo>
                    <a:pt x="299739" y="297289"/>
                  </a:lnTo>
                  <a:lnTo>
                    <a:pt x="301660" y="296849"/>
                  </a:lnTo>
                  <a:lnTo>
                    <a:pt x="303582" y="296395"/>
                  </a:lnTo>
                  <a:lnTo>
                    <a:pt x="305503" y="295935"/>
                  </a:lnTo>
                  <a:lnTo>
                    <a:pt x="307424" y="295475"/>
                  </a:lnTo>
                  <a:lnTo>
                    <a:pt x="309346" y="295027"/>
                  </a:lnTo>
                  <a:lnTo>
                    <a:pt x="311267" y="294600"/>
                  </a:lnTo>
                  <a:lnTo>
                    <a:pt x="313189" y="294201"/>
                  </a:lnTo>
                  <a:lnTo>
                    <a:pt x="315110" y="293839"/>
                  </a:lnTo>
                  <a:lnTo>
                    <a:pt x="317031" y="293519"/>
                  </a:lnTo>
                  <a:lnTo>
                    <a:pt x="318953" y="293247"/>
                  </a:lnTo>
                  <a:lnTo>
                    <a:pt x="320874" y="293028"/>
                  </a:lnTo>
                  <a:lnTo>
                    <a:pt x="322796" y="292867"/>
                  </a:lnTo>
                  <a:lnTo>
                    <a:pt x="324717" y="292771"/>
                  </a:lnTo>
                  <a:lnTo>
                    <a:pt x="326638" y="292730"/>
                  </a:lnTo>
                  <a:lnTo>
                    <a:pt x="328560" y="292742"/>
                  </a:lnTo>
                  <a:lnTo>
                    <a:pt x="330481" y="292802"/>
                  </a:lnTo>
                  <a:lnTo>
                    <a:pt x="332403" y="292905"/>
                  </a:lnTo>
                  <a:lnTo>
                    <a:pt x="334324" y="293044"/>
                  </a:lnTo>
                  <a:lnTo>
                    <a:pt x="336245" y="293212"/>
                  </a:lnTo>
                  <a:lnTo>
                    <a:pt x="338167" y="293402"/>
                  </a:lnTo>
                  <a:lnTo>
                    <a:pt x="340088" y="293600"/>
                  </a:lnTo>
                  <a:lnTo>
                    <a:pt x="342010" y="293797"/>
                  </a:lnTo>
                  <a:lnTo>
                    <a:pt x="343931" y="293986"/>
                  </a:lnTo>
                  <a:lnTo>
                    <a:pt x="345852" y="294159"/>
                  </a:lnTo>
                  <a:lnTo>
                    <a:pt x="347774" y="294308"/>
                  </a:lnTo>
                  <a:lnTo>
                    <a:pt x="349695" y="294427"/>
                  </a:lnTo>
                  <a:lnTo>
                    <a:pt x="351617" y="294507"/>
                  </a:lnTo>
                  <a:lnTo>
                    <a:pt x="353538" y="294542"/>
                  </a:lnTo>
                  <a:lnTo>
                    <a:pt x="355459" y="294533"/>
                  </a:lnTo>
                  <a:lnTo>
                    <a:pt x="357381" y="294477"/>
                  </a:lnTo>
                  <a:lnTo>
                    <a:pt x="359302" y="294371"/>
                  </a:lnTo>
                  <a:lnTo>
                    <a:pt x="361224" y="294215"/>
                  </a:lnTo>
                  <a:lnTo>
                    <a:pt x="363145" y="294007"/>
                  </a:lnTo>
                  <a:lnTo>
                    <a:pt x="365067" y="293744"/>
                  </a:lnTo>
                  <a:lnTo>
                    <a:pt x="366988" y="293422"/>
                  </a:lnTo>
                  <a:lnTo>
                    <a:pt x="368909" y="293048"/>
                  </a:lnTo>
                  <a:lnTo>
                    <a:pt x="370831" y="292620"/>
                  </a:lnTo>
                  <a:lnTo>
                    <a:pt x="372752" y="292140"/>
                  </a:lnTo>
                  <a:lnTo>
                    <a:pt x="374674" y="291608"/>
                  </a:lnTo>
                  <a:lnTo>
                    <a:pt x="376595" y="291022"/>
                  </a:lnTo>
                  <a:lnTo>
                    <a:pt x="378516" y="290384"/>
                  </a:lnTo>
                  <a:lnTo>
                    <a:pt x="380438" y="289683"/>
                  </a:lnTo>
                  <a:lnTo>
                    <a:pt x="382359" y="288929"/>
                  </a:lnTo>
                  <a:lnTo>
                    <a:pt x="384281" y="288123"/>
                  </a:lnTo>
                  <a:lnTo>
                    <a:pt x="386202" y="287265"/>
                  </a:lnTo>
                  <a:lnTo>
                    <a:pt x="388123" y="286356"/>
                  </a:lnTo>
                  <a:lnTo>
                    <a:pt x="390045" y="285395"/>
                  </a:lnTo>
                  <a:lnTo>
                    <a:pt x="391966" y="284384"/>
                  </a:lnTo>
                  <a:lnTo>
                    <a:pt x="393888" y="283315"/>
                  </a:lnTo>
                  <a:lnTo>
                    <a:pt x="395809" y="282192"/>
                  </a:lnTo>
                  <a:lnTo>
                    <a:pt x="397730" y="281018"/>
                  </a:lnTo>
                  <a:lnTo>
                    <a:pt x="399652" y="279790"/>
                  </a:lnTo>
                  <a:lnTo>
                    <a:pt x="401573" y="278506"/>
                  </a:lnTo>
                  <a:lnTo>
                    <a:pt x="403495" y="277163"/>
                  </a:lnTo>
                  <a:lnTo>
                    <a:pt x="405416" y="275757"/>
                  </a:lnTo>
                  <a:lnTo>
                    <a:pt x="407337" y="274274"/>
                  </a:lnTo>
                  <a:lnTo>
                    <a:pt x="409259" y="272702"/>
                  </a:lnTo>
                  <a:lnTo>
                    <a:pt x="411180" y="271039"/>
                  </a:lnTo>
                  <a:lnTo>
                    <a:pt x="413102" y="269272"/>
                  </a:lnTo>
                  <a:lnTo>
                    <a:pt x="415023" y="267388"/>
                  </a:lnTo>
                  <a:lnTo>
                    <a:pt x="416944" y="265373"/>
                  </a:lnTo>
                  <a:lnTo>
                    <a:pt x="418866" y="263211"/>
                  </a:lnTo>
                  <a:lnTo>
                    <a:pt x="420787" y="260882"/>
                  </a:lnTo>
                  <a:lnTo>
                    <a:pt x="422709" y="258333"/>
                  </a:lnTo>
                  <a:lnTo>
                    <a:pt x="424630" y="255575"/>
                  </a:lnTo>
                  <a:lnTo>
                    <a:pt x="426551" y="252587"/>
                  </a:lnTo>
                  <a:lnTo>
                    <a:pt x="428473" y="249352"/>
                  </a:lnTo>
                  <a:lnTo>
                    <a:pt x="430394" y="245850"/>
                  </a:lnTo>
                  <a:lnTo>
                    <a:pt x="432316" y="242063"/>
                  </a:lnTo>
                  <a:lnTo>
                    <a:pt x="434237" y="237976"/>
                  </a:lnTo>
                  <a:lnTo>
                    <a:pt x="436159" y="233523"/>
                  </a:lnTo>
                  <a:lnTo>
                    <a:pt x="438080" y="228720"/>
                  </a:lnTo>
                  <a:lnTo>
                    <a:pt x="440001" y="223569"/>
                  </a:lnTo>
                  <a:lnTo>
                    <a:pt x="441923" y="218061"/>
                  </a:lnTo>
                  <a:lnTo>
                    <a:pt x="443844" y="212189"/>
                  </a:lnTo>
                  <a:lnTo>
                    <a:pt x="445766" y="205951"/>
                  </a:lnTo>
                  <a:lnTo>
                    <a:pt x="447687" y="199342"/>
                  </a:lnTo>
                  <a:lnTo>
                    <a:pt x="449608" y="192336"/>
                  </a:lnTo>
                  <a:lnTo>
                    <a:pt x="451530" y="184933"/>
                  </a:lnTo>
                  <a:lnTo>
                    <a:pt x="453451" y="177182"/>
                  </a:lnTo>
                  <a:lnTo>
                    <a:pt x="455373" y="169100"/>
                  </a:lnTo>
                  <a:lnTo>
                    <a:pt x="457294" y="160706"/>
                  </a:lnTo>
                  <a:lnTo>
                    <a:pt x="459215" y="152024"/>
                  </a:lnTo>
                  <a:lnTo>
                    <a:pt x="461137" y="143084"/>
                  </a:lnTo>
                  <a:lnTo>
                    <a:pt x="463058" y="133917"/>
                  </a:lnTo>
                  <a:lnTo>
                    <a:pt x="464980" y="124549"/>
                  </a:lnTo>
                  <a:lnTo>
                    <a:pt x="466901" y="115066"/>
                  </a:lnTo>
                  <a:lnTo>
                    <a:pt x="468822" y="105523"/>
                  </a:lnTo>
                  <a:lnTo>
                    <a:pt x="470744" y="95977"/>
                  </a:lnTo>
                  <a:lnTo>
                    <a:pt x="472665" y="86491"/>
                  </a:lnTo>
                  <a:lnTo>
                    <a:pt x="474587" y="77130"/>
                  </a:lnTo>
                  <a:lnTo>
                    <a:pt x="476508" y="67962"/>
                  </a:lnTo>
                  <a:lnTo>
                    <a:pt x="478429" y="59115"/>
                  </a:lnTo>
                  <a:lnTo>
                    <a:pt x="480351" y="50646"/>
                  </a:lnTo>
                  <a:lnTo>
                    <a:pt x="482272" y="42617"/>
                  </a:lnTo>
                  <a:lnTo>
                    <a:pt x="484194" y="35095"/>
                  </a:lnTo>
                  <a:lnTo>
                    <a:pt x="486115" y="28146"/>
                  </a:lnTo>
                  <a:lnTo>
                    <a:pt x="488036" y="21829"/>
                  </a:lnTo>
                  <a:lnTo>
                    <a:pt x="489958" y="16202"/>
                  </a:lnTo>
                  <a:lnTo>
                    <a:pt x="491879" y="11386"/>
                  </a:lnTo>
                  <a:lnTo>
                    <a:pt x="493801" y="7435"/>
                  </a:lnTo>
                  <a:lnTo>
                    <a:pt x="495722" y="4307"/>
                  </a:lnTo>
                  <a:lnTo>
                    <a:pt x="497643" y="2019"/>
                  </a:lnTo>
                  <a:lnTo>
                    <a:pt x="499565" y="583"/>
                  </a:lnTo>
                  <a:lnTo>
                    <a:pt x="501486" y="0"/>
                  </a:lnTo>
                  <a:lnTo>
                    <a:pt x="503408" y="262"/>
                  </a:lnTo>
                  <a:lnTo>
                    <a:pt x="505329" y="1384"/>
                  </a:lnTo>
                  <a:lnTo>
                    <a:pt x="507250" y="3429"/>
                  </a:lnTo>
                  <a:lnTo>
                    <a:pt x="509172" y="6234"/>
                  </a:lnTo>
                  <a:lnTo>
                    <a:pt x="511093" y="9759"/>
                  </a:lnTo>
                  <a:lnTo>
                    <a:pt x="513015" y="13960"/>
                  </a:lnTo>
                  <a:lnTo>
                    <a:pt x="514936" y="18788"/>
                  </a:lnTo>
                  <a:lnTo>
                    <a:pt x="516858" y="24193"/>
                  </a:lnTo>
                  <a:lnTo>
                    <a:pt x="518779" y="30122"/>
                  </a:lnTo>
                  <a:lnTo>
                    <a:pt x="520700" y="36585"/>
                  </a:lnTo>
                  <a:lnTo>
                    <a:pt x="522622" y="43450"/>
                  </a:lnTo>
                  <a:lnTo>
                    <a:pt x="524543" y="50653"/>
                  </a:lnTo>
                  <a:lnTo>
                    <a:pt x="526465" y="58142"/>
                  </a:lnTo>
                  <a:lnTo>
                    <a:pt x="528386" y="65869"/>
                  </a:lnTo>
                  <a:lnTo>
                    <a:pt x="530307" y="73785"/>
                  </a:lnTo>
                  <a:lnTo>
                    <a:pt x="532229" y="81848"/>
                  </a:lnTo>
                  <a:lnTo>
                    <a:pt x="534150" y="90019"/>
                  </a:lnTo>
                  <a:lnTo>
                    <a:pt x="536072" y="98248"/>
                  </a:lnTo>
                  <a:lnTo>
                    <a:pt x="537993" y="106491"/>
                  </a:lnTo>
                  <a:lnTo>
                    <a:pt x="539914" y="114718"/>
                  </a:lnTo>
                  <a:lnTo>
                    <a:pt x="541836" y="122901"/>
                  </a:lnTo>
                  <a:lnTo>
                    <a:pt x="543757" y="131013"/>
                  </a:lnTo>
                  <a:lnTo>
                    <a:pt x="545679" y="139032"/>
                  </a:lnTo>
                  <a:lnTo>
                    <a:pt x="547600" y="146928"/>
                  </a:lnTo>
                  <a:lnTo>
                    <a:pt x="549521" y="154663"/>
                  </a:lnTo>
                  <a:lnTo>
                    <a:pt x="551443" y="162239"/>
                  </a:lnTo>
                  <a:lnTo>
                    <a:pt x="553364" y="169640"/>
                  </a:lnTo>
                  <a:lnTo>
                    <a:pt x="555286" y="176853"/>
                  </a:lnTo>
                  <a:lnTo>
                    <a:pt x="557207" y="183865"/>
                  </a:lnTo>
                  <a:lnTo>
                    <a:pt x="559128" y="190666"/>
                  </a:lnTo>
                  <a:lnTo>
                    <a:pt x="561050" y="197246"/>
                  </a:lnTo>
                  <a:lnTo>
                    <a:pt x="562971" y="203556"/>
                  </a:lnTo>
                  <a:lnTo>
                    <a:pt x="564893" y="209626"/>
                  </a:lnTo>
                  <a:lnTo>
                    <a:pt x="566814" y="215453"/>
                  </a:lnTo>
                  <a:lnTo>
                    <a:pt x="568735" y="221034"/>
                  </a:lnTo>
                  <a:lnTo>
                    <a:pt x="570657" y="226369"/>
                  </a:lnTo>
                  <a:lnTo>
                    <a:pt x="572578" y="231456"/>
                  </a:lnTo>
                  <a:lnTo>
                    <a:pt x="574500" y="236296"/>
                  </a:lnTo>
                  <a:lnTo>
                    <a:pt x="576421" y="240863"/>
                  </a:lnTo>
                  <a:lnTo>
                    <a:pt x="578342" y="245171"/>
                  </a:lnTo>
                  <a:lnTo>
                    <a:pt x="580264" y="249244"/>
                  </a:lnTo>
                  <a:lnTo>
                    <a:pt x="582185" y="253087"/>
                  </a:lnTo>
                  <a:lnTo>
                    <a:pt x="584107" y="256707"/>
                  </a:lnTo>
                  <a:lnTo>
                    <a:pt x="586028" y="260109"/>
                  </a:lnTo>
                  <a:lnTo>
                    <a:pt x="587950" y="263302"/>
                  </a:lnTo>
                  <a:lnTo>
                    <a:pt x="589871" y="266281"/>
                  </a:lnTo>
                  <a:lnTo>
                    <a:pt x="591792" y="269043"/>
                  </a:lnTo>
                  <a:lnTo>
                    <a:pt x="593714" y="271622"/>
                  </a:lnTo>
                  <a:lnTo>
                    <a:pt x="595635" y="274026"/>
                  </a:lnTo>
                  <a:lnTo>
                    <a:pt x="597557" y="276262"/>
                  </a:lnTo>
                  <a:lnTo>
                    <a:pt x="599478" y="278339"/>
                  </a:lnTo>
                  <a:lnTo>
                    <a:pt x="601399" y="280263"/>
                  </a:lnTo>
                  <a:lnTo>
                    <a:pt x="603321" y="282044"/>
                  </a:lnTo>
                  <a:lnTo>
                    <a:pt x="605242" y="283664"/>
                  </a:lnTo>
                  <a:lnTo>
                    <a:pt x="607164" y="285157"/>
                  </a:lnTo>
                  <a:lnTo>
                    <a:pt x="609085" y="286532"/>
                  </a:lnTo>
                  <a:lnTo>
                    <a:pt x="611006" y="287794"/>
                  </a:lnTo>
                  <a:lnTo>
                    <a:pt x="612928" y="288952"/>
                  </a:lnTo>
                  <a:lnTo>
                    <a:pt x="614849" y="290013"/>
                  </a:lnTo>
                  <a:lnTo>
                    <a:pt x="616771" y="290985"/>
                  </a:lnTo>
                  <a:lnTo>
                    <a:pt x="618692" y="291864"/>
                  </a:lnTo>
                  <a:lnTo>
                    <a:pt x="620613" y="292667"/>
                  </a:lnTo>
                  <a:lnTo>
                    <a:pt x="622535" y="293404"/>
                  </a:lnTo>
                  <a:lnTo>
                    <a:pt x="624456" y="294084"/>
                  </a:lnTo>
                  <a:lnTo>
                    <a:pt x="626378" y="294711"/>
                  </a:lnTo>
                  <a:lnTo>
                    <a:pt x="628299" y="295294"/>
                  </a:lnTo>
                  <a:lnTo>
                    <a:pt x="630220" y="295836"/>
                  </a:lnTo>
                  <a:lnTo>
                    <a:pt x="632142" y="296342"/>
                  </a:lnTo>
                  <a:lnTo>
                    <a:pt x="634063" y="296815"/>
                  </a:lnTo>
                  <a:lnTo>
                    <a:pt x="635985" y="297264"/>
                  </a:lnTo>
                  <a:lnTo>
                    <a:pt x="637906" y="297692"/>
                  </a:lnTo>
                  <a:lnTo>
                    <a:pt x="639827" y="298100"/>
                  </a:lnTo>
                  <a:lnTo>
                    <a:pt x="641749" y="298491"/>
                  </a:lnTo>
                  <a:lnTo>
                    <a:pt x="643670" y="298866"/>
                  </a:lnTo>
                  <a:lnTo>
                    <a:pt x="645592" y="299224"/>
                  </a:lnTo>
                  <a:lnTo>
                    <a:pt x="647513" y="299564"/>
                  </a:lnTo>
                  <a:lnTo>
                    <a:pt x="649434" y="299888"/>
                  </a:lnTo>
                  <a:lnTo>
                    <a:pt x="651356" y="300194"/>
                  </a:lnTo>
                  <a:lnTo>
                    <a:pt x="653277" y="300483"/>
                  </a:lnTo>
                  <a:lnTo>
                    <a:pt x="655199" y="300752"/>
                  </a:lnTo>
                  <a:lnTo>
                    <a:pt x="657120" y="301001"/>
                  </a:lnTo>
                  <a:lnTo>
                    <a:pt x="659042" y="301229"/>
                  </a:lnTo>
                  <a:lnTo>
                    <a:pt x="660963" y="301431"/>
                  </a:lnTo>
                  <a:lnTo>
                    <a:pt x="662884" y="301608"/>
                  </a:lnTo>
                  <a:lnTo>
                    <a:pt x="664806" y="301761"/>
                  </a:lnTo>
                  <a:lnTo>
                    <a:pt x="666727" y="301890"/>
                  </a:lnTo>
                  <a:lnTo>
                    <a:pt x="668649" y="301995"/>
                  </a:lnTo>
                  <a:lnTo>
                    <a:pt x="670570" y="302075"/>
                  </a:lnTo>
                  <a:lnTo>
                    <a:pt x="672491" y="302131"/>
                  </a:lnTo>
                  <a:lnTo>
                    <a:pt x="674413" y="302163"/>
                  </a:lnTo>
                  <a:lnTo>
                    <a:pt x="676334" y="302170"/>
                  </a:lnTo>
                  <a:lnTo>
                    <a:pt x="678256" y="302158"/>
                  </a:lnTo>
                  <a:lnTo>
                    <a:pt x="680177" y="302127"/>
                  </a:lnTo>
                  <a:lnTo>
                    <a:pt x="682098" y="302081"/>
                  </a:lnTo>
                  <a:lnTo>
                    <a:pt x="684020" y="302021"/>
                  </a:lnTo>
                  <a:lnTo>
                    <a:pt x="685941" y="301949"/>
                  </a:lnTo>
                  <a:lnTo>
                    <a:pt x="687863" y="301869"/>
                  </a:lnTo>
                  <a:lnTo>
                    <a:pt x="689784" y="301783"/>
                  </a:lnTo>
                  <a:lnTo>
                    <a:pt x="691705" y="301696"/>
                  </a:lnTo>
                  <a:lnTo>
                    <a:pt x="693627" y="301610"/>
                  </a:lnTo>
                  <a:lnTo>
                    <a:pt x="695548" y="301529"/>
                  </a:lnTo>
                  <a:lnTo>
                    <a:pt x="697470" y="301455"/>
                  </a:lnTo>
                  <a:lnTo>
                    <a:pt x="699391" y="301390"/>
                  </a:lnTo>
                  <a:lnTo>
                    <a:pt x="701312" y="301337"/>
                  </a:lnTo>
                  <a:lnTo>
                    <a:pt x="703234" y="301300"/>
                  </a:lnTo>
                  <a:lnTo>
                    <a:pt x="705155" y="301279"/>
                  </a:lnTo>
                  <a:lnTo>
                    <a:pt x="707077" y="301275"/>
                  </a:lnTo>
                  <a:lnTo>
                    <a:pt x="708998" y="301286"/>
                  </a:lnTo>
                  <a:lnTo>
                    <a:pt x="710919" y="301314"/>
                  </a:lnTo>
                  <a:lnTo>
                    <a:pt x="712841" y="301357"/>
                  </a:lnTo>
                  <a:lnTo>
                    <a:pt x="714762" y="301414"/>
                  </a:lnTo>
                  <a:lnTo>
                    <a:pt x="716684" y="301484"/>
                  </a:lnTo>
                  <a:lnTo>
                    <a:pt x="718605" y="301565"/>
                  </a:lnTo>
                  <a:lnTo>
                    <a:pt x="720526" y="301653"/>
                  </a:lnTo>
                  <a:lnTo>
                    <a:pt x="722448" y="301745"/>
                  </a:lnTo>
                  <a:lnTo>
                    <a:pt x="724369" y="301840"/>
                  </a:lnTo>
                  <a:lnTo>
                    <a:pt x="726291" y="301934"/>
                  </a:lnTo>
                  <a:lnTo>
                    <a:pt x="728212" y="302026"/>
                  </a:lnTo>
                  <a:lnTo>
                    <a:pt x="730134" y="302113"/>
                  </a:lnTo>
                  <a:lnTo>
                    <a:pt x="732055" y="302192"/>
                  </a:lnTo>
                  <a:lnTo>
                    <a:pt x="733976" y="302262"/>
                  </a:lnTo>
                  <a:lnTo>
                    <a:pt x="735898" y="302322"/>
                  </a:lnTo>
                  <a:lnTo>
                    <a:pt x="737819" y="302373"/>
                  </a:lnTo>
                  <a:lnTo>
                    <a:pt x="739741" y="302412"/>
                  </a:lnTo>
                  <a:lnTo>
                    <a:pt x="741662" y="302440"/>
                  </a:lnTo>
                  <a:lnTo>
                    <a:pt x="743583" y="302456"/>
                  </a:lnTo>
                  <a:lnTo>
                    <a:pt x="745505" y="302458"/>
                  </a:lnTo>
                  <a:lnTo>
                    <a:pt x="747426" y="302448"/>
                  </a:lnTo>
                  <a:lnTo>
                    <a:pt x="749348" y="302426"/>
                  </a:lnTo>
                  <a:lnTo>
                    <a:pt x="751269" y="302391"/>
                  </a:lnTo>
                  <a:lnTo>
                    <a:pt x="753190" y="302344"/>
                  </a:lnTo>
                  <a:lnTo>
                    <a:pt x="755112" y="302283"/>
                  </a:lnTo>
                  <a:lnTo>
                    <a:pt x="757033" y="302209"/>
                  </a:lnTo>
                  <a:lnTo>
                    <a:pt x="758955" y="302119"/>
                  </a:lnTo>
                  <a:lnTo>
                    <a:pt x="760876" y="302013"/>
                  </a:lnTo>
                  <a:lnTo>
                    <a:pt x="762797" y="301892"/>
                  </a:lnTo>
                  <a:lnTo>
                    <a:pt x="764719" y="301755"/>
                  </a:lnTo>
                  <a:lnTo>
                    <a:pt x="766640" y="301603"/>
                  </a:lnTo>
                  <a:lnTo>
                    <a:pt x="768562" y="301437"/>
                  </a:lnTo>
                  <a:lnTo>
                    <a:pt x="770483" y="301257"/>
                  </a:lnTo>
                  <a:lnTo>
                    <a:pt x="772404" y="301065"/>
                  </a:lnTo>
                  <a:lnTo>
                    <a:pt x="774326" y="300863"/>
                  </a:lnTo>
                  <a:lnTo>
                    <a:pt x="776247" y="300653"/>
                  </a:lnTo>
                  <a:lnTo>
                    <a:pt x="778169" y="300441"/>
                  </a:lnTo>
                  <a:lnTo>
                    <a:pt x="780090" y="300230"/>
                  </a:lnTo>
                  <a:lnTo>
                    <a:pt x="782011" y="300023"/>
                  </a:lnTo>
                  <a:lnTo>
                    <a:pt x="783933" y="299825"/>
                  </a:lnTo>
                  <a:lnTo>
                    <a:pt x="785854" y="299639"/>
                  </a:lnTo>
                  <a:lnTo>
                    <a:pt x="787776" y="299474"/>
                  </a:lnTo>
                  <a:lnTo>
                    <a:pt x="789697" y="299331"/>
                  </a:lnTo>
                  <a:lnTo>
                    <a:pt x="791618" y="299214"/>
                  </a:lnTo>
                  <a:lnTo>
                    <a:pt x="793540" y="299124"/>
                  </a:lnTo>
                  <a:lnTo>
                    <a:pt x="795461" y="299065"/>
                  </a:lnTo>
                  <a:lnTo>
                    <a:pt x="797383" y="299038"/>
                  </a:lnTo>
                  <a:lnTo>
                    <a:pt x="799304" y="299044"/>
                  </a:lnTo>
                  <a:lnTo>
                    <a:pt x="801226" y="299085"/>
                  </a:lnTo>
                  <a:lnTo>
                    <a:pt x="803147" y="299160"/>
                  </a:lnTo>
                  <a:lnTo>
                    <a:pt x="805068" y="299265"/>
                  </a:lnTo>
                  <a:lnTo>
                    <a:pt x="806990" y="299396"/>
                  </a:lnTo>
                  <a:lnTo>
                    <a:pt x="808911" y="299551"/>
                  </a:lnTo>
                  <a:lnTo>
                    <a:pt x="810833" y="299727"/>
                  </a:lnTo>
                  <a:lnTo>
                    <a:pt x="812754" y="299919"/>
                  </a:lnTo>
                  <a:lnTo>
                    <a:pt x="814675" y="300125"/>
                  </a:lnTo>
                  <a:lnTo>
                    <a:pt x="816597" y="300340"/>
                  </a:lnTo>
                  <a:lnTo>
                    <a:pt x="818518" y="300557"/>
                  </a:lnTo>
                  <a:lnTo>
                    <a:pt x="820440" y="300774"/>
                  </a:lnTo>
                  <a:lnTo>
                    <a:pt x="822361" y="300987"/>
                  </a:lnTo>
                  <a:lnTo>
                    <a:pt x="824282" y="301193"/>
                  </a:lnTo>
                  <a:lnTo>
                    <a:pt x="826204" y="301389"/>
                  </a:lnTo>
                  <a:lnTo>
                    <a:pt x="828125" y="301573"/>
                  </a:lnTo>
                  <a:lnTo>
                    <a:pt x="830047" y="301741"/>
                  </a:lnTo>
                  <a:lnTo>
                    <a:pt x="831968" y="301892"/>
                  </a:lnTo>
                  <a:lnTo>
                    <a:pt x="833889" y="302027"/>
                  </a:lnTo>
                  <a:lnTo>
                    <a:pt x="835811" y="302145"/>
                  </a:lnTo>
                  <a:lnTo>
                    <a:pt x="837732" y="302247"/>
                  </a:lnTo>
                  <a:lnTo>
                    <a:pt x="839654" y="302333"/>
                  </a:lnTo>
                  <a:lnTo>
                    <a:pt x="841575" y="302404"/>
                  </a:lnTo>
                  <a:lnTo>
                    <a:pt x="843496" y="302459"/>
                  </a:lnTo>
                  <a:lnTo>
                    <a:pt x="845418" y="302500"/>
                  </a:lnTo>
                  <a:lnTo>
                    <a:pt x="847339" y="302530"/>
                  </a:lnTo>
                  <a:lnTo>
                    <a:pt x="849261" y="302548"/>
                  </a:lnTo>
                  <a:lnTo>
                    <a:pt x="851182" y="302558"/>
                  </a:lnTo>
                  <a:lnTo>
                    <a:pt x="853103" y="302559"/>
                  </a:lnTo>
                  <a:lnTo>
                    <a:pt x="855025" y="302552"/>
                  </a:lnTo>
                  <a:lnTo>
                    <a:pt x="856946" y="302538"/>
                  </a:lnTo>
                  <a:lnTo>
                    <a:pt x="858868" y="302517"/>
                  </a:lnTo>
                  <a:lnTo>
                    <a:pt x="860789" y="302490"/>
                  </a:lnTo>
                  <a:lnTo>
                    <a:pt x="862710" y="302458"/>
                  </a:lnTo>
                  <a:lnTo>
                    <a:pt x="864632" y="302421"/>
                  </a:lnTo>
                  <a:lnTo>
                    <a:pt x="866553" y="302379"/>
                  </a:lnTo>
                  <a:lnTo>
                    <a:pt x="868475" y="302333"/>
                  </a:lnTo>
                  <a:lnTo>
                    <a:pt x="870396" y="302282"/>
                  </a:lnTo>
                  <a:lnTo>
                    <a:pt x="872318" y="302228"/>
                  </a:lnTo>
                  <a:lnTo>
                    <a:pt x="874239" y="302171"/>
                  </a:lnTo>
                  <a:lnTo>
                    <a:pt x="876160" y="302112"/>
                  </a:lnTo>
                  <a:lnTo>
                    <a:pt x="878082" y="302051"/>
                  </a:lnTo>
                  <a:lnTo>
                    <a:pt x="880003" y="301990"/>
                  </a:lnTo>
                  <a:lnTo>
                    <a:pt x="881925" y="301928"/>
                  </a:lnTo>
                  <a:lnTo>
                    <a:pt x="883846" y="301867"/>
                  </a:lnTo>
                  <a:lnTo>
                    <a:pt x="885767" y="301806"/>
                  </a:lnTo>
                  <a:lnTo>
                    <a:pt x="887689" y="301747"/>
                  </a:lnTo>
                  <a:lnTo>
                    <a:pt x="889610" y="301688"/>
                  </a:lnTo>
                  <a:lnTo>
                    <a:pt x="891532" y="301629"/>
                  </a:lnTo>
                  <a:lnTo>
                    <a:pt x="893453" y="301570"/>
                  </a:lnTo>
                  <a:lnTo>
                    <a:pt x="895374" y="301511"/>
                  </a:lnTo>
                  <a:lnTo>
                    <a:pt x="897296" y="301450"/>
                  </a:lnTo>
                  <a:lnTo>
                    <a:pt x="899217" y="301385"/>
                  </a:lnTo>
                  <a:lnTo>
                    <a:pt x="901139" y="301317"/>
                  </a:lnTo>
                  <a:lnTo>
                    <a:pt x="903060" y="301243"/>
                  </a:lnTo>
                  <a:lnTo>
                    <a:pt x="904981" y="301164"/>
                  </a:lnTo>
                  <a:lnTo>
                    <a:pt x="906903" y="301078"/>
                  </a:lnTo>
                  <a:lnTo>
                    <a:pt x="908824" y="300987"/>
                  </a:lnTo>
                  <a:lnTo>
                    <a:pt x="910746" y="300888"/>
                  </a:lnTo>
                  <a:lnTo>
                    <a:pt x="912667" y="300784"/>
                  </a:lnTo>
                  <a:lnTo>
                    <a:pt x="914588" y="300675"/>
                  </a:lnTo>
                  <a:lnTo>
                    <a:pt x="916510" y="300562"/>
                  </a:lnTo>
                  <a:lnTo>
                    <a:pt x="918431" y="300447"/>
                  </a:lnTo>
                  <a:lnTo>
                    <a:pt x="920353" y="300332"/>
                  </a:lnTo>
                  <a:lnTo>
                    <a:pt x="922274" y="300219"/>
                  </a:lnTo>
                  <a:lnTo>
                    <a:pt x="924195" y="300109"/>
                  </a:lnTo>
                  <a:lnTo>
                    <a:pt x="926117" y="300005"/>
                  </a:lnTo>
                  <a:lnTo>
                    <a:pt x="928038" y="299910"/>
                  </a:lnTo>
                  <a:lnTo>
                    <a:pt x="929960" y="299824"/>
                  </a:lnTo>
                  <a:lnTo>
                    <a:pt x="931881" y="299750"/>
                  </a:lnTo>
                  <a:lnTo>
                    <a:pt x="933802" y="299688"/>
                  </a:lnTo>
                  <a:lnTo>
                    <a:pt x="935724" y="299638"/>
                  </a:lnTo>
                  <a:lnTo>
                    <a:pt x="937645" y="299603"/>
                  </a:lnTo>
                  <a:lnTo>
                    <a:pt x="939567" y="299581"/>
                  </a:lnTo>
                  <a:lnTo>
                    <a:pt x="941488" y="299574"/>
                  </a:lnTo>
                  <a:lnTo>
                    <a:pt x="943410" y="299584"/>
                  </a:lnTo>
                  <a:lnTo>
                    <a:pt x="945331" y="299607"/>
                  </a:lnTo>
                  <a:lnTo>
                    <a:pt x="947252" y="299646"/>
                  </a:lnTo>
                  <a:lnTo>
                    <a:pt x="949174" y="299698"/>
                  </a:lnTo>
                  <a:lnTo>
                    <a:pt x="951095" y="299765"/>
                  </a:lnTo>
                  <a:lnTo>
                    <a:pt x="953017" y="299847"/>
                  </a:lnTo>
                  <a:lnTo>
                    <a:pt x="954938" y="299944"/>
                  </a:lnTo>
                  <a:lnTo>
                    <a:pt x="956859" y="300059"/>
                  </a:lnTo>
                  <a:lnTo>
                    <a:pt x="958781" y="300191"/>
                  </a:lnTo>
                  <a:lnTo>
                    <a:pt x="960702" y="300338"/>
                  </a:lnTo>
                  <a:lnTo>
                    <a:pt x="962624" y="300503"/>
                  </a:lnTo>
                  <a:lnTo>
                    <a:pt x="964545" y="300685"/>
                  </a:lnTo>
                  <a:lnTo>
                    <a:pt x="966466" y="300885"/>
                  </a:lnTo>
                  <a:lnTo>
                    <a:pt x="968388" y="301102"/>
                  </a:lnTo>
                  <a:lnTo>
                    <a:pt x="970309" y="301339"/>
                  </a:lnTo>
                  <a:lnTo>
                    <a:pt x="972231" y="301593"/>
                  </a:lnTo>
                  <a:lnTo>
                    <a:pt x="974152" y="301861"/>
                  </a:lnTo>
                  <a:lnTo>
                    <a:pt x="976073" y="302143"/>
                  </a:lnTo>
                  <a:lnTo>
                    <a:pt x="977995" y="302435"/>
                  </a:lnTo>
                  <a:lnTo>
                    <a:pt x="979916" y="302737"/>
                  </a:lnTo>
                  <a:lnTo>
                    <a:pt x="981838" y="303045"/>
                  </a:lnTo>
                </a:path>
              </a:pathLst>
            </a:custGeom>
            <a:ln w="27101" cap="flat">
              <a:solidFill>
                <a:srgbClr val="E8C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029362" y="5802644"/>
              <a:ext cx="981838" cy="180778"/>
            </a:xfrm>
            <a:custGeom>
              <a:avLst/>
              <a:pathLst>
                <a:path w="981838" h="180778">
                  <a:moveTo>
                    <a:pt x="0" y="180775"/>
                  </a:moveTo>
                  <a:lnTo>
                    <a:pt x="1921" y="180774"/>
                  </a:lnTo>
                  <a:lnTo>
                    <a:pt x="3842" y="180773"/>
                  </a:lnTo>
                  <a:lnTo>
                    <a:pt x="5764" y="180772"/>
                  </a:lnTo>
                  <a:lnTo>
                    <a:pt x="7685" y="180771"/>
                  </a:lnTo>
                  <a:lnTo>
                    <a:pt x="9607" y="180770"/>
                  </a:lnTo>
                  <a:lnTo>
                    <a:pt x="11528" y="180769"/>
                  </a:lnTo>
                  <a:lnTo>
                    <a:pt x="13449" y="180767"/>
                  </a:lnTo>
                  <a:lnTo>
                    <a:pt x="15371" y="180765"/>
                  </a:lnTo>
                  <a:lnTo>
                    <a:pt x="17292" y="180763"/>
                  </a:lnTo>
                  <a:lnTo>
                    <a:pt x="19214" y="180760"/>
                  </a:lnTo>
                  <a:lnTo>
                    <a:pt x="21135" y="180758"/>
                  </a:lnTo>
                  <a:lnTo>
                    <a:pt x="23056" y="180754"/>
                  </a:lnTo>
                  <a:lnTo>
                    <a:pt x="24978" y="180750"/>
                  </a:lnTo>
                  <a:lnTo>
                    <a:pt x="26899" y="180746"/>
                  </a:lnTo>
                  <a:lnTo>
                    <a:pt x="28821" y="180741"/>
                  </a:lnTo>
                  <a:lnTo>
                    <a:pt x="30742" y="180735"/>
                  </a:lnTo>
                  <a:lnTo>
                    <a:pt x="32663" y="180728"/>
                  </a:lnTo>
                  <a:lnTo>
                    <a:pt x="34585" y="180721"/>
                  </a:lnTo>
                  <a:lnTo>
                    <a:pt x="36506" y="180713"/>
                  </a:lnTo>
                  <a:lnTo>
                    <a:pt x="38428" y="180704"/>
                  </a:lnTo>
                  <a:lnTo>
                    <a:pt x="40349" y="180693"/>
                  </a:lnTo>
                  <a:lnTo>
                    <a:pt x="42270" y="180682"/>
                  </a:lnTo>
                  <a:lnTo>
                    <a:pt x="44192" y="180669"/>
                  </a:lnTo>
                  <a:lnTo>
                    <a:pt x="46113" y="180655"/>
                  </a:lnTo>
                  <a:lnTo>
                    <a:pt x="48035" y="180639"/>
                  </a:lnTo>
                  <a:lnTo>
                    <a:pt x="49956" y="180621"/>
                  </a:lnTo>
                  <a:lnTo>
                    <a:pt x="51877" y="180602"/>
                  </a:lnTo>
                  <a:lnTo>
                    <a:pt x="53799" y="180581"/>
                  </a:lnTo>
                  <a:lnTo>
                    <a:pt x="55720" y="180559"/>
                  </a:lnTo>
                  <a:lnTo>
                    <a:pt x="57642" y="180534"/>
                  </a:lnTo>
                  <a:lnTo>
                    <a:pt x="59563" y="180507"/>
                  </a:lnTo>
                  <a:lnTo>
                    <a:pt x="61484" y="180478"/>
                  </a:lnTo>
                  <a:lnTo>
                    <a:pt x="63406" y="180447"/>
                  </a:lnTo>
                  <a:lnTo>
                    <a:pt x="65327" y="180414"/>
                  </a:lnTo>
                  <a:lnTo>
                    <a:pt x="67249" y="180377"/>
                  </a:lnTo>
                  <a:lnTo>
                    <a:pt x="69170" y="180339"/>
                  </a:lnTo>
                  <a:lnTo>
                    <a:pt x="71091" y="180298"/>
                  </a:lnTo>
                  <a:lnTo>
                    <a:pt x="73013" y="180255"/>
                  </a:lnTo>
                  <a:lnTo>
                    <a:pt x="74934" y="180209"/>
                  </a:lnTo>
                  <a:lnTo>
                    <a:pt x="76856" y="180160"/>
                  </a:lnTo>
                  <a:lnTo>
                    <a:pt x="78777" y="180109"/>
                  </a:lnTo>
                  <a:lnTo>
                    <a:pt x="80699" y="180056"/>
                  </a:lnTo>
                  <a:lnTo>
                    <a:pt x="82620" y="180000"/>
                  </a:lnTo>
                  <a:lnTo>
                    <a:pt x="84541" y="179942"/>
                  </a:lnTo>
                  <a:lnTo>
                    <a:pt x="86463" y="179882"/>
                  </a:lnTo>
                  <a:lnTo>
                    <a:pt x="88384" y="179819"/>
                  </a:lnTo>
                  <a:lnTo>
                    <a:pt x="90306" y="179755"/>
                  </a:lnTo>
                  <a:lnTo>
                    <a:pt x="92227" y="179689"/>
                  </a:lnTo>
                  <a:lnTo>
                    <a:pt x="94148" y="179622"/>
                  </a:lnTo>
                  <a:lnTo>
                    <a:pt x="96070" y="179553"/>
                  </a:lnTo>
                  <a:lnTo>
                    <a:pt x="97991" y="179483"/>
                  </a:lnTo>
                  <a:lnTo>
                    <a:pt x="99913" y="179412"/>
                  </a:lnTo>
                  <a:lnTo>
                    <a:pt x="101834" y="179341"/>
                  </a:lnTo>
                  <a:lnTo>
                    <a:pt x="103755" y="179269"/>
                  </a:lnTo>
                  <a:lnTo>
                    <a:pt x="105677" y="179197"/>
                  </a:lnTo>
                  <a:lnTo>
                    <a:pt x="107598" y="179125"/>
                  </a:lnTo>
                  <a:lnTo>
                    <a:pt x="109520" y="179053"/>
                  </a:lnTo>
                  <a:lnTo>
                    <a:pt x="111441" y="178982"/>
                  </a:lnTo>
                  <a:lnTo>
                    <a:pt x="113362" y="178913"/>
                  </a:lnTo>
                  <a:lnTo>
                    <a:pt x="115284" y="178844"/>
                  </a:lnTo>
                  <a:lnTo>
                    <a:pt x="117205" y="178777"/>
                  </a:lnTo>
                  <a:lnTo>
                    <a:pt x="119127" y="178712"/>
                  </a:lnTo>
                  <a:lnTo>
                    <a:pt x="121048" y="178649"/>
                  </a:lnTo>
                  <a:lnTo>
                    <a:pt x="122969" y="178588"/>
                  </a:lnTo>
                  <a:lnTo>
                    <a:pt x="124891" y="178529"/>
                  </a:lnTo>
                  <a:lnTo>
                    <a:pt x="126812" y="178474"/>
                  </a:lnTo>
                  <a:lnTo>
                    <a:pt x="128734" y="178421"/>
                  </a:lnTo>
                  <a:lnTo>
                    <a:pt x="130655" y="178372"/>
                  </a:lnTo>
                  <a:lnTo>
                    <a:pt x="132576" y="178325"/>
                  </a:lnTo>
                  <a:lnTo>
                    <a:pt x="134498" y="178281"/>
                  </a:lnTo>
                  <a:lnTo>
                    <a:pt x="136419" y="178242"/>
                  </a:lnTo>
                  <a:lnTo>
                    <a:pt x="138341" y="178205"/>
                  </a:lnTo>
                  <a:lnTo>
                    <a:pt x="140262" y="178172"/>
                  </a:lnTo>
                  <a:lnTo>
                    <a:pt x="142183" y="178142"/>
                  </a:lnTo>
                  <a:lnTo>
                    <a:pt x="144105" y="178116"/>
                  </a:lnTo>
                  <a:lnTo>
                    <a:pt x="146026" y="178093"/>
                  </a:lnTo>
                  <a:lnTo>
                    <a:pt x="147948" y="178073"/>
                  </a:lnTo>
                  <a:lnTo>
                    <a:pt x="149869" y="178056"/>
                  </a:lnTo>
                  <a:lnTo>
                    <a:pt x="151791" y="178042"/>
                  </a:lnTo>
                  <a:lnTo>
                    <a:pt x="153712" y="178031"/>
                  </a:lnTo>
                  <a:lnTo>
                    <a:pt x="155633" y="178023"/>
                  </a:lnTo>
                  <a:lnTo>
                    <a:pt x="157555" y="178017"/>
                  </a:lnTo>
                  <a:lnTo>
                    <a:pt x="159476" y="178012"/>
                  </a:lnTo>
                  <a:lnTo>
                    <a:pt x="161398" y="178010"/>
                  </a:lnTo>
                  <a:lnTo>
                    <a:pt x="163319" y="178010"/>
                  </a:lnTo>
                  <a:lnTo>
                    <a:pt x="165240" y="178011"/>
                  </a:lnTo>
                  <a:lnTo>
                    <a:pt x="167162" y="178014"/>
                  </a:lnTo>
                  <a:lnTo>
                    <a:pt x="169083" y="178017"/>
                  </a:lnTo>
                  <a:lnTo>
                    <a:pt x="171005" y="178021"/>
                  </a:lnTo>
                  <a:lnTo>
                    <a:pt x="172926" y="178026"/>
                  </a:lnTo>
                  <a:lnTo>
                    <a:pt x="174847" y="178031"/>
                  </a:lnTo>
                  <a:lnTo>
                    <a:pt x="176769" y="178036"/>
                  </a:lnTo>
                  <a:lnTo>
                    <a:pt x="178690" y="178041"/>
                  </a:lnTo>
                  <a:lnTo>
                    <a:pt x="180612" y="178046"/>
                  </a:lnTo>
                  <a:lnTo>
                    <a:pt x="182533" y="178050"/>
                  </a:lnTo>
                  <a:lnTo>
                    <a:pt x="184454" y="178054"/>
                  </a:lnTo>
                  <a:lnTo>
                    <a:pt x="186376" y="178057"/>
                  </a:lnTo>
                  <a:lnTo>
                    <a:pt x="188297" y="178060"/>
                  </a:lnTo>
                  <a:lnTo>
                    <a:pt x="190219" y="178061"/>
                  </a:lnTo>
                  <a:lnTo>
                    <a:pt x="192140" y="178061"/>
                  </a:lnTo>
                  <a:lnTo>
                    <a:pt x="194061" y="178061"/>
                  </a:lnTo>
                  <a:lnTo>
                    <a:pt x="195983" y="178059"/>
                  </a:lnTo>
                  <a:lnTo>
                    <a:pt x="197904" y="178057"/>
                  </a:lnTo>
                  <a:lnTo>
                    <a:pt x="199826" y="178053"/>
                  </a:lnTo>
                  <a:lnTo>
                    <a:pt x="201747" y="178048"/>
                  </a:lnTo>
                  <a:lnTo>
                    <a:pt x="203668" y="178042"/>
                  </a:lnTo>
                  <a:lnTo>
                    <a:pt x="205590" y="178035"/>
                  </a:lnTo>
                  <a:lnTo>
                    <a:pt x="207511" y="178027"/>
                  </a:lnTo>
                  <a:lnTo>
                    <a:pt x="209433" y="178019"/>
                  </a:lnTo>
                  <a:lnTo>
                    <a:pt x="211354" y="178009"/>
                  </a:lnTo>
                  <a:lnTo>
                    <a:pt x="213275" y="177999"/>
                  </a:lnTo>
                  <a:lnTo>
                    <a:pt x="215197" y="177987"/>
                  </a:lnTo>
                  <a:lnTo>
                    <a:pt x="217118" y="177975"/>
                  </a:lnTo>
                  <a:lnTo>
                    <a:pt x="219040" y="177962"/>
                  </a:lnTo>
                  <a:lnTo>
                    <a:pt x="220961" y="177949"/>
                  </a:lnTo>
                  <a:lnTo>
                    <a:pt x="222883" y="177935"/>
                  </a:lnTo>
                  <a:lnTo>
                    <a:pt x="224804" y="177920"/>
                  </a:lnTo>
                  <a:lnTo>
                    <a:pt x="226725" y="177905"/>
                  </a:lnTo>
                  <a:lnTo>
                    <a:pt x="228647" y="177889"/>
                  </a:lnTo>
                  <a:lnTo>
                    <a:pt x="230568" y="177872"/>
                  </a:lnTo>
                  <a:lnTo>
                    <a:pt x="232490" y="177854"/>
                  </a:lnTo>
                  <a:lnTo>
                    <a:pt x="234411" y="177836"/>
                  </a:lnTo>
                  <a:lnTo>
                    <a:pt x="236332" y="177817"/>
                  </a:lnTo>
                  <a:lnTo>
                    <a:pt x="238254" y="177798"/>
                  </a:lnTo>
                  <a:lnTo>
                    <a:pt x="240175" y="177777"/>
                  </a:lnTo>
                  <a:lnTo>
                    <a:pt x="242097" y="177756"/>
                  </a:lnTo>
                  <a:lnTo>
                    <a:pt x="244018" y="177734"/>
                  </a:lnTo>
                  <a:lnTo>
                    <a:pt x="245939" y="177712"/>
                  </a:lnTo>
                  <a:lnTo>
                    <a:pt x="247861" y="177688"/>
                  </a:lnTo>
                  <a:lnTo>
                    <a:pt x="249782" y="177664"/>
                  </a:lnTo>
                  <a:lnTo>
                    <a:pt x="251704" y="177638"/>
                  </a:lnTo>
                  <a:lnTo>
                    <a:pt x="253625" y="177613"/>
                  </a:lnTo>
                  <a:lnTo>
                    <a:pt x="255546" y="177586"/>
                  </a:lnTo>
                  <a:lnTo>
                    <a:pt x="257468" y="177559"/>
                  </a:lnTo>
                  <a:lnTo>
                    <a:pt x="259389" y="177531"/>
                  </a:lnTo>
                  <a:lnTo>
                    <a:pt x="261311" y="177503"/>
                  </a:lnTo>
                  <a:lnTo>
                    <a:pt x="263232" y="177474"/>
                  </a:lnTo>
                  <a:lnTo>
                    <a:pt x="265153" y="177445"/>
                  </a:lnTo>
                  <a:lnTo>
                    <a:pt x="267075" y="177416"/>
                  </a:lnTo>
                  <a:lnTo>
                    <a:pt x="268996" y="177388"/>
                  </a:lnTo>
                  <a:lnTo>
                    <a:pt x="270918" y="177359"/>
                  </a:lnTo>
                  <a:lnTo>
                    <a:pt x="272839" y="177331"/>
                  </a:lnTo>
                  <a:lnTo>
                    <a:pt x="274760" y="177304"/>
                  </a:lnTo>
                  <a:lnTo>
                    <a:pt x="276682" y="177278"/>
                  </a:lnTo>
                  <a:lnTo>
                    <a:pt x="278603" y="177253"/>
                  </a:lnTo>
                  <a:lnTo>
                    <a:pt x="280525" y="177228"/>
                  </a:lnTo>
                  <a:lnTo>
                    <a:pt x="282446" y="177206"/>
                  </a:lnTo>
                  <a:lnTo>
                    <a:pt x="284367" y="177185"/>
                  </a:lnTo>
                  <a:lnTo>
                    <a:pt x="286289" y="177166"/>
                  </a:lnTo>
                  <a:lnTo>
                    <a:pt x="288210" y="177149"/>
                  </a:lnTo>
                  <a:lnTo>
                    <a:pt x="290132" y="177134"/>
                  </a:lnTo>
                  <a:lnTo>
                    <a:pt x="292053" y="177122"/>
                  </a:lnTo>
                  <a:lnTo>
                    <a:pt x="293975" y="177112"/>
                  </a:lnTo>
                  <a:lnTo>
                    <a:pt x="295896" y="177105"/>
                  </a:lnTo>
                  <a:lnTo>
                    <a:pt x="297817" y="177099"/>
                  </a:lnTo>
                  <a:lnTo>
                    <a:pt x="299739" y="177096"/>
                  </a:lnTo>
                  <a:lnTo>
                    <a:pt x="301660" y="177096"/>
                  </a:lnTo>
                  <a:lnTo>
                    <a:pt x="303582" y="177098"/>
                  </a:lnTo>
                  <a:lnTo>
                    <a:pt x="305503" y="177102"/>
                  </a:lnTo>
                  <a:lnTo>
                    <a:pt x="307424" y="177109"/>
                  </a:lnTo>
                  <a:lnTo>
                    <a:pt x="309346" y="177117"/>
                  </a:lnTo>
                  <a:lnTo>
                    <a:pt x="311267" y="177127"/>
                  </a:lnTo>
                  <a:lnTo>
                    <a:pt x="313189" y="177138"/>
                  </a:lnTo>
                  <a:lnTo>
                    <a:pt x="315110" y="177150"/>
                  </a:lnTo>
                  <a:lnTo>
                    <a:pt x="317031" y="177163"/>
                  </a:lnTo>
                  <a:lnTo>
                    <a:pt x="318953" y="177177"/>
                  </a:lnTo>
                  <a:lnTo>
                    <a:pt x="320874" y="177191"/>
                  </a:lnTo>
                  <a:lnTo>
                    <a:pt x="322796" y="177204"/>
                  </a:lnTo>
                  <a:lnTo>
                    <a:pt x="324717" y="177217"/>
                  </a:lnTo>
                  <a:lnTo>
                    <a:pt x="326638" y="177229"/>
                  </a:lnTo>
                  <a:lnTo>
                    <a:pt x="328560" y="177240"/>
                  </a:lnTo>
                  <a:lnTo>
                    <a:pt x="330481" y="177249"/>
                  </a:lnTo>
                  <a:lnTo>
                    <a:pt x="332403" y="177256"/>
                  </a:lnTo>
                  <a:lnTo>
                    <a:pt x="334324" y="177260"/>
                  </a:lnTo>
                  <a:lnTo>
                    <a:pt x="336245" y="177262"/>
                  </a:lnTo>
                  <a:lnTo>
                    <a:pt x="338167" y="177260"/>
                  </a:lnTo>
                  <a:lnTo>
                    <a:pt x="340088" y="177255"/>
                  </a:lnTo>
                  <a:lnTo>
                    <a:pt x="342010" y="177247"/>
                  </a:lnTo>
                  <a:lnTo>
                    <a:pt x="343931" y="177235"/>
                  </a:lnTo>
                  <a:lnTo>
                    <a:pt x="345852" y="177219"/>
                  </a:lnTo>
                  <a:lnTo>
                    <a:pt x="347774" y="177198"/>
                  </a:lnTo>
                  <a:lnTo>
                    <a:pt x="349695" y="177174"/>
                  </a:lnTo>
                  <a:lnTo>
                    <a:pt x="351617" y="177145"/>
                  </a:lnTo>
                  <a:lnTo>
                    <a:pt x="353538" y="177112"/>
                  </a:lnTo>
                  <a:lnTo>
                    <a:pt x="355459" y="177074"/>
                  </a:lnTo>
                  <a:lnTo>
                    <a:pt x="357381" y="177032"/>
                  </a:lnTo>
                  <a:lnTo>
                    <a:pt x="359302" y="176986"/>
                  </a:lnTo>
                  <a:lnTo>
                    <a:pt x="361224" y="176935"/>
                  </a:lnTo>
                  <a:lnTo>
                    <a:pt x="363145" y="176880"/>
                  </a:lnTo>
                  <a:lnTo>
                    <a:pt x="365067" y="176821"/>
                  </a:lnTo>
                  <a:lnTo>
                    <a:pt x="366988" y="176759"/>
                  </a:lnTo>
                  <a:lnTo>
                    <a:pt x="368909" y="176693"/>
                  </a:lnTo>
                  <a:lnTo>
                    <a:pt x="370831" y="176622"/>
                  </a:lnTo>
                  <a:lnTo>
                    <a:pt x="372752" y="176549"/>
                  </a:lnTo>
                  <a:lnTo>
                    <a:pt x="374674" y="176472"/>
                  </a:lnTo>
                  <a:lnTo>
                    <a:pt x="376595" y="176393"/>
                  </a:lnTo>
                  <a:lnTo>
                    <a:pt x="378516" y="176311"/>
                  </a:lnTo>
                  <a:lnTo>
                    <a:pt x="380438" y="176226"/>
                  </a:lnTo>
                  <a:lnTo>
                    <a:pt x="382359" y="176138"/>
                  </a:lnTo>
                  <a:lnTo>
                    <a:pt x="384281" y="176048"/>
                  </a:lnTo>
                  <a:lnTo>
                    <a:pt x="386202" y="175956"/>
                  </a:lnTo>
                  <a:lnTo>
                    <a:pt x="388123" y="175862"/>
                  </a:lnTo>
                  <a:lnTo>
                    <a:pt x="390045" y="175766"/>
                  </a:lnTo>
                  <a:lnTo>
                    <a:pt x="391966" y="175668"/>
                  </a:lnTo>
                  <a:lnTo>
                    <a:pt x="393888" y="175568"/>
                  </a:lnTo>
                  <a:lnTo>
                    <a:pt x="395809" y="175467"/>
                  </a:lnTo>
                  <a:lnTo>
                    <a:pt x="397730" y="175365"/>
                  </a:lnTo>
                  <a:lnTo>
                    <a:pt x="399652" y="175261"/>
                  </a:lnTo>
                  <a:lnTo>
                    <a:pt x="401573" y="175156"/>
                  </a:lnTo>
                  <a:lnTo>
                    <a:pt x="403495" y="175050"/>
                  </a:lnTo>
                  <a:lnTo>
                    <a:pt x="405416" y="174943"/>
                  </a:lnTo>
                  <a:lnTo>
                    <a:pt x="407337" y="174836"/>
                  </a:lnTo>
                  <a:lnTo>
                    <a:pt x="409259" y="174728"/>
                  </a:lnTo>
                  <a:lnTo>
                    <a:pt x="411180" y="174619"/>
                  </a:lnTo>
                  <a:lnTo>
                    <a:pt x="413102" y="174511"/>
                  </a:lnTo>
                  <a:lnTo>
                    <a:pt x="415023" y="174402"/>
                  </a:lnTo>
                  <a:lnTo>
                    <a:pt x="416944" y="174293"/>
                  </a:lnTo>
                  <a:lnTo>
                    <a:pt x="418866" y="174185"/>
                  </a:lnTo>
                  <a:lnTo>
                    <a:pt x="420787" y="174078"/>
                  </a:lnTo>
                  <a:lnTo>
                    <a:pt x="422709" y="173972"/>
                  </a:lnTo>
                  <a:lnTo>
                    <a:pt x="424630" y="173866"/>
                  </a:lnTo>
                  <a:lnTo>
                    <a:pt x="426551" y="173763"/>
                  </a:lnTo>
                  <a:lnTo>
                    <a:pt x="428473" y="173660"/>
                  </a:lnTo>
                  <a:lnTo>
                    <a:pt x="430394" y="173560"/>
                  </a:lnTo>
                  <a:lnTo>
                    <a:pt x="432316" y="173462"/>
                  </a:lnTo>
                  <a:lnTo>
                    <a:pt x="434237" y="173367"/>
                  </a:lnTo>
                  <a:lnTo>
                    <a:pt x="436159" y="173273"/>
                  </a:lnTo>
                  <a:lnTo>
                    <a:pt x="438080" y="173183"/>
                  </a:lnTo>
                  <a:lnTo>
                    <a:pt x="440001" y="173095"/>
                  </a:lnTo>
                  <a:lnTo>
                    <a:pt x="441923" y="173010"/>
                  </a:lnTo>
                  <a:lnTo>
                    <a:pt x="443844" y="172928"/>
                  </a:lnTo>
                  <a:lnTo>
                    <a:pt x="445766" y="172849"/>
                  </a:lnTo>
                  <a:lnTo>
                    <a:pt x="447687" y="172773"/>
                  </a:lnTo>
                  <a:lnTo>
                    <a:pt x="449608" y="172700"/>
                  </a:lnTo>
                  <a:lnTo>
                    <a:pt x="451530" y="172629"/>
                  </a:lnTo>
                  <a:lnTo>
                    <a:pt x="453451" y="172560"/>
                  </a:lnTo>
                  <a:lnTo>
                    <a:pt x="455373" y="172493"/>
                  </a:lnTo>
                  <a:lnTo>
                    <a:pt x="457294" y="172428"/>
                  </a:lnTo>
                  <a:lnTo>
                    <a:pt x="459215" y="172363"/>
                  </a:lnTo>
                  <a:lnTo>
                    <a:pt x="461137" y="172300"/>
                  </a:lnTo>
                  <a:lnTo>
                    <a:pt x="463058" y="172236"/>
                  </a:lnTo>
                  <a:lnTo>
                    <a:pt x="464980" y="172172"/>
                  </a:lnTo>
                  <a:lnTo>
                    <a:pt x="466901" y="172106"/>
                  </a:lnTo>
                  <a:lnTo>
                    <a:pt x="468822" y="172038"/>
                  </a:lnTo>
                  <a:lnTo>
                    <a:pt x="470744" y="171968"/>
                  </a:lnTo>
                  <a:lnTo>
                    <a:pt x="472665" y="171894"/>
                  </a:lnTo>
                  <a:lnTo>
                    <a:pt x="474587" y="171815"/>
                  </a:lnTo>
                  <a:lnTo>
                    <a:pt x="476508" y="171731"/>
                  </a:lnTo>
                  <a:lnTo>
                    <a:pt x="478429" y="171640"/>
                  </a:lnTo>
                  <a:lnTo>
                    <a:pt x="480351" y="171544"/>
                  </a:lnTo>
                  <a:lnTo>
                    <a:pt x="482272" y="171440"/>
                  </a:lnTo>
                  <a:lnTo>
                    <a:pt x="484194" y="171324"/>
                  </a:lnTo>
                  <a:lnTo>
                    <a:pt x="486115" y="171200"/>
                  </a:lnTo>
                  <a:lnTo>
                    <a:pt x="488036" y="171066"/>
                  </a:lnTo>
                  <a:lnTo>
                    <a:pt x="489958" y="170921"/>
                  </a:lnTo>
                  <a:lnTo>
                    <a:pt x="491879" y="170764"/>
                  </a:lnTo>
                  <a:lnTo>
                    <a:pt x="493801" y="170591"/>
                  </a:lnTo>
                  <a:lnTo>
                    <a:pt x="495722" y="170406"/>
                  </a:lnTo>
                  <a:lnTo>
                    <a:pt x="497643" y="170208"/>
                  </a:lnTo>
                  <a:lnTo>
                    <a:pt x="499565" y="169996"/>
                  </a:lnTo>
                  <a:lnTo>
                    <a:pt x="501486" y="169764"/>
                  </a:lnTo>
                  <a:lnTo>
                    <a:pt x="503408" y="169517"/>
                  </a:lnTo>
                  <a:lnTo>
                    <a:pt x="505329" y="169254"/>
                  </a:lnTo>
                  <a:lnTo>
                    <a:pt x="507250" y="168975"/>
                  </a:lnTo>
                  <a:lnTo>
                    <a:pt x="509172" y="168677"/>
                  </a:lnTo>
                  <a:lnTo>
                    <a:pt x="511093" y="168358"/>
                  </a:lnTo>
                  <a:lnTo>
                    <a:pt x="513015" y="168022"/>
                  </a:lnTo>
                  <a:lnTo>
                    <a:pt x="514936" y="167667"/>
                  </a:lnTo>
                  <a:lnTo>
                    <a:pt x="516858" y="167294"/>
                  </a:lnTo>
                  <a:lnTo>
                    <a:pt x="518779" y="166896"/>
                  </a:lnTo>
                  <a:lnTo>
                    <a:pt x="520700" y="166478"/>
                  </a:lnTo>
                  <a:lnTo>
                    <a:pt x="522622" y="166039"/>
                  </a:lnTo>
                  <a:lnTo>
                    <a:pt x="524543" y="165581"/>
                  </a:lnTo>
                  <a:lnTo>
                    <a:pt x="526465" y="165098"/>
                  </a:lnTo>
                  <a:lnTo>
                    <a:pt x="528386" y="164588"/>
                  </a:lnTo>
                  <a:lnTo>
                    <a:pt x="530307" y="164056"/>
                  </a:lnTo>
                  <a:lnTo>
                    <a:pt x="532229" y="163501"/>
                  </a:lnTo>
                  <a:lnTo>
                    <a:pt x="534150" y="162922"/>
                  </a:lnTo>
                  <a:lnTo>
                    <a:pt x="536072" y="162310"/>
                  </a:lnTo>
                  <a:lnTo>
                    <a:pt x="537993" y="161670"/>
                  </a:lnTo>
                  <a:lnTo>
                    <a:pt x="539914" y="161003"/>
                  </a:lnTo>
                  <a:lnTo>
                    <a:pt x="541836" y="160307"/>
                  </a:lnTo>
                  <a:lnTo>
                    <a:pt x="543757" y="159579"/>
                  </a:lnTo>
                  <a:lnTo>
                    <a:pt x="545679" y="158811"/>
                  </a:lnTo>
                  <a:lnTo>
                    <a:pt x="547600" y="158010"/>
                  </a:lnTo>
                  <a:lnTo>
                    <a:pt x="549521" y="157175"/>
                  </a:lnTo>
                  <a:lnTo>
                    <a:pt x="551443" y="156304"/>
                  </a:lnTo>
                  <a:lnTo>
                    <a:pt x="553364" y="155383"/>
                  </a:lnTo>
                  <a:lnTo>
                    <a:pt x="555286" y="154420"/>
                  </a:lnTo>
                  <a:lnTo>
                    <a:pt x="557207" y="153414"/>
                  </a:lnTo>
                  <a:lnTo>
                    <a:pt x="559128" y="152366"/>
                  </a:lnTo>
                  <a:lnTo>
                    <a:pt x="561050" y="151266"/>
                  </a:lnTo>
                  <a:lnTo>
                    <a:pt x="562971" y="150106"/>
                  </a:lnTo>
                  <a:lnTo>
                    <a:pt x="564893" y="148895"/>
                  </a:lnTo>
                  <a:lnTo>
                    <a:pt x="566814" y="147633"/>
                  </a:lnTo>
                  <a:lnTo>
                    <a:pt x="568735" y="146317"/>
                  </a:lnTo>
                  <a:lnTo>
                    <a:pt x="570657" y="144927"/>
                  </a:lnTo>
                  <a:lnTo>
                    <a:pt x="572578" y="143474"/>
                  </a:lnTo>
                  <a:lnTo>
                    <a:pt x="574500" y="141962"/>
                  </a:lnTo>
                  <a:lnTo>
                    <a:pt x="576421" y="140388"/>
                  </a:lnTo>
                  <a:lnTo>
                    <a:pt x="578342" y="138744"/>
                  </a:lnTo>
                  <a:lnTo>
                    <a:pt x="580264" y="137017"/>
                  </a:lnTo>
                  <a:lnTo>
                    <a:pt x="582185" y="135223"/>
                  </a:lnTo>
                  <a:lnTo>
                    <a:pt x="584107" y="133363"/>
                  </a:lnTo>
                  <a:lnTo>
                    <a:pt x="586028" y="131435"/>
                  </a:lnTo>
                  <a:lnTo>
                    <a:pt x="587950" y="129417"/>
                  </a:lnTo>
                  <a:lnTo>
                    <a:pt x="589871" y="127324"/>
                  </a:lnTo>
                  <a:lnTo>
                    <a:pt x="591792" y="125162"/>
                  </a:lnTo>
                  <a:lnTo>
                    <a:pt x="593714" y="122931"/>
                  </a:lnTo>
                  <a:lnTo>
                    <a:pt x="595635" y="120625"/>
                  </a:lnTo>
                  <a:lnTo>
                    <a:pt x="597557" y="118230"/>
                  </a:lnTo>
                  <a:lnTo>
                    <a:pt x="599478" y="115769"/>
                  </a:lnTo>
                  <a:lnTo>
                    <a:pt x="601399" y="113242"/>
                  </a:lnTo>
                  <a:lnTo>
                    <a:pt x="603321" y="110651"/>
                  </a:lnTo>
                  <a:lnTo>
                    <a:pt x="605242" y="107981"/>
                  </a:lnTo>
                  <a:lnTo>
                    <a:pt x="607164" y="105245"/>
                  </a:lnTo>
                  <a:lnTo>
                    <a:pt x="609085" y="102452"/>
                  </a:lnTo>
                  <a:lnTo>
                    <a:pt x="611006" y="99606"/>
                  </a:lnTo>
                  <a:lnTo>
                    <a:pt x="612928" y="96704"/>
                  </a:lnTo>
                  <a:lnTo>
                    <a:pt x="614849" y="93740"/>
                  </a:lnTo>
                  <a:lnTo>
                    <a:pt x="616771" y="90734"/>
                  </a:lnTo>
                  <a:lnTo>
                    <a:pt x="618692" y="87689"/>
                  </a:lnTo>
                  <a:lnTo>
                    <a:pt x="620613" y="84609"/>
                  </a:lnTo>
                  <a:lnTo>
                    <a:pt x="622535" y="81490"/>
                  </a:lnTo>
                  <a:lnTo>
                    <a:pt x="624456" y="78344"/>
                  </a:lnTo>
                  <a:lnTo>
                    <a:pt x="626378" y="75179"/>
                  </a:lnTo>
                  <a:lnTo>
                    <a:pt x="628299" y="71999"/>
                  </a:lnTo>
                  <a:lnTo>
                    <a:pt x="630220" y="68807"/>
                  </a:lnTo>
                  <a:lnTo>
                    <a:pt x="632142" y="65612"/>
                  </a:lnTo>
                  <a:lnTo>
                    <a:pt x="634063" y="62421"/>
                  </a:lnTo>
                  <a:lnTo>
                    <a:pt x="635985" y="59238"/>
                  </a:lnTo>
                  <a:lnTo>
                    <a:pt x="637906" y="56069"/>
                  </a:lnTo>
                  <a:lnTo>
                    <a:pt x="639827" y="52926"/>
                  </a:lnTo>
                  <a:lnTo>
                    <a:pt x="641749" y="49814"/>
                  </a:lnTo>
                  <a:lnTo>
                    <a:pt x="643670" y="46737"/>
                  </a:lnTo>
                  <a:lnTo>
                    <a:pt x="645592" y="43700"/>
                  </a:lnTo>
                  <a:lnTo>
                    <a:pt x="647513" y="40709"/>
                  </a:lnTo>
                  <a:lnTo>
                    <a:pt x="649434" y="37789"/>
                  </a:lnTo>
                  <a:lnTo>
                    <a:pt x="651356" y="34931"/>
                  </a:lnTo>
                  <a:lnTo>
                    <a:pt x="653277" y="32137"/>
                  </a:lnTo>
                  <a:lnTo>
                    <a:pt x="655199" y="29414"/>
                  </a:lnTo>
                  <a:lnTo>
                    <a:pt x="657120" y="26786"/>
                  </a:lnTo>
                  <a:lnTo>
                    <a:pt x="659042" y="24256"/>
                  </a:lnTo>
                  <a:lnTo>
                    <a:pt x="660963" y="21817"/>
                  </a:lnTo>
                  <a:lnTo>
                    <a:pt x="662884" y="19472"/>
                  </a:lnTo>
                  <a:lnTo>
                    <a:pt x="664806" y="17229"/>
                  </a:lnTo>
                  <a:lnTo>
                    <a:pt x="666727" y="15132"/>
                  </a:lnTo>
                  <a:lnTo>
                    <a:pt x="668649" y="13146"/>
                  </a:lnTo>
                  <a:lnTo>
                    <a:pt x="670570" y="11276"/>
                  </a:lnTo>
                  <a:lnTo>
                    <a:pt x="672491" y="9525"/>
                  </a:lnTo>
                  <a:lnTo>
                    <a:pt x="674413" y="7925"/>
                  </a:lnTo>
                  <a:lnTo>
                    <a:pt x="676334" y="6475"/>
                  </a:lnTo>
                  <a:lnTo>
                    <a:pt x="678256" y="5158"/>
                  </a:lnTo>
                  <a:lnTo>
                    <a:pt x="680177" y="3974"/>
                  </a:lnTo>
                  <a:lnTo>
                    <a:pt x="682098" y="2927"/>
                  </a:lnTo>
                  <a:lnTo>
                    <a:pt x="684020" y="2072"/>
                  </a:lnTo>
                  <a:lnTo>
                    <a:pt x="685941" y="1358"/>
                  </a:lnTo>
                  <a:lnTo>
                    <a:pt x="687863" y="784"/>
                  </a:lnTo>
                  <a:lnTo>
                    <a:pt x="689784" y="353"/>
                  </a:lnTo>
                  <a:lnTo>
                    <a:pt x="691705" y="92"/>
                  </a:lnTo>
                  <a:lnTo>
                    <a:pt x="693627" y="0"/>
                  </a:lnTo>
                  <a:lnTo>
                    <a:pt x="695548" y="48"/>
                  </a:lnTo>
                  <a:lnTo>
                    <a:pt x="697470" y="236"/>
                  </a:lnTo>
                  <a:lnTo>
                    <a:pt x="699391" y="561"/>
                  </a:lnTo>
                  <a:lnTo>
                    <a:pt x="701312" y="1075"/>
                  </a:lnTo>
                  <a:lnTo>
                    <a:pt x="703234" y="1720"/>
                  </a:lnTo>
                  <a:lnTo>
                    <a:pt x="705155" y="2494"/>
                  </a:lnTo>
                  <a:lnTo>
                    <a:pt x="707077" y="3395"/>
                  </a:lnTo>
                  <a:lnTo>
                    <a:pt x="708998" y="4439"/>
                  </a:lnTo>
                  <a:lnTo>
                    <a:pt x="710919" y="5625"/>
                  </a:lnTo>
                  <a:lnTo>
                    <a:pt x="712841" y="6921"/>
                  </a:lnTo>
                  <a:lnTo>
                    <a:pt x="714762" y="8326"/>
                  </a:lnTo>
                  <a:lnTo>
                    <a:pt x="716684" y="9833"/>
                  </a:lnTo>
                  <a:lnTo>
                    <a:pt x="718605" y="11473"/>
                  </a:lnTo>
                  <a:lnTo>
                    <a:pt x="720526" y="13205"/>
                  </a:lnTo>
                  <a:lnTo>
                    <a:pt x="722448" y="15021"/>
                  </a:lnTo>
                  <a:lnTo>
                    <a:pt x="724369" y="16918"/>
                  </a:lnTo>
                  <a:lnTo>
                    <a:pt x="726291" y="18902"/>
                  </a:lnTo>
                  <a:lnTo>
                    <a:pt x="728212" y="20968"/>
                  </a:lnTo>
                  <a:lnTo>
                    <a:pt x="730134" y="23096"/>
                  </a:lnTo>
                  <a:lnTo>
                    <a:pt x="732055" y="25281"/>
                  </a:lnTo>
                  <a:lnTo>
                    <a:pt x="733976" y="27518"/>
                  </a:lnTo>
                  <a:lnTo>
                    <a:pt x="735898" y="29818"/>
                  </a:lnTo>
                  <a:lnTo>
                    <a:pt x="737819" y="32158"/>
                  </a:lnTo>
                  <a:lnTo>
                    <a:pt x="739741" y="34535"/>
                  </a:lnTo>
                  <a:lnTo>
                    <a:pt x="741662" y="36943"/>
                  </a:lnTo>
                  <a:lnTo>
                    <a:pt x="743583" y="39382"/>
                  </a:lnTo>
                  <a:lnTo>
                    <a:pt x="745505" y="41850"/>
                  </a:lnTo>
                  <a:lnTo>
                    <a:pt x="747426" y="44334"/>
                  </a:lnTo>
                  <a:lnTo>
                    <a:pt x="749348" y="46834"/>
                  </a:lnTo>
                  <a:lnTo>
                    <a:pt x="751269" y="49346"/>
                  </a:lnTo>
                  <a:lnTo>
                    <a:pt x="753190" y="51868"/>
                  </a:lnTo>
                  <a:lnTo>
                    <a:pt x="755112" y="54395"/>
                  </a:lnTo>
                  <a:lnTo>
                    <a:pt x="757033" y="56924"/>
                  </a:lnTo>
                  <a:lnTo>
                    <a:pt x="758955" y="59453"/>
                  </a:lnTo>
                  <a:lnTo>
                    <a:pt x="760876" y="61979"/>
                  </a:lnTo>
                  <a:lnTo>
                    <a:pt x="762797" y="64497"/>
                  </a:lnTo>
                  <a:lnTo>
                    <a:pt x="764719" y="67008"/>
                  </a:lnTo>
                  <a:lnTo>
                    <a:pt x="766640" y="69509"/>
                  </a:lnTo>
                  <a:lnTo>
                    <a:pt x="768562" y="71999"/>
                  </a:lnTo>
                  <a:lnTo>
                    <a:pt x="770483" y="74472"/>
                  </a:lnTo>
                  <a:lnTo>
                    <a:pt x="772404" y="76928"/>
                  </a:lnTo>
                  <a:lnTo>
                    <a:pt x="774326" y="79367"/>
                  </a:lnTo>
                  <a:lnTo>
                    <a:pt x="776247" y="81788"/>
                  </a:lnTo>
                  <a:lnTo>
                    <a:pt x="778169" y="84187"/>
                  </a:lnTo>
                  <a:lnTo>
                    <a:pt x="780090" y="86558"/>
                  </a:lnTo>
                  <a:lnTo>
                    <a:pt x="782011" y="88905"/>
                  </a:lnTo>
                  <a:lnTo>
                    <a:pt x="783933" y="91228"/>
                  </a:lnTo>
                  <a:lnTo>
                    <a:pt x="785854" y="93526"/>
                  </a:lnTo>
                  <a:lnTo>
                    <a:pt x="787776" y="95788"/>
                  </a:lnTo>
                  <a:lnTo>
                    <a:pt x="789697" y="98018"/>
                  </a:lnTo>
                  <a:lnTo>
                    <a:pt x="791618" y="100218"/>
                  </a:lnTo>
                  <a:lnTo>
                    <a:pt x="793540" y="102387"/>
                  </a:lnTo>
                  <a:lnTo>
                    <a:pt x="795461" y="104520"/>
                  </a:lnTo>
                  <a:lnTo>
                    <a:pt x="797383" y="106610"/>
                  </a:lnTo>
                  <a:lnTo>
                    <a:pt x="799304" y="108666"/>
                  </a:lnTo>
                  <a:lnTo>
                    <a:pt x="801226" y="110686"/>
                  </a:lnTo>
                  <a:lnTo>
                    <a:pt x="803147" y="112670"/>
                  </a:lnTo>
                  <a:lnTo>
                    <a:pt x="805068" y="114607"/>
                  </a:lnTo>
                  <a:lnTo>
                    <a:pt x="806990" y="116503"/>
                  </a:lnTo>
                  <a:lnTo>
                    <a:pt x="808911" y="118361"/>
                  </a:lnTo>
                  <a:lnTo>
                    <a:pt x="810833" y="120181"/>
                  </a:lnTo>
                  <a:lnTo>
                    <a:pt x="812754" y="121960"/>
                  </a:lnTo>
                  <a:lnTo>
                    <a:pt x="814675" y="123689"/>
                  </a:lnTo>
                  <a:lnTo>
                    <a:pt x="816597" y="125380"/>
                  </a:lnTo>
                  <a:lnTo>
                    <a:pt x="818518" y="127033"/>
                  </a:lnTo>
                  <a:lnTo>
                    <a:pt x="820440" y="128649"/>
                  </a:lnTo>
                  <a:lnTo>
                    <a:pt x="822361" y="130217"/>
                  </a:lnTo>
                  <a:lnTo>
                    <a:pt x="824282" y="131745"/>
                  </a:lnTo>
                  <a:lnTo>
                    <a:pt x="826204" y="133237"/>
                  </a:lnTo>
                  <a:lnTo>
                    <a:pt x="828125" y="134693"/>
                  </a:lnTo>
                  <a:lnTo>
                    <a:pt x="830047" y="136113"/>
                  </a:lnTo>
                  <a:lnTo>
                    <a:pt x="831968" y="137488"/>
                  </a:lnTo>
                  <a:lnTo>
                    <a:pt x="833889" y="138830"/>
                  </a:lnTo>
                  <a:lnTo>
                    <a:pt x="835811" y="140140"/>
                  </a:lnTo>
                  <a:lnTo>
                    <a:pt x="837732" y="141419"/>
                  </a:lnTo>
                  <a:lnTo>
                    <a:pt x="839654" y="142659"/>
                  </a:lnTo>
                  <a:lnTo>
                    <a:pt x="841575" y="143866"/>
                  </a:lnTo>
                  <a:lnTo>
                    <a:pt x="843496" y="145044"/>
                  </a:lnTo>
                  <a:lnTo>
                    <a:pt x="845418" y="146195"/>
                  </a:lnTo>
                  <a:lnTo>
                    <a:pt x="847339" y="147316"/>
                  </a:lnTo>
                  <a:lnTo>
                    <a:pt x="849261" y="148401"/>
                  </a:lnTo>
                  <a:lnTo>
                    <a:pt x="851182" y="149460"/>
                  </a:lnTo>
                  <a:lnTo>
                    <a:pt x="853103" y="150493"/>
                  </a:lnTo>
                  <a:lnTo>
                    <a:pt x="855025" y="151501"/>
                  </a:lnTo>
                  <a:lnTo>
                    <a:pt x="856946" y="152479"/>
                  </a:lnTo>
                  <a:lnTo>
                    <a:pt x="858868" y="153428"/>
                  </a:lnTo>
                  <a:lnTo>
                    <a:pt x="860789" y="154353"/>
                  </a:lnTo>
                  <a:lnTo>
                    <a:pt x="862710" y="155255"/>
                  </a:lnTo>
                  <a:lnTo>
                    <a:pt x="864632" y="156132"/>
                  </a:lnTo>
                  <a:lnTo>
                    <a:pt x="866553" y="156977"/>
                  </a:lnTo>
                  <a:lnTo>
                    <a:pt x="868475" y="157799"/>
                  </a:lnTo>
                  <a:lnTo>
                    <a:pt x="870396" y="158598"/>
                  </a:lnTo>
                  <a:lnTo>
                    <a:pt x="872318" y="159375"/>
                  </a:lnTo>
                  <a:lnTo>
                    <a:pt x="874239" y="160124"/>
                  </a:lnTo>
                  <a:lnTo>
                    <a:pt x="876160" y="160847"/>
                  </a:lnTo>
                  <a:lnTo>
                    <a:pt x="878082" y="161548"/>
                  </a:lnTo>
                  <a:lnTo>
                    <a:pt x="880003" y="162226"/>
                  </a:lnTo>
                  <a:lnTo>
                    <a:pt x="881925" y="162883"/>
                  </a:lnTo>
                  <a:lnTo>
                    <a:pt x="883846" y="163511"/>
                  </a:lnTo>
                  <a:lnTo>
                    <a:pt x="885767" y="164118"/>
                  </a:lnTo>
                  <a:lnTo>
                    <a:pt x="887689" y="164704"/>
                  </a:lnTo>
                  <a:lnTo>
                    <a:pt x="889610" y="165270"/>
                  </a:lnTo>
                  <a:lnTo>
                    <a:pt x="891532" y="165813"/>
                  </a:lnTo>
                  <a:lnTo>
                    <a:pt x="893453" y="166332"/>
                  </a:lnTo>
                  <a:lnTo>
                    <a:pt x="895374" y="166833"/>
                  </a:lnTo>
                  <a:lnTo>
                    <a:pt x="897296" y="167315"/>
                  </a:lnTo>
                  <a:lnTo>
                    <a:pt x="899217" y="167780"/>
                  </a:lnTo>
                  <a:lnTo>
                    <a:pt x="901139" y="168220"/>
                  </a:lnTo>
                  <a:lnTo>
                    <a:pt x="903060" y="168645"/>
                  </a:lnTo>
                  <a:lnTo>
                    <a:pt x="904981" y="169053"/>
                  </a:lnTo>
                  <a:lnTo>
                    <a:pt x="906903" y="169446"/>
                  </a:lnTo>
                  <a:lnTo>
                    <a:pt x="908824" y="169821"/>
                  </a:lnTo>
                  <a:lnTo>
                    <a:pt x="910746" y="170180"/>
                  </a:lnTo>
                  <a:lnTo>
                    <a:pt x="912667" y="170525"/>
                  </a:lnTo>
                  <a:lnTo>
                    <a:pt x="914588" y="170856"/>
                  </a:lnTo>
                  <a:lnTo>
                    <a:pt x="916510" y="171175"/>
                  </a:lnTo>
                  <a:lnTo>
                    <a:pt x="918431" y="171478"/>
                  </a:lnTo>
                  <a:lnTo>
                    <a:pt x="920353" y="171770"/>
                  </a:lnTo>
                  <a:lnTo>
                    <a:pt x="922274" y="172051"/>
                  </a:lnTo>
                  <a:lnTo>
                    <a:pt x="924195" y="172321"/>
                  </a:lnTo>
                  <a:lnTo>
                    <a:pt x="926117" y="172580"/>
                  </a:lnTo>
                  <a:lnTo>
                    <a:pt x="928038" y="172828"/>
                  </a:lnTo>
                  <a:lnTo>
                    <a:pt x="929960" y="173067"/>
                  </a:lnTo>
                  <a:lnTo>
                    <a:pt x="931881" y="173298"/>
                  </a:lnTo>
                  <a:lnTo>
                    <a:pt x="933802" y="173520"/>
                  </a:lnTo>
                  <a:lnTo>
                    <a:pt x="935724" y="173733"/>
                  </a:lnTo>
                  <a:lnTo>
                    <a:pt x="937645" y="173939"/>
                  </a:lnTo>
                  <a:lnTo>
                    <a:pt x="939567" y="174138"/>
                  </a:lnTo>
                  <a:lnTo>
                    <a:pt x="941488" y="174331"/>
                  </a:lnTo>
                  <a:lnTo>
                    <a:pt x="943410" y="174518"/>
                  </a:lnTo>
                  <a:lnTo>
                    <a:pt x="945331" y="174698"/>
                  </a:lnTo>
                  <a:lnTo>
                    <a:pt x="947252" y="174873"/>
                  </a:lnTo>
                  <a:lnTo>
                    <a:pt x="949174" y="175044"/>
                  </a:lnTo>
                  <a:lnTo>
                    <a:pt x="951095" y="175211"/>
                  </a:lnTo>
                  <a:lnTo>
                    <a:pt x="953017" y="175373"/>
                  </a:lnTo>
                  <a:lnTo>
                    <a:pt x="954938" y="175531"/>
                  </a:lnTo>
                  <a:lnTo>
                    <a:pt x="956859" y="175686"/>
                  </a:lnTo>
                  <a:lnTo>
                    <a:pt x="958781" y="175838"/>
                  </a:lnTo>
                  <a:lnTo>
                    <a:pt x="960702" y="175988"/>
                  </a:lnTo>
                  <a:lnTo>
                    <a:pt x="962624" y="176135"/>
                  </a:lnTo>
                  <a:lnTo>
                    <a:pt x="964545" y="176280"/>
                  </a:lnTo>
                  <a:lnTo>
                    <a:pt x="966466" y="176423"/>
                  </a:lnTo>
                  <a:lnTo>
                    <a:pt x="968388" y="176565"/>
                  </a:lnTo>
                  <a:lnTo>
                    <a:pt x="970309" y="176705"/>
                  </a:lnTo>
                  <a:lnTo>
                    <a:pt x="972231" y="176844"/>
                  </a:lnTo>
                  <a:lnTo>
                    <a:pt x="974152" y="176982"/>
                  </a:lnTo>
                  <a:lnTo>
                    <a:pt x="976073" y="177119"/>
                  </a:lnTo>
                  <a:lnTo>
                    <a:pt x="977995" y="177254"/>
                  </a:lnTo>
                  <a:lnTo>
                    <a:pt x="979916" y="177389"/>
                  </a:lnTo>
                  <a:lnTo>
                    <a:pt x="981838" y="177522"/>
                  </a:lnTo>
                  <a:lnTo>
                    <a:pt x="981838" y="180778"/>
                  </a:lnTo>
                  <a:lnTo>
                    <a:pt x="979916" y="180778"/>
                  </a:lnTo>
                  <a:lnTo>
                    <a:pt x="977995" y="180778"/>
                  </a:lnTo>
                  <a:lnTo>
                    <a:pt x="976073" y="180778"/>
                  </a:lnTo>
                  <a:lnTo>
                    <a:pt x="974152" y="180778"/>
                  </a:lnTo>
                  <a:lnTo>
                    <a:pt x="972231" y="180778"/>
                  </a:lnTo>
                  <a:lnTo>
                    <a:pt x="970309" y="180778"/>
                  </a:lnTo>
                  <a:lnTo>
                    <a:pt x="968388" y="180778"/>
                  </a:lnTo>
                  <a:lnTo>
                    <a:pt x="966466" y="180778"/>
                  </a:lnTo>
                  <a:lnTo>
                    <a:pt x="964545" y="180778"/>
                  </a:lnTo>
                  <a:lnTo>
                    <a:pt x="962624" y="180778"/>
                  </a:lnTo>
                  <a:lnTo>
                    <a:pt x="960702" y="180778"/>
                  </a:lnTo>
                  <a:lnTo>
                    <a:pt x="958781" y="180778"/>
                  </a:lnTo>
                  <a:lnTo>
                    <a:pt x="956859" y="180778"/>
                  </a:lnTo>
                  <a:lnTo>
                    <a:pt x="954938" y="180778"/>
                  </a:lnTo>
                  <a:lnTo>
                    <a:pt x="953017" y="180778"/>
                  </a:lnTo>
                  <a:lnTo>
                    <a:pt x="951095" y="180778"/>
                  </a:lnTo>
                  <a:lnTo>
                    <a:pt x="949174" y="180778"/>
                  </a:lnTo>
                  <a:lnTo>
                    <a:pt x="947252" y="180778"/>
                  </a:lnTo>
                  <a:lnTo>
                    <a:pt x="945331" y="180778"/>
                  </a:lnTo>
                  <a:lnTo>
                    <a:pt x="943410" y="180778"/>
                  </a:lnTo>
                  <a:lnTo>
                    <a:pt x="941488" y="180778"/>
                  </a:lnTo>
                  <a:lnTo>
                    <a:pt x="939567" y="180778"/>
                  </a:lnTo>
                  <a:lnTo>
                    <a:pt x="937645" y="180778"/>
                  </a:lnTo>
                  <a:lnTo>
                    <a:pt x="935724" y="180778"/>
                  </a:lnTo>
                  <a:lnTo>
                    <a:pt x="933802" y="180778"/>
                  </a:lnTo>
                  <a:lnTo>
                    <a:pt x="931881" y="180778"/>
                  </a:lnTo>
                  <a:lnTo>
                    <a:pt x="929960" y="180778"/>
                  </a:lnTo>
                  <a:lnTo>
                    <a:pt x="928038" y="180778"/>
                  </a:lnTo>
                  <a:lnTo>
                    <a:pt x="926117" y="180778"/>
                  </a:lnTo>
                  <a:lnTo>
                    <a:pt x="924195" y="180778"/>
                  </a:lnTo>
                  <a:lnTo>
                    <a:pt x="922274" y="180778"/>
                  </a:lnTo>
                  <a:lnTo>
                    <a:pt x="920353" y="180778"/>
                  </a:lnTo>
                  <a:lnTo>
                    <a:pt x="918431" y="180778"/>
                  </a:lnTo>
                  <a:lnTo>
                    <a:pt x="916510" y="180778"/>
                  </a:lnTo>
                  <a:lnTo>
                    <a:pt x="914588" y="180778"/>
                  </a:lnTo>
                  <a:lnTo>
                    <a:pt x="912667" y="180778"/>
                  </a:lnTo>
                  <a:lnTo>
                    <a:pt x="910746" y="180778"/>
                  </a:lnTo>
                  <a:lnTo>
                    <a:pt x="908824" y="180778"/>
                  </a:lnTo>
                  <a:lnTo>
                    <a:pt x="906903" y="180778"/>
                  </a:lnTo>
                  <a:lnTo>
                    <a:pt x="904981" y="180778"/>
                  </a:lnTo>
                  <a:lnTo>
                    <a:pt x="903060" y="180778"/>
                  </a:lnTo>
                  <a:lnTo>
                    <a:pt x="901139" y="180778"/>
                  </a:lnTo>
                  <a:lnTo>
                    <a:pt x="899217" y="180778"/>
                  </a:lnTo>
                  <a:lnTo>
                    <a:pt x="897296" y="180778"/>
                  </a:lnTo>
                  <a:lnTo>
                    <a:pt x="895374" y="180778"/>
                  </a:lnTo>
                  <a:lnTo>
                    <a:pt x="893453" y="180778"/>
                  </a:lnTo>
                  <a:lnTo>
                    <a:pt x="891532" y="180778"/>
                  </a:lnTo>
                  <a:lnTo>
                    <a:pt x="889610" y="180778"/>
                  </a:lnTo>
                  <a:lnTo>
                    <a:pt x="887689" y="180778"/>
                  </a:lnTo>
                  <a:lnTo>
                    <a:pt x="885767" y="180778"/>
                  </a:lnTo>
                  <a:lnTo>
                    <a:pt x="883846" y="180778"/>
                  </a:lnTo>
                  <a:lnTo>
                    <a:pt x="881925" y="180778"/>
                  </a:lnTo>
                  <a:lnTo>
                    <a:pt x="880003" y="180778"/>
                  </a:lnTo>
                  <a:lnTo>
                    <a:pt x="878082" y="180778"/>
                  </a:lnTo>
                  <a:lnTo>
                    <a:pt x="876160" y="180778"/>
                  </a:lnTo>
                  <a:lnTo>
                    <a:pt x="874239" y="180778"/>
                  </a:lnTo>
                  <a:lnTo>
                    <a:pt x="872318" y="180778"/>
                  </a:lnTo>
                  <a:lnTo>
                    <a:pt x="870396" y="180778"/>
                  </a:lnTo>
                  <a:lnTo>
                    <a:pt x="868475" y="180778"/>
                  </a:lnTo>
                  <a:lnTo>
                    <a:pt x="866553" y="180778"/>
                  </a:lnTo>
                  <a:lnTo>
                    <a:pt x="864632" y="180778"/>
                  </a:lnTo>
                  <a:lnTo>
                    <a:pt x="862710" y="180778"/>
                  </a:lnTo>
                  <a:lnTo>
                    <a:pt x="860789" y="180778"/>
                  </a:lnTo>
                  <a:lnTo>
                    <a:pt x="858868" y="180778"/>
                  </a:lnTo>
                  <a:lnTo>
                    <a:pt x="856946" y="180778"/>
                  </a:lnTo>
                  <a:lnTo>
                    <a:pt x="855025" y="180778"/>
                  </a:lnTo>
                  <a:lnTo>
                    <a:pt x="853103" y="180778"/>
                  </a:lnTo>
                  <a:lnTo>
                    <a:pt x="851182" y="180778"/>
                  </a:lnTo>
                  <a:lnTo>
                    <a:pt x="849261" y="180778"/>
                  </a:lnTo>
                  <a:lnTo>
                    <a:pt x="847339" y="180778"/>
                  </a:lnTo>
                  <a:lnTo>
                    <a:pt x="845418" y="180778"/>
                  </a:lnTo>
                  <a:lnTo>
                    <a:pt x="843496" y="180778"/>
                  </a:lnTo>
                  <a:lnTo>
                    <a:pt x="841575" y="180778"/>
                  </a:lnTo>
                  <a:lnTo>
                    <a:pt x="839654" y="180778"/>
                  </a:lnTo>
                  <a:lnTo>
                    <a:pt x="837732" y="180778"/>
                  </a:lnTo>
                  <a:lnTo>
                    <a:pt x="835811" y="180778"/>
                  </a:lnTo>
                  <a:lnTo>
                    <a:pt x="833889" y="180778"/>
                  </a:lnTo>
                  <a:lnTo>
                    <a:pt x="831968" y="180778"/>
                  </a:lnTo>
                  <a:lnTo>
                    <a:pt x="830047" y="180778"/>
                  </a:lnTo>
                  <a:lnTo>
                    <a:pt x="828125" y="180778"/>
                  </a:lnTo>
                  <a:lnTo>
                    <a:pt x="826204" y="180778"/>
                  </a:lnTo>
                  <a:lnTo>
                    <a:pt x="824282" y="180778"/>
                  </a:lnTo>
                  <a:lnTo>
                    <a:pt x="822361" y="180778"/>
                  </a:lnTo>
                  <a:lnTo>
                    <a:pt x="820440" y="180778"/>
                  </a:lnTo>
                  <a:lnTo>
                    <a:pt x="818518" y="180778"/>
                  </a:lnTo>
                  <a:lnTo>
                    <a:pt x="816597" y="180778"/>
                  </a:lnTo>
                  <a:lnTo>
                    <a:pt x="814675" y="180778"/>
                  </a:lnTo>
                  <a:lnTo>
                    <a:pt x="812754" y="180778"/>
                  </a:lnTo>
                  <a:lnTo>
                    <a:pt x="810833" y="180778"/>
                  </a:lnTo>
                  <a:lnTo>
                    <a:pt x="808911" y="180778"/>
                  </a:lnTo>
                  <a:lnTo>
                    <a:pt x="806990" y="180778"/>
                  </a:lnTo>
                  <a:lnTo>
                    <a:pt x="805068" y="180778"/>
                  </a:lnTo>
                  <a:lnTo>
                    <a:pt x="803147" y="180778"/>
                  </a:lnTo>
                  <a:lnTo>
                    <a:pt x="801226" y="180778"/>
                  </a:lnTo>
                  <a:lnTo>
                    <a:pt x="799304" y="180778"/>
                  </a:lnTo>
                  <a:lnTo>
                    <a:pt x="797383" y="180778"/>
                  </a:lnTo>
                  <a:lnTo>
                    <a:pt x="795461" y="180778"/>
                  </a:lnTo>
                  <a:lnTo>
                    <a:pt x="793540" y="180778"/>
                  </a:lnTo>
                  <a:lnTo>
                    <a:pt x="791618" y="180778"/>
                  </a:lnTo>
                  <a:lnTo>
                    <a:pt x="789697" y="180778"/>
                  </a:lnTo>
                  <a:lnTo>
                    <a:pt x="787776" y="180778"/>
                  </a:lnTo>
                  <a:lnTo>
                    <a:pt x="785854" y="180778"/>
                  </a:lnTo>
                  <a:lnTo>
                    <a:pt x="783933" y="180778"/>
                  </a:lnTo>
                  <a:lnTo>
                    <a:pt x="782011" y="180778"/>
                  </a:lnTo>
                  <a:lnTo>
                    <a:pt x="780090" y="180778"/>
                  </a:lnTo>
                  <a:lnTo>
                    <a:pt x="778169" y="180778"/>
                  </a:lnTo>
                  <a:lnTo>
                    <a:pt x="776247" y="180778"/>
                  </a:lnTo>
                  <a:lnTo>
                    <a:pt x="774326" y="180778"/>
                  </a:lnTo>
                  <a:lnTo>
                    <a:pt x="772404" y="180778"/>
                  </a:lnTo>
                  <a:lnTo>
                    <a:pt x="770483" y="180778"/>
                  </a:lnTo>
                  <a:lnTo>
                    <a:pt x="768562" y="180778"/>
                  </a:lnTo>
                  <a:lnTo>
                    <a:pt x="766640" y="180778"/>
                  </a:lnTo>
                  <a:lnTo>
                    <a:pt x="764719" y="180778"/>
                  </a:lnTo>
                  <a:lnTo>
                    <a:pt x="762797" y="180778"/>
                  </a:lnTo>
                  <a:lnTo>
                    <a:pt x="760876" y="180778"/>
                  </a:lnTo>
                  <a:lnTo>
                    <a:pt x="758955" y="180778"/>
                  </a:lnTo>
                  <a:lnTo>
                    <a:pt x="757033" y="180778"/>
                  </a:lnTo>
                  <a:lnTo>
                    <a:pt x="755112" y="180778"/>
                  </a:lnTo>
                  <a:lnTo>
                    <a:pt x="753190" y="180778"/>
                  </a:lnTo>
                  <a:lnTo>
                    <a:pt x="751269" y="180778"/>
                  </a:lnTo>
                  <a:lnTo>
                    <a:pt x="749348" y="180778"/>
                  </a:lnTo>
                  <a:lnTo>
                    <a:pt x="747426" y="180778"/>
                  </a:lnTo>
                  <a:lnTo>
                    <a:pt x="745505" y="180778"/>
                  </a:lnTo>
                  <a:lnTo>
                    <a:pt x="743583" y="180778"/>
                  </a:lnTo>
                  <a:lnTo>
                    <a:pt x="741662" y="180778"/>
                  </a:lnTo>
                  <a:lnTo>
                    <a:pt x="739741" y="180778"/>
                  </a:lnTo>
                  <a:lnTo>
                    <a:pt x="737819" y="180778"/>
                  </a:lnTo>
                  <a:lnTo>
                    <a:pt x="735898" y="180778"/>
                  </a:lnTo>
                  <a:lnTo>
                    <a:pt x="733976" y="180778"/>
                  </a:lnTo>
                  <a:lnTo>
                    <a:pt x="732055" y="180778"/>
                  </a:lnTo>
                  <a:lnTo>
                    <a:pt x="730134" y="180778"/>
                  </a:lnTo>
                  <a:lnTo>
                    <a:pt x="728212" y="180778"/>
                  </a:lnTo>
                  <a:lnTo>
                    <a:pt x="726291" y="180778"/>
                  </a:lnTo>
                  <a:lnTo>
                    <a:pt x="724369" y="180778"/>
                  </a:lnTo>
                  <a:lnTo>
                    <a:pt x="722448" y="180778"/>
                  </a:lnTo>
                  <a:lnTo>
                    <a:pt x="720526" y="180778"/>
                  </a:lnTo>
                  <a:lnTo>
                    <a:pt x="718605" y="180778"/>
                  </a:lnTo>
                  <a:lnTo>
                    <a:pt x="716684" y="180778"/>
                  </a:lnTo>
                  <a:lnTo>
                    <a:pt x="714762" y="180778"/>
                  </a:lnTo>
                  <a:lnTo>
                    <a:pt x="712841" y="180778"/>
                  </a:lnTo>
                  <a:lnTo>
                    <a:pt x="710919" y="180778"/>
                  </a:lnTo>
                  <a:lnTo>
                    <a:pt x="708998" y="180778"/>
                  </a:lnTo>
                  <a:lnTo>
                    <a:pt x="707077" y="180778"/>
                  </a:lnTo>
                  <a:lnTo>
                    <a:pt x="705155" y="180778"/>
                  </a:lnTo>
                  <a:lnTo>
                    <a:pt x="703234" y="180778"/>
                  </a:lnTo>
                  <a:lnTo>
                    <a:pt x="701312" y="180778"/>
                  </a:lnTo>
                  <a:lnTo>
                    <a:pt x="699391" y="180778"/>
                  </a:lnTo>
                  <a:lnTo>
                    <a:pt x="697470" y="180778"/>
                  </a:lnTo>
                  <a:lnTo>
                    <a:pt x="695548" y="180778"/>
                  </a:lnTo>
                  <a:lnTo>
                    <a:pt x="693627" y="180778"/>
                  </a:lnTo>
                  <a:lnTo>
                    <a:pt x="691705" y="180778"/>
                  </a:lnTo>
                  <a:lnTo>
                    <a:pt x="689784" y="180778"/>
                  </a:lnTo>
                  <a:lnTo>
                    <a:pt x="687863" y="180778"/>
                  </a:lnTo>
                  <a:lnTo>
                    <a:pt x="685941" y="180778"/>
                  </a:lnTo>
                  <a:lnTo>
                    <a:pt x="684020" y="180778"/>
                  </a:lnTo>
                  <a:lnTo>
                    <a:pt x="682098" y="180778"/>
                  </a:lnTo>
                  <a:lnTo>
                    <a:pt x="680177" y="180778"/>
                  </a:lnTo>
                  <a:lnTo>
                    <a:pt x="678256" y="180778"/>
                  </a:lnTo>
                  <a:lnTo>
                    <a:pt x="676334" y="180778"/>
                  </a:lnTo>
                  <a:lnTo>
                    <a:pt x="674413" y="180778"/>
                  </a:lnTo>
                  <a:lnTo>
                    <a:pt x="672491" y="180778"/>
                  </a:lnTo>
                  <a:lnTo>
                    <a:pt x="670570" y="180778"/>
                  </a:lnTo>
                  <a:lnTo>
                    <a:pt x="668649" y="180778"/>
                  </a:lnTo>
                  <a:lnTo>
                    <a:pt x="666727" y="180778"/>
                  </a:lnTo>
                  <a:lnTo>
                    <a:pt x="664806" y="180778"/>
                  </a:lnTo>
                  <a:lnTo>
                    <a:pt x="662884" y="180778"/>
                  </a:lnTo>
                  <a:lnTo>
                    <a:pt x="660963" y="180778"/>
                  </a:lnTo>
                  <a:lnTo>
                    <a:pt x="659042" y="180778"/>
                  </a:lnTo>
                  <a:lnTo>
                    <a:pt x="657120" y="180778"/>
                  </a:lnTo>
                  <a:lnTo>
                    <a:pt x="655199" y="180778"/>
                  </a:lnTo>
                  <a:lnTo>
                    <a:pt x="653277" y="180778"/>
                  </a:lnTo>
                  <a:lnTo>
                    <a:pt x="651356" y="180778"/>
                  </a:lnTo>
                  <a:lnTo>
                    <a:pt x="649434" y="180778"/>
                  </a:lnTo>
                  <a:lnTo>
                    <a:pt x="647513" y="180778"/>
                  </a:lnTo>
                  <a:lnTo>
                    <a:pt x="645592" y="180778"/>
                  </a:lnTo>
                  <a:lnTo>
                    <a:pt x="643670" y="180778"/>
                  </a:lnTo>
                  <a:lnTo>
                    <a:pt x="641749" y="180778"/>
                  </a:lnTo>
                  <a:lnTo>
                    <a:pt x="639827" y="180778"/>
                  </a:lnTo>
                  <a:lnTo>
                    <a:pt x="637906" y="180778"/>
                  </a:lnTo>
                  <a:lnTo>
                    <a:pt x="635985" y="180778"/>
                  </a:lnTo>
                  <a:lnTo>
                    <a:pt x="634063" y="180778"/>
                  </a:lnTo>
                  <a:lnTo>
                    <a:pt x="632142" y="180778"/>
                  </a:lnTo>
                  <a:lnTo>
                    <a:pt x="630220" y="180778"/>
                  </a:lnTo>
                  <a:lnTo>
                    <a:pt x="628299" y="180778"/>
                  </a:lnTo>
                  <a:lnTo>
                    <a:pt x="626378" y="180778"/>
                  </a:lnTo>
                  <a:lnTo>
                    <a:pt x="624456" y="180778"/>
                  </a:lnTo>
                  <a:lnTo>
                    <a:pt x="622535" y="180778"/>
                  </a:lnTo>
                  <a:lnTo>
                    <a:pt x="620613" y="180778"/>
                  </a:lnTo>
                  <a:lnTo>
                    <a:pt x="618692" y="180778"/>
                  </a:lnTo>
                  <a:lnTo>
                    <a:pt x="616771" y="180778"/>
                  </a:lnTo>
                  <a:lnTo>
                    <a:pt x="614849" y="180778"/>
                  </a:lnTo>
                  <a:lnTo>
                    <a:pt x="612928" y="180778"/>
                  </a:lnTo>
                  <a:lnTo>
                    <a:pt x="611006" y="180778"/>
                  </a:lnTo>
                  <a:lnTo>
                    <a:pt x="609085" y="180778"/>
                  </a:lnTo>
                  <a:lnTo>
                    <a:pt x="607164" y="180778"/>
                  </a:lnTo>
                  <a:lnTo>
                    <a:pt x="605242" y="180778"/>
                  </a:lnTo>
                  <a:lnTo>
                    <a:pt x="603321" y="180778"/>
                  </a:lnTo>
                  <a:lnTo>
                    <a:pt x="601399" y="180778"/>
                  </a:lnTo>
                  <a:lnTo>
                    <a:pt x="599478" y="180778"/>
                  </a:lnTo>
                  <a:lnTo>
                    <a:pt x="597557" y="180778"/>
                  </a:lnTo>
                  <a:lnTo>
                    <a:pt x="595635" y="180778"/>
                  </a:lnTo>
                  <a:lnTo>
                    <a:pt x="593714" y="180778"/>
                  </a:lnTo>
                  <a:lnTo>
                    <a:pt x="591792" y="180778"/>
                  </a:lnTo>
                  <a:lnTo>
                    <a:pt x="589871" y="180778"/>
                  </a:lnTo>
                  <a:lnTo>
                    <a:pt x="587950" y="180778"/>
                  </a:lnTo>
                  <a:lnTo>
                    <a:pt x="586028" y="180778"/>
                  </a:lnTo>
                  <a:lnTo>
                    <a:pt x="584107" y="180778"/>
                  </a:lnTo>
                  <a:lnTo>
                    <a:pt x="582185" y="180778"/>
                  </a:lnTo>
                  <a:lnTo>
                    <a:pt x="580264" y="180778"/>
                  </a:lnTo>
                  <a:lnTo>
                    <a:pt x="578342" y="180778"/>
                  </a:lnTo>
                  <a:lnTo>
                    <a:pt x="576421" y="180778"/>
                  </a:lnTo>
                  <a:lnTo>
                    <a:pt x="574500" y="180778"/>
                  </a:lnTo>
                  <a:lnTo>
                    <a:pt x="572578" y="180778"/>
                  </a:lnTo>
                  <a:lnTo>
                    <a:pt x="570657" y="180778"/>
                  </a:lnTo>
                  <a:lnTo>
                    <a:pt x="568735" y="180778"/>
                  </a:lnTo>
                  <a:lnTo>
                    <a:pt x="566814" y="180778"/>
                  </a:lnTo>
                  <a:lnTo>
                    <a:pt x="564893" y="180778"/>
                  </a:lnTo>
                  <a:lnTo>
                    <a:pt x="562971" y="180778"/>
                  </a:lnTo>
                  <a:lnTo>
                    <a:pt x="561050" y="180778"/>
                  </a:lnTo>
                  <a:lnTo>
                    <a:pt x="559128" y="180778"/>
                  </a:lnTo>
                  <a:lnTo>
                    <a:pt x="557207" y="180778"/>
                  </a:lnTo>
                  <a:lnTo>
                    <a:pt x="555286" y="180778"/>
                  </a:lnTo>
                  <a:lnTo>
                    <a:pt x="553364" y="180778"/>
                  </a:lnTo>
                  <a:lnTo>
                    <a:pt x="551443" y="180778"/>
                  </a:lnTo>
                  <a:lnTo>
                    <a:pt x="549521" y="180778"/>
                  </a:lnTo>
                  <a:lnTo>
                    <a:pt x="547600" y="180778"/>
                  </a:lnTo>
                  <a:lnTo>
                    <a:pt x="545679" y="180778"/>
                  </a:lnTo>
                  <a:lnTo>
                    <a:pt x="543757" y="180778"/>
                  </a:lnTo>
                  <a:lnTo>
                    <a:pt x="541836" y="180778"/>
                  </a:lnTo>
                  <a:lnTo>
                    <a:pt x="539914" y="180778"/>
                  </a:lnTo>
                  <a:lnTo>
                    <a:pt x="537993" y="180778"/>
                  </a:lnTo>
                  <a:lnTo>
                    <a:pt x="536072" y="180778"/>
                  </a:lnTo>
                  <a:lnTo>
                    <a:pt x="534150" y="180778"/>
                  </a:lnTo>
                  <a:lnTo>
                    <a:pt x="532229" y="180778"/>
                  </a:lnTo>
                  <a:lnTo>
                    <a:pt x="530307" y="180778"/>
                  </a:lnTo>
                  <a:lnTo>
                    <a:pt x="528386" y="180778"/>
                  </a:lnTo>
                  <a:lnTo>
                    <a:pt x="526465" y="180778"/>
                  </a:lnTo>
                  <a:lnTo>
                    <a:pt x="524543" y="180778"/>
                  </a:lnTo>
                  <a:lnTo>
                    <a:pt x="522622" y="180778"/>
                  </a:lnTo>
                  <a:lnTo>
                    <a:pt x="520700" y="180778"/>
                  </a:lnTo>
                  <a:lnTo>
                    <a:pt x="518779" y="180778"/>
                  </a:lnTo>
                  <a:lnTo>
                    <a:pt x="516858" y="180778"/>
                  </a:lnTo>
                  <a:lnTo>
                    <a:pt x="514936" y="180778"/>
                  </a:lnTo>
                  <a:lnTo>
                    <a:pt x="513015" y="180778"/>
                  </a:lnTo>
                  <a:lnTo>
                    <a:pt x="511093" y="180778"/>
                  </a:lnTo>
                  <a:lnTo>
                    <a:pt x="509172" y="180778"/>
                  </a:lnTo>
                  <a:lnTo>
                    <a:pt x="507250" y="180778"/>
                  </a:lnTo>
                  <a:lnTo>
                    <a:pt x="505329" y="180778"/>
                  </a:lnTo>
                  <a:lnTo>
                    <a:pt x="503408" y="180778"/>
                  </a:lnTo>
                  <a:lnTo>
                    <a:pt x="501486" y="180778"/>
                  </a:lnTo>
                  <a:lnTo>
                    <a:pt x="499565" y="180778"/>
                  </a:lnTo>
                  <a:lnTo>
                    <a:pt x="497643" y="180778"/>
                  </a:lnTo>
                  <a:lnTo>
                    <a:pt x="495722" y="180778"/>
                  </a:lnTo>
                  <a:lnTo>
                    <a:pt x="493801" y="180778"/>
                  </a:lnTo>
                  <a:lnTo>
                    <a:pt x="491879" y="180778"/>
                  </a:lnTo>
                  <a:lnTo>
                    <a:pt x="489958" y="180778"/>
                  </a:lnTo>
                  <a:lnTo>
                    <a:pt x="488036" y="180778"/>
                  </a:lnTo>
                  <a:lnTo>
                    <a:pt x="486115" y="180778"/>
                  </a:lnTo>
                  <a:lnTo>
                    <a:pt x="484194" y="180778"/>
                  </a:lnTo>
                  <a:lnTo>
                    <a:pt x="482272" y="180778"/>
                  </a:lnTo>
                  <a:lnTo>
                    <a:pt x="480351" y="180778"/>
                  </a:lnTo>
                  <a:lnTo>
                    <a:pt x="478429" y="180778"/>
                  </a:lnTo>
                  <a:lnTo>
                    <a:pt x="476508" y="180778"/>
                  </a:lnTo>
                  <a:lnTo>
                    <a:pt x="474587" y="180778"/>
                  </a:lnTo>
                  <a:lnTo>
                    <a:pt x="472665" y="180778"/>
                  </a:lnTo>
                  <a:lnTo>
                    <a:pt x="470744" y="180778"/>
                  </a:lnTo>
                  <a:lnTo>
                    <a:pt x="468822" y="180778"/>
                  </a:lnTo>
                  <a:lnTo>
                    <a:pt x="466901" y="180778"/>
                  </a:lnTo>
                  <a:lnTo>
                    <a:pt x="464980" y="180778"/>
                  </a:lnTo>
                  <a:lnTo>
                    <a:pt x="463058" y="180778"/>
                  </a:lnTo>
                  <a:lnTo>
                    <a:pt x="461137" y="180778"/>
                  </a:lnTo>
                  <a:lnTo>
                    <a:pt x="459215" y="180778"/>
                  </a:lnTo>
                  <a:lnTo>
                    <a:pt x="457294" y="180778"/>
                  </a:lnTo>
                  <a:lnTo>
                    <a:pt x="455373" y="180778"/>
                  </a:lnTo>
                  <a:lnTo>
                    <a:pt x="453451" y="180778"/>
                  </a:lnTo>
                  <a:lnTo>
                    <a:pt x="451530" y="180778"/>
                  </a:lnTo>
                  <a:lnTo>
                    <a:pt x="449608" y="180778"/>
                  </a:lnTo>
                  <a:lnTo>
                    <a:pt x="447687" y="180778"/>
                  </a:lnTo>
                  <a:lnTo>
                    <a:pt x="445766" y="180778"/>
                  </a:lnTo>
                  <a:lnTo>
                    <a:pt x="443844" y="180778"/>
                  </a:lnTo>
                  <a:lnTo>
                    <a:pt x="441923" y="180778"/>
                  </a:lnTo>
                  <a:lnTo>
                    <a:pt x="440001" y="180778"/>
                  </a:lnTo>
                  <a:lnTo>
                    <a:pt x="438080" y="180778"/>
                  </a:lnTo>
                  <a:lnTo>
                    <a:pt x="436159" y="180778"/>
                  </a:lnTo>
                  <a:lnTo>
                    <a:pt x="434237" y="180778"/>
                  </a:lnTo>
                  <a:lnTo>
                    <a:pt x="432316" y="180778"/>
                  </a:lnTo>
                  <a:lnTo>
                    <a:pt x="430394" y="180778"/>
                  </a:lnTo>
                  <a:lnTo>
                    <a:pt x="428473" y="180778"/>
                  </a:lnTo>
                  <a:lnTo>
                    <a:pt x="426551" y="180778"/>
                  </a:lnTo>
                  <a:lnTo>
                    <a:pt x="424630" y="180778"/>
                  </a:lnTo>
                  <a:lnTo>
                    <a:pt x="422709" y="180778"/>
                  </a:lnTo>
                  <a:lnTo>
                    <a:pt x="420787" y="180778"/>
                  </a:lnTo>
                  <a:lnTo>
                    <a:pt x="418866" y="180778"/>
                  </a:lnTo>
                  <a:lnTo>
                    <a:pt x="416944" y="180778"/>
                  </a:lnTo>
                  <a:lnTo>
                    <a:pt x="415023" y="180778"/>
                  </a:lnTo>
                  <a:lnTo>
                    <a:pt x="413102" y="180778"/>
                  </a:lnTo>
                  <a:lnTo>
                    <a:pt x="411180" y="180778"/>
                  </a:lnTo>
                  <a:lnTo>
                    <a:pt x="409259" y="180778"/>
                  </a:lnTo>
                  <a:lnTo>
                    <a:pt x="407337" y="180778"/>
                  </a:lnTo>
                  <a:lnTo>
                    <a:pt x="405416" y="180778"/>
                  </a:lnTo>
                  <a:lnTo>
                    <a:pt x="403495" y="180778"/>
                  </a:lnTo>
                  <a:lnTo>
                    <a:pt x="401573" y="180778"/>
                  </a:lnTo>
                  <a:lnTo>
                    <a:pt x="399652" y="180778"/>
                  </a:lnTo>
                  <a:lnTo>
                    <a:pt x="397730" y="180778"/>
                  </a:lnTo>
                  <a:lnTo>
                    <a:pt x="395809" y="180778"/>
                  </a:lnTo>
                  <a:lnTo>
                    <a:pt x="393888" y="180778"/>
                  </a:lnTo>
                  <a:lnTo>
                    <a:pt x="391966" y="180778"/>
                  </a:lnTo>
                  <a:lnTo>
                    <a:pt x="390045" y="180778"/>
                  </a:lnTo>
                  <a:lnTo>
                    <a:pt x="388123" y="180778"/>
                  </a:lnTo>
                  <a:lnTo>
                    <a:pt x="386202" y="180778"/>
                  </a:lnTo>
                  <a:lnTo>
                    <a:pt x="384281" y="180778"/>
                  </a:lnTo>
                  <a:lnTo>
                    <a:pt x="382359" y="180778"/>
                  </a:lnTo>
                  <a:lnTo>
                    <a:pt x="380438" y="180778"/>
                  </a:lnTo>
                  <a:lnTo>
                    <a:pt x="378516" y="180778"/>
                  </a:lnTo>
                  <a:lnTo>
                    <a:pt x="376595" y="180778"/>
                  </a:lnTo>
                  <a:lnTo>
                    <a:pt x="374674" y="180778"/>
                  </a:lnTo>
                  <a:lnTo>
                    <a:pt x="372752" y="180778"/>
                  </a:lnTo>
                  <a:lnTo>
                    <a:pt x="370831" y="180778"/>
                  </a:lnTo>
                  <a:lnTo>
                    <a:pt x="368909" y="180778"/>
                  </a:lnTo>
                  <a:lnTo>
                    <a:pt x="366988" y="180778"/>
                  </a:lnTo>
                  <a:lnTo>
                    <a:pt x="365067" y="180778"/>
                  </a:lnTo>
                  <a:lnTo>
                    <a:pt x="363145" y="180778"/>
                  </a:lnTo>
                  <a:lnTo>
                    <a:pt x="361224" y="180778"/>
                  </a:lnTo>
                  <a:lnTo>
                    <a:pt x="359302" y="180778"/>
                  </a:lnTo>
                  <a:lnTo>
                    <a:pt x="357381" y="180778"/>
                  </a:lnTo>
                  <a:lnTo>
                    <a:pt x="355459" y="180778"/>
                  </a:lnTo>
                  <a:lnTo>
                    <a:pt x="353538" y="180778"/>
                  </a:lnTo>
                  <a:lnTo>
                    <a:pt x="351617" y="180778"/>
                  </a:lnTo>
                  <a:lnTo>
                    <a:pt x="349695" y="180778"/>
                  </a:lnTo>
                  <a:lnTo>
                    <a:pt x="347774" y="180778"/>
                  </a:lnTo>
                  <a:lnTo>
                    <a:pt x="345852" y="180778"/>
                  </a:lnTo>
                  <a:lnTo>
                    <a:pt x="343931" y="180778"/>
                  </a:lnTo>
                  <a:lnTo>
                    <a:pt x="342010" y="180778"/>
                  </a:lnTo>
                  <a:lnTo>
                    <a:pt x="340088" y="180778"/>
                  </a:lnTo>
                  <a:lnTo>
                    <a:pt x="338167" y="180778"/>
                  </a:lnTo>
                  <a:lnTo>
                    <a:pt x="336245" y="180778"/>
                  </a:lnTo>
                  <a:lnTo>
                    <a:pt x="334324" y="180778"/>
                  </a:lnTo>
                  <a:lnTo>
                    <a:pt x="332403" y="180778"/>
                  </a:lnTo>
                  <a:lnTo>
                    <a:pt x="330481" y="180778"/>
                  </a:lnTo>
                  <a:lnTo>
                    <a:pt x="328560" y="180778"/>
                  </a:lnTo>
                  <a:lnTo>
                    <a:pt x="326638" y="180778"/>
                  </a:lnTo>
                  <a:lnTo>
                    <a:pt x="324717" y="180778"/>
                  </a:lnTo>
                  <a:lnTo>
                    <a:pt x="322796" y="180778"/>
                  </a:lnTo>
                  <a:lnTo>
                    <a:pt x="320874" y="180778"/>
                  </a:lnTo>
                  <a:lnTo>
                    <a:pt x="318953" y="180778"/>
                  </a:lnTo>
                  <a:lnTo>
                    <a:pt x="317031" y="180778"/>
                  </a:lnTo>
                  <a:lnTo>
                    <a:pt x="315110" y="180778"/>
                  </a:lnTo>
                  <a:lnTo>
                    <a:pt x="313189" y="180778"/>
                  </a:lnTo>
                  <a:lnTo>
                    <a:pt x="311267" y="180778"/>
                  </a:lnTo>
                  <a:lnTo>
                    <a:pt x="309346" y="180778"/>
                  </a:lnTo>
                  <a:lnTo>
                    <a:pt x="307424" y="180778"/>
                  </a:lnTo>
                  <a:lnTo>
                    <a:pt x="305503" y="180778"/>
                  </a:lnTo>
                  <a:lnTo>
                    <a:pt x="303582" y="180778"/>
                  </a:lnTo>
                  <a:lnTo>
                    <a:pt x="301660" y="180778"/>
                  </a:lnTo>
                  <a:lnTo>
                    <a:pt x="299739" y="180778"/>
                  </a:lnTo>
                  <a:lnTo>
                    <a:pt x="297817" y="180778"/>
                  </a:lnTo>
                  <a:lnTo>
                    <a:pt x="295896" y="180778"/>
                  </a:lnTo>
                  <a:lnTo>
                    <a:pt x="293975" y="180778"/>
                  </a:lnTo>
                  <a:lnTo>
                    <a:pt x="292053" y="180778"/>
                  </a:lnTo>
                  <a:lnTo>
                    <a:pt x="290132" y="180778"/>
                  </a:lnTo>
                  <a:lnTo>
                    <a:pt x="288210" y="180778"/>
                  </a:lnTo>
                  <a:lnTo>
                    <a:pt x="286289" y="180778"/>
                  </a:lnTo>
                  <a:lnTo>
                    <a:pt x="284367" y="180778"/>
                  </a:lnTo>
                  <a:lnTo>
                    <a:pt x="282446" y="180778"/>
                  </a:lnTo>
                  <a:lnTo>
                    <a:pt x="280525" y="180778"/>
                  </a:lnTo>
                  <a:lnTo>
                    <a:pt x="278603" y="180778"/>
                  </a:lnTo>
                  <a:lnTo>
                    <a:pt x="276682" y="180778"/>
                  </a:lnTo>
                  <a:lnTo>
                    <a:pt x="274760" y="180778"/>
                  </a:lnTo>
                  <a:lnTo>
                    <a:pt x="272839" y="180778"/>
                  </a:lnTo>
                  <a:lnTo>
                    <a:pt x="270918" y="180778"/>
                  </a:lnTo>
                  <a:lnTo>
                    <a:pt x="268996" y="180778"/>
                  </a:lnTo>
                  <a:lnTo>
                    <a:pt x="267075" y="180778"/>
                  </a:lnTo>
                  <a:lnTo>
                    <a:pt x="265153" y="180778"/>
                  </a:lnTo>
                  <a:lnTo>
                    <a:pt x="263232" y="180778"/>
                  </a:lnTo>
                  <a:lnTo>
                    <a:pt x="261311" y="180778"/>
                  </a:lnTo>
                  <a:lnTo>
                    <a:pt x="259389" y="180778"/>
                  </a:lnTo>
                  <a:lnTo>
                    <a:pt x="257468" y="180778"/>
                  </a:lnTo>
                  <a:lnTo>
                    <a:pt x="255546" y="180778"/>
                  </a:lnTo>
                  <a:lnTo>
                    <a:pt x="253625" y="180778"/>
                  </a:lnTo>
                  <a:lnTo>
                    <a:pt x="251704" y="180778"/>
                  </a:lnTo>
                  <a:lnTo>
                    <a:pt x="249782" y="180778"/>
                  </a:lnTo>
                  <a:lnTo>
                    <a:pt x="247861" y="180778"/>
                  </a:lnTo>
                  <a:lnTo>
                    <a:pt x="245939" y="180778"/>
                  </a:lnTo>
                  <a:lnTo>
                    <a:pt x="244018" y="180778"/>
                  </a:lnTo>
                  <a:lnTo>
                    <a:pt x="242097" y="180778"/>
                  </a:lnTo>
                  <a:lnTo>
                    <a:pt x="240175" y="180778"/>
                  </a:lnTo>
                  <a:lnTo>
                    <a:pt x="238254" y="180778"/>
                  </a:lnTo>
                  <a:lnTo>
                    <a:pt x="236332" y="180778"/>
                  </a:lnTo>
                  <a:lnTo>
                    <a:pt x="234411" y="180778"/>
                  </a:lnTo>
                  <a:lnTo>
                    <a:pt x="232490" y="180778"/>
                  </a:lnTo>
                  <a:lnTo>
                    <a:pt x="230568" y="180778"/>
                  </a:lnTo>
                  <a:lnTo>
                    <a:pt x="228647" y="180778"/>
                  </a:lnTo>
                  <a:lnTo>
                    <a:pt x="226725" y="180778"/>
                  </a:lnTo>
                  <a:lnTo>
                    <a:pt x="224804" y="180778"/>
                  </a:lnTo>
                  <a:lnTo>
                    <a:pt x="222883" y="180778"/>
                  </a:lnTo>
                  <a:lnTo>
                    <a:pt x="220961" y="180778"/>
                  </a:lnTo>
                  <a:lnTo>
                    <a:pt x="219040" y="180778"/>
                  </a:lnTo>
                  <a:lnTo>
                    <a:pt x="217118" y="180778"/>
                  </a:lnTo>
                  <a:lnTo>
                    <a:pt x="215197" y="180778"/>
                  </a:lnTo>
                  <a:lnTo>
                    <a:pt x="213275" y="180778"/>
                  </a:lnTo>
                  <a:lnTo>
                    <a:pt x="211354" y="180778"/>
                  </a:lnTo>
                  <a:lnTo>
                    <a:pt x="209433" y="180778"/>
                  </a:lnTo>
                  <a:lnTo>
                    <a:pt x="207511" y="180778"/>
                  </a:lnTo>
                  <a:lnTo>
                    <a:pt x="205590" y="180778"/>
                  </a:lnTo>
                  <a:lnTo>
                    <a:pt x="203668" y="180778"/>
                  </a:lnTo>
                  <a:lnTo>
                    <a:pt x="201747" y="180778"/>
                  </a:lnTo>
                  <a:lnTo>
                    <a:pt x="199826" y="180778"/>
                  </a:lnTo>
                  <a:lnTo>
                    <a:pt x="197904" y="180778"/>
                  </a:lnTo>
                  <a:lnTo>
                    <a:pt x="195983" y="180778"/>
                  </a:lnTo>
                  <a:lnTo>
                    <a:pt x="194061" y="180778"/>
                  </a:lnTo>
                  <a:lnTo>
                    <a:pt x="192140" y="180778"/>
                  </a:lnTo>
                  <a:lnTo>
                    <a:pt x="190219" y="180778"/>
                  </a:lnTo>
                  <a:lnTo>
                    <a:pt x="188297" y="180778"/>
                  </a:lnTo>
                  <a:lnTo>
                    <a:pt x="186376" y="180778"/>
                  </a:lnTo>
                  <a:lnTo>
                    <a:pt x="184454" y="180778"/>
                  </a:lnTo>
                  <a:lnTo>
                    <a:pt x="182533" y="180778"/>
                  </a:lnTo>
                  <a:lnTo>
                    <a:pt x="180612" y="180778"/>
                  </a:lnTo>
                  <a:lnTo>
                    <a:pt x="178690" y="180778"/>
                  </a:lnTo>
                  <a:lnTo>
                    <a:pt x="176769" y="180778"/>
                  </a:lnTo>
                  <a:lnTo>
                    <a:pt x="174847" y="180778"/>
                  </a:lnTo>
                  <a:lnTo>
                    <a:pt x="172926" y="180778"/>
                  </a:lnTo>
                  <a:lnTo>
                    <a:pt x="171005" y="180778"/>
                  </a:lnTo>
                  <a:lnTo>
                    <a:pt x="169083" y="180778"/>
                  </a:lnTo>
                  <a:lnTo>
                    <a:pt x="167162" y="180778"/>
                  </a:lnTo>
                  <a:lnTo>
                    <a:pt x="165240" y="180778"/>
                  </a:lnTo>
                  <a:lnTo>
                    <a:pt x="163319" y="180778"/>
                  </a:lnTo>
                  <a:lnTo>
                    <a:pt x="161398" y="180778"/>
                  </a:lnTo>
                  <a:lnTo>
                    <a:pt x="159476" y="180778"/>
                  </a:lnTo>
                  <a:lnTo>
                    <a:pt x="157555" y="180778"/>
                  </a:lnTo>
                  <a:lnTo>
                    <a:pt x="155633" y="180778"/>
                  </a:lnTo>
                  <a:lnTo>
                    <a:pt x="153712" y="180778"/>
                  </a:lnTo>
                  <a:lnTo>
                    <a:pt x="151791" y="180778"/>
                  </a:lnTo>
                  <a:lnTo>
                    <a:pt x="149869" y="180778"/>
                  </a:lnTo>
                  <a:lnTo>
                    <a:pt x="147948" y="180778"/>
                  </a:lnTo>
                  <a:lnTo>
                    <a:pt x="146026" y="180778"/>
                  </a:lnTo>
                  <a:lnTo>
                    <a:pt x="144105" y="180778"/>
                  </a:lnTo>
                  <a:lnTo>
                    <a:pt x="142183" y="180778"/>
                  </a:lnTo>
                  <a:lnTo>
                    <a:pt x="140262" y="180778"/>
                  </a:lnTo>
                  <a:lnTo>
                    <a:pt x="138341" y="180778"/>
                  </a:lnTo>
                  <a:lnTo>
                    <a:pt x="136419" y="180778"/>
                  </a:lnTo>
                  <a:lnTo>
                    <a:pt x="134498" y="180778"/>
                  </a:lnTo>
                  <a:lnTo>
                    <a:pt x="132576" y="180778"/>
                  </a:lnTo>
                  <a:lnTo>
                    <a:pt x="130655" y="180778"/>
                  </a:lnTo>
                  <a:lnTo>
                    <a:pt x="128734" y="180778"/>
                  </a:lnTo>
                  <a:lnTo>
                    <a:pt x="126812" y="180778"/>
                  </a:lnTo>
                  <a:lnTo>
                    <a:pt x="124891" y="180778"/>
                  </a:lnTo>
                  <a:lnTo>
                    <a:pt x="122969" y="180778"/>
                  </a:lnTo>
                  <a:lnTo>
                    <a:pt x="121048" y="180778"/>
                  </a:lnTo>
                  <a:lnTo>
                    <a:pt x="119127" y="180778"/>
                  </a:lnTo>
                  <a:lnTo>
                    <a:pt x="117205" y="180778"/>
                  </a:lnTo>
                  <a:lnTo>
                    <a:pt x="115284" y="180778"/>
                  </a:lnTo>
                  <a:lnTo>
                    <a:pt x="113362" y="180778"/>
                  </a:lnTo>
                  <a:lnTo>
                    <a:pt x="111441" y="180778"/>
                  </a:lnTo>
                  <a:lnTo>
                    <a:pt x="109520" y="180778"/>
                  </a:lnTo>
                  <a:lnTo>
                    <a:pt x="107598" y="180778"/>
                  </a:lnTo>
                  <a:lnTo>
                    <a:pt x="105677" y="180778"/>
                  </a:lnTo>
                  <a:lnTo>
                    <a:pt x="103755" y="180778"/>
                  </a:lnTo>
                  <a:lnTo>
                    <a:pt x="101834" y="180778"/>
                  </a:lnTo>
                  <a:lnTo>
                    <a:pt x="99913" y="180778"/>
                  </a:lnTo>
                  <a:lnTo>
                    <a:pt x="97991" y="180778"/>
                  </a:lnTo>
                  <a:lnTo>
                    <a:pt x="96070" y="180778"/>
                  </a:lnTo>
                  <a:lnTo>
                    <a:pt x="94148" y="180778"/>
                  </a:lnTo>
                  <a:lnTo>
                    <a:pt x="92227" y="180778"/>
                  </a:lnTo>
                  <a:lnTo>
                    <a:pt x="90306" y="180778"/>
                  </a:lnTo>
                  <a:lnTo>
                    <a:pt x="88384" y="180778"/>
                  </a:lnTo>
                  <a:lnTo>
                    <a:pt x="86463" y="180778"/>
                  </a:lnTo>
                  <a:lnTo>
                    <a:pt x="84541" y="180778"/>
                  </a:lnTo>
                  <a:lnTo>
                    <a:pt x="82620" y="180778"/>
                  </a:lnTo>
                  <a:lnTo>
                    <a:pt x="80699" y="180778"/>
                  </a:lnTo>
                  <a:lnTo>
                    <a:pt x="78777" y="180778"/>
                  </a:lnTo>
                  <a:lnTo>
                    <a:pt x="76856" y="180778"/>
                  </a:lnTo>
                  <a:lnTo>
                    <a:pt x="74934" y="180778"/>
                  </a:lnTo>
                  <a:lnTo>
                    <a:pt x="73013" y="180778"/>
                  </a:lnTo>
                  <a:lnTo>
                    <a:pt x="71091" y="180778"/>
                  </a:lnTo>
                  <a:lnTo>
                    <a:pt x="69170" y="180778"/>
                  </a:lnTo>
                  <a:lnTo>
                    <a:pt x="67249" y="180778"/>
                  </a:lnTo>
                  <a:lnTo>
                    <a:pt x="65327" y="180778"/>
                  </a:lnTo>
                  <a:lnTo>
                    <a:pt x="63406" y="180778"/>
                  </a:lnTo>
                  <a:lnTo>
                    <a:pt x="61484" y="180778"/>
                  </a:lnTo>
                  <a:lnTo>
                    <a:pt x="59563" y="180778"/>
                  </a:lnTo>
                  <a:lnTo>
                    <a:pt x="57642" y="180778"/>
                  </a:lnTo>
                  <a:lnTo>
                    <a:pt x="55720" y="180778"/>
                  </a:lnTo>
                  <a:lnTo>
                    <a:pt x="53799" y="180778"/>
                  </a:lnTo>
                  <a:lnTo>
                    <a:pt x="51877" y="180778"/>
                  </a:lnTo>
                  <a:lnTo>
                    <a:pt x="49956" y="180778"/>
                  </a:lnTo>
                  <a:lnTo>
                    <a:pt x="48035" y="180778"/>
                  </a:lnTo>
                  <a:lnTo>
                    <a:pt x="46113" y="180778"/>
                  </a:lnTo>
                  <a:lnTo>
                    <a:pt x="44192" y="180778"/>
                  </a:lnTo>
                  <a:lnTo>
                    <a:pt x="42270" y="180778"/>
                  </a:lnTo>
                  <a:lnTo>
                    <a:pt x="40349" y="180778"/>
                  </a:lnTo>
                  <a:lnTo>
                    <a:pt x="38428" y="180778"/>
                  </a:lnTo>
                  <a:lnTo>
                    <a:pt x="36506" y="180778"/>
                  </a:lnTo>
                  <a:lnTo>
                    <a:pt x="34585" y="180778"/>
                  </a:lnTo>
                  <a:lnTo>
                    <a:pt x="32663" y="180778"/>
                  </a:lnTo>
                  <a:lnTo>
                    <a:pt x="30742" y="180778"/>
                  </a:lnTo>
                  <a:lnTo>
                    <a:pt x="28821" y="180778"/>
                  </a:lnTo>
                  <a:lnTo>
                    <a:pt x="26899" y="180778"/>
                  </a:lnTo>
                  <a:lnTo>
                    <a:pt x="24978" y="180778"/>
                  </a:lnTo>
                  <a:lnTo>
                    <a:pt x="23056" y="180778"/>
                  </a:lnTo>
                  <a:lnTo>
                    <a:pt x="21135" y="180778"/>
                  </a:lnTo>
                  <a:lnTo>
                    <a:pt x="19214" y="180778"/>
                  </a:lnTo>
                  <a:lnTo>
                    <a:pt x="17292" y="180778"/>
                  </a:lnTo>
                  <a:lnTo>
                    <a:pt x="15371" y="180778"/>
                  </a:lnTo>
                  <a:lnTo>
                    <a:pt x="13449" y="180778"/>
                  </a:lnTo>
                  <a:lnTo>
                    <a:pt x="11528" y="180778"/>
                  </a:lnTo>
                  <a:lnTo>
                    <a:pt x="9607" y="180778"/>
                  </a:lnTo>
                  <a:lnTo>
                    <a:pt x="7685" y="180778"/>
                  </a:lnTo>
                  <a:lnTo>
                    <a:pt x="5764" y="180778"/>
                  </a:lnTo>
                  <a:lnTo>
                    <a:pt x="3842" y="180778"/>
                  </a:lnTo>
                  <a:lnTo>
                    <a:pt x="1921" y="18077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3029362" y="5802644"/>
              <a:ext cx="981838" cy="180775"/>
            </a:xfrm>
            <a:custGeom>
              <a:avLst/>
              <a:pathLst>
                <a:path w="981838" h="180775">
                  <a:moveTo>
                    <a:pt x="0" y="180775"/>
                  </a:moveTo>
                  <a:lnTo>
                    <a:pt x="1921" y="180774"/>
                  </a:lnTo>
                  <a:lnTo>
                    <a:pt x="3842" y="180773"/>
                  </a:lnTo>
                  <a:lnTo>
                    <a:pt x="5764" y="180772"/>
                  </a:lnTo>
                  <a:lnTo>
                    <a:pt x="7685" y="180771"/>
                  </a:lnTo>
                  <a:lnTo>
                    <a:pt x="9607" y="180770"/>
                  </a:lnTo>
                  <a:lnTo>
                    <a:pt x="11528" y="180769"/>
                  </a:lnTo>
                  <a:lnTo>
                    <a:pt x="13449" y="180767"/>
                  </a:lnTo>
                  <a:lnTo>
                    <a:pt x="15371" y="180765"/>
                  </a:lnTo>
                  <a:lnTo>
                    <a:pt x="17292" y="180763"/>
                  </a:lnTo>
                  <a:lnTo>
                    <a:pt x="19214" y="180760"/>
                  </a:lnTo>
                  <a:lnTo>
                    <a:pt x="21135" y="180758"/>
                  </a:lnTo>
                  <a:lnTo>
                    <a:pt x="23056" y="180754"/>
                  </a:lnTo>
                  <a:lnTo>
                    <a:pt x="24978" y="180750"/>
                  </a:lnTo>
                  <a:lnTo>
                    <a:pt x="26899" y="180746"/>
                  </a:lnTo>
                  <a:lnTo>
                    <a:pt x="28821" y="180741"/>
                  </a:lnTo>
                  <a:lnTo>
                    <a:pt x="30742" y="180735"/>
                  </a:lnTo>
                  <a:lnTo>
                    <a:pt x="32663" y="180728"/>
                  </a:lnTo>
                  <a:lnTo>
                    <a:pt x="34585" y="180721"/>
                  </a:lnTo>
                  <a:lnTo>
                    <a:pt x="36506" y="180713"/>
                  </a:lnTo>
                  <a:lnTo>
                    <a:pt x="38428" y="180704"/>
                  </a:lnTo>
                  <a:lnTo>
                    <a:pt x="40349" y="180693"/>
                  </a:lnTo>
                  <a:lnTo>
                    <a:pt x="42270" y="180682"/>
                  </a:lnTo>
                  <a:lnTo>
                    <a:pt x="44192" y="180669"/>
                  </a:lnTo>
                  <a:lnTo>
                    <a:pt x="46113" y="180655"/>
                  </a:lnTo>
                  <a:lnTo>
                    <a:pt x="48035" y="180639"/>
                  </a:lnTo>
                  <a:lnTo>
                    <a:pt x="49956" y="180621"/>
                  </a:lnTo>
                  <a:lnTo>
                    <a:pt x="51877" y="180602"/>
                  </a:lnTo>
                  <a:lnTo>
                    <a:pt x="53799" y="180581"/>
                  </a:lnTo>
                  <a:lnTo>
                    <a:pt x="55720" y="180559"/>
                  </a:lnTo>
                  <a:lnTo>
                    <a:pt x="57642" y="180534"/>
                  </a:lnTo>
                  <a:lnTo>
                    <a:pt x="59563" y="180507"/>
                  </a:lnTo>
                  <a:lnTo>
                    <a:pt x="61484" y="180478"/>
                  </a:lnTo>
                  <a:lnTo>
                    <a:pt x="63406" y="180447"/>
                  </a:lnTo>
                  <a:lnTo>
                    <a:pt x="65327" y="180414"/>
                  </a:lnTo>
                  <a:lnTo>
                    <a:pt x="67249" y="180377"/>
                  </a:lnTo>
                  <a:lnTo>
                    <a:pt x="69170" y="180339"/>
                  </a:lnTo>
                  <a:lnTo>
                    <a:pt x="71091" y="180298"/>
                  </a:lnTo>
                  <a:lnTo>
                    <a:pt x="73013" y="180255"/>
                  </a:lnTo>
                  <a:lnTo>
                    <a:pt x="74934" y="180209"/>
                  </a:lnTo>
                  <a:lnTo>
                    <a:pt x="76856" y="180160"/>
                  </a:lnTo>
                  <a:lnTo>
                    <a:pt x="78777" y="180109"/>
                  </a:lnTo>
                  <a:lnTo>
                    <a:pt x="80699" y="180056"/>
                  </a:lnTo>
                  <a:lnTo>
                    <a:pt x="82620" y="180000"/>
                  </a:lnTo>
                  <a:lnTo>
                    <a:pt x="84541" y="179942"/>
                  </a:lnTo>
                  <a:lnTo>
                    <a:pt x="86463" y="179882"/>
                  </a:lnTo>
                  <a:lnTo>
                    <a:pt x="88384" y="179819"/>
                  </a:lnTo>
                  <a:lnTo>
                    <a:pt x="90306" y="179755"/>
                  </a:lnTo>
                  <a:lnTo>
                    <a:pt x="92227" y="179689"/>
                  </a:lnTo>
                  <a:lnTo>
                    <a:pt x="94148" y="179622"/>
                  </a:lnTo>
                  <a:lnTo>
                    <a:pt x="96070" y="179553"/>
                  </a:lnTo>
                  <a:lnTo>
                    <a:pt x="97991" y="179483"/>
                  </a:lnTo>
                  <a:lnTo>
                    <a:pt x="99913" y="179412"/>
                  </a:lnTo>
                  <a:lnTo>
                    <a:pt x="101834" y="179341"/>
                  </a:lnTo>
                  <a:lnTo>
                    <a:pt x="103755" y="179269"/>
                  </a:lnTo>
                  <a:lnTo>
                    <a:pt x="105677" y="179197"/>
                  </a:lnTo>
                  <a:lnTo>
                    <a:pt x="107598" y="179125"/>
                  </a:lnTo>
                  <a:lnTo>
                    <a:pt x="109520" y="179053"/>
                  </a:lnTo>
                  <a:lnTo>
                    <a:pt x="111441" y="178982"/>
                  </a:lnTo>
                  <a:lnTo>
                    <a:pt x="113362" y="178913"/>
                  </a:lnTo>
                  <a:lnTo>
                    <a:pt x="115284" y="178844"/>
                  </a:lnTo>
                  <a:lnTo>
                    <a:pt x="117205" y="178777"/>
                  </a:lnTo>
                  <a:lnTo>
                    <a:pt x="119127" y="178712"/>
                  </a:lnTo>
                  <a:lnTo>
                    <a:pt x="121048" y="178649"/>
                  </a:lnTo>
                  <a:lnTo>
                    <a:pt x="122969" y="178588"/>
                  </a:lnTo>
                  <a:lnTo>
                    <a:pt x="124891" y="178529"/>
                  </a:lnTo>
                  <a:lnTo>
                    <a:pt x="126812" y="178474"/>
                  </a:lnTo>
                  <a:lnTo>
                    <a:pt x="128734" y="178421"/>
                  </a:lnTo>
                  <a:lnTo>
                    <a:pt x="130655" y="178372"/>
                  </a:lnTo>
                  <a:lnTo>
                    <a:pt x="132576" y="178325"/>
                  </a:lnTo>
                  <a:lnTo>
                    <a:pt x="134498" y="178281"/>
                  </a:lnTo>
                  <a:lnTo>
                    <a:pt x="136419" y="178242"/>
                  </a:lnTo>
                  <a:lnTo>
                    <a:pt x="138341" y="178205"/>
                  </a:lnTo>
                  <a:lnTo>
                    <a:pt x="140262" y="178172"/>
                  </a:lnTo>
                  <a:lnTo>
                    <a:pt x="142183" y="178142"/>
                  </a:lnTo>
                  <a:lnTo>
                    <a:pt x="144105" y="178116"/>
                  </a:lnTo>
                  <a:lnTo>
                    <a:pt x="146026" y="178093"/>
                  </a:lnTo>
                  <a:lnTo>
                    <a:pt x="147948" y="178073"/>
                  </a:lnTo>
                  <a:lnTo>
                    <a:pt x="149869" y="178056"/>
                  </a:lnTo>
                  <a:lnTo>
                    <a:pt x="151791" y="178042"/>
                  </a:lnTo>
                  <a:lnTo>
                    <a:pt x="153712" y="178031"/>
                  </a:lnTo>
                  <a:lnTo>
                    <a:pt x="155633" y="178023"/>
                  </a:lnTo>
                  <a:lnTo>
                    <a:pt x="157555" y="178017"/>
                  </a:lnTo>
                  <a:lnTo>
                    <a:pt x="159476" y="178012"/>
                  </a:lnTo>
                  <a:lnTo>
                    <a:pt x="161398" y="178010"/>
                  </a:lnTo>
                  <a:lnTo>
                    <a:pt x="163319" y="178010"/>
                  </a:lnTo>
                  <a:lnTo>
                    <a:pt x="165240" y="178011"/>
                  </a:lnTo>
                  <a:lnTo>
                    <a:pt x="167162" y="178014"/>
                  </a:lnTo>
                  <a:lnTo>
                    <a:pt x="169083" y="178017"/>
                  </a:lnTo>
                  <a:lnTo>
                    <a:pt x="171005" y="178021"/>
                  </a:lnTo>
                  <a:lnTo>
                    <a:pt x="172926" y="178026"/>
                  </a:lnTo>
                  <a:lnTo>
                    <a:pt x="174847" y="178031"/>
                  </a:lnTo>
                  <a:lnTo>
                    <a:pt x="176769" y="178036"/>
                  </a:lnTo>
                  <a:lnTo>
                    <a:pt x="178690" y="178041"/>
                  </a:lnTo>
                  <a:lnTo>
                    <a:pt x="180612" y="178046"/>
                  </a:lnTo>
                  <a:lnTo>
                    <a:pt x="182533" y="178050"/>
                  </a:lnTo>
                  <a:lnTo>
                    <a:pt x="184454" y="178054"/>
                  </a:lnTo>
                  <a:lnTo>
                    <a:pt x="186376" y="178057"/>
                  </a:lnTo>
                  <a:lnTo>
                    <a:pt x="188297" y="178060"/>
                  </a:lnTo>
                  <a:lnTo>
                    <a:pt x="190219" y="178061"/>
                  </a:lnTo>
                  <a:lnTo>
                    <a:pt x="192140" y="178061"/>
                  </a:lnTo>
                  <a:lnTo>
                    <a:pt x="194061" y="178061"/>
                  </a:lnTo>
                  <a:lnTo>
                    <a:pt x="195983" y="178059"/>
                  </a:lnTo>
                  <a:lnTo>
                    <a:pt x="197904" y="178057"/>
                  </a:lnTo>
                  <a:lnTo>
                    <a:pt x="199826" y="178053"/>
                  </a:lnTo>
                  <a:lnTo>
                    <a:pt x="201747" y="178048"/>
                  </a:lnTo>
                  <a:lnTo>
                    <a:pt x="203668" y="178042"/>
                  </a:lnTo>
                  <a:lnTo>
                    <a:pt x="205590" y="178035"/>
                  </a:lnTo>
                  <a:lnTo>
                    <a:pt x="207511" y="178027"/>
                  </a:lnTo>
                  <a:lnTo>
                    <a:pt x="209433" y="178019"/>
                  </a:lnTo>
                  <a:lnTo>
                    <a:pt x="211354" y="178009"/>
                  </a:lnTo>
                  <a:lnTo>
                    <a:pt x="213275" y="177999"/>
                  </a:lnTo>
                  <a:lnTo>
                    <a:pt x="215197" y="177987"/>
                  </a:lnTo>
                  <a:lnTo>
                    <a:pt x="217118" y="177975"/>
                  </a:lnTo>
                  <a:lnTo>
                    <a:pt x="219040" y="177962"/>
                  </a:lnTo>
                  <a:lnTo>
                    <a:pt x="220961" y="177949"/>
                  </a:lnTo>
                  <a:lnTo>
                    <a:pt x="222883" y="177935"/>
                  </a:lnTo>
                  <a:lnTo>
                    <a:pt x="224804" y="177920"/>
                  </a:lnTo>
                  <a:lnTo>
                    <a:pt x="226725" y="177905"/>
                  </a:lnTo>
                  <a:lnTo>
                    <a:pt x="228647" y="177889"/>
                  </a:lnTo>
                  <a:lnTo>
                    <a:pt x="230568" y="177872"/>
                  </a:lnTo>
                  <a:lnTo>
                    <a:pt x="232490" y="177854"/>
                  </a:lnTo>
                  <a:lnTo>
                    <a:pt x="234411" y="177836"/>
                  </a:lnTo>
                  <a:lnTo>
                    <a:pt x="236332" y="177817"/>
                  </a:lnTo>
                  <a:lnTo>
                    <a:pt x="238254" y="177798"/>
                  </a:lnTo>
                  <a:lnTo>
                    <a:pt x="240175" y="177777"/>
                  </a:lnTo>
                  <a:lnTo>
                    <a:pt x="242097" y="177756"/>
                  </a:lnTo>
                  <a:lnTo>
                    <a:pt x="244018" y="177734"/>
                  </a:lnTo>
                  <a:lnTo>
                    <a:pt x="245939" y="177712"/>
                  </a:lnTo>
                  <a:lnTo>
                    <a:pt x="247861" y="177688"/>
                  </a:lnTo>
                  <a:lnTo>
                    <a:pt x="249782" y="177664"/>
                  </a:lnTo>
                  <a:lnTo>
                    <a:pt x="251704" y="177638"/>
                  </a:lnTo>
                  <a:lnTo>
                    <a:pt x="253625" y="177613"/>
                  </a:lnTo>
                  <a:lnTo>
                    <a:pt x="255546" y="177586"/>
                  </a:lnTo>
                  <a:lnTo>
                    <a:pt x="257468" y="177559"/>
                  </a:lnTo>
                  <a:lnTo>
                    <a:pt x="259389" y="177531"/>
                  </a:lnTo>
                  <a:lnTo>
                    <a:pt x="261311" y="177503"/>
                  </a:lnTo>
                  <a:lnTo>
                    <a:pt x="263232" y="177474"/>
                  </a:lnTo>
                  <a:lnTo>
                    <a:pt x="265153" y="177445"/>
                  </a:lnTo>
                  <a:lnTo>
                    <a:pt x="267075" y="177416"/>
                  </a:lnTo>
                  <a:lnTo>
                    <a:pt x="268996" y="177388"/>
                  </a:lnTo>
                  <a:lnTo>
                    <a:pt x="270918" y="177359"/>
                  </a:lnTo>
                  <a:lnTo>
                    <a:pt x="272839" y="177331"/>
                  </a:lnTo>
                  <a:lnTo>
                    <a:pt x="274760" y="177304"/>
                  </a:lnTo>
                  <a:lnTo>
                    <a:pt x="276682" y="177278"/>
                  </a:lnTo>
                  <a:lnTo>
                    <a:pt x="278603" y="177253"/>
                  </a:lnTo>
                  <a:lnTo>
                    <a:pt x="280525" y="177228"/>
                  </a:lnTo>
                  <a:lnTo>
                    <a:pt x="282446" y="177206"/>
                  </a:lnTo>
                  <a:lnTo>
                    <a:pt x="284367" y="177185"/>
                  </a:lnTo>
                  <a:lnTo>
                    <a:pt x="286289" y="177166"/>
                  </a:lnTo>
                  <a:lnTo>
                    <a:pt x="288210" y="177149"/>
                  </a:lnTo>
                  <a:lnTo>
                    <a:pt x="290132" y="177134"/>
                  </a:lnTo>
                  <a:lnTo>
                    <a:pt x="292053" y="177122"/>
                  </a:lnTo>
                  <a:lnTo>
                    <a:pt x="293975" y="177112"/>
                  </a:lnTo>
                  <a:lnTo>
                    <a:pt x="295896" y="177105"/>
                  </a:lnTo>
                  <a:lnTo>
                    <a:pt x="297817" y="177099"/>
                  </a:lnTo>
                  <a:lnTo>
                    <a:pt x="299739" y="177096"/>
                  </a:lnTo>
                  <a:lnTo>
                    <a:pt x="301660" y="177096"/>
                  </a:lnTo>
                  <a:lnTo>
                    <a:pt x="303582" y="177098"/>
                  </a:lnTo>
                  <a:lnTo>
                    <a:pt x="305503" y="177102"/>
                  </a:lnTo>
                  <a:lnTo>
                    <a:pt x="307424" y="177109"/>
                  </a:lnTo>
                  <a:lnTo>
                    <a:pt x="309346" y="177117"/>
                  </a:lnTo>
                  <a:lnTo>
                    <a:pt x="311267" y="177127"/>
                  </a:lnTo>
                  <a:lnTo>
                    <a:pt x="313189" y="177138"/>
                  </a:lnTo>
                  <a:lnTo>
                    <a:pt x="315110" y="177150"/>
                  </a:lnTo>
                  <a:lnTo>
                    <a:pt x="317031" y="177163"/>
                  </a:lnTo>
                  <a:lnTo>
                    <a:pt x="318953" y="177177"/>
                  </a:lnTo>
                  <a:lnTo>
                    <a:pt x="320874" y="177191"/>
                  </a:lnTo>
                  <a:lnTo>
                    <a:pt x="322796" y="177204"/>
                  </a:lnTo>
                  <a:lnTo>
                    <a:pt x="324717" y="177217"/>
                  </a:lnTo>
                  <a:lnTo>
                    <a:pt x="326638" y="177229"/>
                  </a:lnTo>
                  <a:lnTo>
                    <a:pt x="328560" y="177240"/>
                  </a:lnTo>
                  <a:lnTo>
                    <a:pt x="330481" y="177249"/>
                  </a:lnTo>
                  <a:lnTo>
                    <a:pt x="332403" y="177256"/>
                  </a:lnTo>
                  <a:lnTo>
                    <a:pt x="334324" y="177260"/>
                  </a:lnTo>
                  <a:lnTo>
                    <a:pt x="336245" y="177262"/>
                  </a:lnTo>
                  <a:lnTo>
                    <a:pt x="338167" y="177260"/>
                  </a:lnTo>
                  <a:lnTo>
                    <a:pt x="340088" y="177255"/>
                  </a:lnTo>
                  <a:lnTo>
                    <a:pt x="342010" y="177247"/>
                  </a:lnTo>
                  <a:lnTo>
                    <a:pt x="343931" y="177235"/>
                  </a:lnTo>
                  <a:lnTo>
                    <a:pt x="345852" y="177219"/>
                  </a:lnTo>
                  <a:lnTo>
                    <a:pt x="347774" y="177198"/>
                  </a:lnTo>
                  <a:lnTo>
                    <a:pt x="349695" y="177174"/>
                  </a:lnTo>
                  <a:lnTo>
                    <a:pt x="351617" y="177145"/>
                  </a:lnTo>
                  <a:lnTo>
                    <a:pt x="353538" y="177112"/>
                  </a:lnTo>
                  <a:lnTo>
                    <a:pt x="355459" y="177074"/>
                  </a:lnTo>
                  <a:lnTo>
                    <a:pt x="357381" y="177032"/>
                  </a:lnTo>
                  <a:lnTo>
                    <a:pt x="359302" y="176986"/>
                  </a:lnTo>
                  <a:lnTo>
                    <a:pt x="361224" y="176935"/>
                  </a:lnTo>
                  <a:lnTo>
                    <a:pt x="363145" y="176880"/>
                  </a:lnTo>
                  <a:lnTo>
                    <a:pt x="365067" y="176821"/>
                  </a:lnTo>
                  <a:lnTo>
                    <a:pt x="366988" y="176759"/>
                  </a:lnTo>
                  <a:lnTo>
                    <a:pt x="368909" y="176693"/>
                  </a:lnTo>
                  <a:lnTo>
                    <a:pt x="370831" y="176622"/>
                  </a:lnTo>
                  <a:lnTo>
                    <a:pt x="372752" y="176549"/>
                  </a:lnTo>
                  <a:lnTo>
                    <a:pt x="374674" y="176472"/>
                  </a:lnTo>
                  <a:lnTo>
                    <a:pt x="376595" y="176393"/>
                  </a:lnTo>
                  <a:lnTo>
                    <a:pt x="378516" y="176311"/>
                  </a:lnTo>
                  <a:lnTo>
                    <a:pt x="380438" y="176226"/>
                  </a:lnTo>
                  <a:lnTo>
                    <a:pt x="382359" y="176138"/>
                  </a:lnTo>
                  <a:lnTo>
                    <a:pt x="384281" y="176048"/>
                  </a:lnTo>
                  <a:lnTo>
                    <a:pt x="386202" y="175956"/>
                  </a:lnTo>
                  <a:lnTo>
                    <a:pt x="388123" y="175862"/>
                  </a:lnTo>
                  <a:lnTo>
                    <a:pt x="390045" y="175766"/>
                  </a:lnTo>
                  <a:lnTo>
                    <a:pt x="391966" y="175668"/>
                  </a:lnTo>
                  <a:lnTo>
                    <a:pt x="393888" y="175568"/>
                  </a:lnTo>
                  <a:lnTo>
                    <a:pt x="395809" y="175467"/>
                  </a:lnTo>
                  <a:lnTo>
                    <a:pt x="397730" y="175365"/>
                  </a:lnTo>
                  <a:lnTo>
                    <a:pt x="399652" y="175261"/>
                  </a:lnTo>
                  <a:lnTo>
                    <a:pt x="401573" y="175156"/>
                  </a:lnTo>
                  <a:lnTo>
                    <a:pt x="403495" y="175050"/>
                  </a:lnTo>
                  <a:lnTo>
                    <a:pt x="405416" y="174943"/>
                  </a:lnTo>
                  <a:lnTo>
                    <a:pt x="407337" y="174836"/>
                  </a:lnTo>
                  <a:lnTo>
                    <a:pt x="409259" y="174728"/>
                  </a:lnTo>
                  <a:lnTo>
                    <a:pt x="411180" y="174619"/>
                  </a:lnTo>
                  <a:lnTo>
                    <a:pt x="413102" y="174511"/>
                  </a:lnTo>
                  <a:lnTo>
                    <a:pt x="415023" y="174402"/>
                  </a:lnTo>
                  <a:lnTo>
                    <a:pt x="416944" y="174293"/>
                  </a:lnTo>
                  <a:lnTo>
                    <a:pt x="418866" y="174185"/>
                  </a:lnTo>
                  <a:lnTo>
                    <a:pt x="420787" y="174078"/>
                  </a:lnTo>
                  <a:lnTo>
                    <a:pt x="422709" y="173972"/>
                  </a:lnTo>
                  <a:lnTo>
                    <a:pt x="424630" y="173866"/>
                  </a:lnTo>
                  <a:lnTo>
                    <a:pt x="426551" y="173763"/>
                  </a:lnTo>
                  <a:lnTo>
                    <a:pt x="428473" y="173660"/>
                  </a:lnTo>
                  <a:lnTo>
                    <a:pt x="430394" y="173560"/>
                  </a:lnTo>
                  <a:lnTo>
                    <a:pt x="432316" y="173462"/>
                  </a:lnTo>
                  <a:lnTo>
                    <a:pt x="434237" y="173367"/>
                  </a:lnTo>
                  <a:lnTo>
                    <a:pt x="436159" y="173273"/>
                  </a:lnTo>
                  <a:lnTo>
                    <a:pt x="438080" y="173183"/>
                  </a:lnTo>
                  <a:lnTo>
                    <a:pt x="440001" y="173095"/>
                  </a:lnTo>
                  <a:lnTo>
                    <a:pt x="441923" y="173010"/>
                  </a:lnTo>
                  <a:lnTo>
                    <a:pt x="443844" y="172928"/>
                  </a:lnTo>
                  <a:lnTo>
                    <a:pt x="445766" y="172849"/>
                  </a:lnTo>
                  <a:lnTo>
                    <a:pt x="447687" y="172773"/>
                  </a:lnTo>
                  <a:lnTo>
                    <a:pt x="449608" y="172700"/>
                  </a:lnTo>
                  <a:lnTo>
                    <a:pt x="451530" y="172629"/>
                  </a:lnTo>
                  <a:lnTo>
                    <a:pt x="453451" y="172560"/>
                  </a:lnTo>
                  <a:lnTo>
                    <a:pt x="455373" y="172493"/>
                  </a:lnTo>
                  <a:lnTo>
                    <a:pt x="457294" y="172428"/>
                  </a:lnTo>
                  <a:lnTo>
                    <a:pt x="459215" y="172363"/>
                  </a:lnTo>
                  <a:lnTo>
                    <a:pt x="461137" y="172300"/>
                  </a:lnTo>
                  <a:lnTo>
                    <a:pt x="463058" y="172236"/>
                  </a:lnTo>
                  <a:lnTo>
                    <a:pt x="464980" y="172172"/>
                  </a:lnTo>
                  <a:lnTo>
                    <a:pt x="466901" y="172106"/>
                  </a:lnTo>
                  <a:lnTo>
                    <a:pt x="468822" y="172038"/>
                  </a:lnTo>
                  <a:lnTo>
                    <a:pt x="470744" y="171968"/>
                  </a:lnTo>
                  <a:lnTo>
                    <a:pt x="472665" y="171894"/>
                  </a:lnTo>
                  <a:lnTo>
                    <a:pt x="474587" y="171815"/>
                  </a:lnTo>
                  <a:lnTo>
                    <a:pt x="476508" y="171731"/>
                  </a:lnTo>
                  <a:lnTo>
                    <a:pt x="478429" y="171640"/>
                  </a:lnTo>
                  <a:lnTo>
                    <a:pt x="480351" y="171544"/>
                  </a:lnTo>
                  <a:lnTo>
                    <a:pt x="482272" y="171440"/>
                  </a:lnTo>
                  <a:lnTo>
                    <a:pt x="484194" y="171324"/>
                  </a:lnTo>
                  <a:lnTo>
                    <a:pt x="486115" y="171200"/>
                  </a:lnTo>
                  <a:lnTo>
                    <a:pt x="488036" y="171066"/>
                  </a:lnTo>
                  <a:lnTo>
                    <a:pt x="489958" y="170921"/>
                  </a:lnTo>
                  <a:lnTo>
                    <a:pt x="491879" y="170764"/>
                  </a:lnTo>
                  <a:lnTo>
                    <a:pt x="493801" y="170591"/>
                  </a:lnTo>
                  <a:lnTo>
                    <a:pt x="495722" y="170406"/>
                  </a:lnTo>
                  <a:lnTo>
                    <a:pt x="497643" y="170208"/>
                  </a:lnTo>
                  <a:lnTo>
                    <a:pt x="499565" y="169996"/>
                  </a:lnTo>
                  <a:lnTo>
                    <a:pt x="501486" y="169764"/>
                  </a:lnTo>
                  <a:lnTo>
                    <a:pt x="503408" y="169517"/>
                  </a:lnTo>
                  <a:lnTo>
                    <a:pt x="505329" y="169254"/>
                  </a:lnTo>
                  <a:lnTo>
                    <a:pt x="507250" y="168975"/>
                  </a:lnTo>
                  <a:lnTo>
                    <a:pt x="509172" y="168677"/>
                  </a:lnTo>
                  <a:lnTo>
                    <a:pt x="511093" y="168358"/>
                  </a:lnTo>
                  <a:lnTo>
                    <a:pt x="513015" y="168022"/>
                  </a:lnTo>
                  <a:lnTo>
                    <a:pt x="514936" y="167667"/>
                  </a:lnTo>
                  <a:lnTo>
                    <a:pt x="516858" y="167294"/>
                  </a:lnTo>
                  <a:lnTo>
                    <a:pt x="518779" y="166896"/>
                  </a:lnTo>
                  <a:lnTo>
                    <a:pt x="520700" y="166478"/>
                  </a:lnTo>
                  <a:lnTo>
                    <a:pt x="522622" y="166039"/>
                  </a:lnTo>
                  <a:lnTo>
                    <a:pt x="524543" y="165581"/>
                  </a:lnTo>
                  <a:lnTo>
                    <a:pt x="526465" y="165098"/>
                  </a:lnTo>
                  <a:lnTo>
                    <a:pt x="528386" y="164588"/>
                  </a:lnTo>
                  <a:lnTo>
                    <a:pt x="530307" y="164056"/>
                  </a:lnTo>
                  <a:lnTo>
                    <a:pt x="532229" y="163501"/>
                  </a:lnTo>
                  <a:lnTo>
                    <a:pt x="534150" y="162922"/>
                  </a:lnTo>
                  <a:lnTo>
                    <a:pt x="536072" y="162310"/>
                  </a:lnTo>
                  <a:lnTo>
                    <a:pt x="537993" y="161670"/>
                  </a:lnTo>
                  <a:lnTo>
                    <a:pt x="539914" y="161003"/>
                  </a:lnTo>
                  <a:lnTo>
                    <a:pt x="541836" y="160307"/>
                  </a:lnTo>
                  <a:lnTo>
                    <a:pt x="543757" y="159579"/>
                  </a:lnTo>
                  <a:lnTo>
                    <a:pt x="545679" y="158811"/>
                  </a:lnTo>
                  <a:lnTo>
                    <a:pt x="547600" y="158010"/>
                  </a:lnTo>
                  <a:lnTo>
                    <a:pt x="549521" y="157175"/>
                  </a:lnTo>
                  <a:lnTo>
                    <a:pt x="551443" y="156304"/>
                  </a:lnTo>
                  <a:lnTo>
                    <a:pt x="553364" y="155383"/>
                  </a:lnTo>
                  <a:lnTo>
                    <a:pt x="555286" y="154420"/>
                  </a:lnTo>
                  <a:lnTo>
                    <a:pt x="557207" y="153414"/>
                  </a:lnTo>
                  <a:lnTo>
                    <a:pt x="559128" y="152366"/>
                  </a:lnTo>
                  <a:lnTo>
                    <a:pt x="561050" y="151266"/>
                  </a:lnTo>
                  <a:lnTo>
                    <a:pt x="562971" y="150106"/>
                  </a:lnTo>
                  <a:lnTo>
                    <a:pt x="564893" y="148895"/>
                  </a:lnTo>
                  <a:lnTo>
                    <a:pt x="566814" y="147633"/>
                  </a:lnTo>
                  <a:lnTo>
                    <a:pt x="568735" y="146317"/>
                  </a:lnTo>
                  <a:lnTo>
                    <a:pt x="570657" y="144927"/>
                  </a:lnTo>
                  <a:lnTo>
                    <a:pt x="572578" y="143474"/>
                  </a:lnTo>
                  <a:lnTo>
                    <a:pt x="574500" y="141962"/>
                  </a:lnTo>
                  <a:lnTo>
                    <a:pt x="576421" y="140388"/>
                  </a:lnTo>
                  <a:lnTo>
                    <a:pt x="578342" y="138744"/>
                  </a:lnTo>
                  <a:lnTo>
                    <a:pt x="580264" y="137017"/>
                  </a:lnTo>
                  <a:lnTo>
                    <a:pt x="582185" y="135223"/>
                  </a:lnTo>
                  <a:lnTo>
                    <a:pt x="584107" y="133363"/>
                  </a:lnTo>
                  <a:lnTo>
                    <a:pt x="586028" y="131435"/>
                  </a:lnTo>
                  <a:lnTo>
                    <a:pt x="587950" y="129417"/>
                  </a:lnTo>
                  <a:lnTo>
                    <a:pt x="589871" y="127324"/>
                  </a:lnTo>
                  <a:lnTo>
                    <a:pt x="591792" y="125162"/>
                  </a:lnTo>
                  <a:lnTo>
                    <a:pt x="593714" y="122931"/>
                  </a:lnTo>
                  <a:lnTo>
                    <a:pt x="595635" y="120625"/>
                  </a:lnTo>
                  <a:lnTo>
                    <a:pt x="597557" y="118230"/>
                  </a:lnTo>
                  <a:lnTo>
                    <a:pt x="599478" y="115769"/>
                  </a:lnTo>
                  <a:lnTo>
                    <a:pt x="601399" y="113242"/>
                  </a:lnTo>
                  <a:lnTo>
                    <a:pt x="603321" y="110651"/>
                  </a:lnTo>
                  <a:lnTo>
                    <a:pt x="605242" y="107981"/>
                  </a:lnTo>
                  <a:lnTo>
                    <a:pt x="607164" y="105245"/>
                  </a:lnTo>
                  <a:lnTo>
                    <a:pt x="609085" y="102452"/>
                  </a:lnTo>
                  <a:lnTo>
                    <a:pt x="611006" y="99606"/>
                  </a:lnTo>
                  <a:lnTo>
                    <a:pt x="612928" y="96704"/>
                  </a:lnTo>
                  <a:lnTo>
                    <a:pt x="614849" y="93740"/>
                  </a:lnTo>
                  <a:lnTo>
                    <a:pt x="616771" y="90734"/>
                  </a:lnTo>
                  <a:lnTo>
                    <a:pt x="618692" y="87689"/>
                  </a:lnTo>
                  <a:lnTo>
                    <a:pt x="620613" y="84609"/>
                  </a:lnTo>
                  <a:lnTo>
                    <a:pt x="622535" y="81490"/>
                  </a:lnTo>
                  <a:lnTo>
                    <a:pt x="624456" y="78344"/>
                  </a:lnTo>
                  <a:lnTo>
                    <a:pt x="626378" y="75179"/>
                  </a:lnTo>
                  <a:lnTo>
                    <a:pt x="628299" y="71999"/>
                  </a:lnTo>
                  <a:lnTo>
                    <a:pt x="630220" y="68807"/>
                  </a:lnTo>
                  <a:lnTo>
                    <a:pt x="632142" y="65612"/>
                  </a:lnTo>
                  <a:lnTo>
                    <a:pt x="634063" y="62421"/>
                  </a:lnTo>
                  <a:lnTo>
                    <a:pt x="635985" y="59238"/>
                  </a:lnTo>
                  <a:lnTo>
                    <a:pt x="637906" y="56069"/>
                  </a:lnTo>
                  <a:lnTo>
                    <a:pt x="639827" y="52926"/>
                  </a:lnTo>
                  <a:lnTo>
                    <a:pt x="641749" y="49814"/>
                  </a:lnTo>
                  <a:lnTo>
                    <a:pt x="643670" y="46737"/>
                  </a:lnTo>
                  <a:lnTo>
                    <a:pt x="645592" y="43700"/>
                  </a:lnTo>
                  <a:lnTo>
                    <a:pt x="647513" y="40709"/>
                  </a:lnTo>
                  <a:lnTo>
                    <a:pt x="649434" y="37789"/>
                  </a:lnTo>
                  <a:lnTo>
                    <a:pt x="651356" y="34931"/>
                  </a:lnTo>
                  <a:lnTo>
                    <a:pt x="653277" y="32137"/>
                  </a:lnTo>
                  <a:lnTo>
                    <a:pt x="655199" y="29414"/>
                  </a:lnTo>
                  <a:lnTo>
                    <a:pt x="657120" y="26786"/>
                  </a:lnTo>
                  <a:lnTo>
                    <a:pt x="659042" y="24256"/>
                  </a:lnTo>
                  <a:lnTo>
                    <a:pt x="660963" y="21817"/>
                  </a:lnTo>
                  <a:lnTo>
                    <a:pt x="662884" y="19472"/>
                  </a:lnTo>
                  <a:lnTo>
                    <a:pt x="664806" y="17229"/>
                  </a:lnTo>
                  <a:lnTo>
                    <a:pt x="666727" y="15132"/>
                  </a:lnTo>
                  <a:lnTo>
                    <a:pt x="668649" y="13146"/>
                  </a:lnTo>
                  <a:lnTo>
                    <a:pt x="670570" y="11276"/>
                  </a:lnTo>
                  <a:lnTo>
                    <a:pt x="672491" y="9525"/>
                  </a:lnTo>
                  <a:lnTo>
                    <a:pt x="674413" y="7925"/>
                  </a:lnTo>
                  <a:lnTo>
                    <a:pt x="676334" y="6475"/>
                  </a:lnTo>
                  <a:lnTo>
                    <a:pt x="678256" y="5158"/>
                  </a:lnTo>
                  <a:lnTo>
                    <a:pt x="680177" y="3974"/>
                  </a:lnTo>
                  <a:lnTo>
                    <a:pt x="682098" y="2927"/>
                  </a:lnTo>
                  <a:lnTo>
                    <a:pt x="684020" y="2072"/>
                  </a:lnTo>
                  <a:lnTo>
                    <a:pt x="685941" y="1358"/>
                  </a:lnTo>
                  <a:lnTo>
                    <a:pt x="687863" y="784"/>
                  </a:lnTo>
                  <a:lnTo>
                    <a:pt x="689784" y="353"/>
                  </a:lnTo>
                  <a:lnTo>
                    <a:pt x="691705" y="92"/>
                  </a:lnTo>
                  <a:lnTo>
                    <a:pt x="693627" y="0"/>
                  </a:lnTo>
                  <a:lnTo>
                    <a:pt x="695548" y="48"/>
                  </a:lnTo>
                  <a:lnTo>
                    <a:pt x="697470" y="236"/>
                  </a:lnTo>
                  <a:lnTo>
                    <a:pt x="699391" y="561"/>
                  </a:lnTo>
                  <a:lnTo>
                    <a:pt x="701312" y="1075"/>
                  </a:lnTo>
                  <a:lnTo>
                    <a:pt x="703234" y="1720"/>
                  </a:lnTo>
                  <a:lnTo>
                    <a:pt x="705155" y="2494"/>
                  </a:lnTo>
                  <a:lnTo>
                    <a:pt x="707077" y="3395"/>
                  </a:lnTo>
                  <a:lnTo>
                    <a:pt x="708998" y="4439"/>
                  </a:lnTo>
                  <a:lnTo>
                    <a:pt x="710919" y="5625"/>
                  </a:lnTo>
                  <a:lnTo>
                    <a:pt x="712841" y="6921"/>
                  </a:lnTo>
                  <a:lnTo>
                    <a:pt x="714762" y="8326"/>
                  </a:lnTo>
                  <a:lnTo>
                    <a:pt x="716684" y="9833"/>
                  </a:lnTo>
                  <a:lnTo>
                    <a:pt x="718605" y="11473"/>
                  </a:lnTo>
                  <a:lnTo>
                    <a:pt x="720526" y="13205"/>
                  </a:lnTo>
                  <a:lnTo>
                    <a:pt x="722448" y="15021"/>
                  </a:lnTo>
                  <a:lnTo>
                    <a:pt x="724369" y="16918"/>
                  </a:lnTo>
                  <a:lnTo>
                    <a:pt x="726291" y="18902"/>
                  </a:lnTo>
                  <a:lnTo>
                    <a:pt x="728212" y="20968"/>
                  </a:lnTo>
                  <a:lnTo>
                    <a:pt x="730134" y="23096"/>
                  </a:lnTo>
                  <a:lnTo>
                    <a:pt x="732055" y="25281"/>
                  </a:lnTo>
                  <a:lnTo>
                    <a:pt x="733976" y="27518"/>
                  </a:lnTo>
                  <a:lnTo>
                    <a:pt x="735898" y="29818"/>
                  </a:lnTo>
                  <a:lnTo>
                    <a:pt x="737819" y="32158"/>
                  </a:lnTo>
                  <a:lnTo>
                    <a:pt x="739741" y="34535"/>
                  </a:lnTo>
                  <a:lnTo>
                    <a:pt x="741662" y="36943"/>
                  </a:lnTo>
                  <a:lnTo>
                    <a:pt x="743583" y="39382"/>
                  </a:lnTo>
                  <a:lnTo>
                    <a:pt x="745505" y="41850"/>
                  </a:lnTo>
                  <a:lnTo>
                    <a:pt x="747426" y="44334"/>
                  </a:lnTo>
                  <a:lnTo>
                    <a:pt x="749348" y="46834"/>
                  </a:lnTo>
                  <a:lnTo>
                    <a:pt x="751269" y="49346"/>
                  </a:lnTo>
                  <a:lnTo>
                    <a:pt x="753190" y="51868"/>
                  </a:lnTo>
                  <a:lnTo>
                    <a:pt x="755112" y="54395"/>
                  </a:lnTo>
                  <a:lnTo>
                    <a:pt x="757033" y="56924"/>
                  </a:lnTo>
                  <a:lnTo>
                    <a:pt x="758955" y="59453"/>
                  </a:lnTo>
                  <a:lnTo>
                    <a:pt x="760876" y="61979"/>
                  </a:lnTo>
                  <a:lnTo>
                    <a:pt x="762797" y="64497"/>
                  </a:lnTo>
                  <a:lnTo>
                    <a:pt x="764719" y="67008"/>
                  </a:lnTo>
                  <a:lnTo>
                    <a:pt x="766640" y="69509"/>
                  </a:lnTo>
                  <a:lnTo>
                    <a:pt x="768562" y="71999"/>
                  </a:lnTo>
                  <a:lnTo>
                    <a:pt x="770483" y="74472"/>
                  </a:lnTo>
                  <a:lnTo>
                    <a:pt x="772404" y="76928"/>
                  </a:lnTo>
                  <a:lnTo>
                    <a:pt x="774326" y="79367"/>
                  </a:lnTo>
                  <a:lnTo>
                    <a:pt x="776247" y="81788"/>
                  </a:lnTo>
                  <a:lnTo>
                    <a:pt x="778169" y="84187"/>
                  </a:lnTo>
                  <a:lnTo>
                    <a:pt x="780090" y="86558"/>
                  </a:lnTo>
                  <a:lnTo>
                    <a:pt x="782011" y="88905"/>
                  </a:lnTo>
                  <a:lnTo>
                    <a:pt x="783933" y="91228"/>
                  </a:lnTo>
                  <a:lnTo>
                    <a:pt x="785854" y="93526"/>
                  </a:lnTo>
                  <a:lnTo>
                    <a:pt x="787776" y="95788"/>
                  </a:lnTo>
                  <a:lnTo>
                    <a:pt x="789697" y="98018"/>
                  </a:lnTo>
                  <a:lnTo>
                    <a:pt x="791618" y="100218"/>
                  </a:lnTo>
                  <a:lnTo>
                    <a:pt x="793540" y="102387"/>
                  </a:lnTo>
                  <a:lnTo>
                    <a:pt x="795461" y="104520"/>
                  </a:lnTo>
                  <a:lnTo>
                    <a:pt x="797383" y="106610"/>
                  </a:lnTo>
                  <a:lnTo>
                    <a:pt x="799304" y="108666"/>
                  </a:lnTo>
                  <a:lnTo>
                    <a:pt x="801226" y="110686"/>
                  </a:lnTo>
                  <a:lnTo>
                    <a:pt x="803147" y="112670"/>
                  </a:lnTo>
                  <a:lnTo>
                    <a:pt x="805068" y="114607"/>
                  </a:lnTo>
                  <a:lnTo>
                    <a:pt x="806990" y="116503"/>
                  </a:lnTo>
                  <a:lnTo>
                    <a:pt x="808911" y="118361"/>
                  </a:lnTo>
                  <a:lnTo>
                    <a:pt x="810833" y="120181"/>
                  </a:lnTo>
                  <a:lnTo>
                    <a:pt x="812754" y="121960"/>
                  </a:lnTo>
                  <a:lnTo>
                    <a:pt x="814675" y="123689"/>
                  </a:lnTo>
                  <a:lnTo>
                    <a:pt x="816597" y="125380"/>
                  </a:lnTo>
                  <a:lnTo>
                    <a:pt x="818518" y="127033"/>
                  </a:lnTo>
                  <a:lnTo>
                    <a:pt x="820440" y="128649"/>
                  </a:lnTo>
                  <a:lnTo>
                    <a:pt x="822361" y="130217"/>
                  </a:lnTo>
                  <a:lnTo>
                    <a:pt x="824282" y="131745"/>
                  </a:lnTo>
                  <a:lnTo>
                    <a:pt x="826204" y="133237"/>
                  </a:lnTo>
                  <a:lnTo>
                    <a:pt x="828125" y="134693"/>
                  </a:lnTo>
                  <a:lnTo>
                    <a:pt x="830047" y="136113"/>
                  </a:lnTo>
                  <a:lnTo>
                    <a:pt x="831968" y="137488"/>
                  </a:lnTo>
                  <a:lnTo>
                    <a:pt x="833889" y="138830"/>
                  </a:lnTo>
                  <a:lnTo>
                    <a:pt x="835811" y="140140"/>
                  </a:lnTo>
                  <a:lnTo>
                    <a:pt x="837732" y="141419"/>
                  </a:lnTo>
                  <a:lnTo>
                    <a:pt x="839654" y="142659"/>
                  </a:lnTo>
                  <a:lnTo>
                    <a:pt x="841575" y="143866"/>
                  </a:lnTo>
                  <a:lnTo>
                    <a:pt x="843496" y="145044"/>
                  </a:lnTo>
                  <a:lnTo>
                    <a:pt x="845418" y="146195"/>
                  </a:lnTo>
                  <a:lnTo>
                    <a:pt x="847339" y="147316"/>
                  </a:lnTo>
                  <a:lnTo>
                    <a:pt x="849261" y="148401"/>
                  </a:lnTo>
                  <a:lnTo>
                    <a:pt x="851182" y="149460"/>
                  </a:lnTo>
                  <a:lnTo>
                    <a:pt x="853103" y="150493"/>
                  </a:lnTo>
                  <a:lnTo>
                    <a:pt x="855025" y="151501"/>
                  </a:lnTo>
                  <a:lnTo>
                    <a:pt x="856946" y="152479"/>
                  </a:lnTo>
                  <a:lnTo>
                    <a:pt x="858868" y="153428"/>
                  </a:lnTo>
                  <a:lnTo>
                    <a:pt x="860789" y="154353"/>
                  </a:lnTo>
                  <a:lnTo>
                    <a:pt x="862710" y="155255"/>
                  </a:lnTo>
                  <a:lnTo>
                    <a:pt x="864632" y="156132"/>
                  </a:lnTo>
                  <a:lnTo>
                    <a:pt x="866553" y="156977"/>
                  </a:lnTo>
                  <a:lnTo>
                    <a:pt x="868475" y="157799"/>
                  </a:lnTo>
                  <a:lnTo>
                    <a:pt x="870396" y="158598"/>
                  </a:lnTo>
                  <a:lnTo>
                    <a:pt x="872318" y="159375"/>
                  </a:lnTo>
                  <a:lnTo>
                    <a:pt x="874239" y="160124"/>
                  </a:lnTo>
                  <a:lnTo>
                    <a:pt x="876160" y="160847"/>
                  </a:lnTo>
                  <a:lnTo>
                    <a:pt x="878082" y="161548"/>
                  </a:lnTo>
                  <a:lnTo>
                    <a:pt x="880003" y="162226"/>
                  </a:lnTo>
                  <a:lnTo>
                    <a:pt x="881925" y="162883"/>
                  </a:lnTo>
                  <a:lnTo>
                    <a:pt x="883846" y="163511"/>
                  </a:lnTo>
                  <a:lnTo>
                    <a:pt x="885767" y="164118"/>
                  </a:lnTo>
                  <a:lnTo>
                    <a:pt x="887689" y="164704"/>
                  </a:lnTo>
                  <a:lnTo>
                    <a:pt x="889610" y="165270"/>
                  </a:lnTo>
                  <a:lnTo>
                    <a:pt x="891532" y="165813"/>
                  </a:lnTo>
                  <a:lnTo>
                    <a:pt x="893453" y="166332"/>
                  </a:lnTo>
                  <a:lnTo>
                    <a:pt x="895374" y="166833"/>
                  </a:lnTo>
                  <a:lnTo>
                    <a:pt x="897296" y="167315"/>
                  </a:lnTo>
                  <a:lnTo>
                    <a:pt x="899217" y="167780"/>
                  </a:lnTo>
                  <a:lnTo>
                    <a:pt x="901139" y="168220"/>
                  </a:lnTo>
                  <a:lnTo>
                    <a:pt x="903060" y="168645"/>
                  </a:lnTo>
                  <a:lnTo>
                    <a:pt x="904981" y="169053"/>
                  </a:lnTo>
                  <a:lnTo>
                    <a:pt x="906903" y="169446"/>
                  </a:lnTo>
                  <a:lnTo>
                    <a:pt x="908824" y="169821"/>
                  </a:lnTo>
                  <a:lnTo>
                    <a:pt x="910746" y="170180"/>
                  </a:lnTo>
                  <a:lnTo>
                    <a:pt x="912667" y="170525"/>
                  </a:lnTo>
                  <a:lnTo>
                    <a:pt x="914588" y="170856"/>
                  </a:lnTo>
                  <a:lnTo>
                    <a:pt x="916510" y="171175"/>
                  </a:lnTo>
                  <a:lnTo>
                    <a:pt x="918431" y="171478"/>
                  </a:lnTo>
                  <a:lnTo>
                    <a:pt x="920353" y="171770"/>
                  </a:lnTo>
                  <a:lnTo>
                    <a:pt x="922274" y="172051"/>
                  </a:lnTo>
                  <a:lnTo>
                    <a:pt x="924195" y="172321"/>
                  </a:lnTo>
                  <a:lnTo>
                    <a:pt x="926117" y="172580"/>
                  </a:lnTo>
                  <a:lnTo>
                    <a:pt x="928038" y="172828"/>
                  </a:lnTo>
                  <a:lnTo>
                    <a:pt x="929960" y="173067"/>
                  </a:lnTo>
                  <a:lnTo>
                    <a:pt x="931881" y="173298"/>
                  </a:lnTo>
                  <a:lnTo>
                    <a:pt x="933802" y="173520"/>
                  </a:lnTo>
                  <a:lnTo>
                    <a:pt x="935724" y="173733"/>
                  </a:lnTo>
                  <a:lnTo>
                    <a:pt x="937645" y="173939"/>
                  </a:lnTo>
                  <a:lnTo>
                    <a:pt x="939567" y="174138"/>
                  </a:lnTo>
                  <a:lnTo>
                    <a:pt x="941488" y="174331"/>
                  </a:lnTo>
                  <a:lnTo>
                    <a:pt x="943410" y="174518"/>
                  </a:lnTo>
                  <a:lnTo>
                    <a:pt x="945331" y="174698"/>
                  </a:lnTo>
                  <a:lnTo>
                    <a:pt x="947252" y="174873"/>
                  </a:lnTo>
                  <a:lnTo>
                    <a:pt x="949174" y="175044"/>
                  </a:lnTo>
                  <a:lnTo>
                    <a:pt x="951095" y="175211"/>
                  </a:lnTo>
                  <a:lnTo>
                    <a:pt x="953017" y="175373"/>
                  </a:lnTo>
                  <a:lnTo>
                    <a:pt x="954938" y="175531"/>
                  </a:lnTo>
                  <a:lnTo>
                    <a:pt x="956859" y="175686"/>
                  </a:lnTo>
                  <a:lnTo>
                    <a:pt x="958781" y="175838"/>
                  </a:lnTo>
                  <a:lnTo>
                    <a:pt x="960702" y="175988"/>
                  </a:lnTo>
                  <a:lnTo>
                    <a:pt x="962624" y="176135"/>
                  </a:lnTo>
                  <a:lnTo>
                    <a:pt x="964545" y="176280"/>
                  </a:lnTo>
                  <a:lnTo>
                    <a:pt x="966466" y="176423"/>
                  </a:lnTo>
                  <a:lnTo>
                    <a:pt x="968388" y="176565"/>
                  </a:lnTo>
                  <a:lnTo>
                    <a:pt x="970309" y="176705"/>
                  </a:lnTo>
                  <a:lnTo>
                    <a:pt x="972231" y="176844"/>
                  </a:lnTo>
                  <a:lnTo>
                    <a:pt x="974152" y="176982"/>
                  </a:lnTo>
                  <a:lnTo>
                    <a:pt x="976073" y="177119"/>
                  </a:lnTo>
                  <a:lnTo>
                    <a:pt x="977995" y="177254"/>
                  </a:lnTo>
                  <a:lnTo>
                    <a:pt x="979916" y="177389"/>
                  </a:lnTo>
                  <a:lnTo>
                    <a:pt x="981838" y="177522"/>
                  </a:lnTo>
                </a:path>
              </a:pathLst>
            </a:custGeom>
            <a:ln w="27101" cap="flat">
              <a:solidFill>
                <a:srgbClr val="F5E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2980270" y="6074124"/>
              <a:ext cx="1080021" cy="0"/>
            </a:xfrm>
            <a:custGeom>
              <a:avLst/>
              <a:pathLst>
                <a:path w="1080021" h="0">
                  <a:moveTo>
                    <a:pt x="0" y="0"/>
                  </a:moveTo>
                  <a:lnTo>
                    <a:pt x="10800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3029362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3274821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3520281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3765741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4011200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tx304"/>
            <p:cNvSpPr/>
            <p:nvPr/>
          </p:nvSpPr>
          <p:spPr>
            <a:xfrm>
              <a:off x="2951681" y="61350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305" name="tx305"/>
            <p:cNvSpPr/>
            <p:nvPr/>
          </p:nvSpPr>
          <p:spPr>
            <a:xfrm>
              <a:off x="3197141" y="61350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306" name="tx306"/>
            <p:cNvSpPr/>
            <p:nvPr/>
          </p:nvSpPr>
          <p:spPr>
            <a:xfrm>
              <a:off x="3442600" y="61350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3688060" y="6136426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3902441" y="6135062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3477614" y="6285848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310" name="rc310"/>
            <p:cNvSpPr/>
            <p:nvPr/>
          </p:nvSpPr>
          <p:spPr>
            <a:xfrm>
              <a:off x="1939744" y="6553601"/>
              <a:ext cx="3161073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1" name="tx311"/>
            <p:cNvSpPr/>
            <p:nvPr/>
          </p:nvSpPr>
          <p:spPr>
            <a:xfrm>
              <a:off x="2009333" y="6681281"/>
              <a:ext cx="8461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Window</a:t>
              </a:r>
            </a:p>
          </p:txBody>
        </p:sp>
        <p:sp>
          <p:nvSpPr>
            <p:cNvPr id="312" name="rc312"/>
            <p:cNvSpPr/>
            <p:nvPr/>
          </p:nvSpPr>
          <p:spPr>
            <a:xfrm>
              <a:off x="2936172" y="66231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3" name="rc313"/>
            <p:cNvSpPr/>
            <p:nvPr/>
          </p:nvSpPr>
          <p:spPr>
            <a:xfrm>
              <a:off x="2954172" y="6641190"/>
              <a:ext cx="183455" cy="183455"/>
            </a:xfrm>
            <a:prstGeom prst="rect">
              <a:avLst/>
            </a:prstGeom>
            <a:ln w="27101" cap="flat">
              <a:solidFill>
                <a:srgbClr val="8E4C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3399581" y="66231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3417581" y="6641190"/>
              <a:ext cx="183455" cy="183455"/>
            </a:xfrm>
            <a:prstGeom prst="rect">
              <a:avLst/>
            </a:pr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rc316"/>
            <p:cNvSpPr/>
            <p:nvPr/>
          </p:nvSpPr>
          <p:spPr>
            <a:xfrm>
              <a:off x="3824890" y="66231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7" name="rc317"/>
            <p:cNvSpPr/>
            <p:nvPr/>
          </p:nvSpPr>
          <p:spPr>
            <a:xfrm>
              <a:off x="3842891" y="6641190"/>
              <a:ext cx="183455" cy="183455"/>
            </a:xfrm>
            <a:prstGeom prst="rect">
              <a:avLst/>
            </a:prstGeom>
            <a:ln w="27101" cap="flat">
              <a:solidFill>
                <a:srgbClr val="D79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rc318"/>
            <p:cNvSpPr/>
            <p:nvPr/>
          </p:nvSpPr>
          <p:spPr>
            <a:xfrm>
              <a:off x="4250200" y="66231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9" name="rc319"/>
            <p:cNvSpPr/>
            <p:nvPr/>
          </p:nvSpPr>
          <p:spPr>
            <a:xfrm>
              <a:off x="4268200" y="6641190"/>
              <a:ext cx="183455" cy="183455"/>
            </a:xfrm>
            <a:prstGeom prst="rect">
              <a:avLst/>
            </a:prstGeom>
            <a:ln w="27101" cap="flat">
              <a:solidFill>
                <a:srgbClr val="E8C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rc320"/>
            <p:cNvSpPr/>
            <p:nvPr/>
          </p:nvSpPr>
          <p:spPr>
            <a:xfrm>
              <a:off x="4675509" y="6623190"/>
              <a:ext cx="219456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1" name="rc321"/>
            <p:cNvSpPr/>
            <p:nvPr/>
          </p:nvSpPr>
          <p:spPr>
            <a:xfrm>
              <a:off x="4693509" y="6641190"/>
              <a:ext cx="183456" cy="183455"/>
            </a:xfrm>
            <a:prstGeom prst="rect">
              <a:avLst/>
            </a:prstGeom>
            <a:ln w="27101" cap="flat">
              <a:solidFill>
                <a:srgbClr val="F5E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tx322"/>
            <p:cNvSpPr/>
            <p:nvPr/>
          </p:nvSpPr>
          <p:spPr>
            <a:xfrm>
              <a:off x="3225217" y="6692591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323" name="tx323"/>
            <p:cNvSpPr/>
            <p:nvPr/>
          </p:nvSpPr>
          <p:spPr>
            <a:xfrm>
              <a:off x="3688626" y="66912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24" name="tx324"/>
            <p:cNvSpPr/>
            <p:nvPr/>
          </p:nvSpPr>
          <p:spPr>
            <a:xfrm>
              <a:off x="4113936" y="669259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25" name="tx325"/>
            <p:cNvSpPr/>
            <p:nvPr/>
          </p:nvSpPr>
          <p:spPr>
            <a:xfrm>
              <a:off x="4539245" y="6692918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26" name="tx326"/>
            <p:cNvSpPr/>
            <p:nvPr/>
          </p:nvSpPr>
          <p:spPr>
            <a:xfrm>
              <a:off x="4964554" y="66912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327" name="rc327"/>
            <p:cNvSpPr/>
            <p:nvPr/>
          </p:nvSpPr>
          <p:spPr>
            <a:xfrm>
              <a:off x="4129881" y="3781425"/>
              <a:ext cx="1219200" cy="3200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rc328"/>
            <p:cNvSpPr/>
            <p:nvPr/>
          </p:nvSpPr>
          <p:spPr>
            <a:xfrm>
              <a:off x="4199470" y="4078703"/>
              <a:ext cx="1080021" cy="19954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4248562" y="5170556"/>
              <a:ext cx="981838" cy="812866"/>
            </a:xfrm>
            <a:custGeom>
              <a:avLst/>
              <a:pathLst>
                <a:path w="981838" h="812866">
                  <a:moveTo>
                    <a:pt x="0" y="812866"/>
                  </a:moveTo>
                  <a:lnTo>
                    <a:pt x="1921" y="812866"/>
                  </a:lnTo>
                  <a:lnTo>
                    <a:pt x="3842" y="812866"/>
                  </a:lnTo>
                  <a:lnTo>
                    <a:pt x="5764" y="812866"/>
                  </a:lnTo>
                  <a:lnTo>
                    <a:pt x="7685" y="812866"/>
                  </a:lnTo>
                  <a:lnTo>
                    <a:pt x="9607" y="812866"/>
                  </a:lnTo>
                  <a:lnTo>
                    <a:pt x="11528" y="812866"/>
                  </a:lnTo>
                  <a:lnTo>
                    <a:pt x="13449" y="812866"/>
                  </a:lnTo>
                  <a:lnTo>
                    <a:pt x="15371" y="812866"/>
                  </a:lnTo>
                  <a:lnTo>
                    <a:pt x="17292" y="812866"/>
                  </a:lnTo>
                  <a:lnTo>
                    <a:pt x="19214" y="812866"/>
                  </a:lnTo>
                  <a:lnTo>
                    <a:pt x="21135" y="812866"/>
                  </a:lnTo>
                  <a:lnTo>
                    <a:pt x="23056" y="812866"/>
                  </a:lnTo>
                  <a:lnTo>
                    <a:pt x="24978" y="812866"/>
                  </a:lnTo>
                  <a:lnTo>
                    <a:pt x="26899" y="812866"/>
                  </a:lnTo>
                  <a:lnTo>
                    <a:pt x="28821" y="812866"/>
                  </a:lnTo>
                  <a:lnTo>
                    <a:pt x="30742" y="812866"/>
                  </a:lnTo>
                  <a:lnTo>
                    <a:pt x="32663" y="812866"/>
                  </a:lnTo>
                  <a:lnTo>
                    <a:pt x="34585" y="812866"/>
                  </a:lnTo>
                  <a:lnTo>
                    <a:pt x="36506" y="812866"/>
                  </a:lnTo>
                  <a:lnTo>
                    <a:pt x="38428" y="812866"/>
                  </a:lnTo>
                  <a:lnTo>
                    <a:pt x="40349" y="812866"/>
                  </a:lnTo>
                  <a:lnTo>
                    <a:pt x="42270" y="812866"/>
                  </a:lnTo>
                  <a:lnTo>
                    <a:pt x="44192" y="812866"/>
                  </a:lnTo>
                  <a:lnTo>
                    <a:pt x="46113" y="812865"/>
                  </a:lnTo>
                  <a:lnTo>
                    <a:pt x="48035" y="812865"/>
                  </a:lnTo>
                  <a:lnTo>
                    <a:pt x="49956" y="812865"/>
                  </a:lnTo>
                  <a:lnTo>
                    <a:pt x="51877" y="812863"/>
                  </a:lnTo>
                  <a:lnTo>
                    <a:pt x="53799" y="812860"/>
                  </a:lnTo>
                  <a:lnTo>
                    <a:pt x="55720" y="812853"/>
                  </a:lnTo>
                  <a:lnTo>
                    <a:pt x="57642" y="812838"/>
                  </a:lnTo>
                  <a:lnTo>
                    <a:pt x="59563" y="812808"/>
                  </a:lnTo>
                  <a:lnTo>
                    <a:pt x="61484" y="812749"/>
                  </a:lnTo>
                  <a:lnTo>
                    <a:pt x="63406" y="812642"/>
                  </a:lnTo>
                  <a:lnTo>
                    <a:pt x="65327" y="812453"/>
                  </a:lnTo>
                  <a:lnTo>
                    <a:pt x="67249" y="812135"/>
                  </a:lnTo>
                  <a:lnTo>
                    <a:pt x="69170" y="811624"/>
                  </a:lnTo>
                  <a:lnTo>
                    <a:pt x="71091" y="810837"/>
                  </a:lnTo>
                  <a:lnTo>
                    <a:pt x="73013" y="809675"/>
                  </a:lnTo>
                  <a:lnTo>
                    <a:pt x="74934" y="808029"/>
                  </a:lnTo>
                  <a:lnTo>
                    <a:pt x="76856" y="805792"/>
                  </a:lnTo>
                  <a:lnTo>
                    <a:pt x="78777" y="802869"/>
                  </a:lnTo>
                  <a:lnTo>
                    <a:pt x="80699" y="799202"/>
                  </a:lnTo>
                  <a:lnTo>
                    <a:pt x="82620" y="794780"/>
                  </a:lnTo>
                  <a:lnTo>
                    <a:pt x="84541" y="789622"/>
                  </a:lnTo>
                  <a:lnTo>
                    <a:pt x="86463" y="783889"/>
                  </a:lnTo>
                  <a:lnTo>
                    <a:pt x="88384" y="777790"/>
                  </a:lnTo>
                  <a:lnTo>
                    <a:pt x="90306" y="771555"/>
                  </a:lnTo>
                  <a:lnTo>
                    <a:pt x="92227" y="765428"/>
                  </a:lnTo>
                  <a:lnTo>
                    <a:pt x="94148" y="759647"/>
                  </a:lnTo>
                  <a:lnTo>
                    <a:pt x="96070" y="754430"/>
                  </a:lnTo>
                  <a:lnTo>
                    <a:pt x="97991" y="749959"/>
                  </a:lnTo>
                  <a:lnTo>
                    <a:pt x="99913" y="746379"/>
                  </a:lnTo>
                  <a:lnTo>
                    <a:pt x="101834" y="743791"/>
                  </a:lnTo>
                  <a:lnTo>
                    <a:pt x="103755" y="742250"/>
                  </a:lnTo>
                  <a:lnTo>
                    <a:pt x="105677" y="741766"/>
                  </a:lnTo>
                  <a:lnTo>
                    <a:pt x="107598" y="742293"/>
                  </a:lnTo>
                  <a:lnTo>
                    <a:pt x="109520" y="743728"/>
                  </a:lnTo>
                  <a:lnTo>
                    <a:pt x="111441" y="745931"/>
                  </a:lnTo>
                  <a:lnTo>
                    <a:pt x="113362" y="748651"/>
                  </a:lnTo>
                  <a:lnTo>
                    <a:pt x="115284" y="751606"/>
                  </a:lnTo>
                  <a:lnTo>
                    <a:pt x="117205" y="754543"/>
                  </a:lnTo>
                  <a:lnTo>
                    <a:pt x="119127" y="757234"/>
                  </a:lnTo>
                  <a:lnTo>
                    <a:pt x="121048" y="759498"/>
                  </a:lnTo>
                  <a:lnTo>
                    <a:pt x="122969" y="761215"/>
                  </a:lnTo>
                  <a:lnTo>
                    <a:pt x="124891" y="762325"/>
                  </a:lnTo>
                  <a:lnTo>
                    <a:pt x="126812" y="762815"/>
                  </a:lnTo>
                  <a:lnTo>
                    <a:pt x="128734" y="762704"/>
                  </a:lnTo>
                  <a:lnTo>
                    <a:pt x="130655" y="762017"/>
                  </a:lnTo>
                  <a:lnTo>
                    <a:pt x="132576" y="760765"/>
                  </a:lnTo>
                  <a:lnTo>
                    <a:pt x="134498" y="758925"/>
                  </a:lnTo>
                  <a:lnTo>
                    <a:pt x="136419" y="756435"/>
                  </a:lnTo>
                  <a:lnTo>
                    <a:pt x="138341" y="753161"/>
                  </a:lnTo>
                  <a:lnTo>
                    <a:pt x="140262" y="748925"/>
                  </a:lnTo>
                  <a:lnTo>
                    <a:pt x="142183" y="743599"/>
                  </a:lnTo>
                  <a:lnTo>
                    <a:pt x="144105" y="737013"/>
                  </a:lnTo>
                  <a:lnTo>
                    <a:pt x="146026" y="729007"/>
                  </a:lnTo>
                  <a:lnTo>
                    <a:pt x="147948" y="719439"/>
                  </a:lnTo>
                  <a:lnTo>
                    <a:pt x="149869" y="708191"/>
                  </a:lnTo>
                  <a:lnTo>
                    <a:pt x="151791" y="695183"/>
                  </a:lnTo>
                  <a:lnTo>
                    <a:pt x="153712" y="680371"/>
                  </a:lnTo>
                  <a:lnTo>
                    <a:pt x="155633" y="663768"/>
                  </a:lnTo>
                  <a:lnTo>
                    <a:pt x="157555" y="645446"/>
                  </a:lnTo>
                  <a:lnTo>
                    <a:pt x="159476" y="625556"/>
                  </a:lnTo>
                  <a:lnTo>
                    <a:pt x="161398" y="604329"/>
                  </a:lnTo>
                  <a:lnTo>
                    <a:pt x="163319" y="582074"/>
                  </a:lnTo>
                  <a:lnTo>
                    <a:pt x="165240" y="559154"/>
                  </a:lnTo>
                  <a:lnTo>
                    <a:pt x="167162" y="535971"/>
                  </a:lnTo>
                  <a:lnTo>
                    <a:pt x="169083" y="512841"/>
                  </a:lnTo>
                  <a:lnTo>
                    <a:pt x="171005" y="489852"/>
                  </a:lnTo>
                  <a:lnTo>
                    <a:pt x="172926" y="466819"/>
                  </a:lnTo>
                  <a:lnTo>
                    <a:pt x="174847" y="443226"/>
                  </a:lnTo>
                  <a:lnTo>
                    <a:pt x="176769" y="418232"/>
                  </a:lnTo>
                  <a:lnTo>
                    <a:pt x="178690" y="390753"/>
                  </a:lnTo>
                  <a:lnTo>
                    <a:pt x="180612" y="359620"/>
                  </a:lnTo>
                  <a:lnTo>
                    <a:pt x="182533" y="323830"/>
                  </a:lnTo>
                  <a:lnTo>
                    <a:pt x="184454" y="282835"/>
                  </a:lnTo>
                  <a:lnTo>
                    <a:pt x="186376" y="236841"/>
                  </a:lnTo>
                  <a:lnTo>
                    <a:pt x="188297" y="187059"/>
                  </a:lnTo>
                  <a:lnTo>
                    <a:pt x="190219" y="135839"/>
                  </a:lnTo>
                  <a:lnTo>
                    <a:pt x="192140" y="86672"/>
                  </a:lnTo>
                  <a:lnTo>
                    <a:pt x="194061" y="44744"/>
                  </a:lnTo>
                  <a:lnTo>
                    <a:pt x="195983" y="14494"/>
                  </a:lnTo>
                  <a:lnTo>
                    <a:pt x="197904" y="0"/>
                  </a:lnTo>
                  <a:lnTo>
                    <a:pt x="199826" y="4187"/>
                  </a:lnTo>
                  <a:lnTo>
                    <a:pt x="201747" y="28355"/>
                  </a:lnTo>
                  <a:lnTo>
                    <a:pt x="203668" y="71925"/>
                  </a:lnTo>
                  <a:lnTo>
                    <a:pt x="205590" y="132483"/>
                  </a:lnTo>
                  <a:lnTo>
                    <a:pt x="207511" y="206100"/>
                  </a:lnTo>
                  <a:lnTo>
                    <a:pt x="209433" y="287863"/>
                  </a:lnTo>
                  <a:lnTo>
                    <a:pt x="211354" y="372520"/>
                  </a:lnTo>
                  <a:lnTo>
                    <a:pt x="213275" y="455122"/>
                  </a:lnTo>
                  <a:lnTo>
                    <a:pt x="215197" y="531556"/>
                  </a:lnTo>
                  <a:lnTo>
                    <a:pt x="217118" y="598889"/>
                  </a:lnTo>
                  <a:lnTo>
                    <a:pt x="219040" y="655493"/>
                  </a:lnTo>
                  <a:lnTo>
                    <a:pt x="220961" y="700163"/>
                  </a:lnTo>
                  <a:lnTo>
                    <a:pt x="222883" y="734490"/>
                  </a:lnTo>
                  <a:lnTo>
                    <a:pt x="224804" y="759868"/>
                  </a:lnTo>
                  <a:lnTo>
                    <a:pt x="226725" y="777898"/>
                  </a:lnTo>
                  <a:lnTo>
                    <a:pt x="228647" y="790194"/>
                  </a:lnTo>
                  <a:lnTo>
                    <a:pt x="230568" y="798230"/>
                  </a:lnTo>
                  <a:lnTo>
                    <a:pt x="232490" y="803250"/>
                  </a:lnTo>
                  <a:lnTo>
                    <a:pt x="234411" y="806239"/>
                  </a:lnTo>
                  <a:lnTo>
                    <a:pt x="236332" y="807934"/>
                  </a:lnTo>
                  <a:lnTo>
                    <a:pt x="238254" y="808855"/>
                  </a:lnTo>
                  <a:lnTo>
                    <a:pt x="240175" y="809353"/>
                  </a:lnTo>
                  <a:lnTo>
                    <a:pt x="242097" y="809652"/>
                  </a:lnTo>
                  <a:lnTo>
                    <a:pt x="244018" y="809881"/>
                  </a:lnTo>
                  <a:lnTo>
                    <a:pt x="245939" y="810111"/>
                  </a:lnTo>
                  <a:lnTo>
                    <a:pt x="247861" y="810373"/>
                  </a:lnTo>
                  <a:lnTo>
                    <a:pt x="249782" y="810667"/>
                  </a:lnTo>
                  <a:lnTo>
                    <a:pt x="251704" y="810983"/>
                  </a:lnTo>
                  <a:lnTo>
                    <a:pt x="253625" y="811304"/>
                  </a:lnTo>
                  <a:lnTo>
                    <a:pt x="255546" y="811612"/>
                  </a:lnTo>
                  <a:lnTo>
                    <a:pt x="257468" y="811893"/>
                  </a:lnTo>
                  <a:lnTo>
                    <a:pt x="259389" y="812137"/>
                  </a:lnTo>
                  <a:lnTo>
                    <a:pt x="261311" y="812339"/>
                  </a:lnTo>
                  <a:lnTo>
                    <a:pt x="263232" y="812497"/>
                  </a:lnTo>
                  <a:lnTo>
                    <a:pt x="265153" y="812614"/>
                  </a:lnTo>
                  <a:lnTo>
                    <a:pt x="267075" y="812693"/>
                  </a:lnTo>
                  <a:lnTo>
                    <a:pt x="268996" y="812740"/>
                  </a:lnTo>
                  <a:lnTo>
                    <a:pt x="270918" y="812757"/>
                  </a:lnTo>
                  <a:lnTo>
                    <a:pt x="272839" y="812747"/>
                  </a:lnTo>
                  <a:lnTo>
                    <a:pt x="274760" y="812707"/>
                  </a:lnTo>
                  <a:lnTo>
                    <a:pt x="276682" y="812637"/>
                  </a:lnTo>
                  <a:lnTo>
                    <a:pt x="278603" y="812535"/>
                  </a:lnTo>
                  <a:lnTo>
                    <a:pt x="280525" y="812400"/>
                  </a:lnTo>
                  <a:lnTo>
                    <a:pt x="282446" y="812235"/>
                  </a:lnTo>
                  <a:lnTo>
                    <a:pt x="284367" y="812044"/>
                  </a:lnTo>
                  <a:lnTo>
                    <a:pt x="286289" y="811839"/>
                  </a:lnTo>
                  <a:lnTo>
                    <a:pt x="288210" y="811636"/>
                  </a:lnTo>
                  <a:lnTo>
                    <a:pt x="290132" y="811453"/>
                  </a:lnTo>
                  <a:lnTo>
                    <a:pt x="292053" y="811308"/>
                  </a:lnTo>
                  <a:lnTo>
                    <a:pt x="293975" y="811218"/>
                  </a:lnTo>
                  <a:lnTo>
                    <a:pt x="295896" y="811193"/>
                  </a:lnTo>
                  <a:lnTo>
                    <a:pt x="297817" y="811238"/>
                  </a:lnTo>
                  <a:lnTo>
                    <a:pt x="299739" y="811347"/>
                  </a:lnTo>
                  <a:lnTo>
                    <a:pt x="301660" y="811510"/>
                  </a:lnTo>
                  <a:lnTo>
                    <a:pt x="303582" y="811705"/>
                  </a:lnTo>
                  <a:lnTo>
                    <a:pt x="305503" y="811913"/>
                  </a:lnTo>
                  <a:lnTo>
                    <a:pt x="307424" y="812114"/>
                  </a:lnTo>
                  <a:lnTo>
                    <a:pt x="309346" y="812297"/>
                  </a:lnTo>
                  <a:lnTo>
                    <a:pt x="311267" y="812453"/>
                  </a:lnTo>
                  <a:lnTo>
                    <a:pt x="313189" y="812578"/>
                  </a:lnTo>
                  <a:lnTo>
                    <a:pt x="315110" y="812674"/>
                  </a:lnTo>
                  <a:lnTo>
                    <a:pt x="317031" y="812743"/>
                  </a:lnTo>
                  <a:lnTo>
                    <a:pt x="318953" y="812791"/>
                  </a:lnTo>
                  <a:lnTo>
                    <a:pt x="320874" y="812822"/>
                  </a:lnTo>
                  <a:lnTo>
                    <a:pt x="322796" y="812841"/>
                  </a:lnTo>
                  <a:lnTo>
                    <a:pt x="324717" y="812853"/>
                  </a:lnTo>
                  <a:lnTo>
                    <a:pt x="326638" y="812859"/>
                  </a:lnTo>
                  <a:lnTo>
                    <a:pt x="328560" y="812862"/>
                  </a:lnTo>
                  <a:lnTo>
                    <a:pt x="330481" y="812864"/>
                  </a:lnTo>
                  <a:lnTo>
                    <a:pt x="332403" y="812865"/>
                  </a:lnTo>
                  <a:lnTo>
                    <a:pt x="334324" y="812865"/>
                  </a:lnTo>
                  <a:lnTo>
                    <a:pt x="336245" y="812866"/>
                  </a:lnTo>
                  <a:lnTo>
                    <a:pt x="338167" y="812866"/>
                  </a:lnTo>
                  <a:lnTo>
                    <a:pt x="340088" y="812866"/>
                  </a:lnTo>
                  <a:lnTo>
                    <a:pt x="342010" y="812866"/>
                  </a:lnTo>
                  <a:lnTo>
                    <a:pt x="343931" y="812866"/>
                  </a:lnTo>
                  <a:lnTo>
                    <a:pt x="345852" y="812866"/>
                  </a:lnTo>
                  <a:lnTo>
                    <a:pt x="347774" y="812866"/>
                  </a:lnTo>
                  <a:lnTo>
                    <a:pt x="349695" y="812866"/>
                  </a:lnTo>
                  <a:lnTo>
                    <a:pt x="351617" y="812866"/>
                  </a:lnTo>
                  <a:lnTo>
                    <a:pt x="353538" y="812866"/>
                  </a:lnTo>
                  <a:lnTo>
                    <a:pt x="355459" y="812866"/>
                  </a:lnTo>
                  <a:lnTo>
                    <a:pt x="357381" y="812866"/>
                  </a:lnTo>
                  <a:lnTo>
                    <a:pt x="359302" y="812866"/>
                  </a:lnTo>
                  <a:lnTo>
                    <a:pt x="361224" y="812866"/>
                  </a:lnTo>
                  <a:lnTo>
                    <a:pt x="363145" y="812866"/>
                  </a:lnTo>
                  <a:lnTo>
                    <a:pt x="365067" y="812866"/>
                  </a:lnTo>
                  <a:lnTo>
                    <a:pt x="366988" y="812866"/>
                  </a:lnTo>
                  <a:lnTo>
                    <a:pt x="368909" y="812866"/>
                  </a:lnTo>
                  <a:lnTo>
                    <a:pt x="370831" y="812866"/>
                  </a:lnTo>
                  <a:lnTo>
                    <a:pt x="372752" y="812866"/>
                  </a:lnTo>
                  <a:lnTo>
                    <a:pt x="374674" y="812866"/>
                  </a:lnTo>
                  <a:lnTo>
                    <a:pt x="376595" y="812866"/>
                  </a:lnTo>
                  <a:lnTo>
                    <a:pt x="378516" y="812866"/>
                  </a:lnTo>
                  <a:lnTo>
                    <a:pt x="380438" y="812866"/>
                  </a:lnTo>
                  <a:lnTo>
                    <a:pt x="382359" y="812866"/>
                  </a:lnTo>
                  <a:lnTo>
                    <a:pt x="384281" y="812866"/>
                  </a:lnTo>
                  <a:lnTo>
                    <a:pt x="386202" y="812866"/>
                  </a:lnTo>
                  <a:lnTo>
                    <a:pt x="388123" y="812866"/>
                  </a:lnTo>
                  <a:lnTo>
                    <a:pt x="390045" y="812866"/>
                  </a:lnTo>
                  <a:lnTo>
                    <a:pt x="391966" y="812866"/>
                  </a:lnTo>
                  <a:lnTo>
                    <a:pt x="393888" y="812866"/>
                  </a:lnTo>
                  <a:lnTo>
                    <a:pt x="395809" y="812866"/>
                  </a:lnTo>
                  <a:lnTo>
                    <a:pt x="397730" y="812866"/>
                  </a:lnTo>
                  <a:lnTo>
                    <a:pt x="399652" y="812866"/>
                  </a:lnTo>
                  <a:lnTo>
                    <a:pt x="401573" y="812866"/>
                  </a:lnTo>
                  <a:lnTo>
                    <a:pt x="403495" y="812866"/>
                  </a:lnTo>
                  <a:lnTo>
                    <a:pt x="405416" y="812866"/>
                  </a:lnTo>
                  <a:lnTo>
                    <a:pt x="407337" y="812866"/>
                  </a:lnTo>
                  <a:lnTo>
                    <a:pt x="409259" y="812866"/>
                  </a:lnTo>
                  <a:lnTo>
                    <a:pt x="411180" y="812866"/>
                  </a:lnTo>
                  <a:lnTo>
                    <a:pt x="413102" y="812866"/>
                  </a:lnTo>
                  <a:lnTo>
                    <a:pt x="415023" y="812866"/>
                  </a:lnTo>
                  <a:lnTo>
                    <a:pt x="416944" y="812866"/>
                  </a:lnTo>
                  <a:lnTo>
                    <a:pt x="418866" y="812866"/>
                  </a:lnTo>
                  <a:lnTo>
                    <a:pt x="420787" y="812866"/>
                  </a:lnTo>
                  <a:lnTo>
                    <a:pt x="422709" y="812866"/>
                  </a:lnTo>
                  <a:lnTo>
                    <a:pt x="424630" y="812866"/>
                  </a:lnTo>
                  <a:lnTo>
                    <a:pt x="426551" y="812866"/>
                  </a:lnTo>
                  <a:lnTo>
                    <a:pt x="428473" y="812866"/>
                  </a:lnTo>
                  <a:lnTo>
                    <a:pt x="430394" y="812866"/>
                  </a:lnTo>
                  <a:lnTo>
                    <a:pt x="432316" y="812866"/>
                  </a:lnTo>
                  <a:lnTo>
                    <a:pt x="434237" y="812866"/>
                  </a:lnTo>
                  <a:lnTo>
                    <a:pt x="436159" y="812866"/>
                  </a:lnTo>
                  <a:lnTo>
                    <a:pt x="438080" y="812866"/>
                  </a:lnTo>
                  <a:lnTo>
                    <a:pt x="440001" y="812866"/>
                  </a:lnTo>
                  <a:lnTo>
                    <a:pt x="441923" y="812866"/>
                  </a:lnTo>
                  <a:lnTo>
                    <a:pt x="443844" y="812866"/>
                  </a:lnTo>
                  <a:lnTo>
                    <a:pt x="445766" y="812866"/>
                  </a:lnTo>
                  <a:lnTo>
                    <a:pt x="447687" y="812866"/>
                  </a:lnTo>
                  <a:lnTo>
                    <a:pt x="449608" y="812866"/>
                  </a:lnTo>
                  <a:lnTo>
                    <a:pt x="451530" y="812866"/>
                  </a:lnTo>
                  <a:lnTo>
                    <a:pt x="453451" y="812866"/>
                  </a:lnTo>
                  <a:lnTo>
                    <a:pt x="455373" y="812866"/>
                  </a:lnTo>
                  <a:lnTo>
                    <a:pt x="457294" y="812866"/>
                  </a:lnTo>
                  <a:lnTo>
                    <a:pt x="459215" y="812866"/>
                  </a:lnTo>
                  <a:lnTo>
                    <a:pt x="461137" y="812866"/>
                  </a:lnTo>
                  <a:lnTo>
                    <a:pt x="463058" y="812866"/>
                  </a:lnTo>
                  <a:lnTo>
                    <a:pt x="464980" y="812866"/>
                  </a:lnTo>
                  <a:lnTo>
                    <a:pt x="466901" y="812866"/>
                  </a:lnTo>
                  <a:lnTo>
                    <a:pt x="468822" y="812866"/>
                  </a:lnTo>
                  <a:lnTo>
                    <a:pt x="470744" y="812866"/>
                  </a:lnTo>
                  <a:lnTo>
                    <a:pt x="472665" y="812866"/>
                  </a:lnTo>
                  <a:lnTo>
                    <a:pt x="474587" y="812866"/>
                  </a:lnTo>
                  <a:lnTo>
                    <a:pt x="476508" y="812866"/>
                  </a:lnTo>
                  <a:lnTo>
                    <a:pt x="478429" y="812866"/>
                  </a:lnTo>
                  <a:lnTo>
                    <a:pt x="480351" y="812866"/>
                  </a:lnTo>
                  <a:lnTo>
                    <a:pt x="482272" y="812866"/>
                  </a:lnTo>
                  <a:lnTo>
                    <a:pt x="484194" y="812866"/>
                  </a:lnTo>
                  <a:lnTo>
                    <a:pt x="486115" y="812866"/>
                  </a:lnTo>
                  <a:lnTo>
                    <a:pt x="488036" y="812866"/>
                  </a:lnTo>
                  <a:lnTo>
                    <a:pt x="489958" y="812866"/>
                  </a:lnTo>
                  <a:lnTo>
                    <a:pt x="491879" y="812866"/>
                  </a:lnTo>
                  <a:lnTo>
                    <a:pt x="493801" y="812866"/>
                  </a:lnTo>
                  <a:lnTo>
                    <a:pt x="495722" y="812866"/>
                  </a:lnTo>
                  <a:lnTo>
                    <a:pt x="497643" y="812866"/>
                  </a:lnTo>
                  <a:lnTo>
                    <a:pt x="499565" y="812866"/>
                  </a:lnTo>
                  <a:lnTo>
                    <a:pt x="501486" y="812866"/>
                  </a:lnTo>
                  <a:lnTo>
                    <a:pt x="503408" y="812866"/>
                  </a:lnTo>
                  <a:lnTo>
                    <a:pt x="505329" y="812866"/>
                  </a:lnTo>
                  <a:lnTo>
                    <a:pt x="507250" y="812866"/>
                  </a:lnTo>
                  <a:lnTo>
                    <a:pt x="509172" y="812866"/>
                  </a:lnTo>
                  <a:lnTo>
                    <a:pt x="511093" y="812866"/>
                  </a:lnTo>
                  <a:lnTo>
                    <a:pt x="513015" y="812866"/>
                  </a:lnTo>
                  <a:lnTo>
                    <a:pt x="514936" y="812866"/>
                  </a:lnTo>
                  <a:lnTo>
                    <a:pt x="516858" y="812866"/>
                  </a:lnTo>
                  <a:lnTo>
                    <a:pt x="518779" y="812866"/>
                  </a:lnTo>
                  <a:lnTo>
                    <a:pt x="520700" y="812866"/>
                  </a:lnTo>
                  <a:lnTo>
                    <a:pt x="522622" y="812866"/>
                  </a:lnTo>
                  <a:lnTo>
                    <a:pt x="524543" y="812866"/>
                  </a:lnTo>
                  <a:lnTo>
                    <a:pt x="526465" y="812866"/>
                  </a:lnTo>
                  <a:lnTo>
                    <a:pt x="528386" y="812866"/>
                  </a:lnTo>
                  <a:lnTo>
                    <a:pt x="530307" y="812866"/>
                  </a:lnTo>
                  <a:lnTo>
                    <a:pt x="532229" y="812866"/>
                  </a:lnTo>
                  <a:lnTo>
                    <a:pt x="534150" y="812866"/>
                  </a:lnTo>
                  <a:lnTo>
                    <a:pt x="536072" y="812866"/>
                  </a:lnTo>
                  <a:lnTo>
                    <a:pt x="537993" y="812866"/>
                  </a:lnTo>
                  <a:lnTo>
                    <a:pt x="539914" y="812866"/>
                  </a:lnTo>
                  <a:lnTo>
                    <a:pt x="541836" y="812866"/>
                  </a:lnTo>
                  <a:lnTo>
                    <a:pt x="543757" y="812866"/>
                  </a:lnTo>
                  <a:lnTo>
                    <a:pt x="545679" y="812866"/>
                  </a:lnTo>
                  <a:lnTo>
                    <a:pt x="547600" y="812866"/>
                  </a:lnTo>
                  <a:lnTo>
                    <a:pt x="549521" y="812866"/>
                  </a:lnTo>
                  <a:lnTo>
                    <a:pt x="551443" y="812866"/>
                  </a:lnTo>
                  <a:lnTo>
                    <a:pt x="553364" y="812866"/>
                  </a:lnTo>
                  <a:lnTo>
                    <a:pt x="555286" y="812866"/>
                  </a:lnTo>
                  <a:lnTo>
                    <a:pt x="557207" y="812866"/>
                  </a:lnTo>
                  <a:lnTo>
                    <a:pt x="559128" y="812866"/>
                  </a:lnTo>
                  <a:lnTo>
                    <a:pt x="561050" y="812866"/>
                  </a:lnTo>
                  <a:lnTo>
                    <a:pt x="562971" y="812866"/>
                  </a:lnTo>
                  <a:lnTo>
                    <a:pt x="564893" y="812866"/>
                  </a:lnTo>
                  <a:lnTo>
                    <a:pt x="566814" y="812866"/>
                  </a:lnTo>
                  <a:lnTo>
                    <a:pt x="568735" y="812865"/>
                  </a:lnTo>
                  <a:lnTo>
                    <a:pt x="570657" y="812865"/>
                  </a:lnTo>
                  <a:lnTo>
                    <a:pt x="572578" y="812864"/>
                  </a:lnTo>
                  <a:lnTo>
                    <a:pt x="574500" y="812862"/>
                  </a:lnTo>
                  <a:lnTo>
                    <a:pt x="576421" y="812859"/>
                  </a:lnTo>
                  <a:lnTo>
                    <a:pt x="578342" y="812853"/>
                  </a:lnTo>
                  <a:lnTo>
                    <a:pt x="580264" y="812841"/>
                  </a:lnTo>
                  <a:lnTo>
                    <a:pt x="582185" y="812822"/>
                  </a:lnTo>
                  <a:lnTo>
                    <a:pt x="584107" y="812791"/>
                  </a:lnTo>
                  <a:lnTo>
                    <a:pt x="586028" y="812745"/>
                  </a:lnTo>
                  <a:lnTo>
                    <a:pt x="587950" y="812676"/>
                  </a:lnTo>
                  <a:lnTo>
                    <a:pt x="589871" y="812582"/>
                  </a:lnTo>
                  <a:lnTo>
                    <a:pt x="591792" y="812459"/>
                  </a:lnTo>
                  <a:lnTo>
                    <a:pt x="593714" y="812304"/>
                  </a:lnTo>
                  <a:lnTo>
                    <a:pt x="595635" y="812123"/>
                  </a:lnTo>
                  <a:lnTo>
                    <a:pt x="597557" y="811922"/>
                  </a:lnTo>
                  <a:lnTo>
                    <a:pt x="599478" y="811714"/>
                  </a:lnTo>
                  <a:lnTo>
                    <a:pt x="601399" y="811519"/>
                  </a:lnTo>
                  <a:lnTo>
                    <a:pt x="603321" y="811357"/>
                  </a:lnTo>
                  <a:lnTo>
                    <a:pt x="605242" y="811246"/>
                  </a:lnTo>
                  <a:lnTo>
                    <a:pt x="607164" y="811198"/>
                  </a:lnTo>
                  <a:lnTo>
                    <a:pt x="609085" y="811219"/>
                  </a:lnTo>
                  <a:lnTo>
                    <a:pt x="611006" y="811305"/>
                  </a:lnTo>
                  <a:lnTo>
                    <a:pt x="612928" y="811447"/>
                  </a:lnTo>
                  <a:lnTo>
                    <a:pt x="614849" y="811628"/>
                  </a:lnTo>
                  <a:lnTo>
                    <a:pt x="616771" y="811831"/>
                  </a:lnTo>
                  <a:lnTo>
                    <a:pt x="618692" y="812035"/>
                  </a:lnTo>
                  <a:lnTo>
                    <a:pt x="620613" y="812228"/>
                  </a:lnTo>
                  <a:lnTo>
                    <a:pt x="622535" y="812396"/>
                  </a:lnTo>
                  <a:lnTo>
                    <a:pt x="624456" y="812535"/>
                  </a:lnTo>
                  <a:lnTo>
                    <a:pt x="626378" y="812643"/>
                  </a:lnTo>
                  <a:lnTo>
                    <a:pt x="628299" y="812721"/>
                  </a:lnTo>
                  <a:lnTo>
                    <a:pt x="630220" y="812775"/>
                  </a:lnTo>
                  <a:lnTo>
                    <a:pt x="632142" y="812811"/>
                  </a:lnTo>
                  <a:lnTo>
                    <a:pt x="634063" y="812834"/>
                  </a:lnTo>
                  <a:lnTo>
                    <a:pt x="635985" y="812848"/>
                  </a:lnTo>
                  <a:lnTo>
                    <a:pt x="637906" y="812856"/>
                  </a:lnTo>
                  <a:lnTo>
                    <a:pt x="639827" y="812861"/>
                  </a:lnTo>
                  <a:lnTo>
                    <a:pt x="641749" y="812863"/>
                  </a:lnTo>
                  <a:lnTo>
                    <a:pt x="643670" y="812865"/>
                  </a:lnTo>
                  <a:lnTo>
                    <a:pt x="645592" y="812865"/>
                  </a:lnTo>
                  <a:lnTo>
                    <a:pt x="647513" y="812865"/>
                  </a:lnTo>
                  <a:lnTo>
                    <a:pt x="649434" y="812866"/>
                  </a:lnTo>
                  <a:lnTo>
                    <a:pt x="651356" y="812866"/>
                  </a:lnTo>
                  <a:lnTo>
                    <a:pt x="653277" y="812866"/>
                  </a:lnTo>
                  <a:lnTo>
                    <a:pt x="655199" y="812866"/>
                  </a:lnTo>
                  <a:lnTo>
                    <a:pt x="657120" y="812866"/>
                  </a:lnTo>
                  <a:lnTo>
                    <a:pt x="659042" y="812866"/>
                  </a:lnTo>
                  <a:lnTo>
                    <a:pt x="660963" y="812866"/>
                  </a:lnTo>
                  <a:lnTo>
                    <a:pt x="662884" y="812866"/>
                  </a:lnTo>
                  <a:lnTo>
                    <a:pt x="664806" y="812866"/>
                  </a:lnTo>
                  <a:lnTo>
                    <a:pt x="666727" y="812865"/>
                  </a:lnTo>
                  <a:lnTo>
                    <a:pt x="668649" y="812865"/>
                  </a:lnTo>
                  <a:lnTo>
                    <a:pt x="670570" y="812865"/>
                  </a:lnTo>
                  <a:lnTo>
                    <a:pt x="672491" y="812864"/>
                  </a:lnTo>
                  <a:lnTo>
                    <a:pt x="674413" y="812862"/>
                  </a:lnTo>
                  <a:lnTo>
                    <a:pt x="676334" y="812858"/>
                  </a:lnTo>
                  <a:lnTo>
                    <a:pt x="678256" y="812851"/>
                  </a:lnTo>
                  <a:lnTo>
                    <a:pt x="680177" y="812839"/>
                  </a:lnTo>
                  <a:lnTo>
                    <a:pt x="682098" y="812819"/>
                  </a:lnTo>
                  <a:lnTo>
                    <a:pt x="684020" y="812787"/>
                  </a:lnTo>
                  <a:lnTo>
                    <a:pt x="685941" y="812736"/>
                  </a:lnTo>
                  <a:lnTo>
                    <a:pt x="687863" y="812664"/>
                  </a:lnTo>
                  <a:lnTo>
                    <a:pt x="689784" y="812564"/>
                  </a:lnTo>
                  <a:lnTo>
                    <a:pt x="691705" y="812434"/>
                  </a:lnTo>
                  <a:lnTo>
                    <a:pt x="693627" y="812274"/>
                  </a:lnTo>
                  <a:lnTo>
                    <a:pt x="695548" y="812089"/>
                  </a:lnTo>
                  <a:lnTo>
                    <a:pt x="697470" y="811887"/>
                  </a:lnTo>
                  <a:lnTo>
                    <a:pt x="699391" y="811682"/>
                  </a:lnTo>
                  <a:lnTo>
                    <a:pt x="701312" y="811492"/>
                  </a:lnTo>
                  <a:lnTo>
                    <a:pt x="703234" y="811337"/>
                  </a:lnTo>
                  <a:lnTo>
                    <a:pt x="705155" y="811232"/>
                  </a:lnTo>
                  <a:lnTo>
                    <a:pt x="707077" y="811191"/>
                  </a:lnTo>
                  <a:lnTo>
                    <a:pt x="708998" y="811222"/>
                  </a:lnTo>
                  <a:lnTo>
                    <a:pt x="710919" y="811321"/>
                  </a:lnTo>
                  <a:lnTo>
                    <a:pt x="712841" y="811473"/>
                  </a:lnTo>
                  <a:lnTo>
                    <a:pt x="714762" y="811661"/>
                  </a:lnTo>
                  <a:lnTo>
                    <a:pt x="716684" y="811865"/>
                  </a:lnTo>
                  <a:lnTo>
                    <a:pt x="718605" y="812068"/>
                  </a:lnTo>
                  <a:lnTo>
                    <a:pt x="720526" y="812256"/>
                  </a:lnTo>
                  <a:lnTo>
                    <a:pt x="722448" y="812419"/>
                  </a:lnTo>
                  <a:lnTo>
                    <a:pt x="724369" y="812551"/>
                  </a:lnTo>
                  <a:lnTo>
                    <a:pt x="726291" y="812654"/>
                  </a:lnTo>
                  <a:lnTo>
                    <a:pt x="728212" y="812729"/>
                  </a:lnTo>
                  <a:lnTo>
                    <a:pt x="730134" y="812781"/>
                  </a:lnTo>
                  <a:lnTo>
                    <a:pt x="732055" y="812816"/>
                  </a:lnTo>
                  <a:lnTo>
                    <a:pt x="733976" y="812838"/>
                  </a:lnTo>
                  <a:lnTo>
                    <a:pt x="735898" y="812850"/>
                  </a:lnTo>
                  <a:lnTo>
                    <a:pt x="737819" y="812858"/>
                  </a:lnTo>
                  <a:lnTo>
                    <a:pt x="739741" y="812862"/>
                  </a:lnTo>
                  <a:lnTo>
                    <a:pt x="741662" y="812864"/>
                  </a:lnTo>
                  <a:lnTo>
                    <a:pt x="743583" y="812865"/>
                  </a:lnTo>
                  <a:lnTo>
                    <a:pt x="745505" y="812865"/>
                  </a:lnTo>
                  <a:lnTo>
                    <a:pt x="747426" y="812865"/>
                  </a:lnTo>
                  <a:lnTo>
                    <a:pt x="749348" y="812866"/>
                  </a:lnTo>
                  <a:lnTo>
                    <a:pt x="751269" y="812866"/>
                  </a:lnTo>
                  <a:lnTo>
                    <a:pt x="753190" y="812866"/>
                  </a:lnTo>
                  <a:lnTo>
                    <a:pt x="755112" y="812866"/>
                  </a:lnTo>
                  <a:lnTo>
                    <a:pt x="757033" y="812866"/>
                  </a:lnTo>
                  <a:lnTo>
                    <a:pt x="758955" y="812866"/>
                  </a:lnTo>
                  <a:lnTo>
                    <a:pt x="760876" y="812866"/>
                  </a:lnTo>
                  <a:lnTo>
                    <a:pt x="762797" y="812866"/>
                  </a:lnTo>
                  <a:lnTo>
                    <a:pt x="764719" y="812866"/>
                  </a:lnTo>
                  <a:lnTo>
                    <a:pt x="766640" y="812866"/>
                  </a:lnTo>
                  <a:lnTo>
                    <a:pt x="768562" y="812866"/>
                  </a:lnTo>
                  <a:lnTo>
                    <a:pt x="770483" y="812866"/>
                  </a:lnTo>
                  <a:lnTo>
                    <a:pt x="772404" y="812866"/>
                  </a:lnTo>
                  <a:lnTo>
                    <a:pt x="774326" y="812866"/>
                  </a:lnTo>
                  <a:lnTo>
                    <a:pt x="776247" y="812866"/>
                  </a:lnTo>
                  <a:lnTo>
                    <a:pt x="778169" y="812866"/>
                  </a:lnTo>
                  <a:lnTo>
                    <a:pt x="780090" y="812866"/>
                  </a:lnTo>
                  <a:lnTo>
                    <a:pt x="782011" y="812866"/>
                  </a:lnTo>
                  <a:lnTo>
                    <a:pt x="783933" y="812866"/>
                  </a:lnTo>
                  <a:lnTo>
                    <a:pt x="785854" y="812866"/>
                  </a:lnTo>
                  <a:lnTo>
                    <a:pt x="787776" y="812866"/>
                  </a:lnTo>
                  <a:lnTo>
                    <a:pt x="789697" y="812866"/>
                  </a:lnTo>
                  <a:lnTo>
                    <a:pt x="791618" y="812866"/>
                  </a:lnTo>
                  <a:lnTo>
                    <a:pt x="793540" y="812866"/>
                  </a:lnTo>
                  <a:lnTo>
                    <a:pt x="795461" y="812866"/>
                  </a:lnTo>
                  <a:lnTo>
                    <a:pt x="797383" y="812866"/>
                  </a:lnTo>
                  <a:lnTo>
                    <a:pt x="799304" y="812866"/>
                  </a:lnTo>
                  <a:lnTo>
                    <a:pt x="801226" y="812866"/>
                  </a:lnTo>
                  <a:lnTo>
                    <a:pt x="803147" y="812866"/>
                  </a:lnTo>
                  <a:lnTo>
                    <a:pt x="805068" y="812866"/>
                  </a:lnTo>
                  <a:lnTo>
                    <a:pt x="806990" y="812866"/>
                  </a:lnTo>
                  <a:lnTo>
                    <a:pt x="808911" y="812866"/>
                  </a:lnTo>
                  <a:lnTo>
                    <a:pt x="810833" y="812866"/>
                  </a:lnTo>
                  <a:lnTo>
                    <a:pt x="812754" y="812866"/>
                  </a:lnTo>
                  <a:lnTo>
                    <a:pt x="814675" y="812866"/>
                  </a:lnTo>
                  <a:lnTo>
                    <a:pt x="816597" y="812866"/>
                  </a:lnTo>
                  <a:lnTo>
                    <a:pt x="818518" y="812866"/>
                  </a:lnTo>
                  <a:lnTo>
                    <a:pt x="820440" y="812866"/>
                  </a:lnTo>
                  <a:lnTo>
                    <a:pt x="822361" y="812866"/>
                  </a:lnTo>
                  <a:lnTo>
                    <a:pt x="824282" y="812866"/>
                  </a:lnTo>
                  <a:lnTo>
                    <a:pt x="826204" y="812866"/>
                  </a:lnTo>
                  <a:lnTo>
                    <a:pt x="828125" y="812866"/>
                  </a:lnTo>
                  <a:lnTo>
                    <a:pt x="830047" y="812866"/>
                  </a:lnTo>
                  <a:lnTo>
                    <a:pt x="831968" y="812866"/>
                  </a:lnTo>
                  <a:lnTo>
                    <a:pt x="833889" y="812866"/>
                  </a:lnTo>
                  <a:lnTo>
                    <a:pt x="835811" y="812866"/>
                  </a:lnTo>
                  <a:lnTo>
                    <a:pt x="837732" y="812866"/>
                  </a:lnTo>
                  <a:lnTo>
                    <a:pt x="839654" y="812866"/>
                  </a:lnTo>
                  <a:lnTo>
                    <a:pt x="841575" y="812866"/>
                  </a:lnTo>
                  <a:lnTo>
                    <a:pt x="843496" y="812866"/>
                  </a:lnTo>
                  <a:lnTo>
                    <a:pt x="845418" y="812866"/>
                  </a:lnTo>
                  <a:lnTo>
                    <a:pt x="847339" y="812866"/>
                  </a:lnTo>
                  <a:lnTo>
                    <a:pt x="849261" y="812866"/>
                  </a:lnTo>
                  <a:lnTo>
                    <a:pt x="851182" y="812866"/>
                  </a:lnTo>
                  <a:lnTo>
                    <a:pt x="853103" y="812866"/>
                  </a:lnTo>
                  <a:lnTo>
                    <a:pt x="855025" y="812866"/>
                  </a:lnTo>
                  <a:lnTo>
                    <a:pt x="856946" y="812866"/>
                  </a:lnTo>
                  <a:lnTo>
                    <a:pt x="858868" y="812866"/>
                  </a:lnTo>
                  <a:lnTo>
                    <a:pt x="860789" y="812866"/>
                  </a:lnTo>
                  <a:lnTo>
                    <a:pt x="862710" y="812866"/>
                  </a:lnTo>
                  <a:lnTo>
                    <a:pt x="864632" y="812866"/>
                  </a:lnTo>
                  <a:lnTo>
                    <a:pt x="866553" y="812866"/>
                  </a:lnTo>
                  <a:lnTo>
                    <a:pt x="868475" y="812866"/>
                  </a:lnTo>
                  <a:lnTo>
                    <a:pt x="870396" y="812866"/>
                  </a:lnTo>
                  <a:lnTo>
                    <a:pt x="872318" y="812866"/>
                  </a:lnTo>
                  <a:lnTo>
                    <a:pt x="874239" y="812866"/>
                  </a:lnTo>
                  <a:lnTo>
                    <a:pt x="876160" y="812866"/>
                  </a:lnTo>
                  <a:lnTo>
                    <a:pt x="878082" y="812866"/>
                  </a:lnTo>
                  <a:lnTo>
                    <a:pt x="880003" y="812866"/>
                  </a:lnTo>
                  <a:lnTo>
                    <a:pt x="881925" y="812866"/>
                  </a:lnTo>
                  <a:lnTo>
                    <a:pt x="883846" y="812866"/>
                  </a:lnTo>
                  <a:lnTo>
                    <a:pt x="885767" y="812866"/>
                  </a:lnTo>
                  <a:lnTo>
                    <a:pt x="887689" y="812866"/>
                  </a:lnTo>
                  <a:lnTo>
                    <a:pt x="889610" y="812865"/>
                  </a:lnTo>
                  <a:lnTo>
                    <a:pt x="891532" y="812865"/>
                  </a:lnTo>
                  <a:lnTo>
                    <a:pt x="893453" y="812865"/>
                  </a:lnTo>
                  <a:lnTo>
                    <a:pt x="895374" y="812864"/>
                  </a:lnTo>
                  <a:lnTo>
                    <a:pt x="897296" y="812861"/>
                  </a:lnTo>
                  <a:lnTo>
                    <a:pt x="899217" y="812857"/>
                  </a:lnTo>
                  <a:lnTo>
                    <a:pt x="901139" y="812850"/>
                  </a:lnTo>
                  <a:lnTo>
                    <a:pt x="903060" y="812836"/>
                  </a:lnTo>
                  <a:lnTo>
                    <a:pt x="904981" y="812814"/>
                  </a:lnTo>
                  <a:lnTo>
                    <a:pt x="906903" y="812779"/>
                  </a:lnTo>
                  <a:lnTo>
                    <a:pt x="908824" y="812726"/>
                  </a:lnTo>
                  <a:lnTo>
                    <a:pt x="910746" y="812650"/>
                  </a:lnTo>
                  <a:lnTo>
                    <a:pt x="912667" y="812547"/>
                  </a:lnTo>
                  <a:lnTo>
                    <a:pt x="914588" y="812414"/>
                  </a:lnTo>
                  <a:lnTo>
                    <a:pt x="916510" y="812251"/>
                  </a:lnTo>
                  <a:lnTo>
                    <a:pt x="918431" y="812063"/>
                  </a:lnTo>
                  <a:lnTo>
                    <a:pt x="920353" y="811861"/>
                  </a:lnTo>
                  <a:lnTo>
                    <a:pt x="922274" y="811657"/>
                  </a:lnTo>
                  <a:lnTo>
                    <a:pt x="924195" y="811469"/>
                  </a:lnTo>
                  <a:lnTo>
                    <a:pt x="926117" y="811318"/>
                  </a:lnTo>
                  <a:lnTo>
                    <a:pt x="928038" y="811225"/>
                  </a:lnTo>
                  <a:lnTo>
                    <a:pt x="929960" y="811198"/>
                  </a:lnTo>
                  <a:lnTo>
                    <a:pt x="931881" y="811240"/>
                  </a:lnTo>
                  <a:lnTo>
                    <a:pt x="933802" y="811344"/>
                  </a:lnTo>
                  <a:lnTo>
                    <a:pt x="935724" y="811499"/>
                  </a:lnTo>
                  <a:lnTo>
                    <a:pt x="937645" y="811688"/>
                  </a:lnTo>
                  <a:lnTo>
                    <a:pt x="939567" y="811891"/>
                  </a:lnTo>
                  <a:lnTo>
                    <a:pt x="941488" y="812092"/>
                  </a:lnTo>
                  <a:lnTo>
                    <a:pt x="943410" y="812277"/>
                  </a:lnTo>
                  <a:lnTo>
                    <a:pt x="945331" y="812437"/>
                  </a:lnTo>
                  <a:lnTo>
                    <a:pt x="947252" y="812566"/>
                  </a:lnTo>
                  <a:lnTo>
                    <a:pt x="949174" y="812666"/>
                  </a:lnTo>
                  <a:lnTo>
                    <a:pt x="951095" y="812738"/>
                  </a:lnTo>
                  <a:lnTo>
                    <a:pt x="953017" y="812787"/>
                  </a:lnTo>
                  <a:lnTo>
                    <a:pt x="954938" y="812819"/>
                  </a:lnTo>
                  <a:lnTo>
                    <a:pt x="956859" y="812839"/>
                  </a:lnTo>
                  <a:lnTo>
                    <a:pt x="958781" y="812851"/>
                  </a:lnTo>
                  <a:lnTo>
                    <a:pt x="960702" y="812858"/>
                  </a:lnTo>
                  <a:lnTo>
                    <a:pt x="962624" y="812862"/>
                  </a:lnTo>
                  <a:lnTo>
                    <a:pt x="964545" y="812864"/>
                  </a:lnTo>
                  <a:lnTo>
                    <a:pt x="966466" y="812865"/>
                  </a:lnTo>
                  <a:lnTo>
                    <a:pt x="968388" y="812865"/>
                  </a:lnTo>
                  <a:lnTo>
                    <a:pt x="970309" y="812865"/>
                  </a:lnTo>
                  <a:lnTo>
                    <a:pt x="972231" y="812866"/>
                  </a:lnTo>
                  <a:lnTo>
                    <a:pt x="974152" y="812866"/>
                  </a:lnTo>
                  <a:lnTo>
                    <a:pt x="976073" y="812866"/>
                  </a:lnTo>
                  <a:lnTo>
                    <a:pt x="977995" y="812866"/>
                  </a:lnTo>
                  <a:lnTo>
                    <a:pt x="979916" y="812866"/>
                  </a:lnTo>
                  <a:lnTo>
                    <a:pt x="981838" y="812866"/>
                  </a:lnTo>
                  <a:lnTo>
                    <a:pt x="979916" y="812866"/>
                  </a:lnTo>
                  <a:lnTo>
                    <a:pt x="977995" y="812866"/>
                  </a:lnTo>
                  <a:lnTo>
                    <a:pt x="976073" y="812866"/>
                  </a:lnTo>
                  <a:lnTo>
                    <a:pt x="974152" y="812866"/>
                  </a:lnTo>
                  <a:lnTo>
                    <a:pt x="972231" y="812866"/>
                  </a:lnTo>
                  <a:lnTo>
                    <a:pt x="970309" y="812866"/>
                  </a:lnTo>
                  <a:lnTo>
                    <a:pt x="968388" y="812866"/>
                  </a:lnTo>
                  <a:lnTo>
                    <a:pt x="966466" y="812866"/>
                  </a:lnTo>
                  <a:lnTo>
                    <a:pt x="964545" y="812866"/>
                  </a:lnTo>
                  <a:lnTo>
                    <a:pt x="962624" y="812866"/>
                  </a:lnTo>
                  <a:lnTo>
                    <a:pt x="960702" y="812866"/>
                  </a:lnTo>
                  <a:lnTo>
                    <a:pt x="958781" y="812866"/>
                  </a:lnTo>
                  <a:lnTo>
                    <a:pt x="956859" y="812866"/>
                  </a:lnTo>
                  <a:lnTo>
                    <a:pt x="954938" y="812866"/>
                  </a:lnTo>
                  <a:lnTo>
                    <a:pt x="953017" y="812866"/>
                  </a:lnTo>
                  <a:lnTo>
                    <a:pt x="951095" y="812866"/>
                  </a:lnTo>
                  <a:lnTo>
                    <a:pt x="949174" y="812866"/>
                  </a:lnTo>
                  <a:lnTo>
                    <a:pt x="947252" y="812866"/>
                  </a:lnTo>
                  <a:lnTo>
                    <a:pt x="945331" y="812866"/>
                  </a:lnTo>
                  <a:lnTo>
                    <a:pt x="943410" y="812866"/>
                  </a:lnTo>
                  <a:lnTo>
                    <a:pt x="941488" y="812866"/>
                  </a:lnTo>
                  <a:lnTo>
                    <a:pt x="939567" y="812866"/>
                  </a:lnTo>
                  <a:lnTo>
                    <a:pt x="937645" y="812866"/>
                  </a:lnTo>
                  <a:lnTo>
                    <a:pt x="935724" y="812866"/>
                  </a:lnTo>
                  <a:lnTo>
                    <a:pt x="933802" y="812866"/>
                  </a:lnTo>
                  <a:lnTo>
                    <a:pt x="931881" y="812866"/>
                  </a:lnTo>
                  <a:lnTo>
                    <a:pt x="929960" y="812866"/>
                  </a:lnTo>
                  <a:lnTo>
                    <a:pt x="928038" y="812866"/>
                  </a:lnTo>
                  <a:lnTo>
                    <a:pt x="926117" y="812866"/>
                  </a:lnTo>
                  <a:lnTo>
                    <a:pt x="924195" y="812866"/>
                  </a:lnTo>
                  <a:lnTo>
                    <a:pt x="922274" y="812866"/>
                  </a:lnTo>
                  <a:lnTo>
                    <a:pt x="920353" y="812866"/>
                  </a:lnTo>
                  <a:lnTo>
                    <a:pt x="918431" y="812866"/>
                  </a:lnTo>
                  <a:lnTo>
                    <a:pt x="916510" y="812866"/>
                  </a:lnTo>
                  <a:lnTo>
                    <a:pt x="914588" y="812866"/>
                  </a:lnTo>
                  <a:lnTo>
                    <a:pt x="912667" y="812866"/>
                  </a:lnTo>
                  <a:lnTo>
                    <a:pt x="910746" y="812866"/>
                  </a:lnTo>
                  <a:lnTo>
                    <a:pt x="908824" y="812866"/>
                  </a:lnTo>
                  <a:lnTo>
                    <a:pt x="906903" y="812866"/>
                  </a:lnTo>
                  <a:lnTo>
                    <a:pt x="904981" y="812866"/>
                  </a:lnTo>
                  <a:lnTo>
                    <a:pt x="903060" y="812866"/>
                  </a:lnTo>
                  <a:lnTo>
                    <a:pt x="901139" y="812866"/>
                  </a:lnTo>
                  <a:lnTo>
                    <a:pt x="899217" y="812866"/>
                  </a:lnTo>
                  <a:lnTo>
                    <a:pt x="897296" y="812866"/>
                  </a:lnTo>
                  <a:lnTo>
                    <a:pt x="895374" y="812866"/>
                  </a:lnTo>
                  <a:lnTo>
                    <a:pt x="893453" y="812866"/>
                  </a:lnTo>
                  <a:lnTo>
                    <a:pt x="891532" y="812866"/>
                  </a:lnTo>
                  <a:lnTo>
                    <a:pt x="889610" y="812866"/>
                  </a:lnTo>
                  <a:lnTo>
                    <a:pt x="887689" y="812866"/>
                  </a:lnTo>
                  <a:lnTo>
                    <a:pt x="885767" y="812866"/>
                  </a:lnTo>
                  <a:lnTo>
                    <a:pt x="883846" y="812866"/>
                  </a:lnTo>
                  <a:lnTo>
                    <a:pt x="881925" y="812866"/>
                  </a:lnTo>
                  <a:lnTo>
                    <a:pt x="880003" y="812866"/>
                  </a:lnTo>
                  <a:lnTo>
                    <a:pt x="878082" y="812866"/>
                  </a:lnTo>
                  <a:lnTo>
                    <a:pt x="876160" y="812866"/>
                  </a:lnTo>
                  <a:lnTo>
                    <a:pt x="874239" y="812866"/>
                  </a:lnTo>
                  <a:lnTo>
                    <a:pt x="872318" y="812866"/>
                  </a:lnTo>
                  <a:lnTo>
                    <a:pt x="870396" y="812866"/>
                  </a:lnTo>
                  <a:lnTo>
                    <a:pt x="868475" y="812866"/>
                  </a:lnTo>
                  <a:lnTo>
                    <a:pt x="866553" y="812866"/>
                  </a:lnTo>
                  <a:lnTo>
                    <a:pt x="864632" y="812866"/>
                  </a:lnTo>
                  <a:lnTo>
                    <a:pt x="862710" y="812866"/>
                  </a:lnTo>
                  <a:lnTo>
                    <a:pt x="860789" y="812866"/>
                  </a:lnTo>
                  <a:lnTo>
                    <a:pt x="858868" y="812866"/>
                  </a:lnTo>
                  <a:lnTo>
                    <a:pt x="856946" y="812866"/>
                  </a:lnTo>
                  <a:lnTo>
                    <a:pt x="855025" y="812866"/>
                  </a:lnTo>
                  <a:lnTo>
                    <a:pt x="853103" y="812866"/>
                  </a:lnTo>
                  <a:lnTo>
                    <a:pt x="851182" y="812866"/>
                  </a:lnTo>
                  <a:lnTo>
                    <a:pt x="849261" y="812866"/>
                  </a:lnTo>
                  <a:lnTo>
                    <a:pt x="847339" y="812866"/>
                  </a:lnTo>
                  <a:lnTo>
                    <a:pt x="845418" y="812866"/>
                  </a:lnTo>
                  <a:lnTo>
                    <a:pt x="843496" y="812866"/>
                  </a:lnTo>
                  <a:lnTo>
                    <a:pt x="841575" y="812866"/>
                  </a:lnTo>
                  <a:lnTo>
                    <a:pt x="839654" y="812866"/>
                  </a:lnTo>
                  <a:lnTo>
                    <a:pt x="837732" y="812866"/>
                  </a:lnTo>
                  <a:lnTo>
                    <a:pt x="835811" y="812866"/>
                  </a:lnTo>
                  <a:lnTo>
                    <a:pt x="833889" y="812866"/>
                  </a:lnTo>
                  <a:lnTo>
                    <a:pt x="831968" y="812866"/>
                  </a:lnTo>
                  <a:lnTo>
                    <a:pt x="830047" y="812866"/>
                  </a:lnTo>
                  <a:lnTo>
                    <a:pt x="828125" y="812866"/>
                  </a:lnTo>
                  <a:lnTo>
                    <a:pt x="826204" y="812866"/>
                  </a:lnTo>
                  <a:lnTo>
                    <a:pt x="824282" y="812866"/>
                  </a:lnTo>
                  <a:lnTo>
                    <a:pt x="822361" y="812866"/>
                  </a:lnTo>
                  <a:lnTo>
                    <a:pt x="820440" y="812866"/>
                  </a:lnTo>
                  <a:lnTo>
                    <a:pt x="818518" y="812866"/>
                  </a:lnTo>
                  <a:lnTo>
                    <a:pt x="816597" y="812866"/>
                  </a:lnTo>
                  <a:lnTo>
                    <a:pt x="814675" y="812866"/>
                  </a:lnTo>
                  <a:lnTo>
                    <a:pt x="812754" y="812866"/>
                  </a:lnTo>
                  <a:lnTo>
                    <a:pt x="810833" y="812866"/>
                  </a:lnTo>
                  <a:lnTo>
                    <a:pt x="808911" y="812866"/>
                  </a:lnTo>
                  <a:lnTo>
                    <a:pt x="806990" y="812866"/>
                  </a:lnTo>
                  <a:lnTo>
                    <a:pt x="805068" y="812866"/>
                  </a:lnTo>
                  <a:lnTo>
                    <a:pt x="803147" y="812866"/>
                  </a:lnTo>
                  <a:lnTo>
                    <a:pt x="801226" y="812866"/>
                  </a:lnTo>
                  <a:lnTo>
                    <a:pt x="799304" y="812866"/>
                  </a:lnTo>
                  <a:lnTo>
                    <a:pt x="797383" y="812866"/>
                  </a:lnTo>
                  <a:lnTo>
                    <a:pt x="795461" y="812866"/>
                  </a:lnTo>
                  <a:lnTo>
                    <a:pt x="793540" y="812866"/>
                  </a:lnTo>
                  <a:lnTo>
                    <a:pt x="791618" y="812866"/>
                  </a:lnTo>
                  <a:lnTo>
                    <a:pt x="789697" y="812866"/>
                  </a:lnTo>
                  <a:lnTo>
                    <a:pt x="787776" y="812866"/>
                  </a:lnTo>
                  <a:lnTo>
                    <a:pt x="785854" y="812866"/>
                  </a:lnTo>
                  <a:lnTo>
                    <a:pt x="783933" y="812866"/>
                  </a:lnTo>
                  <a:lnTo>
                    <a:pt x="782011" y="812866"/>
                  </a:lnTo>
                  <a:lnTo>
                    <a:pt x="780090" y="812866"/>
                  </a:lnTo>
                  <a:lnTo>
                    <a:pt x="778169" y="812866"/>
                  </a:lnTo>
                  <a:lnTo>
                    <a:pt x="776247" y="812866"/>
                  </a:lnTo>
                  <a:lnTo>
                    <a:pt x="774326" y="812866"/>
                  </a:lnTo>
                  <a:lnTo>
                    <a:pt x="772404" y="812866"/>
                  </a:lnTo>
                  <a:lnTo>
                    <a:pt x="770483" y="812866"/>
                  </a:lnTo>
                  <a:lnTo>
                    <a:pt x="768562" y="812866"/>
                  </a:lnTo>
                  <a:lnTo>
                    <a:pt x="766640" y="812866"/>
                  </a:lnTo>
                  <a:lnTo>
                    <a:pt x="764719" y="812866"/>
                  </a:lnTo>
                  <a:lnTo>
                    <a:pt x="762797" y="812866"/>
                  </a:lnTo>
                  <a:lnTo>
                    <a:pt x="760876" y="812866"/>
                  </a:lnTo>
                  <a:lnTo>
                    <a:pt x="758955" y="812866"/>
                  </a:lnTo>
                  <a:lnTo>
                    <a:pt x="757033" y="812866"/>
                  </a:lnTo>
                  <a:lnTo>
                    <a:pt x="755112" y="812866"/>
                  </a:lnTo>
                  <a:lnTo>
                    <a:pt x="753190" y="812866"/>
                  </a:lnTo>
                  <a:lnTo>
                    <a:pt x="751269" y="812866"/>
                  </a:lnTo>
                  <a:lnTo>
                    <a:pt x="749348" y="812866"/>
                  </a:lnTo>
                  <a:lnTo>
                    <a:pt x="747426" y="812866"/>
                  </a:lnTo>
                  <a:lnTo>
                    <a:pt x="745505" y="812866"/>
                  </a:lnTo>
                  <a:lnTo>
                    <a:pt x="743583" y="812866"/>
                  </a:lnTo>
                  <a:lnTo>
                    <a:pt x="741662" y="812866"/>
                  </a:lnTo>
                  <a:lnTo>
                    <a:pt x="739741" y="812866"/>
                  </a:lnTo>
                  <a:lnTo>
                    <a:pt x="737819" y="812866"/>
                  </a:lnTo>
                  <a:lnTo>
                    <a:pt x="735898" y="812866"/>
                  </a:lnTo>
                  <a:lnTo>
                    <a:pt x="733976" y="812866"/>
                  </a:lnTo>
                  <a:lnTo>
                    <a:pt x="732055" y="812866"/>
                  </a:lnTo>
                  <a:lnTo>
                    <a:pt x="730134" y="812866"/>
                  </a:lnTo>
                  <a:lnTo>
                    <a:pt x="728212" y="812866"/>
                  </a:lnTo>
                  <a:lnTo>
                    <a:pt x="726291" y="812866"/>
                  </a:lnTo>
                  <a:lnTo>
                    <a:pt x="724369" y="812866"/>
                  </a:lnTo>
                  <a:lnTo>
                    <a:pt x="722448" y="812866"/>
                  </a:lnTo>
                  <a:lnTo>
                    <a:pt x="720526" y="812866"/>
                  </a:lnTo>
                  <a:lnTo>
                    <a:pt x="718605" y="812866"/>
                  </a:lnTo>
                  <a:lnTo>
                    <a:pt x="716684" y="812866"/>
                  </a:lnTo>
                  <a:lnTo>
                    <a:pt x="714762" y="812866"/>
                  </a:lnTo>
                  <a:lnTo>
                    <a:pt x="712841" y="812866"/>
                  </a:lnTo>
                  <a:lnTo>
                    <a:pt x="710919" y="812866"/>
                  </a:lnTo>
                  <a:lnTo>
                    <a:pt x="708998" y="812866"/>
                  </a:lnTo>
                  <a:lnTo>
                    <a:pt x="707077" y="812866"/>
                  </a:lnTo>
                  <a:lnTo>
                    <a:pt x="705155" y="812866"/>
                  </a:lnTo>
                  <a:lnTo>
                    <a:pt x="703234" y="812866"/>
                  </a:lnTo>
                  <a:lnTo>
                    <a:pt x="701312" y="812866"/>
                  </a:lnTo>
                  <a:lnTo>
                    <a:pt x="699391" y="812866"/>
                  </a:lnTo>
                  <a:lnTo>
                    <a:pt x="697470" y="812866"/>
                  </a:lnTo>
                  <a:lnTo>
                    <a:pt x="695548" y="812866"/>
                  </a:lnTo>
                  <a:lnTo>
                    <a:pt x="693627" y="812866"/>
                  </a:lnTo>
                  <a:lnTo>
                    <a:pt x="691705" y="812866"/>
                  </a:lnTo>
                  <a:lnTo>
                    <a:pt x="689784" y="812866"/>
                  </a:lnTo>
                  <a:lnTo>
                    <a:pt x="687863" y="812866"/>
                  </a:lnTo>
                  <a:lnTo>
                    <a:pt x="685941" y="812866"/>
                  </a:lnTo>
                  <a:lnTo>
                    <a:pt x="684020" y="812866"/>
                  </a:lnTo>
                  <a:lnTo>
                    <a:pt x="682098" y="812866"/>
                  </a:lnTo>
                  <a:lnTo>
                    <a:pt x="680177" y="812866"/>
                  </a:lnTo>
                  <a:lnTo>
                    <a:pt x="678256" y="812866"/>
                  </a:lnTo>
                  <a:lnTo>
                    <a:pt x="676334" y="812866"/>
                  </a:lnTo>
                  <a:lnTo>
                    <a:pt x="674413" y="812866"/>
                  </a:lnTo>
                  <a:lnTo>
                    <a:pt x="672491" y="812866"/>
                  </a:lnTo>
                  <a:lnTo>
                    <a:pt x="670570" y="812866"/>
                  </a:lnTo>
                  <a:lnTo>
                    <a:pt x="668649" y="812866"/>
                  </a:lnTo>
                  <a:lnTo>
                    <a:pt x="666727" y="812866"/>
                  </a:lnTo>
                  <a:lnTo>
                    <a:pt x="664806" y="812866"/>
                  </a:lnTo>
                  <a:lnTo>
                    <a:pt x="662884" y="812866"/>
                  </a:lnTo>
                  <a:lnTo>
                    <a:pt x="660963" y="812866"/>
                  </a:lnTo>
                  <a:lnTo>
                    <a:pt x="659042" y="812866"/>
                  </a:lnTo>
                  <a:lnTo>
                    <a:pt x="657120" y="812866"/>
                  </a:lnTo>
                  <a:lnTo>
                    <a:pt x="655199" y="812866"/>
                  </a:lnTo>
                  <a:lnTo>
                    <a:pt x="653277" y="812866"/>
                  </a:lnTo>
                  <a:lnTo>
                    <a:pt x="651356" y="812866"/>
                  </a:lnTo>
                  <a:lnTo>
                    <a:pt x="649434" y="812866"/>
                  </a:lnTo>
                  <a:lnTo>
                    <a:pt x="647513" y="812866"/>
                  </a:lnTo>
                  <a:lnTo>
                    <a:pt x="645592" y="812866"/>
                  </a:lnTo>
                  <a:lnTo>
                    <a:pt x="643670" y="812866"/>
                  </a:lnTo>
                  <a:lnTo>
                    <a:pt x="641749" y="812866"/>
                  </a:lnTo>
                  <a:lnTo>
                    <a:pt x="639827" y="812866"/>
                  </a:lnTo>
                  <a:lnTo>
                    <a:pt x="637906" y="812866"/>
                  </a:lnTo>
                  <a:lnTo>
                    <a:pt x="635985" y="812866"/>
                  </a:lnTo>
                  <a:lnTo>
                    <a:pt x="634063" y="812866"/>
                  </a:lnTo>
                  <a:lnTo>
                    <a:pt x="632142" y="812866"/>
                  </a:lnTo>
                  <a:lnTo>
                    <a:pt x="630220" y="812866"/>
                  </a:lnTo>
                  <a:lnTo>
                    <a:pt x="628299" y="812866"/>
                  </a:lnTo>
                  <a:lnTo>
                    <a:pt x="626378" y="812866"/>
                  </a:lnTo>
                  <a:lnTo>
                    <a:pt x="624456" y="812866"/>
                  </a:lnTo>
                  <a:lnTo>
                    <a:pt x="622535" y="812866"/>
                  </a:lnTo>
                  <a:lnTo>
                    <a:pt x="620613" y="812866"/>
                  </a:lnTo>
                  <a:lnTo>
                    <a:pt x="618692" y="812866"/>
                  </a:lnTo>
                  <a:lnTo>
                    <a:pt x="616771" y="812866"/>
                  </a:lnTo>
                  <a:lnTo>
                    <a:pt x="614849" y="812866"/>
                  </a:lnTo>
                  <a:lnTo>
                    <a:pt x="612928" y="812866"/>
                  </a:lnTo>
                  <a:lnTo>
                    <a:pt x="611006" y="812866"/>
                  </a:lnTo>
                  <a:lnTo>
                    <a:pt x="609085" y="812866"/>
                  </a:lnTo>
                  <a:lnTo>
                    <a:pt x="607164" y="812866"/>
                  </a:lnTo>
                  <a:lnTo>
                    <a:pt x="605242" y="812866"/>
                  </a:lnTo>
                  <a:lnTo>
                    <a:pt x="603321" y="812866"/>
                  </a:lnTo>
                  <a:lnTo>
                    <a:pt x="601399" y="812866"/>
                  </a:lnTo>
                  <a:lnTo>
                    <a:pt x="599478" y="812866"/>
                  </a:lnTo>
                  <a:lnTo>
                    <a:pt x="597557" y="812866"/>
                  </a:lnTo>
                  <a:lnTo>
                    <a:pt x="595635" y="812866"/>
                  </a:lnTo>
                  <a:lnTo>
                    <a:pt x="593714" y="812866"/>
                  </a:lnTo>
                  <a:lnTo>
                    <a:pt x="591792" y="812866"/>
                  </a:lnTo>
                  <a:lnTo>
                    <a:pt x="589871" y="812866"/>
                  </a:lnTo>
                  <a:lnTo>
                    <a:pt x="587950" y="812866"/>
                  </a:lnTo>
                  <a:lnTo>
                    <a:pt x="586028" y="812866"/>
                  </a:lnTo>
                  <a:lnTo>
                    <a:pt x="584107" y="812866"/>
                  </a:lnTo>
                  <a:lnTo>
                    <a:pt x="582185" y="812866"/>
                  </a:lnTo>
                  <a:lnTo>
                    <a:pt x="580264" y="812866"/>
                  </a:lnTo>
                  <a:lnTo>
                    <a:pt x="578342" y="812866"/>
                  </a:lnTo>
                  <a:lnTo>
                    <a:pt x="576421" y="812866"/>
                  </a:lnTo>
                  <a:lnTo>
                    <a:pt x="574500" y="812866"/>
                  </a:lnTo>
                  <a:lnTo>
                    <a:pt x="572578" y="812866"/>
                  </a:lnTo>
                  <a:lnTo>
                    <a:pt x="570657" y="812866"/>
                  </a:lnTo>
                  <a:lnTo>
                    <a:pt x="568735" y="812866"/>
                  </a:lnTo>
                  <a:lnTo>
                    <a:pt x="566814" y="812866"/>
                  </a:lnTo>
                  <a:lnTo>
                    <a:pt x="564893" y="812866"/>
                  </a:lnTo>
                  <a:lnTo>
                    <a:pt x="562971" y="812866"/>
                  </a:lnTo>
                  <a:lnTo>
                    <a:pt x="561050" y="812866"/>
                  </a:lnTo>
                  <a:lnTo>
                    <a:pt x="559128" y="812866"/>
                  </a:lnTo>
                  <a:lnTo>
                    <a:pt x="557207" y="812866"/>
                  </a:lnTo>
                  <a:lnTo>
                    <a:pt x="555286" y="812866"/>
                  </a:lnTo>
                  <a:lnTo>
                    <a:pt x="553364" y="812866"/>
                  </a:lnTo>
                  <a:lnTo>
                    <a:pt x="551443" y="812866"/>
                  </a:lnTo>
                  <a:lnTo>
                    <a:pt x="549521" y="812866"/>
                  </a:lnTo>
                  <a:lnTo>
                    <a:pt x="547600" y="812866"/>
                  </a:lnTo>
                  <a:lnTo>
                    <a:pt x="545679" y="812866"/>
                  </a:lnTo>
                  <a:lnTo>
                    <a:pt x="543757" y="812866"/>
                  </a:lnTo>
                  <a:lnTo>
                    <a:pt x="541836" y="812866"/>
                  </a:lnTo>
                  <a:lnTo>
                    <a:pt x="539914" y="812866"/>
                  </a:lnTo>
                  <a:lnTo>
                    <a:pt x="537993" y="812866"/>
                  </a:lnTo>
                  <a:lnTo>
                    <a:pt x="536072" y="812866"/>
                  </a:lnTo>
                  <a:lnTo>
                    <a:pt x="534150" y="812866"/>
                  </a:lnTo>
                  <a:lnTo>
                    <a:pt x="532229" y="812866"/>
                  </a:lnTo>
                  <a:lnTo>
                    <a:pt x="530307" y="812866"/>
                  </a:lnTo>
                  <a:lnTo>
                    <a:pt x="528386" y="812866"/>
                  </a:lnTo>
                  <a:lnTo>
                    <a:pt x="526465" y="812866"/>
                  </a:lnTo>
                  <a:lnTo>
                    <a:pt x="524543" y="812866"/>
                  </a:lnTo>
                  <a:lnTo>
                    <a:pt x="522622" y="812866"/>
                  </a:lnTo>
                  <a:lnTo>
                    <a:pt x="520700" y="812866"/>
                  </a:lnTo>
                  <a:lnTo>
                    <a:pt x="518779" y="812866"/>
                  </a:lnTo>
                  <a:lnTo>
                    <a:pt x="516858" y="812866"/>
                  </a:lnTo>
                  <a:lnTo>
                    <a:pt x="514936" y="812866"/>
                  </a:lnTo>
                  <a:lnTo>
                    <a:pt x="513015" y="812866"/>
                  </a:lnTo>
                  <a:lnTo>
                    <a:pt x="511093" y="812866"/>
                  </a:lnTo>
                  <a:lnTo>
                    <a:pt x="509172" y="812866"/>
                  </a:lnTo>
                  <a:lnTo>
                    <a:pt x="507250" y="812866"/>
                  </a:lnTo>
                  <a:lnTo>
                    <a:pt x="505329" y="812866"/>
                  </a:lnTo>
                  <a:lnTo>
                    <a:pt x="503408" y="812866"/>
                  </a:lnTo>
                  <a:lnTo>
                    <a:pt x="501486" y="812866"/>
                  </a:lnTo>
                  <a:lnTo>
                    <a:pt x="499565" y="812866"/>
                  </a:lnTo>
                  <a:lnTo>
                    <a:pt x="497643" y="812866"/>
                  </a:lnTo>
                  <a:lnTo>
                    <a:pt x="495722" y="812866"/>
                  </a:lnTo>
                  <a:lnTo>
                    <a:pt x="493801" y="812866"/>
                  </a:lnTo>
                  <a:lnTo>
                    <a:pt x="491879" y="812866"/>
                  </a:lnTo>
                  <a:lnTo>
                    <a:pt x="489958" y="812866"/>
                  </a:lnTo>
                  <a:lnTo>
                    <a:pt x="488036" y="812866"/>
                  </a:lnTo>
                  <a:lnTo>
                    <a:pt x="486115" y="812866"/>
                  </a:lnTo>
                  <a:lnTo>
                    <a:pt x="484194" y="812866"/>
                  </a:lnTo>
                  <a:lnTo>
                    <a:pt x="482272" y="812866"/>
                  </a:lnTo>
                  <a:lnTo>
                    <a:pt x="480351" y="812866"/>
                  </a:lnTo>
                  <a:lnTo>
                    <a:pt x="478429" y="812866"/>
                  </a:lnTo>
                  <a:lnTo>
                    <a:pt x="476508" y="812866"/>
                  </a:lnTo>
                  <a:lnTo>
                    <a:pt x="474587" y="812866"/>
                  </a:lnTo>
                  <a:lnTo>
                    <a:pt x="472665" y="812866"/>
                  </a:lnTo>
                  <a:lnTo>
                    <a:pt x="470744" y="812866"/>
                  </a:lnTo>
                  <a:lnTo>
                    <a:pt x="468822" y="812866"/>
                  </a:lnTo>
                  <a:lnTo>
                    <a:pt x="466901" y="812866"/>
                  </a:lnTo>
                  <a:lnTo>
                    <a:pt x="464980" y="812866"/>
                  </a:lnTo>
                  <a:lnTo>
                    <a:pt x="463058" y="812866"/>
                  </a:lnTo>
                  <a:lnTo>
                    <a:pt x="461137" y="812866"/>
                  </a:lnTo>
                  <a:lnTo>
                    <a:pt x="459215" y="812866"/>
                  </a:lnTo>
                  <a:lnTo>
                    <a:pt x="457294" y="812866"/>
                  </a:lnTo>
                  <a:lnTo>
                    <a:pt x="455373" y="812866"/>
                  </a:lnTo>
                  <a:lnTo>
                    <a:pt x="453451" y="812866"/>
                  </a:lnTo>
                  <a:lnTo>
                    <a:pt x="451530" y="812866"/>
                  </a:lnTo>
                  <a:lnTo>
                    <a:pt x="449608" y="812866"/>
                  </a:lnTo>
                  <a:lnTo>
                    <a:pt x="447687" y="812866"/>
                  </a:lnTo>
                  <a:lnTo>
                    <a:pt x="445766" y="812866"/>
                  </a:lnTo>
                  <a:lnTo>
                    <a:pt x="443844" y="812866"/>
                  </a:lnTo>
                  <a:lnTo>
                    <a:pt x="441923" y="812866"/>
                  </a:lnTo>
                  <a:lnTo>
                    <a:pt x="440001" y="812866"/>
                  </a:lnTo>
                  <a:lnTo>
                    <a:pt x="438080" y="812866"/>
                  </a:lnTo>
                  <a:lnTo>
                    <a:pt x="436159" y="812866"/>
                  </a:lnTo>
                  <a:lnTo>
                    <a:pt x="434237" y="812866"/>
                  </a:lnTo>
                  <a:lnTo>
                    <a:pt x="432316" y="812866"/>
                  </a:lnTo>
                  <a:lnTo>
                    <a:pt x="430394" y="812866"/>
                  </a:lnTo>
                  <a:lnTo>
                    <a:pt x="428473" y="812866"/>
                  </a:lnTo>
                  <a:lnTo>
                    <a:pt x="426551" y="812866"/>
                  </a:lnTo>
                  <a:lnTo>
                    <a:pt x="424630" y="812866"/>
                  </a:lnTo>
                  <a:lnTo>
                    <a:pt x="422709" y="812866"/>
                  </a:lnTo>
                  <a:lnTo>
                    <a:pt x="420787" y="812866"/>
                  </a:lnTo>
                  <a:lnTo>
                    <a:pt x="418866" y="812866"/>
                  </a:lnTo>
                  <a:lnTo>
                    <a:pt x="416944" y="812866"/>
                  </a:lnTo>
                  <a:lnTo>
                    <a:pt x="415023" y="812866"/>
                  </a:lnTo>
                  <a:lnTo>
                    <a:pt x="413102" y="812866"/>
                  </a:lnTo>
                  <a:lnTo>
                    <a:pt x="411180" y="812866"/>
                  </a:lnTo>
                  <a:lnTo>
                    <a:pt x="409259" y="812866"/>
                  </a:lnTo>
                  <a:lnTo>
                    <a:pt x="407337" y="812866"/>
                  </a:lnTo>
                  <a:lnTo>
                    <a:pt x="405416" y="812866"/>
                  </a:lnTo>
                  <a:lnTo>
                    <a:pt x="403495" y="812866"/>
                  </a:lnTo>
                  <a:lnTo>
                    <a:pt x="401573" y="812866"/>
                  </a:lnTo>
                  <a:lnTo>
                    <a:pt x="399652" y="812866"/>
                  </a:lnTo>
                  <a:lnTo>
                    <a:pt x="397730" y="812866"/>
                  </a:lnTo>
                  <a:lnTo>
                    <a:pt x="395809" y="812866"/>
                  </a:lnTo>
                  <a:lnTo>
                    <a:pt x="393888" y="812866"/>
                  </a:lnTo>
                  <a:lnTo>
                    <a:pt x="391966" y="812866"/>
                  </a:lnTo>
                  <a:lnTo>
                    <a:pt x="390045" y="812866"/>
                  </a:lnTo>
                  <a:lnTo>
                    <a:pt x="388123" y="812866"/>
                  </a:lnTo>
                  <a:lnTo>
                    <a:pt x="386202" y="812866"/>
                  </a:lnTo>
                  <a:lnTo>
                    <a:pt x="384281" y="812866"/>
                  </a:lnTo>
                  <a:lnTo>
                    <a:pt x="382359" y="812866"/>
                  </a:lnTo>
                  <a:lnTo>
                    <a:pt x="380438" y="812866"/>
                  </a:lnTo>
                  <a:lnTo>
                    <a:pt x="378516" y="812866"/>
                  </a:lnTo>
                  <a:lnTo>
                    <a:pt x="376595" y="812866"/>
                  </a:lnTo>
                  <a:lnTo>
                    <a:pt x="374674" y="812866"/>
                  </a:lnTo>
                  <a:lnTo>
                    <a:pt x="372752" y="812866"/>
                  </a:lnTo>
                  <a:lnTo>
                    <a:pt x="370831" y="812866"/>
                  </a:lnTo>
                  <a:lnTo>
                    <a:pt x="368909" y="812866"/>
                  </a:lnTo>
                  <a:lnTo>
                    <a:pt x="366988" y="812866"/>
                  </a:lnTo>
                  <a:lnTo>
                    <a:pt x="365067" y="812866"/>
                  </a:lnTo>
                  <a:lnTo>
                    <a:pt x="363145" y="812866"/>
                  </a:lnTo>
                  <a:lnTo>
                    <a:pt x="361224" y="812866"/>
                  </a:lnTo>
                  <a:lnTo>
                    <a:pt x="359302" y="812866"/>
                  </a:lnTo>
                  <a:lnTo>
                    <a:pt x="357381" y="812866"/>
                  </a:lnTo>
                  <a:lnTo>
                    <a:pt x="355459" y="812866"/>
                  </a:lnTo>
                  <a:lnTo>
                    <a:pt x="353538" y="812866"/>
                  </a:lnTo>
                  <a:lnTo>
                    <a:pt x="351617" y="812866"/>
                  </a:lnTo>
                  <a:lnTo>
                    <a:pt x="349695" y="812866"/>
                  </a:lnTo>
                  <a:lnTo>
                    <a:pt x="347774" y="812866"/>
                  </a:lnTo>
                  <a:lnTo>
                    <a:pt x="345852" y="812866"/>
                  </a:lnTo>
                  <a:lnTo>
                    <a:pt x="343931" y="812866"/>
                  </a:lnTo>
                  <a:lnTo>
                    <a:pt x="342010" y="812866"/>
                  </a:lnTo>
                  <a:lnTo>
                    <a:pt x="340088" y="812866"/>
                  </a:lnTo>
                  <a:lnTo>
                    <a:pt x="338167" y="812866"/>
                  </a:lnTo>
                  <a:lnTo>
                    <a:pt x="336245" y="812866"/>
                  </a:lnTo>
                  <a:lnTo>
                    <a:pt x="334324" y="812866"/>
                  </a:lnTo>
                  <a:lnTo>
                    <a:pt x="332403" y="812866"/>
                  </a:lnTo>
                  <a:lnTo>
                    <a:pt x="330481" y="812866"/>
                  </a:lnTo>
                  <a:lnTo>
                    <a:pt x="328560" y="812866"/>
                  </a:lnTo>
                  <a:lnTo>
                    <a:pt x="326638" y="812866"/>
                  </a:lnTo>
                  <a:lnTo>
                    <a:pt x="324717" y="812866"/>
                  </a:lnTo>
                  <a:lnTo>
                    <a:pt x="322796" y="812866"/>
                  </a:lnTo>
                  <a:lnTo>
                    <a:pt x="320874" y="812866"/>
                  </a:lnTo>
                  <a:lnTo>
                    <a:pt x="318953" y="812866"/>
                  </a:lnTo>
                  <a:lnTo>
                    <a:pt x="317031" y="812866"/>
                  </a:lnTo>
                  <a:lnTo>
                    <a:pt x="315110" y="812866"/>
                  </a:lnTo>
                  <a:lnTo>
                    <a:pt x="313189" y="812866"/>
                  </a:lnTo>
                  <a:lnTo>
                    <a:pt x="311267" y="812866"/>
                  </a:lnTo>
                  <a:lnTo>
                    <a:pt x="309346" y="812866"/>
                  </a:lnTo>
                  <a:lnTo>
                    <a:pt x="307424" y="812866"/>
                  </a:lnTo>
                  <a:lnTo>
                    <a:pt x="305503" y="812866"/>
                  </a:lnTo>
                  <a:lnTo>
                    <a:pt x="303582" y="812866"/>
                  </a:lnTo>
                  <a:lnTo>
                    <a:pt x="301660" y="812866"/>
                  </a:lnTo>
                  <a:lnTo>
                    <a:pt x="299739" y="812866"/>
                  </a:lnTo>
                  <a:lnTo>
                    <a:pt x="297817" y="812866"/>
                  </a:lnTo>
                  <a:lnTo>
                    <a:pt x="295896" y="812866"/>
                  </a:lnTo>
                  <a:lnTo>
                    <a:pt x="293975" y="812866"/>
                  </a:lnTo>
                  <a:lnTo>
                    <a:pt x="292053" y="812866"/>
                  </a:lnTo>
                  <a:lnTo>
                    <a:pt x="290132" y="812866"/>
                  </a:lnTo>
                  <a:lnTo>
                    <a:pt x="288210" y="812866"/>
                  </a:lnTo>
                  <a:lnTo>
                    <a:pt x="286289" y="812866"/>
                  </a:lnTo>
                  <a:lnTo>
                    <a:pt x="284367" y="812866"/>
                  </a:lnTo>
                  <a:lnTo>
                    <a:pt x="282446" y="812866"/>
                  </a:lnTo>
                  <a:lnTo>
                    <a:pt x="280525" y="812866"/>
                  </a:lnTo>
                  <a:lnTo>
                    <a:pt x="278603" y="812866"/>
                  </a:lnTo>
                  <a:lnTo>
                    <a:pt x="276682" y="812866"/>
                  </a:lnTo>
                  <a:lnTo>
                    <a:pt x="274760" y="812866"/>
                  </a:lnTo>
                  <a:lnTo>
                    <a:pt x="272839" y="812866"/>
                  </a:lnTo>
                  <a:lnTo>
                    <a:pt x="270918" y="812866"/>
                  </a:lnTo>
                  <a:lnTo>
                    <a:pt x="268996" y="812866"/>
                  </a:lnTo>
                  <a:lnTo>
                    <a:pt x="267075" y="812866"/>
                  </a:lnTo>
                  <a:lnTo>
                    <a:pt x="265153" y="812866"/>
                  </a:lnTo>
                  <a:lnTo>
                    <a:pt x="263232" y="812866"/>
                  </a:lnTo>
                  <a:lnTo>
                    <a:pt x="261311" y="812866"/>
                  </a:lnTo>
                  <a:lnTo>
                    <a:pt x="259389" y="812866"/>
                  </a:lnTo>
                  <a:lnTo>
                    <a:pt x="257468" y="812866"/>
                  </a:lnTo>
                  <a:lnTo>
                    <a:pt x="255546" y="812866"/>
                  </a:lnTo>
                  <a:lnTo>
                    <a:pt x="253625" y="812866"/>
                  </a:lnTo>
                  <a:lnTo>
                    <a:pt x="251704" y="812866"/>
                  </a:lnTo>
                  <a:lnTo>
                    <a:pt x="249782" y="812866"/>
                  </a:lnTo>
                  <a:lnTo>
                    <a:pt x="247861" y="812866"/>
                  </a:lnTo>
                  <a:lnTo>
                    <a:pt x="245939" y="812866"/>
                  </a:lnTo>
                  <a:lnTo>
                    <a:pt x="244018" y="812866"/>
                  </a:lnTo>
                  <a:lnTo>
                    <a:pt x="242097" y="812866"/>
                  </a:lnTo>
                  <a:lnTo>
                    <a:pt x="240175" y="812866"/>
                  </a:lnTo>
                  <a:lnTo>
                    <a:pt x="238254" y="812866"/>
                  </a:lnTo>
                  <a:lnTo>
                    <a:pt x="236332" y="812866"/>
                  </a:lnTo>
                  <a:lnTo>
                    <a:pt x="234411" y="812866"/>
                  </a:lnTo>
                  <a:lnTo>
                    <a:pt x="232490" y="812866"/>
                  </a:lnTo>
                  <a:lnTo>
                    <a:pt x="230568" y="812866"/>
                  </a:lnTo>
                  <a:lnTo>
                    <a:pt x="228647" y="812866"/>
                  </a:lnTo>
                  <a:lnTo>
                    <a:pt x="226725" y="812866"/>
                  </a:lnTo>
                  <a:lnTo>
                    <a:pt x="224804" y="812866"/>
                  </a:lnTo>
                  <a:lnTo>
                    <a:pt x="222883" y="812866"/>
                  </a:lnTo>
                  <a:lnTo>
                    <a:pt x="220961" y="812866"/>
                  </a:lnTo>
                  <a:lnTo>
                    <a:pt x="219040" y="812866"/>
                  </a:lnTo>
                  <a:lnTo>
                    <a:pt x="217118" y="812866"/>
                  </a:lnTo>
                  <a:lnTo>
                    <a:pt x="215197" y="812866"/>
                  </a:lnTo>
                  <a:lnTo>
                    <a:pt x="213275" y="812866"/>
                  </a:lnTo>
                  <a:lnTo>
                    <a:pt x="211354" y="812866"/>
                  </a:lnTo>
                  <a:lnTo>
                    <a:pt x="209433" y="812866"/>
                  </a:lnTo>
                  <a:lnTo>
                    <a:pt x="207511" y="812866"/>
                  </a:lnTo>
                  <a:lnTo>
                    <a:pt x="205590" y="812866"/>
                  </a:lnTo>
                  <a:lnTo>
                    <a:pt x="203668" y="812866"/>
                  </a:lnTo>
                  <a:lnTo>
                    <a:pt x="201747" y="812866"/>
                  </a:lnTo>
                  <a:lnTo>
                    <a:pt x="199826" y="812866"/>
                  </a:lnTo>
                  <a:lnTo>
                    <a:pt x="197904" y="812866"/>
                  </a:lnTo>
                  <a:lnTo>
                    <a:pt x="195983" y="812866"/>
                  </a:lnTo>
                  <a:lnTo>
                    <a:pt x="194061" y="812866"/>
                  </a:lnTo>
                  <a:lnTo>
                    <a:pt x="192140" y="812866"/>
                  </a:lnTo>
                  <a:lnTo>
                    <a:pt x="190219" y="812866"/>
                  </a:lnTo>
                  <a:lnTo>
                    <a:pt x="188297" y="812866"/>
                  </a:lnTo>
                  <a:lnTo>
                    <a:pt x="186376" y="812866"/>
                  </a:lnTo>
                  <a:lnTo>
                    <a:pt x="184454" y="812866"/>
                  </a:lnTo>
                  <a:lnTo>
                    <a:pt x="182533" y="812866"/>
                  </a:lnTo>
                  <a:lnTo>
                    <a:pt x="180612" y="812866"/>
                  </a:lnTo>
                  <a:lnTo>
                    <a:pt x="178690" y="812866"/>
                  </a:lnTo>
                  <a:lnTo>
                    <a:pt x="176769" y="812866"/>
                  </a:lnTo>
                  <a:lnTo>
                    <a:pt x="174847" y="812866"/>
                  </a:lnTo>
                  <a:lnTo>
                    <a:pt x="172926" y="812866"/>
                  </a:lnTo>
                  <a:lnTo>
                    <a:pt x="171005" y="812866"/>
                  </a:lnTo>
                  <a:lnTo>
                    <a:pt x="169083" y="812866"/>
                  </a:lnTo>
                  <a:lnTo>
                    <a:pt x="167162" y="812866"/>
                  </a:lnTo>
                  <a:lnTo>
                    <a:pt x="165240" y="812866"/>
                  </a:lnTo>
                  <a:lnTo>
                    <a:pt x="163319" y="812866"/>
                  </a:lnTo>
                  <a:lnTo>
                    <a:pt x="161398" y="812866"/>
                  </a:lnTo>
                  <a:lnTo>
                    <a:pt x="159476" y="812866"/>
                  </a:lnTo>
                  <a:lnTo>
                    <a:pt x="157555" y="812866"/>
                  </a:lnTo>
                  <a:lnTo>
                    <a:pt x="155633" y="812866"/>
                  </a:lnTo>
                  <a:lnTo>
                    <a:pt x="153712" y="812866"/>
                  </a:lnTo>
                  <a:lnTo>
                    <a:pt x="151791" y="812866"/>
                  </a:lnTo>
                  <a:lnTo>
                    <a:pt x="149869" y="812866"/>
                  </a:lnTo>
                  <a:lnTo>
                    <a:pt x="147948" y="812866"/>
                  </a:lnTo>
                  <a:lnTo>
                    <a:pt x="146026" y="812866"/>
                  </a:lnTo>
                  <a:lnTo>
                    <a:pt x="144105" y="812866"/>
                  </a:lnTo>
                  <a:lnTo>
                    <a:pt x="142183" y="812866"/>
                  </a:lnTo>
                  <a:lnTo>
                    <a:pt x="140262" y="812866"/>
                  </a:lnTo>
                  <a:lnTo>
                    <a:pt x="138341" y="812866"/>
                  </a:lnTo>
                  <a:lnTo>
                    <a:pt x="136419" y="812866"/>
                  </a:lnTo>
                  <a:lnTo>
                    <a:pt x="134498" y="812866"/>
                  </a:lnTo>
                  <a:lnTo>
                    <a:pt x="132576" y="812866"/>
                  </a:lnTo>
                  <a:lnTo>
                    <a:pt x="130655" y="812866"/>
                  </a:lnTo>
                  <a:lnTo>
                    <a:pt x="128734" y="812866"/>
                  </a:lnTo>
                  <a:lnTo>
                    <a:pt x="126812" y="812866"/>
                  </a:lnTo>
                  <a:lnTo>
                    <a:pt x="124891" y="812866"/>
                  </a:lnTo>
                  <a:lnTo>
                    <a:pt x="122969" y="812866"/>
                  </a:lnTo>
                  <a:lnTo>
                    <a:pt x="121048" y="812866"/>
                  </a:lnTo>
                  <a:lnTo>
                    <a:pt x="119127" y="812866"/>
                  </a:lnTo>
                  <a:lnTo>
                    <a:pt x="117205" y="812866"/>
                  </a:lnTo>
                  <a:lnTo>
                    <a:pt x="115284" y="812866"/>
                  </a:lnTo>
                  <a:lnTo>
                    <a:pt x="113362" y="812866"/>
                  </a:lnTo>
                  <a:lnTo>
                    <a:pt x="111441" y="812866"/>
                  </a:lnTo>
                  <a:lnTo>
                    <a:pt x="109520" y="812866"/>
                  </a:lnTo>
                  <a:lnTo>
                    <a:pt x="107598" y="812866"/>
                  </a:lnTo>
                  <a:lnTo>
                    <a:pt x="105677" y="812866"/>
                  </a:lnTo>
                  <a:lnTo>
                    <a:pt x="103755" y="812866"/>
                  </a:lnTo>
                  <a:lnTo>
                    <a:pt x="101834" y="812866"/>
                  </a:lnTo>
                  <a:lnTo>
                    <a:pt x="99913" y="812866"/>
                  </a:lnTo>
                  <a:lnTo>
                    <a:pt x="97991" y="812866"/>
                  </a:lnTo>
                  <a:lnTo>
                    <a:pt x="96070" y="812866"/>
                  </a:lnTo>
                  <a:lnTo>
                    <a:pt x="94148" y="812866"/>
                  </a:lnTo>
                  <a:lnTo>
                    <a:pt x="92227" y="812866"/>
                  </a:lnTo>
                  <a:lnTo>
                    <a:pt x="90306" y="812866"/>
                  </a:lnTo>
                  <a:lnTo>
                    <a:pt x="88384" y="812866"/>
                  </a:lnTo>
                  <a:lnTo>
                    <a:pt x="86463" y="812866"/>
                  </a:lnTo>
                  <a:lnTo>
                    <a:pt x="84541" y="812866"/>
                  </a:lnTo>
                  <a:lnTo>
                    <a:pt x="82620" y="812866"/>
                  </a:lnTo>
                  <a:lnTo>
                    <a:pt x="80699" y="812866"/>
                  </a:lnTo>
                  <a:lnTo>
                    <a:pt x="78777" y="812866"/>
                  </a:lnTo>
                  <a:lnTo>
                    <a:pt x="76856" y="812866"/>
                  </a:lnTo>
                  <a:lnTo>
                    <a:pt x="74934" y="812866"/>
                  </a:lnTo>
                  <a:lnTo>
                    <a:pt x="73013" y="812866"/>
                  </a:lnTo>
                  <a:lnTo>
                    <a:pt x="71091" y="812866"/>
                  </a:lnTo>
                  <a:lnTo>
                    <a:pt x="69170" y="812866"/>
                  </a:lnTo>
                  <a:lnTo>
                    <a:pt x="67249" y="812866"/>
                  </a:lnTo>
                  <a:lnTo>
                    <a:pt x="65327" y="812866"/>
                  </a:lnTo>
                  <a:lnTo>
                    <a:pt x="63406" y="812866"/>
                  </a:lnTo>
                  <a:lnTo>
                    <a:pt x="61484" y="812866"/>
                  </a:lnTo>
                  <a:lnTo>
                    <a:pt x="59563" y="812866"/>
                  </a:lnTo>
                  <a:lnTo>
                    <a:pt x="57642" y="812866"/>
                  </a:lnTo>
                  <a:lnTo>
                    <a:pt x="55720" y="812866"/>
                  </a:lnTo>
                  <a:lnTo>
                    <a:pt x="53799" y="812866"/>
                  </a:lnTo>
                  <a:lnTo>
                    <a:pt x="51877" y="812866"/>
                  </a:lnTo>
                  <a:lnTo>
                    <a:pt x="49956" y="812866"/>
                  </a:lnTo>
                  <a:lnTo>
                    <a:pt x="48035" y="812866"/>
                  </a:lnTo>
                  <a:lnTo>
                    <a:pt x="46113" y="812866"/>
                  </a:lnTo>
                  <a:lnTo>
                    <a:pt x="44192" y="812866"/>
                  </a:lnTo>
                  <a:lnTo>
                    <a:pt x="42270" y="812866"/>
                  </a:lnTo>
                  <a:lnTo>
                    <a:pt x="40349" y="812866"/>
                  </a:lnTo>
                  <a:lnTo>
                    <a:pt x="38428" y="812866"/>
                  </a:lnTo>
                  <a:lnTo>
                    <a:pt x="36506" y="812866"/>
                  </a:lnTo>
                  <a:lnTo>
                    <a:pt x="34585" y="812866"/>
                  </a:lnTo>
                  <a:lnTo>
                    <a:pt x="32663" y="812866"/>
                  </a:lnTo>
                  <a:lnTo>
                    <a:pt x="30742" y="812866"/>
                  </a:lnTo>
                  <a:lnTo>
                    <a:pt x="28821" y="812866"/>
                  </a:lnTo>
                  <a:lnTo>
                    <a:pt x="26899" y="812866"/>
                  </a:lnTo>
                  <a:lnTo>
                    <a:pt x="24978" y="812866"/>
                  </a:lnTo>
                  <a:lnTo>
                    <a:pt x="23056" y="812866"/>
                  </a:lnTo>
                  <a:lnTo>
                    <a:pt x="21135" y="812866"/>
                  </a:lnTo>
                  <a:lnTo>
                    <a:pt x="19214" y="812866"/>
                  </a:lnTo>
                  <a:lnTo>
                    <a:pt x="17292" y="812866"/>
                  </a:lnTo>
                  <a:lnTo>
                    <a:pt x="15371" y="812866"/>
                  </a:lnTo>
                  <a:lnTo>
                    <a:pt x="13449" y="812866"/>
                  </a:lnTo>
                  <a:lnTo>
                    <a:pt x="11528" y="812866"/>
                  </a:lnTo>
                  <a:lnTo>
                    <a:pt x="9607" y="812866"/>
                  </a:lnTo>
                  <a:lnTo>
                    <a:pt x="7685" y="812866"/>
                  </a:lnTo>
                  <a:lnTo>
                    <a:pt x="5764" y="812866"/>
                  </a:lnTo>
                  <a:lnTo>
                    <a:pt x="3842" y="812866"/>
                  </a:lnTo>
                  <a:lnTo>
                    <a:pt x="1921" y="81286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4248562" y="5170556"/>
              <a:ext cx="981838" cy="812866"/>
            </a:xfrm>
            <a:custGeom>
              <a:avLst/>
              <a:pathLst>
                <a:path w="981838" h="812866">
                  <a:moveTo>
                    <a:pt x="0" y="812866"/>
                  </a:moveTo>
                  <a:lnTo>
                    <a:pt x="1921" y="812866"/>
                  </a:lnTo>
                  <a:lnTo>
                    <a:pt x="3842" y="812866"/>
                  </a:lnTo>
                  <a:lnTo>
                    <a:pt x="5764" y="812866"/>
                  </a:lnTo>
                  <a:lnTo>
                    <a:pt x="7685" y="812866"/>
                  </a:lnTo>
                  <a:lnTo>
                    <a:pt x="9607" y="812866"/>
                  </a:lnTo>
                  <a:lnTo>
                    <a:pt x="11528" y="812866"/>
                  </a:lnTo>
                  <a:lnTo>
                    <a:pt x="13449" y="812866"/>
                  </a:lnTo>
                  <a:lnTo>
                    <a:pt x="15371" y="812866"/>
                  </a:lnTo>
                  <a:lnTo>
                    <a:pt x="17292" y="812866"/>
                  </a:lnTo>
                  <a:lnTo>
                    <a:pt x="19214" y="812866"/>
                  </a:lnTo>
                  <a:lnTo>
                    <a:pt x="21135" y="812866"/>
                  </a:lnTo>
                  <a:lnTo>
                    <a:pt x="23056" y="812866"/>
                  </a:lnTo>
                  <a:lnTo>
                    <a:pt x="24978" y="812866"/>
                  </a:lnTo>
                  <a:lnTo>
                    <a:pt x="26899" y="812866"/>
                  </a:lnTo>
                  <a:lnTo>
                    <a:pt x="28821" y="812866"/>
                  </a:lnTo>
                  <a:lnTo>
                    <a:pt x="30742" y="812866"/>
                  </a:lnTo>
                  <a:lnTo>
                    <a:pt x="32663" y="812866"/>
                  </a:lnTo>
                  <a:lnTo>
                    <a:pt x="34585" y="812866"/>
                  </a:lnTo>
                  <a:lnTo>
                    <a:pt x="36506" y="812866"/>
                  </a:lnTo>
                  <a:lnTo>
                    <a:pt x="38428" y="812866"/>
                  </a:lnTo>
                  <a:lnTo>
                    <a:pt x="40349" y="812866"/>
                  </a:lnTo>
                  <a:lnTo>
                    <a:pt x="42270" y="812866"/>
                  </a:lnTo>
                  <a:lnTo>
                    <a:pt x="44192" y="812866"/>
                  </a:lnTo>
                  <a:lnTo>
                    <a:pt x="46113" y="812865"/>
                  </a:lnTo>
                  <a:lnTo>
                    <a:pt x="48035" y="812865"/>
                  </a:lnTo>
                  <a:lnTo>
                    <a:pt x="49956" y="812865"/>
                  </a:lnTo>
                  <a:lnTo>
                    <a:pt x="51877" y="812863"/>
                  </a:lnTo>
                  <a:lnTo>
                    <a:pt x="53799" y="812860"/>
                  </a:lnTo>
                  <a:lnTo>
                    <a:pt x="55720" y="812853"/>
                  </a:lnTo>
                  <a:lnTo>
                    <a:pt x="57642" y="812838"/>
                  </a:lnTo>
                  <a:lnTo>
                    <a:pt x="59563" y="812808"/>
                  </a:lnTo>
                  <a:lnTo>
                    <a:pt x="61484" y="812749"/>
                  </a:lnTo>
                  <a:lnTo>
                    <a:pt x="63406" y="812642"/>
                  </a:lnTo>
                  <a:lnTo>
                    <a:pt x="65327" y="812453"/>
                  </a:lnTo>
                  <a:lnTo>
                    <a:pt x="67249" y="812135"/>
                  </a:lnTo>
                  <a:lnTo>
                    <a:pt x="69170" y="811624"/>
                  </a:lnTo>
                  <a:lnTo>
                    <a:pt x="71091" y="810837"/>
                  </a:lnTo>
                  <a:lnTo>
                    <a:pt x="73013" y="809675"/>
                  </a:lnTo>
                  <a:lnTo>
                    <a:pt x="74934" y="808029"/>
                  </a:lnTo>
                  <a:lnTo>
                    <a:pt x="76856" y="805792"/>
                  </a:lnTo>
                  <a:lnTo>
                    <a:pt x="78777" y="802869"/>
                  </a:lnTo>
                  <a:lnTo>
                    <a:pt x="80699" y="799202"/>
                  </a:lnTo>
                  <a:lnTo>
                    <a:pt x="82620" y="794780"/>
                  </a:lnTo>
                  <a:lnTo>
                    <a:pt x="84541" y="789622"/>
                  </a:lnTo>
                  <a:lnTo>
                    <a:pt x="86463" y="783889"/>
                  </a:lnTo>
                  <a:lnTo>
                    <a:pt x="88384" y="777790"/>
                  </a:lnTo>
                  <a:lnTo>
                    <a:pt x="90306" y="771555"/>
                  </a:lnTo>
                  <a:lnTo>
                    <a:pt x="92227" y="765428"/>
                  </a:lnTo>
                  <a:lnTo>
                    <a:pt x="94148" y="759647"/>
                  </a:lnTo>
                  <a:lnTo>
                    <a:pt x="96070" y="754430"/>
                  </a:lnTo>
                  <a:lnTo>
                    <a:pt x="97991" y="749959"/>
                  </a:lnTo>
                  <a:lnTo>
                    <a:pt x="99913" y="746379"/>
                  </a:lnTo>
                  <a:lnTo>
                    <a:pt x="101834" y="743791"/>
                  </a:lnTo>
                  <a:lnTo>
                    <a:pt x="103755" y="742250"/>
                  </a:lnTo>
                  <a:lnTo>
                    <a:pt x="105677" y="741766"/>
                  </a:lnTo>
                  <a:lnTo>
                    <a:pt x="107598" y="742293"/>
                  </a:lnTo>
                  <a:lnTo>
                    <a:pt x="109520" y="743728"/>
                  </a:lnTo>
                  <a:lnTo>
                    <a:pt x="111441" y="745931"/>
                  </a:lnTo>
                  <a:lnTo>
                    <a:pt x="113362" y="748651"/>
                  </a:lnTo>
                  <a:lnTo>
                    <a:pt x="115284" y="751606"/>
                  </a:lnTo>
                  <a:lnTo>
                    <a:pt x="117205" y="754543"/>
                  </a:lnTo>
                  <a:lnTo>
                    <a:pt x="119127" y="757234"/>
                  </a:lnTo>
                  <a:lnTo>
                    <a:pt x="121048" y="759498"/>
                  </a:lnTo>
                  <a:lnTo>
                    <a:pt x="122969" y="761215"/>
                  </a:lnTo>
                  <a:lnTo>
                    <a:pt x="124891" y="762325"/>
                  </a:lnTo>
                  <a:lnTo>
                    <a:pt x="126812" y="762815"/>
                  </a:lnTo>
                  <a:lnTo>
                    <a:pt x="128734" y="762704"/>
                  </a:lnTo>
                  <a:lnTo>
                    <a:pt x="130655" y="762017"/>
                  </a:lnTo>
                  <a:lnTo>
                    <a:pt x="132576" y="760765"/>
                  </a:lnTo>
                  <a:lnTo>
                    <a:pt x="134498" y="758925"/>
                  </a:lnTo>
                  <a:lnTo>
                    <a:pt x="136419" y="756435"/>
                  </a:lnTo>
                  <a:lnTo>
                    <a:pt x="138341" y="753161"/>
                  </a:lnTo>
                  <a:lnTo>
                    <a:pt x="140262" y="748925"/>
                  </a:lnTo>
                  <a:lnTo>
                    <a:pt x="142183" y="743599"/>
                  </a:lnTo>
                  <a:lnTo>
                    <a:pt x="144105" y="737013"/>
                  </a:lnTo>
                  <a:lnTo>
                    <a:pt x="146026" y="729007"/>
                  </a:lnTo>
                  <a:lnTo>
                    <a:pt x="147948" y="719439"/>
                  </a:lnTo>
                  <a:lnTo>
                    <a:pt x="149869" y="708191"/>
                  </a:lnTo>
                  <a:lnTo>
                    <a:pt x="151791" y="695183"/>
                  </a:lnTo>
                  <a:lnTo>
                    <a:pt x="153712" y="680371"/>
                  </a:lnTo>
                  <a:lnTo>
                    <a:pt x="155633" y="663768"/>
                  </a:lnTo>
                  <a:lnTo>
                    <a:pt x="157555" y="645446"/>
                  </a:lnTo>
                  <a:lnTo>
                    <a:pt x="159476" y="625556"/>
                  </a:lnTo>
                  <a:lnTo>
                    <a:pt x="161398" y="604329"/>
                  </a:lnTo>
                  <a:lnTo>
                    <a:pt x="163319" y="582074"/>
                  </a:lnTo>
                  <a:lnTo>
                    <a:pt x="165240" y="559154"/>
                  </a:lnTo>
                  <a:lnTo>
                    <a:pt x="167162" y="535971"/>
                  </a:lnTo>
                  <a:lnTo>
                    <a:pt x="169083" y="512841"/>
                  </a:lnTo>
                  <a:lnTo>
                    <a:pt x="171005" y="489852"/>
                  </a:lnTo>
                  <a:lnTo>
                    <a:pt x="172926" y="466819"/>
                  </a:lnTo>
                  <a:lnTo>
                    <a:pt x="174847" y="443226"/>
                  </a:lnTo>
                  <a:lnTo>
                    <a:pt x="176769" y="418232"/>
                  </a:lnTo>
                  <a:lnTo>
                    <a:pt x="178690" y="390753"/>
                  </a:lnTo>
                  <a:lnTo>
                    <a:pt x="180612" y="359620"/>
                  </a:lnTo>
                  <a:lnTo>
                    <a:pt x="182533" y="323830"/>
                  </a:lnTo>
                  <a:lnTo>
                    <a:pt x="184454" y="282835"/>
                  </a:lnTo>
                  <a:lnTo>
                    <a:pt x="186376" y="236841"/>
                  </a:lnTo>
                  <a:lnTo>
                    <a:pt x="188297" y="187059"/>
                  </a:lnTo>
                  <a:lnTo>
                    <a:pt x="190219" y="135839"/>
                  </a:lnTo>
                  <a:lnTo>
                    <a:pt x="192140" y="86672"/>
                  </a:lnTo>
                  <a:lnTo>
                    <a:pt x="194061" y="44744"/>
                  </a:lnTo>
                  <a:lnTo>
                    <a:pt x="195983" y="14494"/>
                  </a:lnTo>
                  <a:lnTo>
                    <a:pt x="197904" y="0"/>
                  </a:lnTo>
                  <a:lnTo>
                    <a:pt x="199826" y="4187"/>
                  </a:lnTo>
                  <a:lnTo>
                    <a:pt x="201747" y="28355"/>
                  </a:lnTo>
                  <a:lnTo>
                    <a:pt x="203668" y="71925"/>
                  </a:lnTo>
                  <a:lnTo>
                    <a:pt x="205590" y="132483"/>
                  </a:lnTo>
                  <a:lnTo>
                    <a:pt x="207511" y="206100"/>
                  </a:lnTo>
                  <a:lnTo>
                    <a:pt x="209433" y="287863"/>
                  </a:lnTo>
                  <a:lnTo>
                    <a:pt x="211354" y="372520"/>
                  </a:lnTo>
                  <a:lnTo>
                    <a:pt x="213275" y="455122"/>
                  </a:lnTo>
                  <a:lnTo>
                    <a:pt x="215197" y="531556"/>
                  </a:lnTo>
                  <a:lnTo>
                    <a:pt x="217118" y="598889"/>
                  </a:lnTo>
                  <a:lnTo>
                    <a:pt x="219040" y="655493"/>
                  </a:lnTo>
                  <a:lnTo>
                    <a:pt x="220961" y="700163"/>
                  </a:lnTo>
                  <a:lnTo>
                    <a:pt x="222883" y="734490"/>
                  </a:lnTo>
                  <a:lnTo>
                    <a:pt x="224804" y="759868"/>
                  </a:lnTo>
                  <a:lnTo>
                    <a:pt x="226725" y="777898"/>
                  </a:lnTo>
                  <a:lnTo>
                    <a:pt x="228647" y="790194"/>
                  </a:lnTo>
                  <a:lnTo>
                    <a:pt x="230568" y="798230"/>
                  </a:lnTo>
                  <a:lnTo>
                    <a:pt x="232490" y="803250"/>
                  </a:lnTo>
                  <a:lnTo>
                    <a:pt x="234411" y="806239"/>
                  </a:lnTo>
                  <a:lnTo>
                    <a:pt x="236332" y="807934"/>
                  </a:lnTo>
                  <a:lnTo>
                    <a:pt x="238254" y="808855"/>
                  </a:lnTo>
                  <a:lnTo>
                    <a:pt x="240175" y="809353"/>
                  </a:lnTo>
                  <a:lnTo>
                    <a:pt x="242097" y="809652"/>
                  </a:lnTo>
                  <a:lnTo>
                    <a:pt x="244018" y="809881"/>
                  </a:lnTo>
                  <a:lnTo>
                    <a:pt x="245939" y="810111"/>
                  </a:lnTo>
                  <a:lnTo>
                    <a:pt x="247861" y="810373"/>
                  </a:lnTo>
                  <a:lnTo>
                    <a:pt x="249782" y="810667"/>
                  </a:lnTo>
                  <a:lnTo>
                    <a:pt x="251704" y="810983"/>
                  </a:lnTo>
                  <a:lnTo>
                    <a:pt x="253625" y="811304"/>
                  </a:lnTo>
                  <a:lnTo>
                    <a:pt x="255546" y="811612"/>
                  </a:lnTo>
                  <a:lnTo>
                    <a:pt x="257468" y="811893"/>
                  </a:lnTo>
                  <a:lnTo>
                    <a:pt x="259389" y="812137"/>
                  </a:lnTo>
                  <a:lnTo>
                    <a:pt x="261311" y="812339"/>
                  </a:lnTo>
                  <a:lnTo>
                    <a:pt x="263232" y="812497"/>
                  </a:lnTo>
                  <a:lnTo>
                    <a:pt x="265153" y="812614"/>
                  </a:lnTo>
                  <a:lnTo>
                    <a:pt x="267075" y="812693"/>
                  </a:lnTo>
                  <a:lnTo>
                    <a:pt x="268996" y="812740"/>
                  </a:lnTo>
                  <a:lnTo>
                    <a:pt x="270918" y="812757"/>
                  </a:lnTo>
                  <a:lnTo>
                    <a:pt x="272839" y="812747"/>
                  </a:lnTo>
                  <a:lnTo>
                    <a:pt x="274760" y="812707"/>
                  </a:lnTo>
                  <a:lnTo>
                    <a:pt x="276682" y="812637"/>
                  </a:lnTo>
                  <a:lnTo>
                    <a:pt x="278603" y="812535"/>
                  </a:lnTo>
                  <a:lnTo>
                    <a:pt x="280525" y="812400"/>
                  </a:lnTo>
                  <a:lnTo>
                    <a:pt x="282446" y="812235"/>
                  </a:lnTo>
                  <a:lnTo>
                    <a:pt x="284367" y="812044"/>
                  </a:lnTo>
                  <a:lnTo>
                    <a:pt x="286289" y="811839"/>
                  </a:lnTo>
                  <a:lnTo>
                    <a:pt x="288210" y="811636"/>
                  </a:lnTo>
                  <a:lnTo>
                    <a:pt x="290132" y="811453"/>
                  </a:lnTo>
                  <a:lnTo>
                    <a:pt x="292053" y="811308"/>
                  </a:lnTo>
                  <a:lnTo>
                    <a:pt x="293975" y="811218"/>
                  </a:lnTo>
                  <a:lnTo>
                    <a:pt x="295896" y="811193"/>
                  </a:lnTo>
                  <a:lnTo>
                    <a:pt x="297817" y="811238"/>
                  </a:lnTo>
                  <a:lnTo>
                    <a:pt x="299739" y="811347"/>
                  </a:lnTo>
                  <a:lnTo>
                    <a:pt x="301660" y="811510"/>
                  </a:lnTo>
                  <a:lnTo>
                    <a:pt x="303582" y="811705"/>
                  </a:lnTo>
                  <a:lnTo>
                    <a:pt x="305503" y="811913"/>
                  </a:lnTo>
                  <a:lnTo>
                    <a:pt x="307424" y="812114"/>
                  </a:lnTo>
                  <a:lnTo>
                    <a:pt x="309346" y="812297"/>
                  </a:lnTo>
                  <a:lnTo>
                    <a:pt x="311267" y="812453"/>
                  </a:lnTo>
                  <a:lnTo>
                    <a:pt x="313189" y="812578"/>
                  </a:lnTo>
                  <a:lnTo>
                    <a:pt x="315110" y="812674"/>
                  </a:lnTo>
                  <a:lnTo>
                    <a:pt x="317031" y="812743"/>
                  </a:lnTo>
                  <a:lnTo>
                    <a:pt x="318953" y="812791"/>
                  </a:lnTo>
                  <a:lnTo>
                    <a:pt x="320874" y="812822"/>
                  </a:lnTo>
                  <a:lnTo>
                    <a:pt x="322796" y="812841"/>
                  </a:lnTo>
                  <a:lnTo>
                    <a:pt x="324717" y="812853"/>
                  </a:lnTo>
                  <a:lnTo>
                    <a:pt x="326638" y="812859"/>
                  </a:lnTo>
                  <a:lnTo>
                    <a:pt x="328560" y="812862"/>
                  </a:lnTo>
                  <a:lnTo>
                    <a:pt x="330481" y="812864"/>
                  </a:lnTo>
                  <a:lnTo>
                    <a:pt x="332403" y="812865"/>
                  </a:lnTo>
                  <a:lnTo>
                    <a:pt x="334324" y="812865"/>
                  </a:lnTo>
                  <a:lnTo>
                    <a:pt x="336245" y="812866"/>
                  </a:lnTo>
                  <a:lnTo>
                    <a:pt x="338167" y="812866"/>
                  </a:lnTo>
                  <a:lnTo>
                    <a:pt x="340088" y="812866"/>
                  </a:lnTo>
                  <a:lnTo>
                    <a:pt x="342010" y="812866"/>
                  </a:lnTo>
                  <a:lnTo>
                    <a:pt x="343931" y="812866"/>
                  </a:lnTo>
                  <a:lnTo>
                    <a:pt x="345852" y="812866"/>
                  </a:lnTo>
                  <a:lnTo>
                    <a:pt x="347774" y="812866"/>
                  </a:lnTo>
                  <a:lnTo>
                    <a:pt x="349695" y="812866"/>
                  </a:lnTo>
                  <a:lnTo>
                    <a:pt x="351617" y="812866"/>
                  </a:lnTo>
                  <a:lnTo>
                    <a:pt x="353538" y="812866"/>
                  </a:lnTo>
                  <a:lnTo>
                    <a:pt x="355459" y="812866"/>
                  </a:lnTo>
                  <a:lnTo>
                    <a:pt x="357381" y="812866"/>
                  </a:lnTo>
                  <a:lnTo>
                    <a:pt x="359302" y="812866"/>
                  </a:lnTo>
                  <a:lnTo>
                    <a:pt x="361224" y="812866"/>
                  </a:lnTo>
                  <a:lnTo>
                    <a:pt x="363145" y="812866"/>
                  </a:lnTo>
                  <a:lnTo>
                    <a:pt x="365067" y="812866"/>
                  </a:lnTo>
                  <a:lnTo>
                    <a:pt x="366988" y="812866"/>
                  </a:lnTo>
                  <a:lnTo>
                    <a:pt x="368909" y="812866"/>
                  </a:lnTo>
                  <a:lnTo>
                    <a:pt x="370831" y="812866"/>
                  </a:lnTo>
                  <a:lnTo>
                    <a:pt x="372752" y="812866"/>
                  </a:lnTo>
                  <a:lnTo>
                    <a:pt x="374674" y="812866"/>
                  </a:lnTo>
                  <a:lnTo>
                    <a:pt x="376595" y="812866"/>
                  </a:lnTo>
                  <a:lnTo>
                    <a:pt x="378516" y="812866"/>
                  </a:lnTo>
                  <a:lnTo>
                    <a:pt x="380438" y="812866"/>
                  </a:lnTo>
                  <a:lnTo>
                    <a:pt x="382359" y="812866"/>
                  </a:lnTo>
                  <a:lnTo>
                    <a:pt x="384281" y="812866"/>
                  </a:lnTo>
                  <a:lnTo>
                    <a:pt x="386202" y="812866"/>
                  </a:lnTo>
                  <a:lnTo>
                    <a:pt x="388123" y="812866"/>
                  </a:lnTo>
                  <a:lnTo>
                    <a:pt x="390045" y="812866"/>
                  </a:lnTo>
                  <a:lnTo>
                    <a:pt x="391966" y="812866"/>
                  </a:lnTo>
                  <a:lnTo>
                    <a:pt x="393888" y="812866"/>
                  </a:lnTo>
                  <a:lnTo>
                    <a:pt x="395809" y="812866"/>
                  </a:lnTo>
                  <a:lnTo>
                    <a:pt x="397730" y="812866"/>
                  </a:lnTo>
                  <a:lnTo>
                    <a:pt x="399652" y="812866"/>
                  </a:lnTo>
                  <a:lnTo>
                    <a:pt x="401573" y="812866"/>
                  </a:lnTo>
                  <a:lnTo>
                    <a:pt x="403495" y="812866"/>
                  </a:lnTo>
                  <a:lnTo>
                    <a:pt x="405416" y="812866"/>
                  </a:lnTo>
                  <a:lnTo>
                    <a:pt x="407337" y="812866"/>
                  </a:lnTo>
                  <a:lnTo>
                    <a:pt x="409259" y="812866"/>
                  </a:lnTo>
                  <a:lnTo>
                    <a:pt x="411180" y="812866"/>
                  </a:lnTo>
                  <a:lnTo>
                    <a:pt x="413102" y="812866"/>
                  </a:lnTo>
                  <a:lnTo>
                    <a:pt x="415023" y="812866"/>
                  </a:lnTo>
                  <a:lnTo>
                    <a:pt x="416944" y="812866"/>
                  </a:lnTo>
                  <a:lnTo>
                    <a:pt x="418866" y="812866"/>
                  </a:lnTo>
                  <a:lnTo>
                    <a:pt x="420787" y="812866"/>
                  </a:lnTo>
                  <a:lnTo>
                    <a:pt x="422709" y="812866"/>
                  </a:lnTo>
                  <a:lnTo>
                    <a:pt x="424630" y="812866"/>
                  </a:lnTo>
                  <a:lnTo>
                    <a:pt x="426551" y="812866"/>
                  </a:lnTo>
                  <a:lnTo>
                    <a:pt x="428473" y="812866"/>
                  </a:lnTo>
                  <a:lnTo>
                    <a:pt x="430394" y="812866"/>
                  </a:lnTo>
                  <a:lnTo>
                    <a:pt x="432316" y="812866"/>
                  </a:lnTo>
                  <a:lnTo>
                    <a:pt x="434237" y="812866"/>
                  </a:lnTo>
                  <a:lnTo>
                    <a:pt x="436159" y="812866"/>
                  </a:lnTo>
                  <a:lnTo>
                    <a:pt x="438080" y="812866"/>
                  </a:lnTo>
                  <a:lnTo>
                    <a:pt x="440001" y="812866"/>
                  </a:lnTo>
                  <a:lnTo>
                    <a:pt x="441923" y="812866"/>
                  </a:lnTo>
                  <a:lnTo>
                    <a:pt x="443844" y="812866"/>
                  </a:lnTo>
                  <a:lnTo>
                    <a:pt x="445766" y="812866"/>
                  </a:lnTo>
                  <a:lnTo>
                    <a:pt x="447687" y="812866"/>
                  </a:lnTo>
                  <a:lnTo>
                    <a:pt x="449608" y="812866"/>
                  </a:lnTo>
                  <a:lnTo>
                    <a:pt x="451530" y="812866"/>
                  </a:lnTo>
                  <a:lnTo>
                    <a:pt x="453451" y="812866"/>
                  </a:lnTo>
                  <a:lnTo>
                    <a:pt x="455373" y="812866"/>
                  </a:lnTo>
                  <a:lnTo>
                    <a:pt x="457294" y="812866"/>
                  </a:lnTo>
                  <a:lnTo>
                    <a:pt x="459215" y="812866"/>
                  </a:lnTo>
                  <a:lnTo>
                    <a:pt x="461137" y="812866"/>
                  </a:lnTo>
                  <a:lnTo>
                    <a:pt x="463058" y="812866"/>
                  </a:lnTo>
                  <a:lnTo>
                    <a:pt x="464980" y="812866"/>
                  </a:lnTo>
                  <a:lnTo>
                    <a:pt x="466901" y="812866"/>
                  </a:lnTo>
                  <a:lnTo>
                    <a:pt x="468822" y="812866"/>
                  </a:lnTo>
                  <a:lnTo>
                    <a:pt x="470744" y="812866"/>
                  </a:lnTo>
                  <a:lnTo>
                    <a:pt x="472665" y="812866"/>
                  </a:lnTo>
                  <a:lnTo>
                    <a:pt x="474587" y="812866"/>
                  </a:lnTo>
                  <a:lnTo>
                    <a:pt x="476508" y="812866"/>
                  </a:lnTo>
                  <a:lnTo>
                    <a:pt x="478429" y="812866"/>
                  </a:lnTo>
                  <a:lnTo>
                    <a:pt x="480351" y="812866"/>
                  </a:lnTo>
                  <a:lnTo>
                    <a:pt x="482272" y="812866"/>
                  </a:lnTo>
                  <a:lnTo>
                    <a:pt x="484194" y="812866"/>
                  </a:lnTo>
                  <a:lnTo>
                    <a:pt x="486115" y="812866"/>
                  </a:lnTo>
                  <a:lnTo>
                    <a:pt x="488036" y="812866"/>
                  </a:lnTo>
                  <a:lnTo>
                    <a:pt x="489958" y="812866"/>
                  </a:lnTo>
                  <a:lnTo>
                    <a:pt x="491879" y="812866"/>
                  </a:lnTo>
                  <a:lnTo>
                    <a:pt x="493801" y="812866"/>
                  </a:lnTo>
                  <a:lnTo>
                    <a:pt x="495722" y="812866"/>
                  </a:lnTo>
                  <a:lnTo>
                    <a:pt x="497643" y="812866"/>
                  </a:lnTo>
                  <a:lnTo>
                    <a:pt x="499565" y="812866"/>
                  </a:lnTo>
                  <a:lnTo>
                    <a:pt x="501486" y="812866"/>
                  </a:lnTo>
                  <a:lnTo>
                    <a:pt x="503408" y="812866"/>
                  </a:lnTo>
                  <a:lnTo>
                    <a:pt x="505329" y="812866"/>
                  </a:lnTo>
                  <a:lnTo>
                    <a:pt x="507250" y="812866"/>
                  </a:lnTo>
                  <a:lnTo>
                    <a:pt x="509172" y="812866"/>
                  </a:lnTo>
                  <a:lnTo>
                    <a:pt x="511093" y="812866"/>
                  </a:lnTo>
                  <a:lnTo>
                    <a:pt x="513015" y="812866"/>
                  </a:lnTo>
                  <a:lnTo>
                    <a:pt x="514936" y="812866"/>
                  </a:lnTo>
                  <a:lnTo>
                    <a:pt x="516858" y="812866"/>
                  </a:lnTo>
                  <a:lnTo>
                    <a:pt x="518779" y="812866"/>
                  </a:lnTo>
                  <a:lnTo>
                    <a:pt x="520700" y="812866"/>
                  </a:lnTo>
                  <a:lnTo>
                    <a:pt x="522622" y="812866"/>
                  </a:lnTo>
                  <a:lnTo>
                    <a:pt x="524543" y="812866"/>
                  </a:lnTo>
                  <a:lnTo>
                    <a:pt x="526465" y="812866"/>
                  </a:lnTo>
                  <a:lnTo>
                    <a:pt x="528386" y="812866"/>
                  </a:lnTo>
                  <a:lnTo>
                    <a:pt x="530307" y="812866"/>
                  </a:lnTo>
                  <a:lnTo>
                    <a:pt x="532229" y="812866"/>
                  </a:lnTo>
                  <a:lnTo>
                    <a:pt x="534150" y="812866"/>
                  </a:lnTo>
                  <a:lnTo>
                    <a:pt x="536072" y="812866"/>
                  </a:lnTo>
                  <a:lnTo>
                    <a:pt x="537993" y="812866"/>
                  </a:lnTo>
                  <a:lnTo>
                    <a:pt x="539914" y="812866"/>
                  </a:lnTo>
                  <a:lnTo>
                    <a:pt x="541836" y="812866"/>
                  </a:lnTo>
                  <a:lnTo>
                    <a:pt x="543757" y="812866"/>
                  </a:lnTo>
                  <a:lnTo>
                    <a:pt x="545679" y="812866"/>
                  </a:lnTo>
                  <a:lnTo>
                    <a:pt x="547600" y="812866"/>
                  </a:lnTo>
                  <a:lnTo>
                    <a:pt x="549521" y="812866"/>
                  </a:lnTo>
                  <a:lnTo>
                    <a:pt x="551443" y="812866"/>
                  </a:lnTo>
                  <a:lnTo>
                    <a:pt x="553364" y="812866"/>
                  </a:lnTo>
                  <a:lnTo>
                    <a:pt x="555286" y="812866"/>
                  </a:lnTo>
                  <a:lnTo>
                    <a:pt x="557207" y="812866"/>
                  </a:lnTo>
                  <a:lnTo>
                    <a:pt x="559128" y="812866"/>
                  </a:lnTo>
                  <a:lnTo>
                    <a:pt x="561050" y="812866"/>
                  </a:lnTo>
                  <a:lnTo>
                    <a:pt x="562971" y="812866"/>
                  </a:lnTo>
                  <a:lnTo>
                    <a:pt x="564893" y="812866"/>
                  </a:lnTo>
                  <a:lnTo>
                    <a:pt x="566814" y="812866"/>
                  </a:lnTo>
                  <a:lnTo>
                    <a:pt x="568735" y="812865"/>
                  </a:lnTo>
                  <a:lnTo>
                    <a:pt x="570657" y="812865"/>
                  </a:lnTo>
                  <a:lnTo>
                    <a:pt x="572578" y="812864"/>
                  </a:lnTo>
                  <a:lnTo>
                    <a:pt x="574500" y="812862"/>
                  </a:lnTo>
                  <a:lnTo>
                    <a:pt x="576421" y="812859"/>
                  </a:lnTo>
                  <a:lnTo>
                    <a:pt x="578342" y="812853"/>
                  </a:lnTo>
                  <a:lnTo>
                    <a:pt x="580264" y="812841"/>
                  </a:lnTo>
                  <a:lnTo>
                    <a:pt x="582185" y="812822"/>
                  </a:lnTo>
                  <a:lnTo>
                    <a:pt x="584107" y="812791"/>
                  </a:lnTo>
                  <a:lnTo>
                    <a:pt x="586028" y="812745"/>
                  </a:lnTo>
                  <a:lnTo>
                    <a:pt x="587950" y="812676"/>
                  </a:lnTo>
                  <a:lnTo>
                    <a:pt x="589871" y="812582"/>
                  </a:lnTo>
                  <a:lnTo>
                    <a:pt x="591792" y="812459"/>
                  </a:lnTo>
                  <a:lnTo>
                    <a:pt x="593714" y="812304"/>
                  </a:lnTo>
                  <a:lnTo>
                    <a:pt x="595635" y="812123"/>
                  </a:lnTo>
                  <a:lnTo>
                    <a:pt x="597557" y="811922"/>
                  </a:lnTo>
                  <a:lnTo>
                    <a:pt x="599478" y="811714"/>
                  </a:lnTo>
                  <a:lnTo>
                    <a:pt x="601399" y="811519"/>
                  </a:lnTo>
                  <a:lnTo>
                    <a:pt x="603321" y="811357"/>
                  </a:lnTo>
                  <a:lnTo>
                    <a:pt x="605242" y="811246"/>
                  </a:lnTo>
                  <a:lnTo>
                    <a:pt x="607164" y="811198"/>
                  </a:lnTo>
                  <a:lnTo>
                    <a:pt x="609085" y="811219"/>
                  </a:lnTo>
                  <a:lnTo>
                    <a:pt x="611006" y="811305"/>
                  </a:lnTo>
                  <a:lnTo>
                    <a:pt x="612928" y="811447"/>
                  </a:lnTo>
                  <a:lnTo>
                    <a:pt x="614849" y="811628"/>
                  </a:lnTo>
                  <a:lnTo>
                    <a:pt x="616771" y="811831"/>
                  </a:lnTo>
                  <a:lnTo>
                    <a:pt x="618692" y="812035"/>
                  </a:lnTo>
                  <a:lnTo>
                    <a:pt x="620613" y="812228"/>
                  </a:lnTo>
                  <a:lnTo>
                    <a:pt x="622535" y="812396"/>
                  </a:lnTo>
                  <a:lnTo>
                    <a:pt x="624456" y="812535"/>
                  </a:lnTo>
                  <a:lnTo>
                    <a:pt x="626378" y="812643"/>
                  </a:lnTo>
                  <a:lnTo>
                    <a:pt x="628299" y="812721"/>
                  </a:lnTo>
                  <a:lnTo>
                    <a:pt x="630220" y="812775"/>
                  </a:lnTo>
                  <a:lnTo>
                    <a:pt x="632142" y="812811"/>
                  </a:lnTo>
                  <a:lnTo>
                    <a:pt x="634063" y="812834"/>
                  </a:lnTo>
                  <a:lnTo>
                    <a:pt x="635985" y="812848"/>
                  </a:lnTo>
                  <a:lnTo>
                    <a:pt x="637906" y="812856"/>
                  </a:lnTo>
                  <a:lnTo>
                    <a:pt x="639827" y="812861"/>
                  </a:lnTo>
                  <a:lnTo>
                    <a:pt x="641749" y="812863"/>
                  </a:lnTo>
                  <a:lnTo>
                    <a:pt x="643670" y="812865"/>
                  </a:lnTo>
                  <a:lnTo>
                    <a:pt x="645592" y="812865"/>
                  </a:lnTo>
                  <a:lnTo>
                    <a:pt x="647513" y="812865"/>
                  </a:lnTo>
                  <a:lnTo>
                    <a:pt x="649434" y="812866"/>
                  </a:lnTo>
                  <a:lnTo>
                    <a:pt x="651356" y="812866"/>
                  </a:lnTo>
                  <a:lnTo>
                    <a:pt x="653277" y="812866"/>
                  </a:lnTo>
                  <a:lnTo>
                    <a:pt x="655199" y="812866"/>
                  </a:lnTo>
                  <a:lnTo>
                    <a:pt x="657120" y="812866"/>
                  </a:lnTo>
                  <a:lnTo>
                    <a:pt x="659042" y="812866"/>
                  </a:lnTo>
                  <a:lnTo>
                    <a:pt x="660963" y="812866"/>
                  </a:lnTo>
                  <a:lnTo>
                    <a:pt x="662884" y="812866"/>
                  </a:lnTo>
                  <a:lnTo>
                    <a:pt x="664806" y="812866"/>
                  </a:lnTo>
                  <a:lnTo>
                    <a:pt x="666727" y="812865"/>
                  </a:lnTo>
                  <a:lnTo>
                    <a:pt x="668649" y="812865"/>
                  </a:lnTo>
                  <a:lnTo>
                    <a:pt x="670570" y="812865"/>
                  </a:lnTo>
                  <a:lnTo>
                    <a:pt x="672491" y="812864"/>
                  </a:lnTo>
                  <a:lnTo>
                    <a:pt x="674413" y="812862"/>
                  </a:lnTo>
                  <a:lnTo>
                    <a:pt x="676334" y="812858"/>
                  </a:lnTo>
                  <a:lnTo>
                    <a:pt x="678256" y="812851"/>
                  </a:lnTo>
                  <a:lnTo>
                    <a:pt x="680177" y="812839"/>
                  </a:lnTo>
                  <a:lnTo>
                    <a:pt x="682098" y="812819"/>
                  </a:lnTo>
                  <a:lnTo>
                    <a:pt x="684020" y="812787"/>
                  </a:lnTo>
                  <a:lnTo>
                    <a:pt x="685941" y="812736"/>
                  </a:lnTo>
                  <a:lnTo>
                    <a:pt x="687863" y="812664"/>
                  </a:lnTo>
                  <a:lnTo>
                    <a:pt x="689784" y="812564"/>
                  </a:lnTo>
                  <a:lnTo>
                    <a:pt x="691705" y="812434"/>
                  </a:lnTo>
                  <a:lnTo>
                    <a:pt x="693627" y="812274"/>
                  </a:lnTo>
                  <a:lnTo>
                    <a:pt x="695548" y="812089"/>
                  </a:lnTo>
                  <a:lnTo>
                    <a:pt x="697470" y="811887"/>
                  </a:lnTo>
                  <a:lnTo>
                    <a:pt x="699391" y="811682"/>
                  </a:lnTo>
                  <a:lnTo>
                    <a:pt x="701312" y="811492"/>
                  </a:lnTo>
                  <a:lnTo>
                    <a:pt x="703234" y="811337"/>
                  </a:lnTo>
                  <a:lnTo>
                    <a:pt x="705155" y="811232"/>
                  </a:lnTo>
                  <a:lnTo>
                    <a:pt x="707077" y="811191"/>
                  </a:lnTo>
                  <a:lnTo>
                    <a:pt x="708998" y="811222"/>
                  </a:lnTo>
                  <a:lnTo>
                    <a:pt x="710919" y="811321"/>
                  </a:lnTo>
                  <a:lnTo>
                    <a:pt x="712841" y="811473"/>
                  </a:lnTo>
                  <a:lnTo>
                    <a:pt x="714762" y="811661"/>
                  </a:lnTo>
                  <a:lnTo>
                    <a:pt x="716684" y="811865"/>
                  </a:lnTo>
                  <a:lnTo>
                    <a:pt x="718605" y="812068"/>
                  </a:lnTo>
                  <a:lnTo>
                    <a:pt x="720526" y="812256"/>
                  </a:lnTo>
                  <a:lnTo>
                    <a:pt x="722448" y="812419"/>
                  </a:lnTo>
                  <a:lnTo>
                    <a:pt x="724369" y="812551"/>
                  </a:lnTo>
                  <a:lnTo>
                    <a:pt x="726291" y="812654"/>
                  </a:lnTo>
                  <a:lnTo>
                    <a:pt x="728212" y="812729"/>
                  </a:lnTo>
                  <a:lnTo>
                    <a:pt x="730134" y="812781"/>
                  </a:lnTo>
                  <a:lnTo>
                    <a:pt x="732055" y="812816"/>
                  </a:lnTo>
                  <a:lnTo>
                    <a:pt x="733976" y="812838"/>
                  </a:lnTo>
                  <a:lnTo>
                    <a:pt x="735898" y="812850"/>
                  </a:lnTo>
                  <a:lnTo>
                    <a:pt x="737819" y="812858"/>
                  </a:lnTo>
                  <a:lnTo>
                    <a:pt x="739741" y="812862"/>
                  </a:lnTo>
                  <a:lnTo>
                    <a:pt x="741662" y="812864"/>
                  </a:lnTo>
                  <a:lnTo>
                    <a:pt x="743583" y="812865"/>
                  </a:lnTo>
                  <a:lnTo>
                    <a:pt x="745505" y="812865"/>
                  </a:lnTo>
                  <a:lnTo>
                    <a:pt x="747426" y="812865"/>
                  </a:lnTo>
                  <a:lnTo>
                    <a:pt x="749348" y="812866"/>
                  </a:lnTo>
                  <a:lnTo>
                    <a:pt x="751269" y="812866"/>
                  </a:lnTo>
                  <a:lnTo>
                    <a:pt x="753190" y="812866"/>
                  </a:lnTo>
                  <a:lnTo>
                    <a:pt x="755112" y="812866"/>
                  </a:lnTo>
                  <a:lnTo>
                    <a:pt x="757033" y="812866"/>
                  </a:lnTo>
                  <a:lnTo>
                    <a:pt x="758955" y="812866"/>
                  </a:lnTo>
                  <a:lnTo>
                    <a:pt x="760876" y="812866"/>
                  </a:lnTo>
                  <a:lnTo>
                    <a:pt x="762797" y="812866"/>
                  </a:lnTo>
                  <a:lnTo>
                    <a:pt x="764719" y="812866"/>
                  </a:lnTo>
                  <a:lnTo>
                    <a:pt x="766640" y="812866"/>
                  </a:lnTo>
                  <a:lnTo>
                    <a:pt x="768562" y="812866"/>
                  </a:lnTo>
                  <a:lnTo>
                    <a:pt x="770483" y="812866"/>
                  </a:lnTo>
                  <a:lnTo>
                    <a:pt x="772404" y="812866"/>
                  </a:lnTo>
                  <a:lnTo>
                    <a:pt x="774326" y="812866"/>
                  </a:lnTo>
                  <a:lnTo>
                    <a:pt x="776247" y="812866"/>
                  </a:lnTo>
                  <a:lnTo>
                    <a:pt x="778169" y="812866"/>
                  </a:lnTo>
                  <a:lnTo>
                    <a:pt x="780090" y="812866"/>
                  </a:lnTo>
                  <a:lnTo>
                    <a:pt x="782011" y="812866"/>
                  </a:lnTo>
                  <a:lnTo>
                    <a:pt x="783933" y="812866"/>
                  </a:lnTo>
                  <a:lnTo>
                    <a:pt x="785854" y="812866"/>
                  </a:lnTo>
                  <a:lnTo>
                    <a:pt x="787776" y="812866"/>
                  </a:lnTo>
                  <a:lnTo>
                    <a:pt x="789697" y="812866"/>
                  </a:lnTo>
                  <a:lnTo>
                    <a:pt x="791618" y="812866"/>
                  </a:lnTo>
                  <a:lnTo>
                    <a:pt x="793540" y="812866"/>
                  </a:lnTo>
                  <a:lnTo>
                    <a:pt x="795461" y="812866"/>
                  </a:lnTo>
                  <a:lnTo>
                    <a:pt x="797383" y="812866"/>
                  </a:lnTo>
                  <a:lnTo>
                    <a:pt x="799304" y="812866"/>
                  </a:lnTo>
                  <a:lnTo>
                    <a:pt x="801226" y="812866"/>
                  </a:lnTo>
                  <a:lnTo>
                    <a:pt x="803147" y="812866"/>
                  </a:lnTo>
                  <a:lnTo>
                    <a:pt x="805068" y="812866"/>
                  </a:lnTo>
                  <a:lnTo>
                    <a:pt x="806990" y="812866"/>
                  </a:lnTo>
                  <a:lnTo>
                    <a:pt x="808911" y="812866"/>
                  </a:lnTo>
                  <a:lnTo>
                    <a:pt x="810833" y="812866"/>
                  </a:lnTo>
                  <a:lnTo>
                    <a:pt x="812754" y="812866"/>
                  </a:lnTo>
                  <a:lnTo>
                    <a:pt x="814675" y="812866"/>
                  </a:lnTo>
                  <a:lnTo>
                    <a:pt x="816597" y="812866"/>
                  </a:lnTo>
                  <a:lnTo>
                    <a:pt x="818518" y="812866"/>
                  </a:lnTo>
                  <a:lnTo>
                    <a:pt x="820440" y="812866"/>
                  </a:lnTo>
                  <a:lnTo>
                    <a:pt x="822361" y="812866"/>
                  </a:lnTo>
                  <a:lnTo>
                    <a:pt x="824282" y="812866"/>
                  </a:lnTo>
                  <a:lnTo>
                    <a:pt x="826204" y="812866"/>
                  </a:lnTo>
                  <a:lnTo>
                    <a:pt x="828125" y="812866"/>
                  </a:lnTo>
                  <a:lnTo>
                    <a:pt x="830047" y="812866"/>
                  </a:lnTo>
                  <a:lnTo>
                    <a:pt x="831968" y="812866"/>
                  </a:lnTo>
                  <a:lnTo>
                    <a:pt x="833889" y="812866"/>
                  </a:lnTo>
                  <a:lnTo>
                    <a:pt x="835811" y="812866"/>
                  </a:lnTo>
                  <a:lnTo>
                    <a:pt x="837732" y="812866"/>
                  </a:lnTo>
                  <a:lnTo>
                    <a:pt x="839654" y="812866"/>
                  </a:lnTo>
                  <a:lnTo>
                    <a:pt x="841575" y="812866"/>
                  </a:lnTo>
                  <a:lnTo>
                    <a:pt x="843496" y="812866"/>
                  </a:lnTo>
                  <a:lnTo>
                    <a:pt x="845418" y="812866"/>
                  </a:lnTo>
                  <a:lnTo>
                    <a:pt x="847339" y="812866"/>
                  </a:lnTo>
                  <a:lnTo>
                    <a:pt x="849261" y="812866"/>
                  </a:lnTo>
                  <a:lnTo>
                    <a:pt x="851182" y="812866"/>
                  </a:lnTo>
                  <a:lnTo>
                    <a:pt x="853103" y="812866"/>
                  </a:lnTo>
                  <a:lnTo>
                    <a:pt x="855025" y="812866"/>
                  </a:lnTo>
                  <a:lnTo>
                    <a:pt x="856946" y="812866"/>
                  </a:lnTo>
                  <a:lnTo>
                    <a:pt x="858868" y="812866"/>
                  </a:lnTo>
                  <a:lnTo>
                    <a:pt x="860789" y="812866"/>
                  </a:lnTo>
                  <a:lnTo>
                    <a:pt x="862710" y="812866"/>
                  </a:lnTo>
                  <a:lnTo>
                    <a:pt x="864632" y="812866"/>
                  </a:lnTo>
                  <a:lnTo>
                    <a:pt x="866553" y="812866"/>
                  </a:lnTo>
                  <a:lnTo>
                    <a:pt x="868475" y="812866"/>
                  </a:lnTo>
                  <a:lnTo>
                    <a:pt x="870396" y="812866"/>
                  </a:lnTo>
                  <a:lnTo>
                    <a:pt x="872318" y="812866"/>
                  </a:lnTo>
                  <a:lnTo>
                    <a:pt x="874239" y="812866"/>
                  </a:lnTo>
                  <a:lnTo>
                    <a:pt x="876160" y="812866"/>
                  </a:lnTo>
                  <a:lnTo>
                    <a:pt x="878082" y="812866"/>
                  </a:lnTo>
                  <a:lnTo>
                    <a:pt x="880003" y="812866"/>
                  </a:lnTo>
                  <a:lnTo>
                    <a:pt x="881925" y="812866"/>
                  </a:lnTo>
                  <a:lnTo>
                    <a:pt x="883846" y="812866"/>
                  </a:lnTo>
                  <a:lnTo>
                    <a:pt x="885767" y="812866"/>
                  </a:lnTo>
                  <a:lnTo>
                    <a:pt x="887689" y="812866"/>
                  </a:lnTo>
                  <a:lnTo>
                    <a:pt x="889610" y="812865"/>
                  </a:lnTo>
                  <a:lnTo>
                    <a:pt x="891532" y="812865"/>
                  </a:lnTo>
                  <a:lnTo>
                    <a:pt x="893453" y="812865"/>
                  </a:lnTo>
                  <a:lnTo>
                    <a:pt x="895374" y="812864"/>
                  </a:lnTo>
                  <a:lnTo>
                    <a:pt x="897296" y="812861"/>
                  </a:lnTo>
                  <a:lnTo>
                    <a:pt x="899217" y="812857"/>
                  </a:lnTo>
                  <a:lnTo>
                    <a:pt x="901139" y="812850"/>
                  </a:lnTo>
                  <a:lnTo>
                    <a:pt x="903060" y="812836"/>
                  </a:lnTo>
                  <a:lnTo>
                    <a:pt x="904981" y="812814"/>
                  </a:lnTo>
                  <a:lnTo>
                    <a:pt x="906903" y="812779"/>
                  </a:lnTo>
                  <a:lnTo>
                    <a:pt x="908824" y="812726"/>
                  </a:lnTo>
                  <a:lnTo>
                    <a:pt x="910746" y="812650"/>
                  </a:lnTo>
                  <a:lnTo>
                    <a:pt x="912667" y="812547"/>
                  </a:lnTo>
                  <a:lnTo>
                    <a:pt x="914588" y="812414"/>
                  </a:lnTo>
                  <a:lnTo>
                    <a:pt x="916510" y="812251"/>
                  </a:lnTo>
                  <a:lnTo>
                    <a:pt x="918431" y="812063"/>
                  </a:lnTo>
                  <a:lnTo>
                    <a:pt x="920353" y="811861"/>
                  </a:lnTo>
                  <a:lnTo>
                    <a:pt x="922274" y="811657"/>
                  </a:lnTo>
                  <a:lnTo>
                    <a:pt x="924195" y="811469"/>
                  </a:lnTo>
                  <a:lnTo>
                    <a:pt x="926117" y="811318"/>
                  </a:lnTo>
                  <a:lnTo>
                    <a:pt x="928038" y="811225"/>
                  </a:lnTo>
                  <a:lnTo>
                    <a:pt x="929960" y="811198"/>
                  </a:lnTo>
                  <a:lnTo>
                    <a:pt x="931881" y="811240"/>
                  </a:lnTo>
                  <a:lnTo>
                    <a:pt x="933802" y="811344"/>
                  </a:lnTo>
                  <a:lnTo>
                    <a:pt x="935724" y="811499"/>
                  </a:lnTo>
                  <a:lnTo>
                    <a:pt x="937645" y="811688"/>
                  </a:lnTo>
                  <a:lnTo>
                    <a:pt x="939567" y="811891"/>
                  </a:lnTo>
                  <a:lnTo>
                    <a:pt x="941488" y="812092"/>
                  </a:lnTo>
                  <a:lnTo>
                    <a:pt x="943410" y="812277"/>
                  </a:lnTo>
                  <a:lnTo>
                    <a:pt x="945331" y="812437"/>
                  </a:lnTo>
                  <a:lnTo>
                    <a:pt x="947252" y="812566"/>
                  </a:lnTo>
                  <a:lnTo>
                    <a:pt x="949174" y="812666"/>
                  </a:lnTo>
                  <a:lnTo>
                    <a:pt x="951095" y="812738"/>
                  </a:lnTo>
                  <a:lnTo>
                    <a:pt x="953017" y="812787"/>
                  </a:lnTo>
                  <a:lnTo>
                    <a:pt x="954938" y="812819"/>
                  </a:lnTo>
                  <a:lnTo>
                    <a:pt x="956859" y="812839"/>
                  </a:lnTo>
                  <a:lnTo>
                    <a:pt x="958781" y="812851"/>
                  </a:lnTo>
                  <a:lnTo>
                    <a:pt x="960702" y="812858"/>
                  </a:lnTo>
                  <a:lnTo>
                    <a:pt x="962624" y="812862"/>
                  </a:lnTo>
                  <a:lnTo>
                    <a:pt x="964545" y="812864"/>
                  </a:lnTo>
                  <a:lnTo>
                    <a:pt x="966466" y="812865"/>
                  </a:lnTo>
                  <a:lnTo>
                    <a:pt x="968388" y="812865"/>
                  </a:lnTo>
                  <a:lnTo>
                    <a:pt x="970309" y="812865"/>
                  </a:lnTo>
                  <a:lnTo>
                    <a:pt x="972231" y="812866"/>
                  </a:lnTo>
                  <a:lnTo>
                    <a:pt x="974152" y="812866"/>
                  </a:lnTo>
                  <a:lnTo>
                    <a:pt x="976073" y="812866"/>
                  </a:lnTo>
                  <a:lnTo>
                    <a:pt x="977995" y="812866"/>
                  </a:lnTo>
                  <a:lnTo>
                    <a:pt x="979916" y="812866"/>
                  </a:lnTo>
                  <a:lnTo>
                    <a:pt x="981838" y="812866"/>
                  </a:lnTo>
                </a:path>
              </a:pathLst>
            </a:cu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4248562" y="4952508"/>
              <a:ext cx="981838" cy="1030914"/>
            </a:xfrm>
            <a:custGeom>
              <a:avLst/>
              <a:pathLst>
                <a:path w="981838" h="1030914">
                  <a:moveTo>
                    <a:pt x="0" y="1030914"/>
                  </a:moveTo>
                  <a:lnTo>
                    <a:pt x="1921" y="1030914"/>
                  </a:lnTo>
                  <a:lnTo>
                    <a:pt x="3842" y="1030914"/>
                  </a:lnTo>
                  <a:lnTo>
                    <a:pt x="5764" y="1030914"/>
                  </a:lnTo>
                  <a:lnTo>
                    <a:pt x="7685" y="1030914"/>
                  </a:lnTo>
                  <a:lnTo>
                    <a:pt x="9607" y="1030914"/>
                  </a:lnTo>
                  <a:lnTo>
                    <a:pt x="11528" y="1030914"/>
                  </a:lnTo>
                  <a:lnTo>
                    <a:pt x="13449" y="1030914"/>
                  </a:lnTo>
                  <a:lnTo>
                    <a:pt x="15371" y="1030914"/>
                  </a:lnTo>
                  <a:lnTo>
                    <a:pt x="17292" y="1030914"/>
                  </a:lnTo>
                  <a:lnTo>
                    <a:pt x="19214" y="1030914"/>
                  </a:lnTo>
                  <a:lnTo>
                    <a:pt x="21135" y="1030914"/>
                  </a:lnTo>
                  <a:lnTo>
                    <a:pt x="23056" y="1030914"/>
                  </a:lnTo>
                  <a:lnTo>
                    <a:pt x="24978" y="1030914"/>
                  </a:lnTo>
                  <a:lnTo>
                    <a:pt x="26899" y="1030914"/>
                  </a:lnTo>
                  <a:lnTo>
                    <a:pt x="28821" y="1030914"/>
                  </a:lnTo>
                  <a:lnTo>
                    <a:pt x="30742" y="1030914"/>
                  </a:lnTo>
                  <a:lnTo>
                    <a:pt x="32663" y="1030914"/>
                  </a:lnTo>
                  <a:lnTo>
                    <a:pt x="34585" y="1030914"/>
                  </a:lnTo>
                  <a:lnTo>
                    <a:pt x="36506" y="1030914"/>
                  </a:lnTo>
                  <a:lnTo>
                    <a:pt x="38428" y="1030914"/>
                  </a:lnTo>
                  <a:lnTo>
                    <a:pt x="40349" y="1030914"/>
                  </a:lnTo>
                  <a:lnTo>
                    <a:pt x="42270" y="1030914"/>
                  </a:lnTo>
                  <a:lnTo>
                    <a:pt x="44192" y="1030914"/>
                  </a:lnTo>
                  <a:lnTo>
                    <a:pt x="46113" y="1030914"/>
                  </a:lnTo>
                  <a:lnTo>
                    <a:pt x="48035" y="1030914"/>
                  </a:lnTo>
                  <a:lnTo>
                    <a:pt x="49956" y="1030914"/>
                  </a:lnTo>
                  <a:lnTo>
                    <a:pt x="51877" y="1030914"/>
                  </a:lnTo>
                  <a:lnTo>
                    <a:pt x="53799" y="1030914"/>
                  </a:lnTo>
                  <a:lnTo>
                    <a:pt x="55720" y="1030913"/>
                  </a:lnTo>
                  <a:lnTo>
                    <a:pt x="57642" y="1030912"/>
                  </a:lnTo>
                  <a:lnTo>
                    <a:pt x="59563" y="1030909"/>
                  </a:lnTo>
                  <a:lnTo>
                    <a:pt x="61484" y="1030903"/>
                  </a:lnTo>
                  <a:lnTo>
                    <a:pt x="63406" y="1030891"/>
                  </a:lnTo>
                  <a:lnTo>
                    <a:pt x="65327" y="1030865"/>
                  </a:lnTo>
                  <a:lnTo>
                    <a:pt x="67249" y="1030815"/>
                  </a:lnTo>
                  <a:lnTo>
                    <a:pt x="69170" y="1030724"/>
                  </a:lnTo>
                  <a:lnTo>
                    <a:pt x="71091" y="1030566"/>
                  </a:lnTo>
                  <a:lnTo>
                    <a:pt x="73013" y="1030306"/>
                  </a:lnTo>
                  <a:lnTo>
                    <a:pt x="74934" y="1029894"/>
                  </a:lnTo>
                  <a:lnTo>
                    <a:pt x="76856" y="1029258"/>
                  </a:lnTo>
                  <a:lnTo>
                    <a:pt x="78777" y="1028347"/>
                  </a:lnTo>
                  <a:lnTo>
                    <a:pt x="80699" y="1027114"/>
                  </a:lnTo>
                  <a:lnTo>
                    <a:pt x="82620" y="1025527"/>
                  </a:lnTo>
                  <a:lnTo>
                    <a:pt x="84541" y="1023585"/>
                  </a:lnTo>
                  <a:lnTo>
                    <a:pt x="86463" y="1021322"/>
                  </a:lnTo>
                  <a:lnTo>
                    <a:pt x="88384" y="1018807"/>
                  </a:lnTo>
                  <a:lnTo>
                    <a:pt x="90306" y="1016134"/>
                  </a:lnTo>
                  <a:lnTo>
                    <a:pt x="92227" y="1013413"/>
                  </a:lnTo>
                  <a:lnTo>
                    <a:pt x="94148" y="1010755"/>
                  </a:lnTo>
                  <a:lnTo>
                    <a:pt x="96070" y="1008256"/>
                  </a:lnTo>
                  <a:lnTo>
                    <a:pt x="97991" y="1005987"/>
                  </a:lnTo>
                  <a:lnTo>
                    <a:pt x="99913" y="1003991"/>
                  </a:lnTo>
                  <a:lnTo>
                    <a:pt x="101834" y="1002278"/>
                  </a:lnTo>
                  <a:lnTo>
                    <a:pt x="103755" y="1000820"/>
                  </a:lnTo>
                  <a:lnTo>
                    <a:pt x="105677" y="999563"/>
                  </a:lnTo>
                  <a:lnTo>
                    <a:pt x="107598" y="998396"/>
                  </a:lnTo>
                  <a:lnTo>
                    <a:pt x="109520" y="997192"/>
                  </a:lnTo>
                  <a:lnTo>
                    <a:pt x="111441" y="995821"/>
                  </a:lnTo>
                  <a:lnTo>
                    <a:pt x="113362" y="994176"/>
                  </a:lnTo>
                  <a:lnTo>
                    <a:pt x="115284" y="992197"/>
                  </a:lnTo>
                  <a:lnTo>
                    <a:pt x="117205" y="989899"/>
                  </a:lnTo>
                  <a:lnTo>
                    <a:pt x="119127" y="987389"/>
                  </a:lnTo>
                  <a:lnTo>
                    <a:pt x="121048" y="984853"/>
                  </a:lnTo>
                  <a:lnTo>
                    <a:pt x="122969" y="982541"/>
                  </a:lnTo>
                  <a:lnTo>
                    <a:pt x="124891" y="980721"/>
                  </a:lnTo>
                  <a:lnTo>
                    <a:pt x="126812" y="979626"/>
                  </a:lnTo>
                  <a:lnTo>
                    <a:pt x="128734" y="979411"/>
                  </a:lnTo>
                  <a:lnTo>
                    <a:pt x="130655" y="980111"/>
                  </a:lnTo>
                  <a:lnTo>
                    <a:pt x="132576" y="981635"/>
                  </a:lnTo>
                  <a:lnTo>
                    <a:pt x="134498" y="983779"/>
                  </a:lnTo>
                  <a:lnTo>
                    <a:pt x="136419" y="986250"/>
                  </a:lnTo>
                  <a:lnTo>
                    <a:pt x="138341" y="988714"/>
                  </a:lnTo>
                  <a:lnTo>
                    <a:pt x="140262" y="990925"/>
                  </a:lnTo>
                  <a:lnTo>
                    <a:pt x="142183" y="992730"/>
                  </a:lnTo>
                  <a:lnTo>
                    <a:pt x="144105" y="994074"/>
                  </a:lnTo>
                  <a:lnTo>
                    <a:pt x="146026" y="994992"/>
                  </a:lnTo>
                  <a:lnTo>
                    <a:pt x="147948" y="995582"/>
                  </a:lnTo>
                  <a:lnTo>
                    <a:pt x="149869" y="995963"/>
                  </a:lnTo>
                  <a:lnTo>
                    <a:pt x="151791" y="996242"/>
                  </a:lnTo>
                  <a:lnTo>
                    <a:pt x="153712" y="996492"/>
                  </a:lnTo>
                  <a:lnTo>
                    <a:pt x="155633" y="996739"/>
                  </a:lnTo>
                  <a:lnTo>
                    <a:pt x="157555" y="996976"/>
                  </a:lnTo>
                  <a:lnTo>
                    <a:pt x="159476" y="997174"/>
                  </a:lnTo>
                  <a:lnTo>
                    <a:pt x="161398" y="997301"/>
                  </a:lnTo>
                  <a:lnTo>
                    <a:pt x="163319" y="997328"/>
                  </a:lnTo>
                  <a:lnTo>
                    <a:pt x="165240" y="997225"/>
                  </a:lnTo>
                  <a:lnTo>
                    <a:pt x="167162" y="996952"/>
                  </a:lnTo>
                  <a:lnTo>
                    <a:pt x="169083" y="996445"/>
                  </a:lnTo>
                  <a:lnTo>
                    <a:pt x="171005" y="995597"/>
                  </a:lnTo>
                  <a:lnTo>
                    <a:pt x="172926" y="994277"/>
                  </a:lnTo>
                  <a:lnTo>
                    <a:pt x="174847" y="992345"/>
                  </a:lnTo>
                  <a:lnTo>
                    <a:pt x="176769" y="989681"/>
                  </a:lnTo>
                  <a:lnTo>
                    <a:pt x="178690" y="986214"/>
                  </a:lnTo>
                  <a:lnTo>
                    <a:pt x="180612" y="981943"/>
                  </a:lnTo>
                  <a:lnTo>
                    <a:pt x="182533" y="976947"/>
                  </a:lnTo>
                  <a:lnTo>
                    <a:pt x="184454" y="971385"/>
                  </a:lnTo>
                  <a:lnTo>
                    <a:pt x="186376" y="965483"/>
                  </a:lnTo>
                  <a:lnTo>
                    <a:pt x="188297" y="959510"/>
                  </a:lnTo>
                  <a:lnTo>
                    <a:pt x="190219" y="953747"/>
                  </a:lnTo>
                  <a:lnTo>
                    <a:pt x="192140" y="948446"/>
                  </a:lnTo>
                  <a:lnTo>
                    <a:pt x="194061" y="943797"/>
                  </a:lnTo>
                  <a:lnTo>
                    <a:pt x="195983" y="939891"/>
                  </a:lnTo>
                  <a:lnTo>
                    <a:pt x="197904" y="936581"/>
                  </a:lnTo>
                  <a:lnTo>
                    <a:pt x="199826" y="933626"/>
                  </a:lnTo>
                  <a:lnTo>
                    <a:pt x="201747" y="930690"/>
                  </a:lnTo>
                  <a:lnTo>
                    <a:pt x="203668" y="927410"/>
                  </a:lnTo>
                  <a:lnTo>
                    <a:pt x="205590" y="923467"/>
                  </a:lnTo>
                  <a:lnTo>
                    <a:pt x="207511" y="918657"/>
                  </a:lnTo>
                  <a:lnTo>
                    <a:pt x="209433" y="912922"/>
                  </a:lnTo>
                  <a:lnTo>
                    <a:pt x="211354" y="906341"/>
                  </a:lnTo>
                  <a:lnTo>
                    <a:pt x="213275" y="899083"/>
                  </a:lnTo>
                  <a:lnTo>
                    <a:pt x="215197" y="891313"/>
                  </a:lnTo>
                  <a:lnTo>
                    <a:pt x="217118" y="883080"/>
                  </a:lnTo>
                  <a:lnTo>
                    <a:pt x="219040" y="874218"/>
                  </a:lnTo>
                  <a:lnTo>
                    <a:pt x="220961" y="864256"/>
                  </a:lnTo>
                  <a:lnTo>
                    <a:pt x="222883" y="852388"/>
                  </a:lnTo>
                  <a:lnTo>
                    <a:pt x="224804" y="837229"/>
                  </a:lnTo>
                  <a:lnTo>
                    <a:pt x="226725" y="817280"/>
                  </a:lnTo>
                  <a:lnTo>
                    <a:pt x="228647" y="790958"/>
                  </a:lnTo>
                  <a:lnTo>
                    <a:pt x="230568" y="756541"/>
                  </a:lnTo>
                  <a:lnTo>
                    <a:pt x="232490" y="712371"/>
                  </a:lnTo>
                  <a:lnTo>
                    <a:pt x="234411" y="657049"/>
                  </a:lnTo>
                  <a:lnTo>
                    <a:pt x="236332" y="589736"/>
                  </a:lnTo>
                  <a:lnTo>
                    <a:pt x="238254" y="510570"/>
                  </a:lnTo>
                  <a:lnTo>
                    <a:pt x="240175" y="421162"/>
                  </a:lnTo>
                  <a:lnTo>
                    <a:pt x="242097" y="325062"/>
                  </a:lnTo>
                  <a:lnTo>
                    <a:pt x="244018" y="228025"/>
                  </a:lnTo>
                  <a:lnTo>
                    <a:pt x="245939" y="137878"/>
                  </a:lnTo>
                  <a:lnTo>
                    <a:pt x="247861" y="63838"/>
                  </a:lnTo>
                  <a:lnTo>
                    <a:pt x="249782" y="15263"/>
                  </a:lnTo>
                  <a:lnTo>
                    <a:pt x="251704" y="0"/>
                  </a:lnTo>
                  <a:lnTo>
                    <a:pt x="253625" y="23346"/>
                  </a:lnTo>
                  <a:lnTo>
                    <a:pt x="255546" y="86301"/>
                  </a:lnTo>
                  <a:lnTo>
                    <a:pt x="257468" y="180869"/>
                  </a:lnTo>
                  <a:lnTo>
                    <a:pt x="259389" y="297518"/>
                  </a:lnTo>
                  <a:lnTo>
                    <a:pt x="261311" y="424861"/>
                  </a:lnTo>
                  <a:lnTo>
                    <a:pt x="263232" y="551671"/>
                  </a:lnTo>
                  <a:lnTo>
                    <a:pt x="265153" y="668611"/>
                  </a:lnTo>
                  <a:lnTo>
                    <a:pt x="267075" y="769310"/>
                  </a:lnTo>
                  <a:lnTo>
                    <a:pt x="268996" y="850680"/>
                  </a:lnTo>
                  <a:lnTo>
                    <a:pt x="270918" y="912555"/>
                  </a:lnTo>
                  <a:lnTo>
                    <a:pt x="272839" y="956907"/>
                  </a:lnTo>
                  <a:lnTo>
                    <a:pt x="274760" y="986899"/>
                  </a:lnTo>
                  <a:lnTo>
                    <a:pt x="276682" y="1006041"/>
                  </a:lnTo>
                  <a:lnTo>
                    <a:pt x="278603" y="1017571"/>
                  </a:lnTo>
                  <a:lnTo>
                    <a:pt x="280525" y="1024126"/>
                  </a:lnTo>
                  <a:lnTo>
                    <a:pt x="282446" y="1027641"/>
                  </a:lnTo>
                  <a:lnTo>
                    <a:pt x="284367" y="1029370"/>
                  </a:lnTo>
                  <a:lnTo>
                    <a:pt x="286289" y="1030213"/>
                  </a:lnTo>
                  <a:lnTo>
                    <a:pt x="288210" y="1030611"/>
                  </a:lnTo>
                  <a:lnTo>
                    <a:pt x="290132" y="1030790"/>
                  </a:lnTo>
                  <a:lnTo>
                    <a:pt x="292053" y="1030866"/>
                  </a:lnTo>
                  <a:lnTo>
                    <a:pt x="293975" y="1030896"/>
                  </a:lnTo>
                  <a:lnTo>
                    <a:pt x="295896" y="1030908"/>
                  </a:lnTo>
                  <a:lnTo>
                    <a:pt x="297817" y="1030912"/>
                  </a:lnTo>
                  <a:lnTo>
                    <a:pt x="299739" y="1030913"/>
                  </a:lnTo>
                  <a:lnTo>
                    <a:pt x="301660" y="1030914"/>
                  </a:lnTo>
                  <a:lnTo>
                    <a:pt x="303582" y="1030914"/>
                  </a:lnTo>
                  <a:lnTo>
                    <a:pt x="305503" y="1030914"/>
                  </a:lnTo>
                  <a:lnTo>
                    <a:pt x="307424" y="1030914"/>
                  </a:lnTo>
                  <a:lnTo>
                    <a:pt x="309346" y="1030914"/>
                  </a:lnTo>
                  <a:lnTo>
                    <a:pt x="311267" y="1030914"/>
                  </a:lnTo>
                  <a:lnTo>
                    <a:pt x="313189" y="1030914"/>
                  </a:lnTo>
                  <a:lnTo>
                    <a:pt x="315110" y="1030914"/>
                  </a:lnTo>
                  <a:lnTo>
                    <a:pt x="317031" y="1030914"/>
                  </a:lnTo>
                  <a:lnTo>
                    <a:pt x="318953" y="1030914"/>
                  </a:lnTo>
                  <a:lnTo>
                    <a:pt x="320874" y="1030914"/>
                  </a:lnTo>
                  <a:lnTo>
                    <a:pt x="322796" y="1030914"/>
                  </a:lnTo>
                  <a:lnTo>
                    <a:pt x="324717" y="1030914"/>
                  </a:lnTo>
                  <a:lnTo>
                    <a:pt x="326638" y="1030914"/>
                  </a:lnTo>
                  <a:lnTo>
                    <a:pt x="328560" y="1030914"/>
                  </a:lnTo>
                  <a:lnTo>
                    <a:pt x="330481" y="1030914"/>
                  </a:lnTo>
                  <a:lnTo>
                    <a:pt x="332403" y="1030913"/>
                  </a:lnTo>
                  <a:lnTo>
                    <a:pt x="334324" y="1030912"/>
                  </a:lnTo>
                  <a:lnTo>
                    <a:pt x="336245" y="1030910"/>
                  </a:lnTo>
                  <a:lnTo>
                    <a:pt x="338167" y="1030906"/>
                  </a:lnTo>
                  <a:lnTo>
                    <a:pt x="340088" y="1030898"/>
                  </a:lnTo>
                  <a:lnTo>
                    <a:pt x="342010" y="1030884"/>
                  </a:lnTo>
                  <a:lnTo>
                    <a:pt x="343931" y="1030857"/>
                  </a:lnTo>
                  <a:lnTo>
                    <a:pt x="345852" y="1030813"/>
                  </a:lnTo>
                  <a:lnTo>
                    <a:pt x="347774" y="1030744"/>
                  </a:lnTo>
                  <a:lnTo>
                    <a:pt x="349695" y="1030644"/>
                  </a:lnTo>
                  <a:lnTo>
                    <a:pt x="351617" y="1030505"/>
                  </a:lnTo>
                  <a:lnTo>
                    <a:pt x="353538" y="1030326"/>
                  </a:lnTo>
                  <a:lnTo>
                    <a:pt x="355459" y="1030111"/>
                  </a:lnTo>
                  <a:lnTo>
                    <a:pt x="357381" y="1029871"/>
                  </a:lnTo>
                  <a:lnTo>
                    <a:pt x="359302" y="1029627"/>
                  </a:lnTo>
                  <a:lnTo>
                    <a:pt x="361224" y="1029403"/>
                  </a:lnTo>
                  <a:lnTo>
                    <a:pt x="363145" y="1029226"/>
                  </a:lnTo>
                  <a:lnTo>
                    <a:pt x="365067" y="1029120"/>
                  </a:lnTo>
                  <a:lnTo>
                    <a:pt x="366988" y="1029100"/>
                  </a:lnTo>
                  <a:lnTo>
                    <a:pt x="368909" y="1029171"/>
                  </a:lnTo>
                  <a:lnTo>
                    <a:pt x="370831" y="1029322"/>
                  </a:lnTo>
                  <a:lnTo>
                    <a:pt x="372752" y="1029534"/>
                  </a:lnTo>
                  <a:lnTo>
                    <a:pt x="374674" y="1029778"/>
                  </a:lnTo>
                  <a:lnTo>
                    <a:pt x="376595" y="1030023"/>
                  </a:lnTo>
                  <a:lnTo>
                    <a:pt x="378516" y="1030249"/>
                  </a:lnTo>
                  <a:lnTo>
                    <a:pt x="380438" y="1030442"/>
                  </a:lnTo>
                  <a:lnTo>
                    <a:pt x="382359" y="1030595"/>
                  </a:lnTo>
                  <a:lnTo>
                    <a:pt x="384281" y="1030709"/>
                  </a:lnTo>
                  <a:lnTo>
                    <a:pt x="386202" y="1030789"/>
                  </a:lnTo>
                  <a:lnTo>
                    <a:pt x="388123" y="1030841"/>
                  </a:lnTo>
                  <a:lnTo>
                    <a:pt x="390045" y="1030874"/>
                  </a:lnTo>
                  <a:lnTo>
                    <a:pt x="391966" y="1030893"/>
                  </a:lnTo>
                  <a:lnTo>
                    <a:pt x="393888" y="1030904"/>
                  </a:lnTo>
                  <a:lnTo>
                    <a:pt x="395809" y="1030909"/>
                  </a:lnTo>
                  <a:lnTo>
                    <a:pt x="397730" y="1030912"/>
                  </a:lnTo>
                  <a:lnTo>
                    <a:pt x="399652" y="1030913"/>
                  </a:lnTo>
                  <a:lnTo>
                    <a:pt x="401573" y="1030914"/>
                  </a:lnTo>
                  <a:lnTo>
                    <a:pt x="403495" y="1030914"/>
                  </a:lnTo>
                  <a:lnTo>
                    <a:pt x="405416" y="1030914"/>
                  </a:lnTo>
                  <a:lnTo>
                    <a:pt x="407337" y="1030914"/>
                  </a:lnTo>
                  <a:lnTo>
                    <a:pt x="409259" y="1030914"/>
                  </a:lnTo>
                  <a:lnTo>
                    <a:pt x="411180" y="1030914"/>
                  </a:lnTo>
                  <a:lnTo>
                    <a:pt x="413102" y="1030914"/>
                  </a:lnTo>
                  <a:lnTo>
                    <a:pt x="415023" y="1030914"/>
                  </a:lnTo>
                  <a:lnTo>
                    <a:pt x="416944" y="1030914"/>
                  </a:lnTo>
                  <a:lnTo>
                    <a:pt x="418866" y="1030914"/>
                  </a:lnTo>
                  <a:lnTo>
                    <a:pt x="420787" y="1030914"/>
                  </a:lnTo>
                  <a:lnTo>
                    <a:pt x="422709" y="1030914"/>
                  </a:lnTo>
                  <a:lnTo>
                    <a:pt x="424630" y="1030914"/>
                  </a:lnTo>
                  <a:lnTo>
                    <a:pt x="426551" y="1030914"/>
                  </a:lnTo>
                  <a:lnTo>
                    <a:pt x="428473" y="1030914"/>
                  </a:lnTo>
                  <a:lnTo>
                    <a:pt x="430394" y="1030914"/>
                  </a:lnTo>
                  <a:lnTo>
                    <a:pt x="432316" y="1030914"/>
                  </a:lnTo>
                  <a:lnTo>
                    <a:pt x="434237" y="1030914"/>
                  </a:lnTo>
                  <a:lnTo>
                    <a:pt x="436159" y="1030914"/>
                  </a:lnTo>
                  <a:lnTo>
                    <a:pt x="438080" y="1030914"/>
                  </a:lnTo>
                  <a:lnTo>
                    <a:pt x="440001" y="1030914"/>
                  </a:lnTo>
                  <a:lnTo>
                    <a:pt x="441923" y="1030914"/>
                  </a:lnTo>
                  <a:lnTo>
                    <a:pt x="443844" y="1030914"/>
                  </a:lnTo>
                  <a:lnTo>
                    <a:pt x="445766" y="1030914"/>
                  </a:lnTo>
                  <a:lnTo>
                    <a:pt x="447687" y="1030914"/>
                  </a:lnTo>
                  <a:lnTo>
                    <a:pt x="449608" y="1030914"/>
                  </a:lnTo>
                  <a:lnTo>
                    <a:pt x="451530" y="1030914"/>
                  </a:lnTo>
                  <a:lnTo>
                    <a:pt x="453451" y="1030914"/>
                  </a:lnTo>
                  <a:lnTo>
                    <a:pt x="455373" y="1030914"/>
                  </a:lnTo>
                  <a:lnTo>
                    <a:pt x="457294" y="1030914"/>
                  </a:lnTo>
                  <a:lnTo>
                    <a:pt x="459215" y="1030914"/>
                  </a:lnTo>
                  <a:lnTo>
                    <a:pt x="461137" y="1030914"/>
                  </a:lnTo>
                  <a:lnTo>
                    <a:pt x="463058" y="1030914"/>
                  </a:lnTo>
                  <a:lnTo>
                    <a:pt x="464980" y="1030914"/>
                  </a:lnTo>
                  <a:lnTo>
                    <a:pt x="466901" y="1030914"/>
                  </a:lnTo>
                  <a:lnTo>
                    <a:pt x="468822" y="1030914"/>
                  </a:lnTo>
                  <a:lnTo>
                    <a:pt x="470744" y="1030914"/>
                  </a:lnTo>
                  <a:lnTo>
                    <a:pt x="472665" y="1030914"/>
                  </a:lnTo>
                  <a:lnTo>
                    <a:pt x="474587" y="1030914"/>
                  </a:lnTo>
                  <a:lnTo>
                    <a:pt x="476508" y="1030914"/>
                  </a:lnTo>
                  <a:lnTo>
                    <a:pt x="478429" y="1030914"/>
                  </a:lnTo>
                  <a:lnTo>
                    <a:pt x="480351" y="1030914"/>
                  </a:lnTo>
                  <a:lnTo>
                    <a:pt x="482272" y="1030914"/>
                  </a:lnTo>
                  <a:lnTo>
                    <a:pt x="484194" y="1030914"/>
                  </a:lnTo>
                  <a:lnTo>
                    <a:pt x="486115" y="1030914"/>
                  </a:lnTo>
                  <a:lnTo>
                    <a:pt x="488036" y="1030914"/>
                  </a:lnTo>
                  <a:lnTo>
                    <a:pt x="489958" y="1030914"/>
                  </a:lnTo>
                  <a:lnTo>
                    <a:pt x="491879" y="1030914"/>
                  </a:lnTo>
                  <a:lnTo>
                    <a:pt x="493801" y="1030914"/>
                  </a:lnTo>
                  <a:lnTo>
                    <a:pt x="495722" y="1030914"/>
                  </a:lnTo>
                  <a:lnTo>
                    <a:pt x="497643" y="1030914"/>
                  </a:lnTo>
                  <a:lnTo>
                    <a:pt x="499565" y="1030914"/>
                  </a:lnTo>
                  <a:lnTo>
                    <a:pt x="501486" y="1030914"/>
                  </a:lnTo>
                  <a:lnTo>
                    <a:pt x="503408" y="1030914"/>
                  </a:lnTo>
                  <a:lnTo>
                    <a:pt x="505329" y="1030914"/>
                  </a:lnTo>
                  <a:lnTo>
                    <a:pt x="507250" y="1030914"/>
                  </a:lnTo>
                  <a:lnTo>
                    <a:pt x="509172" y="1030914"/>
                  </a:lnTo>
                  <a:lnTo>
                    <a:pt x="511093" y="1030914"/>
                  </a:lnTo>
                  <a:lnTo>
                    <a:pt x="513015" y="1030914"/>
                  </a:lnTo>
                  <a:lnTo>
                    <a:pt x="514936" y="1030914"/>
                  </a:lnTo>
                  <a:lnTo>
                    <a:pt x="516858" y="1030914"/>
                  </a:lnTo>
                  <a:lnTo>
                    <a:pt x="518779" y="1030914"/>
                  </a:lnTo>
                  <a:lnTo>
                    <a:pt x="520700" y="1030914"/>
                  </a:lnTo>
                  <a:lnTo>
                    <a:pt x="522622" y="1030914"/>
                  </a:lnTo>
                  <a:lnTo>
                    <a:pt x="524543" y="1030914"/>
                  </a:lnTo>
                  <a:lnTo>
                    <a:pt x="526465" y="1030914"/>
                  </a:lnTo>
                  <a:lnTo>
                    <a:pt x="528386" y="1030913"/>
                  </a:lnTo>
                  <a:lnTo>
                    <a:pt x="530307" y="1030913"/>
                  </a:lnTo>
                  <a:lnTo>
                    <a:pt x="532229" y="1030911"/>
                  </a:lnTo>
                  <a:lnTo>
                    <a:pt x="534150" y="1030907"/>
                  </a:lnTo>
                  <a:lnTo>
                    <a:pt x="536072" y="1030900"/>
                  </a:lnTo>
                  <a:lnTo>
                    <a:pt x="537993" y="1030886"/>
                  </a:lnTo>
                  <a:lnTo>
                    <a:pt x="539914" y="1030862"/>
                  </a:lnTo>
                  <a:lnTo>
                    <a:pt x="541836" y="1030822"/>
                  </a:lnTo>
                  <a:lnTo>
                    <a:pt x="543757" y="1030760"/>
                  </a:lnTo>
                  <a:lnTo>
                    <a:pt x="545679" y="1030669"/>
                  </a:lnTo>
                  <a:lnTo>
                    <a:pt x="547600" y="1030541"/>
                  </a:lnTo>
                  <a:lnTo>
                    <a:pt x="549521" y="1030373"/>
                  </a:lnTo>
                  <a:lnTo>
                    <a:pt x="551443" y="1030166"/>
                  </a:lnTo>
                  <a:lnTo>
                    <a:pt x="553364" y="1029929"/>
                  </a:lnTo>
                  <a:lnTo>
                    <a:pt x="555286" y="1029684"/>
                  </a:lnTo>
                  <a:lnTo>
                    <a:pt x="557207" y="1029454"/>
                  </a:lnTo>
                  <a:lnTo>
                    <a:pt x="559128" y="1029267"/>
                  </a:lnTo>
                  <a:lnTo>
                    <a:pt x="561050" y="1029147"/>
                  </a:lnTo>
                  <a:lnTo>
                    <a:pt x="562971" y="1029109"/>
                  </a:lnTo>
                  <a:lnTo>
                    <a:pt x="564893" y="1029160"/>
                  </a:lnTo>
                  <a:lnTo>
                    <a:pt x="566814" y="1029291"/>
                  </a:lnTo>
                  <a:lnTo>
                    <a:pt x="568735" y="1029483"/>
                  </a:lnTo>
                  <a:lnTo>
                    <a:pt x="570657" y="1029712"/>
                  </a:lnTo>
                  <a:lnTo>
                    <a:pt x="572578" y="1029948"/>
                  </a:lnTo>
                  <a:lnTo>
                    <a:pt x="574500" y="1030165"/>
                  </a:lnTo>
                  <a:lnTo>
                    <a:pt x="576421" y="1030342"/>
                  </a:lnTo>
                  <a:lnTo>
                    <a:pt x="578342" y="1030465"/>
                  </a:lnTo>
                  <a:lnTo>
                    <a:pt x="580264" y="1030524"/>
                  </a:lnTo>
                  <a:lnTo>
                    <a:pt x="582185" y="1030510"/>
                  </a:lnTo>
                  <a:lnTo>
                    <a:pt x="584107" y="1030430"/>
                  </a:lnTo>
                  <a:lnTo>
                    <a:pt x="586028" y="1030288"/>
                  </a:lnTo>
                  <a:lnTo>
                    <a:pt x="587950" y="1030095"/>
                  </a:lnTo>
                  <a:lnTo>
                    <a:pt x="589871" y="1029868"/>
                  </a:lnTo>
                  <a:lnTo>
                    <a:pt x="591792" y="1029629"/>
                  </a:lnTo>
                  <a:lnTo>
                    <a:pt x="593714" y="1029407"/>
                  </a:lnTo>
                  <a:lnTo>
                    <a:pt x="595635" y="1029231"/>
                  </a:lnTo>
                  <a:lnTo>
                    <a:pt x="597557" y="1029124"/>
                  </a:lnTo>
                  <a:lnTo>
                    <a:pt x="599478" y="1029103"/>
                  </a:lnTo>
                  <a:lnTo>
                    <a:pt x="601399" y="1029171"/>
                  </a:lnTo>
                  <a:lnTo>
                    <a:pt x="603321" y="1029318"/>
                  </a:lnTo>
                  <a:lnTo>
                    <a:pt x="605242" y="1029526"/>
                  </a:lnTo>
                  <a:lnTo>
                    <a:pt x="607164" y="1029768"/>
                  </a:lnTo>
                  <a:lnTo>
                    <a:pt x="609085" y="1030015"/>
                  </a:lnTo>
                  <a:lnTo>
                    <a:pt x="611006" y="1030244"/>
                  </a:lnTo>
                  <a:lnTo>
                    <a:pt x="612928" y="1030438"/>
                  </a:lnTo>
                  <a:lnTo>
                    <a:pt x="614849" y="1030592"/>
                  </a:lnTo>
                  <a:lnTo>
                    <a:pt x="616771" y="1030706"/>
                  </a:lnTo>
                  <a:lnTo>
                    <a:pt x="618692" y="1030787"/>
                  </a:lnTo>
                  <a:lnTo>
                    <a:pt x="620613" y="1030840"/>
                  </a:lnTo>
                  <a:lnTo>
                    <a:pt x="622535" y="1030873"/>
                  </a:lnTo>
                  <a:lnTo>
                    <a:pt x="624456" y="1030892"/>
                  </a:lnTo>
                  <a:lnTo>
                    <a:pt x="626378" y="1030903"/>
                  </a:lnTo>
                  <a:lnTo>
                    <a:pt x="628299" y="1030909"/>
                  </a:lnTo>
                  <a:lnTo>
                    <a:pt x="630220" y="1030912"/>
                  </a:lnTo>
                  <a:lnTo>
                    <a:pt x="632142" y="1030913"/>
                  </a:lnTo>
                  <a:lnTo>
                    <a:pt x="634063" y="1030914"/>
                  </a:lnTo>
                  <a:lnTo>
                    <a:pt x="635985" y="1030914"/>
                  </a:lnTo>
                  <a:lnTo>
                    <a:pt x="637906" y="1030914"/>
                  </a:lnTo>
                  <a:lnTo>
                    <a:pt x="639827" y="1030914"/>
                  </a:lnTo>
                  <a:lnTo>
                    <a:pt x="641749" y="1030914"/>
                  </a:lnTo>
                  <a:lnTo>
                    <a:pt x="643670" y="1030914"/>
                  </a:lnTo>
                  <a:lnTo>
                    <a:pt x="645592" y="1030914"/>
                  </a:lnTo>
                  <a:lnTo>
                    <a:pt x="647513" y="1030914"/>
                  </a:lnTo>
                  <a:lnTo>
                    <a:pt x="649434" y="1030914"/>
                  </a:lnTo>
                  <a:lnTo>
                    <a:pt x="651356" y="1030914"/>
                  </a:lnTo>
                  <a:lnTo>
                    <a:pt x="653277" y="1030914"/>
                  </a:lnTo>
                  <a:lnTo>
                    <a:pt x="655199" y="1030914"/>
                  </a:lnTo>
                  <a:lnTo>
                    <a:pt x="657120" y="1030914"/>
                  </a:lnTo>
                  <a:lnTo>
                    <a:pt x="659042" y="1030914"/>
                  </a:lnTo>
                  <a:lnTo>
                    <a:pt x="660963" y="1030914"/>
                  </a:lnTo>
                  <a:lnTo>
                    <a:pt x="662884" y="1030914"/>
                  </a:lnTo>
                  <a:lnTo>
                    <a:pt x="664806" y="1030914"/>
                  </a:lnTo>
                  <a:lnTo>
                    <a:pt x="666727" y="1030914"/>
                  </a:lnTo>
                  <a:lnTo>
                    <a:pt x="668649" y="1030914"/>
                  </a:lnTo>
                  <a:lnTo>
                    <a:pt x="670570" y="1030914"/>
                  </a:lnTo>
                  <a:lnTo>
                    <a:pt x="672491" y="1030914"/>
                  </a:lnTo>
                  <a:lnTo>
                    <a:pt x="674413" y="1030914"/>
                  </a:lnTo>
                  <a:lnTo>
                    <a:pt x="676334" y="1030914"/>
                  </a:lnTo>
                  <a:lnTo>
                    <a:pt x="678256" y="1030914"/>
                  </a:lnTo>
                  <a:lnTo>
                    <a:pt x="680177" y="1030914"/>
                  </a:lnTo>
                  <a:lnTo>
                    <a:pt x="682098" y="1030914"/>
                  </a:lnTo>
                  <a:lnTo>
                    <a:pt x="684020" y="1030914"/>
                  </a:lnTo>
                  <a:lnTo>
                    <a:pt x="685941" y="1030914"/>
                  </a:lnTo>
                  <a:lnTo>
                    <a:pt x="687863" y="1030914"/>
                  </a:lnTo>
                  <a:lnTo>
                    <a:pt x="689784" y="1030914"/>
                  </a:lnTo>
                  <a:lnTo>
                    <a:pt x="691705" y="1030914"/>
                  </a:lnTo>
                  <a:lnTo>
                    <a:pt x="693627" y="1030914"/>
                  </a:lnTo>
                  <a:lnTo>
                    <a:pt x="695548" y="1030914"/>
                  </a:lnTo>
                  <a:lnTo>
                    <a:pt x="697470" y="1030914"/>
                  </a:lnTo>
                  <a:lnTo>
                    <a:pt x="699391" y="1030914"/>
                  </a:lnTo>
                  <a:lnTo>
                    <a:pt x="701312" y="1030914"/>
                  </a:lnTo>
                  <a:lnTo>
                    <a:pt x="703234" y="1030914"/>
                  </a:lnTo>
                  <a:lnTo>
                    <a:pt x="705155" y="1030914"/>
                  </a:lnTo>
                  <a:lnTo>
                    <a:pt x="707077" y="1030914"/>
                  </a:lnTo>
                  <a:lnTo>
                    <a:pt x="708998" y="1030914"/>
                  </a:lnTo>
                  <a:lnTo>
                    <a:pt x="710919" y="1030914"/>
                  </a:lnTo>
                  <a:lnTo>
                    <a:pt x="712841" y="1030914"/>
                  </a:lnTo>
                  <a:lnTo>
                    <a:pt x="714762" y="1030914"/>
                  </a:lnTo>
                  <a:lnTo>
                    <a:pt x="716684" y="1030914"/>
                  </a:lnTo>
                  <a:lnTo>
                    <a:pt x="718605" y="1030914"/>
                  </a:lnTo>
                  <a:lnTo>
                    <a:pt x="720526" y="1030914"/>
                  </a:lnTo>
                  <a:lnTo>
                    <a:pt x="722448" y="1030914"/>
                  </a:lnTo>
                  <a:lnTo>
                    <a:pt x="724369" y="1030914"/>
                  </a:lnTo>
                  <a:lnTo>
                    <a:pt x="726291" y="1030914"/>
                  </a:lnTo>
                  <a:lnTo>
                    <a:pt x="728212" y="1030914"/>
                  </a:lnTo>
                  <a:lnTo>
                    <a:pt x="730134" y="1030914"/>
                  </a:lnTo>
                  <a:lnTo>
                    <a:pt x="732055" y="1030914"/>
                  </a:lnTo>
                  <a:lnTo>
                    <a:pt x="733976" y="1030914"/>
                  </a:lnTo>
                  <a:lnTo>
                    <a:pt x="735898" y="1030914"/>
                  </a:lnTo>
                  <a:lnTo>
                    <a:pt x="737819" y="1030914"/>
                  </a:lnTo>
                  <a:lnTo>
                    <a:pt x="739741" y="1030914"/>
                  </a:lnTo>
                  <a:lnTo>
                    <a:pt x="741662" y="1030914"/>
                  </a:lnTo>
                  <a:lnTo>
                    <a:pt x="743583" y="1030914"/>
                  </a:lnTo>
                  <a:lnTo>
                    <a:pt x="745505" y="1030914"/>
                  </a:lnTo>
                  <a:lnTo>
                    <a:pt x="747426" y="1030914"/>
                  </a:lnTo>
                  <a:lnTo>
                    <a:pt x="749348" y="1030914"/>
                  </a:lnTo>
                  <a:lnTo>
                    <a:pt x="751269" y="1030914"/>
                  </a:lnTo>
                  <a:lnTo>
                    <a:pt x="753190" y="1030914"/>
                  </a:lnTo>
                  <a:lnTo>
                    <a:pt x="755112" y="1030914"/>
                  </a:lnTo>
                  <a:lnTo>
                    <a:pt x="757033" y="1030914"/>
                  </a:lnTo>
                  <a:lnTo>
                    <a:pt x="758955" y="1030914"/>
                  </a:lnTo>
                  <a:lnTo>
                    <a:pt x="760876" y="1030914"/>
                  </a:lnTo>
                  <a:lnTo>
                    <a:pt x="762797" y="1030914"/>
                  </a:lnTo>
                  <a:lnTo>
                    <a:pt x="764719" y="1030914"/>
                  </a:lnTo>
                  <a:lnTo>
                    <a:pt x="766640" y="1030914"/>
                  </a:lnTo>
                  <a:lnTo>
                    <a:pt x="768562" y="1030914"/>
                  </a:lnTo>
                  <a:lnTo>
                    <a:pt x="770483" y="1030914"/>
                  </a:lnTo>
                  <a:lnTo>
                    <a:pt x="772404" y="1030914"/>
                  </a:lnTo>
                  <a:lnTo>
                    <a:pt x="774326" y="1030914"/>
                  </a:lnTo>
                  <a:lnTo>
                    <a:pt x="776247" y="1030914"/>
                  </a:lnTo>
                  <a:lnTo>
                    <a:pt x="778169" y="1030914"/>
                  </a:lnTo>
                  <a:lnTo>
                    <a:pt x="780090" y="1030914"/>
                  </a:lnTo>
                  <a:lnTo>
                    <a:pt x="782011" y="1030914"/>
                  </a:lnTo>
                  <a:lnTo>
                    <a:pt x="783933" y="1030914"/>
                  </a:lnTo>
                  <a:lnTo>
                    <a:pt x="785854" y="1030914"/>
                  </a:lnTo>
                  <a:lnTo>
                    <a:pt x="787776" y="1030914"/>
                  </a:lnTo>
                  <a:lnTo>
                    <a:pt x="789697" y="1030914"/>
                  </a:lnTo>
                  <a:lnTo>
                    <a:pt x="791618" y="1030914"/>
                  </a:lnTo>
                  <a:lnTo>
                    <a:pt x="793540" y="1030914"/>
                  </a:lnTo>
                  <a:lnTo>
                    <a:pt x="795461" y="1030914"/>
                  </a:lnTo>
                  <a:lnTo>
                    <a:pt x="797383" y="1030914"/>
                  </a:lnTo>
                  <a:lnTo>
                    <a:pt x="799304" y="1030914"/>
                  </a:lnTo>
                  <a:lnTo>
                    <a:pt x="801226" y="1030914"/>
                  </a:lnTo>
                  <a:lnTo>
                    <a:pt x="803147" y="1030914"/>
                  </a:lnTo>
                  <a:lnTo>
                    <a:pt x="805068" y="1030914"/>
                  </a:lnTo>
                  <a:lnTo>
                    <a:pt x="806990" y="1030914"/>
                  </a:lnTo>
                  <a:lnTo>
                    <a:pt x="808911" y="1030914"/>
                  </a:lnTo>
                  <a:lnTo>
                    <a:pt x="810833" y="1030914"/>
                  </a:lnTo>
                  <a:lnTo>
                    <a:pt x="812754" y="1030914"/>
                  </a:lnTo>
                  <a:lnTo>
                    <a:pt x="814675" y="1030914"/>
                  </a:lnTo>
                  <a:lnTo>
                    <a:pt x="816597" y="1030914"/>
                  </a:lnTo>
                  <a:lnTo>
                    <a:pt x="818518" y="1030914"/>
                  </a:lnTo>
                  <a:lnTo>
                    <a:pt x="820440" y="1030914"/>
                  </a:lnTo>
                  <a:lnTo>
                    <a:pt x="822361" y="1030914"/>
                  </a:lnTo>
                  <a:lnTo>
                    <a:pt x="824282" y="1030914"/>
                  </a:lnTo>
                  <a:lnTo>
                    <a:pt x="826204" y="1030914"/>
                  </a:lnTo>
                  <a:lnTo>
                    <a:pt x="828125" y="1030914"/>
                  </a:lnTo>
                  <a:lnTo>
                    <a:pt x="830047" y="1030914"/>
                  </a:lnTo>
                  <a:lnTo>
                    <a:pt x="831968" y="1030914"/>
                  </a:lnTo>
                  <a:lnTo>
                    <a:pt x="833889" y="1030914"/>
                  </a:lnTo>
                  <a:lnTo>
                    <a:pt x="835811" y="1030914"/>
                  </a:lnTo>
                  <a:lnTo>
                    <a:pt x="837732" y="1030914"/>
                  </a:lnTo>
                  <a:lnTo>
                    <a:pt x="839654" y="1030914"/>
                  </a:lnTo>
                  <a:lnTo>
                    <a:pt x="841575" y="1030914"/>
                  </a:lnTo>
                  <a:lnTo>
                    <a:pt x="843496" y="1030914"/>
                  </a:lnTo>
                  <a:lnTo>
                    <a:pt x="845418" y="1030914"/>
                  </a:lnTo>
                  <a:lnTo>
                    <a:pt x="847339" y="1030914"/>
                  </a:lnTo>
                  <a:lnTo>
                    <a:pt x="849261" y="1030914"/>
                  </a:lnTo>
                  <a:lnTo>
                    <a:pt x="851182" y="1030914"/>
                  </a:lnTo>
                  <a:lnTo>
                    <a:pt x="853103" y="1030914"/>
                  </a:lnTo>
                  <a:lnTo>
                    <a:pt x="855025" y="1030914"/>
                  </a:lnTo>
                  <a:lnTo>
                    <a:pt x="856946" y="1030914"/>
                  </a:lnTo>
                  <a:lnTo>
                    <a:pt x="858868" y="1030914"/>
                  </a:lnTo>
                  <a:lnTo>
                    <a:pt x="860789" y="1030914"/>
                  </a:lnTo>
                  <a:lnTo>
                    <a:pt x="862710" y="1030914"/>
                  </a:lnTo>
                  <a:lnTo>
                    <a:pt x="864632" y="1030914"/>
                  </a:lnTo>
                  <a:lnTo>
                    <a:pt x="866553" y="1030914"/>
                  </a:lnTo>
                  <a:lnTo>
                    <a:pt x="868475" y="1030914"/>
                  </a:lnTo>
                  <a:lnTo>
                    <a:pt x="870396" y="1030914"/>
                  </a:lnTo>
                  <a:lnTo>
                    <a:pt x="872318" y="1030914"/>
                  </a:lnTo>
                  <a:lnTo>
                    <a:pt x="874239" y="1030914"/>
                  </a:lnTo>
                  <a:lnTo>
                    <a:pt x="876160" y="1030914"/>
                  </a:lnTo>
                  <a:lnTo>
                    <a:pt x="878082" y="1030914"/>
                  </a:lnTo>
                  <a:lnTo>
                    <a:pt x="880003" y="1030914"/>
                  </a:lnTo>
                  <a:lnTo>
                    <a:pt x="881925" y="1030914"/>
                  </a:lnTo>
                  <a:lnTo>
                    <a:pt x="883846" y="1030914"/>
                  </a:lnTo>
                  <a:lnTo>
                    <a:pt x="885767" y="1030914"/>
                  </a:lnTo>
                  <a:lnTo>
                    <a:pt x="887689" y="1030914"/>
                  </a:lnTo>
                  <a:lnTo>
                    <a:pt x="889610" y="1030914"/>
                  </a:lnTo>
                  <a:lnTo>
                    <a:pt x="891532" y="1030914"/>
                  </a:lnTo>
                  <a:lnTo>
                    <a:pt x="893453" y="1030914"/>
                  </a:lnTo>
                  <a:lnTo>
                    <a:pt x="895374" y="1030914"/>
                  </a:lnTo>
                  <a:lnTo>
                    <a:pt x="897296" y="1030914"/>
                  </a:lnTo>
                  <a:lnTo>
                    <a:pt x="899217" y="1030914"/>
                  </a:lnTo>
                  <a:lnTo>
                    <a:pt x="901139" y="1030914"/>
                  </a:lnTo>
                  <a:lnTo>
                    <a:pt x="903060" y="1030914"/>
                  </a:lnTo>
                  <a:lnTo>
                    <a:pt x="904981" y="1030914"/>
                  </a:lnTo>
                  <a:lnTo>
                    <a:pt x="906903" y="1030914"/>
                  </a:lnTo>
                  <a:lnTo>
                    <a:pt x="908824" y="1030914"/>
                  </a:lnTo>
                  <a:lnTo>
                    <a:pt x="910746" y="1030914"/>
                  </a:lnTo>
                  <a:lnTo>
                    <a:pt x="912667" y="1030914"/>
                  </a:lnTo>
                  <a:lnTo>
                    <a:pt x="914588" y="1030914"/>
                  </a:lnTo>
                  <a:lnTo>
                    <a:pt x="916510" y="1030914"/>
                  </a:lnTo>
                  <a:lnTo>
                    <a:pt x="918431" y="1030914"/>
                  </a:lnTo>
                  <a:lnTo>
                    <a:pt x="920353" y="1030914"/>
                  </a:lnTo>
                  <a:lnTo>
                    <a:pt x="922274" y="1030914"/>
                  </a:lnTo>
                  <a:lnTo>
                    <a:pt x="924195" y="1030914"/>
                  </a:lnTo>
                  <a:lnTo>
                    <a:pt x="926117" y="1030914"/>
                  </a:lnTo>
                  <a:lnTo>
                    <a:pt x="928038" y="1030914"/>
                  </a:lnTo>
                  <a:lnTo>
                    <a:pt x="929960" y="1030914"/>
                  </a:lnTo>
                  <a:lnTo>
                    <a:pt x="931881" y="1030914"/>
                  </a:lnTo>
                  <a:lnTo>
                    <a:pt x="933802" y="1030914"/>
                  </a:lnTo>
                  <a:lnTo>
                    <a:pt x="935724" y="1030914"/>
                  </a:lnTo>
                  <a:lnTo>
                    <a:pt x="937645" y="1030914"/>
                  </a:lnTo>
                  <a:lnTo>
                    <a:pt x="939567" y="1030914"/>
                  </a:lnTo>
                  <a:lnTo>
                    <a:pt x="941488" y="1030914"/>
                  </a:lnTo>
                  <a:lnTo>
                    <a:pt x="943410" y="1030914"/>
                  </a:lnTo>
                  <a:lnTo>
                    <a:pt x="945331" y="1030914"/>
                  </a:lnTo>
                  <a:lnTo>
                    <a:pt x="947252" y="1030914"/>
                  </a:lnTo>
                  <a:lnTo>
                    <a:pt x="949174" y="1030914"/>
                  </a:lnTo>
                  <a:lnTo>
                    <a:pt x="951095" y="1030914"/>
                  </a:lnTo>
                  <a:lnTo>
                    <a:pt x="953017" y="1030914"/>
                  </a:lnTo>
                  <a:lnTo>
                    <a:pt x="954938" y="1030914"/>
                  </a:lnTo>
                  <a:lnTo>
                    <a:pt x="956859" y="1030914"/>
                  </a:lnTo>
                  <a:lnTo>
                    <a:pt x="958781" y="1030914"/>
                  </a:lnTo>
                  <a:lnTo>
                    <a:pt x="960702" y="1030914"/>
                  </a:lnTo>
                  <a:lnTo>
                    <a:pt x="962624" y="1030914"/>
                  </a:lnTo>
                  <a:lnTo>
                    <a:pt x="964545" y="1030914"/>
                  </a:lnTo>
                  <a:lnTo>
                    <a:pt x="966466" y="1030914"/>
                  </a:lnTo>
                  <a:lnTo>
                    <a:pt x="968388" y="1030914"/>
                  </a:lnTo>
                  <a:lnTo>
                    <a:pt x="970309" y="1030914"/>
                  </a:lnTo>
                  <a:lnTo>
                    <a:pt x="972231" y="1030914"/>
                  </a:lnTo>
                  <a:lnTo>
                    <a:pt x="974152" y="1030914"/>
                  </a:lnTo>
                  <a:lnTo>
                    <a:pt x="976073" y="1030914"/>
                  </a:lnTo>
                  <a:lnTo>
                    <a:pt x="977995" y="1030914"/>
                  </a:lnTo>
                  <a:lnTo>
                    <a:pt x="979916" y="1030914"/>
                  </a:lnTo>
                  <a:lnTo>
                    <a:pt x="981838" y="1030914"/>
                  </a:lnTo>
                  <a:lnTo>
                    <a:pt x="979916" y="1030914"/>
                  </a:lnTo>
                  <a:lnTo>
                    <a:pt x="977995" y="1030914"/>
                  </a:lnTo>
                  <a:lnTo>
                    <a:pt x="976073" y="1030914"/>
                  </a:lnTo>
                  <a:lnTo>
                    <a:pt x="974152" y="1030914"/>
                  </a:lnTo>
                  <a:lnTo>
                    <a:pt x="972231" y="1030914"/>
                  </a:lnTo>
                  <a:lnTo>
                    <a:pt x="970309" y="1030914"/>
                  </a:lnTo>
                  <a:lnTo>
                    <a:pt x="968388" y="1030914"/>
                  </a:lnTo>
                  <a:lnTo>
                    <a:pt x="966466" y="1030914"/>
                  </a:lnTo>
                  <a:lnTo>
                    <a:pt x="964545" y="1030914"/>
                  </a:lnTo>
                  <a:lnTo>
                    <a:pt x="962624" y="1030914"/>
                  </a:lnTo>
                  <a:lnTo>
                    <a:pt x="960702" y="1030914"/>
                  </a:lnTo>
                  <a:lnTo>
                    <a:pt x="958781" y="1030914"/>
                  </a:lnTo>
                  <a:lnTo>
                    <a:pt x="956859" y="1030914"/>
                  </a:lnTo>
                  <a:lnTo>
                    <a:pt x="954938" y="1030914"/>
                  </a:lnTo>
                  <a:lnTo>
                    <a:pt x="953017" y="1030914"/>
                  </a:lnTo>
                  <a:lnTo>
                    <a:pt x="951095" y="1030914"/>
                  </a:lnTo>
                  <a:lnTo>
                    <a:pt x="949174" y="1030914"/>
                  </a:lnTo>
                  <a:lnTo>
                    <a:pt x="947252" y="1030914"/>
                  </a:lnTo>
                  <a:lnTo>
                    <a:pt x="945331" y="1030914"/>
                  </a:lnTo>
                  <a:lnTo>
                    <a:pt x="943410" y="1030914"/>
                  </a:lnTo>
                  <a:lnTo>
                    <a:pt x="941488" y="1030914"/>
                  </a:lnTo>
                  <a:lnTo>
                    <a:pt x="939567" y="1030914"/>
                  </a:lnTo>
                  <a:lnTo>
                    <a:pt x="937645" y="1030914"/>
                  </a:lnTo>
                  <a:lnTo>
                    <a:pt x="935724" y="1030914"/>
                  </a:lnTo>
                  <a:lnTo>
                    <a:pt x="933802" y="1030914"/>
                  </a:lnTo>
                  <a:lnTo>
                    <a:pt x="931881" y="1030914"/>
                  </a:lnTo>
                  <a:lnTo>
                    <a:pt x="929960" y="1030914"/>
                  </a:lnTo>
                  <a:lnTo>
                    <a:pt x="928038" y="1030914"/>
                  </a:lnTo>
                  <a:lnTo>
                    <a:pt x="926117" y="1030914"/>
                  </a:lnTo>
                  <a:lnTo>
                    <a:pt x="924195" y="1030914"/>
                  </a:lnTo>
                  <a:lnTo>
                    <a:pt x="922274" y="1030914"/>
                  </a:lnTo>
                  <a:lnTo>
                    <a:pt x="920353" y="1030914"/>
                  </a:lnTo>
                  <a:lnTo>
                    <a:pt x="918431" y="1030914"/>
                  </a:lnTo>
                  <a:lnTo>
                    <a:pt x="916510" y="1030914"/>
                  </a:lnTo>
                  <a:lnTo>
                    <a:pt x="914588" y="1030914"/>
                  </a:lnTo>
                  <a:lnTo>
                    <a:pt x="912667" y="1030914"/>
                  </a:lnTo>
                  <a:lnTo>
                    <a:pt x="910746" y="1030914"/>
                  </a:lnTo>
                  <a:lnTo>
                    <a:pt x="908824" y="1030914"/>
                  </a:lnTo>
                  <a:lnTo>
                    <a:pt x="906903" y="1030914"/>
                  </a:lnTo>
                  <a:lnTo>
                    <a:pt x="904981" y="1030914"/>
                  </a:lnTo>
                  <a:lnTo>
                    <a:pt x="903060" y="1030914"/>
                  </a:lnTo>
                  <a:lnTo>
                    <a:pt x="901139" y="1030914"/>
                  </a:lnTo>
                  <a:lnTo>
                    <a:pt x="899217" y="1030914"/>
                  </a:lnTo>
                  <a:lnTo>
                    <a:pt x="897296" y="1030914"/>
                  </a:lnTo>
                  <a:lnTo>
                    <a:pt x="895374" y="1030914"/>
                  </a:lnTo>
                  <a:lnTo>
                    <a:pt x="893453" y="1030914"/>
                  </a:lnTo>
                  <a:lnTo>
                    <a:pt x="891532" y="1030914"/>
                  </a:lnTo>
                  <a:lnTo>
                    <a:pt x="889610" y="1030914"/>
                  </a:lnTo>
                  <a:lnTo>
                    <a:pt x="887689" y="1030914"/>
                  </a:lnTo>
                  <a:lnTo>
                    <a:pt x="885767" y="1030914"/>
                  </a:lnTo>
                  <a:lnTo>
                    <a:pt x="883846" y="1030914"/>
                  </a:lnTo>
                  <a:lnTo>
                    <a:pt x="881925" y="1030914"/>
                  </a:lnTo>
                  <a:lnTo>
                    <a:pt x="880003" y="1030914"/>
                  </a:lnTo>
                  <a:lnTo>
                    <a:pt x="878082" y="1030914"/>
                  </a:lnTo>
                  <a:lnTo>
                    <a:pt x="876160" y="1030914"/>
                  </a:lnTo>
                  <a:lnTo>
                    <a:pt x="874239" y="1030914"/>
                  </a:lnTo>
                  <a:lnTo>
                    <a:pt x="872318" y="1030914"/>
                  </a:lnTo>
                  <a:lnTo>
                    <a:pt x="870396" y="1030914"/>
                  </a:lnTo>
                  <a:lnTo>
                    <a:pt x="868475" y="1030914"/>
                  </a:lnTo>
                  <a:lnTo>
                    <a:pt x="866553" y="1030914"/>
                  </a:lnTo>
                  <a:lnTo>
                    <a:pt x="864632" y="1030914"/>
                  </a:lnTo>
                  <a:lnTo>
                    <a:pt x="862710" y="1030914"/>
                  </a:lnTo>
                  <a:lnTo>
                    <a:pt x="860789" y="1030914"/>
                  </a:lnTo>
                  <a:lnTo>
                    <a:pt x="858868" y="1030914"/>
                  </a:lnTo>
                  <a:lnTo>
                    <a:pt x="856946" y="1030914"/>
                  </a:lnTo>
                  <a:lnTo>
                    <a:pt x="855025" y="1030914"/>
                  </a:lnTo>
                  <a:lnTo>
                    <a:pt x="853103" y="1030914"/>
                  </a:lnTo>
                  <a:lnTo>
                    <a:pt x="851182" y="1030914"/>
                  </a:lnTo>
                  <a:lnTo>
                    <a:pt x="849261" y="1030914"/>
                  </a:lnTo>
                  <a:lnTo>
                    <a:pt x="847339" y="1030914"/>
                  </a:lnTo>
                  <a:lnTo>
                    <a:pt x="845418" y="1030914"/>
                  </a:lnTo>
                  <a:lnTo>
                    <a:pt x="843496" y="1030914"/>
                  </a:lnTo>
                  <a:lnTo>
                    <a:pt x="841575" y="1030914"/>
                  </a:lnTo>
                  <a:lnTo>
                    <a:pt x="839654" y="1030914"/>
                  </a:lnTo>
                  <a:lnTo>
                    <a:pt x="837732" y="1030914"/>
                  </a:lnTo>
                  <a:lnTo>
                    <a:pt x="835811" y="1030914"/>
                  </a:lnTo>
                  <a:lnTo>
                    <a:pt x="833889" y="1030914"/>
                  </a:lnTo>
                  <a:lnTo>
                    <a:pt x="831968" y="1030914"/>
                  </a:lnTo>
                  <a:lnTo>
                    <a:pt x="830047" y="1030914"/>
                  </a:lnTo>
                  <a:lnTo>
                    <a:pt x="828125" y="1030914"/>
                  </a:lnTo>
                  <a:lnTo>
                    <a:pt x="826204" y="1030914"/>
                  </a:lnTo>
                  <a:lnTo>
                    <a:pt x="824282" y="1030914"/>
                  </a:lnTo>
                  <a:lnTo>
                    <a:pt x="822361" y="1030914"/>
                  </a:lnTo>
                  <a:lnTo>
                    <a:pt x="820440" y="1030914"/>
                  </a:lnTo>
                  <a:lnTo>
                    <a:pt x="818518" y="1030914"/>
                  </a:lnTo>
                  <a:lnTo>
                    <a:pt x="816597" y="1030914"/>
                  </a:lnTo>
                  <a:lnTo>
                    <a:pt x="814675" y="1030914"/>
                  </a:lnTo>
                  <a:lnTo>
                    <a:pt x="812754" y="1030914"/>
                  </a:lnTo>
                  <a:lnTo>
                    <a:pt x="810833" y="1030914"/>
                  </a:lnTo>
                  <a:lnTo>
                    <a:pt x="808911" y="1030914"/>
                  </a:lnTo>
                  <a:lnTo>
                    <a:pt x="806990" y="1030914"/>
                  </a:lnTo>
                  <a:lnTo>
                    <a:pt x="805068" y="1030914"/>
                  </a:lnTo>
                  <a:lnTo>
                    <a:pt x="803147" y="1030914"/>
                  </a:lnTo>
                  <a:lnTo>
                    <a:pt x="801226" y="1030914"/>
                  </a:lnTo>
                  <a:lnTo>
                    <a:pt x="799304" y="1030914"/>
                  </a:lnTo>
                  <a:lnTo>
                    <a:pt x="797383" y="1030914"/>
                  </a:lnTo>
                  <a:lnTo>
                    <a:pt x="795461" y="1030914"/>
                  </a:lnTo>
                  <a:lnTo>
                    <a:pt x="793540" y="1030914"/>
                  </a:lnTo>
                  <a:lnTo>
                    <a:pt x="791618" y="1030914"/>
                  </a:lnTo>
                  <a:lnTo>
                    <a:pt x="789697" y="1030914"/>
                  </a:lnTo>
                  <a:lnTo>
                    <a:pt x="787776" y="1030914"/>
                  </a:lnTo>
                  <a:lnTo>
                    <a:pt x="785854" y="1030914"/>
                  </a:lnTo>
                  <a:lnTo>
                    <a:pt x="783933" y="1030914"/>
                  </a:lnTo>
                  <a:lnTo>
                    <a:pt x="782011" y="1030914"/>
                  </a:lnTo>
                  <a:lnTo>
                    <a:pt x="780090" y="1030914"/>
                  </a:lnTo>
                  <a:lnTo>
                    <a:pt x="778169" y="1030914"/>
                  </a:lnTo>
                  <a:lnTo>
                    <a:pt x="776247" y="1030914"/>
                  </a:lnTo>
                  <a:lnTo>
                    <a:pt x="774326" y="1030914"/>
                  </a:lnTo>
                  <a:lnTo>
                    <a:pt x="772404" y="1030914"/>
                  </a:lnTo>
                  <a:lnTo>
                    <a:pt x="770483" y="1030914"/>
                  </a:lnTo>
                  <a:lnTo>
                    <a:pt x="768562" y="1030914"/>
                  </a:lnTo>
                  <a:lnTo>
                    <a:pt x="766640" y="1030914"/>
                  </a:lnTo>
                  <a:lnTo>
                    <a:pt x="764719" y="1030914"/>
                  </a:lnTo>
                  <a:lnTo>
                    <a:pt x="762797" y="1030914"/>
                  </a:lnTo>
                  <a:lnTo>
                    <a:pt x="760876" y="1030914"/>
                  </a:lnTo>
                  <a:lnTo>
                    <a:pt x="758955" y="1030914"/>
                  </a:lnTo>
                  <a:lnTo>
                    <a:pt x="757033" y="1030914"/>
                  </a:lnTo>
                  <a:lnTo>
                    <a:pt x="755112" y="1030914"/>
                  </a:lnTo>
                  <a:lnTo>
                    <a:pt x="753190" y="1030914"/>
                  </a:lnTo>
                  <a:lnTo>
                    <a:pt x="751269" y="1030914"/>
                  </a:lnTo>
                  <a:lnTo>
                    <a:pt x="749348" y="1030914"/>
                  </a:lnTo>
                  <a:lnTo>
                    <a:pt x="747426" y="1030914"/>
                  </a:lnTo>
                  <a:lnTo>
                    <a:pt x="745505" y="1030914"/>
                  </a:lnTo>
                  <a:lnTo>
                    <a:pt x="743583" y="1030914"/>
                  </a:lnTo>
                  <a:lnTo>
                    <a:pt x="741662" y="1030914"/>
                  </a:lnTo>
                  <a:lnTo>
                    <a:pt x="739741" y="1030914"/>
                  </a:lnTo>
                  <a:lnTo>
                    <a:pt x="737819" y="1030914"/>
                  </a:lnTo>
                  <a:lnTo>
                    <a:pt x="735898" y="1030914"/>
                  </a:lnTo>
                  <a:lnTo>
                    <a:pt x="733976" y="1030914"/>
                  </a:lnTo>
                  <a:lnTo>
                    <a:pt x="732055" y="1030914"/>
                  </a:lnTo>
                  <a:lnTo>
                    <a:pt x="730134" y="1030914"/>
                  </a:lnTo>
                  <a:lnTo>
                    <a:pt x="728212" y="1030914"/>
                  </a:lnTo>
                  <a:lnTo>
                    <a:pt x="726291" y="1030914"/>
                  </a:lnTo>
                  <a:lnTo>
                    <a:pt x="724369" y="1030914"/>
                  </a:lnTo>
                  <a:lnTo>
                    <a:pt x="722448" y="1030914"/>
                  </a:lnTo>
                  <a:lnTo>
                    <a:pt x="720526" y="1030914"/>
                  </a:lnTo>
                  <a:lnTo>
                    <a:pt x="718605" y="1030914"/>
                  </a:lnTo>
                  <a:lnTo>
                    <a:pt x="716684" y="1030914"/>
                  </a:lnTo>
                  <a:lnTo>
                    <a:pt x="714762" y="1030914"/>
                  </a:lnTo>
                  <a:lnTo>
                    <a:pt x="712841" y="1030914"/>
                  </a:lnTo>
                  <a:lnTo>
                    <a:pt x="710919" y="1030914"/>
                  </a:lnTo>
                  <a:lnTo>
                    <a:pt x="708998" y="1030914"/>
                  </a:lnTo>
                  <a:lnTo>
                    <a:pt x="707077" y="1030914"/>
                  </a:lnTo>
                  <a:lnTo>
                    <a:pt x="705155" y="1030914"/>
                  </a:lnTo>
                  <a:lnTo>
                    <a:pt x="703234" y="1030914"/>
                  </a:lnTo>
                  <a:lnTo>
                    <a:pt x="701312" y="1030914"/>
                  </a:lnTo>
                  <a:lnTo>
                    <a:pt x="699391" y="1030914"/>
                  </a:lnTo>
                  <a:lnTo>
                    <a:pt x="697470" y="1030914"/>
                  </a:lnTo>
                  <a:lnTo>
                    <a:pt x="695548" y="1030914"/>
                  </a:lnTo>
                  <a:lnTo>
                    <a:pt x="693627" y="1030914"/>
                  </a:lnTo>
                  <a:lnTo>
                    <a:pt x="691705" y="1030914"/>
                  </a:lnTo>
                  <a:lnTo>
                    <a:pt x="689784" y="1030914"/>
                  </a:lnTo>
                  <a:lnTo>
                    <a:pt x="687863" y="1030914"/>
                  </a:lnTo>
                  <a:lnTo>
                    <a:pt x="685941" y="1030914"/>
                  </a:lnTo>
                  <a:lnTo>
                    <a:pt x="684020" y="1030914"/>
                  </a:lnTo>
                  <a:lnTo>
                    <a:pt x="682098" y="1030914"/>
                  </a:lnTo>
                  <a:lnTo>
                    <a:pt x="680177" y="1030914"/>
                  </a:lnTo>
                  <a:lnTo>
                    <a:pt x="678256" y="1030914"/>
                  </a:lnTo>
                  <a:lnTo>
                    <a:pt x="676334" y="1030914"/>
                  </a:lnTo>
                  <a:lnTo>
                    <a:pt x="674413" y="1030914"/>
                  </a:lnTo>
                  <a:lnTo>
                    <a:pt x="672491" y="1030914"/>
                  </a:lnTo>
                  <a:lnTo>
                    <a:pt x="670570" y="1030914"/>
                  </a:lnTo>
                  <a:lnTo>
                    <a:pt x="668649" y="1030914"/>
                  </a:lnTo>
                  <a:lnTo>
                    <a:pt x="666727" y="1030914"/>
                  </a:lnTo>
                  <a:lnTo>
                    <a:pt x="664806" y="1030914"/>
                  </a:lnTo>
                  <a:lnTo>
                    <a:pt x="662884" y="1030914"/>
                  </a:lnTo>
                  <a:lnTo>
                    <a:pt x="660963" y="1030914"/>
                  </a:lnTo>
                  <a:lnTo>
                    <a:pt x="659042" y="1030914"/>
                  </a:lnTo>
                  <a:lnTo>
                    <a:pt x="657120" y="1030914"/>
                  </a:lnTo>
                  <a:lnTo>
                    <a:pt x="655199" y="1030914"/>
                  </a:lnTo>
                  <a:lnTo>
                    <a:pt x="653277" y="1030914"/>
                  </a:lnTo>
                  <a:lnTo>
                    <a:pt x="651356" y="1030914"/>
                  </a:lnTo>
                  <a:lnTo>
                    <a:pt x="649434" y="1030914"/>
                  </a:lnTo>
                  <a:lnTo>
                    <a:pt x="647513" y="1030914"/>
                  </a:lnTo>
                  <a:lnTo>
                    <a:pt x="645592" y="1030914"/>
                  </a:lnTo>
                  <a:lnTo>
                    <a:pt x="643670" y="1030914"/>
                  </a:lnTo>
                  <a:lnTo>
                    <a:pt x="641749" y="1030914"/>
                  </a:lnTo>
                  <a:lnTo>
                    <a:pt x="639827" y="1030914"/>
                  </a:lnTo>
                  <a:lnTo>
                    <a:pt x="637906" y="1030914"/>
                  </a:lnTo>
                  <a:lnTo>
                    <a:pt x="635985" y="1030914"/>
                  </a:lnTo>
                  <a:lnTo>
                    <a:pt x="634063" y="1030914"/>
                  </a:lnTo>
                  <a:lnTo>
                    <a:pt x="632142" y="1030914"/>
                  </a:lnTo>
                  <a:lnTo>
                    <a:pt x="630220" y="1030914"/>
                  </a:lnTo>
                  <a:lnTo>
                    <a:pt x="628299" y="1030914"/>
                  </a:lnTo>
                  <a:lnTo>
                    <a:pt x="626378" y="1030914"/>
                  </a:lnTo>
                  <a:lnTo>
                    <a:pt x="624456" y="1030914"/>
                  </a:lnTo>
                  <a:lnTo>
                    <a:pt x="622535" y="1030914"/>
                  </a:lnTo>
                  <a:lnTo>
                    <a:pt x="620613" y="1030914"/>
                  </a:lnTo>
                  <a:lnTo>
                    <a:pt x="618692" y="1030914"/>
                  </a:lnTo>
                  <a:lnTo>
                    <a:pt x="616771" y="1030914"/>
                  </a:lnTo>
                  <a:lnTo>
                    <a:pt x="614849" y="1030914"/>
                  </a:lnTo>
                  <a:lnTo>
                    <a:pt x="612928" y="1030914"/>
                  </a:lnTo>
                  <a:lnTo>
                    <a:pt x="611006" y="1030914"/>
                  </a:lnTo>
                  <a:lnTo>
                    <a:pt x="609085" y="1030914"/>
                  </a:lnTo>
                  <a:lnTo>
                    <a:pt x="607164" y="1030914"/>
                  </a:lnTo>
                  <a:lnTo>
                    <a:pt x="605242" y="1030914"/>
                  </a:lnTo>
                  <a:lnTo>
                    <a:pt x="603321" y="1030914"/>
                  </a:lnTo>
                  <a:lnTo>
                    <a:pt x="601399" y="1030914"/>
                  </a:lnTo>
                  <a:lnTo>
                    <a:pt x="599478" y="1030914"/>
                  </a:lnTo>
                  <a:lnTo>
                    <a:pt x="597557" y="1030914"/>
                  </a:lnTo>
                  <a:lnTo>
                    <a:pt x="595635" y="1030914"/>
                  </a:lnTo>
                  <a:lnTo>
                    <a:pt x="593714" y="1030914"/>
                  </a:lnTo>
                  <a:lnTo>
                    <a:pt x="591792" y="1030914"/>
                  </a:lnTo>
                  <a:lnTo>
                    <a:pt x="589871" y="1030914"/>
                  </a:lnTo>
                  <a:lnTo>
                    <a:pt x="587950" y="1030914"/>
                  </a:lnTo>
                  <a:lnTo>
                    <a:pt x="586028" y="1030914"/>
                  </a:lnTo>
                  <a:lnTo>
                    <a:pt x="584107" y="1030914"/>
                  </a:lnTo>
                  <a:lnTo>
                    <a:pt x="582185" y="1030914"/>
                  </a:lnTo>
                  <a:lnTo>
                    <a:pt x="580264" y="1030914"/>
                  </a:lnTo>
                  <a:lnTo>
                    <a:pt x="578342" y="1030914"/>
                  </a:lnTo>
                  <a:lnTo>
                    <a:pt x="576421" y="1030914"/>
                  </a:lnTo>
                  <a:lnTo>
                    <a:pt x="574500" y="1030914"/>
                  </a:lnTo>
                  <a:lnTo>
                    <a:pt x="572578" y="1030914"/>
                  </a:lnTo>
                  <a:lnTo>
                    <a:pt x="570657" y="1030914"/>
                  </a:lnTo>
                  <a:lnTo>
                    <a:pt x="568735" y="1030914"/>
                  </a:lnTo>
                  <a:lnTo>
                    <a:pt x="566814" y="1030914"/>
                  </a:lnTo>
                  <a:lnTo>
                    <a:pt x="564893" y="1030914"/>
                  </a:lnTo>
                  <a:lnTo>
                    <a:pt x="562971" y="1030914"/>
                  </a:lnTo>
                  <a:lnTo>
                    <a:pt x="561050" y="1030914"/>
                  </a:lnTo>
                  <a:lnTo>
                    <a:pt x="559128" y="1030914"/>
                  </a:lnTo>
                  <a:lnTo>
                    <a:pt x="557207" y="1030914"/>
                  </a:lnTo>
                  <a:lnTo>
                    <a:pt x="555286" y="1030914"/>
                  </a:lnTo>
                  <a:lnTo>
                    <a:pt x="553364" y="1030914"/>
                  </a:lnTo>
                  <a:lnTo>
                    <a:pt x="551443" y="1030914"/>
                  </a:lnTo>
                  <a:lnTo>
                    <a:pt x="549521" y="1030914"/>
                  </a:lnTo>
                  <a:lnTo>
                    <a:pt x="547600" y="1030914"/>
                  </a:lnTo>
                  <a:lnTo>
                    <a:pt x="545679" y="1030914"/>
                  </a:lnTo>
                  <a:lnTo>
                    <a:pt x="543757" y="1030914"/>
                  </a:lnTo>
                  <a:lnTo>
                    <a:pt x="541836" y="1030914"/>
                  </a:lnTo>
                  <a:lnTo>
                    <a:pt x="539914" y="1030914"/>
                  </a:lnTo>
                  <a:lnTo>
                    <a:pt x="537993" y="1030914"/>
                  </a:lnTo>
                  <a:lnTo>
                    <a:pt x="536072" y="1030914"/>
                  </a:lnTo>
                  <a:lnTo>
                    <a:pt x="534150" y="1030914"/>
                  </a:lnTo>
                  <a:lnTo>
                    <a:pt x="532229" y="1030914"/>
                  </a:lnTo>
                  <a:lnTo>
                    <a:pt x="530307" y="1030914"/>
                  </a:lnTo>
                  <a:lnTo>
                    <a:pt x="528386" y="1030914"/>
                  </a:lnTo>
                  <a:lnTo>
                    <a:pt x="526465" y="1030914"/>
                  </a:lnTo>
                  <a:lnTo>
                    <a:pt x="524543" y="1030914"/>
                  </a:lnTo>
                  <a:lnTo>
                    <a:pt x="522622" y="1030914"/>
                  </a:lnTo>
                  <a:lnTo>
                    <a:pt x="520700" y="1030914"/>
                  </a:lnTo>
                  <a:lnTo>
                    <a:pt x="518779" y="1030914"/>
                  </a:lnTo>
                  <a:lnTo>
                    <a:pt x="516858" y="1030914"/>
                  </a:lnTo>
                  <a:lnTo>
                    <a:pt x="514936" y="1030914"/>
                  </a:lnTo>
                  <a:lnTo>
                    <a:pt x="513015" y="1030914"/>
                  </a:lnTo>
                  <a:lnTo>
                    <a:pt x="511093" y="1030914"/>
                  </a:lnTo>
                  <a:lnTo>
                    <a:pt x="509172" y="1030914"/>
                  </a:lnTo>
                  <a:lnTo>
                    <a:pt x="507250" y="1030914"/>
                  </a:lnTo>
                  <a:lnTo>
                    <a:pt x="505329" y="1030914"/>
                  </a:lnTo>
                  <a:lnTo>
                    <a:pt x="503408" y="1030914"/>
                  </a:lnTo>
                  <a:lnTo>
                    <a:pt x="501486" y="1030914"/>
                  </a:lnTo>
                  <a:lnTo>
                    <a:pt x="499565" y="1030914"/>
                  </a:lnTo>
                  <a:lnTo>
                    <a:pt x="497643" y="1030914"/>
                  </a:lnTo>
                  <a:lnTo>
                    <a:pt x="495722" y="1030914"/>
                  </a:lnTo>
                  <a:lnTo>
                    <a:pt x="493801" y="1030914"/>
                  </a:lnTo>
                  <a:lnTo>
                    <a:pt x="491879" y="1030914"/>
                  </a:lnTo>
                  <a:lnTo>
                    <a:pt x="489958" y="1030914"/>
                  </a:lnTo>
                  <a:lnTo>
                    <a:pt x="488036" y="1030914"/>
                  </a:lnTo>
                  <a:lnTo>
                    <a:pt x="486115" y="1030914"/>
                  </a:lnTo>
                  <a:lnTo>
                    <a:pt x="484194" y="1030914"/>
                  </a:lnTo>
                  <a:lnTo>
                    <a:pt x="482272" y="1030914"/>
                  </a:lnTo>
                  <a:lnTo>
                    <a:pt x="480351" y="1030914"/>
                  </a:lnTo>
                  <a:lnTo>
                    <a:pt x="478429" y="1030914"/>
                  </a:lnTo>
                  <a:lnTo>
                    <a:pt x="476508" y="1030914"/>
                  </a:lnTo>
                  <a:lnTo>
                    <a:pt x="474587" y="1030914"/>
                  </a:lnTo>
                  <a:lnTo>
                    <a:pt x="472665" y="1030914"/>
                  </a:lnTo>
                  <a:lnTo>
                    <a:pt x="470744" y="1030914"/>
                  </a:lnTo>
                  <a:lnTo>
                    <a:pt x="468822" y="1030914"/>
                  </a:lnTo>
                  <a:lnTo>
                    <a:pt x="466901" y="1030914"/>
                  </a:lnTo>
                  <a:lnTo>
                    <a:pt x="464980" y="1030914"/>
                  </a:lnTo>
                  <a:lnTo>
                    <a:pt x="463058" y="1030914"/>
                  </a:lnTo>
                  <a:lnTo>
                    <a:pt x="461137" y="1030914"/>
                  </a:lnTo>
                  <a:lnTo>
                    <a:pt x="459215" y="1030914"/>
                  </a:lnTo>
                  <a:lnTo>
                    <a:pt x="457294" y="1030914"/>
                  </a:lnTo>
                  <a:lnTo>
                    <a:pt x="455373" y="1030914"/>
                  </a:lnTo>
                  <a:lnTo>
                    <a:pt x="453451" y="1030914"/>
                  </a:lnTo>
                  <a:lnTo>
                    <a:pt x="451530" y="1030914"/>
                  </a:lnTo>
                  <a:lnTo>
                    <a:pt x="449608" y="1030914"/>
                  </a:lnTo>
                  <a:lnTo>
                    <a:pt x="447687" y="1030914"/>
                  </a:lnTo>
                  <a:lnTo>
                    <a:pt x="445766" y="1030914"/>
                  </a:lnTo>
                  <a:lnTo>
                    <a:pt x="443844" y="1030914"/>
                  </a:lnTo>
                  <a:lnTo>
                    <a:pt x="441923" y="1030914"/>
                  </a:lnTo>
                  <a:lnTo>
                    <a:pt x="440001" y="1030914"/>
                  </a:lnTo>
                  <a:lnTo>
                    <a:pt x="438080" y="1030914"/>
                  </a:lnTo>
                  <a:lnTo>
                    <a:pt x="436159" y="1030914"/>
                  </a:lnTo>
                  <a:lnTo>
                    <a:pt x="434237" y="1030914"/>
                  </a:lnTo>
                  <a:lnTo>
                    <a:pt x="432316" y="1030914"/>
                  </a:lnTo>
                  <a:lnTo>
                    <a:pt x="430394" y="1030914"/>
                  </a:lnTo>
                  <a:lnTo>
                    <a:pt x="428473" y="1030914"/>
                  </a:lnTo>
                  <a:lnTo>
                    <a:pt x="426551" y="1030914"/>
                  </a:lnTo>
                  <a:lnTo>
                    <a:pt x="424630" y="1030914"/>
                  </a:lnTo>
                  <a:lnTo>
                    <a:pt x="422709" y="1030914"/>
                  </a:lnTo>
                  <a:lnTo>
                    <a:pt x="420787" y="1030914"/>
                  </a:lnTo>
                  <a:lnTo>
                    <a:pt x="418866" y="1030914"/>
                  </a:lnTo>
                  <a:lnTo>
                    <a:pt x="416944" y="1030914"/>
                  </a:lnTo>
                  <a:lnTo>
                    <a:pt x="415023" y="1030914"/>
                  </a:lnTo>
                  <a:lnTo>
                    <a:pt x="413102" y="1030914"/>
                  </a:lnTo>
                  <a:lnTo>
                    <a:pt x="411180" y="1030914"/>
                  </a:lnTo>
                  <a:lnTo>
                    <a:pt x="409259" y="1030914"/>
                  </a:lnTo>
                  <a:lnTo>
                    <a:pt x="407337" y="1030914"/>
                  </a:lnTo>
                  <a:lnTo>
                    <a:pt x="405416" y="1030914"/>
                  </a:lnTo>
                  <a:lnTo>
                    <a:pt x="403495" y="1030914"/>
                  </a:lnTo>
                  <a:lnTo>
                    <a:pt x="401573" y="1030914"/>
                  </a:lnTo>
                  <a:lnTo>
                    <a:pt x="399652" y="1030914"/>
                  </a:lnTo>
                  <a:lnTo>
                    <a:pt x="397730" y="1030914"/>
                  </a:lnTo>
                  <a:lnTo>
                    <a:pt x="395809" y="1030914"/>
                  </a:lnTo>
                  <a:lnTo>
                    <a:pt x="393888" y="1030914"/>
                  </a:lnTo>
                  <a:lnTo>
                    <a:pt x="391966" y="1030914"/>
                  </a:lnTo>
                  <a:lnTo>
                    <a:pt x="390045" y="1030914"/>
                  </a:lnTo>
                  <a:lnTo>
                    <a:pt x="388123" y="1030914"/>
                  </a:lnTo>
                  <a:lnTo>
                    <a:pt x="386202" y="1030914"/>
                  </a:lnTo>
                  <a:lnTo>
                    <a:pt x="384281" y="1030914"/>
                  </a:lnTo>
                  <a:lnTo>
                    <a:pt x="382359" y="1030914"/>
                  </a:lnTo>
                  <a:lnTo>
                    <a:pt x="380438" y="1030914"/>
                  </a:lnTo>
                  <a:lnTo>
                    <a:pt x="378516" y="1030914"/>
                  </a:lnTo>
                  <a:lnTo>
                    <a:pt x="376595" y="1030914"/>
                  </a:lnTo>
                  <a:lnTo>
                    <a:pt x="374674" y="1030914"/>
                  </a:lnTo>
                  <a:lnTo>
                    <a:pt x="372752" y="1030914"/>
                  </a:lnTo>
                  <a:lnTo>
                    <a:pt x="370831" y="1030914"/>
                  </a:lnTo>
                  <a:lnTo>
                    <a:pt x="368909" y="1030914"/>
                  </a:lnTo>
                  <a:lnTo>
                    <a:pt x="366988" y="1030914"/>
                  </a:lnTo>
                  <a:lnTo>
                    <a:pt x="365067" y="1030914"/>
                  </a:lnTo>
                  <a:lnTo>
                    <a:pt x="363145" y="1030914"/>
                  </a:lnTo>
                  <a:lnTo>
                    <a:pt x="361224" y="1030914"/>
                  </a:lnTo>
                  <a:lnTo>
                    <a:pt x="359302" y="1030914"/>
                  </a:lnTo>
                  <a:lnTo>
                    <a:pt x="357381" y="1030914"/>
                  </a:lnTo>
                  <a:lnTo>
                    <a:pt x="355459" y="1030914"/>
                  </a:lnTo>
                  <a:lnTo>
                    <a:pt x="353538" y="1030914"/>
                  </a:lnTo>
                  <a:lnTo>
                    <a:pt x="351617" y="1030914"/>
                  </a:lnTo>
                  <a:lnTo>
                    <a:pt x="349695" y="1030914"/>
                  </a:lnTo>
                  <a:lnTo>
                    <a:pt x="347774" y="1030914"/>
                  </a:lnTo>
                  <a:lnTo>
                    <a:pt x="345852" y="1030914"/>
                  </a:lnTo>
                  <a:lnTo>
                    <a:pt x="343931" y="1030914"/>
                  </a:lnTo>
                  <a:lnTo>
                    <a:pt x="342010" y="1030914"/>
                  </a:lnTo>
                  <a:lnTo>
                    <a:pt x="340088" y="1030914"/>
                  </a:lnTo>
                  <a:lnTo>
                    <a:pt x="338167" y="1030914"/>
                  </a:lnTo>
                  <a:lnTo>
                    <a:pt x="336245" y="1030914"/>
                  </a:lnTo>
                  <a:lnTo>
                    <a:pt x="334324" y="1030914"/>
                  </a:lnTo>
                  <a:lnTo>
                    <a:pt x="332403" y="1030914"/>
                  </a:lnTo>
                  <a:lnTo>
                    <a:pt x="330481" y="1030914"/>
                  </a:lnTo>
                  <a:lnTo>
                    <a:pt x="328560" y="1030914"/>
                  </a:lnTo>
                  <a:lnTo>
                    <a:pt x="326638" y="1030914"/>
                  </a:lnTo>
                  <a:lnTo>
                    <a:pt x="324717" y="1030914"/>
                  </a:lnTo>
                  <a:lnTo>
                    <a:pt x="322796" y="1030914"/>
                  </a:lnTo>
                  <a:lnTo>
                    <a:pt x="320874" y="1030914"/>
                  </a:lnTo>
                  <a:lnTo>
                    <a:pt x="318953" y="1030914"/>
                  </a:lnTo>
                  <a:lnTo>
                    <a:pt x="317031" y="1030914"/>
                  </a:lnTo>
                  <a:lnTo>
                    <a:pt x="315110" y="1030914"/>
                  </a:lnTo>
                  <a:lnTo>
                    <a:pt x="313189" y="1030914"/>
                  </a:lnTo>
                  <a:lnTo>
                    <a:pt x="311267" y="1030914"/>
                  </a:lnTo>
                  <a:lnTo>
                    <a:pt x="309346" y="1030914"/>
                  </a:lnTo>
                  <a:lnTo>
                    <a:pt x="307424" y="1030914"/>
                  </a:lnTo>
                  <a:lnTo>
                    <a:pt x="305503" y="1030914"/>
                  </a:lnTo>
                  <a:lnTo>
                    <a:pt x="303582" y="1030914"/>
                  </a:lnTo>
                  <a:lnTo>
                    <a:pt x="301660" y="1030914"/>
                  </a:lnTo>
                  <a:lnTo>
                    <a:pt x="299739" y="1030914"/>
                  </a:lnTo>
                  <a:lnTo>
                    <a:pt x="297817" y="1030914"/>
                  </a:lnTo>
                  <a:lnTo>
                    <a:pt x="295896" y="1030914"/>
                  </a:lnTo>
                  <a:lnTo>
                    <a:pt x="293975" y="1030914"/>
                  </a:lnTo>
                  <a:lnTo>
                    <a:pt x="292053" y="1030914"/>
                  </a:lnTo>
                  <a:lnTo>
                    <a:pt x="290132" y="1030914"/>
                  </a:lnTo>
                  <a:lnTo>
                    <a:pt x="288210" y="1030914"/>
                  </a:lnTo>
                  <a:lnTo>
                    <a:pt x="286289" y="1030914"/>
                  </a:lnTo>
                  <a:lnTo>
                    <a:pt x="284367" y="1030914"/>
                  </a:lnTo>
                  <a:lnTo>
                    <a:pt x="282446" y="1030914"/>
                  </a:lnTo>
                  <a:lnTo>
                    <a:pt x="280525" y="1030914"/>
                  </a:lnTo>
                  <a:lnTo>
                    <a:pt x="278603" y="1030914"/>
                  </a:lnTo>
                  <a:lnTo>
                    <a:pt x="276682" y="1030914"/>
                  </a:lnTo>
                  <a:lnTo>
                    <a:pt x="274760" y="1030914"/>
                  </a:lnTo>
                  <a:lnTo>
                    <a:pt x="272839" y="1030914"/>
                  </a:lnTo>
                  <a:lnTo>
                    <a:pt x="270918" y="1030914"/>
                  </a:lnTo>
                  <a:lnTo>
                    <a:pt x="268996" y="1030914"/>
                  </a:lnTo>
                  <a:lnTo>
                    <a:pt x="267075" y="1030914"/>
                  </a:lnTo>
                  <a:lnTo>
                    <a:pt x="265153" y="1030914"/>
                  </a:lnTo>
                  <a:lnTo>
                    <a:pt x="263232" y="1030914"/>
                  </a:lnTo>
                  <a:lnTo>
                    <a:pt x="261311" y="1030914"/>
                  </a:lnTo>
                  <a:lnTo>
                    <a:pt x="259389" y="1030914"/>
                  </a:lnTo>
                  <a:lnTo>
                    <a:pt x="257468" y="1030914"/>
                  </a:lnTo>
                  <a:lnTo>
                    <a:pt x="255546" y="1030914"/>
                  </a:lnTo>
                  <a:lnTo>
                    <a:pt x="253625" y="1030914"/>
                  </a:lnTo>
                  <a:lnTo>
                    <a:pt x="251704" y="1030914"/>
                  </a:lnTo>
                  <a:lnTo>
                    <a:pt x="249782" y="1030914"/>
                  </a:lnTo>
                  <a:lnTo>
                    <a:pt x="247861" y="1030914"/>
                  </a:lnTo>
                  <a:lnTo>
                    <a:pt x="245939" y="1030914"/>
                  </a:lnTo>
                  <a:lnTo>
                    <a:pt x="244018" y="1030914"/>
                  </a:lnTo>
                  <a:lnTo>
                    <a:pt x="242097" y="1030914"/>
                  </a:lnTo>
                  <a:lnTo>
                    <a:pt x="240175" y="1030914"/>
                  </a:lnTo>
                  <a:lnTo>
                    <a:pt x="238254" y="1030914"/>
                  </a:lnTo>
                  <a:lnTo>
                    <a:pt x="236332" y="1030914"/>
                  </a:lnTo>
                  <a:lnTo>
                    <a:pt x="234411" y="1030914"/>
                  </a:lnTo>
                  <a:lnTo>
                    <a:pt x="232490" y="1030914"/>
                  </a:lnTo>
                  <a:lnTo>
                    <a:pt x="230568" y="1030914"/>
                  </a:lnTo>
                  <a:lnTo>
                    <a:pt x="228647" y="1030914"/>
                  </a:lnTo>
                  <a:lnTo>
                    <a:pt x="226725" y="1030914"/>
                  </a:lnTo>
                  <a:lnTo>
                    <a:pt x="224804" y="1030914"/>
                  </a:lnTo>
                  <a:lnTo>
                    <a:pt x="222883" y="1030914"/>
                  </a:lnTo>
                  <a:lnTo>
                    <a:pt x="220961" y="1030914"/>
                  </a:lnTo>
                  <a:lnTo>
                    <a:pt x="219040" y="1030914"/>
                  </a:lnTo>
                  <a:lnTo>
                    <a:pt x="217118" y="1030914"/>
                  </a:lnTo>
                  <a:lnTo>
                    <a:pt x="215197" y="1030914"/>
                  </a:lnTo>
                  <a:lnTo>
                    <a:pt x="213275" y="1030914"/>
                  </a:lnTo>
                  <a:lnTo>
                    <a:pt x="211354" y="1030914"/>
                  </a:lnTo>
                  <a:lnTo>
                    <a:pt x="209433" y="1030914"/>
                  </a:lnTo>
                  <a:lnTo>
                    <a:pt x="207511" y="1030914"/>
                  </a:lnTo>
                  <a:lnTo>
                    <a:pt x="205590" y="1030914"/>
                  </a:lnTo>
                  <a:lnTo>
                    <a:pt x="203668" y="1030914"/>
                  </a:lnTo>
                  <a:lnTo>
                    <a:pt x="201747" y="1030914"/>
                  </a:lnTo>
                  <a:lnTo>
                    <a:pt x="199826" y="1030914"/>
                  </a:lnTo>
                  <a:lnTo>
                    <a:pt x="197904" y="1030914"/>
                  </a:lnTo>
                  <a:lnTo>
                    <a:pt x="195983" y="1030914"/>
                  </a:lnTo>
                  <a:lnTo>
                    <a:pt x="194061" y="1030914"/>
                  </a:lnTo>
                  <a:lnTo>
                    <a:pt x="192140" y="1030914"/>
                  </a:lnTo>
                  <a:lnTo>
                    <a:pt x="190219" y="1030914"/>
                  </a:lnTo>
                  <a:lnTo>
                    <a:pt x="188297" y="1030914"/>
                  </a:lnTo>
                  <a:lnTo>
                    <a:pt x="186376" y="1030914"/>
                  </a:lnTo>
                  <a:lnTo>
                    <a:pt x="184454" y="1030914"/>
                  </a:lnTo>
                  <a:lnTo>
                    <a:pt x="182533" y="1030914"/>
                  </a:lnTo>
                  <a:lnTo>
                    <a:pt x="180612" y="1030914"/>
                  </a:lnTo>
                  <a:lnTo>
                    <a:pt x="178690" y="1030914"/>
                  </a:lnTo>
                  <a:lnTo>
                    <a:pt x="176769" y="1030914"/>
                  </a:lnTo>
                  <a:lnTo>
                    <a:pt x="174847" y="1030914"/>
                  </a:lnTo>
                  <a:lnTo>
                    <a:pt x="172926" y="1030914"/>
                  </a:lnTo>
                  <a:lnTo>
                    <a:pt x="171005" y="1030914"/>
                  </a:lnTo>
                  <a:lnTo>
                    <a:pt x="169083" y="1030914"/>
                  </a:lnTo>
                  <a:lnTo>
                    <a:pt x="167162" y="1030914"/>
                  </a:lnTo>
                  <a:lnTo>
                    <a:pt x="165240" y="1030914"/>
                  </a:lnTo>
                  <a:lnTo>
                    <a:pt x="163319" y="1030914"/>
                  </a:lnTo>
                  <a:lnTo>
                    <a:pt x="161398" y="1030914"/>
                  </a:lnTo>
                  <a:lnTo>
                    <a:pt x="159476" y="1030914"/>
                  </a:lnTo>
                  <a:lnTo>
                    <a:pt x="157555" y="1030914"/>
                  </a:lnTo>
                  <a:lnTo>
                    <a:pt x="155633" y="1030914"/>
                  </a:lnTo>
                  <a:lnTo>
                    <a:pt x="153712" y="1030914"/>
                  </a:lnTo>
                  <a:lnTo>
                    <a:pt x="151791" y="1030914"/>
                  </a:lnTo>
                  <a:lnTo>
                    <a:pt x="149869" y="1030914"/>
                  </a:lnTo>
                  <a:lnTo>
                    <a:pt x="147948" y="1030914"/>
                  </a:lnTo>
                  <a:lnTo>
                    <a:pt x="146026" y="1030914"/>
                  </a:lnTo>
                  <a:lnTo>
                    <a:pt x="144105" y="1030914"/>
                  </a:lnTo>
                  <a:lnTo>
                    <a:pt x="142183" y="1030914"/>
                  </a:lnTo>
                  <a:lnTo>
                    <a:pt x="140262" y="1030914"/>
                  </a:lnTo>
                  <a:lnTo>
                    <a:pt x="138341" y="1030914"/>
                  </a:lnTo>
                  <a:lnTo>
                    <a:pt x="136419" y="1030914"/>
                  </a:lnTo>
                  <a:lnTo>
                    <a:pt x="134498" y="1030914"/>
                  </a:lnTo>
                  <a:lnTo>
                    <a:pt x="132576" y="1030914"/>
                  </a:lnTo>
                  <a:lnTo>
                    <a:pt x="130655" y="1030914"/>
                  </a:lnTo>
                  <a:lnTo>
                    <a:pt x="128734" y="1030914"/>
                  </a:lnTo>
                  <a:lnTo>
                    <a:pt x="126812" y="1030914"/>
                  </a:lnTo>
                  <a:lnTo>
                    <a:pt x="124891" y="1030914"/>
                  </a:lnTo>
                  <a:lnTo>
                    <a:pt x="122969" y="1030914"/>
                  </a:lnTo>
                  <a:lnTo>
                    <a:pt x="121048" y="1030914"/>
                  </a:lnTo>
                  <a:lnTo>
                    <a:pt x="119127" y="1030914"/>
                  </a:lnTo>
                  <a:lnTo>
                    <a:pt x="117205" y="1030914"/>
                  </a:lnTo>
                  <a:lnTo>
                    <a:pt x="115284" y="1030914"/>
                  </a:lnTo>
                  <a:lnTo>
                    <a:pt x="113362" y="1030914"/>
                  </a:lnTo>
                  <a:lnTo>
                    <a:pt x="111441" y="1030914"/>
                  </a:lnTo>
                  <a:lnTo>
                    <a:pt x="109520" y="1030914"/>
                  </a:lnTo>
                  <a:lnTo>
                    <a:pt x="107598" y="1030914"/>
                  </a:lnTo>
                  <a:lnTo>
                    <a:pt x="105677" y="1030914"/>
                  </a:lnTo>
                  <a:lnTo>
                    <a:pt x="103755" y="1030914"/>
                  </a:lnTo>
                  <a:lnTo>
                    <a:pt x="101834" y="1030914"/>
                  </a:lnTo>
                  <a:lnTo>
                    <a:pt x="99913" y="1030914"/>
                  </a:lnTo>
                  <a:lnTo>
                    <a:pt x="97991" y="1030914"/>
                  </a:lnTo>
                  <a:lnTo>
                    <a:pt x="96070" y="1030914"/>
                  </a:lnTo>
                  <a:lnTo>
                    <a:pt x="94148" y="1030914"/>
                  </a:lnTo>
                  <a:lnTo>
                    <a:pt x="92227" y="1030914"/>
                  </a:lnTo>
                  <a:lnTo>
                    <a:pt x="90306" y="1030914"/>
                  </a:lnTo>
                  <a:lnTo>
                    <a:pt x="88384" y="1030914"/>
                  </a:lnTo>
                  <a:lnTo>
                    <a:pt x="86463" y="1030914"/>
                  </a:lnTo>
                  <a:lnTo>
                    <a:pt x="84541" y="1030914"/>
                  </a:lnTo>
                  <a:lnTo>
                    <a:pt x="82620" y="1030914"/>
                  </a:lnTo>
                  <a:lnTo>
                    <a:pt x="80699" y="1030914"/>
                  </a:lnTo>
                  <a:lnTo>
                    <a:pt x="78777" y="1030914"/>
                  </a:lnTo>
                  <a:lnTo>
                    <a:pt x="76856" y="1030914"/>
                  </a:lnTo>
                  <a:lnTo>
                    <a:pt x="74934" y="1030914"/>
                  </a:lnTo>
                  <a:lnTo>
                    <a:pt x="73013" y="1030914"/>
                  </a:lnTo>
                  <a:lnTo>
                    <a:pt x="71091" y="1030914"/>
                  </a:lnTo>
                  <a:lnTo>
                    <a:pt x="69170" y="1030914"/>
                  </a:lnTo>
                  <a:lnTo>
                    <a:pt x="67249" y="1030914"/>
                  </a:lnTo>
                  <a:lnTo>
                    <a:pt x="65327" y="1030914"/>
                  </a:lnTo>
                  <a:lnTo>
                    <a:pt x="63406" y="1030914"/>
                  </a:lnTo>
                  <a:lnTo>
                    <a:pt x="61484" y="1030914"/>
                  </a:lnTo>
                  <a:lnTo>
                    <a:pt x="59563" y="1030914"/>
                  </a:lnTo>
                  <a:lnTo>
                    <a:pt x="57642" y="1030914"/>
                  </a:lnTo>
                  <a:lnTo>
                    <a:pt x="55720" y="1030914"/>
                  </a:lnTo>
                  <a:lnTo>
                    <a:pt x="53799" y="1030914"/>
                  </a:lnTo>
                  <a:lnTo>
                    <a:pt x="51877" y="1030914"/>
                  </a:lnTo>
                  <a:lnTo>
                    <a:pt x="49956" y="1030914"/>
                  </a:lnTo>
                  <a:lnTo>
                    <a:pt x="48035" y="1030914"/>
                  </a:lnTo>
                  <a:lnTo>
                    <a:pt x="46113" y="1030914"/>
                  </a:lnTo>
                  <a:lnTo>
                    <a:pt x="44192" y="1030914"/>
                  </a:lnTo>
                  <a:lnTo>
                    <a:pt x="42270" y="1030914"/>
                  </a:lnTo>
                  <a:lnTo>
                    <a:pt x="40349" y="1030914"/>
                  </a:lnTo>
                  <a:lnTo>
                    <a:pt x="38428" y="1030914"/>
                  </a:lnTo>
                  <a:lnTo>
                    <a:pt x="36506" y="1030914"/>
                  </a:lnTo>
                  <a:lnTo>
                    <a:pt x="34585" y="1030914"/>
                  </a:lnTo>
                  <a:lnTo>
                    <a:pt x="32663" y="1030914"/>
                  </a:lnTo>
                  <a:lnTo>
                    <a:pt x="30742" y="1030914"/>
                  </a:lnTo>
                  <a:lnTo>
                    <a:pt x="28821" y="1030914"/>
                  </a:lnTo>
                  <a:lnTo>
                    <a:pt x="26899" y="1030914"/>
                  </a:lnTo>
                  <a:lnTo>
                    <a:pt x="24978" y="1030914"/>
                  </a:lnTo>
                  <a:lnTo>
                    <a:pt x="23056" y="1030914"/>
                  </a:lnTo>
                  <a:lnTo>
                    <a:pt x="21135" y="1030914"/>
                  </a:lnTo>
                  <a:lnTo>
                    <a:pt x="19214" y="1030914"/>
                  </a:lnTo>
                  <a:lnTo>
                    <a:pt x="17292" y="1030914"/>
                  </a:lnTo>
                  <a:lnTo>
                    <a:pt x="15371" y="1030914"/>
                  </a:lnTo>
                  <a:lnTo>
                    <a:pt x="13449" y="1030914"/>
                  </a:lnTo>
                  <a:lnTo>
                    <a:pt x="11528" y="1030914"/>
                  </a:lnTo>
                  <a:lnTo>
                    <a:pt x="9607" y="1030914"/>
                  </a:lnTo>
                  <a:lnTo>
                    <a:pt x="7685" y="1030914"/>
                  </a:lnTo>
                  <a:lnTo>
                    <a:pt x="5764" y="1030914"/>
                  </a:lnTo>
                  <a:lnTo>
                    <a:pt x="3842" y="1030914"/>
                  </a:lnTo>
                  <a:lnTo>
                    <a:pt x="1921" y="1030914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4248562" y="4952508"/>
              <a:ext cx="981838" cy="1030914"/>
            </a:xfrm>
            <a:custGeom>
              <a:avLst/>
              <a:pathLst>
                <a:path w="981838" h="1030914">
                  <a:moveTo>
                    <a:pt x="0" y="1030914"/>
                  </a:moveTo>
                  <a:lnTo>
                    <a:pt x="1921" y="1030914"/>
                  </a:lnTo>
                  <a:lnTo>
                    <a:pt x="3842" y="1030914"/>
                  </a:lnTo>
                  <a:lnTo>
                    <a:pt x="5764" y="1030914"/>
                  </a:lnTo>
                  <a:lnTo>
                    <a:pt x="7685" y="1030914"/>
                  </a:lnTo>
                  <a:lnTo>
                    <a:pt x="9607" y="1030914"/>
                  </a:lnTo>
                  <a:lnTo>
                    <a:pt x="11528" y="1030914"/>
                  </a:lnTo>
                  <a:lnTo>
                    <a:pt x="13449" y="1030914"/>
                  </a:lnTo>
                  <a:lnTo>
                    <a:pt x="15371" y="1030914"/>
                  </a:lnTo>
                  <a:lnTo>
                    <a:pt x="17292" y="1030914"/>
                  </a:lnTo>
                  <a:lnTo>
                    <a:pt x="19214" y="1030914"/>
                  </a:lnTo>
                  <a:lnTo>
                    <a:pt x="21135" y="1030914"/>
                  </a:lnTo>
                  <a:lnTo>
                    <a:pt x="23056" y="1030914"/>
                  </a:lnTo>
                  <a:lnTo>
                    <a:pt x="24978" y="1030914"/>
                  </a:lnTo>
                  <a:lnTo>
                    <a:pt x="26899" y="1030914"/>
                  </a:lnTo>
                  <a:lnTo>
                    <a:pt x="28821" y="1030914"/>
                  </a:lnTo>
                  <a:lnTo>
                    <a:pt x="30742" y="1030914"/>
                  </a:lnTo>
                  <a:lnTo>
                    <a:pt x="32663" y="1030914"/>
                  </a:lnTo>
                  <a:lnTo>
                    <a:pt x="34585" y="1030914"/>
                  </a:lnTo>
                  <a:lnTo>
                    <a:pt x="36506" y="1030914"/>
                  </a:lnTo>
                  <a:lnTo>
                    <a:pt x="38428" y="1030914"/>
                  </a:lnTo>
                  <a:lnTo>
                    <a:pt x="40349" y="1030914"/>
                  </a:lnTo>
                  <a:lnTo>
                    <a:pt x="42270" y="1030914"/>
                  </a:lnTo>
                  <a:lnTo>
                    <a:pt x="44192" y="1030914"/>
                  </a:lnTo>
                  <a:lnTo>
                    <a:pt x="46113" y="1030914"/>
                  </a:lnTo>
                  <a:lnTo>
                    <a:pt x="48035" y="1030914"/>
                  </a:lnTo>
                  <a:lnTo>
                    <a:pt x="49956" y="1030914"/>
                  </a:lnTo>
                  <a:lnTo>
                    <a:pt x="51877" y="1030914"/>
                  </a:lnTo>
                  <a:lnTo>
                    <a:pt x="53799" y="1030914"/>
                  </a:lnTo>
                  <a:lnTo>
                    <a:pt x="55720" y="1030913"/>
                  </a:lnTo>
                  <a:lnTo>
                    <a:pt x="57642" y="1030912"/>
                  </a:lnTo>
                  <a:lnTo>
                    <a:pt x="59563" y="1030909"/>
                  </a:lnTo>
                  <a:lnTo>
                    <a:pt x="61484" y="1030903"/>
                  </a:lnTo>
                  <a:lnTo>
                    <a:pt x="63406" y="1030891"/>
                  </a:lnTo>
                  <a:lnTo>
                    <a:pt x="65327" y="1030865"/>
                  </a:lnTo>
                  <a:lnTo>
                    <a:pt x="67249" y="1030815"/>
                  </a:lnTo>
                  <a:lnTo>
                    <a:pt x="69170" y="1030724"/>
                  </a:lnTo>
                  <a:lnTo>
                    <a:pt x="71091" y="1030566"/>
                  </a:lnTo>
                  <a:lnTo>
                    <a:pt x="73013" y="1030306"/>
                  </a:lnTo>
                  <a:lnTo>
                    <a:pt x="74934" y="1029894"/>
                  </a:lnTo>
                  <a:lnTo>
                    <a:pt x="76856" y="1029258"/>
                  </a:lnTo>
                  <a:lnTo>
                    <a:pt x="78777" y="1028347"/>
                  </a:lnTo>
                  <a:lnTo>
                    <a:pt x="80699" y="1027114"/>
                  </a:lnTo>
                  <a:lnTo>
                    <a:pt x="82620" y="1025527"/>
                  </a:lnTo>
                  <a:lnTo>
                    <a:pt x="84541" y="1023585"/>
                  </a:lnTo>
                  <a:lnTo>
                    <a:pt x="86463" y="1021322"/>
                  </a:lnTo>
                  <a:lnTo>
                    <a:pt x="88384" y="1018807"/>
                  </a:lnTo>
                  <a:lnTo>
                    <a:pt x="90306" y="1016134"/>
                  </a:lnTo>
                  <a:lnTo>
                    <a:pt x="92227" y="1013413"/>
                  </a:lnTo>
                  <a:lnTo>
                    <a:pt x="94148" y="1010755"/>
                  </a:lnTo>
                  <a:lnTo>
                    <a:pt x="96070" y="1008256"/>
                  </a:lnTo>
                  <a:lnTo>
                    <a:pt x="97991" y="1005987"/>
                  </a:lnTo>
                  <a:lnTo>
                    <a:pt x="99913" y="1003991"/>
                  </a:lnTo>
                  <a:lnTo>
                    <a:pt x="101834" y="1002278"/>
                  </a:lnTo>
                  <a:lnTo>
                    <a:pt x="103755" y="1000820"/>
                  </a:lnTo>
                  <a:lnTo>
                    <a:pt x="105677" y="999563"/>
                  </a:lnTo>
                  <a:lnTo>
                    <a:pt x="107598" y="998396"/>
                  </a:lnTo>
                  <a:lnTo>
                    <a:pt x="109520" y="997192"/>
                  </a:lnTo>
                  <a:lnTo>
                    <a:pt x="111441" y="995821"/>
                  </a:lnTo>
                  <a:lnTo>
                    <a:pt x="113362" y="994176"/>
                  </a:lnTo>
                  <a:lnTo>
                    <a:pt x="115284" y="992197"/>
                  </a:lnTo>
                  <a:lnTo>
                    <a:pt x="117205" y="989899"/>
                  </a:lnTo>
                  <a:lnTo>
                    <a:pt x="119127" y="987389"/>
                  </a:lnTo>
                  <a:lnTo>
                    <a:pt x="121048" y="984853"/>
                  </a:lnTo>
                  <a:lnTo>
                    <a:pt x="122969" y="982541"/>
                  </a:lnTo>
                  <a:lnTo>
                    <a:pt x="124891" y="980721"/>
                  </a:lnTo>
                  <a:lnTo>
                    <a:pt x="126812" y="979626"/>
                  </a:lnTo>
                  <a:lnTo>
                    <a:pt x="128734" y="979411"/>
                  </a:lnTo>
                  <a:lnTo>
                    <a:pt x="130655" y="980111"/>
                  </a:lnTo>
                  <a:lnTo>
                    <a:pt x="132576" y="981635"/>
                  </a:lnTo>
                  <a:lnTo>
                    <a:pt x="134498" y="983779"/>
                  </a:lnTo>
                  <a:lnTo>
                    <a:pt x="136419" y="986250"/>
                  </a:lnTo>
                  <a:lnTo>
                    <a:pt x="138341" y="988714"/>
                  </a:lnTo>
                  <a:lnTo>
                    <a:pt x="140262" y="990925"/>
                  </a:lnTo>
                  <a:lnTo>
                    <a:pt x="142183" y="992730"/>
                  </a:lnTo>
                  <a:lnTo>
                    <a:pt x="144105" y="994074"/>
                  </a:lnTo>
                  <a:lnTo>
                    <a:pt x="146026" y="994992"/>
                  </a:lnTo>
                  <a:lnTo>
                    <a:pt x="147948" y="995582"/>
                  </a:lnTo>
                  <a:lnTo>
                    <a:pt x="149869" y="995963"/>
                  </a:lnTo>
                  <a:lnTo>
                    <a:pt x="151791" y="996242"/>
                  </a:lnTo>
                  <a:lnTo>
                    <a:pt x="153712" y="996492"/>
                  </a:lnTo>
                  <a:lnTo>
                    <a:pt x="155633" y="996739"/>
                  </a:lnTo>
                  <a:lnTo>
                    <a:pt x="157555" y="996976"/>
                  </a:lnTo>
                  <a:lnTo>
                    <a:pt x="159476" y="997174"/>
                  </a:lnTo>
                  <a:lnTo>
                    <a:pt x="161398" y="997301"/>
                  </a:lnTo>
                  <a:lnTo>
                    <a:pt x="163319" y="997328"/>
                  </a:lnTo>
                  <a:lnTo>
                    <a:pt x="165240" y="997225"/>
                  </a:lnTo>
                  <a:lnTo>
                    <a:pt x="167162" y="996952"/>
                  </a:lnTo>
                  <a:lnTo>
                    <a:pt x="169083" y="996445"/>
                  </a:lnTo>
                  <a:lnTo>
                    <a:pt x="171005" y="995597"/>
                  </a:lnTo>
                  <a:lnTo>
                    <a:pt x="172926" y="994277"/>
                  </a:lnTo>
                  <a:lnTo>
                    <a:pt x="174847" y="992345"/>
                  </a:lnTo>
                  <a:lnTo>
                    <a:pt x="176769" y="989681"/>
                  </a:lnTo>
                  <a:lnTo>
                    <a:pt x="178690" y="986214"/>
                  </a:lnTo>
                  <a:lnTo>
                    <a:pt x="180612" y="981943"/>
                  </a:lnTo>
                  <a:lnTo>
                    <a:pt x="182533" y="976947"/>
                  </a:lnTo>
                  <a:lnTo>
                    <a:pt x="184454" y="971385"/>
                  </a:lnTo>
                  <a:lnTo>
                    <a:pt x="186376" y="965483"/>
                  </a:lnTo>
                  <a:lnTo>
                    <a:pt x="188297" y="959510"/>
                  </a:lnTo>
                  <a:lnTo>
                    <a:pt x="190219" y="953747"/>
                  </a:lnTo>
                  <a:lnTo>
                    <a:pt x="192140" y="948446"/>
                  </a:lnTo>
                  <a:lnTo>
                    <a:pt x="194061" y="943797"/>
                  </a:lnTo>
                  <a:lnTo>
                    <a:pt x="195983" y="939891"/>
                  </a:lnTo>
                  <a:lnTo>
                    <a:pt x="197904" y="936581"/>
                  </a:lnTo>
                  <a:lnTo>
                    <a:pt x="199826" y="933626"/>
                  </a:lnTo>
                  <a:lnTo>
                    <a:pt x="201747" y="930690"/>
                  </a:lnTo>
                  <a:lnTo>
                    <a:pt x="203668" y="927410"/>
                  </a:lnTo>
                  <a:lnTo>
                    <a:pt x="205590" y="923467"/>
                  </a:lnTo>
                  <a:lnTo>
                    <a:pt x="207511" y="918657"/>
                  </a:lnTo>
                  <a:lnTo>
                    <a:pt x="209433" y="912922"/>
                  </a:lnTo>
                  <a:lnTo>
                    <a:pt x="211354" y="906341"/>
                  </a:lnTo>
                  <a:lnTo>
                    <a:pt x="213275" y="899083"/>
                  </a:lnTo>
                  <a:lnTo>
                    <a:pt x="215197" y="891313"/>
                  </a:lnTo>
                  <a:lnTo>
                    <a:pt x="217118" y="883080"/>
                  </a:lnTo>
                  <a:lnTo>
                    <a:pt x="219040" y="874218"/>
                  </a:lnTo>
                  <a:lnTo>
                    <a:pt x="220961" y="864256"/>
                  </a:lnTo>
                  <a:lnTo>
                    <a:pt x="222883" y="852388"/>
                  </a:lnTo>
                  <a:lnTo>
                    <a:pt x="224804" y="837229"/>
                  </a:lnTo>
                  <a:lnTo>
                    <a:pt x="226725" y="817280"/>
                  </a:lnTo>
                  <a:lnTo>
                    <a:pt x="228647" y="790958"/>
                  </a:lnTo>
                  <a:lnTo>
                    <a:pt x="230568" y="756541"/>
                  </a:lnTo>
                  <a:lnTo>
                    <a:pt x="232490" y="712371"/>
                  </a:lnTo>
                  <a:lnTo>
                    <a:pt x="234411" y="657049"/>
                  </a:lnTo>
                  <a:lnTo>
                    <a:pt x="236332" y="589736"/>
                  </a:lnTo>
                  <a:lnTo>
                    <a:pt x="238254" y="510570"/>
                  </a:lnTo>
                  <a:lnTo>
                    <a:pt x="240175" y="421162"/>
                  </a:lnTo>
                  <a:lnTo>
                    <a:pt x="242097" y="325062"/>
                  </a:lnTo>
                  <a:lnTo>
                    <a:pt x="244018" y="228025"/>
                  </a:lnTo>
                  <a:lnTo>
                    <a:pt x="245939" y="137878"/>
                  </a:lnTo>
                  <a:lnTo>
                    <a:pt x="247861" y="63838"/>
                  </a:lnTo>
                  <a:lnTo>
                    <a:pt x="249782" y="15263"/>
                  </a:lnTo>
                  <a:lnTo>
                    <a:pt x="251704" y="0"/>
                  </a:lnTo>
                  <a:lnTo>
                    <a:pt x="253625" y="23346"/>
                  </a:lnTo>
                  <a:lnTo>
                    <a:pt x="255546" y="86301"/>
                  </a:lnTo>
                  <a:lnTo>
                    <a:pt x="257468" y="180869"/>
                  </a:lnTo>
                  <a:lnTo>
                    <a:pt x="259389" y="297518"/>
                  </a:lnTo>
                  <a:lnTo>
                    <a:pt x="261311" y="424861"/>
                  </a:lnTo>
                  <a:lnTo>
                    <a:pt x="263232" y="551671"/>
                  </a:lnTo>
                  <a:lnTo>
                    <a:pt x="265153" y="668611"/>
                  </a:lnTo>
                  <a:lnTo>
                    <a:pt x="267075" y="769310"/>
                  </a:lnTo>
                  <a:lnTo>
                    <a:pt x="268996" y="850680"/>
                  </a:lnTo>
                  <a:lnTo>
                    <a:pt x="270918" y="912555"/>
                  </a:lnTo>
                  <a:lnTo>
                    <a:pt x="272839" y="956907"/>
                  </a:lnTo>
                  <a:lnTo>
                    <a:pt x="274760" y="986899"/>
                  </a:lnTo>
                  <a:lnTo>
                    <a:pt x="276682" y="1006041"/>
                  </a:lnTo>
                  <a:lnTo>
                    <a:pt x="278603" y="1017571"/>
                  </a:lnTo>
                  <a:lnTo>
                    <a:pt x="280525" y="1024126"/>
                  </a:lnTo>
                  <a:lnTo>
                    <a:pt x="282446" y="1027641"/>
                  </a:lnTo>
                  <a:lnTo>
                    <a:pt x="284367" y="1029370"/>
                  </a:lnTo>
                  <a:lnTo>
                    <a:pt x="286289" y="1030213"/>
                  </a:lnTo>
                  <a:lnTo>
                    <a:pt x="288210" y="1030611"/>
                  </a:lnTo>
                  <a:lnTo>
                    <a:pt x="290132" y="1030790"/>
                  </a:lnTo>
                  <a:lnTo>
                    <a:pt x="292053" y="1030866"/>
                  </a:lnTo>
                  <a:lnTo>
                    <a:pt x="293975" y="1030896"/>
                  </a:lnTo>
                  <a:lnTo>
                    <a:pt x="295896" y="1030908"/>
                  </a:lnTo>
                  <a:lnTo>
                    <a:pt x="297817" y="1030912"/>
                  </a:lnTo>
                  <a:lnTo>
                    <a:pt x="299739" y="1030913"/>
                  </a:lnTo>
                  <a:lnTo>
                    <a:pt x="301660" y="1030914"/>
                  </a:lnTo>
                  <a:lnTo>
                    <a:pt x="303582" y="1030914"/>
                  </a:lnTo>
                  <a:lnTo>
                    <a:pt x="305503" y="1030914"/>
                  </a:lnTo>
                  <a:lnTo>
                    <a:pt x="307424" y="1030914"/>
                  </a:lnTo>
                  <a:lnTo>
                    <a:pt x="309346" y="1030914"/>
                  </a:lnTo>
                  <a:lnTo>
                    <a:pt x="311267" y="1030914"/>
                  </a:lnTo>
                  <a:lnTo>
                    <a:pt x="313189" y="1030914"/>
                  </a:lnTo>
                  <a:lnTo>
                    <a:pt x="315110" y="1030914"/>
                  </a:lnTo>
                  <a:lnTo>
                    <a:pt x="317031" y="1030914"/>
                  </a:lnTo>
                  <a:lnTo>
                    <a:pt x="318953" y="1030914"/>
                  </a:lnTo>
                  <a:lnTo>
                    <a:pt x="320874" y="1030914"/>
                  </a:lnTo>
                  <a:lnTo>
                    <a:pt x="322796" y="1030914"/>
                  </a:lnTo>
                  <a:lnTo>
                    <a:pt x="324717" y="1030914"/>
                  </a:lnTo>
                  <a:lnTo>
                    <a:pt x="326638" y="1030914"/>
                  </a:lnTo>
                  <a:lnTo>
                    <a:pt x="328560" y="1030914"/>
                  </a:lnTo>
                  <a:lnTo>
                    <a:pt x="330481" y="1030914"/>
                  </a:lnTo>
                  <a:lnTo>
                    <a:pt x="332403" y="1030913"/>
                  </a:lnTo>
                  <a:lnTo>
                    <a:pt x="334324" y="1030912"/>
                  </a:lnTo>
                  <a:lnTo>
                    <a:pt x="336245" y="1030910"/>
                  </a:lnTo>
                  <a:lnTo>
                    <a:pt x="338167" y="1030906"/>
                  </a:lnTo>
                  <a:lnTo>
                    <a:pt x="340088" y="1030898"/>
                  </a:lnTo>
                  <a:lnTo>
                    <a:pt x="342010" y="1030884"/>
                  </a:lnTo>
                  <a:lnTo>
                    <a:pt x="343931" y="1030857"/>
                  </a:lnTo>
                  <a:lnTo>
                    <a:pt x="345852" y="1030813"/>
                  </a:lnTo>
                  <a:lnTo>
                    <a:pt x="347774" y="1030744"/>
                  </a:lnTo>
                  <a:lnTo>
                    <a:pt x="349695" y="1030644"/>
                  </a:lnTo>
                  <a:lnTo>
                    <a:pt x="351617" y="1030505"/>
                  </a:lnTo>
                  <a:lnTo>
                    <a:pt x="353538" y="1030326"/>
                  </a:lnTo>
                  <a:lnTo>
                    <a:pt x="355459" y="1030111"/>
                  </a:lnTo>
                  <a:lnTo>
                    <a:pt x="357381" y="1029871"/>
                  </a:lnTo>
                  <a:lnTo>
                    <a:pt x="359302" y="1029627"/>
                  </a:lnTo>
                  <a:lnTo>
                    <a:pt x="361224" y="1029403"/>
                  </a:lnTo>
                  <a:lnTo>
                    <a:pt x="363145" y="1029226"/>
                  </a:lnTo>
                  <a:lnTo>
                    <a:pt x="365067" y="1029120"/>
                  </a:lnTo>
                  <a:lnTo>
                    <a:pt x="366988" y="1029100"/>
                  </a:lnTo>
                  <a:lnTo>
                    <a:pt x="368909" y="1029171"/>
                  </a:lnTo>
                  <a:lnTo>
                    <a:pt x="370831" y="1029322"/>
                  </a:lnTo>
                  <a:lnTo>
                    <a:pt x="372752" y="1029534"/>
                  </a:lnTo>
                  <a:lnTo>
                    <a:pt x="374674" y="1029778"/>
                  </a:lnTo>
                  <a:lnTo>
                    <a:pt x="376595" y="1030023"/>
                  </a:lnTo>
                  <a:lnTo>
                    <a:pt x="378516" y="1030249"/>
                  </a:lnTo>
                  <a:lnTo>
                    <a:pt x="380438" y="1030442"/>
                  </a:lnTo>
                  <a:lnTo>
                    <a:pt x="382359" y="1030595"/>
                  </a:lnTo>
                  <a:lnTo>
                    <a:pt x="384281" y="1030709"/>
                  </a:lnTo>
                  <a:lnTo>
                    <a:pt x="386202" y="1030789"/>
                  </a:lnTo>
                  <a:lnTo>
                    <a:pt x="388123" y="1030841"/>
                  </a:lnTo>
                  <a:lnTo>
                    <a:pt x="390045" y="1030874"/>
                  </a:lnTo>
                  <a:lnTo>
                    <a:pt x="391966" y="1030893"/>
                  </a:lnTo>
                  <a:lnTo>
                    <a:pt x="393888" y="1030904"/>
                  </a:lnTo>
                  <a:lnTo>
                    <a:pt x="395809" y="1030909"/>
                  </a:lnTo>
                  <a:lnTo>
                    <a:pt x="397730" y="1030912"/>
                  </a:lnTo>
                  <a:lnTo>
                    <a:pt x="399652" y="1030913"/>
                  </a:lnTo>
                  <a:lnTo>
                    <a:pt x="401573" y="1030914"/>
                  </a:lnTo>
                  <a:lnTo>
                    <a:pt x="403495" y="1030914"/>
                  </a:lnTo>
                  <a:lnTo>
                    <a:pt x="405416" y="1030914"/>
                  </a:lnTo>
                  <a:lnTo>
                    <a:pt x="407337" y="1030914"/>
                  </a:lnTo>
                  <a:lnTo>
                    <a:pt x="409259" y="1030914"/>
                  </a:lnTo>
                  <a:lnTo>
                    <a:pt x="411180" y="1030914"/>
                  </a:lnTo>
                  <a:lnTo>
                    <a:pt x="413102" y="1030914"/>
                  </a:lnTo>
                  <a:lnTo>
                    <a:pt x="415023" y="1030914"/>
                  </a:lnTo>
                  <a:lnTo>
                    <a:pt x="416944" y="1030914"/>
                  </a:lnTo>
                  <a:lnTo>
                    <a:pt x="418866" y="1030914"/>
                  </a:lnTo>
                  <a:lnTo>
                    <a:pt x="420787" y="1030914"/>
                  </a:lnTo>
                  <a:lnTo>
                    <a:pt x="422709" y="1030914"/>
                  </a:lnTo>
                  <a:lnTo>
                    <a:pt x="424630" y="1030914"/>
                  </a:lnTo>
                  <a:lnTo>
                    <a:pt x="426551" y="1030914"/>
                  </a:lnTo>
                  <a:lnTo>
                    <a:pt x="428473" y="1030914"/>
                  </a:lnTo>
                  <a:lnTo>
                    <a:pt x="430394" y="1030914"/>
                  </a:lnTo>
                  <a:lnTo>
                    <a:pt x="432316" y="1030914"/>
                  </a:lnTo>
                  <a:lnTo>
                    <a:pt x="434237" y="1030914"/>
                  </a:lnTo>
                  <a:lnTo>
                    <a:pt x="436159" y="1030914"/>
                  </a:lnTo>
                  <a:lnTo>
                    <a:pt x="438080" y="1030914"/>
                  </a:lnTo>
                  <a:lnTo>
                    <a:pt x="440001" y="1030914"/>
                  </a:lnTo>
                  <a:lnTo>
                    <a:pt x="441923" y="1030914"/>
                  </a:lnTo>
                  <a:lnTo>
                    <a:pt x="443844" y="1030914"/>
                  </a:lnTo>
                  <a:lnTo>
                    <a:pt x="445766" y="1030914"/>
                  </a:lnTo>
                  <a:lnTo>
                    <a:pt x="447687" y="1030914"/>
                  </a:lnTo>
                  <a:lnTo>
                    <a:pt x="449608" y="1030914"/>
                  </a:lnTo>
                  <a:lnTo>
                    <a:pt x="451530" y="1030914"/>
                  </a:lnTo>
                  <a:lnTo>
                    <a:pt x="453451" y="1030914"/>
                  </a:lnTo>
                  <a:lnTo>
                    <a:pt x="455373" y="1030914"/>
                  </a:lnTo>
                  <a:lnTo>
                    <a:pt x="457294" y="1030914"/>
                  </a:lnTo>
                  <a:lnTo>
                    <a:pt x="459215" y="1030914"/>
                  </a:lnTo>
                  <a:lnTo>
                    <a:pt x="461137" y="1030914"/>
                  </a:lnTo>
                  <a:lnTo>
                    <a:pt x="463058" y="1030914"/>
                  </a:lnTo>
                  <a:lnTo>
                    <a:pt x="464980" y="1030914"/>
                  </a:lnTo>
                  <a:lnTo>
                    <a:pt x="466901" y="1030914"/>
                  </a:lnTo>
                  <a:lnTo>
                    <a:pt x="468822" y="1030914"/>
                  </a:lnTo>
                  <a:lnTo>
                    <a:pt x="470744" y="1030914"/>
                  </a:lnTo>
                  <a:lnTo>
                    <a:pt x="472665" y="1030914"/>
                  </a:lnTo>
                  <a:lnTo>
                    <a:pt x="474587" y="1030914"/>
                  </a:lnTo>
                  <a:lnTo>
                    <a:pt x="476508" y="1030914"/>
                  </a:lnTo>
                  <a:lnTo>
                    <a:pt x="478429" y="1030914"/>
                  </a:lnTo>
                  <a:lnTo>
                    <a:pt x="480351" y="1030914"/>
                  </a:lnTo>
                  <a:lnTo>
                    <a:pt x="482272" y="1030914"/>
                  </a:lnTo>
                  <a:lnTo>
                    <a:pt x="484194" y="1030914"/>
                  </a:lnTo>
                  <a:lnTo>
                    <a:pt x="486115" y="1030914"/>
                  </a:lnTo>
                  <a:lnTo>
                    <a:pt x="488036" y="1030914"/>
                  </a:lnTo>
                  <a:lnTo>
                    <a:pt x="489958" y="1030914"/>
                  </a:lnTo>
                  <a:lnTo>
                    <a:pt x="491879" y="1030914"/>
                  </a:lnTo>
                  <a:lnTo>
                    <a:pt x="493801" y="1030914"/>
                  </a:lnTo>
                  <a:lnTo>
                    <a:pt x="495722" y="1030914"/>
                  </a:lnTo>
                  <a:lnTo>
                    <a:pt x="497643" y="1030914"/>
                  </a:lnTo>
                  <a:lnTo>
                    <a:pt x="499565" y="1030914"/>
                  </a:lnTo>
                  <a:lnTo>
                    <a:pt x="501486" y="1030914"/>
                  </a:lnTo>
                  <a:lnTo>
                    <a:pt x="503408" y="1030914"/>
                  </a:lnTo>
                  <a:lnTo>
                    <a:pt x="505329" y="1030914"/>
                  </a:lnTo>
                  <a:lnTo>
                    <a:pt x="507250" y="1030914"/>
                  </a:lnTo>
                  <a:lnTo>
                    <a:pt x="509172" y="1030914"/>
                  </a:lnTo>
                  <a:lnTo>
                    <a:pt x="511093" y="1030914"/>
                  </a:lnTo>
                  <a:lnTo>
                    <a:pt x="513015" y="1030914"/>
                  </a:lnTo>
                  <a:lnTo>
                    <a:pt x="514936" y="1030914"/>
                  </a:lnTo>
                  <a:lnTo>
                    <a:pt x="516858" y="1030914"/>
                  </a:lnTo>
                  <a:lnTo>
                    <a:pt x="518779" y="1030914"/>
                  </a:lnTo>
                  <a:lnTo>
                    <a:pt x="520700" y="1030914"/>
                  </a:lnTo>
                  <a:lnTo>
                    <a:pt x="522622" y="1030914"/>
                  </a:lnTo>
                  <a:lnTo>
                    <a:pt x="524543" y="1030914"/>
                  </a:lnTo>
                  <a:lnTo>
                    <a:pt x="526465" y="1030914"/>
                  </a:lnTo>
                  <a:lnTo>
                    <a:pt x="528386" y="1030913"/>
                  </a:lnTo>
                  <a:lnTo>
                    <a:pt x="530307" y="1030913"/>
                  </a:lnTo>
                  <a:lnTo>
                    <a:pt x="532229" y="1030911"/>
                  </a:lnTo>
                  <a:lnTo>
                    <a:pt x="534150" y="1030907"/>
                  </a:lnTo>
                  <a:lnTo>
                    <a:pt x="536072" y="1030900"/>
                  </a:lnTo>
                  <a:lnTo>
                    <a:pt x="537993" y="1030886"/>
                  </a:lnTo>
                  <a:lnTo>
                    <a:pt x="539914" y="1030862"/>
                  </a:lnTo>
                  <a:lnTo>
                    <a:pt x="541836" y="1030822"/>
                  </a:lnTo>
                  <a:lnTo>
                    <a:pt x="543757" y="1030760"/>
                  </a:lnTo>
                  <a:lnTo>
                    <a:pt x="545679" y="1030669"/>
                  </a:lnTo>
                  <a:lnTo>
                    <a:pt x="547600" y="1030541"/>
                  </a:lnTo>
                  <a:lnTo>
                    <a:pt x="549521" y="1030373"/>
                  </a:lnTo>
                  <a:lnTo>
                    <a:pt x="551443" y="1030166"/>
                  </a:lnTo>
                  <a:lnTo>
                    <a:pt x="553364" y="1029929"/>
                  </a:lnTo>
                  <a:lnTo>
                    <a:pt x="555286" y="1029684"/>
                  </a:lnTo>
                  <a:lnTo>
                    <a:pt x="557207" y="1029454"/>
                  </a:lnTo>
                  <a:lnTo>
                    <a:pt x="559128" y="1029267"/>
                  </a:lnTo>
                  <a:lnTo>
                    <a:pt x="561050" y="1029147"/>
                  </a:lnTo>
                  <a:lnTo>
                    <a:pt x="562971" y="1029109"/>
                  </a:lnTo>
                  <a:lnTo>
                    <a:pt x="564893" y="1029160"/>
                  </a:lnTo>
                  <a:lnTo>
                    <a:pt x="566814" y="1029291"/>
                  </a:lnTo>
                  <a:lnTo>
                    <a:pt x="568735" y="1029483"/>
                  </a:lnTo>
                  <a:lnTo>
                    <a:pt x="570657" y="1029712"/>
                  </a:lnTo>
                  <a:lnTo>
                    <a:pt x="572578" y="1029948"/>
                  </a:lnTo>
                  <a:lnTo>
                    <a:pt x="574500" y="1030165"/>
                  </a:lnTo>
                  <a:lnTo>
                    <a:pt x="576421" y="1030342"/>
                  </a:lnTo>
                  <a:lnTo>
                    <a:pt x="578342" y="1030465"/>
                  </a:lnTo>
                  <a:lnTo>
                    <a:pt x="580264" y="1030524"/>
                  </a:lnTo>
                  <a:lnTo>
                    <a:pt x="582185" y="1030510"/>
                  </a:lnTo>
                  <a:lnTo>
                    <a:pt x="584107" y="1030430"/>
                  </a:lnTo>
                  <a:lnTo>
                    <a:pt x="586028" y="1030288"/>
                  </a:lnTo>
                  <a:lnTo>
                    <a:pt x="587950" y="1030095"/>
                  </a:lnTo>
                  <a:lnTo>
                    <a:pt x="589871" y="1029868"/>
                  </a:lnTo>
                  <a:lnTo>
                    <a:pt x="591792" y="1029629"/>
                  </a:lnTo>
                  <a:lnTo>
                    <a:pt x="593714" y="1029407"/>
                  </a:lnTo>
                  <a:lnTo>
                    <a:pt x="595635" y="1029231"/>
                  </a:lnTo>
                  <a:lnTo>
                    <a:pt x="597557" y="1029124"/>
                  </a:lnTo>
                  <a:lnTo>
                    <a:pt x="599478" y="1029103"/>
                  </a:lnTo>
                  <a:lnTo>
                    <a:pt x="601399" y="1029171"/>
                  </a:lnTo>
                  <a:lnTo>
                    <a:pt x="603321" y="1029318"/>
                  </a:lnTo>
                  <a:lnTo>
                    <a:pt x="605242" y="1029526"/>
                  </a:lnTo>
                  <a:lnTo>
                    <a:pt x="607164" y="1029768"/>
                  </a:lnTo>
                  <a:lnTo>
                    <a:pt x="609085" y="1030015"/>
                  </a:lnTo>
                  <a:lnTo>
                    <a:pt x="611006" y="1030244"/>
                  </a:lnTo>
                  <a:lnTo>
                    <a:pt x="612928" y="1030438"/>
                  </a:lnTo>
                  <a:lnTo>
                    <a:pt x="614849" y="1030592"/>
                  </a:lnTo>
                  <a:lnTo>
                    <a:pt x="616771" y="1030706"/>
                  </a:lnTo>
                  <a:lnTo>
                    <a:pt x="618692" y="1030787"/>
                  </a:lnTo>
                  <a:lnTo>
                    <a:pt x="620613" y="1030840"/>
                  </a:lnTo>
                  <a:lnTo>
                    <a:pt x="622535" y="1030873"/>
                  </a:lnTo>
                  <a:lnTo>
                    <a:pt x="624456" y="1030892"/>
                  </a:lnTo>
                  <a:lnTo>
                    <a:pt x="626378" y="1030903"/>
                  </a:lnTo>
                  <a:lnTo>
                    <a:pt x="628299" y="1030909"/>
                  </a:lnTo>
                  <a:lnTo>
                    <a:pt x="630220" y="1030912"/>
                  </a:lnTo>
                  <a:lnTo>
                    <a:pt x="632142" y="1030913"/>
                  </a:lnTo>
                  <a:lnTo>
                    <a:pt x="634063" y="1030914"/>
                  </a:lnTo>
                  <a:lnTo>
                    <a:pt x="635985" y="1030914"/>
                  </a:lnTo>
                  <a:lnTo>
                    <a:pt x="637906" y="1030914"/>
                  </a:lnTo>
                  <a:lnTo>
                    <a:pt x="639827" y="1030914"/>
                  </a:lnTo>
                  <a:lnTo>
                    <a:pt x="641749" y="1030914"/>
                  </a:lnTo>
                  <a:lnTo>
                    <a:pt x="643670" y="1030914"/>
                  </a:lnTo>
                  <a:lnTo>
                    <a:pt x="645592" y="1030914"/>
                  </a:lnTo>
                  <a:lnTo>
                    <a:pt x="647513" y="1030914"/>
                  </a:lnTo>
                  <a:lnTo>
                    <a:pt x="649434" y="1030914"/>
                  </a:lnTo>
                  <a:lnTo>
                    <a:pt x="651356" y="1030914"/>
                  </a:lnTo>
                  <a:lnTo>
                    <a:pt x="653277" y="1030914"/>
                  </a:lnTo>
                  <a:lnTo>
                    <a:pt x="655199" y="1030914"/>
                  </a:lnTo>
                  <a:lnTo>
                    <a:pt x="657120" y="1030914"/>
                  </a:lnTo>
                  <a:lnTo>
                    <a:pt x="659042" y="1030914"/>
                  </a:lnTo>
                  <a:lnTo>
                    <a:pt x="660963" y="1030914"/>
                  </a:lnTo>
                  <a:lnTo>
                    <a:pt x="662884" y="1030914"/>
                  </a:lnTo>
                  <a:lnTo>
                    <a:pt x="664806" y="1030914"/>
                  </a:lnTo>
                  <a:lnTo>
                    <a:pt x="666727" y="1030914"/>
                  </a:lnTo>
                  <a:lnTo>
                    <a:pt x="668649" y="1030914"/>
                  </a:lnTo>
                  <a:lnTo>
                    <a:pt x="670570" y="1030914"/>
                  </a:lnTo>
                  <a:lnTo>
                    <a:pt x="672491" y="1030914"/>
                  </a:lnTo>
                  <a:lnTo>
                    <a:pt x="674413" y="1030914"/>
                  </a:lnTo>
                  <a:lnTo>
                    <a:pt x="676334" y="1030914"/>
                  </a:lnTo>
                  <a:lnTo>
                    <a:pt x="678256" y="1030914"/>
                  </a:lnTo>
                  <a:lnTo>
                    <a:pt x="680177" y="1030914"/>
                  </a:lnTo>
                  <a:lnTo>
                    <a:pt x="682098" y="1030914"/>
                  </a:lnTo>
                  <a:lnTo>
                    <a:pt x="684020" y="1030914"/>
                  </a:lnTo>
                  <a:lnTo>
                    <a:pt x="685941" y="1030914"/>
                  </a:lnTo>
                  <a:lnTo>
                    <a:pt x="687863" y="1030914"/>
                  </a:lnTo>
                  <a:lnTo>
                    <a:pt x="689784" y="1030914"/>
                  </a:lnTo>
                  <a:lnTo>
                    <a:pt x="691705" y="1030914"/>
                  </a:lnTo>
                  <a:lnTo>
                    <a:pt x="693627" y="1030914"/>
                  </a:lnTo>
                  <a:lnTo>
                    <a:pt x="695548" y="1030914"/>
                  </a:lnTo>
                  <a:lnTo>
                    <a:pt x="697470" y="1030914"/>
                  </a:lnTo>
                  <a:lnTo>
                    <a:pt x="699391" y="1030914"/>
                  </a:lnTo>
                  <a:lnTo>
                    <a:pt x="701312" y="1030914"/>
                  </a:lnTo>
                  <a:lnTo>
                    <a:pt x="703234" y="1030914"/>
                  </a:lnTo>
                  <a:lnTo>
                    <a:pt x="705155" y="1030914"/>
                  </a:lnTo>
                  <a:lnTo>
                    <a:pt x="707077" y="1030914"/>
                  </a:lnTo>
                  <a:lnTo>
                    <a:pt x="708998" y="1030914"/>
                  </a:lnTo>
                  <a:lnTo>
                    <a:pt x="710919" y="1030914"/>
                  </a:lnTo>
                  <a:lnTo>
                    <a:pt x="712841" y="1030914"/>
                  </a:lnTo>
                  <a:lnTo>
                    <a:pt x="714762" y="1030914"/>
                  </a:lnTo>
                  <a:lnTo>
                    <a:pt x="716684" y="1030914"/>
                  </a:lnTo>
                  <a:lnTo>
                    <a:pt x="718605" y="1030914"/>
                  </a:lnTo>
                  <a:lnTo>
                    <a:pt x="720526" y="1030914"/>
                  </a:lnTo>
                  <a:lnTo>
                    <a:pt x="722448" y="1030914"/>
                  </a:lnTo>
                  <a:lnTo>
                    <a:pt x="724369" y="1030914"/>
                  </a:lnTo>
                  <a:lnTo>
                    <a:pt x="726291" y="1030914"/>
                  </a:lnTo>
                  <a:lnTo>
                    <a:pt x="728212" y="1030914"/>
                  </a:lnTo>
                  <a:lnTo>
                    <a:pt x="730134" y="1030914"/>
                  </a:lnTo>
                  <a:lnTo>
                    <a:pt x="732055" y="1030914"/>
                  </a:lnTo>
                  <a:lnTo>
                    <a:pt x="733976" y="1030914"/>
                  </a:lnTo>
                  <a:lnTo>
                    <a:pt x="735898" y="1030914"/>
                  </a:lnTo>
                  <a:lnTo>
                    <a:pt x="737819" y="1030914"/>
                  </a:lnTo>
                  <a:lnTo>
                    <a:pt x="739741" y="1030914"/>
                  </a:lnTo>
                  <a:lnTo>
                    <a:pt x="741662" y="1030914"/>
                  </a:lnTo>
                  <a:lnTo>
                    <a:pt x="743583" y="1030914"/>
                  </a:lnTo>
                  <a:lnTo>
                    <a:pt x="745505" y="1030914"/>
                  </a:lnTo>
                  <a:lnTo>
                    <a:pt x="747426" y="1030914"/>
                  </a:lnTo>
                  <a:lnTo>
                    <a:pt x="749348" y="1030914"/>
                  </a:lnTo>
                  <a:lnTo>
                    <a:pt x="751269" y="1030914"/>
                  </a:lnTo>
                  <a:lnTo>
                    <a:pt x="753190" y="1030914"/>
                  </a:lnTo>
                  <a:lnTo>
                    <a:pt x="755112" y="1030914"/>
                  </a:lnTo>
                  <a:lnTo>
                    <a:pt x="757033" y="1030914"/>
                  </a:lnTo>
                  <a:lnTo>
                    <a:pt x="758955" y="1030914"/>
                  </a:lnTo>
                  <a:lnTo>
                    <a:pt x="760876" y="1030914"/>
                  </a:lnTo>
                  <a:lnTo>
                    <a:pt x="762797" y="1030914"/>
                  </a:lnTo>
                  <a:lnTo>
                    <a:pt x="764719" y="1030914"/>
                  </a:lnTo>
                  <a:lnTo>
                    <a:pt x="766640" y="1030914"/>
                  </a:lnTo>
                  <a:lnTo>
                    <a:pt x="768562" y="1030914"/>
                  </a:lnTo>
                  <a:lnTo>
                    <a:pt x="770483" y="1030914"/>
                  </a:lnTo>
                  <a:lnTo>
                    <a:pt x="772404" y="1030914"/>
                  </a:lnTo>
                  <a:lnTo>
                    <a:pt x="774326" y="1030914"/>
                  </a:lnTo>
                  <a:lnTo>
                    <a:pt x="776247" y="1030914"/>
                  </a:lnTo>
                  <a:lnTo>
                    <a:pt x="778169" y="1030914"/>
                  </a:lnTo>
                  <a:lnTo>
                    <a:pt x="780090" y="1030914"/>
                  </a:lnTo>
                  <a:lnTo>
                    <a:pt x="782011" y="1030914"/>
                  </a:lnTo>
                  <a:lnTo>
                    <a:pt x="783933" y="1030914"/>
                  </a:lnTo>
                  <a:lnTo>
                    <a:pt x="785854" y="1030914"/>
                  </a:lnTo>
                  <a:lnTo>
                    <a:pt x="787776" y="1030914"/>
                  </a:lnTo>
                  <a:lnTo>
                    <a:pt x="789697" y="1030914"/>
                  </a:lnTo>
                  <a:lnTo>
                    <a:pt x="791618" y="1030914"/>
                  </a:lnTo>
                  <a:lnTo>
                    <a:pt x="793540" y="1030914"/>
                  </a:lnTo>
                  <a:lnTo>
                    <a:pt x="795461" y="1030914"/>
                  </a:lnTo>
                  <a:lnTo>
                    <a:pt x="797383" y="1030914"/>
                  </a:lnTo>
                  <a:lnTo>
                    <a:pt x="799304" y="1030914"/>
                  </a:lnTo>
                  <a:lnTo>
                    <a:pt x="801226" y="1030914"/>
                  </a:lnTo>
                  <a:lnTo>
                    <a:pt x="803147" y="1030914"/>
                  </a:lnTo>
                  <a:lnTo>
                    <a:pt x="805068" y="1030914"/>
                  </a:lnTo>
                  <a:lnTo>
                    <a:pt x="806990" y="1030914"/>
                  </a:lnTo>
                  <a:lnTo>
                    <a:pt x="808911" y="1030914"/>
                  </a:lnTo>
                  <a:lnTo>
                    <a:pt x="810833" y="1030914"/>
                  </a:lnTo>
                  <a:lnTo>
                    <a:pt x="812754" y="1030914"/>
                  </a:lnTo>
                  <a:lnTo>
                    <a:pt x="814675" y="1030914"/>
                  </a:lnTo>
                  <a:lnTo>
                    <a:pt x="816597" y="1030914"/>
                  </a:lnTo>
                  <a:lnTo>
                    <a:pt x="818518" y="1030914"/>
                  </a:lnTo>
                  <a:lnTo>
                    <a:pt x="820440" y="1030914"/>
                  </a:lnTo>
                  <a:lnTo>
                    <a:pt x="822361" y="1030914"/>
                  </a:lnTo>
                  <a:lnTo>
                    <a:pt x="824282" y="1030914"/>
                  </a:lnTo>
                  <a:lnTo>
                    <a:pt x="826204" y="1030914"/>
                  </a:lnTo>
                  <a:lnTo>
                    <a:pt x="828125" y="1030914"/>
                  </a:lnTo>
                  <a:lnTo>
                    <a:pt x="830047" y="1030914"/>
                  </a:lnTo>
                  <a:lnTo>
                    <a:pt x="831968" y="1030914"/>
                  </a:lnTo>
                  <a:lnTo>
                    <a:pt x="833889" y="1030914"/>
                  </a:lnTo>
                  <a:lnTo>
                    <a:pt x="835811" y="1030914"/>
                  </a:lnTo>
                  <a:lnTo>
                    <a:pt x="837732" y="1030914"/>
                  </a:lnTo>
                  <a:lnTo>
                    <a:pt x="839654" y="1030914"/>
                  </a:lnTo>
                  <a:lnTo>
                    <a:pt x="841575" y="1030914"/>
                  </a:lnTo>
                  <a:lnTo>
                    <a:pt x="843496" y="1030914"/>
                  </a:lnTo>
                  <a:lnTo>
                    <a:pt x="845418" y="1030914"/>
                  </a:lnTo>
                  <a:lnTo>
                    <a:pt x="847339" y="1030914"/>
                  </a:lnTo>
                  <a:lnTo>
                    <a:pt x="849261" y="1030914"/>
                  </a:lnTo>
                  <a:lnTo>
                    <a:pt x="851182" y="1030914"/>
                  </a:lnTo>
                  <a:lnTo>
                    <a:pt x="853103" y="1030914"/>
                  </a:lnTo>
                  <a:lnTo>
                    <a:pt x="855025" y="1030914"/>
                  </a:lnTo>
                  <a:lnTo>
                    <a:pt x="856946" y="1030914"/>
                  </a:lnTo>
                  <a:lnTo>
                    <a:pt x="858868" y="1030914"/>
                  </a:lnTo>
                  <a:lnTo>
                    <a:pt x="860789" y="1030914"/>
                  </a:lnTo>
                  <a:lnTo>
                    <a:pt x="862710" y="1030914"/>
                  </a:lnTo>
                  <a:lnTo>
                    <a:pt x="864632" y="1030914"/>
                  </a:lnTo>
                  <a:lnTo>
                    <a:pt x="866553" y="1030914"/>
                  </a:lnTo>
                  <a:lnTo>
                    <a:pt x="868475" y="1030914"/>
                  </a:lnTo>
                  <a:lnTo>
                    <a:pt x="870396" y="1030914"/>
                  </a:lnTo>
                  <a:lnTo>
                    <a:pt x="872318" y="1030914"/>
                  </a:lnTo>
                  <a:lnTo>
                    <a:pt x="874239" y="1030914"/>
                  </a:lnTo>
                  <a:lnTo>
                    <a:pt x="876160" y="1030914"/>
                  </a:lnTo>
                  <a:lnTo>
                    <a:pt x="878082" y="1030914"/>
                  </a:lnTo>
                  <a:lnTo>
                    <a:pt x="880003" y="1030914"/>
                  </a:lnTo>
                  <a:lnTo>
                    <a:pt x="881925" y="1030914"/>
                  </a:lnTo>
                  <a:lnTo>
                    <a:pt x="883846" y="1030914"/>
                  </a:lnTo>
                  <a:lnTo>
                    <a:pt x="885767" y="1030914"/>
                  </a:lnTo>
                  <a:lnTo>
                    <a:pt x="887689" y="1030914"/>
                  </a:lnTo>
                  <a:lnTo>
                    <a:pt x="889610" y="1030914"/>
                  </a:lnTo>
                  <a:lnTo>
                    <a:pt x="891532" y="1030914"/>
                  </a:lnTo>
                  <a:lnTo>
                    <a:pt x="893453" y="1030914"/>
                  </a:lnTo>
                  <a:lnTo>
                    <a:pt x="895374" y="1030914"/>
                  </a:lnTo>
                  <a:lnTo>
                    <a:pt x="897296" y="1030914"/>
                  </a:lnTo>
                  <a:lnTo>
                    <a:pt x="899217" y="1030914"/>
                  </a:lnTo>
                  <a:lnTo>
                    <a:pt x="901139" y="1030914"/>
                  </a:lnTo>
                  <a:lnTo>
                    <a:pt x="903060" y="1030914"/>
                  </a:lnTo>
                  <a:lnTo>
                    <a:pt x="904981" y="1030914"/>
                  </a:lnTo>
                  <a:lnTo>
                    <a:pt x="906903" y="1030914"/>
                  </a:lnTo>
                  <a:lnTo>
                    <a:pt x="908824" y="1030914"/>
                  </a:lnTo>
                  <a:lnTo>
                    <a:pt x="910746" y="1030914"/>
                  </a:lnTo>
                  <a:lnTo>
                    <a:pt x="912667" y="1030914"/>
                  </a:lnTo>
                  <a:lnTo>
                    <a:pt x="914588" y="1030914"/>
                  </a:lnTo>
                  <a:lnTo>
                    <a:pt x="916510" y="1030914"/>
                  </a:lnTo>
                  <a:lnTo>
                    <a:pt x="918431" y="1030914"/>
                  </a:lnTo>
                  <a:lnTo>
                    <a:pt x="920353" y="1030914"/>
                  </a:lnTo>
                  <a:lnTo>
                    <a:pt x="922274" y="1030914"/>
                  </a:lnTo>
                  <a:lnTo>
                    <a:pt x="924195" y="1030914"/>
                  </a:lnTo>
                  <a:lnTo>
                    <a:pt x="926117" y="1030914"/>
                  </a:lnTo>
                  <a:lnTo>
                    <a:pt x="928038" y="1030914"/>
                  </a:lnTo>
                  <a:lnTo>
                    <a:pt x="929960" y="1030914"/>
                  </a:lnTo>
                  <a:lnTo>
                    <a:pt x="931881" y="1030914"/>
                  </a:lnTo>
                  <a:lnTo>
                    <a:pt x="933802" y="1030914"/>
                  </a:lnTo>
                  <a:lnTo>
                    <a:pt x="935724" y="1030914"/>
                  </a:lnTo>
                  <a:lnTo>
                    <a:pt x="937645" y="1030914"/>
                  </a:lnTo>
                  <a:lnTo>
                    <a:pt x="939567" y="1030914"/>
                  </a:lnTo>
                  <a:lnTo>
                    <a:pt x="941488" y="1030914"/>
                  </a:lnTo>
                  <a:lnTo>
                    <a:pt x="943410" y="1030914"/>
                  </a:lnTo>
                  <a:lnTo>
                    <a:pt x="945331" y="1030914"/>
                  </a:lnTo>
                  <a:lnTo>
                    <a:pt x="947252" y="1030914"/>
                  </a:lnTo>
                  <a:lnTo>
                    <a:pt x="949174" y="1030914"/>
                  </a:lnTo>
                  <a:lnTo>
                    <a:pt x="951095" y="1030914"/>
                  </a:lnTo>
                  <a:lnTo>
                    <a:pt x="953017" y="1030914"/>
                  </a:lnTo>
                  <a:lnTo>
                    <a:pt x="954938" y="1030914"/>
                  </a:lnTo>
                  <a:lnTo>
                    <a:pt x="956859" y="1030914"/>
                  </a:lnTo>
                  <a:lnTo>
                    <a:pt x="958781" y="1030914"/>
                  </a:lnTo>
                  <a:lnTo>
                    <a:pt x="960702" y="1030914"/>
                  </a:lnTo>
                  <a:lnTo>
                    <a:pt x="962624" y="1030914"/>
                  </a:lnTo>
                  <a:lnTo>
                    <a:pt x="964545" y="1030914"/>
                  </a:lnTo>
                  <a:lnTo>
                    <a:pt x="966466" y="1030914"/>
                  </a:lnTo>
                  <a:lnTo>
                    <a:pt x="968388" y="1030914"/>
                  </a:lnTo>
                  <a:lnTo>
                    <a:pt x="970309" y="1030914"/>
                  </a:lnTo>
                  <a:lnTo>
                    <a:pt x="972231" y="1030914"/>
                  </a:lnTo>
                  <a:lnTo>
                    <a:pt x="974152" y="1030914"/>
                  </a:lnTo>
                  <a:lnTo>
                    <a:pt x="976073" y="1030914"/>
                  </a:lnTo>
                  <a:lnTo>
                    <a:pt x="977995" y="1030914"/>
                  </a:lnTo>
                  <a:lnTo>
                    <a:pt x="979916" y="1030914"/>
                  </a:lnTo>
                  <a:lnTo>
                    <a:pt x="981838" y="1030914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4248562" y="5423364"/>
              <a:ext cx="981838" cy="560058"/>
            </a:xfrm>
            <a:custGeom>
              <a:avLst/>
              <a:pathLst>
                <a:path w="981838" h="560058">
                  <a:moveTo>
                    <a:pt x="0" y="560058"/>
                  </a:moveTo>
                  <a:lnTo>
                    <a:pt x="1921" y="560058"/>
                  </a:lnTo>
                  <a:lnTo>
                    <a:pt x="3842" y="560058"/>
                  </a:lnTo>
                  <a:lnTo>
                    <a:pt x="5764" y="560058"/>
                  </a:lnTo>
                  <a:lnTo>
                    <a:pt x="7685" y="560058"/>
                  </a:lnTo>
                  <a:lnTo>
                    <a:pt x="9607" y="560058"/>
                  </a:lnTo>
                  <a:lnTo>
                    <a:pt x="11528" y="560058"/>
                  </a:lnTo>
                  <a:lnTo>
                    <a:pt x="13449" y="560058"/>
                  </a:lnTo>
                  <a:lnTo>
                    <a:pt x="15371" y="560058"/>
                  </a:lnTo>
                  <a:lnTo>
                    <a:pt x="17292" y="560058"/>
                  </a:lnTo>
                  <a:lnTo>
                    <a:pt x="19214" y="560058"/>
                  </a:lnTo>
                  <a:lnTo>
                    <a:pt x="21135" y="560058"/>
                  </a:lnTo>
                  <a:lnTo>
                    <a:pt x="23056" y="560058"/>
                  </a:lnTo>
                  <a:lnTo>
                    <a:pt x="24978" y="560058"/>
                  </a:lnTo>
                  <a:lnTo>
                    <a:pt x="26899" y="560058"/>
                  </a:lnTo>
                  <a:lnTo>
                    <a:pt x="28821" y="560058"/>
                  </a:lnTo>
                  <a:lnTo>
                    <a:pt x="30742" y="560058"/>
                  </a:lnTo>
                  <a:lnTo>
                    <a:pt x="32663" y="560058"/>
                  </a:lnTo>
                  <a:lnTo>
                    <a:pt x="34585" y="560058"/>
                  </a:lnTo>
                  <a:lnTo>
                    <a:pt x="36506" y="560058"/>
                  </a:lnTo>
                  <a:lnTo>
                    <a:pt x="38428" y="560058"/>
                  </a:lnTo>
                  <a:lnTo>
                    <a:pt x="40349" y="560058"/>
                  </a:lnTo>
                  <a:lnTo>
                    <a:pt x="42270" y="560058"/>
                  </a:lnTo>
                  <a:lnTo>
                    <a:pt x="44192" y="560058"/>
                  </a:lnTo>
                  <a:lnTo>
                    <a:pt x="46113" y="560058"/>
                  </a:lnTo>
                  <a:lnTo>
                    <a:pt x="48035" y="560057"/>
                  </a:lnTo>
                  <a:lnTo>
                    <a:pt x="49956" y="560056"/>
                  </a:lnTo>
                  <a:lnTo>
                    <a:pt x="51877" y="560054"/>
                  </a:lnTo>
                  <a:lnTo>
                    <a:pt x="53799" y="560051"/>
                  </a:lnTo>
                  <a:lnTo>
                    <a:pt x="55720" y="560045"/>
                  </a:lnTo>
                  <a:lnTo>
                    <a:pt x="57642" y="560035"/>
                  </a:lnTo>
                  <a:lnTo>
                    <a:pt x="59563" y="560018"/>
                  </a:lnTo>
                  <a:lnTo>
                    <a:pt x="61484" y="559990"/>
                  </a:lnTo>
                  <a:lnTo>
                    <a:pt x="63406" y="559948"/>
                  </a:lnTo>
                  <a:lnTo>
                    <a:pt x="65327" y="559883"/>
                  </a:lnTo>
                  <a:lnTo>
                    <a:pt x="67249" y="559790"/>
                  </a:lnTo>
                  <a:lnTo>
                    <a:pt x="69170" y="559655"/>
                  </a:lnTo>
                  <a:lnTo>
                    <a:pt x="71091" y="559466"/>
                  </a:lnTo>
                  <a:lnTo>
                    <a:pt x="73013" y="559212"/>
                  </a:lnTo>
                  <a:lnTo>
                    <a:pt x="74934" y="558883"/>
                  </a:lnTo>
                  <a:lnTo>
                    <a:pt x="76856" y="558470"/>
                  </a:lnTo>
                  <a:lnTo>
                    <a:pt x="78777" y="557968"/>
                  </a:lnTo>
                  <a:lnTo>
                    <a:pt x="80699" y="557376"/>
                  </a:lnTo>
                  <a:lnTo>
                    <a:pt x="82620" y="556697"/>
                  </a:lnTo>
                  <a:lnTo>
                    <a:pt x="84541" y="555942"/>
                  </a:lnTo>
                  <a:lnTo>
                    <a:pt x="86463" y="555127"/>
                  </a:lnTo>
                  <a:lnTo>
                    <a:pt x="88384" y="554269"/>
                  </a:lnTo>
                  <a:lnTo>
                    <a:pt x="90306" y="553391"/>
                  </a:lnTo>
                  <a:lnTo>
                    <a:pt x="92227" y="552515"/>
                  </a:lnTo>
                  <a:lnTo>
                    <a:pt x="94148" y="551664"/>
                  </a:lnTo>
                  <a:lnTo>
                    <a:pt x="96070" y="550856"/>
                  </a:lnTo>
                  <a:lnTo>
                    <a:pt x="97991" y="550102"/>
                  </a:lnTo>
                  <a:lnTo>
                    <a:pt x="99913" y="549411"/>
                  </a:lnTo>
                  <a:lnTo>
                    <a:pt x="101834" y="548789"/>
                  </a:lnTo>
                  <a:lnTo>
                    <a:pt x="103755" y="548242"/>
                  </a:lnTo>
                  <a:lnTo>
                    <a:pt x="105677" y="547773"/>
                  </a:lnTo>
                  <a:lnTo>
                    <a:pt x="107598" y="547383"/>
                  </a:lnTo>
                  <a:lnTo>
                    <a:pt x="109520" y="547070"/>
                  </a:lnTo>
                  <a:lnTo>
                    <a:pt x="111441" y="546828"/>
                  </a:lnTo>
                  <a:lnTo>
                    <a:pt x="113362" y="546642"/>
                  </a:lnTo>
                  <a:lnTo>
                    <a:pt x="115284" y="546489"/>
                  </a:lnTo>
                  <a:lnTo>
                    <a:pt x="117205" y="546330"/>
                  </a:lnTo>
                  <a:lnTo>
                    <a:pt x="119127" y="546117"/>
                  </a:lnTo>
                  <a:lnTo>
                    <a:pt x="121048" y="545803"/>
                  </a:lnTo>
                  <a:lnTo>
                    <a:pt x="122969" y="545340"/>
                  </a:lnTo>
                  <a:lnTo>
                    <a:pt x="124891" y="544692"/>
                  </a:lnTo>
                  <a:lnTo>
                    <a:pt x="126812" y="543833"/>
                  </a:lnTo>
                  <a:lnTo>
                    <a:pt x="128734" y="542755"/>
                  </a:lnTo>
                  <a:lnTo>
                    <a:pt x="130655" y="541467"/>
                  </a:lnTo>
                  <a:lnTo>
                    <a:pt x="132576" y="539996"/>
                  </a:lnTo>
                  <a:lnTo>
                    <a:pt x="134498" y="538383"/>
                  </a:lnTo>
                  <a:lnTo>
                    <a:pt x="136419" y="536681"/>
                  </a:lnTo>
                  <a:lnTo>
                    <a:pt x="138341" y="534949"/>
                  </a:lnTo>
                  <a:lnTo>
                    <a:pt x="140262" y="533252"/>
                  </a:lnTo>
                  <a:lnTo>
                    <a:pt x="142183" y="531652"/>
                  </a:lnTo>
                  <a:lnTo>
                    <a:pt x="144105" y="530195"/>
                  </a:lnTo>
                  <a:lnTo>
                    <a:pt x="146026" y="528917"/>
                  </a:lnTo>
                  <a:lnTo>
                    <a:pt x="147948" y="527843"/>
                  </a:lnTo>
                  <a:lnTo>
                    <a:pt x="149869" y="526986"/>
                  </a:lnTo>
                  <a:lnTo>
                    <a:pt x="151791" y="526349"/>
                  </a:lnTo>
                  <a:lnTo>
                    <a:pt x="153712" y="525920"/>
                  </a:lnTo>
                  <a:lnTo>
                    <a:pt x="155633" y="525681"/>
                  </a:lnTo>
                  <a:lnTo>
                    <a:pt x="157555" y="525606"/>
                  </a:lnTo>
                  <a:lnTo>
                    <a:pt x="159476" y="525664"/>
                  </a:lnTo>
                  <a:lnTo>
                    <a:pt x="161398" y="525828"/>
                  </a:lnTo>
                  <a:lnTo>
                    <a:pt x="163319" y="526075"/>
                  </a:lnTo>
                  <a:lnTo>
                    <a:pt x="165240" y="526385"/>
                  </a:lnTo>
                  <a:lnTo>
                    <a:pt x="167162" y="526747"/>
                  </a:lnTo>
                  <a:lnTo>
                    <a:pt x="169083" y="527156"/>
                  </a:lnTo>
                  <a:lnTo>
                    <a:pt x="171005" y="527612"/>
                  </a:lnTo>
                  <a:lnTo>
                    <a:pt x="172926" y="528111"/>
                  </a:lnTo>
                  <a:lnTo>
                    <a:pt x="174847" y="528647"/>
                  </a:lnTo>
                  <a:lnTo>
                    <a:pt x="176769" y="529205"/>
                  </a:lnTo>
                  <a:lnTo>
                    <a:pt x="178690" y="529765"/>
                  </a:lnTo>
                  <a:lnTo>
                    <a:pt x="180612" y="530300"/>
                  </a:lnTo>
                  <a:lnTo>
                    <a:pt x="182533" y="530782"/>
                  </a:lnTo>
                  <a:lnTo>
                    <a:pt x="184454" y="531186"/>
                  </a:lnTo>
                  <a:lnTo>
                    <a:pt x="186376" y="531485"/>
                  </a:lnTo>
                  <a:lnTo>
                    <a:pt x="188297" y="531661"/>
                  </a:lnTo>
                  <a:lnTo>
                    <a:pt x="190219" y="531722"/>
                  </a:lnTo>
                  <a:lnTo>
                    <a:pt x="192140" y="531679"/>
                  </a:lnTo>
                  <a:lnTo>
                    <a:pt x="194061" y="531552"/>
                  </a:lnTo>
                  <a:lnTo>
                    <a:pt x="195983" y="531367"/>
                  </a:lnTo>
                  <a:lnTo>
                    <a:pt x="197904" y="531155"/>
                  </a:lnTo>
                  <a:lnTo>
                    <a:pt x="199826" y="530948"/>
                  </a:lnTo>
                  <a:lnTo>
                    <a:pt x="201747" y="530774"/>
                  </a:lnTo>
                  <a:lnTo>
                    <a:pt x="203668" y="530656"/>
                  </a:lnTo>
                  <a:lnTo>
                    <a:pt x="205590" y="530611"/>
                  </a:lnTo>
                  <a:lnTo>
                    <a:pt x="207511" y="530641"/>
                  </a:lnTo>
                  <a:lnTo>
                    <a:pt x="209433" y="530741"/>
                  </a:lnTo>
                  <a:lnTo>
                    <a:pt x="211354" y="530888"/>
                  </a:lnTo>
                  <a:lnTo>
                    <a:pt x="213275" y="531043"/>
                  </a:lnTo>
                  <a:lnTo>
                    <a:pt x="215197" y="531161"/>
                  </a:lnTo>
                  <a:lnTo>
                    <a:pt x="217118" y="531191"/>
                  </a:lnTo>
                  <a:lnTo>
                    <a:pt x="219040" y="531084"/>
                  </a:lnTo>
                  <a:lnTo>
                    <a:pt x="220961" y="530789"/>
                  </a:lnTo>
                  <a:lnTo>
                    <a:pt x="222883" y="530266"/>
                  </a:lnTo>
                  <a:lnTo>
                    <a:pt x="224804" y="529486"/>
                  </a:lnTo>
                  <a:lnTo>
                    <a:pt x="226725" y="528436"/>
                  </a:lnTo>
                  <a:lnTo>
                    <a:pt x="228647" y="527123"/>
                  </a:lnTo>
                  <a:lnTo>
                    <a:pt x="230568" y="525575"/>
                  </a:lnTo>
                  <a:lnTo>
                    <a:pt x="232490" y="523842"/>
                  </a:lnTo>
                  <a:lnTo>
                    <a:pt x="234411" y="521986"/>
                  </a:lnTo>
                  <a:lnTo>
                    <a:pt x="236332" y="520099"/>
                  </a:lnTo>
                  <a:lnTo>
                    <a:pt x="238254" y="518255"/>
                  </a:lnTo>
                  <a:lnTo>
                    <a:pt x="240175" y="516510"/>
                  </a:lnTo>
                  <a:lnTo>
                    <a:pt x="242097" y="514899"/>
                  </a:lnTo>
                  <a:lnTo>
                    <a:pt x="244018" y="513428"/>
                  </a:lnTo>
                  <a:lnTo>
                    <a:pt x="245939" y="512073"/>
                  </a:lnTo>
                  <a:lnTo>
                    <a:pt x="247861" y="510782"/>
                  </a:lnTo>
                  <a:lnTo>
                    <a:pt x="249782" y="509483"/>
                  </a:lnTo>
                  <a:lnTo>
                    <a:pt x="251704" y="508094"/>
                  </a:lnTo>
                  <a:lnTo>
                    <a:pt x="253625" y="506537"/>
                  </a:lnTo>
                  <a:lnTo>
                    <a:pt x="255546" y="504748"/>
                  </a:lnTo>
                  <a:lnTo>
                    <a:pt x="257468" y="502673"/>
                  </a:lnTo>
                  <a:lnTo>
                    <a:pt x="259389" y="500318"/>
                  </a:lnTo>
                  <a:lnTo>
                    <a:pt x="261311" y="497729"/>
                  </a:lnTo>
                  <a:lnTo>
                    <a:pt x="263232" y="494959"/>
                  </a:lnTo>
                  <a:lnTo>
                    <a:pt x="265153" y="492066"/>
                  </a:lnTo>
                  <a:lnTo>
                    <a:pt x="267075" y="489099"/>
                  </a:lnTo>
                  <a:lnTo>
                    <a:pt x="268996" y="486075"/>
                  </a:lnTo>
                  <a:lnTo>
                    <a:pt x="270918" y="482970"/>
                  </a:lnTo>
                  <a:lnTo>
                    <a:pt x="272839" y="479703"/>
                  </a:lnTo>
                  <a:lnTo>
                    <a:pt x="274760" y="476132"/>
                  </a:lnTo>
                  <a:lnTo>
                    <a:pt x="276682" y="472048"/>
                  </a:lnTo>
                  <a:lnTo>
                    <a:pt x="278603" y="467180"/>
                  </a:lnTo>
                  <a:lnTo>
                    <a:pt x="280525" y="461134"/>
                  </a:lnTo>
                  <a:lnTo>
                    <a:pt x="282446" y="453447"/>
                  </a:lnTo>
                  <a:lnTo>
                    <a:pt x="284367" y="443764"/>
                  </a:lnTo>
                  <a:lnTo>
                    <a:pt x="286289" y="431656"/>
                  </a:lnTo>
                  <a:lnTo>
                    <a:pt x="288210" y="416702"/>
                  </a:lnTo>
                  <a:lnTo>
                    <a:pt x="290132" y="398519"/>
                  </a:lnTo>
                  <a:lnTo>
                    <a:pt x="292053" y="376793"/>
                  </a:lnTo>
                  <a:lnTo>
                    <a:pt x="293975" y="351317"/>
                  </a:lnTo>
                  <a:lnTo>
                    <a:pt x="295896" y="322041"/>
                  </a:lnTo>
                  <a:lnTo>
                    <a:pt x="297817" y="289117"/>
                  </a:lnTo>
                  <a:lnTo>
                    <a:pt x="299739" y="252955"/>
                  </a:lnTo>
                  <a:lnTo>
                    <a:pt x="301660" y="214266"/>
                  </a:lnTo>
                  <a:lnTo>
                    <a:pt x="303582" y="174091"/>
                  </a:lnTo>
                  <a:lnTo>
                    <a:pt x="305503" y="134038"/>
                  </a:lnTo>
                  <a:lnTo>
                    <a:pt x="307424" y="95973"/>
                  </a:lnTo>
                  <a:lnTo>
                    <a:pt x="309346" y="61813"/>
                  </a:lnTo>
                  <a:lnTo>
                    <a:pt x="311267" y="33502"/>
                  </a:lnTo>
                  <a:lnTo>
                    <a:pt x="313189" y="12843"/>
                  </a:lnTo>
                  <a:lnTo>
                    <a:pt x="315110" y="1332"/>
                  </a:lnTo>
                  <a:lnTo>
                    <a:pt x="317031" y="0"/>
                  </a:lnTo>
                  <a:lnTo>
                    <a:pt x="318953" y="9290"/>
                  </a:lnTo>
                  <a:lnTo>
                    <a:pt x="320874" y="28995"/>
                  </a:lnTo>
                  <a:lnTo>
                    <a:pt x="322796" y="58252"/>
                  </a:lnTo>
                  <a:lnTo>
                    <a:pt x="324717" y="95603"/>
                  </a:lnTo>
                  <a:lnTo>
                    <a:pt x="326638" y="139126"/>
                  </a:lnTo>
                  <a:lnTo>
                    <a:pt x="328560" y="186723"/>
                  </a:lnTo>
                  <a:lnTo>
                    <a:pt x="330481" y="235525"/>
                  </a:lnTo>
                  <a:lnTo>
                    <a:pt x="332403" y="283458"/>
                  </a:lnTo>
                  <a:lnTo>
                    <a:pt x="334324" y="328785"/>
                  </a:lnTo>
                  <a:lnTo>
                    <a:pt x="336245" y="370185"/>
                  </a:lnTo>
                  <a:lnTo>
                    <a:pt x="338167" y="406786"/>
                  </a:lnTo>
                  <a:lnTo>
                    <a:pt x="340088" y="438152"/>
                  </a:lnTo>
                  <a:lnTo>
                    <a:pt x="342010" y="464221"/>
                  </a:lnTo>
                  <a:lnTo>
                    <a:pt x="343931" y="485233"/>
                  </a:lnTo>
                  <a:lnTo>
                    <a:pt x="345852" y="501635"/>
                  </a:lnTo>
                  <a:lnTo>
                    <a:pt x="347774" y="513993"/>
                  </a:lnTo>
                  <a:lnTo>
                    <a:pt x="349695" y="522912"/>
                  </a:lnTo>
                  <a:lnTo>
                    <a:pt x="351617" y="528804"/>
                  </a:lnTo>
                  <a:lnTo>
                    <a:pt x="353538" y="532400"/>
                  </a:lnTo>
                  <a:lnTo>
                    <a:pt x="355459" y="534168"/>
                  </a:lnTo>
                  <a:lnTo>
                    <a:pt x="357381" y="534438"/>
                  </a:lnTo>
                  <a:lnTo>
                    <a:pt x="359302" y="533465"/>
                  </a:lnTo>
                  <a:lnTo>
                    <a:pt x="361224" y="531446"/>
                  </a:lnTo>
                  <a:lnTo>
                    <a:pt x="363145" y="528534"/>
                  </a:lnTo>
                  <a:lnTo>
                    <a:pt x="365067" y="524847"/>
                  </a:lnTo>
                  <a:lnTo>
                    <a:pt x="366988" y="520485"/>
                  </a:lnTo>
                  <a:lnTo>
                    <a:pt x="368909" y="515534"/>
                  </a:lnTo>
                  <a:lnTo>
                    <a:pt x="370831" y="510071"/>
                  </a:lnTo>
                  <a:lnTo>
                    <a:pt x="372752" y="504175"/>
                  </a:lnTo>
                  <a:lnTo>
                    <a:pt x="374674" y="497916"/>
                  </a:lnTo>
                  <a:lnTo>
                    <a:pt x="376595" y="491411"/>
                  </a:lnTo>
                  <a:lnTo>
                    <a:pt x="378516" y="484797"/>
                  </a:lnTo>
                  <a:lnTo>
                    <a:pt x="380438" y="478224"/>
                  </a:lnTo>
                  <a:lnTo>
                    <a:pt x="382359" y="471874"/>
                  </a:lnTo>
                  <a:lnTo>
                    <a:pt x="384281" y="465956"/>
                  </a:lnTo>
                  <a:lnTo>
                    <a:pt x="386202" y="460701"/>
                  </a:lnTo>
                  <a:lnTo>
                    <a:pt x="388123" y="456348"/>
                  </a:lnTo>
                  <a:lnTo>
                    <a:pt x="390045" y="453127"/>
                  </a:lnTo>
                  <a:lnTo>
                    <a:pt x="391966" y="451241"/>
                  </a:lnTo>
                  <a:lnTo>
                    <a:pt x="393888" y="450843"/>
                  </a:lnTo>
                  <a:lnTo>
                    <a:pt x="395809" y="452018"/>
                  </a:lnTo>
                  <a:lnTo>
                    <a:pt x="397730" y="454827"/>
                  </a:lnTo>
                  <a:lnTo>
                    <a:pt x="399652" y="459205"/>
                  </a:lnTo>
                  <a:lnTo>
                    <a:pt x="401573" y="464870"/>
                  </a:lnTo>
                  <a:lnTo>
                    <a:pt x="403495" y="471576"/>
                  </a:lnTo>
                  <a:lnTo>
                    <a:pt x="405416" y="479036"/>
                  </a:lnTo>
                  <a:lnTo>
                    <a:pt x="407337" y="486946"/>
                  </a:lnTo>
                  <a:lnTo>
                    <a:pt x="409259" y="495007"/>
                  </a:lnTo>
                  <a:lnTo>
                    <a:pt x="411180" y="502944"/>
                  </a:lnTo>
                  <a:lnTo>
                    <a:pt x="413102" y="510524"/>
                  </a:lnTo>
                  <a:lnTo>
                    <a:pt x="415023" y="517562"/>
                  </a:lnTo>
                  <a:lnTo>
                    <a:pt x="416944" y="523930"/>
                  </a:lnTo>
                  <a:lnTo>
                    <a:pt x="418866" y="529553"/>
                  </a:lnTo>
                  <a:lnTo>
                    <a:pt x="420787" y="534393"/>
                  </a:lnTo>
                  <a:lnTo>
                    <a:pt x="422709" y="538415"/>
                  </a:lnTo>
                  <a:lnTo>
                    <a:pt x="424630" y="541735"/>
                  </a:lnTo>
                  <a:lnTo>
                    <a:pt x="426551" y="544416"/>
                  </a:lnTo>
                  <a:lnTo>
                    <a:pt x="428473" y="546533"/>
                  </a:lnTo>
                  <a:lnTo>
                    <a:pt x="430394" y="548160"/>
                  </a:lnTo>
                  <a:lnTo>
                    <a:pt x="432316" y="549373"/>
                  </a:lnTo>
                  <a:lnTo>
                    <a:pt x="434237" y="550243"/>
                  </a:lnTo>
                  <a:lnTo>
                    <a:pt x="436159" y="550834"/>
                  </a:lnTo>
                  <a:lnTo>
                    <a:pt x="438080" y="551205"/>
                  </a:lnTo>
                  <a:lnTo>
                    <a:pt x="440001" y="551407"/>
                  </a:lnTo>
                  <a:lnTo>
                    <a:pt x="441923" y="551484"/>
                  </a:lnTo>
                  <a:lnTo>
                    <a:pt x="443844" y="551470"/>
                  </a:lnTo>
                  <a:lnTo>
                    <a:pt x="445766" y="551386"/>
                  </a:lnTo>
                  <a:lnTo>
                    <a:pt x="447687" y="551256"/>
                  </a:lnTo>
                  <a:lnTo>
                    <a:pt x="449608" y="551090"/>
                  </a:lnTo>
                  <a:lnTo>
                    <a:pt x="451530" y="550890"/>
                  </a:lnTo>
                  <a:lnTo>
                    <a:pt x="453451" y="550659"/>
                  </a:lnTo>
                  <a:lnTo>
                    <a:pt x="455373" y="550398"/>
                  </a:lnTo>
                  <a:lnTo>
                    <a:pt x="457294" y="550111"/>
                  </a:lnTo>
                  <a:lnTo>
                    <a:pt x="459215" y="549806"/>
                  </a:lnTo>
                  <a:lnTo>
                    <a:pt x="461137" y="549497"/>
                  </a:lnTo>
                  <a:lnTo>
                    <a:pt x="463058" y="549199"/>
                  </a:lnTo>
                  <a:lnTo>
                    <a:pt x="464980" y="548932"/>
                  </a:lnTo>
                  <a:lnTo>
                    <a:pt x="466901" y="548716"/>
                  </a:lnTo>
                  <a:lnTo>
                    <a:pt x="468822" y="548574"/>
                  </a:lnTo>
                  <a:lnTo>
                    <a:pt x="470744" y="548513"/>
                  </a:lnTo>
                  <a:lnTo>
                    <a:pt x="472665" y="548529"/>
                  </a:lnTo>
                  <a:lnTo>
                    <a:pt x="474587" y="548611"/>
                  </a:lnTo>
                  <a:lnTo>
                    <a:pt x="476508" y="548737"/>
                  </a:lnTo>
                  <a:lnTo>
                    <a:pt x="478429" y="548879"/>
                  </a:lnTo>
                  <a:lnTo>
                    <a:pt x="480351" y="549004"/>
                  </a:lnTo>
                  <a:lnTo>
                    <a:pt x="482272" y="549077"/>
                  </a:lnTo>
                  <a:lnTo>
                    <a:pt x="484194" y="549065"/>
                  </a:lnTo>
                  <a:lnTo>
                    <a:pt x="486115" y="548939"/>
                  </a:lnTo>
                  <a:lnTo>
                    <a:pt x="488036" y="548674"/>
                  </a:lnTo>
                  <a:lnTo>
                    <a:pt x="489958" y="548253"/>
                  </a:lnTo>
                  <a:lnTo>
                    <a:pt x="491879" y="547655"/>
                  </a:lnTo>
                  <a:lnTo>
                    <a:pt x="493801" y="546874"/>
                  </a:lnTo>
                  <a:lnTo>
                    <a:pt x="495722" y="545916"/>
                  </a:lnTo>
                  <a:lnTo>
                    <a:pt x="497643" y="544783"/>
                  </a:lnTo>
                  <a:lnTo>
                    <a:pt x="499565" y="543479"/>
                  </a:lnTo>
                  <a:lnTo>
                    <a:pt x="501486" y="542010"/>
                  </a:lnTo>
                  <a:lnTo>
                    <a:pt x="503408" y="540389"/>
                  </a:lnTo>
                  <a:lnTo>
                    <a:pt x="505329" y="538632"/>
                  </a:lnTo>
                  <a:lnTo>
                    <a:pt x="507250" y="536763"/>
                  </a:lnTo>
                  <a:lnTo>
                    <a:pt x="509172" y="534814"/>
                  </a:lnTo>
                  <a:lnTo>
                    <a:pt x="511093" y="532826"/>
                  </a:lnTo>
                  <a:lnTo>
                    <a:pt x="513015" y="530846"/>
                  </a:lnTo>
                  <a:lnTo>
                    <a:pt x="514936" y="528933"/>
                  </a:lnTo>
                  <a:lnTo>
                    <a:pt x="516858" y="527161"/>
                  </a:lnTo>
                  <a:lnTo>
                    <a:pt x="518779" y="525582"/>
                  </a:lnTo>
                  <a:lnTo>
                    <a:pt x="520700" y="524250"/>
                  </a:lnTo>
                  <a:lnTo>
                    <a:pt x="522622" y="523207"/>
                  </a:lnTo>
                  <a:lnTo>
                    <a:pt x="524543" y="522481"/>
                  </a:lnTo>
                  <a:lnTo>
                    <a:pt x="526465" y="522087"/>
                  </a:lnTo>
                  <a:lnTo>
                    <a:pt x="528386" y="522019"/>
                  </a:lnTo>
                  <a:lnTo>
                    <a:pt x="530307" y="522257"/>
                  </a:lnTo>
                  <a:lnTo>
                    <a:pt x="532229" y="522766"/>
                  </a:lnTo>
                  <a:lnTo>
                    <a:pt x="534150" y="523499"/>
                  </a:lnTo>
                  <a:lnTo>
                    <a:pt x="536072" y="524401"/>
                  </a:lnTo>
                  <a:lnTo>
                    <a:pt x="537993" y="525417"/>
                  </a:lnTo>
                  <a:lnTo>
                    <a:pt x="539914" y="526490"/>
                  </a:lnTo>
                  <a:lnTo>
                    <a:pt x="541836" y="527567"/>
                  </a:lnTo>
                  <a:lnTo>
                    <a:pt x="543757" y="528619"/>
                  </a:lnTo>
                  <a:lnTo>
                    <a:pt x="545679" y="529628"/>
                  </a:lnTo>
                  <a:lnTo>
                    <a:pt x="547600" y="530592"/>
                  </a:lnTo>
                  <a:lnTo>
                    <a:pt x="549521" y="531519"/>
                  </a:lnTo>
                  <a:lnTo>
                    <a:pt x="551443" y="532427"/>
                  </a:lnTo>
                  <a:lnTo>
                    <a:pt x="553364" y="533335"/>
                  </a:lnTo>
                  <a:lnTo>
                    <a:pt x="555286" y="534267"/>
                  </a:lnTo>
                  <a:lnTo>
                    <a:pt x="557207" y="535238"/>
                  </a:lnTo>
                  <a:lnTo>
                    <a:pt x="559128" y="536262"/>
                  </a:lnTo>
                  <a:lnTo>
                    <a:pt x="561050" y="537342"/>
                  </a:lnTo>
                  <a:lnTo>
                    <a:pt x="562971" y="538476"/>
                  </a:lnTo>
                  <a:lnTo>
                    <a:pt x="564893" y="539645"/>
                  </a:lnTo>
                  <a:lnTo>
                    <a:pt x="566814" y="540832"/>
                  </a:lnTo>
                  <a:lnTo>
                    <a:pt x="568735" y="542015"/>
                  </a:lnTo>
                  <a:lnTo>
                    <a:pt x="570657" y="543176"/>
                  </a:lnTo>
                  <a:lnTo>
                    <a:pt x="572578" y="544300"/>
                  </a:lnTo>
                  <a:lnTo>
                    <a:pt x="574500" y="545374"/>
                  </a:lnTo>
                  <a:lnTo>
                    <a:pt x="576421" y="546394"/>
                  </a:lnTo>
                  <a:lnTo>
                    <a:pt x="578342" y="547360"/>
                  </a:lnTo>
                  <a:lnTo>
                    <a:pt x="580264" y="548277"/>
                  </a:lnTo>
                  <a:lnTo>
                    <a:pt x="582185" y="549154"/>
                  </a:lnTo>
                  <a:lnTo>
                    <a:pt x="584107" y="550000"/>
                  </a:lnTo>
                  <a:lnTo>
                    <a:pt x="586028" y="550821"/>
                  </a:lnTo>
                  <a:lnTo>
                    <a:pt x="587950" y="551623"/>
                  </a:lnTo>
                  <a:lnTo>
                    <a:pt x="589871" y="552408"/>
                  </a:lnTo>
                  <a:lnTo>
                    <a:pt x="591792" y="553170"/>
                  </a:lnTo>
                  <a:lnTo>
                    <a:pt x="593714" y="553902"/>
                  </a:lnTo>
                  <a:lnTo>
                    <a:pt x="595635" y="554598"/>
                  </a:lnTo>
                  <a:lnTo>
                    <a:pt x="597557" y="555250"/>
                  </a:lnTo>
                  <a:lnTo>
                    <a:pt x="599478" y="555851"/>
                  </a:lnTo>
                  <a:lnTo>
                    <a:pt x="601399" y="556398"/>
                  </a:lnTo>
                  <a:lnTo>
                    <a:pt x="603321" y="556890"/>
                  </a:lnTo>
                  <a:lnTo>
                    <a:pt x="605242" y="557325"/>
                  </a:lnTo>
                  <a:lnTo>
                    <a:pt x="607164" y="557705"/>
                  </a:lnTo>
                  <a:lnTo>
                    <a:pt x="609085" y="558024"/>
                  </a:lnTo>
                  <a:lnTo>
                    <a:pt x="611006" y="558279"/>
                  </a:lnTo>
                  <a:lnTo>
                    <a:pt x="612928" y="558465"/>
                  </a:lnTo>
                  <a:lnTo>
                    <a:pt x="614849" y="558573"/>
                  </a:lnTo>
                  <a:lnTo>
                    <a:pt x="616771" y="558593"/>
                  </a:lnTo>
                  <a:lnTo>
                    <a:pt x="618692" y="558513"/>
                  </a:lnTo>
                  <a:lnTo>
                    <a:pt x="620613" y="558326"/>
                  </a:lnTo>
                  <a:lnTo>
                    <a:pt x="622535" y="558027"/>
                  </a:lnTo>
                  <a:lnTo>
                    <a:pt x="624456" y="557616"/>
                  </a:lnTo>
                  <a:lnTo>
                    <a:pt x="626378" y="557104"/>
                  </a:lnTo>
                  <a:lnTo>
                    <a:pt x="628299" y="556507"/>
                  </a:lnTo>
                  <a:lnTo>
                    <a:pt x="630220" y="555853"/>
                  </a:lnTo>
                  <a:lnTo>
                    <a:pt x="632142" y="555175"/>
                  </a:lnTo>
                  <a:lnTo>
                    <a:pt x="634063" y="554521"/>
                  </a:lnTo>
                  <a:lnTo>
                    <a:pt x="635985" y="553934"/>
                  </a:lnTo>
                  <a:lnTo>
                    <a:pt x="637906" y="553450"/>
                  </a:lnTo>
                  <a:lnTo>
                    <a:pt x="639827" y="553096"/>
                  </a:lnTo>
                  <a:lnTo>
                    <a:pt x="641749" y="552889"/>
                  </a:lnTo>
                  <a:lnTo>
                    <a:pt x="643670" y="552830"/>
                  </a:lnTo>
                  <a:lnTo>
                    <a:pt x="645592" y="552910"/>
                  </a:lnTo>
                  <a:lnTo>
                    <a:pt x="647513" y="553107"/>
                  </a:lnTo>
                  <a:lnTo>
                    <a:pt x="649434" y="553389"/>
                  </a:lnTo>
                  <a:lnTo>
                    <a:pt x="651356" y="553724"/>
                  </a:lnTo>
                  <a:lnTo>
                    <a:pt x="653277" y="554078"/>
                  </a:lnTo>
                  <a:lnTo>
                    <a:pt x="655199" y="554422"/>
                  </a:lnTo>
                  <a:lnTo>
                    <a:pt x="657120" y="554725"/>
                  </a:lnTo>
                  <a:lnTo>
                    <a:pt x="659042" y="554977"/>
                  </a:lnTo>
                  <a:lnTo>
                    <a:pt x="660963" y="555168"/>
                  </a:lnTo>
                  <a:lnTo>
                    <a:pt x="662884" y="555294"/>
                  </a:lnTo>
                  <a:lnTo>
                    <a:pt x="664806" y="555356"/>
                  </a:lnTo>
                  <a:lnTo>
                    <a:pt x="666727" y="555354"/>
                  </a:lnTo>
                  <a:lnTo>
                    <a:pt x="668649" y="555289"/>
                  </a:lnTo>
                  <a:lnTo>
                    <a:pt x="670570" y="555165"/>
                  </a:lnTo>
                  <a:lnTo>
                    <a:pt x="672491" y="554988"/>
                  </a:lnTo>
                  <a:lnTo>
                    <a:pt x="674413" y="554767"/>
                  </a:lnTo>
                  <a:lnTo>
                    <a:pt x="676334" y="554513"/>
                  </a:lnTo>
                  <a:lnTo>
                    <a:pt x="678256" y="554240"/>
                  </a:lnTo>
                  <a:lnTo>
                    <a:pt x="680177" y="553964"/>
                  </a:lnTo>
                  <a:lnTo>
                    <a:pt x="682098" y="553700"/>
                  </a:lnTo>
                  <a:lnTo>
                    <a:pt x="684020" y="553455"/>
                  </a:lnTo>
                  <a:lnTo>
                    <a:pt x="685941" y="553234"/>
                  </a:lnTo>
                  <a:lnTo>
                    <a:pt x="687863" y="553034"/>
                  </a:lnTo>
                  <a:lnTo>
                    <a:pt x="689784" y="552849"/>
                  </a:lnTo>
                  <a:lnTo>
                    <a:pt x="691705" y="552673"/>
                  </a:lnTo>
                  <a:lnTo>
                    <a:pt x="693627" y="552500"/>
                  </a:lnTo>
                  <a:lnTo>
                    <a:pt x="695548" y="552330"/>
                  </a:lnTo>
                  <a:lnTo>
                    <a:pt x="697470" y="552169"/>
                  </a:lnTo>
                  <a:lnTo>
                    <a:pt x="699391" y="552031"/>
                  </a:lnTo>
                  <a:lnTo>
                    <a:pt x="701312" y="551936"/>
                  </a:lnTo>
                  <a:lnTo>
                    <a:pt x="703234" y="551915"/>
                  </a:lnTo>
                  <a:lnTo>
                    <a:pt x="705155" y="551992"/>
                  </a:lnTo>
                  <a:lnTo>
                    <a:pt x="707077" y="552180"/>
                  </a:lnTo>
                  <a:lnTo>
                    <a:pt x="708998" y="552485"/>
                  </a:lnTo>
                  <a:lnTo>
                    <a:pt x="710919" y="552900"/>
                  </a:lnTo>
                  <a:lnTo>
                    <a:pt x="712841" y="553407"/>
                  </a:lnTo>
                  <a:lnTo>
                    <a:pt x="714762" y="553981"/>
                  </a:lnTo>
                  <a:lnTo>
                    <a:pt x="716684" y="554589"/>
                  </a:lnTo>
                  <a:lnTo>
                    <a:pt x="718605" y="555200"/>
                  </a:lnTo>
                  <a:lnTo>
                    <a:pt x="720526" y="555783"/>
                  </a:lnTo>
                  <a:lnTo>
                    <a:pt x="722448" y="556316"/>
                  </a:lnTo>
                  <a:lnTo>
                    <a:pt x="724369" y="556786"/>
                  </a:lnTo>
                  <a:lnTo>
                    <a:pt x="726291" y="557187"/>
                  </a:lnTo>
                  <a:lnTo>
                    <a:pt x="728212" y="557523"/>
                  </a:lnTo>
                  <a:lnTo>
                    <a:pt x="730134" y="557809"/>
                  </a:lnTo>
                  <a:lnTo>
                    <a:pt x="732055" y="558059"/>
                  </a:lnTo>
                  <a:lnTo>
                    <a:pt x="733976" y="558283"/>
                  </a:lnTo>
                  <a:lnTo>
                    <a:pt x="735898" y="558492"/>
                  </a:lnTo>
                  <a:lnTo>
                    <a:pt x="737819" y="558692"/>
                  </a:lnTo>
                  <a:lnTo>
                    <a:pt x="739741" y="558884"/>
                  </a:lnTo>
                  <a:lnTo>
                    <a:pt x="741662" y="559068"/>
                  </a:lnTo>
                  <a:lnTo>
                    <a:pt x="743583" y="559242"/>
                  </a:lnTo>
                  <a:lnTo>
                    <a:pt x="745505" y="559402"/>
                  </a:lnTo>
                  <a:lnTo>
                    <a:pt x="747426" y="559545"/>
                  </a:lnTo>
                  <a:lnTo>
                    <a:pt x="749348" y="559668"/>
                  </a:lnTo>
                  <a:lnTo>
                    <a:pt x="751269" y="559769"/>
                  </a:lnTo>
                  <a:lnTo>
                    <a:pt x="753190" y="559849"/>
                  </a:lnTo>
                  <a:lnTo>
                    <a:pt x="755112" y="559911"/>
                  </a:lnTo>
                  <a:lnTo>
                    <a:pt x="757033" y="559958"/>
                  </a:lnTo>
                  <a:lnTo>
                    <a:pt x="758955" y="559991"/>
                  </a:lnTo>
                  <a:lnTo>
                    <a:pt x="760876" y="560014"/>
                  </a:lnTo>
                  <a:lnTo>
                    <a:pt x="762797" y="560027"/>
                  </a:lnTo>
                  <a:lnTo>
                    <a:pt x="764719" y="560034"/>
                  </a:lnTo>
                  <a:lnTo>
                    <a:pt x="766640" y="560035"/>
                  </a:lnTo>
                  <a:lnTo>
                    <a:pt x="768562" y="560030"/>
                  </a:lnTo>
                  <a:lnTo>
                    <a:pt x="770483" y="560018"/>
                  </a:lnTo>
                  <a:lnTo>
                    <a:pt x="772404" y="559998"/>
                  </a:lnTo>
                  <a:lnTo>
                    <a:pt x="774326" y="559967"/>
                  </a:lnTo>
                  <a:lnTo>
                    <a:pt x="776247" y="559923"/>
                  </a:lnTo>
                  <a:lnTo>
                    <a:pt x="778169" y="559864"/>
                  </a:lnTo>
                  <a:lnTo>
                    <a:pt x="780090" y="559788"/>
                  </a:lnTo>
                  <a:lnTo>
                    <a:pt x="782011" y="559693"/>
                  </a:lnTo>
                  <a:lnTo>
                    <a:pt x="783933" y="559579"/>
                  </a:lnTo>
                  <a:lnTo>
                    <a:pt x="785854" y="559449"/>
                  </a:lnTo>
                  <a:lnTo>
                    <a:pt x="787776" y="559308"/>
                  </a:lnTo>
                  <a:lnTo>
                    <a:pt x="789697" y="559160"/>
                  </a:lnTo>
                  <a:lnTo>
                    <a:pt x="791618" y="559016"/>
                  </a:lnTo>
                  <a:lnTo>
                    <a:pt x="793540" y="558883"/>
                  </a:lnTo>
                  <a:lnTo>
                    <a:pt x="795461" y="558773"/>
                  </a:lnTo>
                  <a:lnTo>
                    <a:pt x="797383" y="558697"/>
                  </a:lnTo>
                  <a:lnTo>
                    <a:pt x="799304" y="558661"/>
                  </a:lnTo>
                  <a:lnTo>
                    <a:pt x="801226" y="558666"/>
                  </a:lnTo>
                  <a:lnTo>
                    <a:pt x="803147" y="558713"/>
                  </a:lnTo>
                  <a:lnTo>
                    <a:pt x="805068" y="558797"/>
                  </a:lnTo>
                  <a:lnTo>
                    <a:pt x="806990" y="558910"/>
                  </a:lnTo>
                  <a:lnTo>
                    <a:pt x="808911" y="559045"/>
                  </a:lnTo>
                  <a:lnTo>
                    <a:pt x="810833" y="559190"/>
                  </a:lnTo>
                  <a:lnTo>
                    <a:pt x="812754" y="559336"/>
                  </a:lnTo>
                  <a:lnTo>
                    <a:pt x="814675" y="559476"/>
                  </a:lnTo>
                  <a:lnTo>
                    <a:pt x="816597" y="559602"/>
                  </a:lnTo>
                  <a:lnTo>
                    <a:pt x="818518" y="559711"/>
                  </a:lnTo>
                  <a:lnTo>
                    <a:pt x="820440" y="559798"/>
                  </a:lnTo>
                  <a:lnTo>
                    <a:pt x="822361" y="559863"/>
                  </a:lnTo>
                  <a:lnTo>
                    <a:pt x="824282" y="559908"/>
                  </a:lnTo>
                  <a:lnTo>
                    <a:pt x="826204" y="559933"/>
                  </a:lnTo>
                  <a:lnTo>
                    <a:pt x="828125" y="559939"/>
                  </a:lnTo>
                  <a:lnTo>
                    <a:pt x="830047" y="559926"/>
                  </a:lnTo>
                  <a:lnTo>
                    <a:pt x="831968" y="559894"/>
                  </a:lnTo>
                  <a:lnTo>
                    <a:pt x="833889" y="559841"/>
                  </a:lnTo>
                  <a:lnTo>
                    <a:pt x="835811" y="559768"/>
                  </a:lnTo>
                  <a:lnTo>
                    <a:pt x="837732" y="559674"/>
                  </a:lnTo>
                  <a:lnTo>
                    <a:pt x="839654" y="559561"/>
                  </a:lnTo>
                  <a:lnTo>
                    <a:pt x="841575" y="559430"/>
                  </a:lnTo>
                  <a:lnTo>
                    <a:pt x="843496" y="559287"/>
                  </a:lnTo>
                  <a:lnTo>
                    <a:pt x="845418" y="559139"/>
                  </a:lnTo>
                  <a:lnTo>
                    <a:pt x="847339" y="558996"/>
                  </a:lnTo>
                  <a:lnTo>
                    <a:pt x="849261" y="558868"/>
                  </a:lnTo>
                  <a:lnTo>
                    <a:pt x="851182" y="558765"/>
                  </a:lnTo>
                  <a:lnTo>
                    <a:pt x="853103" y="558694"/>
                  </a:lnTo>
                  <a:lnTo>
                    <a:pt x="855025" y="558663"/>
                  </a:lnTo>
                  <a:lnTo>
                    <a:pt x="856946" y="558673"/>
                  </a:lnTo>
                  <a:lnTo>
                    <a:pt x="858868" y="558723"/>
                  </a:lnTo>
                  <a:lnTo>
                    <a:pt x="860789" y="558810"/>
                  </a:lnTo>
                  <a:lnTo>
                    <a:pt x="862710" y="558927"/>
                  </a:lnTo>
                  <a:lnTo>
                    <a:pt x="864632" y="559063"/>
                  </a:lnTo>
                  <a:lnTo>
                    <a:pt x="866553" y="559211"/>
                  </a:lnTo>
                  <a:lnTo>
                    <a:pt x="868475" y="559358"/>
                  </a:lnTo>
                  <a:lnTo>
                    <a:pt x="870396" y="559496"/>
                  </a:lnTo>
                  <a:lnTo>
                    <a:pt x="872318" y="559620"/>
                  </a:lnTo>
                  <a:lnTo>
                    <a:pt x="874239" y="559727"/>
                  </a:lnTo>
                  <a:lnTo>
                    <a:pt x="876160" y="559815"/>
                  </a:lnTo>
                  <a:lnTo>
                    <a:pt x="878082" y="559886"/>
                  </a:lnTo>
                  <a:lnTo>
                    <a:pt x="880003" y="559939"/>
                  </a:lnTo>
                  <a:lnTo>
                    <a:pt x="881925" y="559979"/>
                  </a:lnTo>
                  <a:lnTo>
                    <a:pt x="883846" y="560007"/>
                  </a:lnTo>
                  <a:lnTo>
                    <a:pt x="885767" y="560026"/>
                  </a:lnTo>
                  <a:lnTo>
                    <a:pt x="887689" y="560039"/>
                  </a:lnTo>
                  <a:lnTo>
                    <a:pt x="889610" y="560047"/>
                  </a:lnTo>
                  <a:lnTo>
                    <a:pt x="891532" y="560052"/>
                  </a:lnTo>
                  <a:lnTo>
                    <a:pt x="893453" y="560055"/>
                  </a:lnTo>
                  <a:lnTo>
                    <a:pt x="895374" y="560056"/>
                  </a:lnTo>
                  <a:lnTo>
                    <a:pt x="897296" y="560057"/>
                  </a:lnTo>
                  <a:lnTo>
                    <a:pt x="899217" y="560058"/>
                  </a:lnTo>
                  <a:lnTo>
                    <a:pt x="901139" y="560058"/>
                  </a:lnTo>
                  <a:lnTo>
                    <a:pt x="903060" y="560058"/>
                  </a:lnTo>
                  <a:lnTo>
                    <a:pt x="904981" y="560058"/>
                  </a:lnTo>
                  <a:lnTo>
                    <a:pt x="906903" y="560058"/>
                  </a:lnTo>
                  <a:lnTo>
                    <a:pt x="908824" y="560058"/>
                  </a:lnTo>
                  <a:lnTo>
                    <a:pt x="910746" y="560058"/>
                  </a:lnTo>
                  <a:lnTo>
                    <a:pt x="912667" y="560058"/>
                  </a:lnTo>
                  <a:lnTo>
                    <a:pt x="914588" y="560058"/>
                  </a:lnTo>
                  <a:lnTo>
                    <a:pt x="916510" y="560058"/>
                  </a:lnTo>
                  <a:lnTo>
                    <a:pt x="918431" y="560058"/>
                  </a:lnTo>
                  <a:lnTo>
                    <a:pt x="920353" y="560058"/>
                  </a:lnTo>
                  <a:lnTo>
                    <a:pt x="922274" y="560058"/>
                  </a:lnTo>
                  <a:lnTo>
                    <a:pt x="924195" y="560058"/>
                  </a:lnTo>
                  <a:lnTo>
                    <a:pt x="926117" y="560058"/>
                  </a:lnTo>
                  <a:lnTo>
                    <a:pt x="928038" y="560058"/>
                  </a:lnTo>
                  <a:lnTo>
                    <a:pt x="929960" y="560058"/>
                  </a:lnTo>
                  <a:lnTo>
                    <a:pt x="931881" y="560058"/>
                  </a:lnTo>
                  <a:lnTo>
                    <a:pt x="933802" y="560058"/>
                  </a:lnTo>
                  <a:lnTo>
                    <a:pt x="935724" y="560058"/>
                  </a:lnTo>
                  <a:lnTo>
                    <a:pt x="937645" y="560058"/>
                  </a:lnTo>
                  <a:lnTo>
                    <a:pt x="939567" y="560058"/>
                  </a:lnTo>
                  <a:lnTo>
                    <a:pt x="941488" y="560058"/>
                  </a:lnTo>
                  <a:lnTo>
                    <a:pt x="943410" y="560058"/>
                  </a:lnTo>
                  <a:lnTo>
                    <a:pt x="945331" y="560058"/>
                  </a:lnTo>
                  <a:lnTo>
                    <a:pt x="947252" y="560058"/>
                  </a:lnTo>
                  <a:lnTo>
                    <a:pt x="949174" y="560058"/>
                  </a:lnTo>
                  <a:lnTo>
                    <a:pt x="951095" y="560058"/>
                  </a:lnTo>
                  <a:lnTo>
                    <a:pt x="953017" y="560058"/>
                  </a:lnTo>
                  <a:lnTo>
                    <a:pt x="954938" y="560058"/>
                  </a:lnTo>
                  <a:lnTo>
                    <a:pt x="956859" y="560058"/>
                  </a:lnTo>
                  <a:lnTo>
                    <a:pt x="958781" y="560058"/>
                  </a:lnTo>
                  <a:lnTo>
                    <a:pt x="960702" y="560058"/>
                  </a:lnTo>
                  <a:lnTo>
                    <a:pt x="962624" y="560058"/>
                  </a:lnTo>
                  <a:lnTo>
                    <a:pt x="964545" y="560058"/>
                  </a:lnTo>
                  <a:lnTo>
                    <a:pt x="966466" y="560058"/>
                  </a:lnTo>
                  <a:lnTo>
                    <a:pt x="968388" y="560058"/>
                  </a:lnTo>
                  <a:lnTo>
                    <a:pt x="970309" y="560058"/>
                  </a:lnTo>
                  <a:lnTo>
                    <a:pt x="972231" y="560058"/>
                  </a:lnTo>
                  <a:lnTo>
                    <a:pt x="974152" y="560058"/>
                  </a:lnTo>
                  <a:lnTo>
                    <a:pt x="976073" y="560058"/>
                  </a:lnTo>
                  <a:lnTo>
                    <a:pt x="977995" y="560058"/>
                  </a:lnTo>
                  <a:lnTo>
                    <a:pt x="979916" y="560058"/>
                  </a:lnTo>
                  <a:lnTo>
                    <a:pt x="981838" y="560058"/>
                  </a:lnTo>
                  <a:lnTo>
                    <a:pt x="979916" y="560058"/>
                  </a:lnTo>
                  <a:lnTo>
                    <a:pt x="977995" y="560058"/>
                  </a:lnTo>
                  <a:lnTo>
                    <a:pt x="976073" y="560058"/>
                  </a:lnTo>
                  <a:lnTo>
                    <a:pt x="974152" y="560058"/>
                  </a:lnTo>
                  <a:lnTo>
                    <a:pt x="972231" y="560058"/>
                  </a:lnTo>
                  <a:lnTo>
                    <a:pt x="970309" y="560058"/>
                  </a:lnTo>
                  <a:lnTo>
                    <a:pt x="968388" y="560058"/>
                  </a:lnTo>
                  <a:lnTo>
                    <a:pt x="966466" y="560058"/>
                  </a:lnTo>
                  <a:lnTo>
                    <a:pt x="964545" y="560058"/>
                  </a:lnTo>
                  <a:lnTo>
                    <a:pt x="962624" y="560058"/>
                  </a:lnTo>
                  <a:lnTo>
                    <a:pt x="960702" y="560058"/>
                  </a:lnTo>
                  <a:lnTo>
                    <a:pt x="958781" y="560058"/>
                  </a:lnTo>
                  <a:lnTo>
                    <a:pt x="956859" y="560058"/>
                  </a:lnTo>
                  <a:lnTo>
                    <a:pt x="954938" y="560058"/>
                  </a:lnTo>
                  <a:lnTo>
                    <a:pt x="953017" y="560058"/>
                  </a:lnTo>
                  <a:lnTo>
                    <a:pt x="951095" y="560058"/>
                  </a:lnTo>
                  <a:lnTo>
                    <a:pt x="949174" y="560058"/>
                  </a:lnTo>
                  <a:lnTo>
                    <a:pt x="947252" y="560058"/>
                  </a:lnTo>
                  <a:lnTo>
                    <a:pt x="945331" y="560058"/>
                  </a:lnTo>
                  <a:lnTo>
                    <a:pt x="943410" y="560058"/>
                  </a:lnTo>
                  <a:lnTo>
                    <a:pt x="941488" y="560058"/>
                  </a:lnTo>
                  <a:lnTo>
                    <a:pt x="939567" y="560058"/>
                  </a:lnTo>
                  <a:lnTo>
                    <a:pt x="937645" y="560058"/>
                  </a:lnTo>
                  <a:lnTo>
                    <a:pt x="935724" y="560058"/>
                  </a:lnTo>
                  <a:lnTo>
                    <a:pt x="933802" y="560058"/>
                  </a:lnTo>
                  <a:lnTo>
                    <a:pt x="931881" y="560058"/>
                  </a:lnTo>
                  <a:lnTo>
                    <a:pt x="929960" y="560058"/>
                  </a:lnTo>
                  <a:lnTo>
                    <a:pt x="928038" y="560058"/>
                  </a:lnTo>
                  <a:lnTo>
                    <a:pt x="926117" y="560058"/>
                  </a:lnTo>
                  <a:lnTo>
                    <a:pt x="924195" y="560058"/>
                  </a:lnTo>
                  <a:lnTo>
                    <a:pt x="922274" y="560058"/>
                  </a:lnTo>
                  <a:lnTo>
                    <a:pt x="920353" y="560058"/>
                  </a:lnTo>
                  <a:lnTo>
                    <a:pt x="918431" y="560058"/>
                  </a:lnTo>
                  <a:lnTo>
                    <a:pt x="916510" y="560058"/>
                  </a:lnTo>
                  <a:lnTo>
                    <a:pt x="914588" y="560058"/>
                  </a:lnTo>
                  <a:lnTo>
                    <a:pt x="912667" y="560058"/>
                  </a:lnTo>
                  <a:lnTo>
                    <a:pt x="910746" y="560058"/>
                  </a:lnTo>
                  <a:lnTo>
                    <a:pt x="908824" y="560058"/>
                  </a:lnTo>
                  <a:lnTo>
                    <a:pt x="906903" y="560058"/>
                  </a:lnTo>
                  <a:lnTo>
                    <a:pt x="904981" y="560058"/>
                  </a:lnTo>
                  <a:lnTo>
                    <a:pt x="903060" y="560058"/>
                  </a:lnTo>
                  <a:lnTo>
                    <a:pt x="901139" y="560058"/>
                  </a:lnTo>
                  <a:lnTo>
                    <a:pt x="899217" y="560058"/>
                  </a:lnTo>
                  <a:lnTo>
                    <a:pt x="897296" y="560058"/>
                  </a:lnTo>
                  <a:lnTo>
                    <a:pt x="895374" y="560058"/>
                  </a:lnTo>
                  <a:lnTo>
                    <a:pt x="893453" y="560058"/>
                  </a:lnTo>
                  <a:lnTo>
                    <a:pt x="891532" y="560058"/>
                  </a:lnTo>
                  <a:lnTo>
                    <a:pt x="889610" y="560058"/>
                  </a:lnTo>
                  <a:lnTo>
                    <a:pt x="887689" y="560058"/>
                  </a:lnTo>
                  <a:lnTo>
                    <a:pt x="885767" y="560058"/>
                  </a:lnTo>
                  <a:lnTo>
                    <a:pt x="883846" y="560058"/>
                  </a:lnTo>
                  <a:lnTo>
                    <a:pt x="881925" y="560058"/>
                  </a:lnTo>
                  <a:lnTo>
                    <a:pt x="880003" y="560058"/>
                  </a:lnTo>
                  <a:lnTo>
                    <a:pt x="878082" y="560058"/>
                  </a:lnTo>
                  <a:lnTo>
                    <a:pt x="876160" y="560058"/>
                  </a:lnTo>
                  <a:lnTo>
                    <a:pt x="874239" y="560058"/>
                  </a:lnTo>
                  <a:lnTo>
                    <a:pt x="872318" y="560058"/>
                  </a:lnTo>
                  <a:lnTo>
                    <a:pt x="870396" y="560058"/>
                  </a:lnTo>
                  <a:lnTo>
                    <a:pt x="868475" y="560058"/>
                  </a:lnTo>
                  <a:lnTo>
                    <a:pt x="866553" y="560058"/>
                  </a:lnTo>
                  <a:lnTo>
                    <a:pt x="864632" y="560058"/>
                  </a:lnTo>
                  <a:lnTo>
                    <a:pt x="862710" y="560058"/>
                  </a:lnTo>
                  <a:lnTo>
                    <a:pt x="860789" y="560058"/>
                  </a:lnTo>
                  <a:lnTo>
                    <a:pt x="858868" y="560058"/>
                  </a:lnTo>
                  <a:lnTo>
                    <a:pt x="856946" y="560058"/>
                  </a:lnTo>
                  <a:lnTo>
                    <a:pt x="855025" y="560058"/>
                  </a:lnTo>
                  <a:lnTo>
                    <a:pt x="853103" y="560058"/>
                  </a:lnTo>
                  <a:lnTo>
                    <a:pt x="851182" y="560058"/>
                  </a:lnTo>
                  <a:lnTo>
                    <a:pt x="849261" y="560058"/>
                  </a:lnTo>
                  <a:lnTo>
                    <a:pt x="847339" y="560058"/>
                  </a:lnTo>
                  <a:lnTo>
                    <a:pt x="845418" y="560058"/>
                  </a:lnTo>
                  <a:lnTo>
                    <a:pt x="843496" y="560058"/>
                  </a:lnTo>
                  <a:lnTo>
                    <a:pt x="841575" y="560058"/>
                  </a:lnTo>
                  <a:lnTo>
                    <a:pt x="839654" y="560058"/>
                  </a:lnTo>
                  <a:lnTo>
                    <a:pt x="837732" y="560058"/>
                  </a:lnTo>
                  <a:lnTo>
                    <a:pt x="835811" y="560058"/>
                  </a:lnTo>
                  <a:lnTo>
                    <a:pt x="833889" y="560058"/>
                  </a:lnTo>
                  <a:lnTo>
                    <a:pt x="831968" y="560058"/>
                  </a:lnTo>
                  <a:lnTo>
                    <a:pt x="830047" y="560058"/>
                  </a:lnTo>
                  <a:lnTo>
                    <a:pt x="828125" y="560058"/>
                  </a:lnTo>
                  <a:lnTo>
                    <a:pt x="826204" y="560058"/>
                  </a:lnTo>
                  <a:lnTo>
                    <a:pt x="824282" y="560058"/>
                  </a:lnTo>
                  <a:lnTo>
                    <a:pt x="822361" y="560058"/>
                  </a:lnTo>
                  <a:lnTo>
                    <a:pt x="820440" y="560058"/>
                  </a:lnTo>
                  <a:lnTo>
                    <a:pt x="818518" y="560058"/>
                  </a:lnTo>
                  <a:lnTo>
                    <a:pt x="816597" y="560058"/>
                  </a:lnTo>
                  <a:lnTo>
                    <a:pt x="814675" y="560058"/>
                  </a:lnTo>
                  <a:lnTo>
                    <a:pt x="812754" y="560058"/>
                  </a:lnTo>
                  <a:lnTo>
                    <a:pt x="810833" y="560058"/>
                  </a:lnTo>
                  <a:lnTo>
                    <a:pt x="808911" y="560058"/>
                  </a:lnTo>
                  <a:lnTo>
                    <a:pt x="806990" y="560058"/>
                  </a:lnTo>
                  <a:lnTo>
                    <a:pt x="805068" y="560058"/>
                  </a:lnTo>
                  <a:lnTo>
                    <a:pt x="803147" y="560058"/>
                  </a:lnTo>
                  <a:lnTo>
                    <a:pt x="801226" y="560058"/>
                  </a:lnTo>
                  <a:lnTo>
                    <a:pt x="799304" y="560058"/>
                  </a:lnTo>
                  <a:lnTo>
                    <a:pt x="797383" y="560058"/>
                  </a:lnTo>
                  <a:lnTo>
                    <a:pt x="795461" y="560058"/>
                  </a:lnTo>
                  <a:lnTo>
                    <a:pt x="793540" y="560058"/>
                  </a:lnTo>
                  <a:lnTo>
                    <a:pt x="791618" y="560058"/>
                  </a:lnTo>
                  <a:lnTo>
                    <a:pt x="789697" y="560058"/>
                  </a:lnTo>
                  <a:lnTo>
                    <a:pt x="787776" y="560058"/>
                  </a:lnTo>
                  <a:lnTo>
                    <a:pt x="785854" y="560058"/>
                  </a:lnTo>
                  <a:lnTo>
                    <a:pt x="783933" y="560058"/>
                  </a:lnTo>
                  <a:lnTo>
                    <a:pt x="782011" y="560058"/>
                  </a:lnTo>
                  <a:lnTo>
                    <a:pt x="780090" y="560058"/>
                  </a:lnTo>
                  <a:lnTo>
                    <a:pt x="778169" y="560058"/>
                  </a:lnTo>
                  <a:lnTo>
                    <a:pt x="776247" y="560058"/>
                  </a:lnTo>
                  <a:lnTo>
                    <a:pt x="774326" y="560058"/>
                  </a:lnTo>
                  <a:lnTo>
                    <a:pt x="772404" y="560058"/>
                  </a:lnTo>
                  <a:lnTo>
                    <a:pt x="770483" y="560058"/>
                  </a:lnTo>
                  <a:lnTo>
                    <a:pt x="768562" y="560058"/>
                  </a:lnTo>
                  <a:lnTo>
                    <a:pt x="766640" y="560058"/>
                  </a:lnTo>
                  <a:lnTo>
                    <a:pt x="764719" y="560058"/>
                  </a:lnTo>
                  <a:lnTo>
                    <a:pt x="762797" y="560058"/>
                  </a:lnTo>
                  <a:lnTo>
                    <a:pt x="760876" y="560058"/>
                  </a:lnTo>
                  <a:lnTo>
                    <a:pt x="758955" y="560058"/>
                  </a:lnTo>
                  <a:lnTo>
                    <a:pt x="757033" y="560058"/>
                  </a:lnTo>
                  <a:lnTo>
                    <a:pt x="755112" y="560058"/>
                  </a:lnTo>
                  <a:lnTo>
                    <a:pt x="753190" y="560058"/>
                  </a:lnTo>
                  <a:lnTo>
                    <a:pt x="751269" y="560058"/>
                  </a:lnTo>
                  <a:lnTo>
                    <a:pt x="749348" y="560058"/>
                  </a:lnTo>
                  <a:lnTo>
                    <a:pt x="747426" y="560058"/>
                  </a:lnTo>
                  <a:lnTo>
                    <a:pt x="745505" y="560058"/>
                  </a:lnTo>
                  <a:lnTo>
                    <a:pt x="743583" y="560058"/>
                  </a:lnTo>
                  <a:lnTo>
                    <a:pt x="741662" y="560058"/>
                  </a:lnTo>
                  <a:lnTo>
                    <a:pt x="739741" y="560058"/>
                  </a:lnTo>
                  <a:lnTo>
                    <a:pt x="737819" y="560058"/>
                  </a:lnTo>
                  <a:lnTo>
                    <a:pt x="735898" y="560058"/>
                  </a:lnTo>
                  <a:lnTo>
                    <a:pt x="733976" y="560058"/>
                  </a:lnTo>
                  <a:lnTo>
                    <a:pt x="732055" y="560058"/>
                  </a:lnTo>
                  <a:lnTo>
                    <a:pt x="730134" y="560058"/>
                  </a:lnTo>
                  <a:lnTo>
                    <a:pt x="728212" y="560058"/>
                  </a:lnTo>
                  <a:lnTo>
                    <a:pt x="726291" y="560058"/>
                  </a:lnTo>
                  <a:lnTo>
                    <a:pt x="724369" y="560058"/>
                  </a:lnTo>
                  <a:lnTo>
                    <a:pt x="722448" y="560058"/>
                  </a:lnTo>
                  <a:lnTo>
                    <a:pt x="720526" y="560058"/>
                  </a:lnTo>
                  <a:lnTo>
                    <a:pt x="718605" y="560058"/>
                  </a:lnTo>
                  <a:lnTo>
                    <a:pt x="716684" y="560058"/>
                  </a:lnTo>
                  <a:lnTo>
                    <a:pt x="714762" y="560058"/>
                  </a:lnTo>
                  <a:lnTo>
                    <a:pt x="712841" y="560058"/>
                  </a:lnTo>
                  <a:lnTo>
                    <a:pt x="710919" y="560058"/>
                  </a:lnTo>
                  <a:lnTo>
                    <a:pt x="708998" y="560058"/>
                  </a:lnTo>
                  <a:lnTo>
                    <a:pt x="707077" y="560058"/>
                  </a:lnTo>
                  <a:lnTo>
                    <a:pt x="705155" y="560058"/>
                  </a:lnTo>
                  <a:lnTo>
                    <a:pt x="703234" y="560058"/>
                  </a:lnTo>
                  <a:lnTo>
                    <a:pt x="701312" y="560058"/>
                  </a:lnTo>
                  <a:lnTo>
                    <a:pt x="699391" y="560058"/>
                  </a:lnTo>
                  <a:lnTo>
                    <a:pt x="697470" y="560058"/>
                  </a:lnTo>
                  <a:lnTo>
                    <a:pt x="695548" y="560058"/>
                  </a:lnTo>
                  <a:lnTo>
                    <a:pt x="693627" y="560058"/>
                  </a:lnTo>
                  <a:lnTo>
                    <a:pt x="691705" y="560058"/>
                  </a:lnTo>
                  <a:lnTo>
                    <a:pt x="689784" y="560058"/>
                  </a:lnTo>
                  <a:lnTo>
                    <a:pt x="687863" y="560058"/>
                  </a:lnTo>
                  <a:lnTo>
                    <a:pt x="685941" y="560058"/>
                  </a:lnTo>
                  <a:lnTo>
                    <a:pt x="684020" y="560058"/>
                  </a:lnTo>
                  <a:lnTo>
                    <a:pt x="682098" y="560058"/>
                  </a:lnTo>
                  <a:lnTo>
                    <a:pt x="680177" y="560058"/>
                  </a:lnTo>
                  <a:lnTo>
                    <a:pt x="678256" y="560058"/>
                  </a:lnTo>
                  <a:lnTo>
                    <a:pt x="676334" y="560058"/>
                  </a:lnTo>
                  <a:lnTo>
                    <a:pt x="674413" y="560058"/>
                  </a:lnTo>
                  <a:lnTo>
                    <a:pt x="672491" y="560058"/>
                  </a:lnTo>
                  <a:lnTo>
                    <a:pt x="670570" y="560058"/>
                  </a:lnTo>
                  <a:lnTo>
                    <a:pt x="668649" y="560058"/>
                  </a:lnTo>
                  <a:lnTo>
                    <a:pt x="666727" y="560058"/>
                  </a:lnTo>
                  <a:lnTo>
                    <a:pt x="664806" y="560058"/>
                  </a:lnTo>
                  <a:lnTo>
                    <a:pt x="662884" y="560058"/>
                  </a:lnTo>
                  <a:lnTo>
                    <a:pt x="660963" y="560058"/>
                  </a:lnTo>
                  <a:lnTo>
                    <a:pt x="659042" y="560058"/>
                  </a:lnTo>
                  <a:lnTo>
                    <a:pt x="657120" y="560058"/>
                  </a:lnTo>
                  <a:lnTo>
                    <a:pt x="655199" y="560058"/>
                  </a:lnTo>
                  <a:lnTo>
                    <a:pt x="653277" y="560058"/>
                  </a:lnTo>
                  <a:lnTo>
                    <a:pt x="651356" y="560058"/>
                  </a:lnTo>
                  <a:lnTo>
                    <a:pt x="649434" y="560058"/>
                  </a:lnTo>
                  <a:lnTo>
                    <a:pt x="647513" y="560058"/>
                  </a:lnTo>
                  <a:lnTo>
                    <a:pt x="645592" y="560058"/>
                  </a:lnTo>
                  <a:lnTo>
                    <a:pt x="643670" y="560058"/>
                  </a:lnTo>
                  <a:lnTo>
                    <a:pt x="641749" y="560058"/>
                  </a:lnTo>
                  <a:lnTo>
                    <a:pt x="639827" y="560058"/>
                  </a:lnTo>
                  <a:lnTo>
                    <a:pt x="637906" y="560058"/>
                  </a:lnTo>
                  <a:lnTo>
                    <a:pt x="635985" y="560058"/>
                  </a:lnTo>
                  <a:lnTo>
                    <a:pt x="634063" y="560058"/>
                  </a:lnTo>
                  <a:lnTo>
                    <a:pt x="632142" y="560058"/>
                  </a:lnTo>
                  <a:lnTo>
                    <a:pt x="630220" y="560058"/>
                  </a:lnTo>
                  <a:lnTo>
                    <a:pt x="628299" y="560058"/>
                  </a:lnTo>
                  <a:lnTo>
                    <a:pt x="626378" y="560058"/>
                  </a:lnTo>
                  <a:lnTo>
                    <a:pt x="624456" y="560058"/>
                  </a:lnTo>
                  <a:lnTo>
                    <a:pt x="622535" y="560058"/>
                  </a:lnTo>
                  <a:lnTo>
                    <a:pt x="620613" y="560058"/>
                  </a:lnTo>
                  <a:lnTo>
                    <a:pt x="618692" y="560058"/>
                  </a:lnTo>
                  <a:lnTo>
                    <a:pt x="616771" y="560058"/>
                  </a:lnTo>
                  <a:lnTo>
                    <a:pt x="614849" y="560058"/>
                  </a:lnTo>
                  <a:lnTo>
                    <a:pt x="612928" y="560058"/>
                  </a:lnTo>
                  <a:lnTo>
                    <a:pt x="611006" y="560058"/>
                  </a:lnTo>
                  <a:lnTo>
                    <a:pt x="609085" y="560058"/>
                  </a:lnTo>
                  <a:lnTo>
                    <a:pt x="607164" y="560058"/>
                  </a:lnTo>
                  <a:lnTo>
                    <a:pt x="605242" y="560058"/>
                  </a:lnTo>
                  <a:lnTo>
                    <a:pt x="603321" y="560058"/>
                  </a:lnTo>
                  <a:lnTo>
                    <a:pt x="601399" y="560058"/>
                  </a:lnTo>
                  <a:lnTo>
                    <a:pt x="599478" y="560058"/>
                  </a:lnTo>
                  <a:lnTo>
                    <a:pt x="597557" y="560058"/>
                  </a:lnTo>
                  <a:lnTo>
                    <a:pt x="595635" y="560058"/>
                  </a:lnTo>
                  <a:lnTo>
                    <a:pt x="593714" y="560058"/>
                  </a:lnTo>
                  <a:lnTo>
                    <a:pt x="591792" y="560058"/>
                  </a:lnTo>
                  <a:lnTo>
                    <a:pt x="589871" y="560058"/>
                  </a:lnTo>
                  <a:lnTo>
                    <a:pt x="587950" y="560058"/>
                  </a:lnTo>
                  <a:lnTo>
                    <a:pt x="586028" y="560058"/>
                  </a:lnTo>
                  <a:lnTo>
                    <a:pt x="584107" y="560058"/>
                  </a:lnTo>
                  <a:lnTo>
                    <a:pt x="582185" y="560058"/>
                  </a:lnTo>
                  <a:lnTo>
                    <a:pt x="580264" y="560058"/>
                  </a:lnTo>
                  <a:lnTo>
                    <a:pt x="578342" y="560058"/>
                  </a:lnTo>
                  <a:lnTo>
                    <a:pt x="576421" y="560058"/>
                  </a:lnTo>
                  <a:lnTo>
                    <a:pt x="574500" y="560058"/>
                  </a:lnTo>
                  <a:lnTo>
                    <a:pt x="572578" y="560058"/>
                  </a:lnTo>
                  <a:lnTo>
                    <a:pt x="570657" y="560058"/>
                  </a:lnTo>
                  <a:lnTo>
                    <a:pt x="568735" y="560058"/>
                  </a:lnTo>
                  <a:lnTo>
                    <a:pt x="566814" y="560058"/>
                  </a:lnTo>
                  <a:lnTo>
                    <a:pt x="564893" y="560058"/>
                  </a:lnTo>
                  <a:lnTo>
                    <a:pt x="562971" y="560058"/>
                  </a:lnTo>
                  <a:lnTo>
                    <a:pt x="561050" y="560058"/>
                  </a:lnTo>
                  <a:lnTo>
                    <a:pt x="559128" y="560058"/>
                  </a:lnTo>
                  <a:lnTo>
                    <a:pt x="557207" y="560058"/>
                  </a:lnTo>
                  <a:lnTo>
                    <a:pt x="555286" y="560058"/>
                  </a:lnTo>
                  <a:lnTo>
                    <a:pt x="553364" y="560058"/>
                  </a:lnTo>
                  <a:lnTo>
                    <a:pt x="551443" y="560058"/>
                  </a:lnTo>
                  <a:lnTo>
                    <a:pt x="549521" y="560058"/>
                  </a:lnTo>
                  <a:lnTo>
                    <a:pt x="547600" y="560058"/>
                  </a:lnTo>
                  <a:lnTo>
                    <a:pt x="545679" y="560058"/>
                  </a:lnTo>
                  <a:lnTo>
                    <a:pt x="543757" y="560058"/>
                  </a:lnTo>
                  <a:lnTo>
                    <a:pt x="541836" y="560058"/>
                  </a:lnTo>
                  <a:lnTo>
                    <a:pt x="539914" y="560058"/>
                  </a:lnTo>
                  <a:lnTo>
                    <a:pt x="537993" y="560058"/>
                  </a:lnTo>
                  <a:lnTo>
                    <a:pt x="536072" y="560058"/>
                  </a:lnTo>
                  <a:lnTo>
                    <a:pt x="534150" y="560058"/>
                  </a:lnTo>
                  <a:lnTo>
                    <a:pt x="532229" y="560058"/>
                  </a:lnTo>
                  <a:lnTo>
                    <a:pt x="530307" y="560058"/>
                  </a:lnTo>
                  <a:lnTo>
                    <a:pt x="528386" y="560058"/>
                  </a:lnTo>
                  <a:lnTo>
                    <a:pt x="526465" y="560058"/>
                  </a:lnTo>
                  <a:lnTo>
                    <a:pt x="524543" y="560058"/>
                  </a:lnTo>
                  <a:lnTo>
                    <a:pt x="522622" y="560058"/>
                  </a:lnTo>
                  <a:lnTo>
                    <a:pt x="520700" y="560058"/>
                  </a:lnTo>
                  <a:lnTo>
                    <a:pt x="518779" y="560058"/>
                  </a:lnTo>
                  <a:lnTo>
                    <a:pt x="516858" y="560058"/>
                  </a:lnTo>
                  <a:lnTo>
                    <a:pt x="514936" y="560058"/>
                  </a:lnTo>
                  <a:lnTo>
                    <a:pt x="513015" y="560058"/>
                  </a:lnTo>
                  <a:lnTo>
                    <a:pt x="511093" y="560058"/>
                  </a:lnTo>
                  <a:lnTo>
                    <a:pt x="509172" y="560058"/>
                  </a:lnTo>
                  <a:lnTo>
                    <a:pt x="507250" y="560058"/>
                  </a:lnTo>
                  <a:lnTo>
                    <a:pt x="505329" y="560058"/>
                  </a:lnTo>
                  <a:lnTo>
                    <a:pt x="503408" y="560058"/>
                  </a:lnTo>
                  <a:lnTo>
                    <a:pt x="501486" y="560058"/>
                  </a:lnTo>
                  <a:lnTo>
                    <a:pt x="499565" y="560058"/>
                  </a:lnTo>
                  <a:lnTo>
                    <a:pt x="497643" y="560058"/>
                  </a:lnTo>
                  <a:lnTo>
                    <a:pt x="495722" y="560058"/>
                  </a:lnTo>
                  <a:lnTo>
                    <a:pt x="493801" y="560058"/>
                  </a:lnTo>
                  <a:lnTo>
                    <a:pt x="491879" y="560058"/>
                  </a:lnTo>
                  <a:lnTo>
                    <a:pt x="489958" y="560058"/>
                  </a:lnTo>
                  <a:lnTo>
                    <a:pt x="488036" y="560058"/>
                  </a:lnTo>
                  <a:lnTo>
                    <a:pt x="486115" y="560058"/>
                  </a:lnTo>
                  <a:lnTo>
                    <a:pt x="484194" y="560058"/>
                  </a:lnTo>
                  <a:lnTo>
                    <a:pt x="482272" y="560058"/>
                  </a:lnTo>
                  <a:lnTo>
                    <a:pt x="480351" y="560058"/>
                  </a:lnTo>
                  <a:lnTo>
                    <a:pt x="478429" y="560058"/>
                  </a:lnTo>
                  <a:lnTo>
                    <a:pt x="476508" y="560058"/>
                  </a:lnTo>
                  <a:lnTo>
                    <a:pt x="474587" y="560058"/>
                  </a:lnTo>
                  <a:lnTo>
                    <a:pt x="472665" y="560058"/>
                  </a:lnTo>
                  <a:lnTo>
                    <a:pt x="470744" y="560058"/>
                  </a:lnTo>
                  <a:lnTo>
                    <a:pt x="468822" y="560058"/>
                  </a:lnTo>
                  <a:lnTo>
                    <a:pt x="466901" y="560058"/>
                  </a:lnTo>
                  <a:lnTo>
                    <a:pt x="464980" y="560058"/>
                  </a:lnTo>
                  <a:lnTo>
                    <a:pt x="463058" y="560058"/>
                  </a:lnTo>
                  <a:lnTo>
                    <a:pt x="461137" y="560058"/>
                  </a:lnTo>
                  <a:lnTo>
                    <a:pt x="459215" y="560058"/>
                  </a:lnTo>
                  <a:lnTo>
                    <a:pt x="457294" y="560058"/>
                  </a:lnTo>
                  <a:lnTo>
                    <a:pt x="455373" y="560058"/>
                  </a:lnTo>
                  <a:lnTo>
                    <a:pt x="453451" y="560058"/>
                  </a:lnTo>
                  <a:lnTo>
                    <a:pt x="451530" y="560058"/>
                  </a:lnTo>
                  <a:lnTo>
                    <a:pt x="449608" y="560058"/>
                  </a:lnTo>
                  <a:lnTo>
                    <a:pt x="447687" y="560058"/>
                  </a:lnTo>
                  <a:lnTo>
                    <a:pt x="445766" y="560058"/>
                  </a:lnTo>
                  <a:lnTo>
                    <a:pt x="443844" y="560058"/>
                  </a:lnTo>
                  <a:lnTo>
                    <a:pt x="441923" y="560058"/>
                  </a:lnTo>
                  <a:lnTo>
                    <a:pt x="440001" y="560058"/>
                  </a:lnTo>
                  <a:lnTo>
                    <a:pt x="438080" y="560058"/>
                  </a:lnTo>
                  <a:lnTo>
                    <a:pt x="436159" y="560058"/>
                  </a:lnTo>
                  <a:lnTo>
                    <a:pt x="434237" y="560058"/>
                  </a:lnTo>
                  <a:lnTo>
                    <a:pt x="432316" y="560058"/>
                  </a:lnTo>
                  <a:lnTo>
                    <a:pt x="430394" y="560058"/>
                  </a:lnTo>
                  <a:lnTo>
                    <a:pt x="428473" y="560058"/>
                  </a:lnTo>
                  <a:lnTo>
                    <a:pt x="426551" y="560058"/>
                  </a:lnTo>
                  <a:lnTo>
                    <a:pt x="424630" y="560058"/>
                  </a:lnTo>
                  <a:lnTo>
                    <a:pt x="422709" y="560058"/>
                  </a:lnTo>
                  <a:lnTo>
                    <a:pt x="420787" y="560058"/>
                  </a:lnTo>
                  <a:lnTo>
                    <a:pt x="418866" y="560058"/>
                  </a:lnTo>
                  <a:lnTo>
                    <a:pt x="416944" y="560058"/>
                  </a:lnTo>
                  <a:lnTo>
                    <a:pt x="415023" y="560058"/>
                  </a:lnTo>
                  <a:lnTo>
                    <a:pt x="413102" y="560058"/>
                  </a:lnTo>
                  <a:lnTo>
                    <a:pt x="411180" y="560058"/>
                  </a:lnTo>
                  <a:lnTo>
                    <a:pt x="409259" y="560058"/>
                  </a:lnTo>
                  <a:lnTo>
                    <a:pt x="407337" y="560058"/>
                  </a:lnTo>
                  <a:lnTo>
                    <a:pt x="405416" y="560058"/>
                  </a:lnTo>
                  <a:lnTo>
                    <a:pt x="403495" y="560058"/>
                  </a:lnTo>
                  <a:lnTo>
                    <a:pt x="401573" y="560058"/>
                  </a:lnTo>
                  <a:lnTo>
                    <a:pt x="399652" y="560058"/>
                  </a:lnTo>
                  <a:lnTo>
                    <a:pt x="397730" y="560058"/>
                  </a:lnTo>
                  <a:lnTo>
                    <a:pt x="395809" y="560058"/>
                  </a:lnTo>
                  <a:lnTo>
                    <a:pt x="393888" y="560058"/>
                  </a:lnTo>
                  <a:lnTo>
                    <a:pt x="391966" y="560058"/>
                  </a:lnTo>
                  <a:lnTo>
                    <a:pt x="390045" y="560058"/>
                  </a:lnTo>
                  <a:lnTo>
                    <a:pt x="388123" y="560058"/>
                  </a:lnTo>
                  <a:lnTo>
                    <a:pt x="386202" y="560058"/>
                  </a:lnTo>
                  <a:lnTo>
                    <a:pt x="384281" y="560058"/>
                  </a:lnTo>
                  <a:lnTo>
                    <a:pt x="382359" y="560058"/>
                  </a:lnTo>
                  <a:lnTo>
                    <a:pt x="380438" y="560058"/>
                  </a:lnTo>
                  <a:lnTo>
                    <a:pt x="378516" y="560058"/>
                  </a:lnTo>
                  <a:lnTo>
                    <a:pt x="376595" y="560058"/>
                  </a:lnTo>
                  <a:lnTo>
                    <a:pt x="374674" y="560058"/>
                  </a:lnTo>
                  <a:lnTo>
                    <a:pt x="372752" y="560058"/>
                  </a:lnTo>
                  <a:lnTo>
                    <a:pt x="370831" y="560058"/>
                  </a:lnTo>
                  <a:lnTo>
                    <a:pt x="368909" y="560058"/>
                  </a:lnTo>
                  <a:lnTo>
                    <a:pt x="366988" y="560058"/>
                  </a:lnTo>
                  <a:lnTo>
                    <a:pt x="365067" y="560058"/>
                  </a:lnTo>
                  <a:lnTo>
                    <a:pt x="363145" y="560058"/>
                  </a:lnTo>
                  <a:lnTo>
                    <a:pt x="361224" y="560058"/>
                  </a:lnTo>
                  <a:lnTo>
                    <a:pt x="359302" y="560058"/>
                  </a:lnTo>
                  <a:lnTo>
                    <a:pt x="357381" y="560058"/>
                  </a:lnTo>
                  <a:lnTo>
                    <a:pt x="355459" y="560058"/>
                  </a:lnTo>
                  <a:lnTo>
                    <a:pt x="353538" y="560058"/>
                  </a:lnTo>
                  <a:lnTo>
                    <a:pt x="351617" y="560058"/>
                  </a:lnTo>
                  <a:lnTo>
                    <a:pt x="349695" y="560058"/>
                  </a:lnTo>
                  <a:lnTo>
                    <a:pt x="347774" y="560058"/>
                  </a:lnTo>
                  <a:lnTo>
                    <a:pt x="345852" y="560058"/>
                  </a:lnTo>
                  <a:lnTo>
                    <a:pt x="343931" y="560058"/>
                  </a:lnTo>
                  <a:lnTo>
                    <a:pt x="342010" y="560058"/>
                  </a:lnTo>
                  <a:lnTo>
                    <a:pt x="340088" y="560058"/>
                  </a:lnTo>
                  <a:lnTo>
                    <a:pt x="338167" y="560058"/>
                  </a:lnTo>
                  <a:lnTo>
                    <a:pt x="336245" y="560058"/>
                  </a:lnTo>
                  <a:lnTo>
                    <a:pt x="334324" y="560058"/>
                  </a:lnTo>
                  <a:lnTo>
                    <a:pt x="332403" y="560058"/>
                  </a:lnTo>
                  <a:lnTo>
                    <a:pt x="330481" y="560058"/>
                  </a:lnTo>
                  <a:lnTo>
                    <a:pt x="328560" y="560058"/>
                  </a:lnTo>
                  <a:lnTo>
                    <a:pt x="326638" y="560058"/>
                  </a:lnTo>
                  <a:lnTo>
                    <a:pt x="324717" y="560058"/>
                  </a:lnTo>
                  <a:lnTo>
                    <a:pt x="322796" y="560058"/>
                  </a:lnTo>
                  <a:lnTo>
                    <a:pt x="320874" y="560058"/>
                  </a:lnTo>
                  <a:lnTo>
                    <a:pt x="318953" y="560058"/>
                  </a:lnTo>
                  <a:lnTo>
                    <a:pt x="317031" y="560058"/>
                  </a:lnTo>
                  <a:lnTo>
                    <a:pt x="315110" y="560058"/>
                  </a:lnTo>
                  <a:lnTo>
                    <a:pt x="313189" y="560058"/>
                  </a:lnTo>
                  <a:lnTo>
                    <a:pt x="311267" y="560058"/>
                  </a:lnTo>
                  <a:lnTo>
                    <a:pt x="309346" y="560058"/>
                  </a:lnTo>
                  <a:lnTo>
                    <a:pt x="307424" y="560058"/>
                  </a:lnTo>
                  <a:lnTo>
                    <a:pt x="305503" y="560058"/>
                  </a:lnTo>
                  <a:lnTo>
                    <a:pt x="303582" y="560058"/>
                  </a:lnTo>
                  <a:lnTo>
                    <a:pt x="301660" y="560058"/>
                  </a:lnTo>
                  <a:lnTo>
                    <a:pt x="299739" y="560058"/>
                  </a:lnTo>
                  <a:lnTo>
                    <a:pt x="297817" y="560058"/>
                  </a:lnTo>
                  <a:lnTo>
                    <a:pt x="295896" y="560058"/>
                  </a:lnTo>
                  <a:lnTo>
                    <a:pt x="293975" y="560058"/>
                  </a:lnTo>
                  <a:lnTo>
                    <a:pt x="292053" y="560058"/>
                  </a:lnTo>
                  <a:lnTo>
                    <a:pt x="290132" y="560058"/>
                  </a:lnTo>
                  <a:lnTo>
                    <a:pt x="288210" y="560058"/>
                  </a:lnTo>
                  <a:lnTo>
                    <a:pt x="286289" y="560058"/>
                  </a:lnTo>
                  <a:lnTo>
                    <a:pt x="284367" y="560058"/>
                  </a:lnTo>
                  <a:lnTo>
                    <a:pt x="282446" y="560058"/>
                  </a:lnTo>
                  <a:lnTo>
                    <a:pt x="280525" y="560058"/>
                  </a:lnTo>
                  <a:lnTo>
                    <a:pt x="278603" y="560058"/>
                  </a:lnTo>
                  <a:lnTo>
                    <a:pt x="276682" y="560058"/>
                  </a:lnTo>
                  <a:lnTo>
                    <a:pt x="274760" y="560058"/>
                  </a:lnTo>
                  <a:lnTo>
                    <a:pt x="272839" y="560058"/>
                  </a:lnTo>
                  <a:lnTo>
                    <a:pt x="270918" y="560058"/>
                  </a:lnTo>
                  <a:lnTo>
                    <a:pt x="268996" y="560058"/>
                  </a:lnTo>
                  <a:lnTo>
                    <a:pt x="267075" y="560058"/>
                  </a:lnTo>
                  <a:lnTo>
                    <a:pt x="265153" y="560058"/>
                  </a:lnTo>
                  <a:lnTo>
                    <a:pt x="263232" y="560058"/>
                  </a:lnTo>
                  <a:lnTo>
                    <a:pt x="261311" y="560058"/>
                  </a:lnTo>
                  <a:lnTo>
                    <a:pt x="259389" y="560058"/>
                  </a:lnTo>
                  <a:lnTo>
                    <a:pt x="257468" y="560058"/>
                  </a:lnTo>
                  <a:lnTo>
                    <a:pt x="255546" y="560058"/>
                  </a:lnTo>
                  <a:lnTo>
                    <a:pt x="253625" y="560058"/>
                  </a:lnTo>
                  <a:lnTo>
                    <a:pt x="251704" y="560058"/>
                  </a:lnTo>
                  <a:lnTo>
                    <a:pt x="249782" y="560058"/>
                  </a:lnTo>
                  <a:lnTo>
                    <a:pt x="247861" y="560058"/>
                  </a:lnTo>
                  <a:lnTo>
                    <a:pt x="245939" y="560058"/>
                  </a:lnTo>
                  <a:lnTo>
                    <a:pt x="244018" y="560058"/>
                  </a:lnTo>
                  <a:lnTo>
                    <a:pt x="242097" y="560058"/>
                  </a:lnTo>
                  <a:lnTo>
                    <a:pt x="240175" y="560058"/>
                  </a:lnTo>
                  <a:lnTo>
                    <a:pt x="238254" y="560058"/>
                  </a:lnTo>
                  <a:lnTo>
                    <a:pt x="236332" y="560058"/>
                  </a:lnTo>
                  <a:lnTo>
                    <a:pt x="234411" y="560058"/>
                  </a:lnTo>
                  <a:lnTo>
                    <a:pt x="232490" y="560058"/>
                  </a:lnTo>
                  <a:lnTo>
                    <a:pt x="230568" y="560058"/>
                  </a:lnTo>
                  <a:lnTo>
                    <a:pt x="228647" y="560058"/>
                  </a:lnTo>
                  <a:lnTo>
                    <a:pt x="226725" y="560058"/>
                  </a:lnTo>
                  <a:lnTo>
                    <a:pt x="224804" y="560058"/>
                  </a:lnTo>
                  <a:lnTo>
                    <a:pt x="222883" y="560058"/>
                  </a:lnTo>
                  <a:lnTo>
                    <a:pt x="220961" y="560058"/>
                  </a:lnTo>
                  <a:lnTo>
                    <a:pt x="219040" y="560058"/>
                  </a:lnTo>
                  <a:lnTo>
                    <a:pt x="217118" y="560058"/>
                  </a:lnTo>
                  <a:lnTo>
                    <a:pt x="215197" y="560058"/>
                  </a:lnTo>
                  <a:lnTo>
                    <a:pt x="213275" y="560058"/>
                  </a:lnTo>
                  <a:lnTo>
                    <a:pt x="211354" y="560058"/>
                  </a:lnTo>
                  <a:lnTo>
                    <a:pt x="209433" y="560058"/>
                  </a:lnTo>
                  <a:lnTo>
                    <a:pt x="207511" y="560058"/>
                  </a:lnTo>
                  <a:lnTo>
                    <a:pt x="205590" y="560058"/>
                  </a:lnTo>
                  <a:lnTo>
                    <a:pt x="203668" y="560058"/>
                  </a:lnTo>
                  <a:lnTo>
                    <a:pt x="201747" y="560058"/>
                  </a:lnTo>
                  <a:lnTo>
                    <a:pt x="199826" y="560058"/>
                  </a:lnTo>
                  <a:lnTo>
                    <a:pt x="197904" y="560058"/>
                  </a:lnTo>
                  <a:lnTo>
                    <a:pt x="195983" y="560058"/>
                  </a:lnTo>
                  <a:lnTo>
                    <a:pt x="194061" y="560058"/>
                  </a:lnTo>
                  <a:lnTo>
                    <a:pt x="192140" y="560058"/>
                  </a:lnTo>
                  <a:lnTo>
                    <a:pt x="190219" y="560058"/>
                  </a:lnTo>
                  <a:lnTo>
                    <a:pt x="188297" y="560058"/>
                  </a:lnTo>
                  <a:lnTo>
                    <a:pt x="186376" y="560058"/>
                  </a:lnTo>
                  <a:lnTo>
                    <a:pt x="184454" y="560058"/>
                  </a:lnTo>
                  <a:lnTo>
                    <a:pt x="182533" y="560058"/>
                  </a:lnTo>
                  <a:lnTo>
                    <a:pt x="180612" y="560058"/>
                  </a:lnTo>
                  <a:lnTo>
                    <a:pt x="178690" y="560058"/>
                  </a:lnTo>
                  <a:lnTo>
                    <a:pt x="176769" y="560058"/>
                  </a:lnTo>
                  <a:lnTo>
                    <a:pt x="174847" y="560058"/>
                  </a:lnTo>
                  <a:lnTo>
                    <a:pt x="172926" y="560058"/>
                  </a:lnTo>
                  <a:lnTo>
                    <a:pt x="171005" y="560058"/>
                  </a:lnTo>
                  <a:lnTo>
                    <a:pt x="169083" y="560058"/>
                  </a:lnTo>
                  <a:lnTo>
                    <a:pt x="167162" y="560058"/>
                  </a:lnTo>
                  <a:lnTo>
                    <a:pt x="165240" y="560058"/>
                  </a:lnTo>
                  <a:lnTo>
                    <a:pt x="163319" y="560058"/>
                  </a:lnTo>
                  <a:lnTo>
                    <a:pt x="161398" y="560058"/>
                  </a:lnTo>
                  <a:lnTo>
                    <a:pt x="159476" y="560058"/>
                  </a:lnTo>
                  <a:lnTo>
                    <a:pt x="157555" y="560058"/>
                  </a:lnTo>
                  <a:lnTo>
                    <a:pt x="155633" y="560058"/>
                  </a:lnTo>
                  <a:lnTo>
                    <a:pt x="153712" y="560058"/>
                  </a:lnTo>
                  <a:lnTo>
                    <a:pt x="151791" y="560058"/>
                  </a:lnTo>
                  <a:lnTo>
                    <a:pt x="149869" y="560058"/>
                  </a:lnTo>
                  <a:lnTo>
                    <a:pt x="147948" y="560058"/>
                  </a:lnTo>
                  <a:lnTo>
                    <a:pt x="146026" y="560058"/>
                  </a:lnTo>
                  <a:lnTo>
                    <a:pt x="144105" y="560058"/>
                  </a:lnTo>
                  <a:lnTo>
                    <a:pt x="142183" y="560058"/>
                  </a:lnTo>
                  <a:lnTo>
                    <a:pt x="140262" y="560058"/>
                  </a:lnTo>
                  <a:lnTo>
                    <a:pt x="138341" y="560058"/>
                  </a:lnTo>
                  <a:lnTo>
                    <a:pt x="136419" y="560058"/>
                  </a:lnTo>
                  <a:lnTo>
                    <a:pt x="134498" y="560058"/>
                  </a:lnTo>
                  <a:lnTo>
                    <a:pt x="132576" y="560058"/>
                  </a:lnTo>
                  <a:lnTo>
                    <a:pt x="130655" y="560058"/>
                  </a:lnTo>
                  <a:lnTo>
                    <a:pt x="128734" y="560058"/>
                  </a:lnTo>
                  <a:lnTo>
                    <a:pt x="126812" y="560058"/>
                  </a:lnTo>
                  <a:lnTo>
                    <a:pt x="124891" y="560058"/>
                  </a:lnTo>
                  <a:lnTo>
                    <a:pt x="122969" y="560058"/>
                  </a:lnTo>
                  <a:lnTo>
                    <a:pt x="121048" y="560058"/>
                  </a:lnTo>
                  <a:lnTo>
                    <a:pt x="119127" y="560058"/>
                  </a:lnTo>
                  <a:lnTo>
                    <a:pt x="117205" y="560058"/>
                  </a:lnTo>
                  <a:lnTo>
                    <a:pt x="115284" y="560058"/>
                  </a:lnTo>
                  <a:lnTo>
                    <a:pt x="113362" y="560058"/>
                  </a:lnTo>
                  <a:lnTo>
                    <a:pt x="111441" y="560058"/>
                  </a:lnTo>
                  <a:lnTo>
                    <a:pt x="109520" y="560058"/>
                  </a:lnTo>
                  <a:lnTo>
                    <a:pt x="107598" y="560058"/>
                  </a:lnTo>
                  <a:lnTo>
                    <a:pt x="105677" y="560058"/>
                  </a:lnTo>
                  <a:lnTo>
                    <a:pt x="103755" y="560058"/>
                  </a:lnTo>
                  <a:lnTo>
                    <a:pt x="101834" y="560058"/>
                  </a:lnTo>
                  <a:lnTo>
                    <a:pt x="99913" y="560058"/>
                  </a:lnTo>
                  <a:lnTo>
                    <a:pt x="97991" y="560058"/>
                  </a:lnTo>
                  <a:lnTo>
                    <a:pt x="96070" y="560058"/>
                  </a:lnTo>
                  <a:lnTo>
                    <a:pt x="94148" y="560058"/>
                  </a:lnTo>
                  <a:lnTo>
                    <a:pt x="92227" y="560058"/>
                  </a:lnTo>
                  <a:lnTo>
                    <a:pt x="90306" y="560058"/>
                  </a:lnTo>
                  <a:lnTo>
                    <a:pt x="88384" y="560058"/>
                  </a:lnTo>
                  <a:lnTo>
                    <a:pt x="86463" y="560058"/>
                  </a:lnTo>
                  <a:lnTo>
                    <a:pt x="84541" y="560058"/>
                  </a:lnTo>
                  <a:lnTo>
                    <a:pt x="82620" y="560058"/>
                  </a:lnTo>
                  <a:lnTo>
                    <a:pt x="80699" y="560058"/>
                  </a:lnTo>
                  <a:lnTo>
                    <a:pt x="78777" y="560058"/>
                  </a:lnTo>
                  <a:lnTo>
                    <a:pt x="76856" y="560058"/>
                  </a:lnTo>
                  <a:lnTo>
                    <a:pt x="74934" y="560058"/>
                  </a:lnTo>
                  <a:lnTo>
                    <a:pt x="73013" y="560058"/>
                  </a:lnTo>
                  <a:lnTo>
                    <a:pt x="71091" y="560058"/>
                  </a:lnTo>
                  <a:lnTo>
                    <a:pt x="69170" y="560058"/>
                  </a:lnTo>
                  <a:lnTo>
                    <a:pt x="67249" y="560058"/>
                  </a:lnTo>
                  <a:lnTo>
                    <a:pt x="65327" y="560058"/>
                  </a:lnTo>
                  <a:lnTo>
                    <a:pt x="63406" y="560058"/>
                  </a:lnTo>
                  <a:lnTo>
                    <a:pt x="61484" y="560058"/>
                  </a:lnTo>
                  <a:lnTo>
                    <a:pt x="59563" y="560058"/>
                  </a:lnTo>
                  <a:lnTo>
                    <a:pt x="57642" y="560058"/>
                  </a:lnTo>
                  <a:lnTo>
                    <a:pt x="55720" y="560058"/>
                  </a:lnTo>
                  <a:lnTo>
                    <a:pt x="53799" y="560058"/>
                  </a:lnTo>
                  <a:lnTo>
                    <a:pt x="51877" y="560058"/>
                  </a:lnTo>
                  <a:lnTo>
                    <a:pt x="49956" y="560058"/>
                  </a:lnTo>
                  <a:lnTo>
                    <a:pt x="48035" y="560058"/>
                  </a:lnTo>
                  <a:lnTo>
                    <a:pt x="46113" y="560058"/>
                  </a:lnTo>
                  <a:lnTo>
                    <a:pt x="44192" y="560058"/>
                  </a:lnTo>
                  <a:lnTo>
                    <a:pt x="42270" y="560058"/>
                  </a:lnTo>
                  <a:lnTo>
                    <a:pt x="40349" y="560058"/>
                  </a:lnTo>
                  <a:lnTo>
                    <a:pt x="38428" y="560058"/>
                  </a:lnTo>
                  <a:lnTo>
                    <a:pt x="36506" y="560058"/>
                  </a:lnTo>
                  <a:lnTo>
                    <a:pt x="34585" y="560058"/>
                  </a:lnTo>
                  <a:lnTo>
                    <a:pt x="32663" y="560058"/>
                  </a:lnTo>
                  <a:lnTo>
                    <a:pt x="30742" y="560058"/>
                  </a:lnTo>
                  <a:lnTo>
                    <a:pt x="28821" y="560058"/>
                  </a:lnTo>
                  <a:lnTo>
                    <a:pt x="26899" y="560058"/>
                  </a:lnTo>
                  <a:lnTo>
                    <a:pt x="24978" y="560058"/>
                  </a:lnTo>
                  <a:lnTo>
                    <a:pt x="23056" y="560058"/>
                  </a:lnTo>
                  <a:lnTo>
                    <a:pt x="21135" y="560058"/>
                  </a:lnTo>
                  <a:lnTo>
                    <a:pt x="19214" y="560058"/>
                  </a:lnTo>
                  <a:lnTo>
                    <a:pt x="17292" y="560058"/>
                  </a:lnTo>
                  <a:lnTo>
                    <a:pt x="15371" y="560058"/>
                  </a:lnTo>
                  <a:lnTo>
                    <a:pt x="13449" y="560058"/>
                  </a:lnTo>
                  <a:lnTo>
                    <a:pt x="11528" y="560058"/>
                  </a:lnTo>
                  <a:lnTo>
                    <a:pt x="9607" y="560058"/>
                  </a:lnTo>
                  <a:lnTo>
                    <a:pt x="7685" y="560058"/>
                  </a:lnTo>
                  <a:lnTo>
                    <a:pt x="5764" y="560058"/>
                  </a:lnTo>
                  <a:lnTo>
                    <a:pt x="3842" y="560058"/>
                  </a:lnTo>
                  <a:lnTo>
                    <a:pt x="1921" y="56005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4248562" y="5423364"/>
              <a:ext cx="981838" cy="560058"/>
            </a:xfrm>
            <a:custGeom>
              <a:avLst/>
              <a:pathLst>
                <a:path w="981838" h="560058">
                  <a:moveTo>
                    <a:pt x="0" y="560058"/>
                  </a:moveTo>
                  <a:lnTo>
                    <a:pt x="1921" y="560058"/>
                  </a:lnTo>
                  <a:lnTo>
                    <a:pt x="3842" y="560058"/>
                  </a:lnTo>
                  <a:lnTo>
                    <a:pt x="5764" y="560058"/>
                  </a:lnTo>
                  <a:lnTo>
                    <a:pt x="7685" y="560058"/>
                  </a:lnTo>
                  <a:lnTo>
                    <a:pt x="9607" y="560058"/>
                  </a:lnTo>
                  <a:lnTo>
                    <a:pt x="11528" y="560058"/>
                  </a:lnTo>
                  <a:lnTo>
                    <a:pt x="13449" y="560058"/>
                  </a:lnTo>
                  <a:lnTo>
                    <a:pt x="15371" y="560058"/>
                  </a:lnTo>
                  <a:lnTo>
                    <a:pt x="17292" y="560058"/>
                  </a:lnTo>
                  <a:lnTo>
                    <a:pt x="19214" y="560058"/>
                  </a:lnTo>
                  <a:lnTo>
                    <a:pt x="21135" y="560058"/>
                  </a:lnTo>
                  <a:lnTo>
                    <a:pt x="23056" y="560058"/>
                  </a:lnTo>
                  <a:lnTo>
                    <a:pt x="24978" y="560058"/>
                  </a:lnTo>
                  <a:lnTo>
                    <a:pt x="26899" y="560058"/>
                  </a:lnTo>
                  <a:lnTo>
                    <a:pt x="28821" y="560058"/>
                  </a:lnTo>
                  <a:lnTo>
                    <a:pt x="30742" y="560058"/>
                  </a:lnTo>
                  <a:lnTo>
                    <a:pt x="32663" y="560058"/>
                  </a:lnTo>
                  <a:lnTo>
                    <a:pt x="34585" y="560058"/>
                  </a:lnTo>
                  <a:lnTo>
                    <a:pt x="36506" y="560058"/>
                  </a:lnTo>
                  <a:lnTo>
                    <a:pt x="38428" y="560058"/>
                  </a:lnTo>
                  <a:lnTo>
                    <a:pt x="40349" y="560058"/>
                  </a:lnTo>
                  <a:lnTo>
                    <a:pt x="42270" y="560058"/>
                  </a:lnTo>
                  <a:lnTo>
                    <a:pt x="44192" y="560058"/>
                  </a:lnTo>
                  <a:lnTo>
                    <a:pt x="46113" y="560058"/>
                  </a:lnTo>
                  <a:lnTo>
                    <a:pt x="48035" y="560057"/>
                  </a:lnTo>
                  <a:lnTo>
                    <a:pt x="49956" y="560056"/>
                  </a:lnTo>
                  <a:lnTo>
                    <a:pt x="51877" y="560054"/>
                  </a:lnTo>
                  <a:lnTo>
                    <a:pt x="53799" y="560051"/>
                  </a:lnTo>
                  <a:lnTo>
                    <a:pt x="55720" y="560045"/>
                  </a:lnTo>
                  <a:lnTo>
                    <a:pt x="57642" y="560035"/>
                  </a:lnTo>
                  <a:lnTo>
                    <a:pt x="59563" y="560018"/>
                  </a:lnTo>
                  <a:lnTo>
                    <a:pt x="61484" y="559990"/>
                  </a:lnTo>
                  <a:lnTo>
                    <a:pt x="63406" y="559948"/>
                  </a:lnTo>
                  <a:lnTo>
                    <a:pt x="65327" y="559883"/>
                  </a:lnTo>
                  <a:lnTo>
                    <a:pt x="67249" y="559790"/>
                  </a:lnTo>
                  <a:lnTo>
                    <a:pt x="69170" y="559655"/>
                  </a:lnTo>
                  <a:lnTo>
                    <a:pt x="71091" y="559466"/>
                  </a:lnTo>
                  <a:lnTo>
                    <a:pt x="73013" y="559212"/>
                  </a:lnTo>
                  <a:lnTo>
                    <a:pt x="74934" y="558883"/>
                  </a:lnTo>
                  <a:lnTo>
                    <a:pt x="76856" y="558470"/>
                  </a:lnTo>
                  <a:lnTo>
                    <a:pt x="78777" y="557968"/>
                  </a:lnTo>
                  <a:lnTo>
                    <a:pt x="80699" y="557376"/>
                  </a:lnTo>
                  <a:lnTo>
                    <a:pt x="82620" y="556697"/>
                  </a:lnTo>
                  <a:lnTo>
                    <a:pt x="84541" y="555942"/>
                  </a:lnTo>
                  <a:lnTo>
                    <a:pt x="86463" y="555127"/>
                  </a:lnTo>
                  <a:lnTo>
                    <a:pt x="88384" y="554269"/>
                  </a:lnTo>
                  <a:lnTo>
                    <a:pt x="90306" y="553391"/>
                  </a:lnTo>
                  <a:lnTo>
                    <a:pt x="92227" y="552515"/>
                  </a:lnTo>
                  <a:lnTo>
                    <a:pt x="94148" y="551664"/>
                  </a:lnTo>
                  <a:lnTo>
                    <a:pt x="96070" y="550856"/>
                  </a:lnTo>
                  <a:lnTo>
                    <a:pt x="97991" y="550102"/>
                  </a:lnTo>
                  <a:lnTo>
                    <a:pt x="99913" y="549411"/>
                  </a:lnTo>
                  <a:lnTo>
                    <a:pt x="101834" y="548789"/>
                  </a:lnTo>
                  <a:lnTo>
                    <a:pt x="103755" y="548242"/>
                  </a:lnTo>
                  <a:lnTo>
                    <a:pt x="105677" y="547773"/>
                  </a:lnTo>
                  <a:lnTo>
                    <a:pt x="107598" y="547383"/>
                  </a:lnTo>
                  <a:lnTo>
                    <a:pt x="109520" y="547070"/>
                  </a:lnTo>
                  <a:lnTo>
                    <a:pt x="111441" y="546828"/>
                  </a:lnTo>
                  <a:lnTo>
                    <a:pt x="113362" y="546642"/>
                  </a:lnTo>
                  <a:lnTo>
                    <a:pt x="115284" y="546489"/>
                  </a:lnTo>
                  <a:lnTo>
                    <a:pt x="117205" y="546330"/>
                  </a:lnTo>
                  <a:lnTo>
                    <a:pt x="119127" y="546117"/>
                  </a:lnTo>
                  <a:lnTo>
                    <a:pt x="121048" y="545803"/>
                  </a:lnTo>
                  <a:lnTo>
                    <a:pt x="122969" y="545340"/>
                  </a:lnTo>
                  <a:lnTo>
                    <a:pt x="124891" y="544692"/>
                  </a:lnTo>
                  <a:lnTo>
                    <a:pt x="126812" y="543833"/>
                  </a:lnTo>
                  <a:lnTo>
                    <a:pt x="128734" y="542755"/>
                  </a:lnTo>
                  <a:lnTo>
                    <a:pt x="130655" y="541467"/>
                  </a:lnTo>
                  <a:lnTo>
                    <a:pt x="132576" y="539996"/>
                  </a:lnTo>
                  <a:lnTo>
                    <a:pt x="134498" y="538383"/>
                  </a:lnTo>
                  <a:lnTo>
                    <a:pt x="136419" y="536681"/>
                  </a:lnTo>
                  <a:lnTo>
                    <a:pt x="138341" y="534949"/>
                  </a:lnTo>
                  <a:lnTo>
                    <a:pt x="140262" y="533252"/>
                  </a:lnTo>
                  <a:lnTo>
                    <a:pt x="142183" y="531652"/>
                  </a:lnTo>
                  <a:lnTo>
                    <a:pt x="144105" y="530195"/>
                  </a:lnTo>
                  <a:lnTo>
                    <a:pt x="146026" y="528917"/>
                  </a:lnTo>
                  <a:lnTo>
                    <a:pt x="147948" y="527843"/>
                  </a:lnTo>
                  <a:lnTo>
                    <a:pt x="149869" y="526986"/>
                  </a:lnTo>
                  <a:lnTo>
                    <a:pt x="151791" y="526349"/>
                  </a:lnTo>
                  <a:lnTo>
                    <a:pt x="153712" y="525920"/>
                  </a:lnTo>
                  <a:lnTo>
                    <a:pt x="155633" y="525681"/>
                  </a:lnTo>
                  <a:lnTo>
                    <a:pt x="157555" y="525606"/>
                  </a:lnTo>
                  <a:lnTo>
                    <a:pt x="159476" y="525664"/>
                  </a:lnTo>
                  <a:lnTo>
                    <a:pt x="161398" y="525828"/>
                  </a:lnTo>
                  <a:lnTo>
                    <a:pt x="163319" y="526075"/>
                  </a:lnTo>
                  <a:lnTo>
                    <a:pt x="165240" y="526385"/>
                  </a:lnTo>
                  <a:lnTo>
                    <a:pt x="167162" y="526747"/>
                  </a:lnTo>
                  <a:lnTo>
                    <a:pt x="169083" y="527156"/>
                  </a:lnTo>
                  <a:lnTo>
                    <a:pt x="171005" y="527612"/>
                  </a:lnTo>
                  <a:lnTo>
                    <a:pt x="172926" y="528111"/>
                  </a:lnTo>
                  <a:lnTo>
                    <a:pt x="174847" y="528647"/>
                  </a:lnTo>
                  <a:lnTo>
                    <a:pt x="176769" y="529205"/>
                  </a:lnTo>
                  <a:lnTo>
                    <a:pt x="178690" y="529765"/>
                  </a:lnTo>
                  <a:lnTo>
                    <a:pt x="180612" y="530300"/>
                  </a:lnTo>
                  <a:lnTo>
                    <a:pt x="182533" y="530782"/>
                  </a:lnTo>
                  <a:lnTo>
                    <a:pt x="184454" y="531186"/>
                  </a:lnTo>
                  <a:lnTo>
                    <a:pt x="186376" y="531485"/>
                  </a:lnTo>
                  <a:lnTo>
                    <a:pt x="188297" y="531661"/>
                  </a:lnTo>
                  <a:lnTo>
                    <a:pt x="190219" y="531722"/>
                  </a:lnTo>
                  <a:lnTo>
                    <a:pt x="192140" y="531679"/>
                  </a:lnTo>
                  <a:lnTo>
                    <a:pt x="194061" y="531552"/>
                  </a:lnTo>
                  <a:lnTo>
                    <a:pt x="195983" y="531367"/>
                  </a:lnTo>
                  <a:lnTo>
                    <a:pt x="197904" y="531155"/>
                  </a:lnTo>
                  <a:lnTo>
                    <a:pt x="199826" y="530948"/>
                  </a:lnTo>
                  <a:lnTo>
                    <a:pt x="201747" y="530774"/>
                  </a:lnTo>
                  <a:lnTo>
                    <a:pt x="203668" y="530656"/>
                  </a:lnTo>
                  <a:lnTo>
                    <a:pt x="205590" y="530611"/>
                  </a:lnTo>
                  <a:lnTo>
                    <a:pt x="207511" y="530641"/>
                  </a:lnTo>
                  <a:lnTo>
                    <a:pt x="209433" y="530741"/>
                  </a:lnTo>
                  <a:lnTo>
                    <a:pt x="211354" y="530888"/>
                  </a:lnTo>
                  <a:lnTo>
                    <a:pt x="213275" y="531043"/>
                  </a:lnTo>
                  <a:lnTo>
                    <a:pt x="215197" y="531161"/>
                  </a:lnTo>
                  <a:lnTo>
                    <a:pt x="217118" y="531191"/>
                  </a:lnTo>
                  <a:lnTo>
                    <a:pt x="219040" y="531084"/>
                  </a:lnTo>
                  <a:lnTo>
                    <a:pt x="220961" y="530789"/>
                  </a:lnTo>
                  <a:lnTo>
                    <a:pt x="222883" y="530266"/>
                  </a:lnTo>
                  <a:lnTo>
                    <a:pt x="224804" y="529486"/>
                  </a:lnTo>
                  <a:lnTo>
                    <a:pt x="226725" y="528436"/>
                  </a:lnTo>
                  <a:lnTo>
                    <a:pt x="228647" y="527123"/>
                  </a:lnTo>
                  <a:lnTo>
                    <a:pt x="230568" y="525575"/>
                  </a:lnTo>
                  <a:lnTo>
                    <a:pt x="232490" y="523842"/>
                  </a:lnTo>
                  <a:lnTo>
                    <a:pt x="234411" y="521986"/>
                  </a:lnTo>
                  <a:lnTo>
                    <a:pt x="236332" y="520099"/>
                  </a:lnTo>
                  <a:lnTo>
                    <a:pt x="238254" y="518255"/>
                  </a:lnTo>
                  <a:lnTo>
                    <a:pt x="240175" y="516510"/>
                  </a:lnTo>
                  <a:lnTo>
                    <a:pt x="242097" y="514899"/>
                  </a:lnTo>
                  <a:lnTo>
                    <a:pt x="244018" y="513428"/>
                  </a:lnTo>
                  <a:lnTo>
                    <a:pt x="245939" y="512073"/>
                  </a:lnTo>
                  <a:lnTo>
                    <a:pt x="247861" y="510782"/>
                  </a:lnTo>
                  <a:lnTo>
                    <a:pt x="249782" y="509483"/>
                  </a:lnTo>
                  <a:lnTo>
                    <a:pt x="251704" y="508094"/>
                  </a:lnTo>
                  <a:lnTo>
                    <a:pt x="253625" y="506537"/>
                  </a:lnTo>
                  <a:lnTo>
                    <a:pt x="255546" y="504748"/>
                  </a:lnTo>
                  <a:lnTo>
                    <a:pt x="257468" y="502673"/>
                  </a:lnTo>
                  <a:lnTo>
                    <a:pt x="259389" y="500318"/>
                  </a:lnTo>
                  <a:lnTo>
                    <a:pt x="261311" y="497729"/>
                  </a:lnTo>
                  <a:lnTo>
                    <a:pt x="263232" y="494959"/>
                  </a:lnTo>
                  <a:lnTo>
                    <a:pt x="265153" y="492066"/>
                  </a:lnTo>
                  <a:lnTo>
                    <a:pt x="267075" y="489099"/>
                  </a:lnTo>
                  <a:lnTo>
                    <a:pt x="268996" y="486075"/>
                  </a:lnTo>
                  <a:lnTo>
                    <a:pt x="270918" y="482970"/>
                  </a:lnTo>
                  <a:lnTo>
                    <a:pt x="272839" y="479703"/>
                  </a:lnTo>
                  <a:lnTo>
                    <a:pt x="274760" y="476132"/>
                  </a:lnTo>
                  <a:lnTo>
                    <a:pt x="276682" y="472048"/>
                  </a:lnTo>
                  <a:lnTo>
                    <a:pt x="278603" y="467180"/>
                  </a:lnTo>
                  <a:lnTo>
                    <a:pt x="280525" y="461134"/>
                  </a:lnTo>
                  <a:lnTo>
                    <a:pt x="282446" y="453447"/>
                  </a:lnTo>
                  <a:lnTo>
                    <a:pt x="284367" y="443764"/>
                  </a:lnTo>
                  <a:lnTo>
                    <a:pt x="286289" y="431656"/>
                  </a:lnTo>
                  <a:lnTo>
                    <a:pt x="288210" y="416702"/>
                  </a:lnTo>
                  <a:lnTo>
                    <a:pt x="290132" y="398519"/>
                  </a:lnTo>
                  <a:lnTo>
                    <a:pt x="292053" y="376793"/>
                  </a:lnTo>
                  <a:lnTo>
                    <a:pt x="293975" y="351317"/>
                  </a:lnTo>
                  <a:lnTo>
                    <a:pt x="295896" y="322041"/>
                  </a:lnTo>
                  <a:lnTo>
                    <a:pt x="297817" y="289117"/>
                  </a:lnTo>
                  <a:lnTo>
                    <a:pt x="299739" y="252955"/>
                  </a:lnTo>
                  <a:lnTo>
                    <a:pt x="301660" y="214266"/>
                  </a:lnTo>
                  <a:lnTo>
                    <a:pt x="303582" y="174091"/>
                  </a:lnTo>
                  <a:lnTo>
                    <a:pt x="305503" y="134038"/>
                  </a:lnTo>
                  <a:lnTo>
                    <a:pt x="307424" y="95973"/>
                  </a:lnTo>
                  <a:lnTo>
                    <a:pt x="309346" y="61813"/>
                  </a:lnTo>
                  <a:lnTo>
                    <a:pt x="311267" y="33502"/>
                  </a:lnTo>
                  <a:lnTo>
                    <a:pt x="313189" y="12843"/>
                  </a:lnTo>
                  <a:lnTo>
                    <a:pt x="315110" y="1332"/>
                  </a:lnTo>
                  <a:lnTo>
                    <a:pt x="317031" y="0"/>
                  </a:lnTo>
                  <a:lnTo>
                    <a:pt x="318953" y="9290"/>
                  </a:lnTo>
                  <a:lnTo>
                    <a:pt x="320874" y="28995"/>
                  </a:lnTo>
                  <a:lnTo>
                    <a:pt x="322796" y="58252"/>
                  </a:lnTo>
                  <a:lnTo>
                    <a:pt x="324717" y="95603"/>
                  </a:lnTo>
                  <a:lnTo>
                    <a:pt x="326638" y="139126"/>
                  </a:lnTo>
                  <a:lnTo>
                    <a:pt x="328560" y="186723"/>
                  </a:lnTo>
                  <a:lnTo>
                    <a:pt x="330481" y="235525"/>
                  </a:lnTo>
                  <a:lnTo>
                    <a:pt x="332403" y="283458"/>
                  </a:lnTo>
                  <a:lnTo>
                    <a:pt x="334324" y="328785"/>
                  </a:lnTo>
                  <a:lnTo>
                    <a:pt x="336245" y="370185"/>
                  </a:lnTo>
                  <a:lnTo>
                    <a:pt x="338167" y="406786"/>
                  </a:lnTo>
                  <a:lnTo>
                    <a:pt x="340088" y="438152"/>
                  </a:lnTo>
                  <a:lnTo>
                    <a:pt x="342010" y="464221"/>
                  </a:lnTo>
                  <a:lnTo>
                    <a:pt x="343931" y="485233"/>
                  </a:lnTo>
                  <a:lnTo>
                    <a:pt x="345852" y="501635"/>
                  </a:lnTo>
                  <a:lnTo>
                    <a:pt x="347774" y="513993"/>
                  </a:lnTo>
                  <a:lnTo>
                    <a:pt x="349695" y="522912"/>
                  </a:lnTo>
                  <a:lnTo>
                    <a:pt x="351617" y="528804"/>
                  </a:lnTo>
                  <a:lnTo>
                    <a:pt x="353538" y="532400"/>
                  </a:lnTo>
                  <a:lnTo>
                    <a:pt x="355459" y="534168"/>
                  </a:lnTo>
                  <a:lnTo>
                    <a:pt x="357381" y="534438"/>
                  </a:lnTo>
                  <a:lnTo>
                    <a:pt x="359302" y="533465"/>
                  </a:lnTo>
                  <a:lnTo>
                    <a:pt x="361224" y="531446"/>
                  </a:lnTo>
                  <a:lnTo>
                    <a:pt x="363145" y="528534"/>
                  </a:lnTo>
                  <a:lnTo>
                    <a:pt x="365067" y="524847"/>
                  </a:lnTo>
                  <a:lnTo>
                    <a:pt x="366988" y="520485"/>
                  </a:lnTo>
                  <a:lnTo>
                    <a:pt x="368909" y="515534"/>
                  </a:lnTo>
                  <a:lnTo>
                    <a:pt x="370831" y="510071"/>
                  </a:lnTo>
                  <a:lnTo>
                    <a:pt x="372752" y="504175"/>
                  </a:lnTo>
                  <a:lnTo>
                    <a:pt x="374674" y="497916"/>
                  </a:lnTo>
                  <a:lnTo>
                    <a:pt x="376595" y="491411"/>
                  </a:lnTo>
                  <a:lnTo>
                    <a:pt x="378516" y="484797"/>
                  </a:lnTo>
                  <a:lnTo>
                    <a:pt x="380438" y="478224"/>
                  </a:lnTo>
                  <a:lnTo>
                    <a:pt x="382359" y="471874"/>
                  </a:lnTo>
                  <a:lnTo>
                    <a:pt x="384281" y="465956"/>
                  </a:lnTo>
                  <a:lnTo>
                    <a:pt x="386202" y="460701"/>
                  </a:lnTo>
                  <a:lnTo>
                    <a:pt x="388123" y="456348"/>
                  </a:lnTo>
                  <a:lnTo>
                    <a:pt x="390045" y="453127"/>
                  </a:lnTo>
                  <a:lnTo>
                    <a:pt x="391966" y="451241"/>
                  </a:lnTo>
                  <a:lnTo>
                    <a:pt x="393888" y="450843"/>
                  </a:lnTo>
                  <a:lnTo>
                    <a:pt x="395809" y="452018"/>
                  </a:lnTo>
                  <a:lnTo>
                    <a:pt x="397730" y="454827"/>
                  </a:lnTo>
                  <a:lnTo>
                    <a:pt x="399652" y="459205"/>
                  </a:lnTo>
                  <a:lnTo>
                    <a:pt x="401573" y="464870"/>
                  </a:lnTo>
                  <a:lnTo>
                    <a:pt x="403495" y="471576"/>
                  </a:lnTo>
                  <a:lnTo>
                    <a:pt x="405416" y="479036"/>
                  </a:lnTo>
                  <a:lnTo>
                    <a:pt x="407337" y="486946"/>
                  </a:lnTo>
                  <a:lnTo>
                    <a:pt x="409259" y="495007"/>
                  </a:lnTo>
                  <a:lnTo>
                    <a:pt x="411180" y="502944"/>
                  </a:lnTo>
                  <a:lnTo>
                    <a:pt x="413102" y="510524"/>
                  </a:lnTo>
                  <a:lnTo>
                    <a:pt x="415023" y="517562"/>
                  </a:lnTo>
                  <a:lnTo>
                    <a:pt x="416944" y="523930"/>
                  </a:lnTo>
                  <a:lnTo>
                    <a:pt x="418866" y="529553"/>
                  </a:lnTo>
                  <a:lnTo>
                    <a:pt x="420787" y="534393"/>
                  </a:lnTo>
                  <a:lnTo>
                    <a:pt x="422709" y="538415"/>
                  </a:lnTo>
                  <a:lnTo>
                    <a:pt x="424630" y="541735"/>
                  </a:lnTo>
                  <a:lnTo>
                    <a:pt x="426551" y="544416"/>
                  </a:lnTo>
                  <a:lnTo>
                    <a:pt x="428473" y="546533"/>
                  </a:lnTo>
                  <a:lnTo>
                    <a:pt x="430394" y="548160"/>
                  </a:lnTo>
                  <a:lnTo>
                    <a:pt x="432316" y="549373"/>
                  </a:lnTo>
                  <a:lnTo>
                    <a:pt x="434237" y="550243"/>
                  </a:lnTo>
                  <a:lnTo>
                    <a:pt x="436159" y="550834"/>
                  </a:lnTo>
                  <a:lnTo>
                    <a:pt x="438080" y="551205"/>
                  </a:lnTo>
                  <a:lnTo>
                    <a:pt x="440001" y="551407"/>
                  </a:lnTo>
                  <a:lnTo>
                    <a:pt x="441923" y="551484"/>
                  </a:lnTo>
                  <a:lnTo>
                    <a:pt x="443844" y="551470"/>
                  </a:lnTo>
                  <a:lnTo>
                    <a:pt x="445766" y="551386"/>
                  </a:lnTo>
                  <a:lnTo>
                    <a:pt x="447687" y="551256"/>
                  </a:lnTo>
                  <a:lnTo>
                    <a:pt x="449608" y="551090"/>
                  </a:lnTo>
                  <a:lnTo>
                    <a:pt x="451530" y="550890"/>
                  </a:lnTo>
                  <a:lnTo>
                    <a:pt x="453451" y="550659"/>
                  </a:lnTo>
                  <a:lnTo>
                    <a:pt x="455373" y="550398"/>
                  </a:lnTo>
                  <a:lnTo>
                    <a:pt x="457294" y="550111"/>
                  </a:lnTo>
                  <a:lnTo>
                    <a:pt x="459215" y="549806"/>
                  </a:lnTo>
                  <a:lnTo>
                    <a:pt x="461137" y="549497"/>
                  </a:lnTo>
                  <a:lnTo>
                    <a:pt x="463058" y="549199"/>
                  </a:lnTo>
                  <a:lnTo>
                    <a:pt x="464980" y="548932"/>
                  </a:lnTo>
                  <a:lnTo>
                    <a:pt x="466901" y="548716"/>
                  </a:lnTo>
                  <a:lnTo>
                    <a:pt x="468822" y="548574"/>
                  </a:lnTo>
                  <a:lnTo>
                    <a:pt x="470744" y="548513"/>
                  </a:lnTo>
                  <a:lnTo>
                    <a:pt x="472665" y="548529"/>
                  </a:lnTo>
                  <a:lnTo>
                    <a:pt x="474587" y="548611"/>
                  </a:lnTo>
                  <a:lnTo>
                    <a:pt x="476508" y="548737"/>
                  </a:lnTo>
                  <a:lnTo>
                    <a:pt x="478429" y="548879"/>
                  </a:lnTo>
                  <a:lnTo>
                    <a:pt x="480351" y="549004"/>
                  </a:lnTo>
                  <a:lnTo>
                    <a:pt x="482272" y="549077"/>
                  </a:lnTo>
                  <a:lnTo>
                    <a:pt x="484194" y="549065"/>
                  </a:lnTo>
                  <a:lnTo>
                    <a:pt x="486115" y="548939"/>
                  </a:lnTo>
                  <a:lnTo>
                    <a:pt x="488036" y="548674"/>
                  </a:lnTo>
                  <a:lnTo>
                    <a:pt x="489958" y="548253"/>
                  </a:lnTo>
                  <a:lnTo>
                    <a:pt x="491879" y="547655"/>
                  </a:lnTo>
                  <a:lnTo>
                    <a:pt x="493801" y="546874"/>
                  </a:lnTo>
                  <a:lnTo>
                    <a:pt x="495722" y="545916"/>
                  </a:lnTo>
                  <a:lnTo>
                    <a:pt x="497643" y="544783"/>
                  </a:lnTo>
                  <a:lnTo>
                    <a:pt x="499565" y="543479"/>
                  </a:lnTo>
                  <a:lnTo>
                    <a:pt x="501486" y="542010"/>
                  </a:lnTo>
                  <a:lnTo>
                    <a:pt x="503408" y="540389"/>
                  </a:lnTo>
                  <a:lnTo>
                    <a:pt x="505329" y="538632"/>
                  </a:lnTo>
                  <a:lnTo>
                    <a:pt x="507250" y="536763"/>
                  </a:lnTo>
                  <a:lnTo>
                    <a:pt x="509172" y="534814"/>
                  </a:lnTo>
                  <a:lnTo>
                    <a:pt x="511093" y="532826"/>
                  </a:lnTo>
                  <a:lnTo>
                    <a:pt x="513015" y="530846"/>
                  </a:lnTo>
                  <a:lnTo>
                    <a:pt x="514936" y="528933"/>
                  </a:lnTo>
                  <a:lnTo>
                    <a:pt x="516858" y="527161"/>
                  </a:lnTo>
                  <a:lnTo>
                    <a:pt x="518779" y="525582"/>
                  </a:lnTo>
                  <a:lnTo>
                    <a:pt x="520700" y="524250"/>
                  </a:lnTo>
                  <a:lnTo>
                    <a:pt x="522622" y="523207"/>
                  </a:lnTo>
                  <a:lnTo>
                    <a:pt x="524543" y="522481"/>
                  </a:lnTo>
                  <a:lnTo>
                    <a:pt x="526465" y="522087"/>
                  </a:lnTo>
                  <a:lnTo>
                    <a:pt x="528386" y="522019"/>
                  </a:lnTo>
                  <a:lnTo>
                    <a:pt x="530307" y="522257"/>
                  </a:lnTo>
                  <a:lnTo>
                    <a:pt x="532229" y="522766"/>
                  </a:lnTo>
                  <a:lnTo>
                    <a:pt x="534150" y="523499"/>
                  </a:lnTo>
                  <a:lnTo>
                    <a:pt x="536072" y="524401"/>
                  </a:lnTo>
                  <a:lnTo>
                    <a:pt x="537993" y="525417"/>
                  </a:lnTo>
                  <a:lnTo>
                    <a:pt x="539914" y="526490"/>
                  </a:lnTo>
                  <a:lnTo>
                    <a:pt x="541836" y="527567"/>
                  </a:lnTo>
                  <a:lnTo>
                    <a:pt x="543757" y="528619"/>
                  </a:lnTo>
                  <a:lnTo>
                    <a:pt x="545679" y="529628"/>
                  </a:lnTo>
                  <a:lnTo>
                    <a:pt x="547600" y="530592"/>
                  </a:lnTo>
                  <a:lnTo>
                    <a:pt x="549521" y="531519"/>
                  </a:lnTo>
                  <a:lnTo>
                    <a:pt x="551443" y="532427"/>
                  </a:lnTo>
                  <a:lnTo>
                    <a:pt x="553364" y="533335"/>
                  </a:lnTo>
                  <a:lnTo>
                    <a:pt x="555286" y="534267"/>
                  </a:lnTo>
                  <a:lnTo>
                    <a:pt x="557207" y="535238"/>
                  </a:lnTo>
                  <a:lnTo>
                    <a:pt x="559128" y="536262"/>
                  </a:lnTo>
                  <a:lnTo>
                    <a:pt x="561050" y="537342"/>
                  </a:lnTo>
                  <a:lnTo>
                    <a:pt x="562971" y="538476"/>
                  </a:lnTo>
                  <a:lnTo>
                    <a:pt x="564893" y="539645"/>
                  </a:lnTo>
                  <a:lnTo>
                    <a:pt x="566814" y="540832"/>
                  </a:lnTo>
                  <a:lnTo>
                    <a:pt x="568735" y="542015"/>
                  </a:lnTo>
                  <a:lnTo>
                    <a:pt x="570657" y="543176"/>
                  </a:lnTo>
                  <a:lnTo>
                    <a:pt x="572578" y="544300"/>
                  </a:lnTo>
                  <a:lnTo>
                    <a:pt x="574500" y="545374"/>
                  </a:lnTo>
                  <a:lnTo>
                    <a:pt x="576421" y="546394"/>
                  </a:lnTo>
                  <a:lnTo>
                    <a:pt x="578342" y="547360"/>
                  </a:lnTo>
                  <a:lnTo>
                    <a:pt x="580264" y="548277"/>
                  </a:lnTo>
                  <a:lnTo>
                    <a:pt x="582185" y="549154"/>
                  </a:lnTo>
                  <a:lnTo>
                    <a:pt x="584107" y="550000"/>
                  </a:lnTo>
                  <a:lnTo>
                    <a:pt x="586028" y="550821"/>
                  </a:lnTo>
                  <a:lnTo>
                    <a:pt x="587950" y="551623"/>
                  </a:lnTo>
                  <a:lnTo>
                    <a:pt x="589871" y="552408"/>
                  </a:lnTo>
                  <a:lnTo>
                    <a:pt x="591792" y="553170"/>
                  </a:lnTo>
                  <a:lnTo>
                    <a:pt x="593714" y="553902"/>
                  </a:lnTo>
                  <a:lnTo>
                    <a:pt x="595635" y="554598"/>
                  </a:lnTo>
                  <a:lnTo>
                    <a:pt x="597557" y="555250"/>
                  </a:lnTo>
                  <a:lnTo>
                    <a:pt x="599478" y="555851"/>
                  </a:lnTo>
                  <a:lnTo>
                    <a:pt x="601399" y="556398"/>
                  </a:lnTo>
                  <a:lnTo>
                    <a:pt x="603321" y="556890"/>
                  </a:lnTo>
                  <a:lnTo>
                    <a:pt x="605242" y="557325"/>
                  </a:lnTo>
                  <a:lnTo>
                    <a:pt x="607164" y="557705"/>
                  </a:lnTo>
                  <a:lnTo>
                    <a:pt x="609085" y="558024"/>
                  </a:lnTo>
                  <a:lnTo>
                    <a:pt x="611006" y="558279"/>
                  </a:lnTo>
                  <a:lnTo>
                    <a:pt x="612928" y="558465"/>
                  </a:lnTo>
                  <a:lnTo>
                    <a:pt x="614849" y="558573"/>
                  </a:lnTo>
                  <a:lnTo>
                    <a:pt x="616771" y="558593"/>
                  </a:lnTo>
                  <a:lnTo>
                    <a:pt x="618692" y="558513"/>
                  </a:lnTo>
                  <a:lnTo>
                    <a:pt x="620613" y="558326"/>
                  </a:lnTo>
                  <a:lnTo>
                    <a:pt x="622535" y="558027"/>
                  </a:lnTo>
                  <a:lnTo>
                    <a:pt x="624456" y="557616"/>
                  </a:lnTo>
                  <a:lnTo>
                    <a:pt x="626378" y="557104"/>
                  </a:lnTo>
                  <a:lnTo>
                    <a:pt x="628299" y="556507"/>
                  </a:lnTo>
                  <a:lnTo>
                    <a:pt x="630220" y="555853"/>
                  </a:lnTo>
                  <a:lnTo>
                    <a:pt x="632142" y="555175"/>
                  </a:lnTo>
                  <a:lnTo>
                    <a:pt x="634063" y="554521"/>
                  </a:lnTo>
                  <a:lnTo>
                    <a:pt x="635985" y="553934"/>
                  </a:lnTo>
                  <a:lnTo>
                    <a:pt x="637906" y="553450"/>
                  </a:lnTo>
                  <a:lnTo>
                    <a:pt x="639827" y="553096"/>
                  </a:lnTo>
                  <a:lnTo>
                    <a:pt x="641749" y="552889"/>
                  </a:lnTo>
                  <a:lnTo>
                    <a:pt x="643670" y="552830"/>
                  </a:lnTo>
                  <a:lnTo>
                    <a:pt x="645592" y="552910"/>
                  </a:lnTo>
                  <a:lnTo>
                    <a:pt x="647513" y="553107"/>
                  </a:lnTo>
                  <a:lnTo>
                    <a:pt x="649434" y="553389"/>
                  </a:lnTo>
                  <a:lnTo>
                    <a:pt x="651356" y="553724"/>
                  </a:lnTo>
                  <a:lnTo>
                    <a:pt x="653277" y="554078"/>
                  </a:lnTo>
                  <a:lnTo>
                    <a:pt x="655199" y="554422"/>
                  </a:lnTo>
                  <a:lnTo>
                    <a:pt x="657120" y="554725"/>
                  </a:lnTo>
                  <a:lnTo>
                    <a:pt x="659042" y="554977"/>
                  </a:lnTo>
                  <a:lnTo>
                    <a:pt x="660963" y="555168"/>
                  </a:lnTo>
                  <a:lnTo>
                    <a:pt x="662884" y="555294"/>
                  </a:lnTo>
                  <a:lnTo>
                    <a:pt x="664806" y="555356"/>
                  </a:lnTo>
                  <a:lnTo>
                    <a:pt x="666727" y="555354"/>
                  </a:lnTo>
                  <a:lnTo>
                    <a:pt x="668649" y="555289"/>
                  </a:lnTo>
                  <a:lnTo>
                    <a:pt x="670570" y="555165"/>
                  </a:lnTo>
                  <a:lnTo>
                    <a:pt x="672491" y="554988"/>
                  </a:lnTo>
                  <a:lnTo>
                    <a:pt x="674413" y="554767"/>
                  </a:lnTo>
                  <a:lnTo>
                    <a:pt x="676334" y="554513"/>
                  </a:lnTo>
                  <a:lnTo>
                    <a:pt x="678256" y="554240"/>
                  </a:lnTo>
                  <a:lnTo>
                    <a:pt x="680177" y="553964"/>
                  </a:lnTo>
                  <a:lnTo>
                    <a:pt x="682098" y="553700"/>
                  </a:lnTo>
                  <a:lnTo>
                    <a:pt x="684020" y="553455"/>
                  </a:lnTo>
                  <a:lnTo>
                    <a:pt x="685941" y="553234"/>
                  </a:lnTo>
                  <a:lnTo>
                    <a:pt x="687863" y="553034"/>
                  </a:lnTo>
                  <a:lnTo>
                    <a:pt x="689784" y="552849"/>
                  </a:lnTo>
                  <a:lnTo>
                    <a:pt x="691705" y="552673"/>
                  </a:lnTo>
                  <a:lnTo>
                    <a:pt x="693627" y="552500"/>
                  </a:lnTo>
                  <a:lnTo>
                    <a:pt x="695548" y="552330"/>
                  </a:lnTo>
                  <a:lnTo>
                    <a:pt x="697470" y="552169"/>
                  </a:lnTo>
                  <a:lnTo>
                    <a:pt x="699391" y="552031"/>
                  </a:lnTo>
                  <a:lnTo>
                    <a:pt x="701312" y="551936"/>
                  </a:lnTo>
                  <a:lnTo>
                    <a:pt x="703234" y="551915"/>
                  </a:lnTo>
                  <a:lnTo>
                    <a:pt x="705155" y="551992"/>
                  </a:lnTo>
                  <a:lnTo>
                    <a:pt x="707077" y="552180"/>
                  </a:lnTo>
                  <a:lnTo>
                    <a:pt x="708998" y="552485"/>
                  </a:lnTo>
                  <a:lnTo>
                    <a:pt x="710919" y="552900"/>
                  </a:lnTo>
                  <a:lnTo>
                    <a:pt x="712841" y="553407"/>
                  </a:lnTo>
                  <a:lnTo>
                    <a:pt x="714762" y="553981"/>
                  </a:lnTo>
                  <a:lnTo>
                    <a:pt x="716684" y="554589"/>
                  </a:lnTo>
                  <a:lnTo>
                    <a:pt x="718605" y="555200"/>
                  </a:lnTo>
                  <a:lnTo>
                    <a:pt x="720526" y="555783"/>
                  </a:lnTo>
                  <a:lnTo>
                    <a:pt x="722448" y="556316"/>
                  </a:lnTo>
                  <a:lnTo>
                    <a:pt x="724369" y="556786"/>
                  </a:lnTo>
                  <a:lnTo>
                    <a:pt x="726291" y="557187"/>
                  </a:lnTo>
                  <a:lnTo>
                    <a:pt x="728212" y="557523"/>
                  </a:lnTo>
                  <a:lnTo>
                    <a:pt x="730134" y="557809"/>
                  </a:lnTo>
                  <a:lnTo>
                    <a:pt x="732055" y="558059"/>
                  </a:lnTo>
                  <a:lnTo>
                    <a:pt x="733976" y="558283"/>
                  </a:lnTo>
                  <a:lnTo>
                    <a:pt x="735898" y="558492"/>
                  </a:lnTo>
                  <a:lnTo>
                    <a:pt x="737819" y="558692"/>
                  </a:lnTo>
                  <a:lnTo>
                    <a:pt x="739741" y="558884"/>
                  </a:lnTo>
                  <a:lnTo>
                    <a:pt x="741662" y="559068"/>
                  </a:lnTo>
                  <a:lnTo>
                    <a:pt x="743583" y="559242"/>
                  </a:lnTo>
                  <a:lnTo>
                    <a:pt x="745505" y="559402"/>
                  </a:lnTo>
                  <a:lnTo>
                    <a:pt x="747426" y="559545"/>
                  </a:lnTo>
                  <a:lnTo>
                    <a:pt x="749348" y="559668"/>
                  </a:lnTo>
                  <a:lnTo>
                    <a:pt x="751269" y="559769"/>
                  </a:lnTo>
                  <a:lnTo>
                    <a:pt x="753190" y="559849"/>
                  </a:lnTo>
                  <a:lnTo>
                    <a:pt x="755112" y="559911"/>
                  </a:lnTo>
                  <a:lnTo>
                    <a:pt x="757033" y="559958"/>
                  </a:lnTo>
                  <a:lnTo>
                    <a:pt x="758955" y="559991"/>
                  </a:lnTo>
                  <a:lnTo>
                    <a:pt x="760876" y="560014"/>
                  </a:lnTo>
                  <a:lnTo>
                    <a:pt x="762797" y="560027"/>
                  </a:lnTo>
                  <a:lnTo>
                    <a:pt x="764719" y="560034"/>
                  </a:lnTo>
                  <a:lnTo>
                    <a:pt x="766640" y="560035"/>
                  </a:lnTo>
                  <a:lnTo>
                    <a:pt x="768562" y="560030"/>
                  </a:lnTo>
                  <a:lnTo>
                    <a:pt x="770483" y="560018"/>
                  </a:lnTo>
                  <a:lnTo>
                    <a:pt x="772404" y="559998"/>
                  </a:lnTo>
                  <a:lnTo>
                    <a:pt x="774326" y="559967"/>
                  </a:lnTo>
                  <a:lnTo>
                    <a:pt x="776247" y="559923"/>
                  </a:lnTo>
                  <a:lnTo>
                    <a:pt x="778169" y="559864"/>
                  </a:lnTo>
                  <a:lnTo>
                    <a:pt x="780090" y="559788"/>
                  </a:lnTo>
                  <a:lnTo>
                    <a:pt x="782011" y="559693"/>
                  </a:lnTo>
                  <a:lnTo>
                    <a:pt x="783933" y="559579"/>
                  </a:lnTo>
                  <a:lnTo>
                    <a:pt x="785854" y="559449"/>
                  </a:lnTo>
                  <a:lnTo>
                    <a:pt x="787776" y="559308"/>
                  </a:lnTo>
                  <a:lnTo>
                    <a:pt x="789697" y="559160"/>
                  </a:lnTo>
                  <a:lnTo>
                    <a:pt x="791618" y="559016"/>
                  </a:lnTo>
                  <a:lnTo>
                    <a:pt x="793540" y="558883"/>
                  </a:lnTo>
                  <a:lnTo>
                    <a:pt x="795461" y="558773"/>
                  </a:lnTo>
                  <a:lnTo>
                    <a:pt x="797383" y="558697"/>
                  </a:lnTo>
                  <a:lnTo>
                    <a:pt x="799304" y="558661"/>
                  </a:lnTo>
                  <a:lnTo>
                    <a:pt x="801226" y="558666"/>
                  </a:lnTo>
                  <a:lnTo>
                    <a:pt x="803147" y="558713"/>
                  </a:lnTo>
                  <a:lnTo>
                    <a:pt x="805068" y="558797"/>
                  </a:lnTo>
                  <a:lnTo>
                    <a:pt x="806990" y="558910"/>
                  </a:lnTo>
                  <a:lnTo>
                    <a:pt x="808911" y="559045"/>
                  </a:lnTo>
                  <a:lnTo>
                    <a:pt x="810833" y="559190"/>
                  </a:lnTo>
                  <a:lnTo>
                    <a:pt x="812754" y="559336"/>
                  </a:lnTo>
                  <a:lnTo>
                    <a:pt x="814675" y="559476"/>
                  </a:lnTo>
                  <a:lnTo>
                    <a:pt x="816597" y="559602"/>
                  </a:lnTo>
                  <a:lnTo>
                    <a:pt x="818518" y="559711"/>
                  </a:lnTo>
                  <a:lnTo>
                    <a:pt x="820440" y="559798"/>
                  </a:lnTo>
                  <a:lnTo>
                    <a:pt x="822361" y="559863"/>
                  </a:lnTo>
                  <a:lnTo>
                    <a:pt x="824282" y="559908"/>
                  </a:lnTo>
                  <a:lnTo>
                    <a:pt x="826204" y="559933"/>
                  </a:lnTo>
                  <a:lnTo>
                    <a:pt x="828125" y="559939"/>
                  </a:lnTo>
                  <a:lnTo>
                    <a:pt x="830047" y="559926"/>
                  </a:lnTo>
                  <a:lnTo>
                    <a:pt x="831968" y="559894"/>
                  </a:lnTo>
                  <a:lnTo>
                    <a:pt x="833889" y="559841"/>
                  </a:lnTo>
                  <a:lnTo>
                    <a:pt x="835811" y="559768"/>
                  </a:lnTo>
                  <a:lnTo>
                    <a:pt x="837732" y="559674"/>
                  </a:lnTo>
                  <a:lnTo>
                    <a:pt x="839654" y="559561"/>
                  </a:lnTo>
                  <a:lnTo>
                    <a:pt x="841575" y="559430"/>
                  </a:lnTo>
                  <a:lnTo>
                    <a:pt x="843496" y="559287"/>
                  </a:lnTo>
                  <a:lnTo>
                    <a:pt x="845418" y="559139"/>
                  </a:lnTo>
                  <a:lnTo>
                    <a:pt x="847339" y="558996"/>
                  </a:lnTo>
                  <a:lnTo>
                    <a:pt x="849261" y="558868"/>
                  </a:lnTo>
                  <a:lnTo>
                    <a:pt x="851182" y="558765"/>
                  </a:lnTo>
                  <a:lnTo>
                    <a:pt x="853103" y="558694"/>
                  </a:lnTo>
                  <a:lnTo>
                    <a:pt x="855025" y="558663"/>
                  </a:lnTo>
                  <a:lnTo>
                    <a:pt x="856946" y="558673"/>
                  </a:lnTo>
                  <a:lnTo>
                    <a:pt x="858868" y="558723"/>
                  </a:lnTo>
                  <a:lnTo>
                    <a:pt x="860789" y="558810"/>
                  </a:lnTo>
                  <a:lnTo>
                    <a:pt x="862710" y="558927"/>
                  </a:lnTo>
                  <a:lnTo>
                    <a:pt x="864632" y="559063"/>
                  </a:lnTo>
                  <a:lnTo>
                    <a:pt x="866553" y="559211"/>
                  </a:lnTo>
                  <a:lnTo>
                    <a:pt x="868475" y="559358"/>
                  </a:lnTo>
                  <a:lnTo>
                    <a:pt x="870396" y="559496"/>
                  </a:lnTo>
                  <a:lnTo>
                    <a:pt x="872318" y="559620"/>
                  </a:lnTo>
                  <a:lnTo>
                    <a:pt x="874239" y="559727"/>
                  </a:lnTo>
                  <a:lnTo>
                    <a:pt x="876160" y="559815"/>
                  </a:lnTo>
                  <a:lnTo>
                    <a:pt x="878082" y="559886"/>
                  </a:lnTo>
                  <a:lnTo>
                    <a:pt x="880003" y="559939"/>
                  </a:lnTo>
                  <a:lnTo>
                    <a:pt x="881925" y="559979"/>
                  </a:lnTo>
                  <a:lnTo>
                    <a:pt x="883846" y="560007"/>
                  </a:lnTo>
                  <a:lnTo>
                    <a:pt x="885767" y="560026"/>
                  </a:lnTo>
                  <a:lnTo>
                    <a:pt x="887689" y="560039"/>
                  </a:lnTo>
                  <a:lnTo>
                    <a:pt x="889610" y="560047"/>
                  </a:lnTo>
                  <a:lnTo>
                    <a:pt x="891532" y="560052"/>
                  </a:lnTo>
                  <a:lnTo>
                    <a:pt x="893453" y="560055"/>
                  </a:lnTo>
                  <a:lnTo>
                    <a:pt x="895374" y="560056"/>
                  </a:lnTo>
                  <a:lnTo>
                    <a:pt x="897296" y="560057"/>
                  </a:lnTo>
                  <a:lnTo>
                    <a:pt x="899217" y="560058"/>
                  </a:lnTo>
                  <a:lnTo>
                    <a:pt x="901139" y="560058"/>
                  </a:lnTo>
                  <a:lnTo>
                    <a:pt x="903060" y="560058"/>
                  </a:lnTo>
                  <a:lnTo>
                    <a:pt x="904981" y="560058"/>
                  </a:lnTo>
                  <a:lnTo>
                    <a:pt x="906903" y="560058"/>
                  </a:lnTo>
                  <a:lnTo>
                    <a:pt x="908824" y="560058"/>
                  </a:lnTo>
                  <a:lnTo>
                    <a:pt x="910746" y="560058"/>
                  </a:lnTo>
                  <a:lnTo>
                    <a:pt x="912667" y="560058"/>
                  </a:lnTo>
                  <a:lnTo>
                    <a:pt x="914588" y="560058"/>
                  </a:lnTo>
                  <a:lnTo>
                    <a:pt x="916510" y="560058"/>
                  </a:lnTo>
                  <a:lnTo>
                    <a:pt x="918431" y="560058"/>
                  </a:lnTo>
                  <a:lnTo>
                    <a:pt x="920353" y="560058"/>
                  </a:lnTo>
                  <a:lnTo>
                    <a:pt x="922274" y="560058"/>
                  </a:lnTo>
                  <a:lnTo>
                    <a:pt x="924195" y="560058"/>
                  </a:lnTo>
                  <a:lnTo>
                    <a:pt x="926117" y="560058"/>
                  </a:lnTo>
                  <a:lnTo>
                    <a:pt x="928038" y="560058"/>
                  </a:lnTo>
                  <a:lnTo>
                    <a:pt x="929960" y="560058"/>
                  </a:lnTo>
                  <a:lnTo>
                    <a:pt x="931881" y="560058"/>
                  </a:lnTo>
                  <a:lnTo>
                    <a:pt x="933802" y="560058"/>
                  </a:lnTo>
                  <a:lnTo>
                    <a:pt x="935724" y="560058"/>
                  </a:lnTo>
                  <a:lnTo>
                    <a:pt x="937645" y="560058"/>
                  </a:lnTo>
                  <a:lnTo>
                    <a:pt x="939567" y="560058"/>
                  </a:lnTo>
                  <a:lnTo>
                    <a:pt x="941488" y="560058"/>
                  </a:lnTo>
                  <a:lnTo>
                    <a:pt x="943410" y="560058"/>
                  </a:lnTo>
                  <a:lnTo>
                    <a:pt x="945331" y="560058"/>
                  </a:lnTo>
                  <a:lnTo>
                    <a:pt x="947252" y="560058"/>
                  </a:lnTo>
                  <a:lnTo>
                    <a:pt x="949174" y="560058"/>
                  </a:lnTo>
                  <a:lnTo>
                    <a:pt x="951095" y="560058"/>
                  </a:lnTo>
                  <a:lnTo>
                    <a:pt x="953017" y="560058"/>
                  </a:lnTo>
                  <a:lnTo>
                    <a:pt x="954938" y="560058"/>
                  </a:lnTo>
                  <a:lnTo>
                    <a:pt x="956859" y="560058"/>
                  </a:lnTo>
                  <a:lnTo>
                    <a:pt x="958781" y="560058"/>
                  </a:lnTo>
                  <a:lnTo>
                    <a:pt x="960702" y="560058"/>
                  </a:lnTo>
                  <a:lnTo>
                    <a:pt x="962624" y="560058"/>
                  </a:lnTo>
                  <a:lnTo>
                    <a:pt x="964545" y="560058"/>
                  </a:lnTo>
                  <a:lnTo>
                    <a:pt x="966466" y="560058"/>
                  </a:lnTo>
                  <a:lnTo>
                    <a:pt x="968388" y="560058"/>
                  </a:lnTo>
                  <a:lnTo>
                    <a:pt x="970309" y="560058"/>
                  </a:lnTo>
                  <a:lnTo>
                    <a:pt x="972231" y="560058"/>
                  </a:lnTo>
                  <a:lnTo>
                    <a:pt x="974152" y="560058"/>
                  </a:lnTo>
                  <a:lnTo>
                    <a:pt x="976073" y="560058"/>
                  </a:lnTo>
                  <a:lnTo>
                    <a:pt x="977995" y="560058"/>
                  </a:lnTo>
                  <a:lnTo>
                    <a:pt x="979916" y="560058"/>
                  </a:lnTo>
                  <a:lnTo>
                    <a:pt x="981838" y="560058"/>
                  </a:lnTo>
                </a:path>
              </a:pathLst>
            </a:cu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4248562" y="5590987"/>
              <a:ext cx="981838" cy="392435"/>
            </a:xfrm>
            <a:custGeom>
              <a:avLst/>
              <a:pathLst>
                <a:path w="981838" h="392435">
                  <a:moveTo>
                    <a:pt x="0" y="392435"/>
                  </a:moveTo>
                  <a:lnTo>
                    <a:pt x="1921" y="392435"/>
                  </a:lnTo>
                  <a:lnTo>
                    <a:pt x="3842" y="392435"/>
                  </a:lnTo>
                  <a:lnTo>
                    <a:pt x="5764" y="392435"/>
                  </a:lnTo>
                  <a:lnTo>
                    <a:pt x="7685" y="392435"/>
                  </a:lnTo>
                  <a:lnTo>
                    <a:pt x="9607" y="392435"/>
                  </a:lnTo>
                  <a:lnTo>
                    <a:pt x="11528" y="392435"/>
                  </a:lnTo>
                  <a:lnTo>
                    <a:pt x="13449" y="392435"/>
                  </a:lnTo>
                  <a:lnTo>
                    <a:pt x="15371" y="392435"/>
                  </a:lnTo>
                  <a:lnTo>
                    <a:pt x="17292" y="392435"/>
                  </a:lnTo>
                  <a:lnTo>
                    <a:pt x="19214" y="392435"/>
                  </a:lnTo>
                  <a:lnTo>
                    <a:pt x="21135" y="392435"/>
                  </a:lnTo>
                  <a:lnTo>
                    <a:pt x="23056" y="392435"/>
                  </a:lnTo>
                  <a:lnTo>
                    <a:pt x="24978" y="392435"/>
                  </a:lnTo>
                  <a:lnTo>
                    <a:pt x="26899" y="392435"/>
                  </a:lnTo>
                  <a:lnTo>
                    <a:pt x="28821" y="392435"/>
                  </a:lnTo>
                  <a:lnTo>
                    <a:pt x="30742" y="392434"/>
                  </a:lnTo>
                  <a:lnTo>
                    <a:pt x="32663" y="392434"/>
                  </a:lnTo>
                  <a:lnTo>
                    <a:pt x="34585" y="392433"/>
                  </a:lnTo>
                  <a:lnTo>
                    <a:pt x="36506" y="392432"/>
                  </a:lnTo>
                  <a:lnTo>
                    <a:pt x="38428" y="392430"/>
                  </a:lnTo>
                  <a:lnTo>
                    <a:pt x="40349" y="392427"/>
                  </a:lnTo>
                  <a:lnTo>
                    <a:pt x="42270" y="392423"/>
                  </a:lnTo>
                  <a:lnTo>
                    <a:pt x="44192" y="392417"/>
                  </a:lnTo>
                  <a:lnTo>
                    <a:pt x="46113" y="392408"/>
                  </a:lnTo>
                  <a:lnTo>
                    <a:pt x="48035" y="392396"/>
                  </a:lnTo>
                  <a:lnTo>
                    <a:pt x="49956" y="392379"/>
                  </a:lnTo>
                  <a:lnTo>
                    <a:pt x="51877" y="392357"/>
                  </a:lnTo>
                  <a:lnTo>
                    <a:pt x="53799" y="392328"/>
                  </a:lnTo>
                  <a:lnTo>
                    <a:pt x="55720" y="392291"/>
                  </a:lnTo>
                  <a:lnTo>
                    <a:pt x="57642" y="392244"/>
                  </a:lnTo>
                  <a:lnTo>
                    <a:pt x="59563" y="392184"/>
                  </a:lnTo>
                  <a:lnTo>
                    <a:pt x="61484" y="392111"/>
                  </a:lnTo>
                  <a:lnTo>
                    <a:pt x="63406" y="392021"/>
                  </a:lnTo>
                  <a:lnTo>
                    <a:pt x="65327" y="391914"/>
                  </a:lnTo>
                  <a:lnTo>
                    <a:pt x="67249" y="391789"/>
                  </a:lnTo>
                  <a:lnTo>
                    <a:pt x="69170" y="391646"/>
                  </a:lnTo>
                  <a:lnTo>
                    <a:pt x="71091" y="391484"/>
                  </a:lnTo>
                  <a:lnTo>
                    <a:pt x="73013" y="391305"/>
                  </a:lnTo>
                  <a:lnTo>
                    <a:pt x="74934" y="391110"/>
                  </a:lnTo>
                  <a:lnTo>
                    <a:pt x="76856" y="390900"/>
                  </a:lnTo>
                  <a:lnTo>
                    <a:pt x="78777" y="390679"/>
                  </a:lnTo>
                  <a:lnTo>
                    <a:pt x="80699" y="390448"/>
                  </a:lnTo>
                  <a:lnTo>
                    <a:pt x="82620" y="390212"/>
                  </a:lnTo>
                  <a:lnTo>
                    <a:pt x="84541" y="389974"/>
                  </a:lnTo>
                  <a:lnTo>
                    <a:pt x="86463" y="389737"/>
                  </a:lnTo>
                  <a:lnTo>
                    <a:pt x="88384" y="389502"/>
                  </a:lnTo>
                  <a:lnTo>
                    <a:pt x="90306" y="389271"/>
                  </a:lnTo>
                  <a:lnTo>
                    <a:pt x="92227" y="389044"/>
                  </a:lnTo>
                  <a:lnTo>
                    <a:pt x="94148" y="388820"/>
                  </a:lnTo>
                  <a:lnTo>
                    <a:pt x="96070" y="388599"/>
                  </a:lnTo>
                  <a:lnTo>
                    <a:pt x="97991" y="388378"/>
                  </a:lnTo>
                  <a:lnTo>
                    <a:pt x="99913" y="388154"/>
                  </a:lnTo>
                  <a:lnTo>
                    <a:pt x="101834" y="387924"/>
                  </a:lnTo>
                  <a:lnTo>
                    <a:pt x="103755" y="387685"/>
                  </a:lnTo>
                  <a:lnTo>
                    <a:pt x="105677" y="387435"/>
                  </a:lnTo>
                  <a:lnTo>
                    <a:pt x="107598" y="387171"/>
                  </a:lnTo>
                  <a:lnTo>
                    <a:pt x="109520" y="386892"/>
                  </a:lnTo>
                  <a:lnTo>
                    <a:pt x="111441" y="386597"/>
                  </a:lnTo>
                  <a:lnTo>
                    <a:pt x="113362" y="386285"/>
                  </a:lnTo>
                  <a:lnTo>
                    <a:pt x="115284" y="385957"/>
                  </a:lnTo>
                  <a:lnTo>
                    <a:pt x="117205" y="385615"/>
                  </a:lnTo>
                  <a:lnTo>
                    <a:pt x="119127" y="385263"/>
                  </a:lnTo>
                  <a:lnTo>
                    <a:pt x="121048" y="384901"/>
                  </a:lnTo>
                  <a:lnTo>
                    <a:pt x="122969" y="384534"/>
                  </a:lnTo>
                  <a:lnTo>
                    <a:pt x="124891" y="384162"/>
                  </a:lnTo>
                  <a:lnTo>
                    <a:pt x="126812" y="383788"/>
                  </a:lnTo>
                  <a:lnTo>
                    <a:pt x="128734" y="383414"/>
                  </a:lnTo>
                  <a:lnTo>
                    <a:pt x="130655" y="383041"/>
                  </a:lnTo>
                  <a:lnTo>
                    <a:pt x="132576" y="382669"/>
                  </a:lnTo>
                  <a:lnTo>
                    <a:pt x="134498" y="382296"/>
                  </a:lnTo>
                  <a:lnTo>
                    <a:pt x="136419" y="381922"/>
                  </a:lnTo>
                  <a:lnTo>
                    <a:pt x="138341" y="381543"/>
                  </a:lnTo>
                  <a:lnTo>
                    <a:pt x="140262" y="381157"/>
                  </a:lnTo>
                  <a:lnTo>
                    <a:pt x="142183" y="380762"/>
                  </a:lnTo>
                  <a:lnTo>
                    <a:pt x="144105" y="380353"/>
                  </a:lnTo>
                  <a:lnTo>
                    <a:pt x="146026" y="379927"/>
                  </a:lnTo>
                  <a:lnTo>
                    <a:pt x="147948" y="379480"/>
                  </a:lnTo>
                  <a:lnTo>
                    <a:pt x="149869" y="379008"/>
                  </a:lnTo>
                  <a:lnTo>
                    <a:pt x="151791" y="378509"/>
                  </a:lnTo>
                  <a:lnTo>
                    <a:pt x="153712" y="377981"/>
                  </a:lnTo>
                  <a:lnTo>
                    <a:pt x="155633" y="377423"/>
                  </a:lnTo>
                  <a:lnTo>
                    <a:pt x="157555" y="376832"/>
                  </a:lnTo>
                  <a:lnTo>
                    <a:pt x="159476" y="376208"/>
                  </a:lnTo>
                  <a:lnTo>
                    <a:pt x="161398" y="375549"/>
                  </a:lnTo>
                  <a:lnTo>
                    <a:pt x="163319" y="374853"/>
                  </a:lnTo>
                  <a:lnTo>
                    <a:pt x="165240" y="374115"/>
                  </a:lnTo>
                  <a:lnTo>
                    <a:pt x="167162" y="373335"/>
                  </a:lnTo>
                  <a:lnTo>
                    <a:pt x="169083" y="372515"/>
                  </a:lnTo>
                  <a:lnTo>
                    <a:pt x="171005" y="371654"/>
                  </a:lnTo>
                  <a:lnTo>
                    <a:pt x="172926" y="370756"/>
                  </a:lnTo>
                  <a:lnTo>
                    <a:pt x="174847" y="369821"/>
                  </a:lnTo>
                  <a:lnTo>
                    <a:pt x="176769" y="368855"/>
                  </a:lnTo>
                  <a:lnTo>
                    <a:pt x="178690" y="367863"/>
                  </a:lnTo>
                  <a:lnTo>
                    <a:pt x="180612" y="366854"/>
                  </a:lnTo>
                  <a:lnTo>
                    <a:pt x="182533" y="365837"/>
                  </a:lnTo>
                  <a:lnTo>
                    <a:pt x="184454" y="364827"/>
                  </a:lnTo>
                  <a:lnTo>
                    <a:pt x="186376" y="363838"/>
                  </a:lnTo>
                  <a:lnTo>
                    <a:pt x="188297" y="362885"/>
                  </a:lnTo>
                  <a:lnTo>
                    <a:pt x="190219" y="361980"/>
                  </a:lnTo>
                  <a:lnTo>
                    <a:pt x="192140" y="361140"/>
                  </a:lnTo>
                  <a:lnTo>
                    <a:pt x="194061" y="360378"/>
                  </a:lnTo>
                  <a:lnTo>
                    <a:pt x="195983" y="359709"/>
                  </a:lnTo>
                  <a:lnTo>
                    <a:pt x="197904" y="359144"/>
                  </a:lnTo>
                  <a:lnTo>
                    <a:pt x="199826" y="358707"/>
                  </a:lnTo>
                  <a:lnTo>
                    <a:pt x="201747" y="358405"/>
                  </a:lnTo>
                  <a:lnTo>
                    <a:pt x="203668" y="358240"/>
                  </a:lnTo>
                  <a:lnTo>
                    <a:pt x="205590" y="358215"/>
                  </a:lnTo>
                  <a:lnTo>
                    <a:pt x="207511" y="358332"/>
                  </a:lnTo>
                  <a:lnTo>
                    <a:pt x="209433" y="358591"/>
                  </a:lnTo>
                  <a:lnTo>
                    <a:pt x="211354" y="358990"/>
                  </a:lnTo>
                  <a:lnTo>
                    <a:pt x="213275" y="359521"/>
                  </a:lnTo>
                  <a:lnTo>
                    <a:pt x="215197" y="360178"/>
                  </a:lnTo>
                  <a:lnTo>
                    <a:pt x="217118" y="360957"/>
                  </a:lnTo>
                  <a:lnTo>
                    <a:pt x="219040" y="361838"/>
                  </a:lnTo>
                  <a:lnTo>
                    <a:pt x="220961" y="362797"/>
                  </a:lnTo>
                  <a:lnTo>
                    <a:pt x="222883" y="363816"/>
                  </a:lnTo>
                  <a:lnTo>
                    <a:pt x="224804" y="364875"/>
                  </a:lnTo>
                  <a:lnTo>
                    <a:pt x="226725" y="365954"/>
                  </a:lnTo>
                  <a:lnTo>
                    <a:pt x="228647" y="367033"/>
                  </a:lnTo>
                  <a:lnTo>
                    <a:pt x="230568" y="368091"/>
                  </a:lnTo>
                  <a:lnTo>
                    <a:pt x="232490" y="369109"/>
                  </a:lnTo>
                  <a:lnTo>
                    <a:pt x="234411" y="370064"/>
                  </a:lnTo>
                  <a:lnTo>
                    <a:pt x="236332" y="370939"/>
                  </a:lnTo>
                  <a:lnTo>
                    <a:pt x="238254" y="371727"/>
                  </a:lnTo>
                  <a:lnTo>
                    <a:pt x="240175" y="372422"/>
                  </a:lnTo>
                  <a:lnTo>
                    <a:pt x="242097" y="373018"/>
                  </a:lnTo>
                  <a:lnTo>
                    <a:pt x="244018" y="373517"/>
                  </a:lnTo>
                  <a:lnTo>
                    <a:pt x="245939" y="373922"/>
                  </a:lnTo>
                  <a:lnTo>
                    <a:pt x="247861" y="374238"/>
                  </a:lnTo>
                  <a:lnTo>
                    <a:pt x="249782" y="374477"/>
                  </a:lnTo>
                  <a:lnTo>
                    <a:pt x="251704" y="374642"/>
                  </a:lnTo>
                  <a:lnTo>
                    <a:pt x="253625" y="374755"/>
                  </a:lnTo>
                  <a:lnTo>
                    <a:pt x="255546" y="374829"/>
                  </a:lnTo>
                  <a:lnTo>
                    <a:pt x="257468" y="374876"/>
                  </a:lnTo>
                  <a:lnTo>
                    <a:pt x="259389" y="374904"/>
                  </a:lnTo>
                  <a:lnTo>
                    <a:pt x="261311" y="374916"/>
                  </a:lnTo>
                  <a:lnTo>
                    <a:pt x="263232" y="374916"/>
                  </a:lnTo>
                  <a:lnTo>
                    <a:pt x="265153" y="374899"/>
                  </a:lnTo>
                  <a:lnTo>
                    <a:pt x="267075" y="374857"/>
                  </a:lnTo>
                  <a:lnTo>
                    <a:pt x="268996" y="374773"/>
                  </a:lnTo>
                  <a:lnTo>
                    <a:pt x="270918" y="374630"/>
                  </a:lnTo>
                  <a:lnTo>
                    <a:pt x="272839" y="374408"/>
                  </a:lnTo>
                  <a:lnTo>
                    <a:pt x="274760" y="374088"/>
                  </a:lnTo>
                  <a:lnTo>
                    <a:pt x="276682" y="373649"/>
                  </a:lnTo>
                  <a:lnTo>
                    <a:pt x="278603" y="373072"/>
                  </a:lnTo>
                  <a:lnTo>
                    <a:pt x="280525" y="372343"/>
                  </a:lnTo>
                  <a:lnTo>
                    <a:pt x="282446" y="371448"/>
                  </a:lnTo>
                  <a:lnTo>
                    <a:pt x="284367" y="370381"/>
                  </a:lnTo>
                  <a:lnTo>
                    <a:pt x="286289" y="369122"/>
                  </a:lnTo>
                  <a:lnTo>
                    <a:pt x="288210" y="367696"/>
                  </a:lnTo>
                  <a:lnTo>
                    <a:pt x="290132" y="366123"/>
                  </a:lnTo>
                  <a:lnTo>
                    <a:pt x="292053" y="364422"/>
                  </a:lnTo>
                  <a:lnTo>
                    <a:pt x="293975" y="362617"/>
                  </a:lnTo>
                  <a:lnTo>
                    <a:pt x="295896" y="360736"/>
                  </a:lnTo>
                  <a:lnTo>
                    <a:pt x="297817" y="358806"/>
                  </a:lnTo>
                  <a:lnTo>
                    <a:pt x="299739" y="356857"/>
                  </a:lnTo>
                  <a:lnTo>
                    <a:pt x="301660" y="354914"/>
                  </a:lnTo>
                  <a:lnTo>
                    <a:pt x="303582" y="353009"/>
                  </a:lnTo>
                  <a:lnTo>
                    <a:pt x="305503" y="351159"/>
                  </a:lnTo>
                  <a:lnTo>
                    <a:pt x="307424" y="349375"/>
                  </a:lnTo>
                  <a:lnTo>
                    <a:pt x="309346" y="347662"/>
                  </a:lnTo>
                  <a:lnTo>
                    <a:pt x="311267" y="346020"/>
                  </a:lnTo>
                  <a:lnTo>
                    <a:pt x="313189" y="344442"/>
                  </a:lnTo>
                  <a:lnTo>
                    <a:pt x="315110" y="342920"/>
                  </a:lnTo>
                  <a:lnTo>
                    <a:pt x="317031" y="341440"/>
                  </a:lnTo>
                  <a:lnTo>
                    <a:pt x="318953" y="339984"/>
                  </a:lnTo>
                  <a:lnTo>
                    <a:pt x="320874" y="338532"/>
                  </a:lnTo>
                  <a:lnTo>
                    <a:pt x="322796" y="337062"/>
                  </a:lnTo>
                  <a:lnTo>
                    <a:pt x="324717" y="335552"/>
                  </a:lnTo>
                  <a:lnTo>
                    <a:pt x="326638" y="333983"/>
                  </a:lnTo>
                  <a:lnTo>
                    <a:pt x="328560" y="332335"/>
                  </a:lnTo>
                  <a:lnTo>
                    <a:pt x="330481" y="330585"/>
                  </a:lnTo>
                  <a:lnTo>
                    <a:pt x="332403" y="328708"/>
                  </a:lnTo>
                  <a:lnTo>
                    <a:pt x="334324" y="326675"/>
                  </a:lnTo>
                  <a:lnTo>
                    <a:pt x="336245" y="324452"/>
                  </a:lnTo>
                  <a:lnTo>
                    <a:pt x="338167" y="321951"/>
                  </a:lnTo>
                  <a:lnTo>
                    <a:pt x="340088" y="319144"/>
                  </a:lnTo>
                  <a:lnTo>
                    <a:pt x="342010" y="315963"/>
                  </a:lnTo>
                  <a:lnTo>
                    <a:pt x="343931" y="312329"/>
                  </a:lnTo>
                  <a:lnTo>
                    <a:pt x="345852" y="308156"/>
                  </a:lnTo>
                  <a:lnTo>
                    <a:pt x="347774" y="303347"/>
                  </a:lnTo>
                  <a:lnTo>
                    <a:pt x="349695" y="297801"/>
                  </a:lnTo>
                  <a:lnTo>
                    <a:pt x="351617" y="291413"/>
                  </a:lnTo>
                  <a:lnTo>
                    <a:pt x="353538" y="284074"/>
                  </a:lnTo>
                  <a:lnTo>
                    <a:pt x="355459" y="275535"/>
                  </a:lnTo>
                  <a:lnTo>
                    <a:pt x="357381" y="265850"/>
                  </a:lnTo>
                  <a:lnTo>
                    <a:pt x="359302" y="254966"/>
                  </a:lnTo>
                  <a:lnTo>
                    <a:pt x="361224" y="242856"/>
                  </a:lnTo>
                  <a:lnTo>
                    <a:pt x="363145" y="229525"/>
                  </a:lnTo>
                  <a:lnTo>
                    <a:pt x="365067" y="215012"/>
                  </a:lnTo>
                  <a:lnTo>
                    <a:pt x="366988" y="199396"/>
                  </a:lnTo>
                  <a:lnTo>
                    <a:pt x="368909" y="182796"/>
                  </a:lnTo>
                  <a:lnTo>
                    <a:pt x="370831" y="165365"/>
                  </a:lnTo>
                  <a:lnTo>
                    <a:pt x="372752" y="147287"/>
                  </a:lnTo>
                  <a:lnTo>
                    <a:pt x="374674" y="128929"/>
                  </a:lnTo>
                  <a:lnTo>
                    <a:pt x="376595" y="110583"/>
                  </a:lnTo>
                  <a:lnTo>
                    <a:pt x="378516" y="92566"/>
                  </a:lnTo>
                  <a:lnTo>
                    <a:pt x="380438" y="75210"/>
                  </a:lnTo>
                  <a:lnTo>
                    <a:pt x="382359" y="58856"/>
                  </a:lnTo>
                  <a:lnTo>
                    <a:pt x="384281" y="43843"/>
                  </a:lnTo>
                  <a:lnTo>
                    <a:pt x="386202" y="30499"/>
                  </a:lnTo>
                  <a:lnTo>
                    <a:pt x="388123" y="19184"/>
                  </a:lnTo>
                  <a:lnTo>
                    <a:pt x="390045" y="10442"/>
                  </a:lnTo>
                  <a:lnTo>
                    <a:pt x="391966" y="4238"/>
                  </a:lnTo>
                  <a:lnTo>
                    <a:pt x="393888" y="726"/>
                  </a:lnTo>
                  <a:lnTo>
                    <a:pt x="395809" y="0"/>
                  </a:lnTo>
                  <a:lnTo>
                    <a:pt x="397730" y="2092"/>
                  </a:lnTo>
                  <a:lnTo>
                    <a:pt x="399652" y="6975"/>
                  </a:lnTo>
                  <a:lnTo>
                    <a:pt x="401573" y="14559"/>
                  </a:lnTo>
                  <a:lnTo>
                    <a:pt x="403495" y="24699"/>
                  </a:lnTo>
                  <a:lnTo>
                    <a:pt x="405416" y="37260"/>
                  </a:lnTo>
                  <a:lnTo>
                    <a:pt x="407337" y="52105"/>
                  </a:lnTo>
                  <a:lnTo>
                    <a:pt x="409259" y="68674"/>
                  </a:lnTo>
                  <a:lnTo>
                    <a:pt x="411180" y="86652"/>
                  </a:lnTo>
                  <a:lnTo>
                    <a:pt x="413102" y="105714"/>
                  </a:lnTo>
                  <a:lnTo>
                    <a:pt x="415023" y="125532"/>
                  </a:lnTo>
                  <a:lnTo>
                    <a:pt x="416944" y="145789"/>
                  </a:lnTo>
                  <a:lnTo>
                    <a:pt x="418866" y="166177"/>
                  </a:lnTo>
                  <a:lnTo>
                    <a:pt x="420787" y="186411"/>
                  </a:lnTo>
                  <a:lnTo>
                    <a:pt x="422709" y="206203"/>
                  </a:lnTo>
                  <a:lnTo>
                    <a:pt x="424630" y="225237"/>
                  </a:lnTo>
                  <a:lnTo>
                    <a:pt x="426551" y="243378"/>
                  </a:lnTo>
                  <a:lnTo>
                    <a:pt x="428473" y="260480"/>
                  </a:lnTo>
                  <a:lnTo>
                    <a:pt x="430394" y="276432"/>
                  </a:lnTo>
                  <a:lnTo>
                    <a:pt x="432316" y="291153"/>
                  </a:lnTo>
                  <a:lnTo>
                    <a:pt x="434237" y="304597"/>
                  </a:lnTo>
                  <a:lnTo>
                    <a:pt x="436159" y="316744"/>
                  </a:lnTo>
                  <a:lnTo>
                    <a:pt x="438080" y="327602"/>
                  </a:lnTo>
                  <a:lnTo>
                    <a:pt x="440001" y="337145"/>
                  </a:lnTo>
                  <a:lnTo>
                    <a:pt x="441923" y="345384"/>
                  </a:lnTo>
                  <a:lnTo>
                    <a:pt x="443844" y="352515"/>
                  </a:lnTo>
                  <a:lnTo>
                    <a:pt x="445766" y="358623"/>
                  </a:lnTo>
                  <a:lnTo>
                    <a:pt x="447687" y="363801"/>
                  </a:lnTo>
                  <a:lnTo>
                    <a:pt x="449608" y="368142"/>
                  </a:lnTo>
                  <a:lnTo>
                    <a:pt x="451530" y="371741"/>
                  </a:lnTo>
                  <a:lnTo>
                    <a:pt x="453451" y="374692"/>
                  </a:lnTo>
                  <a:lnTo>
                    <a:pt x="455373" y="377083"/>
                  </a:lnTo>
                  <a:lnTo>
                    <a:pt x="457294" y="378975"/>
                  </a:lnTo>
                  <a:lnTo>
                    <a:pt x="459215" y="380447"/>
                  </a:lnTo>
                  <a:lnTo>
                    <a:pt x="461137" y="381605"/>
                  </a:lnTo>
                  <a:lnTo>
                    <a:pt x="463058" y="382503"/>
                  </a:lnTo>
                  <a:lnTo>
                    <a:pt x="464980" y="383192"/>
                  </a:lnTo>
                  <a:lnTo>
                    <a:pt x="466901" y="383711"/>
                  </a:lnTo>
                  <a:lnTo>
                    <a:pt x="468822" y="384098"/>
                  </a:lnTo>
                  <a:lnTo>
                    <a:pt x="470744" y="384380"/>
                  </a:lnTo>
                  <a:lnTo>
                    <a:pt x="472665" y="384585"/>
                  </a:lnTo>
                  <a:lnTo>
                    <a:pt x="474587" y="384728"/>
                  </a:lnTo>
                  <a:lnTo>
                    <a:pt x="476508" y="384829"/>
                  </a:lnTo>
                  <a:lnTo>
                    <a:pt x="478429" y="384904"/>
                  </a:lnTo>
                  <a:lnTo>
                    <a:pt x="480351" y="384964"/>
                  </a:lnTo>
                  <a:lnTo>
                    <a:pt x="482272" y="385015"/>
                  </a:lnTo>
                  <a:lnTo>
                    <a:pt x="484194" y="385063"/>
                  </a:lnTo>
                  <a:lnTo>
                    <a:pt x="486115" y="385112"/>
                  </a:lnTo>
                  <a:lnTo>
                    <a:pt x="488036" y="385163"/>
                  </a:lnTo>
                  <a:lnTo>
                    <a:pt x="489958" y="385218"/>
                  </a:lnTo>
                  <a:lnTo>
                    <a:pt x="491879" y="385274"/>
                  </a:lnTo>
                  <a:lnTo>
                    <a:pt x="493801" y="385329"/>
                  </a:lnTo>
                  <a:lnTo>
                    <a:pt x="495722" y="385378"/>
                  </a:lnTo>
                  <a:lnTo>
                    <a:pt x="497643" y="385416"/>
                  </a:lnTo>
                  <a:lnTo>
                    <a:pt x="499565" y="385438"/>
                  </a:lnTo>
                  <a:lnTo>
                    <a:pt x="501486" y="385439"/>
                  </a:lnTo>
                  <a:lnTo>
                    <a:pt x="503408" y="385412"/>
                  </a:lnTo>
                  <a:lnTo>
                    <a:pt x="505329" y="385354"/>
                  </a:lnTo>
                  <a:lnTo>
                    <a:pt x="507250" y="385263"/>
                  </a:lnTo>
                  <a:lnTo>
                    <a:pt x="509172" y="385134"/>
                  </a:lnTo>
                  <a:lnTo>
                    <a:pt x="511093" y="384970"/>
                  </a:lnTo>
                  <a:lnTo>
                    <a:pt x="513015" y="384776"/>
                  </a:lnTo>
                  <a:lnTo>
                    <a:pt x="514936" y="384560"/>
                  </a:lnTo>
                  <a:lnTo>
                    <a:pt x="516858" y="384328"/>
                  </a:lnTo>
                  <a:lnTo>
                    <a:pt x="518779" y="384088"/>
                  </a:lnTo>
                  <a:lnTo>
                    <a:pt x="520700" y="383850"/>
                  </a:lnTo>
                  <a:lnTo>
                    <a:pt x="522622" y="383622"/>
                  </a:lnTo>
                  <a:lnTo>
                    <a:pt x="524543" y="383411"/>
                  </a:lnTo>
                  <a:lnTo>
                    <a:pt x="526465" y="383225"/>
                  </a:lnTo>
                  <a:lnTo>
                    <a:pt x="528386" y="383065"/>
                  </a:lnTo>
                  <a:lnTo>
                    <a:pt x="530307" y="382931"/>
                  </a:lnTo>
                  <a:lnTo>
                    <a:pt x="532229" y="382815"/>
                  </a:lnTo>
                  <a:lnTo>
                    <a:pt x="534150" y="382711"/>
                  </a:lnTo>
                  <a:lnTo>
                    <a:pt x="536072" y="382607"/>
                  </a:lnTo>
                  <a:lnTo>
                    <a:pt x="537993" y="382490"/>
                  </a:lnTo>
                  <a:lnTo>
                    <a:pt x="539914" y="382343"/>
                  </a:lnTo>
                  <a:lnTo>
                    <a:pt x="541836" y="382149"/>
                  </a:lnTo>
                  <a:lnTo>
                    <a:pt x="543757" y="381879"/>
                  </a:lnTo>
                  <a:lnTo>
                    <a:pt x="545679" y="381513"/>
                  </a:lnTo>
                  <a:lnTo>
                    <a:pt x="547600" y="381036"/>
                  </a:lnTo>
                  <a:lnTo>
                    <a:pt x="549521" y="380429"/>
                  </a:lnTo>
                  <a:lnTo>
                    <a:pt x="551443" y="379675"/>
                  </a:lnTo>
                  <a:lnTo>
                    <a:pt x="553364" y="378761"/>
                  </a:lnTo>
                  <a:lnTo>
                    <a:pt x="555286" y="377674"/>
                  </a:lnTo>
                  <a:lnTo>
                    <a:pt x="557207" y="376403"/>
                  </a:lnTo>
                  <a:lnTo>
                    <a:pt x="559128" y="374943"/>
                  </a:lnTo>
                  <a:lnTo>
                    <a:pt x="561050" y="373269"/>
                  </a:lnTo>
                  <a:lnTo>
                    <a:pt x="562971" y="371395"/>
                  </a:lnTo>
                  <a:lnTo>
                    <a:pt x="564893" y="369333"/>
                  </a:lnTo>
                  <a:lnTo>
                    <a:pt x="566814" y="367092"/>
                  </a:lnTo>
                  <a:lnTo>
                    <a:pt x="568735" y="364684"/>
                  </a:lnTo>
                  <a:lnTo>
                    <a:pt x="570657" y="362127"/>
                  </a:lnTo>
                  <a:lnTo>
                    <a:pt x="572578" y="359441"/>
                  </a:lnTo>
                  <a:lnTo>
                    <a:pt x="574500" y="356649"/>
                  </a:lnTo>
                  <a:lnTo>
                    <a:pt x="576421" y="353780"/>
                  </a:lnTo>
                  <a:lnTo>
                    <a:pt x="578342" y="350864"/>
                  </a:lnTo>
                  <a:lnTo>
                    <a:pt x="580264" y="347947"/>
                  </a:lnTo>
                  <a:lnTo>
                    <a:pt x="582185" y="345067"/>
                  </a:lnTo>
                  <a:lnTo>
                    <a:pt x="584107" y="342259"/>
                  </a:lnTo>
                  <a:lnTo>
                    <a:pt x="586028" y="339562"/>
                  </a:lnTo>
                  <a:lnTo>
                    <a:pt x="587950" y="337008"/>
                  </a:lnTo>
                  <a:lnTo>
                    <a:pt x="589871" y="334631"/>
                  </a:lnTo>
                  <a:lnTo>
                    <a:pt x="591792" y="332459"/>
                  </a:lnTo>
                  <a:lnTo>
                    <a:pt x="593714" y="330516"/>
                  </a:lnTo>
                  <a:lnTo>
                    <a:pt x="595635" y="328853"/>
                  </a:lnTo>
                  <a:lnTo>
                    <a:pt x="597557" y="327462"/>
                  </a:lnTo>
                  <a:lnTo>
                    <a:pt x="599478" y="326344"/>
                  </a:lnTo>
                  <a:lnTo>
                    <a:pt x="601399" y="325499"/>
                  </a:lnTo>
                  <a:lnTo>
                    <a:pt x="603321" y="324928"/>
                  </a:lnTo>
                  <a:lnTo>
                    <a:pt x="605242" y="324626"/>
                  </a:lnTo>
                  <a:lnTo>
                    <a:pt x="607164" y="324587"/>
                  </a:lnTo>
                  <a:lnTo>
                    <a:pt x="609085" y="324802"/>
                  </a:lnTo>
                  <a:lnTo>
                    <a:pt x="611006" y="325262"/>
                  </a:lnTo>
                  <a:lnTo>
                    <a:pt x="612928" y="325987"/>
                  </a:lnTo>
                  <a:lnTo>
                    <a:pt x="614849" y="326940"/>
                  </a:lnTo>
                  <a:lnTo>
                    <a:pt x="616771" y="328107"/>
                  </a:lnTo>
                  <a:lnTo>
                    <a:pt x="618692" y="329478"/>
                  </a:lnTo>
                  <a:lnTo>
                    <a:pt x="620613" y="331045"/>
                  </a:lnTo>
                  <a:lnTo>
                    <a:pt x="622535" y="332795"/>
                  </a:lnTo>
                  <a:lnTo>
                    <a:pt x="624456" y="334716"/>
                  </a:lnTo>
                  <a:lnTo>
                    <a:pt x="626378" y="336795"/>
                  </a:lnTo>
                  <a:lnTo>
                    <a:pt x="628299" y="339017"/>
                  </a:lnTo>
                  <a:lnTo>
                    <a:pt x="630220" y="341377"/>
                  </a:lnTo>
                  <a:lnTo>
                    <a:pt x="632142" y="343838"/>
                  </a:lnTo>
                  <a:lnTo>
                    <a:pt x="634063" y="346377"/>
                  </a:lnTo>
                  <a:lnTo>
                    <a:pt x="635985" y="348972"/>
                  </a:lnTo>
                  <a:lnTo>
                    <a:pt x="637906" y="351601"/>
                  </a:lnTo>
                  <a:lnTo>
                    <a:pt x="639827" y="354240"/>
                  </a:lnTo>
                  <a:lnTo>
                    <a:pt x="641749" y="356869"/>
                  </a:lnTo>
                  <a:lnTo>
                    <a:pt x="643670" y="359465"/>
                  </a:lnTo>
                  <a:lnTo>
                    <a:pt x="645592" y="362011"/>
                  </a:lnTo>
                  <a:lnTo>
                    <a:pt x="647513" y="364474"/>
                  </a:lnTo>
                  <a:lnTo>
                    <a:pt x="649434" y="366849"/>
                  </a:lnTo>
                  <a:lnTo>
                    <a:pt x="651356" y="369123"/>
                  </a:lnTo>
                  <a:lnTo>
                    <a:pt x="653277" y="371287"/>
                  </a:lnTo>
                  <a:lnTo>
                    <a:pt x="655199" y="373333"/>
                  </a:lnTo>
                  <a:lnTo>
                    <a:pt x="657120" y="375255"/>
                  </a:lnTo>
                  <a:lnTo>
                    <a:pt x="659042" y="377051"/>
                  </a:lnTo>
                  <a:lnTo>
                    <a:pt x="660963" y="378718"/>
                  </a:lnTo>
                  <a:lnTo>
                    <a:pt x="662884" y="380255"/>
                  </a:lnTo>
                  <a:lnTo>
                    <a:pt x="664806" y="381648"/>
                  </a:lnTo>
                  <a:lnTo>
                    <a:pt x="666727" y="382916"/>
                  </a:lnTo>
                  <a:lnTo>
                    <a:pt x="668649" y="384064"/>
                  </a:lnTo>
                  <a:lnTo>
                    <a:pt x="670570" y="385097"/>
                  </a:lnTo>
                  <a:lnTo>
                    <a:pt x="672491" y="386018"/>
                  </a:lnTo>
                  <a:lnTo>
                    <a:pt x="674413" y="386835"/>
                  </a:lnTo>
                  <a:lnTo>
                    <a:pt x="676334" y="387551"/>
                  </a:lnTo>
                  <a:lnTo>
                    <a:pt x="678256" y="388175"/>
                  </a:lnTo>
                  <a:lnTo>
                    <a:pt x="680177" y="388711"/>
                  </a:lnTo>
                  <a:lnTo>
                    <a:pt x="682098" y="389158"/>
                  </a:lnTo>
                  <a:lnTo>
                    <a:pt x="684020" y="389535"/>
                  </a:lnTo>
                  <a:lnTo>
                    <a:pt x="685941" y="389849"/>
                  </a:lnTo>
                  <a:lnTo>
                    <a:pt x="687863" y="390108"/>
                  </a:lnTo>
                  <a:lnTo>
                    <a:pt x="689784" y="390320"/>
                  </a:lnTo>
                  <a:lnTo>
                    <a:pt x="691705" y="390492"/>
                  </a:lnTo>
                  <a:lnTo>
                    <a:pt x="693627" y="390631"/>
                  </a:lnTo>
                  <a:lnTo>
                    <a:pt x="695548" y="390745"/>
                  </a:lnTo>
                  <a:lnTo>
                    <a:pt x="697470" y="390839"/>
                  </a:lnTo>
                  <a:lnTo>
                    <a:pt x="699391" y="390921"/>
                  </a:lnTo>
                  <a:lnTo>
                    <a:pt x="701312" y="390996"/>
                  </a:lnTo>
                  <a:lnTo>
                    <a:pt x="703234" y="391070"/>
                  </a:lnTo>
                  <a:lnTo>
                    <a:pt x="705155" y="391143"/>
                  </a:lnTo>
                  <a:lnTo>
                    <a:pt x="707077" y="391219"/>
                  </a:lnTo>
                  <a:lnTo>
                    <a:pt x="708998" y="391299"/>
                  </a:lnTo>
                  <a:lnTo>
                    <a:pt x="710919" y="391381"/>
                  </a:lnTo>
                  <a:lnTo>
                    <a:pt x="712841" y="391465"/>
                  </a:lnTo>
                  <a:lnTo>
                    <a:pt x="714762" y="391550"/>
                  </a:lnTo>
                  <a:lnTo>
                    <a:pt x="716684" y="391632"/>
                  </a:lnTo>
                  <a:lnTo>
                    <a:pt x="718605" y="391709"/>
                  </a:lnTo>
                  <a:lnTo>
                    <a:pt x="720526" y="391778"/>
                  </a:lnTo>
                  <a:lnTo>
                    <a:pt x="722448" y="391836"/>
                  </a:lnTo>
                  <a:lnTo>
                    <a:pt x="724369" y="391882"/>
                  </a:lnTo>
                  <a:lnTo>
                    <a:pt x="726291" y="391911"/>
                  </a:lnTo>
                  <a:lnTo>
                    <a:pt x="728212" y="391923"/>
                  </a:lnTo>
                  <a:lnTo>
                    <a:pt x="730134" y="391915"/>
                  </a:lnTo>
                  <a:lnTo>
                    <a:pt x="732055" y="391885"/>
                  </a:lnTo>
                  <a:lnTo>
                    <a:pt x="733976" y="391830"/>
                  </a:lnTo>
                  <a:lnTo>
                    <a:pt x="735898" y="391752"/>
                  </a:lnTo>
                  <a:lnTo>
                    <a:pt x="737819" y="391651"/>
                  </a:lnTo>
                  <a:lnTo>
                    <a:pt x="739741" y="391528"/>
                  </a:lnTo>
                  <a:lnTo>
                    <a:pt x="741662" y="391383"/>
                  </a:lnTo>
                  <a:lnTo>
                    <a:pt x="743583" y="391219"/>
                  </a:lnTo>
                  <a:lnTo>
                    <a:pt x="745505" y="391038"/>
                  </a:lnTo>
                  <a:lnTo>
                    <a:pt x="747426" y="390844"/>
                  </a:lnTo>
                  <a:lnTo>
                    <a:pt x="749348" y="390640"/>
                  </a:lnTo>
                  <a:lnTo>
                    <a:pt x="751269" y="390432"/>
                  </a:lnTo>
                  <a:lnTo>
                    <a:pt x="753190" y="390227"/>
                  </a:lnTo>
                  <a:lnTo>
                    <a:pt x="755112" y="390030"/>
                  </a:lnTo>
                  <a:lnTo>
                    <a:pt x="757033" y="389848"/>
                  </a:lnTo>
                  <a:lnTo>
                    <a:pt x="758955" y="389686"/>
                  </a:lnTo>
                  <a:lnTo>
                    <a:pt x="760876" y="389549"/>
                  </a:lnTo>
                  <a:lnTo>
                    <a:pt x="762797" y="389444"/>
                  </a:lnTo>
                  <a:lnTo>
                    <a:pt x="764719" y="389373"/>
                  </a:lnTo>
                  <a:lnTo>
                    <a:pt x="766640" y="389342"/>
                  </a:lnTo>
                  <a:lnTo>
                    <a:pt x="768562" y="389354"/>
                  </a:lnTo>
                  <a:lnTo>
                    <a:pt x="770483" y="389406"/>
                  </a:lnTo>
                  <a:lnTo>
                    <a:pt x="772404" y="389495"/>
                  </a:lnTo>
                  <a:lnTo>
                    <a:pt x="774326" y="389619"/>
                  </a:lnTo>
                  <a:lnTo>
                    <a:pt x="776247" y="389773"/>
                  </a:lnTo>
                  <a:lnTo>
                    <a:pt x="778169" y="389952"/>
                  </a:lnTo>
                  <a:lnTo>
                    <a:pt x="780090" y="390150"/>
                  </a:lnTo>
                  <a:lnTo>
                    <a:pt x="782011" y="390362"/>
                  </a:lnTo>
                  <a:lnTo>
                    <a:pt x="783933" y="390580"/>
                  </a:lnTo>
                  <a:lnTo>
                    <a:pt x="785854" y="390798"/>
                  </a:lnTo>
                  <a:lnTo>
                    <a:pt x="787776" y="391010"/>
                  </a:lnTo>
                  <a:lnTo>
                    <a:pt x="789697" y="391211"/>
                  </a:lnTo>
                  <a:lnTo>
                    <a:pt x="791618" y="391398"/>
                  </a:lnTo>
                  <a:lnTo>
                    <a:pt x="793540" y="391568"/>
                  </a:lnTo>
                  <a:lnTo>
                    <a:pt x="795461" y="391718"/>
                  </a:lnTo>
                  <a:lnTo>
                    <a:pt x="797383" y="391849"/>
                  </a:lnTo>
                  <a:lnTo>
                    <a:pt x="799304" y="391959"/>
                  </a:lnTo>
                  <a:lnTo>
                    <a:pt x="801226" y="392047"/>
                  </a:lnTo>
                  <a:lnTo>
                    <a:pt x="803147" y="392114"/>
                  </a:lnTo>
                  <a:lnTo>
                    <a:pt x="805068" y="392162"/>
                  </a:lnTo>
                  <a:lnTo>
                    <a:pt x="806990" y="392192"/>
                  </a:lnTo>
                  <a:lnTo>
                    <a:pt x="808911" y="392204"/>
                  </a:lnTo>
                  <a:lnTo>
                    <a:pt x="810833" y="392200"/>
                  </a:lnTo>
                  <a:lnTo>
                    <a:pt x="812754" y="392178"/>
                  </a:lnTo>
                  <a:lnTo>
                    <a:pt x="814675" y="392140"/>
                  </a:lnTo>
                  <a:lnTo>
                    <a:pt x="816597" y="392086"/>
                  </a:lnTo>
                  <a:lnTo>
                    <a:pt x="818518" y="392014"/>
                  </a:lnTo>
                  <a:lnTo>
                    <a:pt x="820440" y="391925"/>
                  </a:lnTo>
                  <a:lnTo>
                    <a:pt x="822361" y="391820"/>
                  </a:lnTo>
                  <a:lnTo>
                    <a:pt x="824282" y="391701"/>
                  </a:lnTo>
                  <a:lnTo>
                    <a:pt x="826204" y="391570"/>
                  </a:lnTo>
                  <a:lnTo>
                    <a:pt x="828125" y="391428"/>
                  </a:lnTo>
                  <a:lnTo>
                    <a:pt x="830047" y="391277"/>
                  </a:lnTo>
                  <a:lnTo>
                    <a:pt x="831968" y="391123"/>
                  </a:lnTo>
                  <a:lnTo>
                    <a:pt x="833889" y="390968"/>
                  </a:lnTo>
                  <a:lnTo>
                    <a:pt x="835811" y="390818"/>
                  </a:lnTo>
                  <a:lnTo>
                    <a:pt x="837732" y="390679"/>
                  </a:lnTo>
                  <a:lnTo>
                    <a:pt x="839654" y="390555"/>
                  </a:lnTo>
                  <a:lnTo>
                    <a:pt x="841575" y="390450"/>
                  </a:lnTo>
                  <a:lnTo>
                    <a:pt x="843496" y="390369"/>
                  </a:lnTo>
                  <a:lnTo>
                    <a:pt x="845418" y="390315"/>
                  </a:lnTo>
                  <a:lnTo>
                    <a:pt x="847339" y="390289"/>
                  </a:lnTo>
                  <a:lnTo>
                    <a:pt x="849261" y="390294"/>
                  </a:lnTo>
                  <a:lnTo>
                    <a:pt x="851182" y="390328"/>
                  </a:lnTo>
                  <a:lnTo>
                    <a:pt x="853103" y="390392"/>
                  </a:lnTo>
                  <a:lnTo>
                    <a:pt x="855025" y="390484"/>
                  </a:lnTo>
                  <a:lnTo>
                    <a:pt x="856946" y="390596"/>
                  </a:lnTo>
                  <a:lnTo>
                    <a:pt x="858868" y="390724"/>
                  </a:lnTo>
                  <a:lnTo>
                    <a:pt x="860789" y="390865"/>
                  </a:lnTo>
                  <a:lnTo>
                    <a:pt x="862710" y="391011"/>
                  </a:lnTo>
                  <a:lnTo>
                    <a:pt x="864632" y="391159"/>
                  </a:lnTo>
                  <a:lnTo>
                    <a:pt x="866553" y="391304"/>
                  </a:lnTo>
                  <a:lnTo>
                    <a:pt x="868475" y="391440"/>
                  </a:lnTo>
                  <a:lnTo>
                    <a:pt x="870396" y="391561"/>
                  </a:lnTo>
                  <a:lnTo>
                    <a:pt x="872318" y="391665"/>
                  </a:lnTo>
                  <a:lnTo>
                    <a:pt x="874239" y="391750"/>
                  </a:lnTo>
                  <a:lnTo>
                    <a:pt x="876160" y="391812"/>
                  </a:lnTo>
                  <a:lnTo>
                    <a:pt x="878082" y="391851"/>
                  </a:lnTo>
                  <a:lnTo>
                    <a:pt x="880003" y="391866"/>
                  </a:lnTo>
                  <a:lnTo>
                    <a:pt x="881925" y="391856"/>
                  </a:lnTo>
                  <a:lnTo>
                    <a:pt x="883846" y="391821"/>
                  </a:lnTo>
                  <a:lnTo>
                    <a:pt x="885767" y="391761"/>
                  </a:lnTo>
                  <a:lnTo>
                    <a:pt x="887689" y="391676"/>
                  </a:lnTo>
                  <a:lnTo>
                    <a:pt x="889610" y="391569"/>
                  </a:lnTo>
                  <a:lnTo>
                    <a:pt x="891532" y="391443"/>
                  </a:lnTo>
                  <a:lnTo>
                    <a:pt x="893453" y="391303"/>
                  </a:lnTo>
                  <a:lnTo>
                    <a:pt x="895374" y="391150"/>
                  </a:lnTo>
                  <a:lnTo>
                    <a:pt x="897296" y="390990"/>
                  </a:lnTo>
                  <a:lnTo>
                    <a:pt x="899217" y="390827"/>
                  </a:lnTo>
                  <a:lnTo>
                    <a:pt x="901139" y="390665"/>
                  </a:lnTo>
                  <a:lnTo>
                    <a:pt x="903060" y="390509"/>
                  </a:lnTo>
                  <a:lnTo>
                    <a:pt x="904981" y="390364"/>
                  </a:lnTo>
                  <a:lnTo>
                    <a:pt x="906903" y="390234"/>
                  </a:lnTo>
                  <a:lnTo>
                    <a:pt x="908824" y="390121"/>
                  </a:lnTo>
                  <a:lnTo>
                    <a:pt x="910746" y="390025"/>
                  </a:lnTo>
                  <a:lnTo>
                    <a:pt x="912667" y="389947"/>
                  </a:lnTo>
                  <a:lnTo>
                    <a:pt x="914588" y="389884"/>
                  </a:lnTo>
                  <a:lnTo>
                    <a:pt x="916510" y="389836"/>
                  </a:lnTo>
                  <a:lnTo>
                    <a:pt x="918431" y="389797"/>
                  </a:lnTo>
                  <a:lnTo>
                    <a:pt x="920353" y="389764"/>
                  </a:lnTo>
                  <a:lnTo>
                    <a:pt x="922274" y="389730"/>
                  </a:lnTo>
                  <a:lnTo>
                    <a:pt x="924195" y="389690"/>
                  </a:lnTo>
                  <a:lnTo>
                    <a:pt x="926117" y="389638"/>
                  </a:lnTo>
                  <a:lnTo>
                    <a:pt x="928038" y="389570"/>
                  </a:lnTo>
                  <a:lnTo>
                    <a:pt x="929960" y="389483"/>
                  </a:lnTo>
                  <a:lnTo>
                    <a:pt x="931881" y="389375"/>
                  </a:lnTo>
                  <a:lnTo>
                    <a:pt x="933802" y="389244"/>
                  </a:lnTo>
                  <a:lnTo>
                    <a:pt x="935724" y="389090"/>
                  </a:lnTo>
                  <a:lnTo>
                    <a:pt x="937645" y="388915"/>
                  </a:lnTo>
                  <a:lnTo>
                    <a:pt x="939567" y="388719"/>
                  </a:lnTo>
                  <a:lnTo>
                    <a:pt x="941488" y="388510"/>
                  </a:lnTo>
                  <a:lnTo>
                    <a:pt x="943410" y="388293"/>
                  </a:lnTo>
                  <a:lnTo>
                    <a:pt x="945331" y="388073"/>
                  </a:lnTo>
                  <a:lnTo>
                    <a:pt x="947252" y="387858"/>
                  </a:lnTo>
                  <a:lnTo>
                    <a:pt x="949174" y="387654"/>
                  </a:lnTo>
                  <a:lnTo>
                    <a:pt x="951095" y="387467"/>
                  </a:lnTo>
                  <a:lnTo>
                    <a:pt x="953017" y="387305"/>
                  </a:lnTo>
                  <a:lnTo>
                    <a:pt x="954938" y="387173"/>
                  </a:lnTo>
                  <a:lnTo>
                    <a:pt x="956859" y="387085"/>
                  </a:lnTo>
                  <a:lnTo>
                    <a:pt x="958781" y="387040"/>
                  </a:lnTo>
                  <a:lnTo>
                    <a:pt x="960702" y="387042"/>
                  </a:lnTo>
                  <a:lnTo>
                    <a:pt x="962624" y="387092"/>
                  </a:lnTo>
                  <a:lnTo>
                    <a:pt x="964545" y="387192"/>
                  </a:lnTo>
                  <a:lnTo>
                    <a:pt x="966466" y="387341"/>
                  </a:lnTo>
                  <a:lnTo>
                    <a:pt x="968388" y="387536"/>
                  </a:lnTo>
                  <a:lnTo>
                    <a:pt x="970309" y="387774"/>
                  </a:lnTo>
                  <a:lnTo>
                    <a:pt x="972231" y="388049"/>
                  </a:lnTo>
                  <a:lnTo>
                    <a:pt x="974152" y="388358"/>
                  </a:lnTo>
                  <a:lnTo>
                    <a:pt x="976073" y="388688"/>
                  </a:lnTo>
                  <a:lnTo>
                    <a:pt x="977995" y="389031"/>
                  </a:lnTo>
                  <a:lnTo>
                    <a:pt x="979916" y="389380"/>
                  </a:lnTo>
                  <a:lnTo>
                    <a:pt x="981838" y="389726"/>
                  </a:lnTo>
                  <a:lnTo>
                    <a:pt x="981838" y="392435"/>
                  </a:lnTo>
                  <a:lnTo>
                    <a:pt x="979916" y="392435"/>
                  </a:lnTo>
                  <a:lnTo>
                    <a:pt x="977995" y="392435"/>
                  </a:lnTo>
                  <a:lnTo>
                    <a:pt x="976073" y="392435"/>
                  </a:lnTo>
                  <a:lnTo>
                    <a:pt x="974152" y="392435"/>
                  </a:lnTo>
                  <a:lnTo>
                    <a:pt x="972231" y="392435"/>
                  </a:lnTo>
                  <a:lnTo>
                    <a:pt x="970309" y="392435"/>
                  </a:lnTo>
                  <a:lnTo>
                    <a:pt x="968388" y="392435"/>
                  </a:lnTo>
                  <a:lnTo>
                    <a:pt x="966466" y="392435"/>
                  </a:lnTo>
                  <a:lnTo>
                    <a:pt x="964545" y="392435"/>
                  </a:lnTo>
                  <a:lnTo>
                    <a:pt x="962624" y="392435"/>
                  </a:lnTo>
                  <a:lnTo>
                    <a:pt x="960702" y="392435"/>
                  </a:lnTo>
                  <a:lnTo>
                    <a:pt x="958781" y="392435"/>
                  </a:lnTo>
                  <a:lnTo>
                    <a:pt x="956859" y="392435"/>
                  </a:lnTo>
                  <a:lnTo>
                    <a:pt x="954938" y="392435"/>
                  </a:lnTo>
                  <a:lnTo>
                    <a:pt x="953017" y="392435"/>
                  </a:lnTo>
                  <a:lnTo>
                    <a:pt x="951095" y="392435"/>
                  </a:lnTo>
                  <a:lnTo>
                    <a:pt x="949174" y="392435"/>
                  </a:lnTo>
                  <a:lnTo>
                    <a:pt x="947252" y="392435"/>
                  </a:lnTo>
                  <a:lnTo>
                    <a:pt x="945331" y="392435"/>
                  </a:lnTo>
                  <a:lnTo>
                    <a:pt x="943410" y="392435"/>
                  </a:lnTo>
                  <a:lnTo>
                    <a:pt x="941488" y="392435"/>
                  </a:lnTo>
                  <a:lnTo>
                    <a:pt x="939567" y="392435"/>
                  </a:lnTo>
                  <a:lnTo>
                    <a:pt x="937645" y="392435"/>
                  </a:lnTo>
                  <a:lnTo>
                    <a:pt x="935724" y="392435"/>
                  </a:lnTo>
                  <a:lnTo>
                    <a:pt x="933802" y="392435"/>
                  </a:lnTo>
                  <a:lnTo>
                    <a:pt x="931881" y="392435"/>
                  </a:lnTo>
                  <a:lnTo>
                    <a:pt x="929960" y="392435"/>
                  </a:lnTo>
                  <a:lnTo>
                    <a:pt x="928038" y="392435"/>
                  </a:lnTo>
                  <a:lnTo>
                    <a:pt x="926117" y="392435"/>
                  </a:lnTo>
                  <a:lnTo>
                    <a:pt x="924195" y="392435"/>
                  </a:lnTo>
                  <a:lnTo>
                    <a:pt x="922274" y="392435"/>
                  </a:lnTo>
                  <a:lnTo>
                    <a:pt x="920353" y="392435"/>
                  </a:lnTo>
                  <a:lnTo>
                    <a:pt x="918431" y="392435"/>
                  </a:lnTo>
                  <a:lnTo>
                    <a:pt x="916510" y="392435"/>
                  </a:lnTo>
                  <a:lnTo>
                    <a:pt x="914588" y="392435"/>
                  </a:lnTo>
                  <a:lnTo>
                    <a:pt x="912667" y="392435"/>
                  </a:lnTo>
                  <a:lnTo>
                    <a:pt x="910746" y="392435"/>
                  </a:lnTo>
                  <a:lnTo>
                    <a:pt x="908824" y="392435"/>
                  </a:lnTo>
                  <a:lnTo>
                    <a:pt x="906903" y="392435"/>
                  </a:lnTo>
                  <a:lnTo>
                    <a:pt x="904981" y="392435"/>
                  </a:lnTo>
                  <a:lnTo>
                    <a:pt x="903060" y="392435"/>
                  </a:lnTo>
                  <a:lnTo>
                    <a:pt x="901139" y="392435"/>
                  </a:lnTo>
                  <a:lnTo>
                    <a:pt x="899217" y="392435"/>
                  </a:lnTo>
                  <a:lnTo>
                    <a:pt x="897296" y="392435"/>
                  </a:lnTo>
                  <a:lnTo>
                    <a:pt x="895374" y="392435"/>
                  </a:lnTo>
                  <a:lnTo>
                    <a:pt x="893453" y="392435"/>
                  </a:lnTo>
                  <a:lnTo>
                    <a:pt x="891532" y="392435"/>
                  </a:lnTo>
                  <a:lnTo>
                    <a:pt x="889610" y="392435"/>
                  </a:lnTo>
                  <a:lnTo>
                    <a:pt x="887689" y="392435"/>
                  </a:lnTo>
                  <a:lnTo>
                    <a:pt x="885767" y="392435"/>
                  </a:lnTo>
                  <a:lnTo>
                    <a:pt x="883846" y="392435"/>
                  </a:lnTo>
                  <a:lnTo>
                    <a:pt x="881925" y="392435"/>
                  </a:lnTo>
                  <a:lnTo>
                    <a:pt x="880003" y="392435"/>
                  </a:lnTo>
                  <a:lnTo>
                    <a:pt x="878082" y="392435"/>
                  </a:lnTo>
                  <a:lnTo>
                    <a:pt x="876160" y="392435"/>
                  </a:lnTo>
                  <a:lnTo>
                    <a:pt x="874239" y="392435"/>
                  </a:lnTo>
                  <a:lnTo>
                    <a:pt x="872318" y="392435"/>
                  </a:lnTo>
                  <a:lnTo>
                    <a:pt x="870396" y="392435"/>
                  </a:lnTo>
                  <a:lnTo>
                    <a:pt x="868475" y="392435"/>
                  </a:lnTo>
                  <a:lnTo>
                    <a:pt x="866553" y="392435"/>
                  </a:lnTo>
                  <a:lnTo>
                    <a:pt x="864632" y="392435"/>
                  </a:lnTo>
                  <a:lnTo>
                    <a:pt x="862710" y="392435"/>
                  </a:lnTo>
                  <a:lnTo>
                    <a:pt x="860789" y="392435"/>
                  </a:lnTo>
                  <a:lnTo>
                    <a:pt x="858868" y="392435"/>
                  </a:lnTo>
                  <a:lnTo>
                    <a:pt x="856946" y="392435"/>
                  </a:lnTo>
                  <a:lnTo>
                    <a:pt x="855025" y="392435"/>
                  </a:lnTo>
                  <a:lnTo>
                    <a:pt x="853103" y="392435"/>
                  </a:lnTo>
                  <a:lnTo>
                    <a:pt x="851182" y="392435"/>
                  </a:lnTo>
                  <a:lnTo>
                    <a:pt x="849261" y="392435"/>
                  </a:lnTo>
                  <a:lnTo>
                    <a:pt x="847339" y="392435"/>
                  </a:lnTo>
                  <a:lnTo>
                    <a:pt x="845418" y="392435"/>
                  </a:lnTo>
                  <a:lnTo>
                    <a:pt x="843496" y="392435"/>
                  </a:lnTo>
                  <a:lnTo>
                    <a:pt x="841575" y="392435"/>
                  </a:lnTo>
                  <a:lnTo>
                    <a:pt x="839654" y="392435"/>
                  </a:lnTo>
                  <a:lnTo>
                    <a:pt x="837732" y="392435"/>
                  </a:lnTo>
                  <a:lnTo>
                    <a:pt x="835811" y="392435"/>
                  </a:lnTo>
                  <a:lnTo>
                    <a:pt x="833889" y="392435"/>
                  </a:lnTo>
                  <a:lnTo>
                    <a:pt x="831968" y="392435"/>
                  </a:lnTo>
                  <a:lnTo>
                    <a:pt x="830047" y="392435"/>
                  </a:lnTo>
                  <a:lnTo>
                    <a:pt x="828125" y="392435"/>
                  </a:lnTo>
                  <a:lnTo>
                    <a:pt x="826204" y="392435"/>
                  </a:lnTo>
                  <a:lnTo>
                    <a:pt x="824282" y="392435"/>
                  </a:lnTo>
                  <a:lnTo>
                    <a:pt x="822361" y="392435"/>
                  </a:lnTo>
                  <a:lnTo>
                    <a:pt x="820440" y="392435"/>
                  </a:lnTo>
                  <a:lnTo>
                    <a:pt x="818518" y="392435"/>
                  </a:lnTo>
                  <a:lnTo>
                    <a:pt x="816597" y="392435"/>
                  </a:lnTo>
                  <a:lnTo>
                    <a:pt x="814675" y="392435"/>
                  </a:lnTo>
                  <a:lnTo>
                    <a:pt x="812754" y="392435"/>
                  </a:lnTo>
                  <a:lnTo>
                    <a:pt x="810833" y="392435"/>
                  </a:lnTo>
                  <a:lnTo>
                    <a:pt x="808911" y="392435"/>
                  </a:lnTo>
                  <a:lnTo>
                    <a:pt x="806990" y="392435"/>
                  </a:lnTo>
                  <a:lnTo>
                    <a:pt x="805068" y="392435"/>
                  </a:lnTo>
                  <a:lnTo>
                    <a:pt x="803147" y="392435"/>
                  </a:lnTo>
                  <a:lnTo>
                    <a:pt x="801226" y="392435"/>
                  </a:lnTo>
                  <a:lnTo>
                    <a:pt x="799304" y="392435"/>
                  </a:lnTo>
                  <a:lnTo>
                    <a:pt x="797383" y="392435"/>
                  </a:lnTo>
                  <a:lnTo>
                    <a:pt x="795461" y="392435"/>
                  </a:lnTo>
                  <a:lnTo>
                    <a:pt x="793540" y="392435"/>
                  </a:lnTo>
                  <a:lnTo>
                    <a:pt x="791618" y="392435"/>
                  </a:lnTo>
                  <a:lnTo>
                    <a:pt x="789697" y="392435"/>
                  </a:lnTo>
                  <a:lnTo>
                    <a:pt x="787776" y="392435"/>
                  </a:lnTo>
                  <a:lnTo>
                    <a:pt x="785854" y="392435"/>
                  </a:lnTo>
                  <a:lnTo>
                    <a:pt x="783933" y="392435"/>
                  </a:lnTo>
                  <a:lnTo>
                    <a:pt x="782011" y="392435"/>
                  </a:lnTo>
                  <a:lnTo>
                    <a:pt x="780090" y="392435"/>
                  </a:lnTo>
                  <a:lnTo>
                    <a:pt x="778169" y="392435"/>
                  </a:lnTo>
                  <a:lnTo>
                    <a:pt x="776247" y="392435"/>
                  </a:lnTo>
                  <a:lnTo>
                    <a:pt x="774326" y="392435"/>
                  </a:lnTo>
                  <a:lnTo>
                    <a:pt x="772404" y="392435"/>
                  </a:lnTo>
                  <a:lnTo>
                    <a:pt x="770483" y="392435"/>
                  </a:lnTo>
                  <a:lnTo>
                    <a:pt x="768562" y="392435"/>
                  </a:lnTo>
                  <a:lnTo>
                    <a:pt x="766640" y="392435"/>
                  </a:lnTo>
                  <a:lnTo>
                    <a:pt x="764719" y="392435"/>
                  </a:lnTo>
                  <a:lnTo>
                    <a:pt x="762797" y="392435"/>
                  </a:lnTo>
                  <a:lnTo>
                    <a:pt x="760876" y="392435"/>
                  </a:lnTo>
                  <a:lnTo>
                    <a:pt x="758955" y="392435"/>
                  </a:lnTo>
                  <a:lnTo>
                    <a:pt x="757033" y="392435"/>
                  </a:lnTo>
                  <a:lnTo>
                    <a:pt x="755112" y="392435"/>
                  </a:lnTo>
                  <a:lnTo>
                    <a:pt x="753190" y="392435"/>
                  </a:lnTo>
                  <a:lnTo>
                    <a:pt x="751269" y="392435"/>
                  </a:lnTo>
                  <a:lnTo>
                    <a:pt x="749348" y="392435"/>
                  </a:lnTo>
                  <a:lnTo>
                    <a:pt x="747426" y="392435"/>
                  </a:lnTo>
                  <a:lnTo>
                    <a:pt x="745505" y="392435"/>
                  </a:lnTo>
                  <a:lnTo>
                    <a:pt x="743583" y="392435"/>
                  </a:lnTo>
                  <a:lnTo>
                    <a:pt x="741662" y="392435"/>
                  </a:lnTo>
                  <a:lnTo>
                    <a:pt x="739741" y="392435"/>
                  </a:lnTo>
                  <a:lnTo>
                    <a:pt x="737819" y="392435"/>
                  </a:lnTo>
                  <a:lnTo>
                    <a:pt x="735898" y="392435"/>
                  </a:lnTo>
                  <a:lnTo>
                    <a:pt x="733976" y="392435"/>
                  </a:lnTo>
                  <a:lnTo>
                    <a:pt x="732055" y="392435"/>
                  </a:lnTo>
                  <a:lnTo>
                    <a:pt x="730134" y="392435"/>
                  </a:lnTo>
                  <a:lnTo>
                    <a:pt x="728212" y="392435"/>
                  </a:lnTo>
                  <a:lnTo>
                    <a:pt x="726291" y="392435"/>
                  </a:lnTo>
                  <a:lnTo>
                    <a:pt x="724369" y="392435"/>
                  </a:lnTo>
                  <a:lnTo>
                    <a:pt x="722448" y="392435"/>
                  </a:lnTo>
                  <a:lnTo>
                    <a:pt x="720526" y="392435"/>
                  </a:lnTo>
                  <a:lnTo>
                    <a:pt x="718605" y="392435"/>
                  </a:lnTo>
                  <a:lnTo>
                    <a:pt x="716684" y="392435"/>
                  </a:lnTo>
                  <a:lnTo>
                    <a:pt x="714762" y="392435"/>
                  </a:lnTo>
                  <a:lnTo>
                    <a:pt x="712841" y="392435"/>
                  </a:lnTo>
                  <a:lnTo>
                    <a:pt x="710919" y="392435"/>
                  </a:lnTo>
                  <a:lnTo>
                    <a:pt x="708998" y="392435"/>
                  </a:lnTo>
                  <a:lnTo>
                    <a:pt x="707077" y="392435"/>
                  </a:lnTo>
                  <a:lnTo>
                    <a:pt x="705155" y="392435"/>
                  </a:lnTo>
                  <a:lnTo>
                    <a:pt x="703234" y="392435"/>
                  </a:lnTo>
                  <a:lnTo>
                    <a:pt x="701312" y="392435"/>
                  </a:lnTo>
                  <a:lnTo>
                    <a:pt x="699391" y="392435"/>
                  </a:lnTo>
                  <a:lnTo>
                    <a:pt x="697470" y="392435"/>
                  </a:lnTo>
                  <a:lnTo>
                    <a:pt x="695548" y="392435"/>
                  </a:lnTo>
                  <a:lnTo>
                    <a:pt x="693627" y="392435"/>
                  </a:lnTo>
                  <a:lnTo>
                    <a:pt x="691705" y="392435"/>
                  </a:lnTo>
                  <a:lnTo>
                    <a:pt x="689784" y="392435"/>
                  </a:lnTo>
                  <a:lnTo>
                    <a:pt x="687863" y="392435"/>
                  </a:lnTo>
                  <a:lnTo>
                    <a:pt x="685941" y="392435"/>
                  </a:lnTo>
                  <a:lnTo>
                    <a:pt x="684020" y="392435"/>
                  </a:lnTo>
                  <a:lnTo>
                    <a:pt x="682098" y="392435"/>
                  </a:lnTo>
                  <a:lnTo>
                    <a:pt x="680177" y="392435"/>
                  </a:lnTo>
                  <a:lnTo>
                    <a:pt x="678256" y="392435"/>
                  </a:lnTo>
                  <a:lnTo>
                    <a:pt x="676334" y="392435"/>
                  </a:lnTo>
                  <a:lnTo>
                    <a:pt x="674413" y="392435"/>
                  </a:lnTo>
                  <a:lnTo>
                    <a:pt x="672491" y="392435"/>
                  </a:lnTo>
                  <a:lnTo>
                    <a:pt x="670570" y="392435"/>
                  </a:lnTo>
                  <a:lnTo>
                    <a:pt x="668649" y="392435"/>
                  </a:lnTo>
                  <a:lnTo>
                    <a:pt x="666727" y="392435"/>
                  </a:lnTo>
                  <a:lnTo>
                    <a:pt x="664806" y="392435"/>
                  </a:lnTo>
                  <a:lnTo>
                    <a:pt x="662884" y="392435"/>
                  </a:lnTo>
                  <a:lnTo>
                    <a:pt x="660963" y="392435"/>
                  </a:lnTo>
                  <a:lnTo>
                    <a:pt x="659042" y="392435"/>
                  </a:lnTo>
                  <a:lnTo>
                    <a:pt x="657120" y="392435"/>
                  </a:lnTo>
                  <a:lnTo>
                    <a:pt x="655199" y="392435"/>
                  </a:lnTo>
                  <a:lnTo>
                    <a:pt x="653277" y="392435"/>
                  </a:lnTo>
                  <a:lnTo>
                    <a:pt x="651356" y="392435"/>
                  </a:lnTo>
                  <a:lnTo>
                    <a:pt x="649434" y="392435"/>
                  </a:lnTo>
                  <a:lnTo>
                    <a:pt x="647513" y="392435"/>
                  </a:lnTo>
                  <a:lnTo>
                    <a:pt x="645592" y="392435"/>
                  </a:lnTo>
                  <a:lnTo>
                    <a:pt x="643670" y="392435"/>
                  </a:lnTo>
                  <a:lnTo>
                    <a:pt x="641749" y="392435"/>
                  </a:lnTo>
                  <a:lnTo>
                    <a:pt x="639827" y="392435"/>
                  </a:lnTo>
                  <a:lnTo>
                    <a:pt x="637906" y="392435"/>
                  </a:lnTo>
                  <a:lnTo>
                    <a:pt x="635985" y="392435"/>
                  </a:lnTo>
                  <a:lnTo>
                    <a:pt x="634063" y="392435"/>
                  </a:lnTo>
                  <a:lnTo>
                    <a:pt x="632142" y="392435"/>
                  </a:lnTo>
                  <a:lnTo>
                    <a:pt x="630220" y="392435"/>
                  </a:lnTo>
                  <a:lnTo>
                    <a:pt x="628299" y="392435"/>
                  </a:lnTo>
                  <a:lnTo>
                    <a:pt x="626378" y="392435"/>
                  </a:lnTo>
                  <a:lnTo>
                    <a:pt x="624456" y="392435"/>
                  </a:lnTo>
                  <a:lnTo>
                    <a:pt x="622535" y="392435"/>
                  </a:lnTo>
                  <a:lnTo>
                    <a:pt x="620613" y="392435"/>
                  </a:lnTo>
                  <a:lnTo>
                    <a:pt x="618692" y="392435"/>
                  </a:lnTo>
                  <a:lnTo>
                    <a:pt x="616771" y="392435"/>
                  </a:lnTo>
                  <a:lnTo>
                    <a:pt x="614849" y="392435"/>
                  </a:lnTo>
                  <a:lnTo>
                    <a:pt x="612928" y="392435"/>
                  </a:lnTo>
                  <a:lnTo>
                    <a:pt x="611006" y="392435"/>
                  </a:lnTo>
                  <a:lnTo>
                    <a:pt x="609085" y="392435"/>
                  </a:lnTo>
                  <a:lnTo>
                    <a:pt x="607164" y="392435"/>
                  </a:lnTo>
                  <a:lnTo>
                    <a:pt x="605242" y="392435"/>
                  </a:lnTo>
                  <a:lnTo>
                    <a:pt x="603321" y="392435"/>
                  </a:lnTo>
                  <a:lnTo>
                    <a:pt x="601399" y="392435"/>
                  </a:lnTo>
                  <a:lnTo>
                    <a:pt x="599478" y="392435"/>
                  </a:lnTo>
                  <a:lnTo>
                    <a:pt x="597557" y="392435"/>
                  </a:lnTo>
                  <a:lnTo>
                    <a:pt x="595635" y="392435"/>
                  </a:lnTo>
                  <a:lnTo>
                    <a:pt x="593714" y="392435"/>
                  </a:lnTo>
                  <a:lnTo>
                    <a:pt x="591792" y="392435"/>
                  </a:lnTo>
                  <a:lnTo>
                    <a:pt x="589871" y="392435"/>
                  </a:lnTo>
                  <a:lnTo>
                    <a:pt x="587950" y="392435"/>
                  </a:lnTo>
                  <a:lnTo>
                    <a:pt x="586028" y="392435"/>
                  </a:lnTo>
                  <a:lnTo>
                    <a:pt x="584107" y="392435"/>
                  </a:lnTo>
                  <a:lnTo>
                    <a:pt x="582185" y="392435"/>
                  </a:lnTo>
                  <a:lnTo>
                    <a:pt x="580264" y="392435"/>
                  </a:lnTo>
                  <a:lnTo>
                    <a:pt x="578342" y="392435"/>
                  </a:lnTo>
                  <a:lnTo>
                    <a:pt x="576421" y="392435"/>
                  </a:lnTo>
                  <a:lnTo>
                    <a:pt x="574500" y="392435"/>
                  </a:lnTo>
                  <a:lnTo>
                    <a:pt x="572578" y="392435"/>
                  </a:lnTo>
                  <a:lnTo>
                    <a:pt x="570657" y="392435"/>
                  </a:lnTo>
                  <a:lnTo>
                    <a:pt x="568735" y="392435"/>
                  </a:lnTo>
                  <a:lnTo>
                    <a:pt x="566814" y="392435"/>
                  </a:lnTo>
                  <a:lnTo>
                    <a:pt x="564893" y="392435"/>
                  </a:lnTo>
                  <a:lnTo>
                    <a:pt x="562971" y="392435"/>
                  </a:lnTo>
                  <a:lnTo>
                    <a:pt x="561050" y="392435"/>
                  </a:lnTo>
                  <a:lnTo>
                    <a:pt x="559128" y="392435"/>
                  </a:lnTo>
                  <a:lnTo>
                    <a:pt x="557207" y="392435"/>
                  </a:lnTo>
                  <a:lnTo>
                    <a:pt x="555286" y="392435"/>
                  </a:lnTo>
                  <a:lnTo>
                    <a:pt x="553364" y="392435"/>
                  </a:lnTo>
                  <a:lnTo>
                    <a:pt x="551443" y="392435"/>
                  </a:lnTo>
                  <a:lnTo>
                    <a:pt x="549521" y="392435"/>
                  </a:lnTo>
                  <a:lnTo>
                    <a:pt x="547600" y="392435"/>
                  </a:lnTo>
                  <a:lnTo>
                    <a:pt x="545679" y="392435"/>
                  </a:lnTo>
                  <a:lnTo>
                    <a:pt x="543757" y="392435"/>
                  </a:lnTo>
                  <a:lnTo>
                    <a:pt x="541836" y="392435"/>
                  </a:lnTo>
                  <a:lnTo>
                    <a:pt x="539914" y="392435"/>
                  </a:lnTo>
                  <a:lnTo>
                    <a:pt x="537993" y="392435"/>
                  </a:lnTo>
                  <a:lnTo>
                    <a:pt x="536072" y="392435"/>
                  </a:lnTo>
                  <a:lnTo>
                    <a:pt x="534150" y="392435"/>
                  </a:lnTo>
                  <a:lnTo>
                    <a:pt x="532229" y="392435"/>
                  </a:lnTo>
                  <a:lnTo>
                    <a:pt x="530307" y="392435"/>
                  </a:lnTo>
                  <a:lnTo>
                    <a:pt x="528386" y="392435"/>
                  </a:lnTo>
                  <a:lnTo>
                    <a:pt x="526465" y="392435"/>
                  </a:lnTo>
                  <a:lnTo>
                    <a:pt x="524543" y="392435"/>
                  </a:lnTo>
                  <a:lnTo>
                    <a:pt x="522622" y="392435"/>
                  </a:lnTo>
                  <a:lnTo>
                    <a:pt x="520700" y="392435"/>
                  </a:lnTo>
                  <a:lnTo>
                    <a:pt x="518779" y="392435"/>
                  </a:lnTo>
                  <a:lnTo>
                    <a:pt x="516858" y="392435"/>
                  </a:lnTo>
                  <a:lnTo>
                    <a:pt x="514936" y="392435"/>
                  </a:lnTo>
                  <a:lnTo>
                    <a:pt x="513015" y="392435"/>
                  </a:lnTo>
                  <a:lnTo>
                    <a:pt x="511093" y="392435"/>
                  </a:lnTo>
                  <a:lnTo>
                    <a:pt x="509172" y="392435"/>
                  </a:lnTo>
                  <a:lnTo>
                    <a:pt x="507250" y="392435"/>
                  </a:lnTo>
                  <a:lnTo>
                    <a:pt x="505329" y="392435"/>
                  </a:lnTo>
                  <a:lnTo>
                    <a:pt x="503408" y="392435"/>
                  </a:lnTo>
                  <a:lnTo>
                    <a:pt x="501486" y="392435"/>
                  </a:lnTo>
                  <a:lnTo>
                    <a:pt x="499565" y="392435"/>
                  </a:lnTo>
                  <a:lnTo>
                    <a:pt x="497643" y="392435"/>
                  </a:lnTo>
                  <a:lnTo>
                    <a:pt x="495722" y="392435"/>
                  </a:lnTo>
                  <a:lnTo>
                    <a:pt x="493801" y="392435"/>
                  </a:lnTo>
                  <a:lnTo>
                    <a:pt x="491879" y="392435"/>
                  </a:lnTo>
                  <a:lnTo>
                    <a:pt x="489958" y="392435"/>
                  </a:lnTo>
                  <a:lnTo>
                    <a:pt x="488036" y="392435"/>
                  </a:lnTo>
                  <a:lnTo>
                    <a:pt x="486115" y="392435"/>
                  </a:lnTo>
                  <a:lnTo>
                    <a:pt x="484194" y="392435"/>
                  </a:lnTo>
                  <a:lnTo>
                    <a:pt x="482272" y="392435"/>
                  </a:lnTo>
                  <a:lnTo>
                    <a:pt x="480351" y="392435"/>
                  </a:lnTo>
                  <a:lnTo>
                    <a:pt x="478429" y="392435"/>
                  </a:lnTo>
                  <a:lnTo>
                    <a:pt x="476508" y="392435"/>
                  </a:lnTo>
                  <a:lnTo>
                    <a:pt x="474587" y="392435"/>
                  </a:lnTo>
                  <a:lnTo>
                    <a:pt x="472665" y="392435"/>
                  </a:lnTo>
                  <a:lnTo>
                    <a:pt x="470744" y="392435"/>
                  </a:lnTo>
                  <a:lnTo>
                    <a:pt x="468822" y="392435"/>
                  </a:lnTo>
                  <a:lnTo>
                    <a:pt x="466901" y="392435"/>
                  </a:lnTo>
                  <a:lnTo>
                    <a:pt x="464980" y="392435"/>
                  </a:lnTo>
                  <a:lnTo>
                    <a:pt x="463058" y="392435"/>
                  </a:lnTo>
                  <a:lnTo>
                    <a:pt x="461137" y="392435"/>
                  </a:lnTo>
                  <a:lnTo>
                    <a:pt x="459215" y="392435"/>
                  </a:lnTo>
                  <a:lnTo>
                    <a:pt x="457294" y="392435"/>
                  </a:lnTo>
                  <a:lnTo>
                    <a:pt x="455373" y="392435"/>
                  </a:lnTo>
                  <a:lnTo>
                    <a:pt x="453451" y="392435"/>
                  </a:lnTo>
                  <a:lnTo>
                    <a:pt x="451530" y="392435"/>
                  </a:lnTo>
                  <a:lnTo>
                    <a:pt x="449608" y="392435"/>
                  </a:lnTo>
                  <a:lnTo>
                    <a:pt x="447687" y="392435"/>
                  </a:lnTo>
                  <a:lnTo>
                    <a:pt x="445766" y="392435"/>
                  </a:lnTo>
                  <a:lnTo>
                    <a:pt x="443844" y="392435"/>
                  </a:lnTo>
                  <a:lnTo>
                    <a:pt x="441923" y="392435"/>
                  </a:lnTo>
                  <a:lnTo>
                    <a:pt x="440001" y="392435"/>
                  </a:lnTo>
                  <a:lnTo>
                    <a:pt x="438080" y="392435"/>
                  </a:lnTo>
                  <a:lnTo>
                    <a:pt x="436159" y="392435"/>
                  </a:lnTo>
                  <a:lnTo>
                    <a:pt x="434237" y="392435"/>
                  </a:lnTo>
                  <a:lnTo>
                    <a:pt x="432316" y="392435"/>
                  </a:lnTo>
                  <a:lnTo>
                    <a:pt x="430394" y="392435"/>
                  </a:lnTo>
                  <a:lnTo>
                    <a:pt x="428473" y="392435"/>
                  </a:lnTo>
                  <a:lnTo>
                    <a:pt x="426551" y="392435"/>
                  </a:lnTo>
                  <a:lnTo>
                    <a:pt x="424630" y="392435"/>
                  </a:lnTo>
                  <a:lnTo>
                    <a:pt x="422709" y="392435"/>
                  </a:lnTo>
                  <a:lnTo>
                    <a:pt x="420787" y="392435"/>
                  </a:lnTo>
                  <a:lnTo>
                    <a:pt x="418866" y="392435"/>
                  </a:lnTo>
                  <a:lnTo>
                    <a:pt x="416944" y="392435"/>
                  </a:lnTo>
                  <a:lnTo>
                    <a:pt x="415023" y="392435"/>
                  </a:lnTo>
                  <a:lnTo>
                    <a:pt x="413102" y="392435"/>
                  </a:lnTo>
                  <a:lnTo>
                    <a:pt x="411180" y="392435"/>
                  </a:lnTo>
                  <a:lnTo>
                    <a:pt x="409259" y="392435"/>
                  </a:lnTo>
                  <a:lnTo>
                    <a:pt x="407337" y="392435"/>
                  </a:lnTo>
                  <a:lnTo>
                    <a:pt x="405416" y="392435"/>
                  </a:lnTo>
                  <a:lnTo>
                    <a:pt x="403495" y="392435"/>
                  </a:lnTo>
                  <a:lnTo>
                    <a:pt x="401573" y="392435"/>
                  </a:lnTo>
                  <a:lnTo>
                    <a:pt x="399652" y="392435"/>
                  </a:lnTo>
                  <a:lnTo>
                    <a:pt x="397730" y="392435"/>
                  </a:lnTo>
                  <a:lnTo>
                    <a:pt x="395809" y="392435"/>
                  </a:lnTo>
                  <a:lnTo>
                    <a:pt x="393888" y="392435"/>
                  </a:lnTo>
                  <a:lnTo>
                    <a:pt x="391966" y="392435"/>
                  </a:lnTo>
                  <a:lnTo>
                    <a:pt x="390045" y="392435"/>
                  </a:lnTo>
                  <a:lnTo>
                    <a:pt x="388123" y="392435"/>
                  </a:lnTo>
                  <a:lnTo>
                    <a:pt x="386202" y="392435"/>
                  </a:lnTo>
                  <a:lnTo>
                    <a:pt x="384281" y="392435"/>
                  </a:lnTo>
                  <a:lnTo>
                    <a:pt x="382359" y="392435"/>
                  </a:lnTo>
                  <a:lnTo>
                    <a:pt x="380438" y="392435"/>
                  </a:lnTo>
                  <a:lnTo>
                    <a:pt x="378516" y="392435"/>
                  </a:lnTo>
                  <a:lnTo>
                    <a:pt x="376595" y="392435"/>
                  </a:lnTo>
                  <a:lnTo>
                    <a:pt x="374674" y="392435"/>
                  </a:lnTo>
                  <a:lnTo>
                    <a:pt x="372752" y="392435"/>
                  </a:lnTo>
                  <a:lnTo>
                    <a:pt x="370831" y="392435"/>
                  </a:lnTo>
                  <a:lnTo>
                    <a:pt x="368909" y="392435"/>
                  </a:lnTo>
                  <a:lnTo>
                    <a:pt x="366988" y="392435"/>
                  </a:lnTo>
                  <a:lnTo>
                    <a:pt x="365067" y="392435"/>
                  </a:lnTo>
                  <a:lnTo>
                    <a:pt x="363145" y="392435"/>
                  </a:lnTo>
                  <a:lnTo>
                    <a:pt x="361224" y="392435"/>
                  </a:lnTo>
                  <a:lnTo>
                    <a:pt x="359302" y="392435"/>
                  </a:lnTo>
                  <a:lnTo>
                    <a:pt x="357381" y="392435"/>
                  </a:lnTo>
                  <a:lnTo>
                    <a:pt x="355459" y="392435"/>
                  </a:lnTo>
                  <a:lnTo>
                    <a:pt x="353538" y="392435"/>
                  </a:lnTo>
                  <a:lnTo>
                    <a:pt x="351617" y="392435"/>
                  </a:lnTo>
                  <a:lnTo>
                    <a:pt x="349695" y="392435"/>
                  </a:lnTo>
                  <a:lnTo>
                    <a:pt x="347774" y="392435"/>
                  </a:lnTo>
                  <a:lnTo>
                    <a:pt x="345852" y="392435"/>
                  </a:lnTo>
                  <a:lnTo>
                    <a:pt x="343931" y="392435"/>
                  </a:lnTo>
                  <a:lnTo>
                    <a:pt x="342010" y="392435"/>
                  </a:lnTo>
                  <a:lnTo>
                    <a:pt x="340088" y="392435"/>
                  </a:lnTo>
                  <a:lnTo>
                    <a:pt x="338167" y="392435"/>
                  </a:lnTo>
                  <a:lnTo>
                    <a:pt x="336245" y="392435"/>
                  </a:lnTo>
                  <a:lnTo>
                    <a:pt x="334324" y="392435"/>
                  </a:lnTo>
                  <a:lnTo>
                    <a:pt x="332403" y="392435"/>
                  </a:lnTo>
                  <a:lnTo>
                    <a:pt x="330481" y="392435"/>
                  </a:lnTo>
                  <a:lnTo>
                    <a:pt x="328560" y="392435"/>
                  </a:lnTo>
                  <a:lnTo>
                    <a:pt x="326638" y="392435"/>
                  </a:lnTo>
                  <a:lnTo>
                    <a:pt x="324717" y="392435"/>
                  </a:lnTo>
                  <a:lnTo>
                    <a:pt x="322796" y="392435"/>
                  </a:lnTo>
                  <a:lnTo>
                    <a:pt x="320874" y="392435"/>
                  </a:lnTo>
                  <a:lnTo>
                    <a:pt x="318953" y="392435"/>
                  </a:lnTo>
                  <a:lnTo>
                    <a:pt x="317031" y="392435"/>
                  </a:lnTo>
                  <a:lnTo>
                    <a:pt x="315110" y="392435"/>
                  </a:lnTo>
                  <a:lnTo>
                    <a:pt x="313189" y="392435"/>
                  </a:lnTo>
                  <a:lnTo>
                    <a:pt x="311267" y="392435"/>
                  </a:lnTo>
                  <a:lnTo>
                    <a:pt x="309346" y="392435"/>
                  </a:lnTo>
                  <a:lnTo>
                    <a:pt x="307424" y="392435"/>
                  </a:lnTo>
                  <a:lnTo>
                    <a:pt x="305503" y="392435"/>
                  </a:lnTo>
                  <a:lnTo>
                    <a:pt x="303582" y="392435"/>
                  </a:lnTo>
                  <a:lnTo>
                    <a:pt x="301660" y="392435"/>
                  </a:lnTo>
                  <a:lnTo>
                    <a:pt x="299739" y="392435"/>
                  </a:lnTo>
                  <a:lnTo>
                    <a:pt x="297817" y="392435"/>
                  </a:lnTo>
                  <a:lnTo>
                    <a:pt x="295896" y="392435"/>
                  </a:lnTo>
                  <a:lnTo>
                    <a:pt x="293975" y="392435"/>
                  </a:lnTo>
                  <a:lnTo>
                    <a:pt x="292053" y="392435"/>
                  </a:lnTo>
                  <a:lnTo>
                    <a:pt x="290132" y="392435"/>
                  </a:lnTo>
                  <a:lnTo>
                    <a:pt x="288210" y="392435"/>
                  </a:lnTo>
                  <a:lnTo>
                    <a:pt x="286289" y="392435"/>
                  </a:lnTo>
                  <a:lnTo>
                    <a:pt x="284367" y="392435"/>
                  </a:lnTo>
                  <a:lnTo>
                    <a:pt x="282446" y="392435"/>
                  </a:lnTo>
                  <a:lnTo>
                    <a:pt x="280525" y="392435"/>
                  </a:lnTo>
                  <a:lnTo>
                    <a:pt x="278603" y="392435"/>
                  </a:lnTo>
                  <a:lnTo>
                    <a:pt x="276682" y="392435"/>
                  </a:lnTo>
                  <a:lnTo>
                    <a:pt x="274760" y="392435"/>
                  </a:lnTo>
                  <a:lnTo>
                    <a:pt x="272839" y="392435"/>
                  </a:lnTo>
                  <a:lnTo>
                    <a:pt x="270918" y="392435"/>
                  </a:lnTo>
                  <a:lnTo>
                    <a:pt x="268996" y="392435"/>
                  </a:lnTo>
                  <a:lnTo>
                    <a:pt x="267075" y="392435"/>
                  </a:lnTo>
                  <a:lnTo>
                    <a:pt x="265153" y="392435"/>
                  </a:lnTo>
                  <a:lnTo>
                    <a:pt x="263232" y="392435"/>
                  </a:lnTo>
                  <a:lnTo>
                    <a:pt x="261311" y="392435"/>
                  </a:lnTo>
                  <a:lnTo>
                    <a:pt x="259389" y="392435"/>
                  </a:lnTo>
                  <a:lnTo>
                    <a:pt x="257468" y="392435"/>
                  </a:lnTo>
                  <a:lnTo>
                    <a:pt x="255546" y="392435"/>
                  </a:lnTo>
                  <a:lnTo>
                    <a:pt x="253625" y="392435"/>
                  </a:lnTo>
                  <a:lnTo>
                    <a:pt x="251704" y="392435"/>
                  </a:lnTo>
                  <a:lnTo>
                    <a:pt x="249782" y="392435"/>
                  </a:lnTo>
                  <a:lnTo>
                    <a:pt x="247861" y="392435"/>
                  </a:lnTo>
                  <a:lnTo>
                    <a:pt x="245939" y="392435"/>
                  </a:lnTo>
                  <a:lnTo>
                    <a:pt x="244018" y="392435"/>
                  </a:lnTo>
                  <a:lnTo>
                    <a:pt x="242097" y="392435"/>
                  </a:lnTo>
                  <a:lnTo>
                    <a:pt x="240175" y="392435"/>
                  </a:lnTo>
                  <a:lnTo>
                    <a:pt x="238254" y="392435"/>
                  </a:lnTo>
                  <a:lnTo>
                    <a:pt x="236332" y="392435"/>
                  </a:lnTo>
                  <a:lnTo>
                    <a:pt x="234411" y="392435"/>
                  </a:lnTo>
                  <a:lnTo>
                    <a:pt x="232490" y="392435"/>
                  </a:lnTo>
                  <a:lnTo>
                    <a:pt x="230568" y="392435"/>
                  </a:lnTo>
                  <a:lnTo>
                    <a:pt x="228647" y="392435"/>
                  </a:lnTo>
                  <a:lnTo>
                    <a:pt x="226725" y="392435"/>
                  </a:lnTo>
                  <a:lnTo>
                    <a:pt x="224804" y="392435"/>
                  </a:lnTo>
                  <a:lnTo>
                    <a:pt x="222883" y="392435"/>
                  </a:lnTo>
                  <a:lnTo>
                    <a:pt x="220961" y="392435"/>
                  </a:lnTo>
                  <a:lnTo>
                    <a:pt x="219040" y="392435"/>
                  </a:lnTo>
                  <a:lnTo>
                    <a:pt x="217118" y="392435"/>
                  </a:lnTo>
                  <a:lnTo>
                    <a:pt x="215197" y="392435"/>
                  </a:lnTo>
                  <a:lnTo>
                    <a:pt x="213275" y="392435"/>
                  </a:lnTo>
                  <a:lnTo>
                    <a:pt x="211354" y="392435"/>
                  </a:lnTo>
                  <a:lnTo>
                    <a:pt x="209433" y="392435"/>
                  </a:lnTo>
                  <a:lnTo>
                    <a:pt x="207511" y="392435"/>
                  </a:lnTo>
                  <a:lnTo>
                    <a:pt x="205590" y="392435"/>
                  </a:lnTo>
                  <a:lnTo>
                    <a:pt x="203668" y="392435"/>
                  </a:lnTo>
                  <a:lnTo>
                    <a:pt x="201747" y="392435"/>
                  </a:lnTo>
                  <a:lnTo>
                    <a:pt x="199826" y="392435"/>
                  </a:lnTo>
                  <a:lnTo>
                    <a:pt x="197904" y="392435"/>
                  </a:lnTo>
                  <a:lnTo>
                    <a:pt x="195983" y="392435"/>
                  </a:lnTo>
                  <a:lnTo>
                    <a:pt x="194061" y="392435"/>
                  </a:lnTo>
                  <a:lnTo>
                    <a:pt x="192140" y="392435"/>
                  </a:lnTo>
                  <a:lnTo>
                    <a:pt x="190219" y="392435"/>
                  </a:lnTo>
                  <a:lnTo>
                    <a:pt x="188297" y="392435"/>
                  </a:lnTo>
                  <a:lnTo>
                    <a:pt x="186376" y="392435"/>
                  </a:lnTo>
                  <a:lnTo>
                    <a:pt x="184454" y="392435"/>
                  </a:lnTo>
                  <a:lnTo>
                    <a:pt x="182533" y="392435"/>
                  </a:lnTo>
                  <a:lnTo>
                    <a:pt x="180612" y="392435"/>
                  </a:lnTo>
                  <a:lnTo>
                    <a:pt x="178690" y="392435"/>
                  </a:lnTo>
                  <a:lnTo>
                    <a:pt x="176769" y="392435"/>
                  </a:lnTo>
                  <a:lnTo>
                    <a:pt x="174847" y="392435"/>
                  </a:lnTo>
                  <a:lnTo>
                    <a:pt x="172926" y="392435"/>
                  </a:lnTo>
                  <a:lnTo>
                    <a:pt x="171005" y="392435"/>
                  </a:lnTo>
                  <a:lnTo>
                    <a:pt x="169083" y="392435"/>
                  </a:lnTo>
                  <a:lnTo>
                    <a:pt x="167162" y="392435"/>
                  </a:lnTo>
                  <a:lnTo>
                    <a:pt x="165240" y="392435"/>
                  </a:lnTo>
                  <a:lnTo>
                    <a:pt x="163319" y="392435"/>
                  </a:lnTo>
                  <a:lnTo>
                    <a:pt x="161398" y="392435"/>
                  </a:lnTo>
                  <a:lnTo>
                    <a:pt x="159476" y="392435"/>
                  </a:lnTo>
                  <a:lnTo>
                    <a:pt x="157555" y="392435"/>
                  </a:lnTo>
                  <a:lnTo>
                    <a:pt x="155633" y="392435"/>
                  </a:lnTo>
                  <a:lnTo>
                    <a:pt x="153712" y="392435"/>
                  </a:lnTo>
                  <a:lnTo>
                    <a:pt x="151791" y="392435"/>
                  </a:lnTo>
                  <a:lnTo>
                    <a:pt x="149869" y="392435"/>
                  </a:lnTo>
                  <a:lnTo>
                    <a:pt x="147948" y="392435"/>
                  </a:lnTo>
                  <a:lnTo>
                    <a:pt x="146026" y="392435"/>
                  </a:lnTo>
                  <a:lnTo>
                    <a:pt x="144105" y="392435"/>
                  </a:lnTo>
                  <a:lnTo>
                    <a:pt x="142183" y="392435"/>
                  </a:lnTo>
                  <a:lnTo>
                    <a:pt x="140262" y="392435"/>
                  </a:lnTo>
                  <a:lnTo>
                    <a:pt x="138341" y="392435"/>
                  </a:lnTo>
                  <a:lnTo>
                    <a:pt x="136419" y="392435"/>
                  </a:lnTo>
                  <a:lnTo>
                    <a:pt x="134498" y="392435"/>
                  </a:lnTo>
                  <a:lnTo>
                    <a:pt x="132576" y="392435"/>
                  </a:lnTo>
                  <a:lnTo>
                    <a:pt x="130655" y="392435"/>
                  </a:lnTo>
                  <a:lnTo>
                    <a:pt x="128734" y="392435"/>
                  </a:lnTo>
                  <a:lnTo>
                    <a:pt x="126812" y="392435"/>
                  </a:lnTo>
                  <a:lnTo>
                    <a:pt x="124891" y="392435"/>
                  </a:lnTo>
                  <a:lnTo>
                    <a:pt x="122969" y="392435"/>
                  </a:lnTo>
                  <a:lnTo>
                    <a:pt x="121048" y="392435"/>
                  </a:lnTo>
                  <a:lnTo>
                    <a:pt x="119127" y="392435"/>
                  </a:lnTo>
                  <a:lnTo>
                    <a:pt x="117205" y="392435"/>
                  </a:lnTo>
                  <a:lnTo>
                    <a:pt x="115284" y="392435"/>
                  </a:lnTo>
                  <a:lnTo>
                    <a:pt x="113362" y="392435"/>
                  </a:lnTo>
                  <a:lnTo>
                    <a:pt x="111441" y="392435"/>
                  </a:lnTo>
                  <a:lnTo>
                    <a:pt x="109520" y="392435"/>
                  </a:lnTo>
                  <a:lnTo>
                    <a:pt x="107598" y="392435"/>
                  </a:lnTo>
                  <a:lnTo>
                    <a:pt x="105677" y="392435"/>
                  </a:lnTo>
                  <a:lnTo>
                    <a:pt x="103755" y="392435"/>
                  </a:lnTo>
                  <a:lnTo>
                    <a:pt x="101834" y="392435"/>
                  </a:lnTo>
                  <a:lnTo>
                    <a:pt x="99913" y="392435"/>
                  </a:lnTo>
                  <a:lnTo>
                    <a:pt x="97991" y="392435"/>
                  </a:lnTo>
                  <a:lnTo>
                    <a:pt x="96070" y="392435"/>
                  </a:lnTo>
                  <a:lnTo>
                    <a:pt x="94148" y="392435"/>
                  </a:lnTo>
                  <a:lnTo>
                    <a:pt x="92227" y="392435"/>
                  </a:lnTo>
                  <a:lnTo>
                    <a:pt x="90306" y="392435"/>
                  </a:lnTo>
                  <a:lnTo>
                    <a:pt x="88384" y="392435"/>
                  </a:lnTo>
                  <a:lnTo>
                    <a:pt x="86463" y="392435"/>
                  </a:lnTo>
                  <a:lnTo>
                    <a:pt x="84541" y="392435"/>
                  </a:lnTo>
                  <a:lnTo>
                    <a:pt x="82620" y="392435"/>
                  </a:lnTo>
                  <a:lnTo>
                    <a:pt x="80699" y="392435"/>
                  </a:lnTo>
                  <a:lnTo>
                    <a:pt x="78777" y="392435"/>
                  </a:lnTo>
                  <a:lnTo>
                    <a:pt x="76856" y="392435"/>
                  </a:lnTo>
                  <a:lnTo>
                    <a:pt x="74934" y="392435"/>
                  </a:lnTo>
                  <a:lnTo>
                    <a:pt x="73013" y="392435"/>
                  </a:lnTo>
                  <a:lnTo>
                    <a:pt x="71091" y="392435"/>
                  </a:lnTo>
                  <a:lnTo>
                    <a:pt x="69170" y="392435"/>
                  </a:lnTo>
                  <a:lnTo>
                    <a:pt x="67249" y="392435"/>
                  </a:lnTo>
                  <a:lnTo>
                    <a:pt x="65327" y="392435"/>
                  </a:lnTo>
                  <a:lnTo>
                    <a:pt x="63406" y="392435"/>
                  </a:lnTo>
                  <a:lnTo>
                    <a:pt x="61484" y="392435"/>
                  </a:lnTo>
                  <a:lnTo>
                    <a:pt x="59563" y="392435"/>
                  </a:lnTo>
                  <a:lnTo>
                    <a:pt x="57642" y="392435"/>
                  </a:lnTo>
                  <a:lnTo>
                    <a:pt x="55720" y="392435"/>
                  </a:lnTo>
                  <a:lnTo>
                    <a:pt x="53799" y="392435"/>
                  </a:lnTo>
                  <a:lnTo>
                    <a:pt x="51877" y="392435"/>
                  </a:lnTo>
                  <a:lnTo>
                    <a:pt x="49956" y="392435"/>
                  </a:lnTo>
                  <a:lnTo>
                    <a:pt x="48035" y="392435"/>
                  </a:lnTo>
                  <a:lnTo>
                    <a:pt x="46113" y="392435"/>
                  </a:lnTo>
                  <a:lnTo>
                    <a:pt x="44192" y="392435"/>
                  </a:lnTo>
                  <a:lnTo>
                    <a:pt x="42270" y="392435"/>
                  </a:lnTo>
                  <a:lnTo>
                    <a:pt x="40349" y="392435"/>
                  </a:lnTo>
                  <a:lnTo>
                    <a:pt x="38428" y="392435"/>
                  </a:lnTo>
                  <a:lnTo>
                    <a:pt x="36506" y="392435"/>
                  </a:lnTo>
                  <a:lnTo>
                    <a:pt x="34585" y="392435"/>
                  </a:lnTo>
                  <a:lnTo>
                    <a:pt x="32663" y="392435"/>
                  </a:lnTo>
                  <a:lnTo>
                    <a:pt x="30742" y="392435"/>
                  </a:lnTo>
                  <a:lnTo>
                    <a:pt x="28821" y="392435"/>
                  </a:lnTo>
                  <a:lnTo>
                    <a:pt x="26899" y="392435"/>
                  </a:lnTo>
                  <a:lnTo>
                    <a:pt x="24978" y="392435"/>
                  </a:lnTo>
                  <a:lnTo>
                    <a:pt x="23056" y="392435"/>
                  </a:lnTo>
                  <a:lnTo>
                    <a:pt x="21135" y="392435"/>
                  </a:lnTo>
                  <a:lnTo>
                    <a:pt x="19214" y="392435"/>
                  </a:lnTo>
                  <a:lnTo>
                    <a:pt x="17292" y="392435"/>
                  </a:lnTo>
                  <a:lnTo>
                    <a:pt x="15371" y="392435"/>
                  </a:lnTo>
                  <a:lnTo>
                    <a:pt x="13449" y="392435"/>
                  </a:lnTo>
                  <a:lnTo>
                    <a:pt x="11528" y="392435"/>
                  </a:lnTo>
                  <a:lnTo>
                    <a:pt x="9607" y="392435"/>
                  </a:lnTo>
                  <a:lnTo>
                    <a:pt x="7685" y="392435"/>
                  </a:lnTo>
                  <a:lnTo>
                    <a:pt x="5764" y="392435"/>
                  </a:lnTo>
                  <a:lnTo>
                    <a:pt x="3842" y="392435"/>
                  </a:lnTo>
                  <a:lnTo>
                    <a:pt x="1921" y="392435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4248562" y="5590987"/>
              <a:ext cx="981838" cy="392435"/>
            </a:xfrm>
            <a:custGeom>
              <a:avLst/>
              <a:pathLst>
                <a:path w="981838" h="392435">
                  <a:moveTo>
                    <a:pt x="0" y="392435"/>
                  </a:moveTo>
                  <a:lnTo>
                    <a:pt x="1921" y="392435"/>
                  </a:lnTo>
                  <a:lnTo>
                    <a:pt x="3842" y="392435"/>
                  </a:lnTo>
                  <a:lnTo>
                    <a:pt x="5764" y="392435"/>
                  </a:lnTo>
                  <a:lnTo>
                    <a:pt x="7685" y="392435"/>
                  </a:lnTo>
                  <a:lnTo>
                    <a:pt x="9607" y="392435"/>
                  </a:lnTo>
                  <a:lnTo>
                    <a:pt x="11528" y="392435"/>
                  </a:lnTo>
                  <a:lnTo>
                    <a:pt x="13449" y="392435"/>
                  </a:lnTo>
                  <a:lnTo>
                    <a:pt x="15371" y="392435"/>
                  </a:lnTo>
                  <a:lnTo>
                    <a:pt x="17292" y="392435"/>
                  </a:lnTo>
                  <a:lnTo>
                    <a:pt x="19214" y="392435"/>
                  </a:lnTo>
                  <a:lnTo>
                    <a:pt x="21135" y="392435"/>
                  </a:lnTo>
                  <a:lnTo>
                    <a:pt x="23056" y="392435"/>
                  </a:lnTo>
                  <a:lnTo>
                    <a:pt x="24978" y="392435"/>
                  </a:lnTo>
                  <a:lnTo>
                    <a:pt x="26899" y="392435"/>
                  </a:lnTo>
                  <a:lnTo>
                    <a:pt x="28821" y="392435"/>
                  </a:lnTo>
                  <a:lnTo>
                    <a:pt x="30742" y="392434"/>
                  </a:lnTo>
                  <a:lnTo>
                    <a:pt x="32663" y="392434"/>
                  </a:lnTo>
                  <a:lnTo>
                    <a:pt x="34585" y="392433"/>
                  </a:lnTo>
                  <a:lnTo>
                    <a:pt x="36506" y="392432"/>
                  </a:lnTo>
                  <a:lnTo>
                    <a:pt x="38428" y="392430"/>
                  </a:lnTo>
                  <a:lnTo>
                    <a:pt x="40349" y="392427"/>
                  </a:lnTo>
                  <a:lnTo>
                    <a:pt x="42270" y="392423"/>
                  </a:lnTo>
                  <a:lnTo>
                    <a:pt x="44192" y="392417"/>
                  </a:lnTo>
                  <a:lnTo>
                    <a:pt x="46113" y="392408"/>
                  </a:lnTo>
                  <a:lnTo>
                    <a:pt x="48035" y="392396"/>
                  </a:lnTo>
                  <a:lnTo>
                    <a:pt x="49956" y="392379"/>
                  </a:lnTo>
                  <a:lnTo>
                    <a:pt x="51877" y="392357"/>
                  </a:lnTo>
                  <a:lnTo>
                    <a:pt x="53799" y="392328"/>
                  </a:lnTo>
                  <a:lnTo>
                    <a:pt x="55720" y="392291"/>
                  </a:lnTo>
                  <a:lnTo>
                    <a:pt x="57642" y="392244"/>
                  </a:lnTo>
                  <a:lnTo>
                    <a:pt x="59563" y="392184"/>
                  </a:lnTo>
                  <a:lnTo>
                    <a:pt x="61484" y="392111"/>
                  </a:lnTo>
                  <a:lnTo>
                    <a:pt x="63406" y="392021"/>
                  </a:lnTo>
                  <a:lnTo>
                    <a:pt x="65327" y="391914"/>
                  </a:lnTo>
                  <a:lnTo>
                    <a:pt x="67249" y="391789"/>
                  </a:lnTo>
                  <a:lnTo>
                    <a:pt x="69170" y="391646"/>
                  </a:lnTo>
                  <a:lnTo>
                    <a:pt x="71091" y="391484"/>
                  </a:lnTo>
                  <a:lnTo>
                    <a:pt x="73013" y="391305"/>
                  </a:lnTo>
                  <a:lnTo>
                    <a:pt x="74934" y="391110"/>
                  </a:lnTo>
                  <a:lnTo>
                    <a:pt x="76856" y="390900"/>
                  </a:lnTo>
                  <a:lnTo>
                    <a:pt x="78777" y="390679"/>
                  </a:lnTo>
                  <a:lnTo>
                    <a:pt x="80699" y="390448"/>
                  </a:lnTo>
                  <a:lnTo>
                    <a:pt x="82620" y="390212"/>
                  </a:lnTo>
                  <a:lnTo>
                    <a:pt x="84541" y="389974"/>
                  </a:lnTo>
                  <a:lnTo>
                    <a:pt x="86463" y="389737"/>
                  </a:lnTo>
                  <a:lnTo>
                    <a:pt x="88384" y="389502"/>
                  </a:lnTo>
                  <a:lnTo>
                    <a:pt x="90306" y="389271"/>
                  </a:lnTo>
                  <a:lnTo>
                    <a:pt x="92227" y="389044"/>
                  </a:lnTo>
                  <a:lnTo>
                    <a:pt x="94148" y="388820"/>
                  </a:lnTo>
                  <a:lnTo>
                    <a:pt x="96070" y="388599"/>
                  </a:lnTo>
                  <a:lnTo>
                    <a:pt x="97991" y="388378"/>
                  </a:lnTo>
                  <a:lnTo>
                    <a:pt x="99913" y="388154"/>
                  </a:lnTo>
                  <a:lnTo>
                    <a:pt x="101834" y="387924"/>
                  </a:lnTo>
                  <a:lnTo>
                    <a:pt x="103755" y="387685"/>
                  </a:lnTo>
                  <a:lnTo>
                    <a:pt x="105677" y="387435"/>
                  </a:lnTo>
                  <a:lnTo>
                    <a:pt x="107598" y="387171"/>
                  </a:lnTo>
                  <a:lnTo>
                    <a:pt x="109520" y="386892"/>
                  </a:lnTo>
                  <a:lnTo>
                    <a:pt x="111441" y="386597"/>
                  </a:lnTo>
                  <a:lnTo>
                    <a:pt x="113362" y="386285"/>
                  </a:lnTo>
                  <a:lnTo>
                    <a:pt x="115284" y="385957"/>
                  </a:lnTo>
                  <a:lnTo>
                    <a:pt x="117205" y="385615"/>
                  </a:lnTo>
                  <a:lnTo>
                    <a:pt x="119127" y="385263"/>
                  </a:lnTo>
                  <a:lnTo>
                    <a:pt x="121048" y="384901"/>
                  </a:lnTo>
                  <a:lnTo>
                    <a:pt x="122969" y="384534"/>
                  </a:lnTo>
                  <a:lnTo>
                    <a:pt x="124891" y="384162"/>
                  </a:lnTo>
                  <a:lnTo>
                    <a:pt x="126812" y="383788"/>
                  </a:lnTo>
                  <a:lnTo>
                    <a:pt x="128734" y="383414"/>
                  </a:lnTo>
                  <a:lnTo>
                    <a:pt x="130655" y="383041"/>
                  </a:lnTo>
                  <a:lnTo>
                    <a:pt x="132576" y="382669"/>
                  </a:lnTo>
                  <a:lnTo>
                    <a:pt x="134498" y="382296"/>
                  </a:lnTo>
                  <a:lnTo>
                    <a:pt x="136419" y="381922"/>
                  </a:lnTo>
                  <a:lnTo>
                    <a:pt x="138341" y="381543"/>
                  </a:lnTo>
                  <a:lnTo>
                    <a:pt x="140262" y="381157"/>
                  </a:lnTo>
                  <a:lnTo>
                    <a:pt x="142183" y="380762"/>
                  </a:lnTo>
                  <a:lnTo>
                    <a:pt x="144105" y="380353"/>
                  </a:lnTo>
                  <a:lnTo>
                    <a:pt x="146026" y="379927"/>
                  </a:lnTo>
                  <a:lnTo>
                    <a:pt x="147948" y="379480"/>
                  </a:lnTo>
                  <a:lnTo>
                    <a:pt x="149869" y="379008"/>
                  </a:lnTo>
                  <a:lnTo>
                    <a:pt x="151791" y="378509"/>
                  </a:lnTo>
                  <a:lnTo>
                    <a:pt x="153712" y="377981"/>
                  </a:lnTo>
                  <a:lnTo>
                    <a:pt x="155633" y="377423"/>
                  </a:lnTo>
                  <a:lnTo>
                    <a:pt x="157555" y="376832"/>
                  </a:lnTo>
                  <a:lnTo>
                    <a:pt x="159476" y="376208"/>
                  </a:lnTo>
                  <a:lnTo>
                    <a:pt x="161398" y="375549"/>
                  </a:lnTo>
                  <a:lnTo>
                    <a:pt x="163319" y="374853"/>
                  </a:lnTo>
                  <a:lnTo>
                    <a:pt x="165240" y="374115"/>
                  </a:lnTo>
                  <a:lnTo>
                    <a:pt x="167162" y="373335"/>
                  </a:lnTo>
                  <a:lnTo>
                    <a:pt x="169083" y="372515"/>
                  </a:lnTo>
                  <a:lnTo>
                    <a:pt x="171005" y="371654"/>
                  </a:lnTo>
                  <a:lnTo>
                    <a:pt x="172926" y="370756"/>
                  </a:lnTo>
                  <a:lnTo>
                    <a:pt x="174847" y="369821"/>
                  </a:lnTo>
                  <a:lnTo>
                    <a:pt x="176769" y="368855"/>
                  </a:lnTo>
                  <a:lnTo>
                    <a:pt x="178690" y="367863"/>
                  </a:lnTo>
                  <a:lnTo>
                    <a:pt x="180612" y="366854"/>
                  </a:lnTo>
                  <a:lnTo>
                    <a:pt x="182533" y="365837"/>
                  </a:lnTo>
                  <a:lnTo>
                    <a:pt x="184454" y="364827"/>
                  </a:lnTo>
                  <a:lnTo>
                    <a:pt x="186376" y="363838"/>
                  </a:lnTo>
                  <a:lnTo>
                    <a:pt x="188297" y="362885"/>
                  </a:lnTo>
                  <a:lnTo>
                    <a:pt x="190219" y="361980"/>
                  </a:lnTo>
                  <a:lnTo>
                    <a:pt x="192140" y="361140"/>
                  </a:lnTo>
                  <a:lnTo>
                    <a:pt x="194061" y="360378"/>
                  </a:lnTo>
                  <a:lnTo>
                    <a:pt x="195983" y="359709"/>
                  </a:lnTo>
                  <a:lnTo>
                    <a:pt x="197904" y="359144"/>
                  </a:lnTo>
                  <a:lnTo>
                    <a:pt x="199826" y="358707"/>
                  </a:lnTo>
                  <a:lnTo>
                    <a:pt x="201747" y="358405"/>
                  </a:lnTo>
                  <a:lnTo>
                    <a:pt x="203668" y="358240"/>
                  </a:lnTo>
                  <a:lnTo>
                    <a:pt x="205590" y="358215"/>
                  </a:lnTo>
                  <a:lnTo>
                    <a:pt x="207511" y="358332"/>
                  </a:lnTo>
                  <a:lnTo>
                    <a:pt x="209433" y="358591"/>
                  </a:lnTo>
                  <a:lnTo>
                    <a:pt x="211354" y="358990"/>
                  </a:lnTo>
                  <a:lnTo>
                    <a:pt x="213275" y="359521"/>
                  </a:lnTo>
                  <a:lnTo>
                    <a:pt x="215197" y="360178"/>
                  </a:lnTo>
                  <a:lnTo>
                    <a:pt x="217118" y="360957"/>
                  </a:lnTo>
                  <a:lnTo>
                    <a:pt x="219040" y="361838"/>
                  </a:lnTo>
                  <a:lnTo>
                    <a:pt x="220961" y="362797"/>
                  </a:lnTo>
                  <a:lnTo>
                    <a:pt x="222883" y="363816"/>
                  </a:lnTo>
                  <a:lnTo>
                    <a:pt x="224804" y="364875"/>
                  </a:lnTo>
                  <a:lnTo>
                    <a:pt x="226725" y="365954"/>
                  </a:lnTo>
                  <a:lnTo>
                    <a:pt x="228647" y="367033"/>
                  </a:lnTo>
                  <a:lnTo>
                    <a:pt x="230568" y="368091"/>
                  </a:lnTo>
                  <a:lnTo>
                    <a:pt x="232490" y="369109"/>
                  </a:lnTo>
                  <a:lnTo>
                    <a:pt x="234411" y="370064"/>
                  </a:lnTo>
                  <a:lnTo>
                    <a:pt x="236332" y="370939"/>
                  </a:lnTo>
                  <a:lnTo>
                    <a:pt x="238254" y="371727"/>
                  </a:lnTo>
                  <a:lnTo>
                    <a:pt x="240175" y="372422"/>
                  </a:lnTo>
                  <a:lnTo>
                    <a:pt x="242097" y="373018"/>
                  </a:lnTo>
                  <a:lnTo>
                    <a:pt x="244018" y="373517"/>
                  </a:lnTo>
                  <a:lnTo>
                    <a:pt x="245939" y="373922"/>
                  </a:lnTo>
                  <a:lnTo>
                    <a:pt x="247861" y="374238"/>
                  </a:lnTo>
                  <a:lnTo>
                    <a:pt x="249782" y="374477"/>
                  </a:lnTo>
                  <a:lnTo>
                    <a:pt x="251704" y="374642"/>
                  </a:lnTo>
                  <a:lnTo>
                    <a:pt x="253625" y="374755"/>
                  </a:lnTo>
                  <a:lnTo>
                    <a:pt x="255546" y="374829"/>
                  </a:lnTo>
                  <a:lnTo>
                    <a:pt x="257468" y="374876"/>
                  </a:lnTo>
                  <a:lnTo>
                    <a:pt x="259389" y="374904"/>
                  </a:lnTo>
                  <a:lnTo>
                    <a:pt x="261311" y="374916"/>
                  </a:lnTo>
                  <a:lnTo>
                    <a:pt x="263232" y="374916"/>
                  </a:lnTo>
                  <a:lnTo>
                    <a:pt x="265153" y="374899"/>
                  </a:lnTo>
                  <a:lnTo>
                    <a:pt x="267075" y="374857"/>
                  </a:lnTo>
                  <a:lnTo>
                    <a:pt x="268996" y="374773"/>
                  </a:lnTo>
                  <a:lnTo>
                    <a:pt x="270918" y="374630"/>
                  </a:lnTo>
                  <a:lnTo>
                    <a:pt x="272839" y="374408"/>
                  </a:lnTo>
                  <a:lnTo>
                    <a:pt x="274760" y="374088"/>
                  </a:lnTo>
                  <a:lnTo>
                    <a:pt x="276682" y="373649"/>
                  </a:lnTo>
                  <a:lnTo>
                    <a:pt x="278603" y="373072"/>
                  </a:lnTo>
                  <a:lnTo>
                    <a:pt x="280525" y="372343"/>
                  </a:lnTo>
                  <a:lnTo>
                    <a:pt x="282446" y="371448"/>
                  </a:lnTo>
                  <a:lnTo>
                    <a:pt x="284367" y="370381"/>
                  </a:lnTo>
                  <a:lnTo>
                    <a:pt x="286289" y="369122"/>
                  </a:lnTo>
                  <a:lnTo>
                    <a:pt x="288210" y="367696"/>
                  </a:lnTo>
                  <a:lnTo>
                    <a:pt x="290132" y="366123"/>
                  </a:lnTo>
                  <a:lnTo>
                    <a:pt x="292053" y="364422"/>
                  </a:lnTo>
                  <a:lnTo>
                    <a:pt x="293975" y="362617"/>
                  </a:lnTo>
                  <a:lnTo>
                    <a:pt x="295896" y="360736"/>
                  </a:lnTo>
                  <a:lnTo>
                    <a:pt x="297817" y="358806"/>
                  </a:lnTo>
                  <a:lnTo>
                    <a:pt x="299739" y="356857"/>
                  </a:lnTo>
                  <a:lnTo>
                    <a:pt x="301660" y="354914"/>
                  </a:lnTo>
                  <a:lnTo>
                    <a:pt x="303582" y="353009"/>
                  </a:lnTo>
                  <a:lnTo>
                    <a:pt x="305503" y="351159"/>
                  </a:lnTo>
                  <a:lnTo>
                    <a:pt x="307424" y="349375"/>
                  </a:lnTo>
                  <a:lnTo>
                    <a:pt x="309346" y="347662"/>
                  </a:lnTo>
                  <a:lnTo>
                    <a:pt x="311267" y="346020"/>
                  </a:lnTo>
                  <a:lnTo>
                    <a:pt x="313189" y="344442"/>
                  </a:lnTo>
                  <a:lnTo>
                    <a:pt x="315110" y="342920"/>
                  </a:lnTo>
                  <a:lnTo>
                    <a:pt x="317031" y="341440"/>
                  </a:lnTo>
                  <a:lnTo>
                    <a:pt x="318953" y="339984"/>
                  </a:lnTo>
                  <a:lnTo>
                    <a:pt x="320874" y="338532"/>
                  </a:lnTo>
                  <a:lnTo>
                    <a:pt x="322796" y="337062"/>
                  </a:lnTo>
                  <a:lnTo>
                    <a:pt x="324717" y="335552"/>
                  </a:lnTo>
                  <a:lnTo>
                    <a:pt x="326638" y="333983"/>
                  </a:lnTo>
                  <a:lnTo>
                    <a:pt x="328560" y="332335"/>
                  </a:lnTo>
                  <a:lnTo>
                    <a:pt x="330481" y="330585"/>
                  </a:lnTo>
                  <a:lnTo>
                    <a:pt x="332403" y="328708"/>
                  </a:lnTo>
                  <a:lnTo>
                    <a:pt x="334324" y="326675"/>
                  </a:lnTo>
                  <a:lnTo>
                    <a:pt x="336245" y="324452"/>
                  </a:lnTo>
                  <a:lnTo>
                    <a:pt x="338167" y="321951"/>
                  </a:lnTo>
                  <a:lnTo>
                    <a:pt x="340088" y="319144"/>
                  </a:lnTo>
                  <a:lnTo>
                    <a:pt x="342010" y="315963"/>
                  </a:lnTo>
                  <a:lnTo>
                    <a:pt x="343931" y="312329"/>
                  </a:lnTo>
                  <a:lnTo>
                    <a:pt x="345852" y="308156"/>
                  </a:lnTo>
                  <a:lnTo>
                    <a:pt x="347774" y="303347"/>
                  </a:lnTo>
                  <a:lnTo>
                    <a:pt x="349695" y="297801"/>
                  </a:lnTo>
                  <a:lnTo>
                    <a:pt x="351617" y="291413"/>
                  </a:lnTo>
                  <a:lnTo>
                    <a:pt x="353538" y="284074"/>
                  </a:lnTo>
                  <a:lnTo>
                    <a:pt x="355459" y="275535"/>
                  </a:lnTo>
                  <a:lnTo>
                    <a:pt x="357381" y="265850"/>
                  </a:lnTo>
                  <a:lnTo>
                    <a:pt x="359302" y="254966"/>
                  </a:lnTo>
                  <a:lnTo>
                    <a:pt x="361224" y="242856"/>
                  </a:lnTo>
                  <a:lnTo>
                    <a:pt x="363145" y="229525"/>
                  </a:lnTo>
                  <a:lnTo>
                    <a:pt x="365067" y="215012"/>
                  </a:lnTo>
                  <a:lnTo>
                    <a:pt x="366988" y="199396"/>
                  </a:lnTo>
                  <a:lnTo>
                    <a:pt x="368909" y="182796"/>
                  </a:lnTo>
                  <a:lnTo>
                    <a:pt x="370831" y="165365"/>
                  </a:lnTo>
                  <a:lnTo>
                    <a:pt x="372752" y="147287"/>
                  </a:lnTo>
                  <a:lnTo>
                    <a:pt x="374674" y="128929"/>
                  </a:lnTo>
                  <a:lnTo>
                    <a:pt x="376595" y="110583"/>
                  </a:lnTo>
                  <a:lnTo>
                    <a:pt x="378516" y="92566"/>
                  </a:lnTo>
                  <a:lnTo>
                    <a:pt x="380438" y="75210"/>
                  </a:lnTo>
                  <a:lnTo>
                    <a:pt x="382359" y="58856"/>
                  </a:lnTo>
                  <a:lnTo>
                    <a:pt x="384281" y="43843"/>
                  </a:lnTo>
                  <a:lnTo>
                    <a:pt x="386202" y="30499"/>
                  </a:lnTo>
                  <a:lnTo>
                    <a:pt x="388123" y="19184"/>
                  </a:lnTo>
                  <a:lnTo>
                    <a:pt x="390045" y="10442"/>
                  </a:lnTo>
                  <a:lnTo>
                    <a:pt x="391966" y="4238"/>
                  </a:lnTo>
                  <a:lnTo>
                    <a:pt x="393888" y="726"/>
                  </a:lnTo>
                  <a:lnTo>
                    <a:pt x="395809" y="0"/>
                  </a:lnTo>
                  <a:lnTo>
                    <a:pt x="397730" y="2092"/>
                  </a:lnTo>
                  <a:lnTo>
                    <a:pt x="399652" y="6975"/>
                  </a:lnTo>
                  <a:lnTo>
                    <a:pt x="401573" y="14559"/>
                  </a:lnTo>
                  <a:lnTo>
                    <a:pt x="403495" y="24699"/>
                  </a:lnTo>
                  <a:lnTo>
                    <a:pt x="405416" y="37260"/>
                  </a:lnTo>
                  <a:lnTo>
                    <a:pt x="407337" y="52105"/>
                  </a:lnTo>
                  <a:lnTo>
                    <a:pt x="409259" y="68674"/>
                  </a:lnTo>
                  <a:lnTo>
                    <a:pt x="411180" y="86652"/>
                  </a:lnTo>
                  <a:lnTo>
                    <a:pt x="413102" y="105714"/>
                  </a:lnTo>
                  <a:lnTo>
                    <a:pt x="415023" y="125532"/>
                  </a:lnTo>
                  <a:lnTo>
                    <a:pt x="416944" y="145789"/>
                  </a:lnTo>
                  <a:lnTo>
                    <a:pt x="418866" y="166177"/>
                  </a:lnTo>
                  <a:lnTo>
                    <a:pt x="420787" y="186411"/>
                  </a:lnTo>
                  <a:lnTo>
                    <a:pt x="422709" y="206203"/>
                  </a:lnTo>
                  <a:lnTo>
                    <a:pt x="424630" y="225237"/>
                  </a:lnTo>
                  <a:lnTo>
                    <a:pt x="426551" y="243378"/>
                  </a:lnTo>
                  <a:lnTo>
                    <a:pt x="428473" y="260480"/>
                  </a:lnTo>
                  <a:lnTo>
                    <a:pt x="430394" y="276432"/>
                  </a:lnTo>
                  <a:lnTo>
                    <a:pt x="432316" y="291153"/>
                  </a:lnTo>
                  <a:lnTo>
                    <a:pt x="434237" y="304597"/>
                  </a:lnTo>
                  <a:lnTo>
                    <a:pt x="436159" y="316744"/>
                  </a:lnTo>
                  <a:lnTo>
                    <a:pt x="438080" y="327602"/>
                  </a:lnTo>
                  <a:lnTo>
                    <a:pt x="440001" y="337145"/>
                  </a:lnTo>
                  <a:lnTo>
                    <a:pt x="441923" y="345384"/>
                  </a:lnTo>
                  <a:lnTo>
                    <a:pt x="443844" y="352515"/>
                  </a:lnTo>
                  <a:lnTo>
                    <a:pt x="445766" y="358623"/>
                  </a:lnTo>
                  <a:lnTo>
                    <a:pt x="447687" y="363801"/>
                  </a:lnTo>
                  <a:lnTo>
                    <a:pt x="449608" y="368142"/>
                  </a:lnTo>
                  <a:lnTo>
                    <a:pt x="451530" y="371741"/>
                  </a:lnTo>
                  <a:lnTo>
                    <a:pt x="453451" y="374692"/>
                  </a:lnTo>
                  <a:lnTo>
                    <a:pt x="455373" y="377083"/>
                  </a:lnTo>
                  <a:lnTo>
                    <a:pt x="457294" y="378975"/>
                  </a:lnTo>
                  <a:lnTo>
                    <a:pt x="459215" y="380447"/>
                  </a:lnTo>
                  <a:lnTo>
                    <a:pt x="461137" y="381605"/>
                  </a:lnTo>
                  <a:lnTo>
                    <a:pt x="463058" y="382503"/>
                  </a:lnTo>
                  <a:lnTo>
                    <a:pt x="464980" y="383192"/>
                  </a:lnTo>
                  <a:lnTo>
                    <a:pt x="466901" y="383711"/>
                  </a:lnTo>
                  <a:lnTo>
                    <a:pt x="468822" y="384098"/>
                  </a:lnTo>
                  <a:lnTo>
                    <a:pt x="470744" y="384380"/>
                  </a:lnTo>
                  <a:lnTo>
                    <a:pt x="472665" y="384585"/>
                  </a:lnTo>
                  <a:lnTo>
                    <a:pt x="474587" y="384728"/>
                  </a:lnTo>
                  <a:lnTo>
                    <a:pt x="476508" y="384829"/>
                  </a:lnTo>
                  <a:lnTo>
                    <a:pt x="478429" y="384904"/>
                  </a:lnTo>
                  <a:lnTo>
                    <a:pt x="480351" y="384964"/>
                  </a:lnTo>
                  <a:lnTo>
                    <a:pt x="482272" y="385015"/>
                  </a:lnTo>
                  <a:lnTo>
                    <a:pt x="484194" y="385063"/>
                  </a:lnTo>
                  <a:lnTo>
                    <a:pt x="486115" y="385112"/>
                  </a:lnTo>
                  <a:lnTo>
                    <a:pt x="488036" y="385163"/>
                  </a:lnTo>
                  <a:lnTo>
                    <a:pt x="489958" y="385218"/>
                  </a:lnTo>
                  <a:lnTo>
                    <a:pt x="491879" y="385274"/>
                  </a:lnTo>
                  <a:lnTo>
                    <a:pt x="493801" y="385329"/>
                  </a:lnTo>
                  <a:lnTo>
                    <a:pt x="495722" y="385378"/>
                  </a:lnTo>
                  <a:lnTo>
                    <a:pt x="497643" y="385416"/>
                  </a:lnTo>
                  <a:lnTo>
                    <a:pt x="499565" y="385438"/>
                  </a:lnTo>
                  <a:lnTo>
                    <a:pt x="501486" y="385439"/>
                  </a:lnTo>
                  <a:lnTo>
                    <a:pt x="503408" y="385412"/>
                  </a:lnTo>
                  <a:lnTo>
                    <a:pt x="505329" y="385354"/>
                  </a:lnTo>
                  <a:lnTo>
                    <a:pt x="507250" y="385263"/>
                  </a:lnTo>
                  <a:lnTo>
                    <a:pt x="509172" y="385134"/>
                  </a:lnTo>
                  <a:lnTo>
                    <a:pt x="511093" y="384970"/>
                  </a:lnTo>
                  <a:lnTo>
                    <a:pt x="513015" y="384776"/>
                  </a:lnTo>
                  <a:lnTo>
                    <a:pt x="514936" y="384560"/>
                  </a:lnTo>
                  <a:lnTo>
                    <a:pt x="516858" y="384328"/>
                  </a:lnTo>
                  <a:lnTo>
                    <a:pt x="518779" y="384088"/>
                  </a:lnTo>
                  <a:lnTo>
                    <a:pt x="520700" y="383850"/>
                  </a:lnTo>
                  <a:lnTo>
                    <a:pt x="522622" y="383622"/>
                  </a:lnTo>
                  <a:lnTo>
                    <a:pt x="524543" y="383411"/>
                  </a:lnTo>
                  <a:lnTo>
                    <a:pt x="526465" y="383225"/>
                  </a:lnTo>
                  <a:lnTo>
                    <a:pt x="528386" y="383065"/>
                  </a:lnTo>
                  <a:lnTo>
                    <a:pt x="530307" y="382931"/>
                  </a:lnTo>
                  <a:lnTo>
                    <a:pt x="532229" y="382815"/>
                  </a:lnTo>
                  <a:lnTo>
                    <a:pt x="534150" y="382711"/>
                  </a:lnTo>
                  <a:lnTo>
                    <a:pt x="536072" y="382607"/>
                  </a:lnTo>
                  <a:lnTo>
                    <a:pt x="537993" y="382490"/>
                  </a:lnTo>
                  <a:lnTo>
                    <a:pt x="539914" y="382343"/>
                  </a:lnTo>
                  <a:lnTo>
                    <a:pt x="541836" y="382149"/>
                  </a:lnTo>
                  <a:lnTo>
                    <a:pt x="543757" y="381879"/>
                  </a:lnTo>
                  <a:lnTo>
                    <a:pt x="545679" y="381513"/>
                  </a:lnTo>
                  <a:lnTo>
                    <a:pt x="547600" y="381036"/>
                  </a:lnTo>
                  <a:lnTo>
                    <a:pt x="549521" y="380429"/>
                  </a:lnTo>
                  <a:lnTo>
                    <a:pt x="551443" y="379675"/>
                  </a:lnTo>
                  <a:lnTo>
                    <a:pt x="553364" y="378761"/>
                  </a:lnTo>
                  <a:lnTo>
                    <a:pt x="555286" y="377674"/>
                  </a:lnTo>
                  <a:lnTo>
                    <a:pt x="557207" y="376403"/>
                  </a:lnTo>
                  <a:lnTo>
                    <a:pt x="559128" y="374943"/>
                  </a:lnTo>
                  <a:lnTo>
                    <a:pt x="561050" y="373269"/>
                  </a:lnTo>
                  <a:lnTo>
                    <a:pt x="562971" y="371395"/>
                  </a:lnTo>
                  <a:lnTo>
                    <a:pt x="564893" y="369333"/>
                  </a:lnTo>
                  <a:lnTo>
                    <a:pt x="566814" y="367092"/>
                  </a:lnTo>
                  <a:lnTo>
                    <a:pt x="568735" y="364684"/>
                  </a:lnTo>
                  <a:lnTo>
                    <a:pt x="570657" y="362127"/>
                  </a:lnTo>
                  <a:lnTo>
                    <a:pt x="572578" y="359441"/>
                  </a:lnTo>
                  <a:lnTo>
                    <a:pt x="574500" y="356649"/>
                  </a:lnTo>
                  <a:lnTo>
                    <a:pt x="576421" y="353780"/>
                  </a:lnTo>
                  <a:lnTo>
                    <a:pt x="578342" y="350864"/>
                  </a:lnTo>
                  <a:lnTo>
                    <a:pt x="580264" y="347947"/>
                  </a:lnTo>
                  <a:lnTo>
                    <a:pt x="582185" y="345067"/>
                  </a:lnTo>
                  <a:lnTo>
                    <a:pt x="584107" y="342259"/>
                  </a:lnTo>
                  <a:lnTo>
                    <a:pt x="586028" y="339562"/>
                  </a:lnTo>
                  <a:lnTo>
                    <a:pt x="587950" y="337008"/>
                  </a:lnTo>
                  <a:lnTo>
                    <a:pt x="589871" y="334631"/>
                  </a:lnTo>
                  <a:lnTo>
                    <a:pt x="591792" y="332459"/>
                  </a:lnTo>
                  <a:lnTo>
                    <a:pt x="593714" y="330516"/>
                  </a:lnTo>
                  <a:lnTo>
                    <a:pt x="595635" y="328853"/>
                  </a:lnTo>
                  <a:lnTo>
                    <a:pt x="597557" y="327462"/>
                  </a:lnTo>
                  <a:lnTo>
                    <a:pt x="599478" y="326344"/>
                  </a:lnTo>
                  <a:lnTo>
                    <a:pt x="601399" y="325499"/>
                  </a:lnTo>
                  <a:lnTo>
                    <a:pt x="603321" y="324928"/>
                  </a:lnTo>
                  <a:lnTo>
                    <a:pt x="605242" y="324626"/>
                  </a:lnTo>
                  <a:lnTo>
                    <a:pt x="607164" y="324587"/>
                  </a:lnTo>
                  <a:lnTo>
                    <a:pt x="609085" y="324802"/>
                  </a:lnTo>
                  <a:lnTo>
                    <a:pt x="611006" y="325262"/>
                  </a:lnTo>
                  <a:lnTo>
                    <a:pt x="612928" y="325987"/>
                  </a:lnTo>
                  <a:lnTo>
                    <a:pt x="614849" y="326940"/>
                  </a:lnTo>
                  <a:lnTo>
                    <a:pt x="616771" y="328107"/>
                  </a:lnTo>
                  <a:lnTo>
                    <a:pt x="618692" y="329478"/>
                  </a:lnTo>
                  <a:lnTo>
                    <a:pt x="620613" y="331045"/>
                  </a:lnTo>
                  <a:lnTo>
                    <a:pt x="622535" y="332795"/>
                  </a:lnTo>
                  <a:lnTo>
                    <a:pt x="624456" y="334716"/>
                  </a:lnTo>
                  <a:lnTo>
                    <a:pt x="626378" y="336795"/>
                  </a:lnTo>
                  <a:lnTo>
                    <a:pt x="628299" y="339017"/>
                  </a:lnTo>
                  <a:lnTo>
                    <a:pt x="630220" y="341377"/>
                  </a:lnTo>
                  <a:lnTo>
                    <a:pt x="632142" y="343838"/>
                  </a:lnTo>
                  <a:lnTo>
                    <a:pt x="634063" y="346377"/>
                  </a:lnTo>
                  <a:lnTo>
                    <a:pt x="635985" y="348972"/>
                  </a:lnTo>
                  <a:lnTo>
                    <a:pt x="637906" y="351601"/>
                  </a:lnTo>
                  <a:lnTo>
                    <a:pt x="639827" y="354240"/>
                  </a:lnTo>
                  <a:lnTo>
                    <a:pt x="641749" y="356869"/>
                  </a:lnTo>
                  <a:lnTo>
                    <a:pt x="643670" y="359465"/>
                  </a:lnTo>
                  <a:lnTo>
                    <a:pt x="645592" y="362011"/>
                  </a:lnTo>
                  <a:lnTo>
                    <a:pt x="647513" y="364474"/>
                  </a:lnTo>
                  <a:lnTo>
                    <a:pt x="649434" y="366849"/>
                  </a:lnTo>
                  <a:lnTo>
                    <a:pt x="651356" y="369123"/>
                  </a:lnTo>
                  <a:lnTo>
                    <a:pt x="653277" y="371287"/>
                  </a:lnTo>
                  <a:lnTo>
                    <a:pt x="655199" y="373333"/>
                  </a:lnTo>
                  <a:lnTo>
                    <a:pt x="657120" y="375255"/>
                  </a:lnTo>
                  <a:lnTo>
                    <a:pt x="659042" y="377051"/>
                  </a:lnTo>
                  <a:lnTo>
                    <a:pt x="660963" y="378718"/>
                  </a:lnTo>
                  <a:lnTo>
                    <a:pt x="662884" y="380255"/>
                  </a:lnTo>
                  <a:lnTo>
                    <a:pt x="664806" y="381648"/>
                  </a:lnTo>
                  <a:lnTo>
                    <a:pt x="666727" y="382916"/>
                  </a:lnTo>
                  <a:lnTo>
                    <a:pt x="668649" y="384064"/>
                  </a:lnTo>
                  <a:lnTo>
                    <a:pt x="670570" y="385097"/>
                  </a:lnTo>
                  <a:lnTo>
                    <a:pt x="672491" y="386018"/>
                  </a:lnTo>
                  <a:lnTo>
                    <a:pt x="674413" y="386835"/>
                  </a:lnTo>
                  <a:lnTo>
                    <a:pt x="676334" y="387551"/>
                  </a:lnTo>
                  <a:lnTo>
                    <a:pt x="678256" y="388175"/>
                  </a:lnTo>
                  <a:lnTo>
                    <a:pt x="680177" y="388711"/>
                  </a:lnTo>
                  <a:lnTo>
                    <a:pt x="682098" y="389158"/>
                  </a:lnTo>
                  <a:lnTo>
                    <a:pt x="684020" y="389535"/>
                  </a:lnTo>
                  <a:lnTo>
                    <a:pt x="685941" y="389849"/>
                  </a:lnTo>
                  <a:lnTo>
                    <a:pt x="687863" y="390108"/>
                  </a:lnTo>
                  <a:lnTo>
                    <a:pt x="689784" y="390320"/>
                  </a:lnTo>
                  <a:lnTo>
                    <a:pt x="691705" y="390492"/>
                  </a:lnTo>
                  <a:lnTo>
                    <a:pt x="693627" y="390631"/>
                  </a:lnTo>
                  <a:lnTo>
                    <a:pt x="695548" y="390745"/>
                  </a:lnTo>
                  <a:lnTo>
                    <a:pt x="697470" y="390839"/>
                  </a:lnTo>
                  <a:lnTo>
                    <a:pt x="699391" y="390921"/>
                  </a:lnTo>
                  <a:lnTo>
                    <a:pt x="701312" y="390996"/>
                  </a:lnTo>
                  <a:lnTo>
                    <a:pt x="703234" y="391070"/>
                  </a:lnTo>
                  <a:lnTo>
                    <a:pt x="705155" y="391143"/>
                  </a:lnTo>
                  <a:lnTo>
                    <a:pt x="707077" y="391219"/>
                  </a:lnTo>
                  <a:lnTo>
                    <a:pt x="708998" y="391299"/>
                  </a:lnTo>
                  <a:lnTo>
                    <a:pt x="710919" y="391381"/>
                  </a:lnTo>
                  <a:lnTo>
                    <a:pt x="712841" y="391465"/>
                  </a:lnTo>
                  <a:lnTo>
                    <a:pt x="714762" y="391550"/>
                  </a:lnTo>
                  <a:lnTo>
                    <a:pt x="716684" y="391632"/>
                  </a:lnTo>
                  <a:lnTo>
                    <a:pt x="718605" y="391709"/>
                  </a:lnTo>
                  <a:lnTo>
                    <a:pt x="720526" y="391778"/>
                  </a:lnTo>
                  <a:lnTo>
                    <a:pt x="722448" y="391836"/>
                  </a:lnTo>
                  <a:lnTo>
                    <a:pt x="724369" y="391882"/>
                  </a:lnTo>
                  <a:lnTo>
                    <a:pt x="726291" y="391911"/>
                  </a:lnTo>
                  <a:lnTo>
                    <a:pt x="728212" y="391923"/>
                  </a:lnTo>
                  <a:lnTo>
                    <a:pt x="730134" y="391915"/>
                  </a:lnTo>
                  <a:lnTo>
                    <a:pt x="732055" y="391885"/>
                  </a:lnTo>
                  <a:lnTo>
                    <a:pt x="733976" y="391830"/>
                  </a:lnTo>
                  <a:lnTo>
                    <a:pt x="735898" y="391752"/>
                  </a:lnTo>
                  <a:lnTo>
                    <a:pt x="737819" y="391651"/>
                  </a:lnTo>
                  <a:lnTo>
                    <a:pt x="739741" y="391528"/>
                  </a:lnTo>
                  <a:lnTo>
                    <a:pt x="741662" y="391383"/>
                  </a:lnTo>
                  <a:lnTo>
                    <a:pt x="743583" y="391219"/>
                  </a:lnTo>
                  <a:lnTo>
                    <a:pt x="745505" y="391038"/>
                  </a:lnTo>
                  <a:lnTo>
                    <a:pt x="747426" y="390844"/>
                  </a:lnTo>
                  <a:lnTo>
                    <a:pt x="749348" y="390640"/>
                  </a:lnTo>
                  <a:lnTo>
                    <a:pt x="751269" y="390432"/>
                  </a:lnTo>
                  <a:lnTo>
                    <a:pt x="753190" y="390227"/>
                  </a:lnTo>
                  <a:lnTo>
                    <a:pt x="755112" y="390030"/>
                  </a:lnTo>
                  <a:lnTo>
                    <a:pt x="757033" y="389848"/>
                  </a:lnTo>
                  <a:lnTo>
                    <a:pt x="758955" y="389686"/>
                  </a:lnTo>
                  <a:lnTo>
                    <a:pt x="760876" y="389549"/>
                  </a:lnTo>
                  <a:lnTo>
                    <a:pt x="762797" y="389444"/>
                  </a:lnTo>
                  <a:lnTo>
                    <a:pt x="764719" y="389373"/>
                  </a:lnTo>
                  <a:lnTo>
                    <a:pt x="766640" y="389342"/>
                  </a:lnTo>
                  <a:lnTo>
                    <a:pt x="768562" y="389354"/>
                  </a:lnTo>
                  <a:lnTo>
                    <a:pt x="770483" y="389406"/>
                  </a:lnTo>
                  <a:lnTo>
                    <a:pt x="772404" y="389495"/>
                  </a:lnTo>
                  <a:lnTo>
                    <a:pt x="774326" y="389619"/>
                  </a:lnTo>
                  <a:lnTo>
                    <a:pt x="776247" y="389773"/>
                  </a:lnTo>
                  <a:lnTo>
                    <a:pt x="778169" y="389952"/>
                  </a:lnTo>
                  <a:lnTo>
                    <a:pt x="780090" y="390150"/>
                  </a:lnTo>
                  <a:lnTo>
                    <a:pt x="782011" y="390362"/>
                  </a:lnTo>
                  <a:lnTo>
                    <a:pt x="783933" y="390580"/>
                  </a:lnTo>
                  <a:lnTo>
                    <a:pt x="785854" y="390798"/>
                  </a:lnTo>
                  <a:lnTo>
                    <a:pt x="787776" y="391010"/>
                  </a:lnTo>
                  <a:lnTo>
                    <a:pt x="789697" y="391211"/>
                  </a:lnTo>
                  <a:lnTo>
                    <a:pt x="791618" y="391398"/>
                  </a:lnTo>
                  <a:lnTo>
                    <a:pt x="793540" y="391568"/>
                  </a:lnTo>
                  <a:lnTo>
                    <a:pt x="795461" y="391718"/>
                  </a:lnTo>
                  <a:lnTo>
                    <a:pt x="797383" y="391849"/>
                  </a:lnTo>
                  <a:lnTo>
                    <a:pt x="799304" y="391959"/>
                  </a:lnTo>
                  <a:lnTo>
                    <a:pt x="801226" y="392047"/>
                  </a:lnTo>
                  <a:lnTo>
                    <a:pt x="803147" y="392114"/>
                  </a:lnTo>
                  <a:lnTo>
                    <a:pt x="805068" y="392162"/>
                  </a:lnTo>
                  <a:lnTo>
                    <a:pt x="806990" y="392192"/>
                  </a:lnTo>
                  <a:lnTo>
                    <a:pt x="808911" y="392204"/>
                  </a:lnTo>
                  <a:lnTo>
                    <a:pt x="810833" y="392200"/>
                  </a:lnTo>
                  <a:lnTo>
                    <a:pt x="812754" y="392178"/>
                  </a:lnTo>
                  <a:lnTo>
                    <a:pt x="814675" y="392140"/>
                  </a:lnTo>
                  <a:lnTo>
                    <a:pt x="816597" y="392086"/>
                  </a:lnTo>
                  <a:lnTo>
                    <a:pt x="818518" y="392014"/>
                  </a:lnTo>
                  <a:lnTo>
                    <a:pt x="820440" y="391925"/>
                  </a:lnTo>
                  <a:lnTo>
                    <a:pt x="822361" y="391820"/>
                  </a:lnTo>
                  <a:lnTo>
                    <a:pt x="824282" y="391701"/>
                  </a:lnTo>
                  <a:lnTo>
                    <a:pt x="826204" y="391570"/>
                  </a:lnTo>
                  <a:lnTo>
                    <a:pt x="828125" y="391428"/>
                  </a:lnTo>
                  <a:lnTo>
                    <a:pt x="830047" y="391277"/>
                  </a:lnTo>
                  <a:lnTo>
                    <a:pt x="831968" y="391123"/>
                  </a:lnTo>
                  <a:lnTo>
                    <a:pt x="833889" y="390968"/>
                  </a:lnTo>
                  <a:lnTo>
                    <a:pt x="835811" y="390818"/>
                  </a:lnTo>
                  <a:lnTo>
                    <a:pt x="837732" y="390679"/>
                  </a:lnTo>
                  <a:lnTo>
                    <a:pt x="839654" y="390555"/>
                  </a:lnTo>
                  <a:lnTo>
                    <a:pt x="841575" y="390450"/>
                  </a:lnTo>
                  <a:lnTo>
                    <a:pt x="843496" y="390369"/>
                  </a:lnTo>
                  <a:lnTo>
                    <a:pt x="845418" y="390315"/>
                  </a:lnTo>
                  <a:lnTo>
                    <a:pt x="847339" y="390289"/>
                  </a:lnTo>
                  <a:lnTo>
                    <a:pt x="849261" y="390294"/>
                  </a:lnTo>
                  <a:lnTo>
                    <a:pt x="851182" y="390328"/>
                  </a:lnTo>
                  <a:lnTo>
                    <a:pt x="853103" y="390392"/>
                  </a:lnTo>
                  <a:lnTo>
                    <a:pt x="855025" y="390484"/>
                  </a:lnTo>
                  <a:lnTo>
                    <a:pt x="856946" y="390596"/>
                  </a:lnTo>
                  <a:lnTo>
                    <a:pt x="858868" y="390724"/>
                  </a:lnTo>
                  <a:lnTo>
                    <a:pt x="860789" y="390865"/>
                  </a:lnTo>
                  <a:lnTo>
                    <a:pt x="862710" y="391011"/>
                  </a:lnTo>
                  <a:lnTo>
                    <a:pt x="864632" y="391159"/>
                  </a:lnTo>
                  <a:lnTo>
                    <a:pt x="866553" y="391304"/>
                  </a:lnTo>
                  <a:lnTo>
                    <a:pt x="868475" y="391440"/>
                  </a:lnTo>
                  <a:lnTo>
                    <a:pt x="870396" y="391561"/>
                  </a:lnTo>
                  <a:lnTo>
                    <a:pt x="872318" y="391665"/>
                  </a:lnTo>
                  <a:lnTo>
                    <a:pt x="874239" y="391750"/>
                  </a:lnTo>
                  <a:lnTo>
                    <a:pt x="876160" y="391812"/>
                  </a:lnTo>
                  <a:lnTo>
                    <a:pt x="878082" y="391851"/>
                  </a:lnTo>
                  <a:lnTo>
                    <a:pt x="880003" y="391866"/>
                  </a:lnTo>
                  <a:lnTo>
                    <a:pt x="881925" y="391856"/>
                  </a:lnTo>
                  <a:lnTo>
                    <a:pt x="883846" y="391821"/>
                  </a:lnTo>
                  <a:lnTo>
                    <a:pt x="885767" y="391761"/>
                  </a:lnTo>
                  <a:lnTo>
                    <a:pt x="887689" y="391676"/>
                  </a:lnTo>
                  <a:lnTo>
                    <a:pt x="889610" y="391569"/>
                  </a:lnTo>
                  <a:lnTo>
                    <a:pt x="891532" y="391443"/>
                  </a:lnTo>
                  <a:lnTo>
                    <a:pt x="893453" y="391303"/>
                  </a:lnTo>
                  <a:lnTo>
                    <a:pt x="895374" y="391150"/>
                  </a:lnTo>
                  <a:lnTo>
                    <a:pt x="897296" y="390990"/>
                  </a:lnTo>
                  <a:lnTo>
                    <a:pt x="899217" y="390827"/>
                  </a:lnTo>
                  <a:lnTo>
                    <a:pt x="901139" y="390665"/>
                  </a:lnTo>
                  <a:lnTo>
                    <a:pt x="903060" y="390509"/>
                  </a:lnTo>
                  <a:lnTo>
                    <a:pt x="904981" y="390364"/>
                  </a:lnTo>
                  <a:lnTo>
                    <a:pt x="906903" y="390234"/>
                  </a:lnTo>
                  <a:lnTo>
                    <a:pt x="908824" y="390121"/>
                  </a:lnTo>
                  <a:lnTo>
                    <a:pt x="910746" y="390025"/>
                  </a:lnTo>
                  <a:lnTo>
                    <a:pt x="912667" y="389947"/>
                  </a:lnTo>
                  <a:lnTo>
                    <a:pt x="914588" y="389884"/>
                  </a:lnTo>
                  <a:lnTo>
                    <a:pt x="916510" y="389836"/>
                  </a:lnTo>
                  <a:lnTo>
                    <a:pt x="918431" y="389797"/>
                  </a:lnTo>
                  <a:lnTo>
                    <a:pt x="920353" y="389764"/>
                  </a:lnTo>
                  <a:lnTo>
                    <a:pt x="922274" y="389730"/>
                  </a:lnTo>
                  <a:lnTo>
                    <a:pt x="924195" y="389690"/>
                  </a:lnTo>
                  <a:lnTo>
                    <a:pt x="926117" y="389638"/>
                  </a:lnTo>
                  <a:lnTo>
                    <a:pt x="928038" y="389570"/>
                  </a:lnTo>
                  <a:lnTo>
                    <a:pt x="929960" y="389483"/>
                  </a:lnTo>
                  <a:lnTo>
                    <a:pt x="931881" y="389375"/>
                  </a:lnTo>
                  <a:lnTo>
                    <a:pt x="933802" y="389244"/>
                  </a:lnTo>
                  <a:lnTo>
                    <a:pt x="935724" y="389090"/>
                  </a:lnTo>
                  <a:lnTo>
                    <a:pt x="937645" y="388915"/>
                  </a:lnTo>
                  <a:lnTo>
                    <a:pt x="939567" y="388719"/>
                  </a:lnTo>
                  <a:lnTo>
                    <a:pt x="941488" y="388510"/>
                  </a:lnTo>
                  <a:lnTo>
                    <a:pt x="943410" y="388293"/>
                  </a:lnTo>
                  <a:lnTo>
                    <a:pt x="945331" y="388073"/>
                  </a:lnTo>
                  <a:lnTo>
                    <a:pt x="947252" y="387858"/>
                  </a:lnTo>
                  <a:lnTo>
                    <a:pt x="949174" y="387654"/>
                  </a:lnTo>
                  <a:lnTo>
                    <a:pt x="951095" y="387467"/>
                  </a:lnTo>
                  <a:lnTo>
                    <a:pt x="953017" y="387305"/>
                  </a:lnTo>
                  <a:lnTo>
                    <a:pt x="954938" y="387173"/>
                  </a:lnTo>
                  <a:lnTo>
                    <a:pt x="956859" y="387085"/>
                  </a:lnTo>
                  <a:lnTo>
                    <a:pt x="958781" y="387040"/>
                  </a:lnTo>
                  <a:lnTo>
                    <a:pt x="960702" y="387042"/>
                  </a:lnTo>
                  <a:lnTo>
                    <a:pt x="962624" y="387092"/>
                  </a:lnTo>
                  <a:lnTo>
                    <a:pt x="964545" y="387192"/>
                  </a:lnTo>
                  <a:lnTo>
                    <a:pt x="966466" y="387341"/>
                  </a:lnTo>
                  <a:lnTo>
                    <a:pt x="968388" y="387536"/>
                  </a:lnTo>
                  <a:lnTo>
                    <a:pt x="970309" y="387774"/>
                  </a:lnTo>
                  <a:lnTo>
                    <a:pt x="972231" y="388049"/>
                  </a:lnTo>
                  <a:lnTo>
                    <a:pt x="974152" y="388358"/>
                  </a:lnTo>
                  <a:lnTo>
                    <a:pt x="976073" y="388688"/>
                  </a:lnTo>
                  <a:lnTo>
                    <a:pt x="977995" y="389031"/>
                  </a:lnTo>
                  <a:lnTo>
                    <a:pt x="979916" y="389380"/>
                  </a:lnTo>
                  <a:lnTo>
                    <a:pt x="981838" y="389726"/>
                  </a:lnTo>
                </a:path>
              </a:pathLst>
            </a:cu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4248562" y="5739404"/>
              <a:ext cx="981838" cy="244018"/>
            </a:xfrm>
            <a:custGeom>
              <a:avLst/>
              <a:pathLst>
                <a:path w="981838" h="244018">
                  <a:moveTo>
                    <a:pt x="0" y="244017"/>
                  </a:moveTo>
                  <a:lnTo>
                    <a:pt x="1921" y="244017"/>
                  </a:lnTo>
                  <a:lnTo>
                    <a:pt x="3842" y="244016"/>
                  </a:lnTo>
                  <a:lnTo>
                    <a:pt x="5764" y="244016"/>
                  </a:lnTo>
                  <a:lnTo>
                    <a:pt x="7685" y="244015"/>
                  </a:lnTo>
                  <a:lnTo>
                    <a:pt x="9607" y="244014"/>
                  </a:lnTo>
                  <a:lnTo>
                    <a:pt x="11528" y="244013"/>
                  </a:lnTo>
                  <a:lnTo>
                    <a:pt x="13449" y="244012"/>
                  </a:lnTo>
                  <a:lnTo>
                    <a:pt x="15371" y="244010"/>
                  </a:lnTo>
                  <a:lnTo>
                    <a:pt x="17292" y="244007"/>
                  </a:lnTo>
                  <a:lnTo>
                    <a:pt x="19214" y="244004"/>
                  </a:lnTo>
                  <a:lnTo>
                    <a:pt x="21135" y="244001"/>
                  </a:lnTo>
                  <a:lnTo>
                    <a:pt x="23056" y="243996"/>
                  </a:lnTo>
                  <a:lnTo>
                    <a:pt x="24978" y="243991"/>
                  </a:lnTo>
                  <a:lnTo>
                    <a:pt x="26899" y="243984"/>
                  </a:lnTo>
                  <a:lnTo>
                    <a:pt x="28821" y="243977"/>
                  </a:lnTo>
                  <a:lnTo>
                    <a:pt x="30742" y="243967"/>
                  </a:lnTo>
                  <a:lnTo>
                    <a:pt x="32663" y="243956"/>
                  </a:lnTo>
                  <a:lnTo>
                    <a:pt x="34585" y="243944"/>
                  </a:lnTo>
                  <a:lnTo>
                    <a:pt x="36506" y="243928"/>
                  </a:lnTo>
                  <a:lnTo>
                    <a:pt x="38428" y="243910"/>
                  </a:lnTo>
                  <a:lnTo>
                    <a:pt x="40349" y="243890"/>
                  </a:lnTo>
                  <a:lnTo>
                    <a:pt x="42270" y="243866"/>
                  </a:lnTo>
                  <a:lnTo>
                    <a:pt x="44192" y="243840"/>
                  </a:lnTo>
                  <a:lnTo>
                    <a:pt x="46113" y="243810"/>
                  </a:lnTo>
                  <a:lnTo>
                    <a:pt x="48035" y="243775"/>
                  </a:lnTo>
                  <a:lnTo>
                    <a:pt x="49956" y="243737"/>
                  </a:lnTo>
                  <a:lnTo>
                    <a:pt x="51877" y="243695"/>
                  </a:lnTo>
                  <a:lnTo>
                    <a:pt x="53799" y="243648"/>
                  </a:lnTo>
                  <a:lnTo>
                    <a:pt x="55720" y="243597"/>
                  </a:lnTo>
                  <a:lnTo>
                    <a:pt x="57642" y="243542"/>
                  </a:lnTo>
                  <a:lnTo>
                    <a:pt x="59563" y="243481"/>
                  </a:lnTo>
                  <a:lnTo>
                    <a:pt x="61484" y="243416"/>
                  </a:lnTo>
                  <a:lnTo>
                    <a:pt x="63406" y="243347"/>
                  </a:lnTo>
                  <a:lnTo>
                    <a:pt x="65327" y="243274"/>
                  </a:lnTo>
                  <a:lnTo>
                    <a:pt x="67249" y="243197"/>
                  </a:lnTo>
                  <a:lnTo>
                    <a:pt x="69170" y="243116"/>
                  </a:lnTo>
                  <a:lnTo>
                    <a:pt x="71091" y="243031"/>
                  </a:lnTo>
                  <a:lnTo>
                    <a:pt x="73013" y="242944"/>
                  </a:lnTo>
                  <a:lnTo>
                    <a:pt x="74934" y="242854"/>
                  </a:lnTo>
                  <a:lnTo>
                    <a:pt x="76856" y="242763"/>
                  </a:lnTo>
                  <a:lnTo>
                    <a:pt x="78777" y="242670"/>
                  </a:lnTo>
                  <a:lnTo>
                    <a:pt x="80699" y="242575"/>
                  </a:lnTo>
                  <a:lnTo>
                    <a:pt x="82620" y="242480"/>
                  </a:lnTo>
                  <a:lnTo>
                    <a:pt x="84541" y="242385"/>
                  </a:lnTo>
                  <a:lnTo>
                    <a:pt x="86463" y="242289"/>
                  </a:lnTo>
                  <a:lnTo>
                    <a:pt x="88384" y="242194"/>
                  </a:lnTo>
                  <a:lnTo>
                    <a:pt x="90306" y="242099"/>
                  </a:lnTo>
                  <a:lnTo>
                    <a:pt x="92227" y="242005"/>
                  </a:lnTo>
                  <a:lnTo>
                    <a:pt x="94148" y="241911"/>
                  </a:lnTo>
                  <a:lnTo>
                    <a:pt x="96070" y="241818"/>
                  </a:lnTo>
                  <a:lnTo>
                    <a:pt x="97991" y="241725"/>
                  </a:lnTo>
                  <a:lnTo>
                    <a:pt x="99913" y="241632"/>
                  </a:lnTo>
                  <a:lnTo>
                    <a:pt x="101834" y="241539"/>
                  </a:lnTo>
                  <a:lnTo>
                    <a:pt x="103755" y="241445"/>
                  </a:lnTo>
                  <a:lnTo>
                    <a:pt x="105677" y="241350"/>
                  </a:lnTo>
                  <a:lnTo>
                    <a:pt x="107598" y="241253"/>
                  </a:lnTo>
                  <a:lnTo>
                    <a:pt x="109520" y="241154"/>
                  </a:lnTo>
                  <a:lnTo>
                    <a:pt x="111441" y="241053"/>
                  </a:lnTo>
                  <a:lnTo>
                    <a:pt x="113362" y="240948"/>
                  </a:lnTo>
                  <a:lnTo>
                    <a:pt x="115284" y="240839"/>
                  </a:lnTo>
                  <a:lnTo>
                    <a:pt x="117205" y="240725"/>
                  </a:lnTo>
                  <a:lnTo>
                    <a:pt x="119127" y="240606"/>
                  </a:lnTo>
                  <a:lnTo>
                    <a:pt x="121048" y="240481"/>
                  </a:lnTo>
                  <a:lnTo>
                    <a:pt x="122969" y="240350"/>
                  </a:lnTo>
                  <a:lnTo>
                    <a:pt x="124891" y="240212"/>
                  </a:lnTo>
                  <a:lnTo>
                    <a:pt x="126812" y="240065"/>
                  </a:lnTo>
                  <a:lnTo>
                    <a:pt x="128734" y="239911"/>
                  </a:lnTo>
                  <a:lnTo>
                    <a:pt x="130655" y="239747"/>
                  </a:lnTo>
                  <a:lnTo>
                    <a:pt x="132576" y="239575"/>
                  </a:lnTo>
                  <a:lnTo>
                    <a:pt x="134498" y="239394"/>
                  </a:lnTo>
                  <a:lnTo>
                    <a:pt x="136419" y="239202"/>
                  </a:lnTo>
                  <a:lnTo>
                    <a:pt x="138341" y="238999"/>
                  </a:lnTo>
                  <a:lnTo>
                    <a:pt x="140262" y="238784"/>
                  </a:lnTo>
                  <a:lnTo>
                    <a:pt x="142183" y="238557"/>
                  </a:lnTo>
                  <a:lnTo>
                    <a:pt x="144105" y="238319"/>
                  </a:lnTo>
                  <a:lnTo>
                    <a:pt x="146026" y="238069"/>
                  </a:lnTo>
                  <a:lnTo>
                    <a:pt x="147948" y="237807"/>
                  </a:lnTo>
                  <a:lnTo>
                    <a:pt x="149869" y="237529"/>
                  </a:lnTo>
                  <a:lnTo>
                    <a:pt x="151791" y="237238"/>
                  </a:lnTo>
                  <a:lnTo>
                    <a:pt x="153712" y="236934"/>
                  </a:lnTo>
                  <a:lnTo>
                    <a:pt x="155633" y="236617"/>
                  </a:lnTo>
                  <a:lnTo>
                    <a:pt x="157555" y="236287"/>
                  </a:lnTo>
                  <a:lnTo>
                    <a:pt x="159476" y="235945"/>
                  </a:lnTo>
                  <a:lnTo>
                    <a:pt x="161398" y="235587"/>
                  </a:lnTo>
                  <a:lnTo>
                    <a:pt x="163319" y="235219"/>
                  </a:lnTo>
                  <a:lnTo>
                    <a:pt x="165240" y="234839"/>
                  </a:lnTo>
                  <a:lnTo>
                    <a:pt x="167162" y="234451"/>
                  </a:lnTo>
                  <a:lnTo>
                    <a:pt x="169083" y="234053"/>
                  </a:lnTo>
                  <a:lnTo>
                    <a:pt x="171005" y="233647"/>
                  </a:lnTo>
                  <a:lnTo>
                    <a:pt x="172926" y="233234"/>
                  </a:lnTo>
                  <a:lnTo>
                    <a:pt x="174847" y="232817"/>
                  </a:lnTo>
                  <a:lnTo>
                    <a:pt x="176769" y="232397"/>
                  </a:lnTo>
                  <a:lnTo>
                    <a:pt x="178690" y="231975"/>
                  </a:lnTo>
                  <a:lnTo>
                    <a:pt x="180612" y="231553"/>
                  </a:lnTo>
                  <a:lnTo>
                    <a:pt x="182533" y="231132"/>
                  </a:lnTo>
                  <a:lnTo>
                    <a:pt x="184454" y="230716"/>
                  </a:lnTo>
                  <a:lnTo>
                    <a:pt x="186376" y="230304"/>
                  </a:lnTo>
                  <a:lnTo>
                    <a:pt x="188297" y="229899"/>
                  </a:lnTo>
                  <a:lnTo>
                    <a:pt x="190219" y="229502"/>
                  </a:lnTo>
                  <a:lnTo>
                    <a:pt x="192140" y="229112"/>
                  </a:lnTo>
                  <a:lnTo>
                    <a:pt x="194061" y="228733"/>
                  </a:lnTo>
                  <a:lnTo>
                    <a:pt x="195983" y="228366"/>
                  </a:lnTo>
                  <a:lnTo>
                    <a:pt x="197904" y="228010"/>
                  </a:lnTo>
                  <a:lnTo>
                    <a:pt x="199826" y="227665"/>
                  </a:lnTo>
                  <a:lnTo>
                    <a:pt x="201747" y="227332"/>
                  </a:lnTo>
                  <a:lnTo>
                    <a:pt x="203668" y="227010"/>
                  </a:lnTo>
                  <a:lnTo>
                    <a:pt x="205590" y="226700"/>
                  </a:lnTo>
                  <a:lnTo>
                    <a:pt x="207511" y="226404"/>
                  </a:lnTo>
                  <a:lnTo>
                    <a:pt x="209433" y="226118"/>
                  </a:lnTo>
                  <a:lnTo>
                    <a:pt x="211354" y="225843"/>
                  </a:lnTo>
                  <a:lnTo>
                    <a:pt x="213275" y="225578"/>
                  </a:lnTo>
                  <a:lnTo>
                    <a:pt x="215197" y="225322"/>
                  </a:lnTo>
                  <a:lnTo>
                    <a:pt x="217118" y="225076"/>
                  </a:lnTo>
                  <a:lnTo>
                    <a:pt x="219040" y="224841"/>
                  </a:lnTo>
                  <a:lnTo>
                    <a:pt x="220961" y="224615"/>
                  </a:lnTo>
                  <a:lnTo>
                    <a:pt x="222883" y="224397"/>
                  </a:lnTo>
                  <a:lnTo>
                    <a:pt x="224804" y="224189"/>
                  </a:lnTo>
                  <a:lnTo>
                    <a:pt x="226725" y="223989"/>
                  </a:lnTo>
                  <a:lnTo>
                    <a:pt x="228647" y="223799"/>
                  </a:lnTo>
                  <a:lnTo>
                    <a:pt x="230568" y="223622"/>
                  </a:lnTo>
                  <a:lnTo>
                    <a:pt x="232490" y="223456"/>
                  </a:lnTo>
                  <a:lnTo>
                    <a:pt x="234411" y="223301"/>
                  </a:lnTo>
                  <a:lnTo>
                    <a:pt x="236332" y="223160"/>
                  </a:lnTo>
                  <a:lnTo>
                    <a:pt x="238254" y="223032"/>
                  </a:lnTo>
                  <a:lnTo>
                    <a:pt x="240175" y="222921"/>
                  </a:lnTo>
                  <a:lnTo>
                    <a:pt x="242097" y="222829"/>
                  </a:lnTo>
                  <a:lnTo>
                    <a:pt x="244018" y="222756"/>
                  </a:lnTo>
                  <a:lnTo>
                    <a:pt x="245939" y="222701"/>
                  </a:lnTo>
                  <a:lnTo>
                    <a:pt x="247861" y="222667"/>
                  </a:lnTo>
                  <a:lnTo>
                    <a:pt x="249782" y="222654"/>
                  </a:lnTo>
                  <a:lnTo>
                    <a:pt x="251704" y="222664"/>
                  </a:lnTo>
                  <a:lnTo>
                    <a:pt x="253625" y="222702"/>
                  </a:lnTo>
                  <a:lnTo>
                    <a:pt x="255546" y="222762"/>
                  </a:lnTo>
                  <a:lnTo>
                    <a:pt x="257468" y="222846"/>
                  </a:lnTo>
                  <a:lnTo>
                    <a:pt x="259389" y="222953"/>
                  </a:lnTo>
                  <a:lnTo>
                    <a:pt x="261311" y="223084"/>
                  </a:lnTo>
                  <a:lnTo>
                    <a:pt x="263232" y="223240"/>
                  </a:lnTo>
                  <a:lnTo>
                    <a:pt x="265153" y="223422"/>
                  </a:lnTo>
                  <a:lnTo>
                    <a:pt x="267075" y="223624"/>
                  </a:lnTo>
                  <a:lnTo>
                    <a:pt x="268996" y="223846"/>
                  </a:lnTo>
                  <a:lnTo>
                    <a:pt x="270918" y="224087"/>
                  </a:lnTo>
                  <a:lnTo>
                    <a:pt x="272839" y="224346"/>
                  </a:lnTo>
                  <a:lnTo>
                    <a:pt x="274760" y="224621"/>
                  </a:lnTo>
                  <a:lnTo>
                    <a:pt x="276682" y="224912"/>
                  </a:lnTo>
                  <a:lnTo>
                    <a:pt x="278603" y="225213"/>
                  </a:lnTo>
                  <a:lnTo>
                    <a:pt x="280525" y="225523"/>
                  </a:lnTo>
                  <a:lnTo>
                    <a:pt x="282446" y="225840"/>
                  </a:lnTo>
                  <a:lnTo>
                    <a:pt x="284367" y="226161"/>
                  </a:lnTo>
                  <a:lnTo>
                    <a:pt x="286289" y="226484"/>
                  </a:lnTo>
                  <a:lnTo>
                    <a:pt x="288210" y="226806"/>
                  </a:lnTo>
                  <a:lnTo>
                    <a:pt x="290132" y="227123"/>
                  </a:lnTo>
                  <a:lnTo>
                    <a:pt x="292053" y="227433"/>
                  </a:lnTo>
                  <a:lnTo>
                    <a:pt x="293975" y="227733"/>
                  </a:lnTo>
                  <a:lnTo>
                    <a:pt x="295896" y="228022"/>
                  </a:lnTo>
                  <a:lnTo>
                    <a:pt x="297817" y="228293"/>
                  </a:lnTo>
                  <a:lnTo>
                    <a:pt x="299739" y="228544"/>
                  </a:lnTo>
                  <a:lnTo>
                    <a:pt x="301660" y="228774"/>
                  </a:lnTo>
                  <a:lnTo>
                    <a:pt x="303582" y="228981"/>
                  </a:lnTo>
                  <a:lnTo>
                    <a:pt x="305503" y="229162"/>
                  </a:lnTo>
                  <a:lnTo>
                    <a:pt x="307424" y="229317"/>
                  </a:lnTo>
                  <a:lnTo>
                    <a:pt x="309346" y="229438"/>
                  </a:lnTo>
                  <a:lnTo>
                    <a:pt x="311267" y="229525"/>
                  </a:lnTo>
                  <a:lnTo>
                    <a:pt x="313189" y="229579"/>
                  </a:lnTo>
                  <a:lnTo>
                    <a:pt x="315110" y="229601"/>
                  </a:lnTo>
                  <a:lnTo>
                    <a:pt x="317031" y="229588"/>
                  </a:lnTo>
                  <a:lnTo>
                    <a:pt x="318953" y="229542"/>
                  </a:lnTo>
                  <a:lnTo>
                    <a:pt x="320874" y="229455"/>
                  </a:lnTo>
                  <a:lnTo>
                    <a:pt x="322796" y="229332"/>
                  </a:lnTo>
                  <a:lnTo>
                    <a:pt x="324717" y="229176"/>
                  </a:lnTo>
                  <a:lnTo>
                    <a:pt x="326638" y="228987"/>
                  </a:lnTo>
                  <a:lnTo>
                    <a:pt x="328560" y="228767"/>
                  </a:lnTo>
                  <a:lnTo>
                    <a:pt x="330481" y="228516"/>
                  </a:lnTo>
                  <a:lnTo>
                    <a:pt x="332403" y="228230"/>
                  </a:lnTo>
                  <a:lnTo>
                    <a:pt x="334324" y="227916"/>
                  </a:lnTo>
                  <a:lnTo>
                    <a:pt x="336245" y="227575"/>
                  </a:lnTo>
                  <a:lnTo>
                    <a:pt x="338167" y="227209"/>
                  </a:lnTo>
                  <a:lnTo>
                    <a:pt x="340088" y="226820"/>
                  </a:lnTo>
                  <a:lnTo>
                    <a:pt x="342010" y="226407"/>
                  </a:lnTo>
                  <a:lnTo>
                    <a:pt x="343931" y="225969"/>
                  </a:lnTo>
                  <a:lnTo>
                    <a:pt x="345852" y="225509"/>
                  </a:lnTo>
                  <a:lnTo>
                    <a:pt x="347774" y="225030"/>
                  </a:lnTo>
                  <a:lnTo>
                    <a:pt x="349695" y="224531"/>
                  </a:lnTo>
                  <a:lnTo>
                    <a:pt x="351617" y="224013"/>
                  </a:lnTo>
                  <a:lnTo>
                    <a:pt x="353538" y="223476"/>
                  </a:lnTo>
                  <a:lnTo>
                    <a:pt x="355459" y="222915"/>
                  </a:lnTo>
                  <a:lnTo>
                    <a:pt x="357381" y="222335"/>
                  </a:lnTo>
                  <a:lnTo>
                    <a:pt x="359302" y="221735"/>
                  </a:lnTo>
                  <a:lnTo>
                    <a:pt x="361224" y="221114"/>
                  </a:lnTo>
                  <a:lnTo>
                    <a:pt x="363145" y="220472"/>
                  </a:lnTo>
                  <a:lnTo>
                    <a:pt x="365067" y="219808"/>
                  </a:lnTo>
                  <a:lnTo>
                    <a:pt x="366988" y="219115"/>
                  </a:lnTo>
                  <a:lnTo>
                    <a:pt x="368909" y="218396"/>
                  </a:lnTo>
                  <a:lnTo>
                    <a:pt x="370831" y="217651"/>
                  </a:lnTo>
                  <a:lnTo>
                    <a:pt x="372752" y="216878"/>
                  </a:lnTo>
                  <a:lnTo>
                    <a:pt x="374674" y="216075"/>
                  </a:lnTo>
                  <a:lnTo>
                    <a:pt x="376595" y="215241"/>
                  </a:lnTo>
                  <a:lnTo>
                    <a:pt x="378516" y="214364"/>
                  </a:lnTo>
                  <a:lnTo>
                    <a:pt x="380438" y="213450"/>
                  </a:lnTo>
                  <a:lnTo>
                    <a:pt x="382359" y="212497"/>
                  </a:lnTo>
                  <a:lnTo>
                    <a:pt x="384281" y="211501"/>
                  </a:lnTo>
                  <a:lnTo>
                    <a:pt x="386202" y="210459"/>
                  </a:lnTo>
                  <a:lnTo>
                    <a:pt x="388123" y="209370"/>
                  </a:lnTo>
                  <a:lnTo>
                    <a:pt x="390045" y="208214"/>
                  </a:lnTo>
                  <a:lnTo>
                    <a:pt x="391966" y="207001"/>
                  </a:lnTo>
                  <a:lnTo>
                    <a:pt x="393888" y="205726"/>
                  </a:lnTo>
                  <a:lnTo>
                    <a:pt x="395809" y="204385"/>
                  </a:lnTo>
                  <a:lnTo>
                    <a:pt x="397730" y="202974"/>
                  </a:lnTo>
                  <a:lnTo>
                    <a:pt x="399652" y="201485"/>
                  </a:lnTo>
                  <a:lnTo>
                    <a:pt x="401573" y="199894"/>
                  </a:lnTo>
                  <a:lnTo>
                    <a:pt x="403495" y="198211"/>
                  </a:lnTo>
                  <a:lnTo>
                    <a:pt x="405416" y="196431"/>
                  </a:lnTo>
                  <a:lnTo>
                    <a:pt x="407337" y="194545"/>
                  </a:lnTo>
                  <a:lnTo>
                    <a:pt x="409259" y="192547"/>
                  </a:lnTo>
                  <a:lnTo>
                    <a:pt x="411180" y="190424"/>
                  </a:lnTo>
                  <a:lnTo>
                    <a:pt x="413102" y="188139"/>
                  </a:lnTo>
                  <a:lnTo>
                    <a:pt x="415023" y="185708"/>
                  </a:lnTo>
                  <a:lnTo>
                    <a:pt x="416944" y="183121"/>
                  </a:lnTo>
                  <a:lnTo>
                    <a:pt x="418866" y="180369"/>
                  </a:lnTo>
                  <a:lnTo>
                    <a:pt x="420787" y="177440"/>
                  </a:lnTo>
                  <a:lnTo>
                    <a:pt x="422709" y="174314"/>
                  </a:lnTo>
                  <a:lnTo>
                    <a:pt x="424630" y="170944"/>
                  </a:lnTo>
                  <a:lnTo>
                    <a:pt x="426551" y="167358"/>
                  </a:lnTo>
                  <a:lnTo>
                    <a:pt x="428473" y="163547"/>
                  </a:lnTo>
                  <a:lnTo>
                    <a:pt x="430394" y="159502"/>
                  </a:lnTo>
                  <a:lnTo>
                    <a:pt x="432316" y="155217"/>
                  </a:lnTo>
                  <a:lnTo>
                    <a:pt x="434237" y="150668"/>
                  </a:lnTo>
                  <a:lnTo>
                    <a:pt x="436159" y="145818"/>
                  </a:lnTo>
                  <a:lnTo>
                    <a:pt x="438080" y="140713"/>
                  </a:lnTo>
                  <a:lnTo>
                    <a:pt x="440001" y="135358"/>
                  </a:lnTo>
                  <a:lnTo>
                    <a:pt x="441923" y="129756"/>
                  </a:lnTo>
                  <a:lnTo>
                    <a:pt x="443844" y="123916"/>
                  </a:lnTo>
                  <a:lnTo>
                    <a:pt x="445766" y="117835"/>
                  </a:lnTo>
                  <a:lnTo>
                    <a:pt x="447687" y="111512"/>
                  </a:lnTo>
                  <a:lnTo>
                    <a:pt x="449608" y="105011"/>
                  </a:lnTo>
                  <a:lnTo>
                    <a:pt x="451530" y="98357"/>
                  </a:lnTo>
                  <a:lnTo>
                    <a:pt x="453451" y="91578"/>
                  </a:lnTo>
                  <a:lnTo>
                    <a:pt x="455373" y="84707"/>
                  </a:lnTo>
                  <a:lnTo>
                    <a:pt x="457294" y="77776"/>
                  </a:lnTo>
                  <a:lnTo>
                    <a:pt x="459215" y="70844"/>
                  </a:lnTo>
                  <a:lnTo>
                    <a:pt x="461137" y="63961"/>
                  </a:lnTo>
                  <a:lnTo>
                    <a:pt x="463058" y="57171"/>
                  </a:lnTo>
                  <a:lnTo>
                    <a:pt x="464980" y="50521"/>
                  </a:lnTo>
                  <a:lnTo>
                    <a:pt x="466901" y="44056"/>
                  </a:lnTo>
                  <a:lnTo>
                    <a:pt x="468822" y="37854"/>
                  </a:lnTo>
                  <a:lnTo>
                    <a:pt x="470744" y="31999"/>
                  </a:lnTo>
                  <a:lnTo>
                    <a:pt x="472665" y="26499"/>
                  </a:lnTo>
                  <a:lnTo>
                    <a:pt x="474587" y="21396"/>
                  </a:lnTo>
                  <a:lnTo>
                    <a:pt x="476508" y="16731"/>
                  </a:lnTo>
                  <a:lnTo>
                    <a:pt x="478429" y="12543"/>
                  </a:lnTo>
                  <a:lnTo>
                    <a:pt x="480351" y="8928"/>
                  </a:lnTo>
                  <a:lnTo>
                    <a:pt x="482272" y="5946"/>
                  </a:lnTo>
                  <a:lnTo>
                    <a:pt x="484194" y="3547"/>
                  </a:lnTo>
                  <a:lnTo>
                    <a:pt x="486115" y="1747"/>
                  </a:lnTo>
                  <a:lnTo>
                    <a:pt x="488036" y="562"/>
                  </a:lnTo>
                  <a:lnTo>
                    <a:pt x="489958" y="0"/>
                  </a:lnTo>
                  <a:lnTo>
                    <a:pt x="491879" y="143"/>
                  </a:lnTo>
                  <a:lnTo>
                    <a:pt x="493801" y="987"/>
                  </a:lnTo>
                  <a:lnTo>
                    <a:pt x="495722" y="2442"/>
                  </a:lnTo>
                  <a:lnTo>
                    <a:pt x="497643" y="4492"/>
                  </a:lnTo>
                  <a:lnTo>
                    <a:pt x="499565" y="7118"/>
                  </a:lnTo>
                  <a:lnTo>
                    <a:pt x="501486" y="10298"/>
                  </a:lnTo>
                  <a:lnTo>
                    <a:pt x="503408" y="14072"/>
                  </a:lnTo>
                  <a:lnTo>
                    <a:pt x="505329" y="18381"/>
                  </a:lnTo>
                  <a:lnTo>
                    <a:pt x="507250" y="23130"/>
                  </a:lnTo>
                  <a:lnTo>
                    <a:pt x="509172" y="28283"/>
                  </a:lnTo>
                  <a:lnTo>
                    <a:pt x="511093" y="33802"/>
                  </a:lnTo>
                  <a:lnTo>
                    <a:pt x="513015" y="39648"/>
                  </a:lnTo>
                  <a:lnTo>
                    <a:pt x="514936" y="45817"/>
                  </a:lnTo>
                  <a:lnTo>
                    <a:pt x="516858" y="52236"/>
                  </a:lnTo>
                  <a:lnTo>
                    <a:pt x="518779" y="58839"/>
                  </a:lnTo>
                  <a:lnTo>
                    <a:pt x="520700" y="65587"/>
                  </a:lnTo>
                  <a:lnTo>
                    <a:pt x="522622" y="72445"/>
                  </a:lnTo>
                  <a:lnTo>
                    <a:pt x="524543" y="79378"/>
                  </a:lnTo>
                  <a:lnTo>
                    <a:pt x="526465" y="86352"/>
                  </a:lnTo>
                  <a:lnTo>
                    <a:pt x="528386" y="93320"/>
                  </a:lnTo>
                  <a:lnTo>
                    <a:pt x="530307" y="100253"/>
                  </a:lnTo>
                  <a:lnTo>
                    <a:pt x="532229" y="107125"/>
                  </a:lnTo>
                  <a:lnTo>
                    <a:pt x="534150" y="113915"/>
                  </a:lnTo>
                  <a:lnTo>
                    <a:pt x="536072" y="120600"/>
                  </a:lnTo>
                  <a:lnTo>
                    <a:pt x="537993" y="127137"/>
                  </a:lnTo>
                  <a:lnTo>
                    <a:pt x="539914" y="133517"/>
                  </a:lnTo>
                  <a:lnTo>
                    <a:pt x="541836" y="139736"/>
                  </a:lnTo>
                  <a:lnTo>
                    <a:pt x="543757" y="145784"/>
                  </a:lnTo>
                  <a:lnTo>
                    <a:pt x="545679" y="151651"/>
                  </a:lnTo>
                  <a:lnTo>
                    <a:pt x="547600" y="157330"/>
                  </a:lnTo>
                  <a:lnTo>
                    <a:pt x="549521" y="162774"/>
                  </a:lnTo>
                  <a:lnTo>
                    <a:pt x="551443" y="168004"/>
                  </a:lnTo>
                  <a:lnTo>
                    <a:pt x="553364" y="173029"/>
                  </a:lnTo>
                  <a:lnTo>
                    <a:pt x="555286" y="177846"/>
                  </a:lnTo>
                  <a:lnTo>
                    <a:pt x="557207" y="182454"/>
                  </a:lnTo>
                  <a:lnTo>
                    <a:pt x="559128" y="186853"/>
                  </a:lnTo>
                  <a:lnTo>
                    <a:pt x="561050" y="190999"/>
                  </a:lnTo>
                  <a:lnTo>
                    <a:pt x="562971" y="194930"/>
                  </a:lnTo>
                  <a:lnTo>
                    <a:pt x="564893" y="198656"/>
                  </a:lnTo>
                  <a:lnTo>
                    <a:pt x="566814" y="202179"/>
                  </a:lnTo>
                  <a:lnTo>
                    <a:pt x="568735" y="205504"/>
                  </a:lnTo>
                  <a:lnTo>
                    <a:pt x="570657" y="208633"/>
                  </a:lnTo>
                  <a:lnTo>
                    <a:pt x="572578" y="211530"/>
                  </a:lnTo>
                  <a:lnTo>
                    <a:pt x="574500" y="214238"/>
                  </a:lnTo>
                  <a:lnTo>
                    <a:pt x="576421" y="216767"/>
                  </a:lnTo>
                  <a:lnTo>
                    <a:pt x="578342" y="219123"/>
                  </a:lnTo>
                  <a:lnTo>
                    <a:pt x="580264" y="221312"/>
                  </a:lnTo>
                  <a:lnTo>
                    <a:pt x="582185" y="223339"/>
                  </a:lnTo>
                  <a:lnTo>
                    <a:pt x="584107" y="225178"/>
                  </a:lnTo>
                  <a:lnTo>
                    <a:pt x="586028" y="226871"/>
                  </a:lnTo>
                  <a:lnTo>
                    <a:pt x="587950" y="228427"/>
                  </a:lnTo>
                  <a:lnTo>
                    <a:pt x="589871" y="229853"/>
                  </a:lnTo>
                  <a:lnTo>
                    <a:pt x="591792" y="231157"/>
                  </a:lnTo>
                  <a:lnTo>
                    <a:pt x="593714" y="232344"/>
                  </a:lnTo>
                  <a:lnTo>
                    <a:pt x="595635" y="233399"/>
                  </a:lnTo>
                  <a:lnTo>
                    <a:pt x="597557" y="234356"/>
                  </a:lnTo>
                  <a:lnTo>
                    <a:pt x="599478" y="235222"/>
                  </a:lnTo>
                  <a:lnTo>
                    <a:pt x="601399" y="236005"/>
                  </a:lnTo>
                  <a:lnTo>
                    <a:pt x="603321" y="236710"/>
                  </a:lnTo>
                  <a:lnTo>
                    <a:pt x="605242" y="237343"/>
                  </a:lnTo>
                  <a:lnTo>
                    <a:pt x="607164" y="237897"/>
                  </a:lnTo>
                  <a:lnTo>
                    <a:pt x="609085" y="238395"/>
                  </a:lnTo>
                  <a:lnTo>
                    <a:pt x="611006" y="238842"/>
                  </a:lnTo>
                  <a:lnTo>
                    <a:pt x="612928" y="239243"/>
                  </a:lnTo>
                  <a:lnTo>
                    <a:pt x="614849" y="239603"/>
                  </a:lnTo>
                  <a:lnTo>
                    <a:pt x="616771" y="239924"/>
                  </a:lnTo>
                  <a:lnTo>
                    <a:pt x="618692" y="240205"/>
                  </a:lnTo>
                  <a:lnTo>
                    <a:pt x="620613" y="240459"/>
                  </a:lnTo>
                  <a:lnTo>
                    <a:pt x="622535" y="240688"/>
                  </a:lnTo>
                  <a:lnTo>
                    <a:pt x="624456" y="240895"/>
                  </a:lnTo>
                  <a:lnTo>
                    <a:pt x="626378" y="241082"/>
                  </a:lnTo>
                  <a:lnTo>
                    <a:pt x="628299" y="241252"/>
                  </a:lnTo>
                  <a:lnTo>
                    <a:pt x="630220" y="241402"/>
                  </a:lnTo>
                  <a:lnTo>
                    <a:pt x="632142" y="241539"/>
                  </a:lnTo>
                  <a:lnTo>
                    <a:pt x="634063" y="241664"/>
                  </a:lnTo>
                  <a:lnTo>
                    <a:pt x="635985" y="241777"/>
                  </a:lnTo>
                  <a:lnTo>
                    <a:pt x="637906" y="241880"/>
                  </a:lnTo>
                  <a:lnTo>
                    <a:pt x="639827" y="241972"/>
                  </a:lnTo>
                  <a:lnTo>
                    <a:pt x="641749" y="242052"/>
                  </a:lnTo>
                  <a:lnTo>
                    <a:pt x="643670" y="242122"/>
                  </a:lnTo>
                  <a:lnTo>
                    <a:pt x="645592" y="242182"/>
                  </a:lnTo>
                  <a:lnTo>
                    <a:pt x="647513" y="242233"/>
                  </a:lnTo>
                  <a:lnTo>
                    <a:pt x="649434" y="242273"/>
                  </a:lnTo>
                  <a:lnTo>
                    <a:pt x="651356" y="242303"/>
                  </a:lnTo>
                  <a:lnTo>
                    <a:pt x="653277" y="242321"/>
                  </a:lnTo>
                  <a:lnTo>
                    <a:pt x="655199" y="242329"/>
                  </a:lnTo>
                  <a:lnTo>
                    <a:pt x="657120" y="242326"/>
                  </a:lnTo>
                  <a:lnTo>
                    <a:pt x="659042" y="242312"/>
                  </a:lnTo>
                  <a:lnTo>
                    <a:pt x="660963" y="242288"/>
                  </a:lnTo>
                  <a:lnTo>
                    <a:pt x="662884" y="242253"/>
                  </a:lnTo>
                  <a:lnTo>
                    <a:pt x="664806" y="242207"/>
                  </a:lnTo>
                  <a:lnTo>
                    <a:pt x="666727" y="242151"/>
                  </a:lnTo>
                  <a:lnTo>
                    <a:pt x="668649" y="242087"/>
                  </a:lnTo>
                  <a:lnTo>
                    <a:pt x="670570" y="242015"/>
                  </a:lnTo>
                  <a:lnTo>
                    <a:pt x="672491" y="241936"/>
                  </a:lnTo>
                  <a:lnTo>
                    <a:pt x="674413" y="241849"/>
                  </a:lnTo>
                  <a:lnTo>
                    <a:pt x="676334" y="241757"/>
                  </a:lnTo>
                  <a:lnTo>
                    <a:pt x="678256" y="241660"/>
                  </a:lnTo>
                  <a:lnTo>
                    <a:pt x="680177" y="241560"/>
                  </a:lnTo>
                  <a:lnTo>
                    <a:pt x="682098" y="241458"/>
                  </a:lnTo>
                  <a:lnTo>
                    <a:pt x="684020" y="241354"/>
                  </a:lnTo>
                  <a:lnTo>
                    <a:pt x="685941" y="241250"/>
                  </a:lnTo>
                  <a:lnTo>
                    <a:pt x="687863" y="241146"/>
                  </a:lnTo>
                  <a:lnTo>
                    <a:pt x="689784" y="241043"/>
                  </a:lnTo>
                  <a:lnTo>
                    <a:pt x="691705" y="240941"/>
                  </a:lnTo>
                  <a:lnTo>
                    <a:pt x="693627" y="240841"/>
                  </a:lnTo>
                  <a:lnTo>
                    <a:pt x="695548" y="240744"/>
                  </a:lnTo>
                  <a:lnTo>
                    <a:pt x="697470" y="240648"/>
                  </a:lnTo>
                  <a:lnTo>
                    <a:pt x="699391" y="240555"/>
                  </a:lnTo>
                  <a:lnTo>
                    <a:pt x="701312" y="240464"/>
                  </a:lnTo>
                  <a:lnTo>
                    <a:pt x="703234" y="240374"/>
                  </a:lnTo>
                  <a:lnTo>
                    <a:pt x="705155" y="240285"/>
                  </a:lnTo>
                  <a:lnTo>
                    <a:pt x="707077" y="240196"/>
                  </a:lnTo>
                  <a:lnTo>
                    <a:pt x="708998" y="240108"/>
                  </a:lnTo>
                  <a:lnTo>
                    <a:pt x="710919" y="240019"/>
                  </a:lnTo>
                  <a:lnTo>
                    <a:pt x="712841" y="239929"/>
                  </a:lnTo>
                  <a:lnTo>
                    <a:pt x="714762" y="239838"/>
                  </a:lnTo>
                  <a:lnTo>
                    <a:pt x="716684" y="239744"/>
                  </a:lnTo>
                  <a:lnTo>
                    <a:pt x="718605" y="239648"/>
                  </a:lnTo>
                  <a:lnTo>
                    <a:pt x="720526" y="239548"/>
                  </a:lnTo>
                  <a:lnTo>
                    <a:pt x="722448" y="239445"/>
                  </a:lnTo>
                  <a:lnTo>
                    <a:pt x="724369" y="239339"/>
                  </a:lnTo>
                  <a:lnTo>
                    <a:pt x="726291" y="239229"/>
                  </a:lnTo>
                  <a:lnTo>
                    <a:pt x="728212" y="239116"/>
                  </a:lnTo>
                  <a:lnTo>
                    <a:pt x="730134" y="238999"/>
                  </a:lnTo>
                  <a:lnTo>
                    <a:pt x="732055" y="238879"/>
                  </a:lnTo>
                  <a:lnTo>
                    <a:pt x="733976" y="238755"/>
                  </a:lnTo>
                  <a:lnTo>
                    <a:pt x="735898" y="238628"/>
                  </a:lnTo>
                  <a:lnTo>
                    <a:pt x="737819" y="238499"/>
                  </a:lnTo>
                  <a:lnTo>
                    <a:pt x="739741" y="238368"/>
                  </a:lnTo>
                  <a:lnTo>
                    <a:pt x="741662" y="238234"/>
                  </a:lnTo>
                  <a:lnTo>
                    <a:pt x="743583" y="238098"/>
                  </a:lnTo>
                  <a:lnTo>
                    <a:pt x="745505" y="237960"/>
                  </a:lnTo>
                  <a:lnTo>
                    <a:pt x="747426" y="237819"/>
                  </a:lnTo>
                  <a:lnTo>
                    <a:pt x="749348" y="237677"/>
                  </a:lnTo>
                  <a:lnTo>
                    <a:pt x="751269" y="237533"/>
                  </a:lnTo>
                  <a:lnTo>
                    <a:pt x="753190" y="237387"/>
                  </a:lnTo>
                  <a:lnTo>
                    <a:pt x="755112" y="237237"/>
                  </a:lnTo>
                  <a:lnTo>
                    <a:pt x="757033" y="237084"/>
                  </a:lnTo>
                  <a:lnTo>
                    <a:pt x="758955" y="236928"/>
                  </a:lnTo>
                  <a:lnTo>
                    <a:pt x="760876" y="236767"/>
                  </a:lnTo>
                  <a:lnTo>
                    <a:pt x="762797" y="236601"/>
                  </a:lnTo>
                  <a:lnTo>
                    <a:pt x="764719" y="236429"/>
                  </a:lnTo>
                  <a:lnTo>
                    <a:pt x="766640" y="236248"/>
                  </a:lnTo>
                  <a:lnTo>
                    <a:pt x="768562" y="236058"/>
                  </a:lnTo>
                  <a:lnTo>
                    <a:pt x="770483" y="235857"/>
                  </a:lnTo>
                  <a:lnTo>
                    <a:pt x="772404" y="235644"/>
                  </a:lnTo>
                  <a:lnTo>
                    <a:pt x="774326" y="235417"/>
                  </a:lnTo>
                  <a:lnTo>
                    <a:pt x="776247" y="235174"/>
                  </a:lnTo>
                  <a:lnTo>
                    <a:pt x="778169" y="234907"/>
                  </a:lnTo>
                  <a:lnTo>
                    <a:pt x="780090" y="234619"/>
                  </a:lnTo>
                  <a:lnTo>
                    <a:pt x="782011" y="234305"/>
                  </a:lnTo>
                  <a:lnTo>
                    <a:pt x="783933" y="233964"/>
                  </a:lnTo>
                  <a:lnTo>
                    <a:pt x="785854" y="233593"/>
                  </a:lnTo>
                  <a:lnTo>
                    <a:pt x="787776" y="233188"/>
                  </a:lnTo>
                  <a:lnTo>
                    <a:pt x="789697" y="232739"/>
                  </a:lnTo>
                  <a:lnTo>
                    <a:pt x="791618" y="232249"/>
                  </a:lnTo>
                  <a:lnTo>
                    <a:pt x="793540" y="231716"/>
                  </a:lnTo>
                  <a:lnTo>
                    <a:pt x="795461" y="231137"/>
                  </a:lnTo>
                  <a:lnTo>
                    <a:pt x="797383" y="230510"/>
                  </a:lnTo>
                  <a:lnTo>
                    <a:pt x="799304" y="229834"/>
                  </a:lnTo>
                  <a:lnTo>
                    <a:pt x="801226" y="229095"/>
                  </a:lnTo>
                  <a:lnTo>
                    <a:pt x="803147" y="228302"/>
                  </a:lnTo>
                  <a:lnTo>
                    <a:pt x="805068" y="227456"/>
                  </a:lnTo>
                  <a:lnTo>
                    <a:pt x="806990" y="226559"/>
                  </a:lnTo>
                  <a:lnTo>
                    <a:pt x="808911" y="225610"/>
                  </a:lnTo>
                  <a:lnTo>
                    <a:pt x="810833" y="224611"/>
                  </a:lnTo>
                  <a:lnTo>
                    <a:pt x="812754" y="223553"/>
                  </a:lnTo>
                  <a:lnTo>
                    <a:pt x="814675" y="222454"/>
                  </a:lnTo>
                  <a:lnTo>
                    <a:pt x="816597" y="221316"/>
                  </a:lnTo>
                  <a:lnTo>
                    <a:pt x="818518" y="220145"/>
                  </a:lnTo>
                  <a:lnTo>
                    <a:pt x="820440" y="218946"/>
                  </a:lnTo>
                  <a:lnTo>
                    <a:pt x="822361" y="217724"/>
                  </a:lnTo>
                  <a:lnTo>
                    <a:pt x="824282" y="216485"/>
                  </a:lnTo>
                  <a:lnTo>
                    <a:pt x="826204" y="215241"/>
                  </a:lnTo>
                  <a:lnTo>
                    <a:pt x="828125" y="214000"/>
                  </a:lnTo>
                  <a:lnTo>
                    <a:pt x="830047" y="212767"/>
                  </a:lnTo>
                  <a:lnTo>
                    <a:pt x="831968" y="211552"/>
                  </a:lnTo>
                  <a:lnTo>
                    <a:pt x="833889" y="210362"/>
                  </a:lnTo>
                  <a:lnTo>
                    <a:pt x="835811" y="209213"/>
                  </a:lnTo>
                  <a:lnTo>
                    <a:pt x="837732" y="208107"/>
                  </a:lnTo>
                  <a:lnTo>
                    <a:pt x="839654" y="207050"/>
                  </a:lnTo>
                  <a:lnTo>
                    <a:pt x="841575" y="206048"/>
                  </a:lnTo>
                  <a:lnTo>
                    <a:pt x="843496" y="205105"/>
                  </a:lnTo>
                  <a:lnTo>
                    <a:pt x="845418" y="204231"/>
                  </a:lnTo>
                  <a:lnTo>
                    <a:pt x="847339" y="203443"/>
                  </a:lnTo>
                  <a:lnTo>
                    <a:pt x="849261" y="202729"/>
                  </a:lnTo>
                  <a:lnTo>
                    <a:pt x="851182" y="202092"/>
                  </a:lnTo>
                  <a:lnTo>
                    <a:pt x="853103" y="201534"/>
                  </a:lnTo>
                  <a:lnTo>
                    <a:pt x="855025" y="201054"/>
                  </a:lnTo>
                  <a:lnTo>
                    <a:pt x="856946" y="200659"/>
                  </a:lnTo>
                  <a:lnTo>
                    <a:pt x="858868" y="200359"/>
                  </a:lnTo>
                  <a:lnTo>
                    <a:pt x="860789" y="200136"/>
                  </a:lnTo>
                  <a:lnTo>
                    <a:pt x="862710" y="199988"/>
                  </a:lnTo>
                  <a:lnTo>
                    <a:pt x="864632" y="199913"/>
                  </a:lnTo>
                  <a:lnTo>
                    <a:pt x="866553" y="199909"/>
                  </a:lnTo>
                  <a:lnTo>
                    <a:pt x="868475" y="199976"/>
                  </a:lnTo>
                  <a:lnTo>
                    <a:pt x="870396" y="200117"/>
                  </a:lnTo>
                  <a:lnTo>
                    <a:pt x="872318" y="200316"/>
                  </a:lnTo>
                  <a:lnTo>
                    <a:pt x="874239" y="200569"/>
                  </a:lnTo>
                  <a:lnTo>
                    <a:pt x="876160" y="200872"/>
                  </a:lnTo>
                  <a:lnTo>
                    <a:pt x="878082" y="201221"/>
                  </a:lnTo>
                  <a:lnTo>
                    <a:pt x="880003" y="201616"/>
                  </a:lnTo>
                  <a:lnTo>
                    <a:pt x="881925" y="202054"/>
                  </a:lnTo>
                  <a:lnTo>
                    <a:pt x="883846" y="202525"/>
                  </a:lnTo>
                  <a:lnTo>
                    <a:pt x="885767" y="203026"/>
                  </a:lnTo>
                  <a:lnTo>
                    <a:pt x="887689" y="203555"/>
                  </a:lnTo>
                  <a:lnTo>
                    <a:pt x="889610" y="204107"/>
                  </a:lnTo>
                  <a:lnTo>
                    <a:pt x="891532" y="204684"/>
                  </a:lnTo>
                  <a:lnTo>
                    <a:pt x="893453" y="205283"/>
                  </a:lnTo>
                  <a:lnTo>
                    <a:pt x="895374" y="205899"/>
                  </a:lnTo>
                  <a:lnTo>
                    <a:pt x="897296" y="206531"/>
                  </a:lnTo>
                  <a:lnTo>
                    <a:pt x="899217" y="207179"/>
                  </a:lnTo>
                  <a:lnTo>
                    <a:pt x="901139" y="207841"/>
                  </a:lnTo>
                  <a:lnTo>
                    <a:pt x="903060" y="208520"/>
                  </a:lnTo>
                  <a:lnTo>
                    <a:pt x="904981" y="209213"/>
                  </a:lnTo>
                  <a:lnTo>
                    <a:pt x="906903" y="209921"/>
                  </a:lnTo>
                  <a:lnTo>
                    <a:pt x="908824" y="210644"/>
                  </a:lnTo>
                  <a:lnTo>
                    <a:pt x="910746" y="211380"/>
                  </a:lnTo>
                  <a:lnTo>
                    <a:pt x="912667" y="212131"/>
                  </a:lnTo>
                  <a:lnTo>
                    <a:pt x="914588" y="212899"/>
                  </a:lnTo>
                  <a:lnTo>
                    <a:pt x="916510" y="213684"/>
                  </a:lnTo>
                  <a:lnTo>
                    <a:pt x="918431" y="214483"/>
                  </a:lnTo>
                  <a:lnTo>
                    <a:pt x="920353" y="215297"/>
                  </a:lnTo>
                  <a:lnTo>
                    <a:pt x="922274" y="216125"/>
                  </a:lnTo>
                  <a:lnTo>
                    <a:pt x="924195" y="216966"/>
                  </a:lnTo>
                  <a:lnTo>
                    <a:pt x="926117" y="217821"/>
                  </a:lnTo>
                  <a:lnTo>
                    <a:pt x="928038" y="218687"/>
                  </a:lnTo>
                  <a:lnTo>
                    <a:pt x="929960" y="219562"/>
                  </a:lnTo>
                  <a:lnTo>
                    <a:pt x="931881" y="220443"/>
                  </a:lnTo>
                  <a:lnTo>
                    <a:pt x="933802" y="221329"/>
                  </a:lnTo>
                  <a:lnTo>
                    <a:pt x="935724" y="222217"/>
                  </a:lnTo>
                  <a:lnTo>
                    <a:pt x="937645" y="223104"/>
                  </a:lnTo>
                  <a:lnTo>
                    <a:pt x="939567" y="223987"/>
                  </a:lnTo>
                  <a:lnTo>
                    <a:pt x="941488" y="224862"/>
                  </a:lnTo>
                  <a:lnTo>
                    <a:pt x="943410" y="225728"/>
                  </a:lnTo>
                  <a:lnTo>
                    <a:pt x="945331" y="226581"/>
                  </a:lnTo>
                  <a:lnTo>
                    <a:pt x="947252" y="227419"/>
                  </a:lnTo>
                  <a:lnTo>
                    <a:pt x="949174" y="228236"/>
                  </a:lnTo>
                  <a:lnTo>
                    <a:pt x="951095" y="229031"/>
                  </a:lnTo>
                  <a:lnTo>
                    <a:pt x="953017" y="229803"/>
                  </a:lnTo>
                  <a:lnTo>
                    <a:pt x="954938" y="230551"/>
                  </a:lnTo>
                  <a:lnTo>
                    <a:pt x="956859" y="231273"/>
                  </a:lnTo>
                  <a:lnTo>
                    <a:pt x="958781" y="231970"/>
                  </a:lnTo>
                  <a:lnTo>
                    <a:pt x="960702" y="232634"/>
                  </a:lnTo>
                  <a:lnTo>
                    <a:pt x="962624" y="233269"/>
                  </a:lnTo>
                  <a:lnTo>
                    <a:pt x="964545" y="233877"/>
                  </a:lnTo>
                  <a:lnTo>
                    <a:pt x="966466" y="234458"/>
                  </a:lnTo>
                  <a:lnTo>
                    <a:pt x="968388" y="235013"/>
                  </a:lnTo>
                  <a:lnTo>
                    <a:pt x="970309" y="235542"/>
                  </a:lnTo>
                  <a:lnTo>
                    <a:pt x="972231" y="236042"/>
                  </a:lnTo>
                  <a:lnTo>
                    <a:pt x="974152" y="236517"/>
                  </a:lnTo>
                  <a:lnTo>
                    <a:pt x="976073" y="236972"/>
                  </a:lnTo>
                  <a:lnTo>
                    <a:pt x="977995" y="237405"/>
                  </a:lnTo>
                  <a:lnTo>
                    <a:pt x="979916" y="237820"/>
                  </a:lnTo>
                  <a:lnTo>
                    <a:pt x="981838" y="238216"/>
                  </a:lnTo>
                  <a:lnTo>
                    <a:pt x="981838" y="244018"/>
                  </a:lnTo>
                  <a:lnTo>
                    <a:pt x="979916" y="244018"/>
                  </a:lnTo>
                  <a:lnTo>
                    <a:pt x="977995" y="244018"/>
                  </a:lnTo>
                  <a:lnTo>
                    <a:pt x="976073" y="244018"/>
                  </a:lnTo>
                  <a:lnTo>
                    <a:pt x="974152" y="244018"/>
                  </a:lnTo>
                  <a:lnTo>
                    <a:pt x="972231" y="244018"/>
                  </a:lnTo>
                  <a:lnTo>
                    <a:pt x="970309" y="244018"/>
                  </a:lnTo>
                  <a:lnTo>
                    <a:pt x="968388" y="244018"/>
                  </a:lnTo>
                  <a:lnTo>
                    <a:pt x="966466" y="244018"/>
                  </a:lnTo>
                  <a:lnTo>
                    <a:pt x="964545" y="244018"/>
                  </a:lnTo>
                  <a:lnTo>
                    <a:pt x="962624" y="244018"/>
                  </a:lnTo>
                  <a:lnTo>
                    <a:pt x="960702" y="244018"/>
                  </a:lnTo>
                  <a:lnTo>
                    <a:pt x="958781" y="244018"/>
                  </a:lnTo>
                  <a:lnTo>
                    <a:pt x="956859" y="244018"/>
                  </a:lnTo>
                  <a:lnTo>
                    <a:pt x="954938" y="244018"/>
                  </a:lnTo>
                  <a:lnTo>
                    <a:pt x="953017" y="244018"/>
                  </a:lnTo>
                  <a:lnTo>
                    <a:pt x="951095" y="244018"/>
                  </a:lnTo>
                  <a:lnTo>
                    <a:pt x="949174" y="244018"/>
                  </a:lnTo>
                  <a:lnTo>
                    <a:pt x="947252" y="244018"/>
                  </a:lnTo>
                  <a:lnTo>
                    <a:pt x="945331" y="244018"/>
                  </a:lnTo>
                  <a:lnTo>
                    <a:pt x="943410" y="244018"/>
                  </a:lnTo>
                  <a:lnTo>
                    <a:pt x="941488" y="244018"/>
                  </a:lnTo>
                  <a:lnTo>
                    <a:pt x="939567" y="244018"/>
                  </a:lnTo>
                  <a:lnTo>
                    <a:pt x="937645" y="244018"/>
                  </a:lnTo>
                  <a:lnTo>
                    <a:pt x="935724" y="244018"/>
                  </a:lnTo>
                  <a:lnTo>
                    <a:pt x="933802" y="244018"/>
                  </a:lnTo>
                  <a:lnTo>
                    <a:pt x="931881" y="244018"/>
                  </a:lnTo>
                  <a:lnTo>
                    <a:pt x="929960" y="244018"/>
                  </a:lnTo>
                  <a:lnTo>
                    <a:pt x="928038" y="244018"/>
                  </a:lnTo>
                  <a:lnTo>
                    <a:pt x="926117" y="244018"/>
                  </a:lnTo>
                  <a:lnTo>
                    <a:pt x="924195" y="244018"/>
                  </a:lnTo>
                  <a:lnTo>
                    <a:pt x="922274" y="244018"/>
                  </a:lnTo>
                  <a:lnTo>
                    <a:pt x="920353" y="244018"/>
                  </a:lnTo>
                  <a:lnTo>
                    <a:pt x="918431" y="244018"/>
                  </a:lnTo>
                  <a:lnTo>
                    <a:pt x="916510" y="244018"/>
                  </a:lnTo>
                  <a:lnTo>
                    <a:pt x="914588" y="244018"/>
                  </a:lnTo>
                  <a:lnTo>
                    <a:pt x="912667" y="244018"/>
                  </a:lnTo>
                  <a:lnTo>
                    <a:pt x="910746" y="244018"/>
                  </a:lnTo>
                  <a:lnTo>
                    <a:pt x="908824" y="244018"/>
                  </a:lnTo>
                  <a:lnTo>
                    <a:pt x="906903" y="244018"/>
                  </a:lnTo>
                  <a:lnTo>
                    <a:pt x="904981" y="244018"/>
                  </a:lnTo>
                  <a:lnTo>
                    <a:pt x="903060" y="244018"/>
                  </a:lnTo>
                  <a:lnTo>
                    <a:pt x="901139" y="244018"/>
                  </a:lnTo>
                  <a:lnTo>
                    <a:pt x="899217" y="244018"/>
                  </a:lnTo>
                  <a:lnTo>
                    <a:pt x="897296" y="244018"/>
                  </a:lnTo>
                  <a:lnTo>
                    <a:pt x="895374" y="244018"/>
                  </a:lnTo>
                  <a:lnTo>
                    <a:pt x="893453" y="244018"/>
                  </a:lnTo>
                  <a:lnTo>
                    <a:pt x="891532" y="244018"/>
                  </a:lnTo>
                  <a:lnTo>
                    <a:pt x="889610" y="244018"/>
                  </a:lnTo>
                  <a:lnTo>
                    <a:pt x="887689" y="244018"/>
                  </a:lnTo>
                  <a:lnTo>
                    <a:pt x="885767" y="244018"/>
                  </a:lnTo>
                  <a:lnTo>
                    <a:pt x="883846" y="244018"/>
                  </a:lnTo>
                  <a:lnTo>
                    <a:pt x="881925" y="244018"/>
                  </a:lnTo>
                  <a:lnTo>
                    <a:pt x="880003" y="244018"/>
                  </a:lnTo>
                  <a:lnTo>
                    <a:pt x="878082" y="244018"/>
                  </a:lnTo>
                  <a:lnTo>
                    <a:pt x="876160" y="244018"/>
                  </a:lnTo>
                  <a:lnTo>
                    <a:pt x="874239" y="244018"/>
                  </a:lnTo>
                  <a:lnTo>
                    <a:pt x="872318" y="244018"/>
                  </a:lnTo>
                  <a:lnTo>
                    <a:pt x="870396" y="244018"/>
                  </a:lnTo>
                  <a:lnTo>
                    <a:pt x="868475" y="244018"/>
                  </a:lnTo>
                  <a:lnTo>
                    <a:pt x="866553" y="244018"/>
                  </a:lnTo>
                  <a:lnTo>
                    <a:pt x="864632" y="244018"/>
                  </a:lnTo>
                  <a:lnTo>
                    <a:pt x="862710" y="244018"/>
                  </a:lnTo>
                  <a:lnTo>
                    <a:pt x="860789" y="244018"/>
                  </a:lnTo>
                  <a:lnTo>
                    <a:pt x="858868" y="244018"/>
                  </a:lnTo>
                  <a:lnTo>
                    <a:pt x="856946" y="244018"/>
                  </a:lnTo>
                  <a:lnTo>
                    <a:pt x="855025" y="244018"/>
                  </a:lnTo>
                  <a:lnTo>
                    <a:pt x="853103" y="244018"/>
                  </a:lnTo>
                  <a:lnTo>
                    <a:pt x="851182" y="244018"/>
                  </a:lnTo>
                  <a:lnTo>
                    <a:pt x="849261" y="244018"/>
                  </a:lnTo>
                  <a:lnTo>
                    <a:pt x="847339" y="244018"/>
                  </a:lnTo>
                  <a:lnTo>
                    <a:pt x="845418" y="244018"/>
                  </a:lnTo>
                  <a:lnTo>
                    <a:pt x="843496" y="244018"/>
                  </a:lnTo>
                  <a:lnTo>
                    <a:pt x="841575" y="244018"/>
                  </a:lnTo>
                  <a:lnTo>
                    <a:pt x="839654" y="244018"/>
                  </a:lnTo>
                  <a:lnTo>
                    <a:pt x="837732" y="244018"/>
                  </a:lnTo>
                  <a:lnTo>
                    <a:pt x="835811" y="244018"/>
                  </a:lnTo>
                  <a:lnTo>
                    <a:pt x="833889" y="244018"/>
                  </a:lnTo>
                  <a:lnTo>
                    <a:pt x="831968" y="244018"/>
                  </a:lnTo>
                  <a:lnTo>
                    <a:pt x="830047" y="244018"/>
                  </a:lnTo>
                  <a:lnTo>
                    <a:pt x="828125" y="244018"/>
                  </a:lnTo>
                  <a:lnTo>
                    <a:pt x="826204" y="244018"/>
                  </a:lnTo>
                  <a:lnTo>
                    <a:pt x="824282" y="244018"/>
                  </a:lnTo>
                  <a:lnTo>
                    <a:pt x="822361" y="244018"/>
                  </a:lnTo>
                  <a:lnTo>
                    <a:pt x="820440" y="244018"/>
                  </a:lnTo>
                  <a:lnTo>
                    <a:pt x="818518" y="244018"/>
                  </a:lnTo>
                  <a:lnTo>
                    <a:pt x="816597" y="244018"/>
                  </a:lnTo>
                  <a:lnTo>
                    <a:pt x="814675" y="244018"/>
                  </a:lnTo>
                  <a:lnTo>
                    <a:pt x="812754" y="244018"/>
                  </a:lnTo>
                  <a:lnTo>
                    <a:pt x="810833" y="244018"/>
                  </a:lnTo>
                  <a:lnTo>
                    <a:pt x="808911" y="244018"/>
                  </a:lnTo>
                  <a:lnTo>
                    <a:pt x="806990" y="244018"/>
                  </a:lnTo>
                  <a:lnTo>
                    <a:pt x="805068" y="244018"/>
                  </a:lnTo>
                  <a:lnTo>
                    <a:pt x="803147" y="244018"/>
                  </a:lnTo>
                  <a:lnTo>
                    <a:pt x="801226" y="244018"/>
                  </a:lnTo>
                  <a:lnTo>
                    <a:pt x="799304" y="244018"/>
                  </a:lnTo>
                  <a:lnTo>
                    <a:pt x="797383" y="244018"/>
                  </a:lnTo>
                  <a:lnTo>
                    <a:pt x="795461" y="244018"/>
                  </a:lnTo>
                  <a:lnTo>
                    <a:pt x="793540" y="244018"/>
                  </a:lnTo>
                  <a:lnTo>
                    <a:pt x="791618" y="244018"/>
                  </a:lnTo>
                  <a:lnTo>
                    <a:pt x="789697" y="244018"/>
                  </a:lnTo>
                  <a:lnTo>
                    <a:pt x="787776" y="244018"/>
                  </a:lnTo>
                  <a:lnTo>
                    <a:pt x="785854" y="244018"/>
                  </a:lnTo>
                  <a:lnTo>
                    <a:pt x="783933" y="244018"/>
                  </a:lnTo>
                  <a:lnTo>
                    <a:pt x="782011" y="244018"/>
                  </a:lnTo>
                  <a:lnTo>
                    <a:pt x="780090" y="244018"/>
                  </a:lnTo>
                  <a:lnTo>
                    <a:pt x="778169" y="244018"/>
                  </a:lnTo>
                  <a:lnTo>
                    <a:pt x="776247" y="244018"/>
                  </a:lnTo>
                  <a:lnTo>
                    <a:pt x="774326" y="244018"/>
                  </a:lnTo>
                  <a:lnTo>
                    <a:pt x="772404" y="244018"/>
                  </a:lnTo>
                  <a:lnTo>
                    <a:pt x="770483" y="244018"/>
                  </a:lnTo>
                  <a:lnTo>
                    <a:pt x="768562" y="244018"/>
                  </a:lnTo>
                  <a:lnTo>
                    <a:pt x="766640" y="244018"/>
                  </a:lnTo>
                  <a:lnTo>
                    <a:pt x="764719" y="244018"/>
                  </a:lnTo>
                  <a:lnTo>
                    <a:pt x="762797" y="244018"/>
                  </a:lnTo>
                  <a:lnTo>
                    <a:pt x="760876" y="244018"/>
                  </a:lnTo>
                  <a:lnTo>
                    <a:pt x="758955" y="244018"/>
                  </a:lnTo>
                  <a:lnTo>
                    <a:pt x="757033" y="244018"/>
                  </a:lnTo>
                  <a:lnTo>
                    <a:pt x="755112" y="244018"/>
                  </a:lnTo>
                  <a:lnTo>
                    <a:pt x="753190" y="244018"/>
                  </a:lnTo>
                  <a:lnTo>
                    <a:pt x="751269" y="244018"/>
                  </a:lnTo>
                  <a:lnTo>
                    <a:pt x="749348" y="244018"/>
                  </a:lnTo>
                  <a:lnTo>
                    <a:pt x="747426" y="244018"/>
                  </a:lnTo>
                  <a:lnTo>
                    <a:pt x="745505" y="244018"/>
                  </a:lnTo>
                  <a:lnTo>
                    <a:pt x="743583" y="244018"/>
                  </a:lnTo>
                  <a:lnTo>
                    <a:pt x="741662" y="244018"/>
                  </a:lnTo>
                  <a:lnTo>
                    <a:pt x="739741" y="244018"/>
                  </a:lnTo>
                  <a:lnTo>
                    <a:pt x="737819" y="244018"/>
                  </a:lnTo>
                  <a:lnTo>
                    <a:pt x="735898" y="244018"/>
                  </a:lnTo>
                  <a:lnTo>
                    <a:pt x="733976" y="244018"/>
                  </a:lnTo>
                  <a:lnTo>
                    <a:pt x="732055" y="244018"/>
                  </a:lnTo>
                  <a:lnTo>
                    <a:pt x="730134" y="244018"/>
                  </a:lnTo>
                  <a:lnTo>
                    <a:pt x="728212" y="244018"/>
                  </a:lnTo>
                  <a:lnTo>
                    <a:pt x="726291" y="244018"/>
                  </a:lnTo>
                  <a:lnTo>
                    <a:pt x="724369" y="244018"/>
                  </a:lnTo>
                  <a:lnTo>
                    <a:pt x="722448" y="244018"/>
                  </a:lnTo>
                  <a:lnTo>
                    <a:pt x="720526" y="244018"/>
                  </a:lnTo>
                  <a:lnTo>
                    <a:pt x="718605" y="244018"/>
                  </a:lnTo>
                  <a:lnTo>
                    <a:pt x="716684" y="244018"/>
                  </a:lnTo>
                  <a:lnTo>
                    <a:pt x="714762" y="244018"/>
                  </a:lnTo>
                  <a:lnTo>
                    <a:pt x="712841" y="244018"/>
                  </a:lnTo>
                  <a:lnTo>
                    <a:pt x="710919" y="244018"/>
                  </a:lnTo>
                  <a:lnTo>
                    <a:pt x="708998" y="244018"/>
                  </a:lnTo>
                  <a:lnTo>
                    <a:pt x="707077" y="244018"/>
                  </a:lnTo>
                  <a:lnTo>
                    <a:pt x="705155" y="244018"/>
                  </a:lnTo>
                  <a:lnTo>
                    <a:pt x="703234" y="244018"/>
                  </a:lnTo>
                  <a:lnTo>
                    <a:pt x="701312" y="244018"/>
                  </a:lnTo>
                  <a:lnTo>
                    <a:pt x="699391" y="244018"/>
                  </a:lnTo>
                  <a:lnTo>
                    <a:pt x="697470" y="244018"/>
                  </a:lnTo>
                  <a:lnTo>
                    <a:pt x="695548" y="244018"/>
                  </a:lnTo>
                  <a:lnTo>
                    <a:pt x="693627" y="244018"/>
                  </a:lnTo>
                  <a:lnTo>
                    <a:pt x="691705" y="244018"/>
                  </a:lnTo>
                  <a:lnTo>
                    <a:pt x="689784" y="244018"/>
                  </a:lnTo>
                  <a:lnTo>
                    <a:pt x="687863" y="244018"/>
                  </a:lnTo>
                  <a:lnTo>
                    <a:pt x="685941" y="244018"/>
                  </a:lnTo>
                  <a:lnTo>
                    <a:pt x="684020" y="244018"/>
                  </a:lnTo>
                  <a:lnTo>
                    <a:pt x="682098" y="244018"/>
                  </a:lnTo>
                  <a:lnTo>
                    <a:pt x="680177" y="244018"/>
                  </a:lnTo>
                  <a:lnTo>
                    <a:pt x="678256" y="244018"/>
                  </a:lnTo>
                  <a:lnTo>
                    <a:pt x="676334" y="244018"/>
                  </a:lnTo>
                  <a:lnTo>
                    <a:pt x="674413" y="244018"/>
                  </a:lnTo>
                  <a:lnTo>
                    <a:pt x="672491" y="244018"/>
                  </a:lnTo>
                  <a:lnTo>
                    <a:pt x="670570" y="244018"/>
                  </a:lnTo>
                  <a:lnTo>
                    <a:pt x="668649" y="244018"/>
                  </a:lnTo>
                  <a:lnTo>
                    <a:pt x="666727" y="244018"/>
                  </a:lnTo>
                  <a:lnTo>
                    <a:pt x="664806" y="244018"/>
                  </a:lnTo>
                  <a:lnTo>
                    <a:pt x="662884" y="244018"/>
                  </a:lnTo>
                  <a:lnTo>
                    <a:pt x="660963" y="244018"/>
                  </a:lnTo>
                  <a:lnTo>
                    <a:pt x="659042" y="244018"/>
                  </a:lnTo>
                  <a:lnTo>
                    <a:pt x="657120" y="244018"/>
                  </a:lnTo>
                  <a:lnTo>
                    <a:pt x="655199" y="244018"/>
                  </a:lnTo>
                  <a:lnTo>
                    <a:pt x="653277" y="244018"/>
                  </a:lnTo>
                  <a:lnTo>
                    <a:pt x="651356" y="244018"/>
                  </a:lnTo>
                  <a:lnTo>
                    <a:pt x="649434" y="244018"/>
                  </a:lnTo>
                  <a:lnTo>
                    <a:pt x="647513" y="244018"/>
                  </a:lnTo>
                  <a:lnTo>
                    <a:pt x="645592" y="244018"/>
                  </a:lnTo>
                  <a:lnTo>
                    <a:pt x="643670" y="244018"/>
                  </a:lnTo>
                  <a:lnTo>
                    <a:pt x="641749" y="244018"/>
                  </a:lnTo>
                  <a:lnTo>
                    <a:pt x="639827" y="244018"/>
                  </a:lnTo>
                  <a:lnTo>
                    <a:pt x="637906" y="244018"/>
                  </a:lnTo>
                  <a:lnTo>
                    <a:pt x="635985" y="244018"/>
                  </a:lnTo>
                  <a:lnTo>
                    <a:pt x="634063" y="244018"/>
                  </a:lnTo>
                  <a:lnTo>
                    <a:pt x="632142" y="244018"/>
                  </a:lnTo>
                  <a:lnTo>
                    <a:pt x="630220" y="244018"/>
                  </a:lnTo>
                  <a:lnTo>
                    <a:pt x="628299" y="244018"/>
                  </a:lnTo>
                  <a:lnTo>
                    <a:pt x="626378" y="244018"/>
                  </a:lnTo>
                  <a:lnTo>
                    <a:pt x="624456" y="244018"/>
                  </a:lnTo>
                  <a:lnTo>
                    <a:pt x="622535" y="244018"/>
                  </a:lnTo>
                  <a:lnTo>
                    <a:pt x="620613" y="244018"/>
                  </a:lnTo>
                  <a:lnTo>
                    <a:pt x="618692" y="244018"/>
                  </a:lnTo>
                  <a:lnTo>
                    <a:pt x="616771" y="244018"/>
                  </a:lnTo>
                  <a:lnTo>
                    <a:pt x="614849" y="244018"/>
                  </a:lnTo>
                  <a:lnTo>
                    <a:pt x="612928" y="244018"/>
                  </a:lnTo>
                  <a:lnTo>
                    <a:pt x="611006" y="244018"/>
                  </a:lnTo>
                  <a:lnTo>
                    <a:pt x="609085" y="244018"/>
                  </a:lnTo>
                  <a:lnTo>
                    <a:pt x="607164" y="244018"/>
                  </a:lnTo>
                  <a:lnTo>
                    <a:pt x="605242" y="244018"/>
                  </a:lnTo>
                  <a:lnTo>
                    <a:pt x="603321" y="244018"/>
                  </a:lnTo>
                  <a:lnTo>
                    <a:pt x="601399" y="244018"/>
                  </a:lnTo>
                  <a:lnTo>
                    <a:pt x="599478" y="244018"/>
                  </a:lnTo>
                  <a:lnTo>
                    <a:pt x="597557" y="244018"/>
                  </a:lnTo>
                  <a:lnTo>
                    <a:pt x="595635" y="244018"/>
                  </a:lnTo>
                  <a:lnTo>
                    <a:pt x="593714" y="244018"/>
                  </a:lnTo>
                  <a:lnTo>
                    <a:pt x="591792" y="244018"/>
                  </a:lnTo>
                  <a:lnTo>
                    <a:pt x="589871" y="244018"/>
                  </a:lnTo>
                  <a:lnTo>
                    <a:pt x="587950" y="244018"/>
                  </a:lnTo>
                  <a:lnTo>
                    <a:pt x="586028" y="244018"/>
                  </a:lnTo>
                  <a:lnTo>
                    <a:pt x="584107" y="244018"/>
                  </a:lnTo>
                  <a:lnTo>
                    <a:pt x="582185" y="244018"/>
                  </a:lnTo>
                  <a:lnTo>
                    <a:pt x="580264" y="244018"/>
                  </a:lnTo>
                  <a:lnTo>
                    <a:pt x="578342" y="244018"/>
                  </a:lnTo>
                  <a:lnTo>
                    <a:pt x="576421" y="244018"/>
                  </a:lnTo>
                  <a:lnTo>
                    <a:pt x="574500" y="244018"/>
                  </a:lnTo>
                  <a:lnTo>
                    <a:pt x="572578" y="244018"/>
                  </a:lnTo>
                  <a:lnTo>
                    <a:pt x="570657" y="244018"/>
                  </a:lnTo>
                  <a:lnTo>
                    <a:pt x="568735" y="244018"/>
                  </a:lnTo>
                  <a:lnTo>
                    <a:pt x="566814" y="244018"/>
                  </a:lnTo>
                  <a:lnTo>
                    <a:pt x="564893" y="244018"/>
                  </a:lnTo>
                  <a:lnTo>
                    <a:pt x="562971" y="244018"/>
                  </a:lnTo>
                  <a:lnTo>
                    <a:pt x="561050" y="244018"/>
                  </a:lnTo>
                  <a:lnTo>
                    <a:pt x="559128" y="244018"/>
                  </a:lnTo>
                  <a:lnTo>
                    <a:pt x="557207" y="244018"/>
                  </a:lnTo>
                  <a:lnTo>
                    <a:pt x="555286" y="244018"/>
                  </a:lnTo>
                  <a:lnTo>
                    <a:pt x="553364" y="244018"/>
                  </a:lnTo>
                  <a:lnTo>
                    <a:pt x="551443" y="244018"/>
                  </a:lnTo>
                  <a:lnTo>
                    <a:pt x="549521" y="244018"/>
                  </a:lnTo>
                  <a:lnTo>
                    <a:pt x="547600" y="244018"/>
                  </a:lnTo>
                  <a:lnTo>
                    <a:pt x="545679" y="244018"/>
                  </a:lnTo>
                  <a:lnTo>
                    <a:pt x="543757" y="244018"/>
                  </a:lnTo>
                  <a:lnTo>
                    <a:pt x="541836" y="244018"/>
                  </a:lnTo>
                  <a:lnTo>
                    <a:pt x="539914" y="244018"/>
                  </a:lnTo>
                  <a:lnTo>
                    <a:pt x="537993" y="244018"/>
                  </a:lnTo>
                  <a:lnTo>
                    <a:pt x="536072" y="244018"/>
                  </a:lnTo>
                  <a:lnTo>
                    <a:pt x="534150" y="244018"/>
                  </a:lnTo>
                  <a:lnTo>
                    <a:pt x="532229" y="244018"/>
                  </a:lnTo>
                  <a:lnTo>
                    <a:pt x="530307" y="244018"/>
                  </a:lnTo>
                  <a:lnTo>
                    <a:pt x="528386" y="244018"/>
                  </a:lnTo>
                  <a:lnTo>
                    <a:pt x="526465" y="244018"/>
                  </a:lnTo>
                  <a:lnTo>
                    <a:pt x="524543" y="244018"/>
                  </a:lnTo>
                  <a:lnTo>
                    <a:pt x="522622" y="244018"/>
                  </a:lnTo>
                  <a:lnTo>
                    <a:pt x="520700" y="244018"/>
                  </a:lnTo>
                  <a:lnTo>
                    <a:pt x="518779" y="244018"/>
                  </a:lnTo>
                  <a:lnTo>
                    <a:pt x="516858" y="244018"/>
                  </a:lnTo>
                  <a:lnTo>
                    <a:pt x="514936" y="244018"/>
                  </a:lnTo>
                  <a:lnTo>
                    <a:pt x="513015" y="244018"/>
                  </a:lnTo>
                  <a:lnTo>
                    <a:pt x="511093" y="244018"/>
                  </a:lnTo>
                  <a:lnTo>
                    <a:pt x="509172" y="244018"/>
                  </a:lnTo>
                  <a:lnTo>
                    <a:pt x="507250" y="244018"/>
                  </a:lnTo>
                  <a:lnTo>
                    <a:pt x="505329" y="244018"/>
                  </a:lnTo>
                  <a:lnTo>
                    <a:pt x="503408" y="244018"/>
                  </a:lnTo>
                  <a:lnTo>
                    <a:pt x="501486" y="244018"/>
                  </a:lnTo>
                  <a:lnTo>
                    <a:pt x="499565" y="244018"/>
                  </a:lnTo>
                  <a:lnTo>
                    <a:pt x="497643" y="244018"/>
                  </a:lnTo>
                  <a:lnTo>
                    <a:pt x="495722" y="244018"/>
                  </a:lnTo>
                  <a:lnTo>
                    <a:pt x="493801" y="244018"/>
                  </a:lnTo>
                  <a:lnTo>
                    <a:pt x="491879" y="244018"/>
                  </a:lnTo>
                  <a:lnTo>
                    <a:pt x="489958" y="244018"/>
                  </a:lnTo>
                  <a:lnTo>
                    <a:pt x="488036" y="244018"/>
                  </a:lnTo>
                  <a:lnTo>
                    <a:pt x="486115" y="244018"/>
                  </a:lnTo>
                  <a:lnTo>
                    <a:pt x="484194" y="244018"/>
                  </a:lnTo>
                  <a:lnTo>
                    <a:pt x="482272" y="244018"/>
                  </a:lnTo>
                  <a:lnTo>
                    <a:pt x="480351" y="244018"/>
                  </a:lnTo>
                  <a:lnTo>
                    <a:pt x="478429" y="244018"/>
                  </a:lnTo>
                  <a:lnTo>
                    <a:pt x="476508" y="244018"/>
                  </a:lnTo>
                  <a:lnTo>
                    <a:pt x="474587" y="244018"/>
                  </a:lnTo>
                  <a:lnTo>
                    <a:pt x="472665" y="244018"/>
                  </a:lnTo>
                  <a:lnTo>
                    <a:pt x="470744" y="244018"/>
                  </a:lnTo>
                  <a:lnTo>
                    <a:pt x="468822" y="244018"/>
                  </a:lnTo>
                  <a:lnTo>
                    <a:pt x="466901" y="244018"/>
                  </a:lnTo>
                  <a:lnTo>
                    <a:pt x="464980" y="244018"/>
                  </a:lnTo>
                  <a:lnTo>
                    <a:pt x="463058" y="244018"/>
                  </a:lnTo>
                  <a:lnTo>
                    <a:pt x="461137" y="244018"/>
                  </a:lnTo>
                  <a:lnTo>
                    <a:pt x="459215" y="244018"/>
                  </a:lnTo>
                  <a:lnTo>
                    <a:pt x="457294" y="244018"/>
                  </a:lnTo>
                  <a:lnTo>
                    <a:pt x="455373" y="244018"/>
                  </a:lnTo>
                  <a:lnTo>
                    <a:pt x="453451" y="244018"/>
                  </a:lnTo>
                  <a:lnTo>
                    <a:pt x="451530" y="244018"/>
                  </a:lnTo>
                  <a:lnTo>
                    <a:pt x="449608" y="244018"/>
                  </a:lnTo>
                  <a:lnTo>
                    <a:pt x="447687" y="244018"/>
                  </a:lnTo>
                  <a:lnTo>
                    <a:pt x="445766" y="244018"/>
                  </a:lnTo>
                  <a:lnTo>
                    <a:pt x="443844" y="244018"/>
                  </a:lnTo>
                  <a:lnTo>
                    <a:pt x="441923" y="244018"/>
                  </a:lnTo>
                  <a:lnTo>
                    <a:pt x="440001" y="244018"/>
                  </a:lnTo>
                  <a:lnTo>
                    <a:pt x="438080" y="244018"/>
                  </a:lnTo>
                  <a:lnTo>
                    <a:pt x="436159" y="244018"/>
                  </a:lnTo>
                  <a:lnTo>
                    <a:pt x="434237" y="244018"/>
                  </a:lnTo>
                  <a:lnTo>
                    <a:pt x="432316" y="244018"/>
                  </a:lnTo>
                  <a:lnTo>
                    <a:pt x="430394" y="244018"/>
                  </a:lnTo>
                  <a:lnTo>
                    <a:pt x="428473" y="244018"/>
                  </a:lnTo>
                  <a:lnTo>
                    <a:pt x="426551" y="244018"/>
                  </a:lnTo>
                  <a:lnTo>
                    <a:pt x="424630" y="244018"/>
                  </a:lnTo>
                  <a:lnTo>
                    <a:pt x="422709" y="244018"/>
                  </a:lnTo>
                  <a:lnTo>
                    <a:pt x="420787" y="244018"/>
                  </a:lnTo>
                  <a:lnTo>
                    <a:pt x="418866" y="244018"/>
                  </a:lnTo>
                  <a:lnTo>
                    <a:pt x="416944" y="244018"/>
                  </a:lnTo>
                  <a:lnTo>
                    <a:pt x="415023" y="244018"/>
                  </a:lnTo>
                  <a:lnTo>
                    <a:pt x="413102" y="244018"/>
                  </a:lnTo>
                  <a:lnTo>
                    <a:pt x="411180" y="244018"/>
                  </a:lnTo>
                  <a:lnTo>
                    <a:pt x="409259" y="244018"/>
                  </a:lnTo>
                  <a:lnTo>
                    <a:pt x="407337" y="244018"/>
                  </a:lnTo>
                  <a:lnTo>
                    <a:pt x="405416" y="244018"/>
                  </a:lnTo>
                  <a:lnTo>
                    <a:pt x="403495" y="244018"/>
                  </a:lnTo>
                  <a:lnTo>
                    <a:pt x="401573" y="244018"/>
                  </a:lnTo>
                  <a:lnTo>
                    <a:pt x="399652" y="244018"/>
                  </a:lnTo>
                  <a:lnTo>
                    <a:pt x="397730" y="244018"/>
                  </a:lnTo>
                  <a:lnTo>
                    <a:pt x="395809" y="244018"/>
                  </a:lnTo>
                  <a:lnTo>
                    <a:pt x="393888" y="244018"/>
                  </a:lnTo>
                  <a:lnTo>
                    <a:pt x="391966" y="244018"/>
                  </a:lnTo>
                  <a:lnTo>
                    <a:pt x="390045" y="244018"/>
                  </a:lnTo>
                  <a:lnTo>
                    <a:pt x="388123" y="244018"/>
                  </a:lnTo>
                  <a:lnTo>
                    <a:pt x="386202" y="244018"/>
                  </a:lnTo>
                  <a:lnTo>
                    <a:pt x="384281" y="244018"/>
                  </a:lnTo>
                  <a:lnTo>
                    <a:pt x="382359" y="244018"/>
                  </a:lnTo>
                  <a:lnTo>
                    <a:pt x="380438" y="244018"/>
                  </a:lnTo>
                  <a:lnTo>
                    <a:pt x="378516" y="244018"/>
                  </a:lnTo>
                  <a:lnTo>
                    <a:pt x="376595" y="244018"/>
                  </a:lnTo>
                  <a:lnTo>
                    <a:pt x="374674" y="244018"/>
                  </a:lnTo>
                  <a:lnTo>
                    <a:pt x="372752" y="244018"/>
                  </a:lnTo>
                  <a:lnTo>
                    <a:pt x="370831" y="244018"/>
                  </a:lnTo>
                  <a:lnTo>
                    <a:pt x="368909" y="244018"/>
                  </a:lnTo>
                  <a:lnTo>
                    <a:pt x="366988" y="244018"/>
                  </a:lnTo>
                  <a:lnTo>
                    <a:pt x="365067" y="244018"/>
                  </a:lnTo>
                  <a:lnTo>
                    <a:pt x="363145" y="244018"/>
                  </a:lnTo>
                  <a:lnTo>
                    <a:pt x="361224" y="244018"/>
                  </a:lnTo>
                  <a:lnTo>
                    <a:pt x="359302" y="244018"/>
                  </a:lnTo>
                  <a:lnTo>
                    <a:pt x="357381" y="244018"/>
                  </a:lnTo>
                  <a:lnTo>
                    <a:pt x="355459" y="244018"/>
                  </a:lnTo>
                  <a:lnTo>
                    <a:pt x="353538" y="244018"/>
                  </a:lnTo>
                  <a:lnTo>
                    <a:pt x="351617" y="244018"/>
                  </a:lnTo>
                  <a:lnTo>
                    <a:pt x="349695" y="244018"/>
                  </a:lnTo>
                  <a:lnTo>
                    <a:pt x="347774" y="244018"/>
                  </a:lnTo>
                  <a:lnTo>
                    <a:pt x="345852" y="244018"/>
                  </a:lnTo>
                  <a:lnTo>
                    <a:pt x="343931" y="244018"/>
                  </a:lnTo>
                  <a:lnTo>
                    <a:pt x="342010" y="244018"/>
                  </a:lnTo>
                  <a:lnTo>
                    <a:pt x="340088" y="244018"/>
                  </a:lnTo>
                  <a:lnTo>
                    <a:pt x="338167" y="244018"/>
                  </a:lnTo>
                  <a:lnTo>
                    <a:pt x="336245" y="244018"/>
                  </a:lnTo>
                  <a:lnTo>
                    <a:pt x="334324" y="244018"/>
                  </a:lnTo>
                  <a:lnTo>
                    <a:pt x="332403" y="244018"/>
                  </a:lnTo>
                  <a:lnTo>
                    <a:pt x="330481" y="244018"/>
                  </a:lnTo>
                  <a:lnTo>
                    <a:pt x="328560" y="244018"/>
                  </a:lnTo>
                  <a:lnTo>
                    <a:pt x="326638" y="244018"/>
                  </a:lnTo>
                  <a:lnTo>
                    <a:pt x="324717" y="244018"/>
                  </a:lnTo>
                  <a:lnTo>
                    <a:pt x="322796" y="244018"/>
                  </a:lnTo>
                  <a:lnTo>
                    <a:pt x="320874" y="244018"/>
                  </a:lnTo>
                  <a:lnTo>
                    <a:pt x="318953" y="244018"/>
                  </a:lnTo>
                  <a:lnTo>
                    <a:pt x="317031" y="244018"/>
                  </a:lnTo>
                  <a:lnTo>
                    <a:pt x="315110" y="244018"/>
                  </a:lnTo>
                  <a:lnTo>
                    <a:pt x="313189" y="244018"/>
                  </a:lnTo>
                  <a:lnTo>
                    <a:pt x="311267" y="244018"/>
                  </a:lnTo>
                  <a:lnTo>
                    <a:pt x="309346" y="244018"/>
                  </a:lnTo>
                  <a:lnTo>
                    <a:pt x="307424" y="244018"/>
                  </a:lnTo>
                  <a:lnTo>
                    <a:pt x="305503" y="244018"/>
                  </a:lnTo>
                  <a:lnTo>
                    <a:pt x="303582" y="244018"/>
                  </a:lnTo>
                  <a:lnTo>
                    <a:pt x="301660" y="244018"/>
                  </a:lnTo>
                  <a:lnTo>
                    <a:pt x="299739" y="244018"/>
                  </a:lnTo>
                  <a:lnTo>
                    <a:pt x="297817" y="244018"/>
                  </a:lnTo>
                  <a:lnTo>
                    <a:pt x="295896" y="244018"/>
                  </a:lnTo>
                  <a:lnTo>
                    <a:pt x="293975" y="244018"/>
                  </a:lnTo>
                  <a:lnTo>
                    <a:pt x="292053" y="244018"/>
                  </a:lnTo>
                  <a:lnTo>
                    <a:pt x="290132" y="244018"/>
                  </a:lnTo>
                  <a:lnTo>
                    <a:pt x="288210" y="244018"/>
                  </a:lnTo>
                  <a:lnTo>
                    <a:pt x="286289" y="244018"/>
                  </a:lnTo>
                  <a:lnTo>
                    <a:pt x="284367" y="244018"/>
                  </a:lnTo>
                  <a:lnTo>
                    <a:pt x="282446" y="244018"/>
                  </a:lnTo>
                  <a:lnTo>
                    <a:pt x="280525" y="244018"/>
                  </a:lnTo>
                  <a:lnTo>
                    <a:pt x="278603" y="244018"/>
                  </a:lnTo>
                  <a:lnTo>
                    <a:pt x="276682" y="244018"/>
                  </a:lnTo>
                  <a:lnTo>
                    <a:pt x="274760" y="244018"/>
                  </a:lnTo>
                  <a:lnTo>
                    <a:pt x="272839" y="244018"/>
                  </a:lnTo>
                  <a:lnTo>
                    <a:pt x="270918" y="244018"/>
                  </a:lnTo>
                  <a:lnTo>
                    <a:pt x="268996" y="244018"/>
                  </a:lnTo>
                  <a:lnTo>
                    <a:pt x="267075" y="244018"/>
                  </a:lnTo>
                  <a:lnTo>
                    <a:pt x="265153" y="244018"/>
                  </a:lnTo>
                  <a:lnTo>
                    <a:pt x="263232" y="244018"/>
                  </a:lnTo>
                  <a:lnTo>
                    <a:pt x="261311" y="244018"/>
                  </a:lnTo>
                  <a:lnTo>
                    <a:pt x="259389" y="244018"/>
                  </a:lnTo>
                  <a:lnTo>
                    <a:pt x="257468" y="244018"/>
                  </a:lnTo>
                  <a:lnTo>
                    <a:pt x="255546" y="244018"/>
                  </a:lnTo>
                  <a:lnTo>
                    <a:pt x="253625" y="244018"/>
                  </a:lnTo>
                  <a:lnTo>
                    <a:pt x="251704" y="244018"/>
                  </a:lnTo>
                  <a:lnTo>
                    <a:pt x="249782" y="244018"/>
                  </a:lnTo>
                  <a:lnTo>
                    <a:pt x="247861" y="244018"/>
                  </a:lnTo>
                  <a:lnTo>
                    <a:pt x="245939" y="244018"/>
                  </a:lnTo>
                  <a:lnTo>
                    <a:pt x="244018" y="244018"/>
                  </a:lnTo>
                  <a:lnTo>
                    <a:pt x="242097" y="244018"/>
                  </a:lnTo>
                  <a:lnTo>
                    <a:pt x="240175" y="244018"/>
                  </a:lnTo>
                  <a:lnTo>
                    <a:pt x="238254" y="244018"/>
                  </a:lnTo>
                  <a:lnTo>
                    <a:pt x="236332" y="244018"/>
                  </a:lnTo>
                  <a:lnTo>
                    <a:pt x="234411" y="244018"/>
                  </a:lnTo>
                  <a:lnTo>
                    <a:pt x="232490" y="244018"/>
                  </a:lnTo>
                  <a:lnTo>
                    <a:pt x="230568" y="244018"/>
                  </a:lnTo>
                  <a:lnTo>
                    <a:pt x="228647" y="244018"/>
                  </a:lnTo>
                  <a:lnTo>
                    <a:pt x="226725" y="244018"/>
                  </a:lnTo>
                  <a:lnTo>
                    <a:pt x="224804" y="244018"/>
                  </a:lnTo>
                  <a:lnTo>
                    <a:pt x="222883" y="244018"/>
                  </a:lnTo>
                  <a:lnTo>
                    <a:pt x="220961" y="244018"/>
                  </a:lnTo>
                  <a:lnTo>
                    <a:pt x="219040" y="244018"/>
                  </a:lnTo>
                  <a:lnTo>
                    <a:pt x="217118" y="244018"/>
                  </a:lnTo>
                  <a:lnTo>
                    <a:pt x="215197" y="244018"/>
                  </a:lnTo>
                  <a:lnTo>
                    <a:pt x="213275" y="244018"/>
                  </a:lnTo>
                  <a:lnTo>
                    <a:pt x="211354" y="244018"/>
                  </a:lnTo>
                  <a:lnTo>
                    <a:pt x="209433" y="244018"/>
                  </a:lnTo>
                  <a:lnTo>
                    <a:pt x="207511" y="244018"/>
                  </a:lnTo>
                  <a:lnTo>
                    <a:pt x="205590" y="244018"/>
                  </a:lnTo>
                  <a:lnTo>
                    <a:pt x="203668" y="244018"/>
                  </a:lnTo>
                  <a:lnTo>
                    <a:pt x="201747" y="244018"/>
                  </a:lnTo>
                  <a:lnTo>
                    <a:pt x="199826" y="244018"/>
                  </a:lnTo>
                  <a:lnTo>
                    <a:pt x="197904" y="244018"/>
                  </a:lnTo>
                  <a:lnTo>
                    <a:pt x="195983" y="244018"/>
                  </a:lnTo>
                  <a:lnTo>
                    <a:pt x="194061" y="244018"/>
                  </a:lnTo>
                  <a:lnTo>
                    <a:pt x="192140" y="244018"/>
                  </a:lnTo>
                  <a:lnTo>
                    <a:pt x="190219" y="244018"/>
                  </a:lnTo>
                  <a:lnTo>
                    <a:pt x="188297" y="244018"/>
                  </a:lnTo>
                  <a:lnTo>
                    <a:pt x="186376" y="244018"/>
                  </a:lnTo>
                  <a:lnTo>
                    <a:pt x="184454" y="244018"/>
                  </a:lnTo>
                  <a:lnTo>
                    <a:pt x="182533" y="244018"/>
                  </a:lnTo>
                  <a:lnTo>
                    <a:pt x="180612" y="244018"/>
                  </a:lnTo>
                  <a:lnTo>
                    <a:pt x="178690" y="244018"/>
                  </a:lnTo>
                  <a:lnTo>
                    <a:pt x="176769" y="244018"/>
                  </a:lnTo>
                  <a:lnTo>
                    <a:pt x="174847" y="244018"/>
                  </a:lnTo>
                  <a:lnTo>
                    <a:pt x="172926" y="244018"/>
                  </a:lnTo>
                  <a:lnTo>
                    <a:pt x="171005" y="244018"/>
                  </a:lnTo>
                  <a:lnTo>
                    <a:pt x="169083" y="244018"/>
                  </a:lnTo>
                  <a:lnTo>
                    <a:pt x="167162" y="244018"/>
                  </a:lnTo>
                  <a:lnTo>
                    <a:pt x="165240" y="244018"/>
                  </a:lnTo>
                  <a:lnTo>
                    <a:pt x="163319" y="244018"/>
                  </a:lnTo>
                  <a:lnTo>
                    <a:pt x="161398" y="244018"/>
                  </a:lnTo>
                  <a:lnTo>
                    <a:pt x="159476" y="244018"/>
                  </a:lnTo>
                  <a:lnTo>
                    <a:pt x="157555" y="244018"/>
                  </a:lnTo>
                  <a:lnTo>
                    <a:pt x="155633" y="244018"/>
                  </a:lnTo>
                  <a:lnTo>
                    <a:pt x="153712" y="244018"/>
                  </a:lnTo>
                  <a:lnTo>
                    <a:pt x="151791" y="244018"/>
                  </a:lnTo>
                  <a:lnTo>
                    <a:pt x="149869" y="244018"/>
                  </a:lnTo>
                  <a:lnTo>
                    <a:pt x="147948" y="244018"/>
                  </a:lnTo>
                  <a:lnTo>
                    <a:pt x="146026" y="244018"/>
                  </a:lnTo>
                  <a:lnTo>
                    <a:pt x="144105" y="244018"/>
                  </a:lnTo>
                  <a:lnTo>
                    <a:pt x="142183" y="244018"/>
                  </a:lnTo>
                  <a:lnTo>
                    <a:pt x="140262" y="244018"/>
                  </a:lnTo>
                  <a:lnTo>
                    <a:pt x="138341" y="244018"/>
                  </a:lnTo>
                  <a:lnTo>
                    <a:pt x="136419" y="244018"/>
                  </a:lnTo>
                  <a:lnTo>
                    <a:pt x="134498" y="244018"/>
                  </a:lnTo>
                  <a:lnTo>
                    <a:pt x="132576" y="244018"/>
                  </a:lnTo>
                  <a:lnTo>
                    <a:pt x="130655" y="244018"/>
                  </a:lnTo>
                  <a:lnTo>
                    <a:pt x="128734" y="244018"/>
                  </a:lnTo>
                  <a:lnTo>
                    <a:pt x="126812" y="244018"/>
                  </a:lnTo>
                  <a:lnTo>
                    <a:pt x="124891" y="244018"/>
                  </a:lnTo>
                  <a:lnTo>
                    <a:pt x="122969" y="244018"/>
                  </a:lnTo>
                  <a:lnTo>
                    <a:pt x="121048" y="244018"/>
                  </a:lnTo>
                  <a:lnTo>
                    <a:pt x="119127" y="244018"/>
                  </a:lnTo>
                  <a:lnTo>
                    <a:pt x="117205" y="244018"/>
                  </a:lnTo>
                  <a:lnTo>
                    <a:pt x="115284" y="244018"/>
                  </a:lnTo>
                  <a:lnTo>
                    <a:pt x="113362" y="244018"/>
                  </a:lnTo>
                  <a:lnTo>
                    <a:pt x="111441" y="244018"/>
                  </a:lnTo>
                  <a:lnTo>
                    <a:pt x="109520" y="244018"/>
                  </a:lnTo>
                  <a:lnTo>
                    <a:pt x="107598" y="244018"/>
                  </a:lnTo>
                  <a:lnTo>
                    <a:pt x="105677" y="244018"/>
                  </a:lnTo>
                  <a:lnTo>
                    <a:pt x="103755" y="244018"/>
                  </a:lnTo>
                  <a:lnTo>
                    <a:pt x="101834" y="244018"/>
                  </a:lnTo>
                  <a:lnTo>
                    <a:pt x="99913" y="244018"/>
                  </a:lnTo>
                  <a:lnTo>
                    <a:pt x="97991" y="244018"/>
                  </a:lnTo>
                  <a:lnTo>
                    <a:pt x="96070" y="244018"/>
                  </a:lnTo>
                  <a:lnTo>
                    <a:pt x="94148" y="244018"/>
                  </a:lnTo>
                  <a:lnTo>
                    <a:pt x="92227" y="244018"/>
                  </a:lnTo>
                  <a:lnTo>
                    <a:pt x="90306" y="244018"/>
                  </a:lnTo>
                  <a:lnTo>
                    <a:pt x="88384" y="244018"/>
                  </a:lnTo>
                  <a:lnTo>
                    <a:pt x="86463" y="244018"/>
                  </a:lnTo>
                  <a:lnTo>
                    <a:pt x="84541" y="244018"/>
                  </a:lnTo>
                  <a:lnTo>
                    <a:pt x="82620" y="244018"/>
                  </a:lnTo>
                  <a:lnTo>
                    <a:pt x="80699" y="244018"/>
                  </a:lnTo>
                  <a:lnTo>
                    <a:pt x="78777" y="244018"/>
                  </a:lnTo>
                  <a:lnTo>
                    <a:pt x="76856" y="244018"/>
                  </a:lnTo>
                  <a:lnTo>
                    <a:pt x="74934" y="244018"/>
                  </a:lnTo>
                  <a:lnTo>
                    <a:pt x="73013" y="244018"/>
                  </a:lnTo>
                  <a:lnTo>
                    <a:pt x="71091" y="244018"/>
                  </a:lnTo>
                  <a:lnTo>
                    <a:pt x="69170" y="244018"/>
                  </a:lnTo>
                  <a:lnTo>
                    <a:pt x="67249" y="244018"/>
                  </a:lnTo>
                  <a:lnTo>
                    <a:pt x="65327" y="244018"/>
                  </a:lnTo>
                  <a:lnTo>
                    <a:pt x="63406" y="244018"/>
                  </a:lnTo>
                  <a:lnTo>
                    <a:pt x="61484" y="244018"/>
                  </a:lnTo>
                  <a:lnTo>
                    <a:pt x="59563" y="244018"/>
                  </a:lnTo>
                  <a:lnTo>
                    <a:pt x="57642" y="244018"/>
                  </a:lnTo>
                  <a:lnTo>
                    <a:pt x="55720" y="244018"/>
                  </a:lnTo>
                  <a:lnTo>
                    <a:pt x="53799" y="244018"/>
                  </a:lnTo>
                  <a:lnTo>
                    <a:pt x="51877" y="244018"/>
                  </a:lnTo>
                  <a:lnTo>
                    <a:pt x="49956" y="244018"/>
                  </a:lnTo>
                  <a:lnTo>
                    <a:pt x="48035" y="244018"/>
                  </a:lnTo>
                  <a:lnTo>
                    <a:pt x="46113" y="244018"/>
                  </a:lnTo>
                  <a:lnTo>
                    <a:pt x="44192" y="244018"/>
                  </a:lnTo>
                  <a:lnTo>
                    <a:pt x="42270" y="244018"/>
                  </a:lnTo>
                  <a:lnTo>
                    <a:pt x="40349" y="244018"/>
                  </a:lnTo>
                  <a:lnTo>
                    <a:pt x="38428" y="244018"/>
                  </a:lnTo>
                  <a:lnTo>
                    <a:pt x="36506" y="244018"/>
                  </a:lnTo>
                  <a:lnTo>
                    <a:pt x="34585" y="244018"/>
                  </a:lnTo>
                  <a:lnTo>
                    <a:pt x="32663" y="244018"/>
                  </a:lnTo>
                  <a:lnTo>
                    <a:pt x="30742" y="244018"/>
                  </a:lnTo>
                  <a:lnTo>
                    <a:pt x="28821" y="244018"/>
                  </a:lnTo>
                  <a:lnTo>
                    <a:pt x="26899" y="244018"/>
                  </a:lnTo>
                  <a:lnTo>
                    <a:pt x="24978" y="244018"/>
                  </a:lnTo>
                  <a:lnTo>
                    <a:pt x="23056" y="244018"/>
                  </a:lnTo>
                  <a:lnTo>
                    <a:pt x="21135" y="244018"/>
                  </a:lnTo>
                  <a:lnTo>
                    <a:pt x="19214" y="244018"/>
                  </a:lnTo>
                  <a:lnTo>
                    <a:pt x="17292" y="244018"/>
                  </a:lnTo>
                  <a:lnTo>
                    <a:pt x="15371" y="244018"/>
                  </a:lnTo>
                  <a:lnTo>
                    <a:pt x="13449" y="244018"/>
                  </a:lnTo>
                  <a:lnTo>
                    <a:pt x="11528" y="244018"/>
                  </a:lnTo>
                  <a:lnTo>
                    <a:pt x="9607" y="244018"/>
                  </a:lnTo>
                  <a:lnTo>
                    <a:pt x="7685" y="244018"/>
                  </a:lnTo>
                  <a:lnTo>
                    <a:pt x="5764" y="244018"/>
                  </a:lnTo>
                  <a:lnTo>
                    <a:pt x="3842" y="244018"/>
                  </a:lnTo>
                  <a:lnTo>
                    <a:pt x="1921" y="24401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4248562" y="5739404"/>
              <a:ext cx="981838" cy="244017"/>
            </a:xfrm>
            <a:custGeom>
              <a:avLst/>
              <a:pathLst>
                <a:path w="981838" h="244017">
                  <a:moveTo>
                    <a:pt x="0" y="244017"/>
                  </a:moveTo>
                  <a:lnTo>
                    <a:pt x="1921" y="244017"/>
                  </a:lnTo>
                  <a:lnTo>
                    <a:pt x="3842" y="244016"/>
                  </a:lnTo>
                  <a:lnTo>
                    <a:pt x="5764" y="244016"/>
                  </a:lnTo>
                  <a:lnTo>
                    <a:pt x="7685" y="244015"/>
                  </a:lnTo>
                  <a:lnTo>
                    <a:pt x="9607" y="244014"/>
                  </a:lnTo>
                  <a:lnTo>
                    <a:pt x="11528" y="244013"/>
                  </a:lnTo>
                  <a:lnTo>
                    <a:pt x="13449" y="244012"/>
                  </a:lnTo>
                  <a:lnTo>
                    <a:pt x="15371" y="244010"/>
                  </a:lnTo>
                  <a:lnTo>
                    <a:pt x="17292" y="244007"/>
                  </a:lnTo>
                  <a:lnTo>
                    <a:pt x="19214" y="244004"/>
                  </a:lnTo>
                  <a:lnTo>
                    <a:pt x="21135" y="244001"/>
                  </a:lnTo>
                  <a:lnTo>
                    <a:pt x="23056" y="243996"/>
                  </a:lnTo>
                  <a:lnTo>
                    <a:pt x="24978" y="243991"/>
                  </a:lnTo>
                  <a:lnTo>
                    <a:pt x="26899" y="243984"/>
                  </a:lnTo>
                  <a:lnTo>
                    <a:pt x="28821" y="243977"/>
                  </a:lnTo>
                  <a:lnTo>
                    <a:pt x="30742" y="243967"/>
                  </a:lnTo>
                  <a:lnTo>
                    <a:pt x="32663" y="243956"/>
                  </a:lnTo>
                  <a:lnTo>
                    <a:pt x="34585" y="243944"/>
                  </a:lnTo>
                  <a:lnTo>
                    <a:pt x="36506" y="243928"/>
                  </a:lnTo>
                  <a:lnTo>
                    <a:pt x="38428" y="243910"/>
                  </a:lnTo>
                  <a:lnTo>
                    <a:pt x="40349" y="243890"/>
                  </a:lnTo>
                  <a:lnTo>
                    <a:pt x="42270" y="243866"/>
                  </a:lnTo>
                  <a:lnTo>
                    <a:pt x="44192" y="243840"/>
                  </a:lnTo>
                  <a:lnTo>
                    <a:pt x="46113" y="243810"/>
                  </a:lnTo>
                  <a:lnTo>
                    <a:pt x="48035" y="243775"/>
                  </a:lnTo>
                  <a:lnTo>
                    <a:pt x="49956" y="243737"/>
                  </a:lnTo>
                  <a:lnTo>
                    <a:pt x="51877" y="243695"/>
                  </a:lnTo>
                  <a:lnTo>
                    <a:pt x="53799" y="243648"/>
                  </a:lnTo>
                  <a:lnTo>
                    <a:pt x="55720" y="243597"/>
                  </a:lnTo>
                  <a:lnTo>
                    <a:pt x="57642" y="243542"/>
                  </a:lnTo>
                  <a:lnTo>
                    <a:pt x="59563" y="243481"/>
                  </a:lnTo>
                  <a:lnTo>
                    <a:pt x="61484" y="243416"/>
                  </a:lnTo>
                  <a:lnTo>
                    <a:pt x="63406" y="243347"/>
                  </a:lnTo>
                  <a:lnTo>
                    <a:pt x="65327" y="243274"/>
                  </a:lnTo>
                  <a:lnTo>
                    <a:pt x="67249" y="243197"/>
                  </a:lnTo>
                  <a:lnTo>
                    <a:pt x="69170" y="243116"/>
                  </a:lnTo>
                  <a:lnTo>
                    <a:pt x="71091" y="243031"/>
                  </a:lnTo>
                  <a:lnTo>
                    <a:pt x="73013" y="242944"/>
                  </a:lnTo>
                  <a:lnTo>
                    <a:pt x="74934" y="242854"/>
                  </a:lnTo>
                  <a:lnTo>
                    <a:pt x="76856" y="242763"/>
                  </a:lnTo>
                  <a:lnTo>
                    <a:pt x="78777" y="242670"/>
                  </a:lnTo>
                  <a:lnTo>
                    <a:pt x="80699" y="242575"/>
                  </a:lnTo>
                  <a:lnTo>
                    <a:pt x="82620" y="242480"/>
                  </a:lnTo>
                  <a:lnTo>
                    <a:pt x="84541" y="242385"/>
                  </a:lnTo>
                  <a:lnTo>
                    <a:pt x="86463" y="242289"/>
                  </a:lnTo>
                  <a:lnTo>
                    <a:pt x="88384" y="242194"/>
                  </a:lnTo>
                  <a:lnTo>
                    <a:pt x="90306" y="242099"/>
                  </a:lnTo>
                  <a:lnTo>
                    <a:pt x="92227" y="242005"/>
                  </a:lnTo>
                  <a:lnTo>
                    <a:pt x="94148" y="241911"/>
                  </a:lnTo>
                  <a:lnTo>
                    <a:pt x="96070" y="241818"/>
                  </a:lnTo>
                  <a:lnTo>
                    <a:pt x="97991" y="241725"/>
                  </a:lnTo>
                  <a:lnTo>
                    <a:pt x="99913" y="241632"/>
                  </a:lnTo>
                  <a:lnTo>
                    <a:pt x="101834" y="241539"/>
                  </a:lnTo>
                  <a:lnTo>
                    <a:pt x="103755" y="241445"/>
                  </a:lnTo>
                  <a:lnTo>
                    <a:pt x="105677" y="241350"/>
                  </a:lnTo>
                  <a:lnTo>
                    <a:pt x="107598" y="241253"/>
                  </a:lnTo>
                  <a:lnTo>
                    <a:pt x="109520" y="241154"/>
                  </a:lnTo>
                  <a:lnTo>
                    <a:pt x="111441" y="241053"/>
                  </a:lnTo>
                  <a:lnTo>
                    <a:pt x="113362" y="240948"/>
                  </a:lnTo>
                  <a:lnTo>
                    <a:pt x="115284" y="240839"/>
                  </a:lnTo>
                  <a:lnTo>
                    <a:pt x="117205" y="240725"/>
                  </a:lnTo>
                  <a:lnTo>
                    <a:pt x="119127" y="240606"/>
                  </a:lnTo>
                  <a:lnTo>
                    <a:pt x="121048" y="240481"/>
                  </a:lnTo>
                  <a:lnTo>
                    <a:pt x="122969" y="240350"/>
                  </a:lnTo>
                  <a:lnTo>
                    <a:pt x="124891" y="240212"/>
                  </a:lnTo>
                  <a:lnTo>
                    <a:pt x="126812" y="240065"/>
                  </a:lnTo>
                  <a:lnTo>
                    <a:pt x="128734" y="239911"/>
                  </a:lnTo>
                  <a:lnTo>
                    <a:pt x="130655" y="239747"/>
                  </a:lnTo>
                  <a:lnTo>
                    <a:pt x="132576" y="239575"/>
                  </a:lnTo>
                  <a:lnTo>
                    <a:pt x="134498" y="239394"/>
                  </a:lnTo>
                  <a:lnTo>
                    <a:pt x="136419" y="239202"/>
                  </a:lnTo>
                  <a:lnTo>
                    <a:pt x="138341" y="238999"/>
                  </a:lnTo>
                  <a:lnTo>
                    <a:pt x="140262" y="238784"/>
                  </a:lnTo>
                  <a:lnTo>
                    <a:pt x="142183" y="238557"/>
                  </a:lnTo>
                  <a:lnTo>
                    <a:pt x="144105" y="238319"/>
                  </a:lnTo>
                  <a:lnTo>
                    <a:pt x="146026" y="238069"/>
                  </a:lnTo>
                  <a:lnTo>
                    <a:pt x="147948" y="237807"/>
                  </a:lnTo>
                  <a:lnTo>
                    <a:pt x="149869" y="237529"/>
                  </a:lnTo>
                  <a:lnTo>
                    <a:pt x="151791" y="237238"/>
                  </a:lnTo>
                  <a:lnTo>
                    <a:pt x="153712" y="236934"/>
                  </a:lnTo>
                  <a:lnTo>
                    <a:pt x="155633" y="236617"/>
                  </a:lnTo>
                  <a:lnTo>
                    <a:pt x="157555" y="236287"/>
                  </a:lnTo>
                  <a:lnTo>
                    <a:pt x="159476" y="235945"/>
                  </a:lnTo>
                  <a:lnTo>
                    <a:pt x="161398" y="235587"/>
                  </a:lnTo>
                  <a:lnTo>
                    <a:pt x="163319" y="235219"/>
                  </a:lnTo>
                  <a:lnTo>
                    <a:pt x="165240" y="234839"/>
                  </a:lnTo>
                  <a:lnTo>
                    <a:pt x="167162" y="234451"/>
                  </a:lnTo>
                  <a:lnTo>
                    <a:pt x="169083" y="234053"/>
                  </a:lnTo>
                  <a:lnTo>
                    <a:pt x="171005" y="233647"/>
                  </a:lnTo>
                  <a:lnTo>
                    <a:pt x="172926" y="233234"/>
                  </a:lnTo>
                  <a:lnTo>
                    <a:pt x="174847" y="232817"/>
                  </a:lnTo>
                  <a:lnTo>
                    <a:pt x="176769" y="232397"/>
                  </a:lnTo>
                  <a:lnTo>
                    <a:pt x="178690" y="231975"/>
                  </a:lnTo>
                  <a:lnTo>
                    <a:pt x="180612" y="231553"/>
                  </a:lnTo>
                  <a:lnTo>
                    <a:pt x="182533" y="231132"/>
                  </a:lnTo>
                  <a:lnTo>
                    <a:pt x="184454" y="230716"/>
                  </a:lnTo>
                  <a:lnTo>
                    <a:pt x="186376" y="230304"/>
                  </a:lnTo>
                  <a:lnTo>
                    <a:pt x="188297" y="229899"/>
                  </a:lnTo>
                  <a:lnTo>
                    <a:pt x="190219" y="229502"/>
                  </a:lnTo>
                  <a:lnTo>
                    <a:pt x="192140" y="229112"/>
                  </a:lnTo>
                  <a:lnTo>
                    <a:pt x="194061" y="228733"/>
                  </a:lnTo>
                  <a:lnTo>
                    <a:pt x="195983" y="228366"/>
                  </a:lnTo>
                  <a:lnTo>
                    <a:pt x="197904" y="228010"/>
                  </a:lnTo>
                  <a:lnTo>
                    <a:pt x="199826" y="227665"/>
                  </a:lnTo>
                  <a:lnTo>
                    <a:pt x="201747" y="227332"/>
                  </a:lnTo>
                  <a:lnTo>
                    <a:pt x="203668" y="227010"/>
                  </a:lnTo>
                  <a:lnTo>
                    <a:pt x="205590" y="226700"/>
                  </a:lnTo>
                  <a:lnTo>
                    <a:pt x="207511" y="226404"/>
                  </a:lnTo>
                  <a:lnTo>
                    <a:pt x="209433" y="226118"/>
                  </a:lnTo>
                  <a:lnTo>
                    <a:pt x="211354" y="225843"/>
                  </a:lnTo>
                  <a:lnTo>
                    <a:pt x="213275" y="225578"/>
                  </a:lnTo>
                  <a:lnTo>
                    <a:pt x="215197" y="225322"/>
                  </a:lnTo>
                  <a:lnTo>
                    <a:pt x="217118" y="225076"/>
                  </a:lnTo>
                  <a:lnTo>
                    <a:pt x="219040" y="224841"/>
                  </a:lnTo>
                  <a:lnTo>
                    <a:pt x="220961" y="224615"/>
                  </a:lnTo>
                  <a:lnTo>
                    <a:pt x="222883" y="224397"/>
                  </a:lnTo>
                  <a:lnTo>
                    <a:pt x="224804" y="224189"/>
                  </a:lnTo>
                  <a:lnTo>
                    <a:pt x="226725" y="223989"/>
                  </a:lnTo>
                  <a:lnTo>
                    <a:pt x="228647" y="223799"/>
                  </a:lnTo>
                  <a:lnTo>
                    <a:pt x="230568" y="223622"/>
                  </a:lnTo>
                  <a:lnTo>
                    <a:pt x="232490" y="223456"/>
                  </a:lnTo>
                  <a:lnTo>
                    <a:pt x="234411" y="223301"/>
                  </a:lnTo>
                  <a:lnTo>
                    <a:pt x="236332" y="223160"/>
                  </a:lnTo>
                  <a:lnTo>
                    <a:pt x="238254" y="223032"/>
                  </a:lnTo>
                  <a:lnTo>
                    <a:pt x="240175" y="222921"/>
                  </a:lnTo>
                  <a:lnTo>
                    <a:pt x="242097" y="222829"/>
                  </a:lnTo>
                  <a:lnTo>
                    <a:pt x="244018" y="222756"/>
                  </a:lnTo>
                  <a:lnTo>
                    <a:pt x="245939" y="222701"/>
                  </a:lnTo>
                  <a:lnTo>
                    <a:pt x="247861" y="222667"/>
                  </a:lnTo>
                  <a:lnTo>
                    <a:pt x="249782" y="222654"/>
                  </a:lnTo>
                  <a:lnTo>
                    <a:pt x="251704" y="222664"/>
                  </a:lnTo>
                  <a:lnTo>
                    <a:pt x="253625" y="222702"/>
                  </a:lnTo>
                  <a:lnTo>
                    <a:pt x="255546" y="222762"/>
                  </a:lnTo>
                  <a:lnTo>
                    <a:pt x="257468" y="222846"/>
                  </a:lnTo>
                  <a:lnTo>
                    <a:pt x="259389" y="222953"/>
                  </a:lnTo>
                  <a:lnTo>
                    <a:pt x="261311" y="223084"/>
                  </a:lnTo>
                  <a:lnTo>
                    <a:pt x="263232" y="223240"/>
                  </a:lnTo>
                  <a:lnTo>
                    <a:pt x="265153" y="223422"/>
                  </a:lnTo>
                  <a:lnTo>
                    <a:pt x="267075" y="223624"/>
                  </a:lnTo>
                  <a:lnTo>
                    <a:pt x="268996" y="223846"/>
                  </a:lnTo>
                  <a:lnTo>
                    <a:pt x="270918" y="224087"/>
                  </a:lnTo>
                  <a:lnTo>
                    <a:pt x="272839" y="224346"/>
                  </a:lnTo>
                  <a:lnTo>
                    <a:pt x="274760" y="224621"/>
                  </a:lnTo>
                  <a:lnTo>
                    <a:pt x="276682" y="224912"/>
                  </a:lnTo>
                  <a:lnTo>
                    <a:pt x="278603" y="225213"/>
                  </a:lnTo>
                  <a:lnTo>
                    <a:pt x="280525" y="225523"/>
                  </a:lnTo>
                  <a:lnTo>
                    <a:pt x="282446" y="225840"/>
                  </a:lnTo>
                  <a:lnTo>
                    <a:pt x="284367" y="226161"/>
                  </a:lnTo>
                  <a:lnTo>
                    <a:pt x="286289" y="226484"/>
                  </a:lnTo>
                  <a:lnTo>
                    <a:pt x="288210" y="226806"/>
                  </a:lnTo>
                  <a:lnTo>
                    <a:pt x="290132" y="227123"/>
                  </a:lnTo>
                  <a:lnTo>
                    <a:pt x="292053" y="227433"/>
                  </a:lnTo>
                  <a:lnTo>
                    <a:pt x="293975" y="227733"/>
                  </a:lnTo>
                  <a:lnTo>
                    <a:pt x="295896" y="228022"/>
                  </a:lnTo>
                  <a:lnTo>
                    <a:pt x="297817" y="228293"/>
                  </a:lnTo>
                  <a:lnTo>
                    <a:pt x="299739" y="228544"/>
                  </a:lnTo>
                  <a:lnTo>
                    <a:pt x="301660" y="228774"/>
                  </a:lnTo>
                  <a:lnTo>
                    <a:pt x="303582" y="228981"/>
                  </a:lnTo>
                  <a:lnTo>
                    <a:pt x="305503" y="229162"/>
                  </a:lnTo>
                  <a:lnTo>
                    <a:pt x="307424" y="229317"/>
                  </a:lnTo>
                  <a:lnTo>
                    <a:pt x="309346" y="229438"/>
                  </a:lnTo>
                  <a:lnTo>
                    <a:pt x="311267" y="229525"/>
                  </a:lnTo>
                  <a:lnTo>
                    <a:pt x="313189" y="229579"/>
                  </a:lnTo>
                  <a:lnTo>
                    <a:pt x="315110" y="229601"/>
                  </a:lnTo>
                  <a:lnTo>
                    <a:pt x="317031" y="229588"/>
                  </a:lnTo>
                  <a:lnTo>
                    <a:pt x="318953" y="229542"/>
                  </a:lnTo>
                  <a:lnTo>
                    <a:pt x="320874" y="229455"/>
                  </a:lnTo>
                  <a:lnTo>
                    <a:pt x="322796" y="229332"/>
                  </a:lnTo>
                  <a:lnTo>
                    <a:pt x="324717" y="229176"/>
                  </a:lnTo>
                  <a:lnTo>
                    <a:pt x="326638" y="228987"/>
                  </a:lnTo>
                  <a:lnTo>
                    <a:pt x="328560" y="228767"/>
                  </a:lnTo>
                  <a:lnTo>
                    <a:pt x="330481" y="228516"/>
                  </a:lnTo>
                  <a:lnTo>
                    <a:pt x="332403" y="228230"/>
                  </a:lnTo>
                  <a:lnTo>
                    <a:pt x="334324" y="227916"/>
                  </a:lnTo>
                  <a:lnTo>
                    <a:pt x="336245" y="227575"/>
                  </a:lnTo>
                  <a:lnTo>
                    <a:pt x="338167" y="227209"/>
                  </a:lnTo>
                  <a:lnTo>
                    <a:pt x="340088" y="226820"/>
                  </a:lnTo>
                  <a:lnTo>
                    <a:pt x="342010" y="226407"/>
                  </a:lnTo>
                  <a:lnTo>
                    <a:pt x="343931" y="225969"/>
                  </a:lnTo>
                  <a:lnTo>
                    <a:pt x="345852" y="225509"/>
                  </a:lnTo>
                  <a:lnTo>
                    <a:pt x="347774" y="225030"/>
                  </a:lnTo>
                  <a:lnTo>
                    <a:pt x="349695" y="224531"/>
                  </a:lnTo>
                  <a:lnTo>
                    <a:pt x="351617" y="224013"/>
                  </a:lnTo>
                  <a:lnTo>
                    <a:pt x="353538" y="223476"/>
                  </a:lnTo>
                  <a:lnTo>
                    <a:pt x="355459" y="222915"/>
                  </a:lnTo>
                  <a:lnTo>
                    <a:pt x="357381" y="222335"/>
                  </a:lnTo>
                  <a:lnTo>
                    <a:pt x="359302" y="221735"/>
                  </a:lnTo>
                  <a:lnTo>
                    <a:pt x="361224" y="221114"/>
                  </a:lnTo>
                  <a:lnTo>
                    <a:pt x="363145" y="220472"/>
                  </a:lnTo>
                  <a:lnTo>
                    <a:pt x="365067" y="219808"/>
                  </a:lnTo>
                  <a:lnTo>
                    <a:pt x="366988" y="219115"/>
                  </a:lnTo>
                  <a:lnTo>
                    <a:pt x="368909" y="218396"/>
                  </a:lnTo>
                  <a:lnTo>
                    <a:pt x="370831" y="217651"/>
                  </a:lnTo>
                  <a:lnTo>
                    <a:pt x="372752" y="216878"/>
                  </a:lnTo>
                  <a:lnTo>
                    <a:pt x="374674" y="216075"/>
                  </a:lnTo>
                  <a:lnTo>
                    <a:pt x="376595" y="215241"/>
                  </a:lnTo>
                  <a:lnTo>
                    <a:pt x="378516" y="214364"/>
                  </a:lnTo>
                  <a:lnTo>
                    <a:pt x="380438" y="213450"/>
                  </a:lnTo>
                  <a:lnTo>
                    <a:pt x="382359" y="212497"/>
                  </a:lnTo>
                  <a:lnTo>
                    <a:pt x="384281" y="211501"/>
                  </a:lnTo>
                  <a:lnTo>
                    <a:pt x="386202" y="210459"/>
                  </a:lnTo>
                  <a:lnTo>
                    <a:pt x="388123" y="209370"/>
                  </a:lnTo>
                  <a:lnTo>
                    <a:pt x="390045" y="208214"/>
                  </a:lnTo>
                  <a:lnTo>
                    <a:pt x="391966" y="207001"/>
                  </a:lnTo>
                  <a:lnTo>
                    <a:pt x="393888" y="205726"/>
                  </a:lnTo>
                  <a:lnTo>
                    <a:pt x="395809" y="204385"/>
                  </a:lnTo>
                  <a:lnTo>
                    <a:pt x="397730" y="202974"/>
                  </a:lnTo>
                  <a:lnTo>
                    <a:pt x="399652" y="201485"/>
                  </a:lnTo>
                  <a:lnTo>
                    <a:pt x="401573" y="199894"/>
                  </a:lnTo>
                  <a:lnTo>
                    <a:pt x="403495" y="198211"/>
                  </a:lnTo>
                  <a:lnTo>
                    <a:pt x="405416" y="196431"/>
                  </a:lnTo>
                  <a:lnTo>
                    <a:pt x="407337" y="194545"/>
                  </a:lnTo>
                  <a:lnTo>
                    <a:pt x="409259" y="192547"/>
                  </a:lnTo>
                  <a:lnTo>
                    <a:pt x="411180" y="190424"/>
                  </a:lnTo>
                  <a:lnTo>
                    <a:pt x="413102" y="188139"/>
                  </a:lnTo>
                  <a:lnTo>
                    <a:pt x="415023" y="185708"/>
                  </a:lnTo>
                  <a:lnTo>
                    <a:pt x="416944" y="183121"/>
                  </a:lnTo>
                  <a:lnTo>
                    <a:pt x="418866" y="180369"/>
                  </a:lnTo>
                  <a:lnTo>
                    <a:pt x="420787" y="177440"/>
                  </a:lnTo>
                  <a:lnTo>
                    <a:pt x="422709" y="174314"/>
                  </a:lnTo>
                  <a:lnTo>
                    <a:pt x="424630" y="170944"/>
                  </a:lnTo>
                  <a:lnTo>
                    <a:pt x="426551" y="167358"/>
                  </a:lnTo>
                  <a:lnTo>
                    <a:pt x="428473" y="163547"/>
                  </a:lnTo>
                  <a:lnTo>
                    <a:pt x="430394" y="159502"/>
                  </a:lnTo>
                  <a:lnTo>
                    <a:pt x="432316" y="155217"/>
                  </a:lnTo>
                  <a:lnTo>
                    <a:pt x="434237" y="150668"/>
                  </a:lnTo>
                  <a:lnTo>
                    <a:pt x="436159" y="145818"/>
                  </a:lnTo>
                  <a:lnTo>
                    <a:pt x="438080" y="140713"/>
                  </a:lnTo>
                  <a:lnTo>
                    <a:pt x="440001" y="135358"/>
                  </a:lnTo>
                  <a:lnTo>
                    <a:pt x="441923" y="129756"/>
                  </a:lnTo>
                  <a:lnTo>
                    <a:pt x="443844" y="123916"/>
                  </a:lnTo>
                  <a:lnTo>
                    <a:pt x="445766" y="117835"/>
                  </a:lnTo>
                  <a:lnTo>
                    <a:pt x="447687" y="111512"/>
                  </a:lnTo>
                  <a:lnTo>
                    <a:pt x="449608" y="105011"/>
                  </a:lnTo>
                  <a:lnTo>
                    <a:pt x="451530" y="98357"/>
                  </a:lnTo>
                  <a:lnTo>
                    <a:pt x="453451" y="91578"/>
                  </a:lnTo>
                  <a:lnTo>
                    <a:pt x="455373" y="84707"/>
                  </a:lnTo>
                  <a:lnTo>
                    <a:pt x="457294" y="77776"/>
                  </a:lnTo>
                  <a:lnTo>
                    <a:pt x="459215" y="70844"/>
                  </a:lnTo>
                  <a:lnTo>
                    <a:pt x="461137" y="63961"/>
                  </a:lnTo>
                  <a:lnTo>
                    <a:pt x="463058" y="57171"/>
                  </a:lnTo>
                  <a:lnTo>
                    <a:pt x="464980" y="50521"/>
                  </a:lnTo>
                  <a:lnTo>
                    <a:pt x="466901" y="44056"/>
                  </a:lnTo>
                  <a:lnTo>
                    <a:pt x="468822" y="37854"/>
                  </a:lnTo>
                  <a:lnTo>
                    <a:pt x="470744" y="31999"/>
                  </a:lnTo>
                  <a:lnTo>
                    <a:pt x="472665" y="26499"/>
                  </a:lnTo>
                  <a:lnTo>
                    <a:pt x="474587" y="21396"/>
                  </a:lnTo>
                  <a:lnTo>
                    <a:pt x="476508" y="16731"/>
                  </a:lnTo>
                  <a:lnTo>
                    <a:pt x="478429" y="12543"/>
                  </a:lnTo>
                  <a:lnTo>
                    <a:pt x="480351" y="8928"/>
                  </a:lnTo>
                  <a:lnTo>
                    <a:pt x="482272" y="5946"/>
                  </a:lnTo>
                  <a:lnTo>
                    <a:pt x="484194" y="3547"/>
                  </a:lnTo>
                  <a:lnTo>
                    <a:pt x="486115" y="1747"/>
                  </a:lnTo>
                  <a:lnTo>
                    <a:pt x="488036" y="562"/>
                  </a:lnTo>
                  <a:lnTo>
                    <a:pt x="489958" y="0"/>
                  </a:lnTo>
                  <a:lnTo>
                    <a:pt x="491879" y="143"/>
                  </a:lnTo>
                  <a:lnTo>
                    <a:pt x="493801" y="987"/>
                  </a:lnTo>
                  <a:lnTo>
                    <a:pt x="495722" y="2442"/>
                  </a:lnTo>
                  <a:lnTo>
                    <a:pt x="497643" y="4492"/>
                  </a:lnTo>
                  <a:lnTo>
                    <a:pt x="499565" y="7118"/>
                  </a:lnTo>
                  <a:lnTo>
                    <a:pt x="501486" y="10298"/>
                  </a:lnTo>
                  <a:lnTo>
                    <a:pt x="503408" y="14072"/>
                  </a:lnTo>
                  <a:lnTo>
                    <a:pt x="505329" y="18381"/>
                  </a:lnTo>
                  <a:lnTo>
                    <a:pt x="507250" y="23130"/>
                  </a:lnTo>
                  <a:lnTo>
                    <a:pt x="509172" y="28283"/>
                  </a:lnTo>
                  <a:lnTo>
                    <a:pt x="511093" y="33802"/>
                  </a:lnTo>
                  <a:lnTo>
                    <a:pt x="513015" y="39648"/>
                  </a:lnTo>
                  <a:lnTo>
                    <a:pt x="514936" y="45817"/>
                  </a:lnTo>
                  <a:lnTo>
                    <a:pt x="516858" y="52236"/>
                  </a:lnTo>
                  <a:lnTo>
                    <a:pt x="518779" y="58839"/>
                  </a:lnTo>
                  <a:lnTo>
                    <a:pt x="520700" y="65587"/>
                  </a:lnTo>
                  <a:lnTo>
                    <a:pt x="522622" y="72445"/>
                  </a:lnTo>
                  <a:lnTo>
                    <a:pt x="524543" y="79378"/>
                  </a:lnTo>
                  <a:lnTo>
                    <a:pt x="526465" y="86352"/>
                  </a:lnTo>
                  <a:lnTo>
                    <a:pt x="528386" y="93320"/>
                  </a:lnTo>
                  <a:lnTo>
                    <a:pt x="530307" y="100253"/>
                  </a:lnTo>
                  <a:lnTo>
                    <a:pt x="532229" y="107125"/>
                  </a:lnTo>
                  <a:lnTo>
                    <a:pt x="534150" y="113915"/>
                  </a:lnTo>
                  <a:lnTo>
                    <a:pt x="536072" y="120600"/>
                  </a:lnTo>
                  <a:lnTo>
                    <a:pt x="537993" y="127137"/>
                  </a:lnTo>
                  <a:lnTo>
                    <a:pt x="539914" y="133517"/>
                  </a:lnTo>
                  <a:lnTo>
                    <a:pt x="541836" y="139736"/>
                  </a:lnTo>
                  <a:lnTo>
                    <a:pt x="543757" y="145784"/>
                  </a:lnTo>
                  <a:lnTo>
                    <a:pt x="545679" y="151651"/>
                  </a:lnTo>
                  <a:lnTo>
                    <a:pt x="547600" y="157330"/>
                  </a:lnTo>
                  <a:lnTo>
                    <a:pt x="549521" y="162774"/>
                  </a:lnTo>
                  <a:lnTo>
                    <a:pt x="551443" y="168004"/>
                  </a:lnTo>
                  <a:lnTo>
                    <a:pt x="553364" y="173029"/>
                  </a:lnTo>
                  <a:lnTo>
                    <a:pt x="555286" y="177846"/>
                  </a:lnTo>
                  <a:lnTo>
                    <a:pt x="557207" y="182454"/>
                  </a:lnTo>
                  <a:lnTo>
                    <a:pt x="559128" y="186853"/>
                  </a:lnTo>
                  <a:lnTo>
                    <a:pt x="561050" y="190999"/>
                  </a:lnTo>
                  <a:lnTo>
                    <a:pt x="562971" y="194930"/>
                  </a:lnTo>
                  <a:lnTo>
                    <a:pt x="564893" y="198656"/>
                  </a:lnTo>
                  <a:lnTo>
                    <a:pt x="566814" y="202179"/>
                  </a:lnTo>
                  <a:lnTo>
                    <a:pt x="568735" y="205504"/>
                  </a:lnTo>
                  <a:lnTo>
                    <a:pt x="570657" y="208633"/>
                  </a:lnTo>
                  <a:lnTo>
                    <a:pt x="572578" y="211530"/>
                  </a:lnTo>
                  <a:lnTo>
                    <a:pt x="574500" y="214238"/>
                  </a:lnTo>
                  <a:lnTo>
                    <a:pt x="576421" y="216767"/>
                  </a:lnTo>
                  <a:lnTo>
                    <a:pt x="578342" y="219123"/>
                  </a:lnTo>
                  <a:lnTo>
                    <a:pt x="580264" y="221312"/>
                  </a:lnTo>
                  <a:lnTo>
                    <a:pt x="582185" y="223339"/>
                  </a:lnTo>
                  <a:lnTo>
                    <a:pt x="584107" y="225178"/>
                  </a:lnTo>
                  <a:lnTo>
                    <a:pt x="586028" y="226871"/>
                  </a:lnTo>
                  <a:lnTo>
                    <a:pt x="587950" y="228427"/>
                  </a:lnTo>
                  <a:lnTo>
                    <a:pt x="589871" y="229853"/>
                  </a:lnTo>
                  <a:lnTo>
                    <a:pt x="591792" y="231157"/>
                  </a:lnTo>
                  <a:lnTo>
                    <a:pt x="593714" y="232344"/>
                  </a:lnTo>
                  <a:lnTo>
                    <a:pt x="595635" y="233399"/>
                  </a:lnTo>
                  <a:lnTo>
                    <a:pt x="597557" y="234356"/>
                  </a:lnTo>
                  <a:lnTo>
                    <a:pt x="599478" y="235222"/>
                  </a:lnTo>
                  <a:lnTo>
                    <a:pt x="601399" y="236005"/>
                  </a:lnTo>
                  <a:lnTo>
                    <a:pt x="603321" y="236710"/>
                  </a:lnTo>
                  <a:lnTo>
                    <a:pt x="605242" y="237343"/>
                  </a:lnTo>
                  <a:lnTo>
                    <a:pt x="607164" y="237897"/>
                  </a:lnTo>
                  <a:lnTo>
                    <a:pt x="609085" y="238395"/>
                  </a:lnTo>
                  <a:lnTo>
                    <a:pt x="611006" y="238842"/>
                  </a:lnTo>
                  <a:lnTo>
                    <a:pt x="612928" y="239243"/>
                  </a:lnTo>
                  <a:lnTo>
                    <a:pt x="614849" y="239603"/>
                  </a:lnTo>
                  <a:lnTo>
                    <a:pt x="616771" y="239924"/>
                  </a:lnTo>
                  <a:lnTo>
                    <a:pt x="618692" y="240205"/>
                  </a:lnTo>
                  <a:lnTo>
                    <a:pt x="620613" y="240459"/>
                  </a:lnTo>
                  <a:lnTo>
                    <a:pt x="622535" y="240688"/>
                  </a:lnTo>
                  <a:lnTo>
                    <a:pt x="624456" y="240895"/>
                  </a:lnTo>
                  <a:lnTo>
                    <a:pt x="626378" y="241082"/>
                  </a:lnTo>
                  <a:lnTo>
                    <a:pt x="628299" y="241252"/>
                  </a:lnTo>
                  <a:lnTo>
                    <a:pt x="630220" y="241402"/>
                  </a:lnTo>
                  <a:lnTo>
                    <a:pt x="632142" y="241539"/>
                  </a:lnTo>
                  <a:lnTo>
                    <a:pt x="634063" y="241664"/>
                  </a:lnTo>
                  <a:lnTo>
                    <a:pt x="635985" y="241777"/>
                  </a:lnTo>
                  <a:lnTo>
                    <a:pt x="637906" y="241880"/>
                  </a:lnTo>
                  <a:lnTo>
                    <a:pt x="639827" y="241972"/>
                  </a:lnTo>
                  <a:lnTo>
                    <a:pt x="641749" y="242052"/>
                  </a:lnTo>
                  <a:lnTo>
                    <a:pt x="643670" y="242122"/>
                  </a:lnTo>
                  <a:lnTo>
                    <a:pt x="645592" y="242182"/>
                  </a:lnTo>
                  <a:lnTo>
                    <a:pt x="647513" y="242233"/>
                  </a:lnTo>
                  <a:lnTo>
                    <a:pt x="649434" y="242273"/>
                  </a:lnTo>
                  <a:lnTo>
                    <a:pt x="651356" y="242303"/>
                  </a:lnTo>
                  <a:lnTo>
                    <a:pt x="653277" y="242321"/>
                  </a:lnTo>
                  <a:lnTo>
                    <a:pt x="655199" y="242329"/>
                  </a:lnTo>
                  <a:lnTo>
                    <a:pt x="657120" y="242326"/>
                  </a:lnTo>
                  <a:lnTo>
                    <a:pt x="659042" y="242312"/>
                  </a:lnTo>
                  <a:lnTo>
                    <a:pt x="660963" y="242288"/>
                  </a:lnTo>
                  <a:lnTo>
                    <a:pt x="662884" y="242253"/>
                  </a:lnTo>
                  <a:lnTo>
                    <a:pt x="664806" y="242207"/>
                  </a:lnTo>
                  <a:lnTo>
                    <a:pt x="666727" y="242151"/>
                  </a:lnTo>
                  <a:lnTo>
                    <a:pt x="668649" y="242087"/>
                  </a:lnTo>
                  <a:lnTo>
                    <a:pt x="670570" y="242015"/>
                  </a:lnTo>
                  <a:lnTo>
                    <a:pt x="672491" y="241936"/>
                  </a:lnTo>
                  <a:lnTo>
                    <a:pt x="674413" y="241849"/>
                  </a:lnTo>
                  <a:lnTo>
                    <a:pt x="676334" y="241757"/>
                  </a:lnTo>
                  <a:lnTo>
                    <a:pt x="678256" y="241660"/>
                  </a:lnTo>
                  <a:lnTo>
                    <a:pt x="680177" y="241560"/>
                  </a:lnTo>
                  <a:lnTo>
                    <a:pt x="682098" y="241458"/>
                  </a:lnTo>
                  <a:lnTo>
                    <a:pt x="684020" y="241354"/>
                  </a:lnTo>
                  <a:lnTo>
                    <a:pt x="685941" y="241250"/>
                  </a:lnTo>
                  <a:lnTo>
                    <a:pt x="687863" y="241146"/>
                  </a:lnTo>
                  <a:lnTo>
                    <a:pt x="689784" y="241043"/>
                  </a:lnTo>
                  <a:lnTo>
                    <a:pt x="691705" y="240941"/>
                  </a:lnTo>
                  <a:lnTo>
                    <a:pt x="693627" y="240841"/>
                  </a:lnTo>
                  <a:lnTo>
                    <a:pt x="695548" y="240744"/>
                  </a:lnTo>
                  <a:lnTo>
                    <a:pt x="697470" y="240648"/>
                  </a:lnTo>
                  <a:lnTo>
                    <a:pt x="699391" y="240555"/>
                  </a:lnTo>
                  <a:lnTo>
                    <a:pt x="701312" y="240464"/>
                  </a:lnTo>
                  <a:lnTo>
                    <a:pt x="703234" y="240374"/>
                  </a:lnTo>
                  <a:lnTo>
                    <a:pt x="705155" y="240285"/>
                  </a:lnTo>
                  <a:lnTo>
                    <a:pt x="707077" y="240196"/>
                  </a:lnTo>
                  <a:lnTo>
                    <a:pt x="708998" y="240108"/>
                  </a:lnTo>
                  <a:lnTo>
                    <a:pt x="710919" y="240019"/>
                  </a:lnTo>
                  <a:lnTo>
                    <a:pt x="712841" y="239929"/>
                  </a:lnTo>
                  <a:lnTo>
                    <a:pt x="714762" y="239838"/>
                  </a:lnTo>
                  <a:lnTo>
                    <a:pt x="716684" y="239744"/>
                  </a:lnTo>
                  <a:lnTo>
                    <a:pt x="718605" y="239648"/>
                  </a:lnTo>
                  <a:lnTo>
                    <a:pt x="720526" y="239548"/>
                  </a:lnTo>
                  <a:lnTo>
                    <a:pt x="722448" y="239445"/>
                  </a:lnTo>
                  <a:lnTo>
                    <a:pt x="724369" y="239339"/>
                  </a:lnTo>
                  <a:lnTo>
                    <a:pt x="726291" y="239229"/>
                  </a:lnTo>
                  <a:lnTo>
                    <a:pt x="728212" y="239116"/>
                  </a:lnTo>
                  <a:lnTo>
                    <a:pt x="730134" y="238999"/>
                  </a:lnTo>
                  <a:lnTo>
                    <a:pt x="732055" y="238879"/>
                  </a:lnTo>
                  <a:lnTo>
                    <a:pt x="733976" y="238755"/>
                  </a:lnTo>
                  <a:lnTo>
                    <a:pt x="735898" y="238628"/>
                  </a:lnTo>
                  <a:lnTo>
                    <a:pt x="737819" y="238499"/>
                  </a:lnTo>
                  <a:lnTo>
                    <a:pt x="739741" y="238368"/>
                  </a:lnTo>
                  <a:lnTo>
                    <a:pt x="741662" y="238234"/>
                  </a:lnTo>
                  <a:lnTo>
                    <a:pt x="743583" y="238098"/>
                  </a:lnTo>
                  <a:lnTo>
                    <a:pt x="745505" y="237960"/>
                  </a:lnTo>
                  <a:lnTo>
                    <a:pt x="747426" y="237819"/>
                  </a:lnTo>
                  <a:lnTo>
                    <a:pt x="749348" y="237677"/>
                  </a:lnTo>
                  <a:lnTo>
                    <a:pt x="751269" y="237533"/>
                  </a:lnTo>
                  <a:lnTo>
                    <a:pt x="753190" y="237387"/>
                  </a:lnTo>
                  <a:lnTo>
                    <a:pt x="755112" y="237237"/>
                  </a:lnTo>
                  <a:lnTo>
                    <a:pt x="757033" y="237084"/>
                  </a:lnTo>
                  <a:lnTo>
                    <a:pt x="758955" y="236928"/>
                  </a:lnTo>
                  <a:lnTo>
                    <a:pt x="760876" y="236767"/>
                  </a:lnTo>
                  <a:lnTo>
                    <a:pt x="762797" y="236601"/>
                  </a:lnTo>
                  <a:lnTo>
                    <a:pt x="764719" y="236429"/>
                  </a:lnTo>
                  <a:lnTo>
                    <a:pt x="766640" y="236248"/>
                  </a:lnTo>
                  <a:lnTo>
                    <a:pt x="768562" y="236058"/>
                  </a:lnTo>
                  <a:lnTo>
                    <a:pt x="770483" y="235857"/>
                  </a:lnTo>
                  <a:lnTo>
                    <a:pt x="772404" y="235644"/>
                  </a:lnTo>
                  <a:lnTo>
                    <a:pt x="774326" y="235417"/>
                  </a:lnTo>
                  <a:lnTo>
                    <a:pt x="776247" y="235174"/>
                  </a:lnTo>
                  <a:lnTo>
                    <a:pt x="778169" y="234907"/>
                  </a:lnTo>
                  <a:lnTo>
                    <a:pt x="780090" y="234619"/>
                  </a:lnTo>
                  <a:lnTo>
                    <a:pt x="782011" y="234305"/>
                  </a:lnTo>
                  <a:lnTo>
                    <a:pt x="783933" y="233964"/>
                  </a:lnTo>
                  <a:lnTo>
                    <a:pt x="785854" y="233593"/>
                  </a:lnTo>
                  <a:lnTo>
                    <a:pt x="787776" y="233188"/>
                  </a:lnTo>
                  <a:lnTo>
                    <a:pt x="789697" y="232739"/>
                  </a:lnTo>
                  <a:lnTo>
                    <a:pt x="791618" y="232249"/>
                  </a:lnTo>
                  <a:lnTo>
                    <a:pt x="793540" y="231716"/>
                  </a:lnTo>
                  <a:lnTo>
                    <a:pt x="795461" y="231137"/>
                  </a:lnTo>
                  <a:lnTo>
                    <a:pt x="797383" y="230510"/>
                  </a:lnTo>
                  <a:lnTo>
                    <a:pt x="799304" y="229834"/>
                  </a:lnTo>
                  <a:lnTo>
                    <a:pt x="801226" y="229095"/>
                  </a:lnTo>
                  <a:lnTo>
                    <a:pt x="803147" y="228302"/>
                  </a:lnTo>
                  <a:lnTo>
                    <a:pt x="805068" y="227456"/>
                  </a:lnTo>
                  <a:lnTo>
                    <a:pt x="806990" y="226559"/>
                  </a:lnTo>
                  <a:lnTo>
                    <a:pt x="808911" y="225610"/>
                  </a:lnTo>
                  <a:lnTo>
                    <a:pt x="810833" y="224611"/>
                  </a:lnTo>
                  <a:lnTo>
                    <a:pt x="812754" y="223553"/>
                  </a:lnTo>
                  <a:lnTo>
                    <a:pt x="814675" y="222454"/>
                  </a:lnTo>
                  <a:lnTo>
                    <a:pt x="816597" y="221316"/>
                  </a:lnTo>
                  <a:lnTo>
                    <a:pt x="818518" y="220145"/>
                  </a:lnTo>
                  <a:lnTo>
                    <a:pt x="820440" y="218946"/>
                  </a:lnTo>
                  <a:lnTo>
                    <a:pt x="822361" y="217724"/>
                  </a:lnTo>
                  <a:lnTo>
                    <a:pt x="824282" y="216485"/>
                  </a:lnTo>
                  <a:lnTo>
                    <a:pt x="826204" y="215241"/>
                  </a:lnTo>
                  <a:lnTo>
                    <a:pt x="828125" y="214000"/>
                  </a:lnTo>
                  <a:lnTo>
                    <a:pt x="830047" y="212767"/>
                  </a:lnTo>
                  <a:lnTo>
                    <a:pt x="831968" y="211552"/>
                  </a:lnTo>
                  <a:lnTo>
                    <a:pt x="833889" y="210362"/>
                  </a:lnTo>
                  <a:lnTo>
                    <a:pt x="835811" y="209213"/>
                  </a:lnTo>
                  <a:lnTo>
                    <a:pt x="837732" y="208107"/>
                  </a:lnTo>
                  <a:lnTo>
                    <a:pt x="839654" y="207050"/>
                  </a:lnTo>
                  <a:lnTo>
                    <a:pt x="841575" y="206048"/>
                  </a:lnTo>
                  <a:lnTo>
                    <a:pt x="843496" y="205105"/>
                  </a:lnTo>
                  <a:lnTo>
                    <a:pt x="845418" y="204231"/>
                  </a:lnTo>
                  <a:lnTo>
                    <a:pt x="847339" y="203443"/>
                  </a:lnTo>
                  <a:lnTo>
                    <a:pt x="849261" y="202729"/>
                  </a:lnTo>
                  <a:lnTo>
                    <a:pt x="851182" y="202092"/>
                  </a:lnTo>
                  <a:lnTo>
                    <a:pt x="853103" y="201534"/>
                  </a:lnTo>
                  <a:lnTo>
                    <a:pt x="855025" y="201054"/>
                  </a:lnTo>
                  <a:lnTo>
                    <a:pt x="856946" y="200659"/>
                  </a:lnTo>
                  <a:lnTo>
                    <a:pt x="858868" y="200359"/>
                  </a:lnTo>
                  <a:lnTo>
                    <a:pt x="860789" y="200136"/>
                  </a:lnTo>
                  <a:lnTo>
                    <a:pt x="862710" y="199988"/>
                  </a:lnTo>
                  <a:lnTo>
                    <a:pt x="864632" y="199913"/>
                  </a:lnTo>
                  <a:lnTo>
                    <a:pt x="866553" y="199909"/>
                  </a:lnTo>
                  <a:lnTo>
                    <a:pt x="868475" y="199976"/>
                  </a:lnTo>
                  <a:lnTo>
                    <a:pt x="870396" y="200117"/>
                  </a:lnTo>
                  <a:lnTo>
                    <a:pt x="872318" y="200316"/>
                  </a:lnTo>
                  <a:lnTo>
                    <a:pt x="874239" y="200569"/>
                  </a:lnTo>
                  <a:lnTo>
                    <a:pt x="876160" y="200872"/>
                  </a:lnTo>
                  <a:lnTo>
                    <a:pt x="878082" y="201221"/>
                  </a:lnTo>
                  <a:lnTo>
                    <a:pt x="880003" y="201616"/>
                  </a:lnTo>
                  <a:lnTo>
                    <a:pt x="881925" y="202054"/>
                  </a:lnTo>
                  <a:lnTo>
                    <a:pt x="883846" y="202525"/>
                  </a:lnTo>
                  <a:lnTo>
                    <a:pt x="885767" y="203026"/>
                  </a:lnTo>
                  <a:lnTo>
                    <a:pt x="887689" y="203555"/>
                  </a:lnTo>
                  <a:lnTo>
                    <a:pt x="889610" y="204107"/>
                  </a:lnTo>
                  <a:lnTo>
                    <a:pt x="891532" y="204684"/>
                  </a:lnTo>
                  <a:lnTo>
                    <a:pt x="893453" y="205283"/>
                  </a:lnTo>
                  <a:lnTo>
                    <a:pt x="895374" y="205899"/>
                  </a:lnTo>
                  <a:lnTo>
                    <a:pt x="897296" y="206531"/>
                  </a:lnTo>
                  <a:lnTo>
                    <a:pt x="899217" y="207179"/>
                  </a:lnTo>
                  <a:lnTo>
                    <a:pt x="901139" y="207841"/>
                  </a:lnTo>
                  <a:lnTo>
                    <a:pt x="903060" y="208520"/>
                  </a:lnTo>
                  <a:lnTo>
                    <a:pt x="904981" y="209213"/>
                  </a:lnTo>
                  <a:lnTo>
                    <a:pt x="906903" y="209921"/>
                  </a:lnTo>
                  <a:lnTo>
                    <a:pt x="908824" y="210644"/>
                  </a:lnTo>
                  <a:lnTo>
                    <a:pt x="910746" y="211380"/>
                  </a:lnTo>
                  <a:lnTo>
                    <a:pt x="912667" y="212131"/>
                  </a:lnTo>
                  <a:lnTo>
                    <a:pt x="914588" y="212899"/>
                  </a:lnTo>
                  <a:lnTo>
                    <a:pt x="916510" y="213684"/>
                  </a:lnTo>
                  <a:lnTo>
                    <a:pt x="918431" y="214483"/>
                  </a:lnTo>
                  <a:lnTo>
                    <a:pt x="920353" y="215297"/>
                  </a:lnTo>
                  <a:lnTo>
                    <a:pt x="922274" y="216125"/>
                  </a:lnTo>
                  <a:lnTo>
                    <a:pt x="924195" y="216966"/>
                  </a:lnTo>
                  <a:lnTo>
                    <a:pt x="926117" y="217821"/>
                  </a:lnTo>
                  <a:lnTo>
                    <a:pt x="928038" y="218687"/>
                  </a:lnTo>
                  <a:lnTo>
                    <a:pt x="929960" y="219562"/>
                  </a:lnTo>
                  <a:lnTo>
                    <a:pt x="931881" y="220443"/>
                  </a:lnTo>
                  <a:lnTo>
                    <a:pt x="933802" y="221329"/>
                  </a:lnTo>
                  <a:lnTo>
                    <a:pt x="935724" y="222217"/>
                  </a:lnTo>
                  <a:lnTo>
                    <a:pt x="937645" y="223104"/>
                  </a:lnTo>
                  <a:lnTo>
                    <a:pt x="939567" y="223987"/>
                  </a:lnTo>
                  <a:lnTo>
                    <a:pt x="941488" y="224862"/>
                  </a:lnTo>
                  <a:lnTo>
                    <a:pt x="943410" y="225728"/>
                  </a:lnTo>
                  <a:lnTo>
                    <a:pt x="945331" y="226581"/>
                  </a:lnTo>
                  <a:lnTo>
                    <a:pt x="947252" y="227419"/>
                  </a:lnTo>
                  <a:lnTo>
                    <a:pt x="949174" y="228236"/>
                  </a:lnTo>
                  <a:lnTo>
                    <a:pt x="951095" y="229031"/>
                  </a:lnTo>
                  <a:lnTo>
                    <a:pt x="953017" y="229803"/>
                  </a:lnTo>
                  <a:lnTo>
                    <a:pt x="954938" y="230551"/>
                  </a:lnTo>
                  <a:lnTo>
                    <a:pt x="956859" y="231273"/>
                  </a:lnTo>
                  <a:lnTo>
                    <a:pt x="958781" y="231970"/>
                  </a:lnTo>
                  <a:lnTo>
                    <a:pt x="960702" y="232634"/>
                  </a:lnTo>
                  <a:lnTo>
                    <a:pt x="962624" y="233269"/>
                  </a:lnTo>
                  <a:lnTo>
                    <a:pt x="964545" y="233877"/>
                  </a:lnTo>
                  <a:lnTo>
                    <a:pt x="966466" y="234458"/>
                  </a:lnTo>
                  <a:lnTo>
                    <a:pt x="968388" y="235013"/>
                  </a:lnTo>
                  <a:lnTo>
                    <a:pt x="970309" y="235542"/>
                  </a:lnTo>
                  <a:lnTo>
                    <a:pt x="972231" y="236042"/>
                  </a:lnTo>
                  <a:lnTo>
                    <a:pt x="974152" y="236517"/>
                  </a:lnTo>
                  <a:lnTo>
                    <a:pt x="976073" y="236972"/>
                  </a:lnTo>
                  <a:lnTo>
                    <a:pt x="977995" y="237405"/>
                  </a:lnTo>
                  <a:lnTo>
                    <a:pt x="979916" y="237820"/>
                  </a:lnTo>
                  <a:lnTo>
                    <a:pt x="981838" y="238216"/>
                  </a:lnTo>
                </a:path>
              </a:pathLst>
            </a:cu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4199470" y="6074124"/>
              <a:ext cx="1080021" cy="0"/>
            </a:xfrm>
            <a:custGeom>
              <a:avLst/>
              <a:pathLst>
                <a:path w="1080021" h="0">
                  <a:moveTo>
                    <a:pt x="0" y="0"/>
                  </a:moveTo>
                  <a:lnTo>
                    <a:pt x="10800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4248562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4494021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4739481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4984941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5230400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tx345"/>
            <p:cNvSpPr/>
            <p:nvPr/>
          </p:nvSpPr>
          <p:spPr>
            <a:xfrm>
              <a:off x="4170881" y="61350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346" name="tx346"/>
            <p:cNvSpPr/>
            <p:nvPr/>
          </p:nvSpPr>
          <p:spPr>
            <a:xfrm>
              <a:off x="4416341" y="61350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347" name="tx347"/>
            <p:cNvSpPr/>
            <p:nvPr/>
          </p:nvSpPr>
          <p:spPr>
            <a:xfrm>
              <a:off x="4661800" y="61350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348" name="tx348"/>
            <p:cNvSpPr/>
            <p:nvPr/>
          </p:nvSpPr>
          <p:spPr>
            <a:xfrm>
              <a:off x="4907260" y="6136426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349" name="tx349"/>
            <p:cNvSpPr/>
            <p:nvPr/>
          </p:nvSpPr>
          <p:spPr>
            <a:xfrm>
              <a:off x="5121641" y="6135062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350" name="tx350"/>
            <p:cNvSpPr/>
            <p:nvPr/>
          </p:nvSpPr>
          <p:spPr>
            <a:xfrm>
              <a:off x="4696814" y="6285848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351" name="rc351"/>
            <p:cNvSpPr/>
            <p:nvPr/>
          </p:nvSpPr>
          <p:spPr>
            <a:xfrm>
              <a:off x="3158944" y="6553601"/>
              <a:ext cx="3161073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2" name="tx352"/>
            <p:cNvSpPr/>
            <p:nvPr/>
          </p:nvSpPr>
          <p:spPr>
            <a:xfrm>
              <a:off x="3228533" y="6681281"/>
              <a:ext cx="8461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Window</a:t>
              </a:r>
            </a:p>
          </p:txBody>
        </p:sp>
        <p:sp>
          <p:nvSpPr>
            <p:cNvPr id="353" name="rc353"/>
            <p:cNvSpPr/>
            <p:nvPr/>
          </p:nvSpPr>
          <p:spPr>
            <a:xfrm>
              <a:off x="4155372" y="66231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4" name="rc354"/>
            <p:cNvSpPr/>
            <p:nvPr/>
          </p:nvSpPr>
          <p:spPr>
            <a:xfrm>
              <a:off x="4173372" y="6641190"/>
              <a:ext cx="183455" cy="183455"/>
            </a:xfrm>
            <a:prstGeom prst="rect">
              <a:avLst/>
            </a:pr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rc355"/>
            <p:cNvSpPr/>
            <p:nvPr/>
          </p:nvSpPr>
          <p:spPr>
            <a:xfrm>
              <a:off x="4618781" y="66231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6" name="rc356"/>
            <p:cNvSpPr/>
            <p:nvPr/>
          </p:nvSpPr>
          <p:spPr>
            <a:xfrm>
              <a:off x="4636781" y="6641190"/>
              <a:ext cx="183455" cy="183455"/>
            </a:xfrm>
            <a:prstGeom prst="rect">
              <a:avLst/>
            </a:pr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rc357"/>
            <p:cNvSpPr/>
            <p:nvPr/>
          </p:nvSpPr>
          <p:spPr>
            <a:xfrm>
              <a:off x="5044090" y="66231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5062091" y="6641190"/>
              <a:ext cx="183455" cy="183455"/>
            </a:xfrm>
            <a:prstGeom prst="rect">
              <a:avLst/>
            </a:pr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5469400" y="66231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0" name="rc360"/>
            <p:cNvSpPr/>
            <p:nvPr/>
          </p:nvSpPr>
          <p:spPr>
            <a:xfrm>
              <a:off x="5487400" y="6641190"/>
              <a:ext cx="183455" cy="183455"/>
            </a:xfrm>
            <a:prstGeom prst="rect">
              <a:avLst/>
            </a:pr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rc361"/>
            <p:cNvSpPr/>
            <p:nvPr/>
          </p:nvSpPr>
          <p:spPr>
            <a:xfrm>
              <a:off x="5894709" y="66231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rc362"/>
            <p:cNvSpPr/>
            <p:nvPr/>
          </p:nvSpPr>
          <p:spPr>
            <a:xfrm>
              <a:off x="5912709" y="6641190"/>
              <a:ext cx="183456" cy="183455"/>
            </a:xfrm>
            <a:prstGeom prst="rect">
              <a:avLst/>
            </a:pr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tx363"/>
            <p:cNvSpPr/>
            <p:nvPr/>
          </p:nvSpPr>
          <p:spPr>
            <a:xfrm>
              <a:off x="4444417" y="6692591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364" name="tx364"/>
            <p:cNvSpPr/>
            <p:nvPr/>
          </p:nvSpPr>
          <p:spPr>
            <a:xfrm>
              <a:off x="4907826" y="66912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65" name="tx365"/>
            <p:cNvSpPr/>
            <p:nvPr/>
          </p:nvSpPr>
          <p:spPr>
            <a:xfrm>
              <a:off x="5333136" y="669259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66" name="tx366"/>
            <p:cNvSpPr/>
            <p:nvPr/>
          </p:nvSpPr>
          <p:spPr>
            <a:xfrm>
              <a:off x="5758445" y="6692918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67" name="tx367"/>
            <p:cNvSpPr/>
            <p:nvPr/>
          </p:nvSpPr>
          <p:spPr>
            <a:xfrm>
              <a:off x="6183754" y="66912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368" name="rc368"/>
            <p:cNvSpPr/>
            <p:nvPr/>
          </p:nvSpPr>
          <p:spPr>
            <a:xfrm>
              <a:off x="5349081" y="3781425"/>
              <a:ext cx="1219200" cy="3200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rc369"/>
            <p:cNvSpPr/>
            <p:nvPr/>
          </p:nvSpPr>
          <p:spPr>
            <a:xfrm>
              <a:off x="5418670" y="4078703"/>
              <a:ext cx="1080021" cy="19954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467762" y="5334605"/>
              <a:ext cx="981838" cy="648817"/>
            </a:xfrm>
            <a:custGeom>
              <a:avLst/>
              <a:pathLst>
                <a:path w="981838" h="648817">
                  <a:moveTo>
                    <a:pt x="0" y="648817"/>
                  </a:moveTo>
                  <a:lnTo>
                    <a:pt x="1921" y="648817"/>
                  </a:lnTo>
                  <a:lnTo>
                    <a:pt x="3842" y="648817"/>
                  </a:lnTo>
                  <a:lnTo>
                    <a:pt x="5764" y="648817"/>
                  </a:lnTo>
                  <a:lnTo>
                    <a:pt x="7685" y="648817"/>
                  </a:lnTo>
                  <a:lnTo>
                    <a:pt x="9607" y="648817"/>
                  </a:lnTo>
                  <a:lnTo>
                    <a:pt x="11528" y="648817"/>
                  </a:lnTo>
                  <a:lnTo>
                    <a:pt x="13449" y="648817"/>
                  </a:lnTo>
                  <a:lnTo>
                    <a:pt x="15371" y="648817"/>
                  </a:lnTo>
                  <a:lnTo>
                    <a:pt x="17292" y="648817"/>
                  </a:lnTo>
                  <a:lnTo>
                    <a:pt x="19214" y="648817"/>
                  </a:lnTo>
                  <a:lnTo>
                    <a:pt x="21135" y="648817"/>
                  </a:lnTo>
                  <a:lnTo>
                    <a:pt x="23056" y="648817"/>
                  </a:lnTo>
                  <a:lnTo>
                    <a:pt x="24978" y="648817"/>
                  </a:lnTo>
                  <a:lnTo>
                    <a:pt x="26899" y="648817"/>
                  </a:lnTo>
                  <a:lnTo>
                    <a:pt x="28821" y="648817"/>
                  </a:lnTo>
                  <a:lnTo>
                    <a:pt x="30742" y="648817"/>
                  </a:lnTo>
                  <a:lnTo>
                    <a:pt x="32663" y="648817"/>
                  </a:lnTo>
                  <a:lnTo>
                    <a:pt x="34585" y="648817"/>
                  </a:lnTo>
                  <a:lnTo>
                    <a:pt x="36506" y="648817"/>
                  </a:lnTo>
                  <a:lnTo>
                    <a:pt x="38428" y="648817"/>
                  </a:lnTo>
                  <a:lnTo>
                    <a:pt x="40349" y="648817"/>
                  </a:lnTo>
                  <a:lnTo>
                    <a:pt x="42270" y="648817"/>
                  </a:lnTo>
                  <a:lnTo>
                    <a:pt x="44192" y="648817"/>
                  </a:lnTo>
                  <a:lnTo>
                    <a:pt x="46113" y="648817"/>
                  </a:lnTo>
                  <a:lnTo>
                    <a:pt x="48035" y="648817"/>
                  </a:lnTo>
                  <a:lnTo>
                    <a:pt x="49956" y="648817"/>
                  </a:lnTo>
                  <a:lnTo>
                    <a:pt x="51877" y="648816"/>
                  </a:lnTo>
                  <a:lnTo>
                    <a:pt x="53799" y="648816"/>
                  </a:lnTo>
                  <a:lnTo>
                    <a:pt x="55720" y="648814"/>
                  </a:lnTo>
                  <a:lnTo>
                    <a:pt x="57642" y="648810"/>
                  </a:lnTo>
                  <a:lnTo>
                    <a:pt x="59563" y="648800"/>
                  </a:lnTo>
                  <a:lnTo>
                    <a:pt x="61484" y="648781"/>
                  </a:lnTo>
                  <a:lnTo>
                    <a:pt x="63406" y="648742"/>
                  </a:lnTo>
                  <a:lnTo>
                    <a:pt x="65327" y="648669"/>
                  </a:lnTo>
                  <a:lnTo>
                    <a:pt x="67249" y="648537"/>
                  </a:lnTo>
                  <a:lnTo>
                    <a:pt x="69170" y="648307"/>
                  </a:lnTo>
                  <a:lnTo>
                    <a:pt x="71091" y="647923"/>
                  </a:lnTo>
                  <a:lnTo>
                    <a:pt x="73013" y="647312"/>
                  </a:lnTo>
                  <a:lnTo>
                    <a:pt x="74934" y="646340"/>
                  </a:lnTo>
                  <a:lnTo>
                    <a:pt x="76856" y="644908"/>
                  </a:lnTo>
                  <a:lnTo>
                    <a:pt x="78777" y="642895"/>
                  </a:lnTo>
                  <a:lnTo>
                    <a:pt x="80699" y="640197"/>
                  </a:lnTo>
                  <a:lnTo>
                    <a:pt x="82620" y="636744"/>
                  </a:lnTo>
                  <a:lnTo>
                    <a:pt x="84541" y="632525"/>
                  </a:lnTo>
                  <a:lnTo>
                    <a:pt x="86463" y="627605"/>
                  </a:lnTo>
                  <a:lnTo>
                    <a:pt x="88384" y="622132"/>
                  </a:lnTo>
                  <a:lnTo>
                    <a:pt x="90306" y="616329"/>
                  </a:lnTo>
                  <a:lnTo>
                    <a:pt x="92227" y="610467"/>
                  </a:lnTo>
                  <a:lnTo>
                    <a:pt x="94148" y="604832"/>
                  </a:lnTo>
                  <a:lnTo>
                    <a:pt x="96070" y="599675"/>
                  </a:lnTo>
                  <a:lnTo>
                    <a:pt x="97991" y="595167"/>
                  </a:lnTo>
                  <a:lnTo>
                    <a:pt x="99913" y="591371"/>
                  </a:lnTo>
                  <a:lnTo>
                    <a:pt x="101834" y="588240"/>
                  </a:lnTo>
                  <a:lnTo>
                    <a:pt x="103755" y="585578"/>
                  </a:lnTo>
                  <a:lnTo>
                    <a:pt x="105677" y="583120"/>
                  </a:lnTo>
                  <a:lnTo>
                    <a:pt x="107598" y="580628"/>
                  </a:lnTo>
                  <a:lnTo>
                    <a:pt x="109520" y="577903"/>
                  </a:lnTo>
                  <a:lnTo>
                    <a:pt x="111441" y="574794"/>
                  </a:lnTo>
                  <a:lnTo>
                    <a:pt x="113362" y="571192"/>
                  </a:lnTo>
                  <a:lnTo>
                    <a:pt x="115284" y="567001"/>
                  </a:lnTo>
                  <a:lnTo>
                    <a:pt x="117205" y="562114"/>
                  </a:lnTo>
                  <a:lnTo>
                    <a:pt x="119127" y="556397"/>
                  </a:lnTo>
                  <a:lnTo>
                    <a:pt x="121048" y="549695"/>
                  </a:lnTo>
                  <a:lnTo>
                    <a:pt x="122969" y="541861"/>
                  </a:lnTo>
                  <a:lnTo>
                    <a:pt x="124891" y="532784"/>
                  </a:lnTo>
                  <a:lnTo>
                    <a:pt x="126812" y="522421"/>
                  </a:lnTo>
                  <a:lnTo>
                    <a:pt x="128734" y="510793"/>
                  </a:lnTo>
                  <a:lnTo>
                    <a:pt x="130655" y="497860"/>
                  </a:lnTo>
                  <a:lnTo>
                    <a:pt x="132576" y="483724"/>
                  </a:lnTo>
                  <a:lnTo>
                    <a:pt x="134498" y="468265"/>
                  </a:lnTo>
                  <a:lnTo>
                    <a:pt x="136419" y="451206"/>
                  </a:lnTo>
                  <a:lnTo>
                    <a:pt x="138341" y="432116"/>
                  </a:lnTo>
                  <a:lnTo>
                    <a:pt x="140262" y="410474"/>
                  </a:lnTo>
                  <a:lnTo>
                    <a:pt x="142183" y="385761"/>
                  </a:lnTo>
                  <a:lnTo>
                    <a:pt x="144105" y="357584"/>
                  </a:lnTo>
                  <a:lnTo>
                    <a:pt x="146026" y="325789"/>
                  </a:lnTo>
                  <a:lnTo>
                    <a:pt x="147948" y="290556"/>
                  </a:lnTo>
                  <a:lnTo>
                    <a:pt x="149869" y="252454"/>
                  </a:lnTo>
                  <a:lnTo>
                    <a:pt x="151791" y="212440"/>
                  </a:lnTo>
                  <a:lnTo>
                    <a:pt x="153712" y="171817"/>
                  </a:lnTo>
                  <a:lnTo>
                    <a:pt x="155633" y="132128"/>
                  </a:lnTo>
                  <a:lnTo>
                    <a:pt x="157555" y="95206"/>
                  </a:lnTo>
                  <a:lnTo>
                    <a:pt x="159476" y="62862"/>
                  </a:lnTo>
                  <a:lnTo>
                    <a:pt x="161398" y="36344"/>
                  </a:lnTo>
                  <a:lnTo>
                    <a:pt x="163319" y="16670"/>
                  </a:lnTo>
                  <a:lnTo>
                    <a:pt x="165240" y="4474"/>
                  </a:lnTo>
                  <a:lnTo>
                    <a:pt x="167162" y="0"/>
                  </a:lnTo>
                  <a:lnTo>
                    <a:pt x="169083" y="3157"/>
                  </a:lnTo>
                  <a:lnTo>
                    <a:pt x="171005" y="13602"/>
                  </a:lnTo>
                  <a:lnTo>
                    <a:pt x="172926" y="30830"/>
                  </a:lnTo>
                  <a:lnTo>
                    <a:pt x="174847" y="54260"/>
                  </a:lnTo>
                  <a:lnTo>
                    <a:pt x="176769" y="83276"/>
                  </a:lnTo>
                  <a:lnTo>
                    <a:pt x="178690" y="117245"/>
                  </a:lnTo>
                  <a:lnTo>
                    <a:pt x="180612" y="155490"/>
                  </a:lnTo>
                  <a:lnTo>
                    <a:pt x="182533" y="197242"/>
                  </a:lnTo>
                  <a:lnTo>
                    <a:pt x="184454" y="241599"/>
                  </a:lnTo>
                  <a:lnTo>
                    <a:pt x="186376" y="287517"/>
                  </a:lnTo>
                  <a:lnTo>
                    <a:pt x="188297" y="333577"/>
                  </a:lnTo>
                  <a:lnTo>
                    <a:pt x="190219" y="378538"/>
                  </a:lnTo>
                  <a:lnTo>
                    <a:pt x="192140" y="421231"/>
                  </a:lnTo>
                  <a:lnTo>
                    <a:pt x="194061" y="460662"/>
                  </a:lnTo>
                  <a:lnTo>
                    <a:pt x="195983" y="496088"/>
                  </a:lnTo>
                  <a:lnTo>
                    <a:pt x="197904" y="527067"/>
                  </a:lnTo>
                  <a:lnTo>
                    <a:pt x="199826" y="553455"/>
                  </a:lnTo>
                  <a:lnTo>
                    <a:pt x="201747" y="575376"/>
                  </a:lnTo>
                  <a:lnTo>
                    <a:pt x="203668" y="593159"/>
                  </a:lnTo>
                  <a:lnTo>
                    <a:pt x="205590" y="607266"/>
                  </a:lnTo>
                  <a:lnTo>
                    <a:pt x="207511" y="618223"/>
                  </a:lnTo>
                  <a:lnTo>
                    <a:pt x="209433" y="626560"/>
                  </a:lnTo>
                  <a:lnTo>
                    <a:pt x="211354" y="632774"/>
                  </a:lnTo>
                  <a:lnTo>
                    <a:pt x="213275" y="637256"/>
                  </a:lnTo>
                  <a:lnTo>
                    <a:pt x="215197" y="640421"/>
                  </a:lnTo>
                  <a:lnTo>
                    <a:pt x="217118" y="642639"/>
                  </a:lnTo>
                  <a:lnTo>
                    <a:pt x="219040" y="644158"/>
                  </a:lnTo>
                  <a:lnTo>
                    <a:pt x="220961" y="645179"/>
                  </a:lnTo>
                  <a:lnTo>
                    <a:pt x="222883" y="645853"/>
                  </a:lnTo>
                  <a:lnTo>
                    <a:pt x="224804" y="646290"/>
                  </a:lnTo>
                  <a:lnTo>
                    <a:pt x="226725" y="646557"/>
                  </a:lnTo>
                  <a:lnTo>
                    <a:pt x="228647" y="646685"/>
                  </a:lnTo>
                  <a:lnTo>
                    <a:pt x="230568" y="646671"/>
                  </a:lnTo>
                  <a:lnTo>
                    <a:pt x="232490" y="646489"/>
                  </a:lnTo>
                  <a:lnTo>
                    <a:pt x="234411" y="646091"/>
                  </a:lnTo>
                  <a:lnTo>
                    <a:pt x="236332" y="645424"/>
                  </a:lnTo>
                  <a:lnTo>
                    <a:pt x="238254" y="644428"/>
                  </a:lnTo>
                  <a:lnTo>
                    <a:pt x="240175" y="643043"/>
                  </a:lnTo>
                  <a:lnTo>
                    <a:pt x="242097" y="641173"/>
                  </a:lnTo>
                  <a:lnTo>
                    <a:pt x="244018" y="638793"/>
                  </a:lnTo>
                  <a:lnTo>
                    <a:pt x="245939" y="635850"/>
                  </a:lnTo>
                  <a:lnTo>
                    <a:pt x="247861" y="632295"/>
                  </a:lnTo>
                  <a:lnTo>
                    <a:pt x="249782" y="628086"/>
                  </a:lnTo>
                  <a:lnTo>
                    <a:pt x="251704" y="623203"/>
                  </a:lnTo>
                  <a:lnTo>
                    <a:pt x="253625" y="617659"/>
                  </a:lnTo>
                  <a:lnTo>
                    <a:pt x="255546" y="611524"/>
                  </a:lnTo>
                  <a:lnTo>
                    <a:pt x="257468" y="604933"/>
                  </a:lnTo>
                  <a:lnTo>
                    <a:pt x="259389" y="598102"/>
                  </a:lnTo>
                  <a:lnTo>
                    <a:pt x="261311" y="591319"/>
                  </a:lnTo>
                  <a:lnTo>
                    <a:pt x="263232" y="584928"/>
                  </a:lnTo>
                  <a:lnTo>
                    <a:pt x="265153" y="579302"/>
                  </a:lnTo>
                  <a:lnTo>
                    <a:pt x="267075" y="574795"/>
                  </a:lnTo>
                  <a:lnTo>
                    <a:pt x="268996" y="571767"/>
                  </a:lnTo>
                  <a:lnTo>
                    <a:pt x="270918" y="570416"/>
                  </a:lnTo>
                  <a:lnTo>
                    <a:pt x="272839" y="570711"/>
                  </a:lnTo>
                  <a:lnTo>
                    <a:pt x="274760" y="572543"/>
                  </a:lnTo>
                  <a:lnTo>
                    <a:pt x="276682" y="575686"/>
                  </a:lnTo>
                  <a:lnTo>
                    <a:pt x="278603" y="579831"/>
                  </a:lnTo>
                  <a:lnTo>
                    <a:pt x="280525" y="584625"/>
                  </a:lnTo>
                  <a:lnTo>
                    <a:pt x="282446" y="589713"/>
                  </a:lnTo>
                  <a:lnTo>
                    <a:pt x="284367" y="594776"/>
                  </a:lnTo>
                  <a:lnTo>
                    <a:pt x="286289" y="599559"/>
                  </a:lnTo>
                  <a:lnTo>
                    <a:pt x="288210" y="603884"/>
                  </a:lnTo>
                  <a:lnTo>
                    <a:pt x="290132" y="607658"/>
                  </a:lnTo>
                  <a:lnTo>
                    <a:pt x="292053" y="610865"/>
                  </a:lnTo>
                  <a:lnTo>
                    <a:pt x="293975" y="613547"/>
                  </a:lnTo>
                  <a:lnTo>
                    <a:pt x="295896" y="615790"/>
                  </a:lnTo>
                  <a:lnTo>
                    <a:pt x="297817" y="617692"/>
                  </a:lnTo>
                  <a:lnTo>
                    <a:pt x="299739" y="619407"/>
                  </a:lnTo>
                  <a:lnTo>
                    <a:pt x="301660" y="621048"/>
                  </a:lnTo>
                  <a:lnTo>
                    <a:pt x="303582" y="622711"/>
                  </a:lnTo>
                  <a:lnTo>
                    <a:pt x="305503" y="624468"/>
                  </a:lnTo>
                  <a:lnTo>
                    <a:pt x="307424" y="626356"/>
                  </a:lnTo>
                  <a:lnTo>
                    <a:pt x="309346" y="628380"/>
                  </a:lnTo>
                  <a:lnTo>
                    <a:pt x="311267" y="630509"/>
                  </a:lnTo>
                  <a:lnTo>
                    <a:pt x="313189" y="632686"/>
                  </a:lnTo>
                  <a:lnTo>
                    <a:pt x="315110" y="634836"/>
                  </a:lnTo>
                  <a:lnTo>
                    <a:pt x="317031" y="636879"/>
                  </a:lnTo>
                  <a:lnTo>
                    <a:pt x="318953" y="638745"/>
                  </a:lnTo>
                  <a:lnTo>
                    <a:pt x="320874" y="640381"/>
                  </a:lnTo>
                  <a:lnTo>
                    <a:pt x="322796" y="641761"/>
                  </a:lnTo>
                  <a:lnTo>
                    <a:pt x="324717" y="642875"/>
                  </a:lnTo>
                  <a:lnTo>
                    <a:pt x="326638" y="643749"/>
                  </a:lnTo>
                  <a:lnTo>
                    <a:pt x="328560" y="644436"/>
                  </a:lnTo>
                  <a:lnTo>
                    <a:pt x="330481" y="644979"/>
                  </a:lnTo>
                  <a:lnTo>
                    <a:pt x="332403" y="645424"/>
                  </a:lnTo>
                  <a:lnTo>
                    <a:pt x="334324" y="645805"/>
                  </a:lnTo>
                  <a:lnTo>
                    <a:pt x="336245" y="646149"/>
                  </a:lnTo>
                  <a:lnTo>
                    <a:pt x="338167" y="646469"/>
                  </a:lnTo>
                  <a:lnTo>
                    <a:pt x="340088" y="646769"/>
                  </a:lnTo>
                  <a:lnTo>
                    <a:pt x="342010" y="647040"/>
                  </a:lnTo>
                  <a:lnTo>
                    <a:pt x="343931" y="647271"/>
                  </a:lnTo>
                  <a:lnTo>
                    <a:pt x="345852" y="647449"/>
                  </a:lnTo>
                  <a:lnTo>
                    <a:pt x="347774" y="647561"/>
                  </a:lnTo>
                  <a:lnTo>
                    <a:pt x="349695" y="647604"/>
                  </a:lnTo>
                  <a:lnTo>
                    <a:pt x="351617" y="647580"/>
                  </a:lnTo>
                  <a:lnTo>
                    <a:pt x="353538" y="647502"/>
                  </a:lnTo>
                  <a:lnTo>
                    <a:pt x="355459" y="647396"/>
                  </a:lnTo>
                  <a:lnTo>
                    <a:pt x="357381" y="647289"/>
                  </a:lnTo>
                  <a:lnTo>
                    <a:pt x="359302" y="647206"/>
                  </a:lnTo>
                  <a:lnTo>
                    <a:pt x="361224" y="647167"/>
                  </a:lnTo>
                  <a:lnTo>
                    <a:pt x="363145" y="647183"/>
                  </a:lnTo>
                  <a:lnTo>
                    <a:pt x="365067" y="647256"/>
                  </a:lnTo>
                  <a:lnTo>
                    <a:pt x="366988" y="647375"/>
                  </a:lnTo>
                  <a:lnTo>
                    <a:pt x="368909" y="647521"/>
                  </a:lnTo>
                  <a:lnTo>
                    <a:pt x="370831" y="647673"/>
                  </a:lnTo>
                  <a:lnTo>
                    <a:pt x="372752" y="647802"/>
                  </a:lnTo>
                  <a:lnTo>
                    <a:pt x="374674" y="647885"/>
                  </a:lnTo>
                  <a:lnTo>
                    <a:pt x="376595" y="647900"/>
                  </a:lnTo>
                  <a:lnTo>
                    <a:pt x="378516" y="647835"/>
                  </a:lnTo>
                  <a:lnTo>
                    <a:pt x="380438" y="647678"/>
                  </a:lnTo>
                  <a:lnTo>
                    <a:pt x="382359" y="647430"/>
                  </a:lnTo>
                  <a:lnTo>
                    <a:pt x="384281" y="647104"/>
                  </a:lnTo>
                  <a:lnTo>
                    <a:pt x="386202" y="646716"/>
                  </a:lnTo>
                  <a:lnTo>
                    <a:pt x="388123" y="646289"/>
                  </a:lnTo>
                  <a:lnTo>
                    <a:pt x="390045" y="645850"/>
                  </a:lnTo>
                  <a:lnTo>
                    <a:pt x="391966" y="645431"/>
                  </a:lnTo>
                  <a:lnTo>
                    <a:pt x="393888" y="645063"/>
                  </a:lnTo>
                  <a:lnTo>
                    <a:pt x="395809" y="644779"/>
                  </a:lnTo>
                  <a:lnTo>
                    <a:pt x="397730" y="644608"/>
                  </a:lnTo>
                  <a:lnTo>
                    <a:pt x="399652" y="644568"/>
                  </a:lnTo>
                  <a:lnTo>
                    <a:pt x="401573" y="644668"/>
                  </a:lnTo>
                  <a:lnTo>
                    <a:pt x="403495" y="644903"/>
                  </a:lnTo>
                  <a:lnTo>
                    <a:pt x="405416" y="645256"/>
                  </a:lnTo>
                  <a:lnTo>
                    <a:pt x="407337" y="645696"/>
                  </a:lnTo>
                  <a:lnTo>
                    <a:pt x="409259" y="646187"/>
                  </a:lnTo>
                  <a:lnTo>
                    <a:pt x="411180" y="646682"/>
                  </a:lnTo>
                  <a:lnTo>
                    <a:pt x="413102" y="647147"/>
                  </a:lnTo>
                  <a:lnTo>
                    <a:pt x="415023" y="647555"/>
                  </a:lnTo>
                  <a:lnTo>
                    <a:pt x="416944" y="647891"/>
                  </a:lnTo>
                  <a:lnTo>
                    <a:pt x="418866" y="648148"/>
                  </a:lnTo>
                  <a:lnTo>
                    <a:pt x="420787" y="648323"/>
                  </a:lnTo>
                  <a:lnTo>
                    <a:pt x="422709" y="648421"/>
                  </a:lnTo>
                  <a:lnTo>
                    <a:pt x="424630" y="648449"/>
                  </a:lnTo>
                  <a:lnTo>
                    <a:pt x="426551" y="648413"/>
                  </a:lnTo>
                  <a:lnTo>
                    <a:pt x="428473" y="648321"/>
                  </a:lnTo>
                  <a:lnTo>
                    <a:pt x="430394" y="648181"/>
                  </a:lnTo>
                  <a:lnTo>
                    <a:pt x="432316" y="648004"/>
                  </a:lnTo>
                  <a:lnTo>
                    <a:pt x="434237" y="647804"/>
                  </a:lnTo>
                  <a:lnTo>
                    <a:pt x="436159" y="647597"/>
                  </a:lnTo>
                  <a:lnTo>
                    <a:pt x="438080" y="647405"/>
                  </a:lnTo>
                  <a:lnTo>
                    <a:pt x="440001" y="647244"/>
                  </a:lnTo>
                  <a:lnTo>
                    <a:pt x="441923" y="647126"/>
                  </a:lnTo>
                  <a:lnTo>
                    <a:pt x="443844" y="647056"/>
                  </a:lnTo>
                  <a:lnTo>
                    <a:pt x="445766" y="647028"/>
                  </a:lnTo>
                  <a:lnTo>
                    <a:pt x="447687" y="647032"/>
                  </a:lnTo>
                  <a:lnTo>
                    <a:pt x="449608" y="647052"/>
                  </a:lnTo>
                  <a:lnTo>
                    <a:pt x="451530" y="647071"/>
                  </a:lnTo>
                  <a:lnTo>
                    <a:pt x="453451" y="647079"/>
                  </a:lnTo>
                  <a:lnTo>
                    <a:pt x="455373" y="647069"/>
                  </a:lnTo>
                  <a:lnTo>
                    <a:pt x="457294" y="647046"/>
                  </a:lnTo>
                  <a:lnTo>
                    <a:pt x="459215" y="647021"/>
                  </a:lnTo>
                  <a:lnTo>
                    <a:pt x="461137" y="647007"/>
                  </a:lnTo>
                  <a:lnTo>
                    <a:pt x="463058" y="647020"/>
                  </a:lnTo>
                  <a:lnTo>
                    <a:pt x="464980" y="647070"/>
                  </a:lnTo>
                  <a:lnTo>
                    <a:pt x="466901" y="647151"/>
                  </a:lnTo>
                  <a:lnTo>
                    <a:pt x="468822" y="647248"/>
                  </a:lnTo>
                  <a:lnTo>
                    <a:pt x="470744" y="647338"/>
                  </a:lnTo>
                  <a:lnTo>
                    <a:pt x="472665" y="647395"/>
                  </a:lnTo>
                  <a:lnTo>
                    <a:pt x="474587" y="647394"/>
                  </a:lnTo>
                  <a:lnTo>
                    <a:pt x="476508" y="647317"/>
                  </a:lnTo>
                  <a:lnTo>
                    <a:pt x="478429" y="647155"/>
                  </a:lnTo>
                  <a:lnTo>
                    <a:pt x="480351" y="646915"/>
                  </a:lnTo>
                  <a:lnTo>
                    <a:pt x="482272" y="646619"/>
                  </a:lnTo>
                  <a:lnTo>
                    <a:pt x="484194" y="646299"/>
                  </a:lnTo>
                  <a:lnTo>
                    <a:pt x="486115" y="645996"/>
                  </a:lnTo>
                  <a:lnTo>
                    <a:pt x="488036" y="645756"/>
                  </a:lnTo>
                  <a:lnTo>
                    <a:pt x="489958" y="645614"/>
                  </a:lnTo>
                  <a:lnTo>
                    <a:pt x="491879" y="645602"/>
                  </a:lnTo>
                  <a:lnTo>
                    <a:pt x="493801" y="645726"/>
                  </a:lnTo>
                  <a:lnTo>
                    <a:pt x="495722" y="645968"/>
                  </a:lnTo>
                  <a:lnTo>
                    <a:pt x="497643" y="646300"/>
                  </a:lnTo>
                  <a:lnTo>
                    <a:pt x="499565" y="646684"/>
                  </a:lnTo>
                  <a:lnTo>
                    <a:pt x="501486" y="647085"/>
                  </a:lnTo>
                  <a:lnTo>
                    <a:pt x="503408" y="647469"/>
                  </a:lnTo>
                  <a:lnTo>
                    <a:pt x="505329" y="647812"/>
                  </a:lnTo>
                  <a:lnTo>
                    <a:pt x="507250" y="648100"/>
                  </a:lnTo>
                  <a:lnTo>
                    <a:pt x="509172" y="648327"/>
                  </a:lnTo>
                  <a:lnTo>
                    <a:pt x="511093" y="648497"/>
                  </a:lnTo>
                  <a:lnTo>
                    <a:pt x="513015" y="648617"/>
                  </a:lnTo>
                  <a:lnTo>
                    <a:pt x="514936" y="648698"/>
                  </a:lnTo>
                  <a:lnTo>
                    <a:pt x="516858" y="648749"/>
                  </a:lnTo>
                  <a:lnTo>
                    <a:pt x="518779" y="648780"/>
                  </a:lnTo>
                  <a:lnTo>
                    <a:pt x="520700" y="648797"/>
                  </a:lnTo>
                  <a:lnTo>
                    <a:pt x="522622" y="648807"/>
                  </a:lnTo>
                  <a:lnTo>
                    <a:pt x="524543" y="648812"/>
                  </a:lnTo>
                  <a:lnTo>
                    <a:pt x="526465" y="648815"/>
                  </a:lnTo>
                  <a:lnTo>
                    <a:pt x="528386" y="648816"/>
                  </a:lnTo>
                  <a:lnTo>
                    <a:pt x="530307" y="648817"/>
                  </a:lnTo>
                  <a:lnTo>
                    <a:pt x="532229" y="648817"/>
                  </a:lnTo>
                  <a:lnTo>
                    <a:pt x="534150" y="648817"/>
                  </a:lnTo>
                  <a:lnTo>
                    <a:pt x="536072" y="648817"/>
                  </a:lnTo>
                  <a:lnTo>
                    <a:pt x="537993" y="648817"/>
                  </a:lnTo>
                  <a:lnTo>
                    <a:pt x="539914" y="648817"/>
                  </a:lnTo>
                  <a:lnTo>
                    <a:pt x="541836" y="648817"/>
                  </a:lnTo>
                  <a:lnTo>
                    <a:pt x="543757" y="648817"/>
                  </a:lnTo>
                  <a:lnTo>
                    <a:pt x="545679" y="648817"/>
                  </a:lnTo>
                  <a:lnTo>
                    <a:pt x="547600" y="648817"/>
                  </a:lnTo>
                  <a:lnTo>
                    <a:pt x="549521" y="648817"/>
                  </a:lnTo>
                  <a:lnTo>
                    <a:pt x="551443" y="648817"/>
                  </a:lnTo>
                  <a:lnTo>
                    <a:pt x="553364" y="648817"/>
                  </a:lnTo>
                  <a:lnTo>
                    <a:pt x="555286" y="648817"/>
                  </a:lnTo>
                  <a:lnTo>
                    <a:pt x="557207" y="648817"/>
                  </a:lnTo>
                  <a:lnTo>
                    <a:pt x="559128" y="648817"/>
                  </a:lnTo>
                  <a:lnTo>
                    <a:pt x="561050" y="648817"/>
                  </a:lnTo>
                  <a:lnTo>
                    <a:pt x="562971" y="648817"/>
                  </a:lnTo>
                  <a:lnTo>
                    <a:pt x="564893" y="648817"/>
                  </a:lnTo>
                  <a:lnTo>
                    <a:pt x="566814" y="648817"/>
                  </a:lnTo>
                  <a:lnTo>
                    <a:pt x="568735" y="648817"/>
                  </a:lnTo>
                  <a:lnTo>
                    <a:pt x="570657" y="648817"/>
                  </a:lnTo>
                  <a:lnTo>
                    <a:pt x="572578" y="648817"/>
                  </a:lnTo>
                  <a:lnTo>
                    <a:pt x="574500" y="648817"/>
                  </a:lnTo>
                  <a:lnTo>
                    <a:pt x="576421" y="648817"/>
                  </a:lnTo>
                  <a:lnTo>
                    <a:pt x="578342" y="648817"/>
                  </a:lnTo>
                  <a:lnTo>
                    <a:pt x="580264" y="648817"/>
                  </a:lnTo>
                  <a:lnTo>
                    <a:pt x="582185" y="648817"/>
                  </a:lnTo>
                  <a:lnTo>
                    <a:pt x="584107" y="648817"/>
                  </a:lnTo>
                  <a:lnTo>
                    <a:pt x="586028" y="648817"/>
                  </a:lnTo>
                  <a:lnTo>
                    <a:pt x="587950" y="648817"/>
                  </a:lnTo>
                  <a:lnTo>
                    <a:pt x="589871" y="648817"/>
                  </a:lnTo>
                  <a:lnTo>
                    <a:pt x="591792" y="648817"/>
                  </a:lnTo>
                  <a:lnTo>
                    <a:pt x="593714" y="648817"/>
                  </a:lnTo>
                  <a:lnTo>
                    <a:pt x="595635" y="648817"/>
                  </a:lnTo>
                  <a:lnTo>
                    <a:pt x="597557" y="648817"/>
                  </a:lnTo>
                  <a:lnTo>
                    <a:pt x="599478" y="648817"/>
                  </a:lnTo>
                  <a:lnTo>
                    <a:pt x="601399" y="648817"/>
                  </a:lnTo>
                  <a:lnTo>
                    <a:pt x="603321" y="648817"/>
                  </a:lnTo>
                  <a:lnTo>
                    <a:pt x="605242" y="648816"/>
                  </a:lnTo>
                  <a:lnTo>
                    <a:pt x="607164" y="648815"/>
                  </a:lnTo>
                  <a:lnTo>
                    <a:pt x="609085" y="648813"/>
                  </a:lnTo>
                  <a:lnTo>
                    <a:pt x="611006" y="648809"/>
                  </a:lnTo>
                  <a:lnTo>
                    <a:pt x="612928" y="648801"/>
                  </a:lnTo>
                  <a:lnTo>
                    <a:pt x="614849" y="648787"/>
                  </a:lnTo>
                  <a:lnTo>
                    <a:pt x="616771" y="648765"/>
                  </a:lnTo>
                  <a:lnTo>
                    <a:pt x="618692" y="648728"/>
                  </a:lnTo>
                  <a:lnTo>
                    <a:pt x="620613" y="648674"/>
                  </a:lnTo>
                  <a:lnTo>
                    <a:pt x="622535" y="648595"/>
                  </a:lnTo>
                  <a:lnTo>
                    <a:pt x="624456" y="648488"/>
                  </a:lnTo>
                  <a:lnTo>
                    <a:pt x="626378" y="648350"/>
                  </a:lnTo>
                  <a:lnTo>
                    <a:pt x="628299" y="648182"/>
                  </a:lnTo>
                  <a:lnTo>
                    <a:pt x="630220" y="647989"/>
                  </a:lnTo>
                  <a:lnTo>
                    <a:pt x="632142" y="647783"/>
                  </a:lnTo>
                  <a:lnTo>
                    <a:pt x="634063" y="647583"/>
                  </a:lnTo>
                  <a:lnTo>
                    <a:pt x="635985" y="647410"/>
                  </a:lnTo>
                  <a:lnTo>
                    <a:pt x="637906" y="647282"/>
                  </a:lnTo>
                  <a:lnTo>
                    <a:pt x="639827" y="647214"/>
                  </a:lnTo>
                  <a:lnTo>
                    <a:pt x="641749" y="647215"/>
                  </a:lnTo>
                  <a:lnTo>
                    <a:pt x="643670" y="647283"/>
                  </a:lnTo>
                  <a:lnTo>
                    <a:pt x="645592" y="647410"/>
                  </a:lnTo>
                  <a:lnTo>
                    <a:pt x="647513" y="647579"/>
                  </a:lnTo>
                  <a:lnTo>
                    <a:pt x="649434" y="647769"/>
                  </a:lnTo>
                  <a:lnTo>
                    <a:pt x="651356" y="647961"/>
                  </a:lnTo>
                  <a:lnTo>
                    <a:pt x="653277" y="648132"/>
                  </a:lnTo>
                  <a:lnTo>
                    <a:pt x="655199" y="648268"/>
                  </a:lnTo>
                  <a:lnTo>
                    <a:pt x="657120" y="648356"/>
                  </a:lnTo>
                  <a:lnTo>
                    <a:pt x="659042" y="648387"/>
                  </a:lnTo>
                  <a:lnTo>
                    <a:pt x="660963" y="648359"/>
                  </a:lnTo>
                  <a:lnTo>
                    <a:pt x="662884" y="648276"/>
                  </a:lnTo>
                  <a:lnTo>
                    <a:pt x="664806" y="648144"/>
                  </a:lnTo>
                  <a:lnTo>
                    <a:pt x="666727" y="647976"/>
                  </a:lnTo>
                  <a:lnTo>
                    <a:pt x="668649" y="647786"/>
                  </a:lnTo>
                  <a:lnTo>
                    <a:pt x="670570" y="647594"/>
                  </a:lnTo>
                  <a:lnTo>
                    <a:pt x="672491" y="647423"/>
                  </a:lnTo>
                  <a:lnTo>
                    <a:pt x="674413" y="647291"/>
                  </a:lnTo>
                  <a:lnTo>
                    <a:pt x="676334" y="647217"/>
                  </a:lnTo>
                  <a:lnTo>
                    <a:pt x="678256" y="647210"/>
                  </a:lnTo>
                  <a:lnTo>
                    <a:pt x="680177" y="647272"/>
                  </a:lnTo>
                  <a:lnTo>
                    <a:pt x="682098" y="647395"/>
                  </a:lnTo>
                  <a:lnTo>
                    <a:pt x="684020" y="647566"/>
                  </a:lnTo>
                  <a:lnTo>
                    <a:pt x="685941" y="647765"/>
                  </a:lnTo>
                  <a:lnTo>
                    <a:pt x="687863" y="647971"/>
                  </a:lnTo>
                  <a:lnTo>
                    <a:pt x="689784" y="648164"/>
                  </a:lnTo>
                  <a:lnTo>
                    <a:pt x="691705" y="648332"/>
                  </a:lnTo>
                  <a:lnTo>
                    <a:pt x="693627" y="648469"/>
                  </a:lnTo>
                  <a:lnTo>
                    <a:pt x="695548" y="648572"/>
                  </a:lnTo>
                  <a:lnTo>
                    <a:pt x="697470" y="648639"/>
                  </a:lnTo>
                  <a:lnTo>
                    <a:pt x="699391" y="648674"/>
                  </a:lnTo>
                  <a:lnTo>
                    <a:pt x="701312" y="648676"/>
                  </a:lnTo>
                  <a:lnTo>
                    <a:pt x="703234" y="648646"/>
                  </a:lnTo>
                  <a:lnTo>
                    <a:pt x="705155" y="648584"/>
                  </a:lnTo>
                  <a:lnTo>
                    <a:pt x="707077" y="648487"/>
                  </a:lnTo>
                  <a:lnTo>
                    <a:pt x="708998" y="648355"/>
                  </a:lnTo>
                  <a:lnTo>
                    <a:pt x="710919" y="648191"/>
                  </a:lnTo>
                  <a:lnTo>
                    <a:pt x="712841" y="648001"/>
                  </a:lnTo>
                  <a:lnTo>
                    <a:pt x="714762" y="647797"/>
                  </a:lnTo>
                  <a:lnTo>
                    <a:pt x="716684" y="647597"/>
                  </a:lnTo>
                  <a:lnTo>
                    <a:pt x="718605" y="647422"/>
                  </a:lnTo>
                  <a:lnTo>
                    <a:pt x="720526" y="647291"/>
                  </a:lnTo>
                  <a:lnTo>
                    <a:pt x="722448" y="647219"/>
                  </a:lnTo>
                  <a:lnTo>
                    <a:pt x="724369" y="647215"/>
                  </a:lnTo>
                  <a:lnTo>
                    <a:pt x="726291" y="647280"/>
                  </a:lnTo>
                  <a:lnTo>
                    <a:pt x="728212" y="647404"/>
                  </a:lnTo>
                  <a:lnTo>
                    <a:pt x="730134" y="647573"/>
                  </a:lnTo>
                  <a:lnTo>
                    <a:pt x="732055" y="647767"/>
                  </a:lnTo>
                  <a:lnTo>
                    <a:pt x="733976" y="647966"/>
                  </a:lnTo>
                  <a:lnTo>
                    <a:pt x="735898" y="648153"/>
                  </a:lnTo>
                  <a:lnTo>
                    <a:pt x="737819" y="648312"/>
                  </a:lnTo>
                  <a:lnTo>
                    <a:pt x="739741" y="648433"/>
                  </a:lnTo>
                  <a:lnTo>
                    <a:pt x="741662" y="648511"/>
                  </a:lnTo>
                  <a:lnTo>
                    <a:pt x="743583" y="648538"/>
                  </a:lnTo>
                  <a:lnTo>
                    <a:pt x="745505" y="648517"/>
                  </a:lnTo>
                  <a:lnTo>
                    <a:pt x="747426" y="648448"/>
                  </a:lnTo>
                  <a:lnTo>
                    <a:pt x="749348" y="648333"/>
                  </a:lnTo>
                  <a:lnTo>
                    <a:pt x="751269" y="648176"/>
                  </a:lnTo>
                  <a:lnTo>
                    <a:pt x="753190" y="647982"/>
                  </a:lnTo>
                  <a:lnTo>
                    <a:pt x="755112" y="647763"/>
                  </a:lnTo>
                  <a:lnTo>
                    <a:pt x="757033" y="647531"/>
                  </a:lnTo>
                  <a:lnTo>
                    <a:pt x="758955" y="647302"/>
                  </a:lnTo>
                  <a:lnTo>
                    <a:pt x="760876" y="647090"/>
                  </a:lnTo>
                  <a:lnTo>
                    <a:pt x="762797" y="646907"/>
                  </a:lnTo>
                  <a:lnTo>
                    <a:pt x="764719" y="646761"/>
                  </a:lnTo>
                  <a:lnTo>
                    <a:pt x="766640" y="646654"/>
                  </a:lnTo>
                  <a:lnTo>
                    <a:pt x="768562" y="646585"/>
                  </a:lnTo>
                  <a:lnTo>
                    <a:pt x="770483" y="646550"/>
                  </a:lnTo>
                  <a:lnTo>
                    <a:pt x="772404" y="646548"/>
                  </a:lnTo>
                  <a:lnTo>
                    <a:pt x="774326" y="646575"/>
                  </a:lnTo>
                  <a:lnTo>
                    <a:pt x="776247" y="646635"/>
                  </a:lnTo>
                  <a:lnTo>
                    <a:pt x="778169" y="646731"/>
                  </a:lnTo>
                  <a:lnTo>
                    <a:pt x="780090" y="646865"/>
                  </a:lnTo>
                  <a:lnTo>
                    <a:pt x="782011" y="647037"/>
                  </a:lnTo>
                  <a:lnTo>
                    <a:pt x="783933" y="647240"/>
                  </a:lnTo>
                  <a:lnTo>
                    <a:pt x="785854" y="647465"/>
                  </a:lnTo>
                  <a:lnTo>
                    <a:pt x="787776" y="647698"/>
                  </a:lnTo>
                  <a:lnTo>
                    <a:pt x="789697" y="647926"/>
                  </a:lnTo>
                  <a:lnTo>
                    <a:pt x="791618" y="648135"/>
                  </a:lnTo>
                  <a:lnTo>
                    <a:pt x="793540" y="648317"/>
                  </a:lnTo>
                  <a:lnTo>
                    <a:pt x="795461" y="648466"/>
                  </a:lnTo>
                  <a:lnTo>
                    <a:pt x="797383" y="648581"/>
                  </a:lnTo>
                  <a:lnTo>
                    <a:pt x="799304" y="648664"/>
                  </a:lnTo>
                  <a:lnTo>
                    <a:pt x="801226" y="648721"/>
                  </a:lnTo>
                  <a:lnTo>
                    <a:pt x="803147" y="648760"/>
                  </a:lnTo>
                  <a:lnTo>
                    <a:pt x="805068" y="648784"/>
                  </a:lnTo>
                  <a:lnTo>
                    <a:pt x="806990" y="648799"/>
                  </a:lnTo>
                  <a:lnTo>
                    <a:pt x="808911" y="648808"/>
                  </a:lnTo>
                  <a:lnTo>
                    <a:pt x="810833" y="648812"/>
                  </a:lnTo>
                  <a:lnTo>
                    <a:pt x="812754" y="648815"/>
                  </a:lnTo>
                  <a:lnTo>
                    <a:pt x="814675" y="648816"/>
                  </a:lnTo>
                  <a:lnTo>
                    <a:pt x="816597" y="648816"/>
                  </a:lnTo>
                  <a:lnTo>
                    <a:pt x="818518" y="648817"/>
                  </a:lnTo>
                  <a:lnTo>
                    <a:pt x="820440" y="648817"/>
                  </a:lnTo>
                  <a:lnTo>
                    <a:pt x="822361" y="648817"/>
                  </a:lnTo>
                  <a:lnTo>
                    <a:pt x="824282" y="648817"/>
                  </a:lnTo>
                  <a:lnTo>
                    <a:pt x="826204" y="648817"/>
                  </a:lnTo>
                  <a:lnTo>
                    <a:pt x="828125" y="648817"/>
                  </a:lnTo>
                  <a:lnTo>
                    <a:pt x="830047" y="648817"/>
                  </a:lnTo>
                  <a:lnTo>
                    <a:pt x="831968" y="648817"/>
                  </a:lnTo>
                  <a:lnTo>
                    <a:pt x="833889" y="648817"/>
                  </a:lnTo>
                  <a:lnTo>
                    <a:pt x="835811" y="648817"/>
                  </a:lnTo>
                  <a:lnTo>
                    <a:pt x="837732" y="648817"/>
                  </a:lnTo>
                  <a:lnTo>
                    <a:pt x="839654" y="648817"/>
                  </a:lnTo>
                  <a:lnTo>
                    <a:pt x="841575" y="648817"/>
                  </a:lnTo>
                  <a:lnTo>
                    <a:pt x="843496" y="648817"/>
                  </a:lnTo>
                  <a:lnTo>
                    <a:pt x="845418" y="648817"/>
                  </a:lnTo>
                  <a:lnTo>
                    <a:pt x="847339" y="648817"/>
                  </a:lnTo>
                  <a:lnTo>
                    <a:pt x="849261" y="648817"/>
                  </a:lnTo>
                  <a:lnTo>
                    <a:pt x="851182" y="648817"/>
                  </a:lnTo>
                  <a:lnTo>
                    <a:pt x="853103" y="648817"/>
                  </a:lnTo>
                  <a:lnTo>
                    <a:pt x="855025" y="648817"/>
                  </a:lnTo>
                  <a:lnTo>
                    <a:pt x="856946" y="648817"/>
                  </a:lnTo>
                  <a:lnTo>
                    <a:pt x="858868" y="648817"/>
                  </a:lnTo>
                  <a:lnTo>
                    <a:pt x="860789" y="648817"/>
                  </a:lnTo>
                  <a:lnTo>
                    <a:pt x="862710" y="648817"/>
                  </a:lnTo>
                  <a:lnTo>
                    <a:pt x="864632" y="648817"/>
                  </a:lnTo>
                  <a:lnTo>
                    <a:pt x="866553" y="648817"/>
                  </a:lnTo>
                  <a:lnTo>
                    <a:pt x="868475" y="648817"/>
                  </a:lnTo>
                  <a:lnTo>
                    <a:pt x="870396" y="648817"/>
                  </a:lnTo>
                  <a:lnTo>
                    <a:pt x="872318" y="648817"/>
                  </a:lnTo>
                  <a:lnTo>
                    <a:pt x="874239" y="648817"/>
                  </a:lnTo>
                  <a:lnTo>
                    <a:pt x="876160" y="648817"/>
                  </a:lnTo>
                  <a:lnTo>
                    <a:pt x="878082" y="648817"/>
                  </a:lnTo>
                  <a:lnTo>
                    <a:pt x="880003" y="648817"/>
                  </a:lnTo>
                  <a:lnTo>
                    <a:pt x="881925" y="648817"/>
                  </a:lnTo>
                  <a:lnTo>
                    <a:pt x="883846" y="648817"/>
                  </a:lnTo>
                  <a:lnTo>
                    <a:pt x="885767" y="648817"/>
                  </a:lnTo>
                  <a:lnTo>
                    <a:pt x="887689" y="648816"/>
                  </a:lnTo>
                  <a:lnTo>
                    <a:pt x="889610" y="648816"/>
                  </a:lnTo>
                  <a:lnTo>
                    <a:pt x="891532" y="648815"/>
                  </a:lnTo>
                  <a:lnTo>
                    <a:pt x="893453" y="648812"/>
                  </a:lnTo>
                  <a:lnTo>
                    <a:pt x="895374" y="648807"/>
                  </a:lnTo>
                  <a:lnTo>
                    <a:pt x="897296" y="648798"/>
                  </a:lnTo>
                  <a:lnTo>
                    <a:pt x="899217" y="648782"/>
                  </a:lnTo>
                  <a:lnTo>
                    <a:pt x="901139" y="648756"/>
                  </a:lnTo>
                  <a:lnTo>
                    <a:pt x="903060" y="648716"/>
                  </a:lnTo>
                  <a:lnTo>
                    <a:pt x="904981" y="648656"/>
                  </a:lnTo>
                  <a:lnTo>
                    <a:pt x="906903" y="648571"/>
                  </a:lnTo>
                  <a:lnTo>
                    <a:pt x="908824" y="648457"/>
                  </a:lnTo>
                  <a:lnTo>
                    <a:pt x="910746" y="648309"/>
                  </a:lnTo>
                  <a:lnTo>
                    <a:pt x="912667" y="648133"/>
                  </a:lnTo>
                  <a:lnTo>
                    <a:pt x="914588" y="647936"/>
                  </a:lnTo>
                  <a:lnTo>
                    <a:pt x="916510" y="647733"/>
                  </a:lnTo>
                  <a:lnTo>
                    <a:pt x="918431" y="647541"/>
                  </a:lnTo>
                  <a:lnTo>
                    <a:pt x="920353" y="647379"/>
                  </a:lnTo>
                  <a:lnTo>
                    <a:pt x="922274" y="647265"/>
                  </a:lnTo>
                  <a:lnTo>
                    <a:pt x="924195" y="647214"/>
                  </a:lnTo>
                  <a:lnTo>
                    <a:pt x="926117" y="647230"/>
                  </a:lnTo>
                  <a:lnTo>
                    <a:pt x="928038" y="647314"/>
                  </a:lnTo>
                  <a:lnTo>
                    <a:pt x="929960" y="647454"/>
                  </a:lnTo>
                  <a:lnTo>
                    <a:pt x="931881" y="647634"/>
                  </a:lnTo>
                  <a:lnTo>
                    <a:pt x="933802" y="647835"/>
                  </a:lnTo>
                  <a:lnTo>
                    <a:pt x="935724" y="648038"/>
                  </a:lnTo>
                  <a:lnTo>
                    <a:pt x="937645" y="648226"/>
                  </a:lnTo>
                  <a:lnTo>
                    <a:pt x="939567" y="648387"/>
                  </a:lnTo>
                  <a:lnTo>
                    <a:pt x="941488" y="648517"/>
                  </a:lnTo>
                  <a:lnTo>
                    <a:pt x="943410" y="648616"/>
                  </a:lnTo>
                  <a:lnTo>
                    <a:pt x="945331" y="648688"/>
                  </a:lnTo>
                  <a:lnTo>
                    <a:pt x="947252" y="648738"/>
                  </a:lnTo>
                  <a:lnTo>
                    <a:pt x="949174" y="648771"/>
                  </a:lnTo>
                  <a:lnTo>
                    <a:pt x="951095" y="648791"/>
                  </a:lnTo>
                  <a:lnTo>
                    <a:pt x="953017" y="648803"/>
                  </a:lnTo>
                  <a:lnTo>
                    <a:pt x="954938" y="648810"/>
                  </a:lnTo>
                  <a:lnTo>
                    <a:pt x="956859" y="648814"/>
                  </a:lnTo>
                  <a:lnTo>
                    <a:pt x="958781" y="648815"/>
                  </a:lnTo>
                  <a:lnTo>
                    <a:pt x="960702" y="648816"/>
                  </a:lnTo>
                  <a:lnTo>
                    <a:pt x="962624" y="648817"/>
                  </a:lnTo>
                  <a:lnTo>
                    <a:pt x="964545" y="648817"/>
                  </a:lnTo>
                  <a:lnTo>
                    <a:pt x="966466" y="648817"/>
                  </a:lnTo>
                  <a:lnTo>
                    <a:pt x="968388" y="648817"/>
                  </a:lnTo>
                  <a:lnTo>
                    <a:pt x="970309" y="648817"/>
                  </a:lnTo>
                  <a:lnTo>
                    <a:pt x="972231" y="648817"/>
                  </a:lnTo>
                  <a:lnTo>
                    <a:pt x="974152" y="648817"/>
                  </a:lnTo>
                  <a:lnTo>
                    <a:pt x="976073" y="648817"/>
                  </a:lnTo>
                  <a:lnTo>
                    <a:pt x="977995" y="648817"/>
                  </a:lnTo>
                  <a:lnTo>
                    <a:pt x="979916" y="648817"/>
                  </a:lnTo>
                  <a:lnTo>
                    <a:pt x="981838" y="648817"/>
                  </a:lnTo>
                  <a:lnTo>
                    <a:pt x="979916" y="648817"/>
                  </a:lnTo>
                  <a:lnTo>
                    <a:pt x="977995" y="648817"/>
                  </a:lnTo>
                  <a:lnTo>
                    <a:pt x="976073" y="648817"/>
                  </a:lnTo>
                  <a:lnTo>
                    <a:pt x="974152" y="648817"/>
                  </a:lnTo>
                  <a:lnTo>
                    <a:pt x="972231" y="648817"/>
                  </a:lnTo>
                  <a:lnTo>
                    <a:pt x="970309" y="648817"/>
                  </a:lnTo>
                  <a:lnTo>
                    <a:pt x="968388" y="648817"/>
                  </a:lnTo>
                  <a:lnTo>
                    <a:pt x="966466" y="648817"/>
                  </a:lnTo>
                  <a:lnTo>
                    <a:pt x="964545" y="648817"/>
                  </a:lnTo>
                  <a:lnTo>
                    <a:pt x="962624" y="648817"/>
                  </a:lnTo>
                  <a:lnTo>
                    <a:pt x="960702" y="648817"/>
                  </a:lnTo>
                  <a:lnTo>
                    <a:pt x="958781" y="648817"/>
                  </a:lnTo>
                  <a:lnTo>
                    <a:pt x="956859" y="648817"/>
                  </a:lnTo>
                  <a:lnTo>
                    <a:pt x="954938" y="648817"/>
                  </a:lnTo>
                  <a:lnTo>
                    <a:pt x="953017" y="648817"/>
                  </a:lnTo>
                  <a:lnTo>
                    <a:pt x="951095" y="648817"/>
                  </a:lnTo>
                  <a:lnTo>
                    <a:pt x="949174" y="648817"/>
                  </a:lnTo>
                  <a:lnTo>
                    <a:pt x="947252" y="648817"/>
                  </a:lnTo>
                  <a:lnTo>
                    <a:pt x="945331" y="648817"/>
                  </a:lnTo>
                  <a:lnTo>
                    <a:pt x="943410" y="648817"/>
                  </a:lnTo>
                  <a:lnTo>
                    <a:pt x="941488" y="648817"/>
                  </a:lnTo>
                  <a:lnTo>
                    <a:pt x="939567" y="648817"/>
                  </a:lnTo>
                  <a:lnTo>
                    <a:pt x="937645" y="648817"/>
                  </a:lnTo>
                  <a:lnTo>
                    <a:pt x="935724" y="648817"/>
                  </a:lnTo>
                  <a:lnTo>
                    <a:pt x="933802" y="648817"/>
                  </a:lnTo>
                  <a:lnTo>
                    <a:pt x="931881" y="648817"/>
                  </a:lnTo>
                  <a:lnTo>
                    <a:pt x="929960" y="648817"/>
                  </a:lnTo>
                  <a:lnTo>
                    <a:pt x="928038" y="648817"/>
                  </a:lnTo>
                  <a:lnTo>
                    <a:pt x="926117" y="648817"/>
                  </a:lnTo>
                  <a:lnTo>
                    <a:pt x="924195" y="648817"/>
                  </a:lnTo>
                  <a:lnTo>
                    <a:pt x="922274" y="648817"/>
                  </a:lnTo>
                  <a:lnTo>
                    <a:pt x="920353" y="648817"/>
                  </a:lnTo>
                  <a:lnTo>
                    <a:pt x="918431" y="648817"/>
                  </a:lnTo>
                  <a:lnTo>
                    <a:pt x="916510" y="648817"/>
                  </a:lnTo>
                  <a:lnTo>
                    <a:pt x="914588" y="648817"/>
                  </a:lnTo>
                  <a:lnTo>
                    <a:pt x="912667" y="648817"/>
                  </a:lnTo>
                  <a:lnTo>
                    <a:pt x="910746" y="648817"/>
                  </a:lnTo>
                  <a:lnTo>
                    <a:pt x="908824" y="648817"/>
                  </a:lnTo>
                  <a:lnTo>
                    <a:pt x="906903" y="648817"/>
                  </a:lnTo>
                  <a:lnTo>
                    <a:pt x="904981" y="648817"/>
                  </a:lnTo>
                  <a:lnTo>
                    <a:pt x="903060" y="648817"/>
                  </a:lnTo>
                  <a:lnTo>
                    <a:pt x="901139" y="648817"/>
                  </a:lnTo>
                  <a:lnTo>
                    <a:pt x="899217" y="648817"/>
                  </a:lnTo>
                  <a:lnTo>
                    <a:pt x="897296" y="648817"/>
                  </a:lnTo>
                  <a:lnTo>
                    <a:pt x="895374" y="648817"/>
                  </a:lnTo>
                  <a:lnTo>
                    <a:pt x="893453" y="648817"/>
                  </a:lnTo>
                  <a:lnTo>
                    <a:pt x="891532" y="648817"/>
                  </a:lnTo>
                  <a:lnTo>
                    <a:pt x="889610" y="648817"/>
                  </a:lnTo>
                  <a:lnTo>
                    <a:pt x="887689" y="648817"/>
                  </a:lnTo>
                  <a:lnTo>
                    <a:pt x="885767" y="648817"/>
                  </a:lnTo>
                  <a:lnTo>
                    <a:pt x="883846" y="648817"/>
                  </a:lnTo>
                  <a:lnTo>
                    <a:pt x="881925" y="648817"/>
                  </a:lnTo>
                  <a:lnTo>
                    <a:pt x="880003" y="648817"/>
                  </a:lnTo>
                  <a:lnTo>
                    <a:pt x="878082" y="648817"/>
                  </a:lnTo>
                  <a:lnTo>
                    <a:pt x="876160" y="648817"/>
                  </a:lnTo>
                  <a:lnTo>
                    <a:pt x="874239" y="648817"/>
                  </a:lnTo>
                  <a:lnTo>
                    <a:pt x="872318" y="648817"/>
                  </a:lnTo>
                  <a:lnTo>
                    <a:pt x="870396" y="648817"/>
                  </a:lnTo>
                  <a:lnTo>
                    <a:pt x="868475" y="648817"/>
                  </a:lnTo>
                  <a:lnTo>
                    <a:pt x="866553" y="648817"/>
                  </a:lnTo>
                  <a:lnTo>
                    <a:pt x="864632" y="648817"/>
                  </a:lnTo>
                  <a:lnTo>
                    <a:pt x="862710" y="648817"/>
                  </a:lnTo>
                  <a:lnTo>
                    <a:pt x="860789" y="648817"/>
                  </a:lnTo>
                  <a:lnTo>
                    <a:pt x="858868" y="648817"/>
                  </a:lnTo>
                  <a:lnTo>
                    <a:pt x="856946" y="648817"/>
                  </a:lnTo>
                  <a:lnTo>
                    <a:pt x="855025" y="648817"/>
                  </a:lnTo>
                  <a:lnTo>
                    <a:pt x="853103" y="648817"/>
                  </a:lnTo>
                  <a:lnTo>
                    <a:pt x="851182" y="648817"/>
                  </a:lnTo>
                  <a:lnTo>
                    <a:pt x="849261" y="648817"/>
                  </a:lnTo>
                  <a:lnTo>
                    <a:pt x="847339" y="648817"/>
                  </a:lnTo>
                  <a:lnTo>
                    <a:pt x="845418" y="648817"/>
                  </a:lnTo>
                  <a:lnTo>
                    <a:pt x="843496" y="648817"/>
                  </a:lnTo>
                  <a:lnTo>
                    <a:pt x="841575" y="648817"/>
                  </a:lnTo>
                  <a:lnTo>
                    <a:pt x="839654" y="648817"/>
                  </a:lnTo>
                  <a:lnTo>
                    <a:pt x="837732" y="648817"/>
                  </a:lnTo>
                  <a:lnTo>
                    <a:pt x="835811" y="648817"/>
                  </a:lnTo>
                  <a:lnTo>
                    <a:pt x="833889" y="648817"/>
                  </a:lnTo>
                  <a:lnTo>
                    <a:pt x="831968" y="648817"/>
                  </a:lnTo>
                  <a:lnTo>
                    <a:pt x="830047" y="648817"/>
                  </a:lnTo>
                  <a:lnTo>
                    <a:pt x="828125" y="648817"/>
                  </a:lnTo>
                  <a:lnTo>
                    <a:pt x="826204" y="648817"/>
                  </a:lnTo>
                  <a:lnTo>
                    <a:pt x="824282" y="648817"/>
                  </a:lnTo>
                  <a:lnTo>
                    <a:pt x="822361" y="648817"/>
                  </a:lnTo>
                  <a:lnTo>
                    <a:pt x="820440" y="648817"/>
                  </a:lnTo>
                  <a:lnTo>
                    <a:pt x="818518" y="648817"/>
                  </a:lnTo>
                  <a:lnTo>
                    <a:pt x="816597" y="648817"/>
                  </a:lnTo>
                  <a:lnTo>
                    <a:pt x="814675" y="648817"/>
                  </a:lnTo>
                  <a:lnTo>
                    <a:pt x="812754" y="648817"/>
                  </a:lnTo>
                  <a:lnTo>
                    <a:pt x="810833" y="648817"/>
                  </a:lnTo>
                  <a:lnTo>
                    <a:pt x="808911" y="648817"/>
                  </a:lnTo>
                  <a:lnTo>
                    <a:pt x="806990" y="648817"/>
                  </a:lnTo>
                  <a:lnTo>
                    <a:pt x="805068" y="648817"/>
                  </a:lnTo>
                  <a:lnTo>
                    <a:pt x="803147" y="648817"/>
                  </a:lnTo>
                  <a:lnTo>
                    <a:pt x="801226" y="648817"/>
                  </a:lnTo>
                  <a:lnTo>
                    <a:pt x="799304" y="648817"/>
                  </a:lnTo>
                  <a:lnTo>
                    <a:pt x="797383" y="648817"/>
                  </a:lnTo>
                  <a:lnTo>
                    <a:pt x="795461" y="648817"/>
                  </a:lnTo>
                  <a:lnTo>
                    <a:pt x="793540" y="648817"/>
                  </a:lnTo>
                  <a:lnTo>
                    <a:pt x="791618" y="648817"/>
                  </a:lnTo>
                  <a:lnTo>
                    <a:pt x="789697" y="648817"/>
                  </a:lnTo>
                  <a:lnTo>
                    <a:pt x="787776" y="648817"/>
                  </a:lnTo>
                  <a:lnTo>
                    <a:pt x="785854" y="648817"/>
                  </a:lnTo>
                  <a:lnTo>
                    <a:pt x="783933" y="648817"/>
                  </a:lnTo>
                  <a:lnTo>
                    <a:pt x="782011" y="648817"/>
                  </a:lnTo>
                  <a:lnTo>
                    <a:pt x="780090" y="648817"/>
                  </a:lnTo>
                  <a:lnTo>
                    <a:pt x="778169" y="648817"/>
                  </a:lnTo>
                  <a:lnTo>
                    <a:pt x="776247" y="648817"/>
                  </a:lnTo>
                  <a:lnTo>
                    <a:pt x="774326" y="648817"/>
                  </a:lnTo>
                  <a:lnTo>
                    <a:pt x="772404" y="648817"/>
                  </a:lnTo>
                  <a:lnTo>
                    <a:pt x="770483" y="648817"/>
                  </a:lnTo>
                  <a:lnTo>
                    <a:pt x="768562" y="648817"/>
                  </a:lnTo>
                  <a:lnTo>
                    <a:pt x="766640" y="648817"/>
                  </a:lnTo>
                  <a:lnTo>
                    <a:pt x="764719" y="648817"/>
                  </a:lnTo>
                  <a:lnTo>
                    <a:pt x="762797" y="648817"/>
                  </a:lnTo>
                  <a:lnTo>
                    <a:pt x="760876" y="648817"/>
                  </a:lnTo>
                  <a:lnTo>
                    <a:pt x="758955" y="648817"/>
                  </a:lnTo>
                  <a:lnTo>
                    <a:pt x="757033" y="648817"/>
                  </a:lnTo>
                  <a:lnTo>
                    <a:pt x="755112" y="648817"/>
                  </a:lnTo>
                  <a:lnTo>
                    <a:pt x="753190" y="648817"/>
                  </a:lnTo>
                  <a:lnTo>
                    <a:pt x="751269" y="648817"/>
                  </a:lnTo>
                  <a:lnTo>
                    <a:pt x="749348" y="648817"/>
                  </a:lnTo>
                  <a:lnTo>
                    <a:pt x="747426" y="648817"/>
                  </a:lnTo>
                  <a:lnTo>
                    <a:pt x="745505" y="648817"/>
                  </a:lnTo>
                  <a:lnTo>
                    <a:pt x="743583" y="648817"/>
                  </a:lnTo>
                  <a:lnTo>
                    <a:pt x="741662" y="648817"/>
                  </a:lnTo>
                  <a:lnTo>
                    <a:pt x="739741" y="648817"/>
                  </a:lnTo>
                  <a:lnTo>
                    <a:pt x="737819" y="648817"/>
                  </a:lnTo>
                  <a:lnTo>
                    <a:pt x="735898" y="648817"/>
                  </a:lnTo>
                  <a:lnTo>
                    <a:pt x="733976" y="648817"/>
                  </a:lnTo>
                  <a:lnTo>
                    <a:pt x="732055" y="648817"/>
                  </a:lnTo>
                  <a:lnTo>
                    <a:pt x="730134" y="648817"/>
                  </a:lnTo>
                  <a:lnTo>
                    <a:pt x="728212" y="648817"/>
                  </a:lnTo>
                  <a:lnTo>
                    <a:pt x="726291" y="648817"/>
                  </a:lnTo>
                  <a:lnTo>
                    <a:pt x="724369" y="648817"/>
                  </a:lnTo>
                  <a:lnTo>
                    <a:pt x="722448" y="648817"/>
                  </a:lnTo>
                  <a:lnTo>
                    <a:pt x="720526" y="648817"/>
                  </a:lnTo>
                  <a:lnTo>
                    <a:pt x="718605" y="648817"/>
                  </a:lnTo>
                  <a:lnTo>
                    <a:pt x="716684" y="648817"/>
                  </a:lnTo>
                  <a:lnTo>
                    <a:pt x="714762" y="648817"/>
                  </a:lnTo>
                  <a:lnTo>
                    <a:pt x="712841" y="648817"/>
                  </a:lnTo>
                  <a:lnTo>
                    <a:pt x="710919" y="648817"/>
                  </a:lnTo>
                  <a:lnTo>
                    <a:pt x="708998" y="648817"/>
                  </a:lnTo>
                  <a:lnTo>
                    <a:pt x="707077" y="648817"/>
                  </a:lnTo>
                  <a:lnTo>
                    <a:pt x="705155" y="648817"/>
                  </a:lnTo>
                  <a:lnTo>
                    <a:pt x="703234" y="648817"/>
                  </a:lnTo>
                  <a:lnTo>
                    <a:pt x="701312" y="648817"/>
                  </a:lnTo>
                  <a:lnTo>
                    <a:pt x="699391" y="648817"/>
                  </a:lnTo>
                  <a:lnTo>
                    <a:pt x="697470" y="648817"/>
                  </a:lnTo>
                  <a:lnTo>
                    <a:pt x="695548" y="648817"/>
                  </a:lnTo>
                  <a:lnTo>
                    <a:pt x="693627" y="648817"/>
                  </a:lnTo>
                  <a:lnTo>
                    <a:pt x="691705" y="648817"/>
                  </a:lnTo>
                  <a:lnTo>
                    <a:pt x="689784" y="648817"/>
                  </a:lnTo>
                  <a:lnTo>
                    <a:pt x="687863" y="648817"/>
                  </a:lnTo>
                  <a:lnTo>
                    <a:pt x="685941" y="648817"/>
                  </a:lnTo>
                  <a:lnTo>
                    <a:pt x="684020" y="648817"/>
                  </a:lnTo>
                  <a:lnTo>
                    <a:pt x="682098" y="648817"/>
                  </a:lnTo>
                  <a:lnTo>
                    <a:pt x="680177" y="648817"/>
                  </a:lnTo>
                  <a:lnTo>
                    <a:pt x="678256" y="648817"/>
                  </a:lnTo>
                  <a:lnTo>
                    <a:pt x="676334" y="648817"/>
                  </a:lnTo>
                  <a:lnTo>
                    <a:pt x="674413" y="648817"/>
                  </a:lnTo>
                  <a:lnTo>
                    <a:pt x="672491" y="648817"/>
                  </a:lnTo>
                  <a:lnTo>
                    <a:pt x="670570" y="648817"/>
                  </a:lnTo>
                  <a:lnTo>
                    <a:pt x="668649" y="648817"/>
                  </a:lnTo>
                  <a:lnTo>
                    <a:pt x="666727" y="648817"/>
                  </a:lnTo>
                  <a:lnTo>
                    <a:pt x="664806" y="648817"/>
                  </a:lnTo>
                  <a:lnTo>
                    <a:pt x="662884" y="648817"/>
                  </a:lnTo>
                  <a:lnTo>
                    <a:pt x="660963" y="648817"/>
                  </a:lnTo>
                  <a:lnTo>
                    <a:pt x="659042" y="648817"/>
                  </a:lnTo>
                  <a:lnTo>
                    <a:pt x="657120" y="648817"/>
                  </a:lnTo>
                  <a:lnTo>
                    <a:pt x="655199" y="648817"/>
                  </a:lnTo>
                  <a:lnTo>
                    <a:pt x="653277" y="648817"/>
                  </a:lnTo>
                  <a:lnTo>
                    <a:pt x="651356" y="648817"/>
                  </a:lnTo>
                  <a:lnTo>
                    <a:pt x="649434" y="648817"/>
                  </a:lnTo>
                  <a:lnTo>
                    <a:pt x="647513" y="648817"/>
                  </a:lnTo>
                  <a:lnTo>
                    <a:pt x="645592" y="648817"/>
                  </a:lnTo>
                  <a:lnTo>
                    <a:pt x="643670" y="648817"/>
                  </a:lnTo>
                  <a:lnTo>
                    <a:pt x="641749" y="648817"/>
                  </a:lnTo>
                  <a:lnTo>
                    <a:pt x="639827" y="648817"/>
                  </a:lnTo>
                  <a:lnTo>
                    <a:pt x="637906" y="648817"/>
                  </a:lnTo>
                  <a:lnTo>
                    <a:pt x="635985" y="648817"/>
                  </a:lnTo>
                  <a:lnTo>
                    <a:pt x="634063" y="648817"/>
                  </a:lnTo>
                  <a:lnTo>
                    <a:pt x="632142" y="648817"/>
                  </a:lnTo>
                  <a:lnTo>
                    <a:pt x="630220" y="648817"/>
                  </a:lnTo>
                  <a:lnTo>
                    <a:pt x="628299" y="648817"/>
                  </a:lnTo>
                  <a:lnTo>
                    <a:pt x="626378" y="648817"/>
                  </a:lnTo>
                  <a:lnTo>
                    <a:pt x="624456" y="648817"/>
                  </a:lnTo>
                  <a:lnTo>
                    <a:pt x="622535" y="648817"/>
                  </a:lnTo>
                  <a:lnTo>
                    <a:pt x="620613" y="648817"/>
                  </a:lnTo>
                  <a:lnTo>
                    <a:pt x="618692" y="648817"/>
                  </a:lnTo>
                  <a:lnTo>
                    <a:pt x="616771" y="648817"/>
                  </a:lnTo>
                  <a:lnTo>
                    <a:pt x="614849" y="648817"/>
                  </a:lnTo>
                  <a:lnTo>
                    <a:pt x="612928" y="648817"/>
                  </a:lnTo>
                  <a:lnTo>
                    <a:pt x="611006" y="648817"/>
                  </a:lnTo>
                  <a:lnTo>
                    <a:pt x="609085" y="648817"/>
                  </a:lnTo>
                  <a:lnTo>
                    <a:pt x="607164" y="648817"/>
                  </a:lnTo>
                  <a:lnTo>
                    <a:pt x="605242" y="648817"/>
                  </a:lnTo>
                  <a:lnTo>
                    <a:pt x="603321" y="648817"/>
                  </a:lnTo>
                  <a:lnTo>
                    <a:pt x="601399" y="648817"/>
                  </a:lnTo>
                  <a:lnTo>
                    <a:pt x="599478" y="648817"/>
                  </a:lnTo>
                  <a:lnTo>
                    <a:pt x="597557" y="648817"/>
                  </a:lnTo>
                  <a:lnTo>
                    <a:pt x="595635" y="648817"/>
                  </a:lnTo>
                  <a:lnTo>
                    <a:pt x="593714" y="648817"/>
                  </a:lnTo>
                  <a:lnTo>
                    <a:pt x="591792" y="648817"/>
                  </a:lnTo>
                  <a:lnTo>
                    <a:pt x="589871" y="648817"/>
                  </a:lnTo>
                  <a:lnTo>
                    <a:pt x="587950" y="648817"/>
                  </a:lnTo>
                  <a:lnTo>
                    <a:pt x="586028" y="648817"/>
                  </a:lnTo>
                  <a:lnTo>
                    <a:pt x="584107" y="648817"/>
                  </a:lnTo>
                  <a:lnTo>
                    <a:pt x="582185" y="648817"/>
                  </a:lnTo>
                  <a:lnTo>
                    <a:pt x="580264" y="648817"/>
                  </a:lnTo>
                  <a:lnTo>
                    <a:pt x="578342" y="648817"/>
                  </a:lnTo>
                  <a:lnTo>
                    <a:pt x="576421" y="648817"/>
                  </a:lnTo>
                  <a:lnTo>
                    <a:pt x="574500" y="648817"/>
                  </a:lnTo>
                  <a:lnTo>
                    <a:pt x="572578" y="648817"/>
                  </a:lnTo>
                  <a:lnTo>
                    <a:pt x="570657" y="648817"/>
                  </a:lnTo>
                  <a:lnTo>
                    <a:pt x="568735" y="648817"/>
                  </a:lnTo>
                  <a:lnTo>
                    <a:pt x="566814" y="648817"/>
                  </a:lnTo>
                  <a:lnTo>
                    <a:pt x="564893" y="648817"/>
                  </a:lnTo>
                  <a:lnTo>
                    <a:pt x="562971" y="648817"/>
                  </a:lnTo>
                  <a:lnTo>
                    <a:pt x="561050" y="648817"/>
                  </a:lnTo>
                  <a:lnTo>
                    <a:pt x="559128" y="648817"/>
                  </a:lnTo>
                  <a:lnTo>
                    <a:pt x="557207" y="648817"/>
                  </a:lnTo>
                  <a:lnTo>
                    <a:pt x="555286" y="648817"/>
                  </a:lnTo>
                  <a:lnTo>
                    <a:pt x="553364" y="648817"/>
                  </a:lnTo>
                  <a:lnTo>
                    <a:pt x="551443" y="648817"/>
                  </a:lnTo>
                  <a:lnTo>
                    <a:pt x="549521" y="648817"/>
                  </a:lnTo>
                  <a:lnTo>
                    <a:pt x="547600" y="648817"/>
                  </a:lnTo>
                  <a:lnTo>
                    <a:pt x="545679" y="648817"/>
                  </a:lnTo>
                  <a:lnTo>
                    <a:pt x="543757" y="648817"/>
                  </a:lnTo>
                  <a:lnTo>
                    <a:pt x="541836" y="648817"/>
                  </a:lnTo>
                  <a:lnTo>
                    <a:pt x="539914" y="648817"/>
                  </a:lnTo>
                  <a:lnTo>
                    <a:pt x="537993" y="648817"/>
                  </a:lnTo>
                  <a:lnTo>
                    <a:pt x="536072" y="648817"/>
                  </a:lnTo>
                  <a:lnTo>
                    <a:pt x="534150" y="648817"/>
                  </a:lnTo>
                  <a:lnTo>
                    <a:pt x="532229" y="648817"/>
                  </a:lnTo>
                  <a:lnTo>
                    <a:pt x="530307" y="648817"/>
                  </a:lnTo>
                  <a:lnTo>
                    <a:pt x="528386" y="648817"/>
                  </a:lnTo>
                  <a:lnTo>
                    <a:pt x="526465" y="648817"/>
                  </a:lnTo>
                  <a:lnTo>
                    <a:pt x="524543" y="648817"/>
                  </a:lnTo>
                  <a:lnTo>
                    <a:pt x="522622" y="648817"/>
                  </a:lnTo>
                  <a:lnTo>
                    <a:pt x="520700" y="648817"/>
                  </a:lnTo>
                  <a:lnTo>
                    <a:pt x="518779" y="648817"/>
                  </a:lnTo>
                  <a:lnTo>
                    <a:pt x="516858" y="648817"/>
                  </a:lnTo>
                  <a:lnTo>
                    <a:pt x="514936" y="648817"/>
                  </a:lnTo>
                  <a:lnTo>
                    <a:pt x="513015" y="648817"/>
                  </a:lnTo>
                  <a:lnTo>
                    <a:pt x="511093" y="648817"/>
                  </a:lnTo>
                  <a:lnTo>
                    <a:pt x="509172" y="648817"/>
                  </a:lnTo>
                  <a:lnTo>
                    <a:pt x="507250" y="648817"/>
                  </a:lnTo>
                  <a:lnTo>
                    <a:pt x="505329" y="648817"/>
                  </a:lnTo>
                  <a:lnTo>
                    <a:pt x="503408" y="648817"/>
                  </a:lnTo>
                  <a:lnTo>
                    <a:pt x="501486" y="648817"/>
                  </a:lnTo>
                  <a:lnTo>
                    <a:pt x="499565" y="648817"/>
                  </a:lnTo>
                  <a:lnTo>
                    <a:pt x="497643" y="648817"/>
                  </a:lnTo>
                  <a:lnTo>
                    <a:pt x="495722" y="648817"/>
                  </a:lnTo>
                  <a:lnTo>
                    <a:pt x="493801" y="648817"/>
                  </a:lnTo>
                  <a:lnTo>
                    <a:pt x="491879" y="648817"/>
                  </a:lnTo>
                  <a:lnTo>
                    <a:pt x="489958" y="648817"/>
                  </a:lnTo>
                  <a:lnTo>
                    <a:pt x="488036" y="648817"/>
                  </a:lnTo>
                  <a:lnTo>
                    <a:pt x="486115" y="648817"/>
                  </a:lnTo>
                  <a:lnTo>
                    <a:pt x="484194" y="648817"/>
                  </a:lnTo>
                  <a:lnTo>
                    <a:pt x="482272" y="648817"/>
                  </a:lnTo>
                  <a:lnTo>
                    <a:pt x="480351" y="648817"/>
                  </a:lnTo>
                  <a:lnTo>
                    <a:pt x="478429" y="648817"/>
                  </a:lnTo>
                  <a:lnTo>
                    <a:pt x="476508" y="648817"/>
                  </a:lnTo>
                  <a:lnTo>
                    <a:pt x="474587" y="648817"/>
                  </a:lnTo>
                  <a:lnTo>
                    <a:pt x="472665" y="648817"/>
                  </a:lnTo>
                  <a:lnTo>
                    <a:pt x="470744" y="648817"/>
                  </a:lnTo>
                  <a:lnTo>
                    <a:pt x="468822" y="648817"/>
                  </a:lnTo>
                  <a:lnTo>
                    <a:pt x="466901" y="648817"/>
                  </a:lnTo>
                  <a:lnTo>
                    <a:pt x="464980" y="648817"/>
                  </a:lnTo>
                  <a:lnTo>
                    <a:pt x="463058" y="648817"/>
                  </a:lnTo>
                  <a:lnTo>
                    <a:pt x="461137" y="648817"/>
                  </a:lnTo>
                  <a:lnTo>
                    <a:pt x="459215" y="648817"/>
                  </a:lnTo>
                  <a:lnTo>
                    <a:pt x="457294" y="648817"/>
                  </a:lnTo>
                  <a:lnTo>
                    <a:pt x="455373" y="648817"/>
                  </a:lnTo>
                  <a:lnTo>
                    <a:pt x="453451" y="648817"/>
                  </a:lnTo>
                  <a:lnTo>
                    <a:pt x="451530" y="648817"/>
                  </a:lnTo>
                  <a:lnTo>
                    <a:pt x="449608" y="648817"/>
                  </a:lnTo>
                  <a:lnTo>
                    <a:pt x="447687" y="648817"/>
                  </a:lnTo>
                  <a:lnTo>
                    <a:pt x="445766" y="648817"/>
                  </a:lnTo>
                  <a:lnTo>
                    <a:pt x="443844" y="648817"/>
                  </a:lnTo>
                  <a:lnTo>
                    <a:pt x="441923" y="648817"/>
                  </a:lnTo>
                  <a:lnTo>
                    <a:pt x="440001" y="648817"/>
                  </a:lnTo>
                  <a:lnTo>
                    <a:pt x="438080" y="648817"/>
                  </a:lnTo>
                  <a:lnTo>
                    <a:pt x="436159" y="648817"/>
                  </a:lnTo>
                  <a:lnTo>
                    <a:pt x="434237" y="648817"/>
                  </a:lnTo>
                  <a:lnTo>
                    <a:pt x="432316" y="648817"/>
                  </a:lnTo>
                  <a:lnTo>
                    <a:pt x="430394" y="648817"/>
                  </a:lnTo>
                  <a:lnTo>
                    <a:pt x="428473" y="648817"/>
                  </a:lnTo>
                  <a:lnTo>
                    <a:pt x="426551" y="648817"/>
                  </a:lnTo>
                  <a:lnTo>
                    <a:pt x="424630" y="648817"/>
                  </a:lnTo>
                  <a:lnTo>
                    <a:pt x="422709" y="648817"/>
                  </a:lnTo>
                  <a:lnTo>
                    <a:pt x="420787" y="648817"/>
                  </a:lnTo>
                  <a:lnTo>
                    <a:pt x="418866" y="648817"/>
                  </a:lnTo>
                  <a:lnTo>
                    <a:pt x="416944" y="648817"/>
                  </a:lnTo>
                  <a:lnTo>
                    <a:pt x="415023" y="648817"/>
                  </a:lnTo>
                  <a:lnTo>
                    <a:pt x="413102" y="648817"/>
                  </a:lnTo>
                  <a:lnTo>
                    <a:pt x="411180" y="648817"/>
                  </a:lnTo>
                  <a:lnTo>
                    <a:pt x="409259" y="648817"/>
                  </a:lnTo>
                  <a:lnTo>
                    <a:pt x="407337" y="648817"/>
                  </a:lnTo>
                  <a:lnTo>
                    <a:pt x="405416" y="648817"/>
                  </a:lnTo>
                  <a:lnTo>
                    <a:pt x="403495" y="648817"/>
                  </a:lnTo>
                  <a:lnTo>
                    <a:pt x="401573" y="648817"/>
                  </a:lnTo>
                  <a:lnTo>
                    <a:pt x="399652" y="648817"/>
                  </a:lnTo>
                  <a:lnTo>
                    <a:pt x="397730" y="648817"/>
                  </a:lnTo>
                  <a:lnTo>
                    <a:pt x="395809" y="648817"/>
                  </a:lnTo>
                  <a:lnTo>
                    <a:pt x="393888" y="648817"/>
                  </a:lnTo>
                  <a:lnTo>
                    <a:pt x="391966" y="648817"/>
                  </a:lnTo>
                  <a:lnTo>
                    <a:pt x="390045" y="648817"/>
                  </a:lnTo>
                  <a:lnTo>
                    <a:pt x="388123" y="648817"/>
                  </a:lnTo>
                  <a:lnTo>
                    <a:pt x="386202" y="648817"/>
                  </a:lnTo>
                  <a:lnTo>
                    <a:pt x="384281" y="648817"/>
                  </a:lnTo>
                  <a:lnTo>
                    <a:pt x="382359" y="648817"/>
                  </a:lnTo>
                  <a:lnTo>
                    <a:pt x="380438" y="648817"/>
                  </a:lnTo>
                  <a:lnTo>
                    <a:pt x="378516" y="648817"/>
                  </a:lnTo>
                  <a:lnTo>
                    <a:pt x="376595" y="648817"/>
                  </a:lnTo>
                  <a:lnTo>
                    <a:pt x="374674" y="648817"/>
                  </a:lnTo>
                  <a:lnTo>
                    <a:pt x="372752" y="648817"/>
                  </a:lnTo>
                  <a:lnTo>
                    <a:pt x="370831" y="648817"/>
                  </a:lnTo>
                  <a:lnTo>
                    <a:pt x="368909" y="648817"/>
                  </a:lnTo>
                  <a:lnTo>
                    <a:pt x="366988" y="648817"/>
                  </a:lnTo>
                  <a:lnTo>
                    <a:pt x="365067" y="648817"/>
                  </a:lnTo>
                  <a:lnTo>
                    <a:pt x="363145" y="648817"/>
                  </a:lnTo>
                  <a:lnTo>
                    <a:pt x="361224" y="648817"/>
                  </a:lnTo>
                  <a:lnTo>
                    <a:pt x="359302" y="648817"/>
                  </a:lnTo>
                  <a:lnTo>
                    <a:pt x="357381" y="648817"/>
                  </a:lnTo>
                  <a:lnTo>
                    <a:pt x="355459" y="648817"/>
                  </a:lnTo>
                  <a:lnTo>
                    <a:pt x="353538" y="648817"/>
                  </a:lnTo>
                  <a:lnTo>
                    <a:pt x="351617" y="648817"/>
                  </a:lnTo>
                  <a:lnTo>
                    <a:pt x="349695" y="648817"/>
                  </a:lnTo>
                  <a:lnTo>
                    <a:pt x="347774" y="648817"/>
                  </a:lnTo>
                  <a:lnTo>
                    <a:pt x="345852" y="648817"/>
                  </a:lnTo>
                  <a:lnTo>
                    <a:pt x="343931" y="648817"/>
                  </a:lnTo>
                  <a:lnTo>
                    <a:pt x="342010" y="648817"/>
                  </a:lnTo>
                  <a:lnTo>
                    <a:pt x="340088" y="648817"/>
                  </a:lnTo>
                  <a:lnTo>
                    <a:pt x="338167" y="648817"/>
                  </a:lnTo>
                  <a:lnTo>
                    <a:pt x="336245" y="648817"/>
                  </a:lnTo>
                  <a:lnTo>
                    <a:pt x="334324" y="648817"/>
                  </a:lnTo>
                  <a:lnTo>
                    <a:pt x="332403" y="648817"/>
                  </a:lnTo>
                  <a:lnTo>
                    <a:pt x="330481" y="648817"/>
                  </a:lnTo>
                  <a:lnTo>
                    <a:pt x="328560" y="648817"/>
                  </a:lnTo>
                  <a:lnTo>
                    <a:pt x="326638" y="648817"/>
                  </a:lnTo>
                  <a:lnTo>
                    <a:pt x="324717" y="648817"/>
                  </a:lnTo>
                  <a:lnTo>
                    <a:pt x="322796" y="648817"/>
                  </a:lnTo>
                  <a:lnTo>
                    <a:pt x="320874" y="648817"/>
                  </a:lnTo>
                  <a:lnTo>
                    <a:pt x="318953" y="648817"/>
                  </a:lnTo>
                  <a:lnTo>
                    <a:pt x="317031" y="648817"/>
                  </a:lnTo>
                  <a:lnTo>
                    <a:pt x="315110" y="648817"/>
                  </a:lnTo>
                  <a:lnTo>
                    <a:pt x="313189" y="648817"/>
                  </a:lnTo>
                  <a:lnTo>
                    <a:pt x="311267" y="648817"/>
                  </a:lnTo>
                  <a:lnTo>
                    <a:pt x="309346" y="648817"/>
                  </a:lnTo>
                  <a:lnTo>
                    <a:pt x="307424" y="648817"/>
                  </a:lnTo>
                  <a:lnTo>
                    <a:pt x="305503" y="648817"/>
                  </a:lnTo>
                  <a:lnTo>
                    <a:pt x="303582" y="648817"/>
                  </a:lnTo>
                  <a:lnTo>
                    <a:pt x="301660" y="648817"/>
                  </a:lnTo>
                  <a:lnTo>
                    <a:pt x="299739" y="648817"/>
                  </a:lnTo>
                  <a:lnTo>
                    <a:pt x="297817" y="648817"/>
                  </a:lnTo>
                  <a:lnTo>
                    <a:pt x="295896" y="648817"/>
                  </a:lnTo>
                  <a:lnTo>
                    <a:pt x="293975" y="648817"/>
                  </a:lnTo>
                  <a:lnTo>
                    <a:pt x="292053" y="648817"/>
                  </a:lnTo>
                  <a:lnTo>
                    <a:pt x="290132" y="648817"/>
                  </a:lnTo>
                  <a:lnTo>
                    <a:pt x="288210" y="648817"/>
                  </a:lnTo>
                  <a:lnTo>
                    <a:pt x="286289" y="648817"/>
                  </a:lnTo>
                  <a:lnTo>
                    <a:pt x="284367" y="648817"/>
                  </a:lnTo>
                  <a:lnTo>
                    <a:pt x="282446" y="648817"/>
                  </a:lnTo>
                  <a:lnTo>
                    <a:pt x="280525" y="648817"/>
                  </a:lnTo>
                  <a:lnTo>
                    <a:pt x="278603" y="648817"/>
                  </a:lnTo>
                  <a:lnTo>
                    <a:pt x="276682" y="648817"/>
                  </a:lnTo>
                  <a:lnTo>
                    <a:pt x="274760" y="648817"/>
                  </a:lnTo>
                  <a:lnTo>
                    <a:pt x="272839" y="648817"/>
                  </a:lnTo>
                  <a:lnTo>
                    <a:pt x="270918" y="648817"/>
                  </a:lnTo>
                  <a:lnTo>
                    <a:pt x="268996" y="648817"/>
                  </a:lnTo>
                  <a:lnTo>
                    <a:pt x="267075" y="648817"/>
                  </a:lnTo>
                  <a:lnTo>
                    <a:pt x="265153" y="648817"/>
                  </a:lnTo>
                  <a:lnTo>
                    <a:pt x="263232" y="648817"/>
                  </a:lnTo>
                  <a:lnTo>
                    <a:pt x="261311" y="648817"/>
                  </a:lnTo>
                  <a:lnTo>
                    <a:pt x="259389" y="648817"/>
                  </a:lnTo>
                  <a:lnTo>
                    <a:pt x="257468" y="648817"/>
                  </a:lnTo>
                  <a:lnTo>
                    <a:pt x="255546" y="648817"/>
                  </a:lnTo>
                  <a:lnTo>
                    <a:pt x="253625" y="648817"/>
                  </a:lnTo>
                  <a:lnTo>
                    <a:pt x="251704" y="648817"/>
                  </a:lnTo>
                  <a:lnTo>
                    <a:pt x="249782" y="648817"/>
                  </a:lnTo>
                  <a:lnTo>
                    <a:pt x="247861" y="648817"/>
                  </a:lnTo>
                  <a:lnTo>
                    <a:pt x="245939" y="648817"/>
                  </a:lnTo>
                  <a:lnTo>
                    <a:pt x="244018" y="648817"/>
                  </a:lnTo>
                  <a:lnTo>
                    <a:pt x="242097" y="648817"/>
                  </a:lnTo>
                  <a:lnTo>
                    <a:pt x="240175" y="648817"/>
                  </a:lnTo>
                  <a:lnTo>
                    <a:pt x="238254" y="648817"/>
                  </a:lnTo>
                  <a:lnTo>
                    <a:pt x="236332" y="648817"/>
                  </a:lnTo>
                  <a:lnTo>
                    <a:pt x="234411" y="648817"/>
                  </a:lnTo>
                  <a:lnTo>
                    <a:pt x="232490" y="648817"/>
                  </a:lnTo>
                  <a:lnTo>
                    <a:pt x="230568" y="648817"/>
                  </a:lnTo>
                  <a:lnTo>
                    <a:pt x="228647" y="648817"/>
                  </a:lnTo>
                  <a:lnTo>
                    <a:pt x="226725" y="648817"/>
                  </a:lnTo>
                  <a:lnTo>
                    <a:pt x="224804" y="648817"/>
                  </a:lnTo>
                  <a:lnTo>
                    <a:pt x="222883" y="648817"/>
                  </a:lnTo>
                  <a:lnTo>
                    <a:pt x="220961" y="648817"/>
                  </a:lnTo>
                  <a:lnTo>
                    <a:pt x="219040" y="648817"/>
                  </a:lnTo>
                  <a:lnTo>
                    <a:pt x="217118" y="648817"/>
                  </a:lnTo>
                  <a:lnTo>
                    <a:pt x="215197" y="648817"/>
                  </a:lnTo>
                  <a:lnTo>
                    <a:pt x="213275" y="648817"/>
                  </a:lnTo>
                  <a:lnTo>
                    <a:pt x="211354" y="648817"/>
                  </a:lnTo>
                  <a:lnTo>
                    <a:pt x="209433" y="648817"/>
                  </a:lnTo>
                  <a:lnTo>
                    <a:pt x="207511" y="648817"/>
                  </a:lnTo>
                  <a:lnTo>
                    <a:pt x="205590" y="648817"/>
                  </a:lnTo>
                  <a:lnTo>
                    <a:pt x="203668" y="648817"/>
                  </a:lnTo>
                  <a:lnTo>
                    <a:pt x="201747" y="648817"/>
                  </a:lnTo>
                  <a:lnTo>
                    <a:pt x="199826" y="648817"/>
                  </a:lnTo>
                  <a:lnTo>
                    <a:pt x="197904" y="648817"/>
                  </a:lnTo>
                  <a:lnTo>
                    <a:pt x="195983" y="648817"/>
                  </a:lnTo>
                  <a:lnTo>
                    <a:pt x="194061" y="648817"/>
                  </a:lnTo>
                  <a:lnTo>
                    <a:pt x="192140" y="648817"/>
                  </a:lnTo>
                  <a:lnTo>
                    <a:pt x="190219" y="648817"/>
                  </a:lnTo>
                  <a:lnTo>
                    <a:pt x="188297" y="648817"/>
                  </a:lnTo>
                  <a:lnTo>
                    <a:pt x="186376" y="648817"/>
                  </a:lnTo>
                  <a:lnTo>
                    <a:pt x="184454" y="648817"/>
                  </a:lnTo>
                  <a:lnTo>
                    <a:pt x="182533" y="648817"/>
                  </a:lnTo>
                  <a:lnTo>
                    <a:pt x="180612" y="648817"/>
                  </a:lnTo>
                  <a:lnTo>
                    <a:pt x="178690" y="648817"/>
                  </a:lnTo>
                  <a:lnTo>
                    <a:pt x="176769" y="648817"/>
                  </a:lnTo>
                  <a:lnTo>
                    <a:pt x="174847" y="648817"/>
                  </a:lnTo>
                  <a:lnTo>
                    <a:pt x="172926" y="648817"/>
                  </a:lnTo>
                  <a:lnTo>
                    <a:pt x="171005" y="648817"/>
                  </a:lnTo>
                  <a:lnTo>
                    <a:pt x="169083" y="648817"/>
                  </a:lnTo>
                  <a:lnTo>
                    <a:pt x="167162" y="648817"/>
                  </a:lnTo>
                  <a:lnTo>
                    <a:pt x="165240" y="648817"/>
                  </a:lnTo>
                  <a:lnTo>
                    <a:pt x="163319" y="648817"/>
                  </a:lnTo>
                  <a:lnTo>
                    <a:pt x="161398" y="648817"/>
                  </a:lnTo>
                  <a:lnTo>
                    <a:pt x="159476" y="648817"/>
                  </a:lnTo>
                  <a:lnTo>
                    <a:pt x="157555" y="648817"/>
                  </a:lnTo>
                  <a:lnTo>
                    <a:pt x="155633" y="648817"/>
                  </a:lnTo>
                  <a:lnTo>
                    <a:pt x="153712" y="648817"/>
                  </a:lnTo>
                  <a:lnTo>
                    <a:pt x="151791" y="648817"/>
                  </a:lnTo>
                  <a:lnTo>
                    <a:pt x="149869" y="648817"/>
                  </a:lnTo>
                  <a:lnTo>
                    <a:pt x="147948" y="648817"/>
                  </a:lnTo>
                  <a:lnTo>
                    <a:pt x="146026" y="648817"/>
                  </a:lnTo>
                  <a:lnTo>
                    <a:pt x="144105" y="648817"/>
                  </a:lnTo>
                  <a:lnTo>
                    <a:pt x="142183" y="648817"/>
                  </a:lnTo>
                  <a:lnTo>
                    <a:pt x="140262" y="648817"/>
                  </a:lnTo>
                  <a:lnTo>
                    <a:pt x="138341" y="648817"/>
                  </a:lnTo>
                  <a:lnTo>
                    <a:pt x="136419" y="648817"/>
                  </a:lnTo>
                  <a:lnTo>
                    <a:pt x="134498" y="648817"/>
                  </a:lnTo>
                  <a:lnTo>
                    <a:pt x="132576" y="648817"/>
                  </a:lnTo>
                  <a:lnTo>
                    <a:pt x="130655" y="648817"/>
                  </a:lnTo>
                  <a:lnTo>
                    <a:pt x="128734" y="648817"/>
                  </a:lnTo>
                  <a:lnTo>
                    <a:pt x="126812" y="648817"/>
                  </a:lnTo>
                  <a:lnTo>
                    <a:pt x="124891" y="648817"/>
                  </a:lnTo>
                  <a:lnTo>
                    <a:pt x="122969" y="648817"/>
                  </a:lnTo>
                  <a:lnTo>
                    <a:pt x="121048" y="648817"/>
                  </a:lnTo>
                  <a:lnTo>
                    <a:pt x="119127" y="648817"/>
                  </a:lnTo>
                  <a:lnTo>
                    <a:pt x="117205" y="648817"/>
                  </a:lnTo>
                  <a:lnTo>
                    <a:pt x="115284" y="648817"/>
                  </a:lnTo>
                  <a:lnTo>
                    <a:pt x="113362" y="648817"/>
                  </a:lnTo>
                  <a:lnTo>
                    <a:pt x="111441" y="648817"/>
                  </a:lnTo>
                  <a:lnTo>
                    <a:pt x="109520" y="648817"/>
                  </a:lnTo>
                  <a:lnTo>
                    <a:pt x="107598" y="648817"/>
                  </a:lnTo>
                  <a:lnTo>
                    <a:pt x="105677" y="648817"/>
                  </a:lnTo>
                  <a:lnTo>
                    <a:pt x="103755" y="648817"/>
                  </a:lnTo>
                  <a:lnTo>
                    <a:pt x="101834" y="648817"/>
                  </a:lnTo>
                  <a:lnTo>
                    <a:pt x="99913" y="648817"/>
                  </a:lnTo>
                  <a:lnTo>
                    <a:pt x="97991" y="648817"/>
                  </a:lnTo>
                  <a:lnTo>
                    <a:pt x="96070" y="648817"/>
                  </a:lnTo>
                  <a:lnTo>
                    <a:pt x="94148" y="648817"/>
                  </a:lnTo>
                  <a:lnTo>
                    <a:pt x="92227" y="648817"/>
                  </a:lnTo>
                  <a:lnTo>
                    <a:pt x="90306" y="648817"/>
                  </a:lnTo>
                  <a:lnTo>
                    <a:pt x="88384" y="648817"/>
                  </a:lnTo>
                  <a:lnTo>
                    <a:pt x="86463" y="648817"/>
                  </a:lnTo>
                  <a:lnTo>
                    <a:pt x="84541" y="648817"/>
                  </a:lnTo>
                  <a:lnTo>
                    <a:pt x="82620" y="648817"/>
                  </a:lnTo>
                  <a:lnTo>
                    <a:pt x="80699" y="648817"/>
                  </a:lnTo>
                  <a:lnTo>
                    <a:pt x="78777" y="648817"/>
                  </a:lnTo>
                  <a:lnTo>
                    <a:pt x="76856" y="648817"/>
                  </a:lnTo>
                  <a:lnTo>
                    <a:pt x="74934" y="648817"/>
                  </a:lnTo>
                  <a:lnTo>
                    <a:pt x="73013" y="648817"/>
                  </a:lnTo>
                  <a:lnTo>
                    <a:pt x="71091" y="648817"/>
                  </a:lnTo>
                  <a:lnTo>
                    <a:pt x="69170" y="648817"/>
                  </a:lnTo>
                  <a:lnTo>
                    <a:pt x="67249" y="648817"/>
                  </a:lnTo>
                  <a:lnTo>
                    <a:pt x="65327" y="648817"/>
                  </a:lnTo>
                  <a:lnTo>
                    <a:pt x="63406" y="648817"/>
                  </a:lnTo>
                  <a:lnTo>
                    <a:pt x="61484" y="648817"/>
                  </a:lnTo>
                  <a:lnTo>
                    <a:pt x="59563" y="648817"/>
                  </a:lnTo>
                  <a:lnTo>
                    <a:pt x="57642" y="648817"/>
                  </a:lnTo>
                  <a:lnTo>
                    <a:pt x="55720" y="648817"/>
                  </a:lnTo>
                  <a:lnTo>
                    <a:pt x="53799" y="648817"/>
                  </a:lnTo>
                  <a:lnTo>
                    <a:pt x="51877" y="648817"/>
                  </a:lnTo>
                  <a:lnTo>
                    <a:pt x="49956" y="648817"/>
                  </a:lnTo>
                  <a:lnTo>
                    <a:pt x="48035" y="648817"/>
                  </a:lnTo>
                  <a:lnTo>
                    <a:pt x="46113" y="648817"/>
                  </a:lnTo>
                  <a:lnTo>
                    <a:pt x="44192" y="648817"/>
                  </a:lnTo>
                  <a:lnTo>
                    <a:pt x="42270" y="648817"/>
                  </a:lnTo>
                  <a:lnTo>
                    <a:pt x="40349" y="648817"/>
                  </a:lnTo>
                  <a:lnTo>
                    <a:pt x="38428" y="648817"/>
                  </a:lnTo>
                  <a:lnTo>
                    <a:pt x="36506" y="648817"/>
                  </a:lnTo>
                  <a:lnTo>
                    <a:pt x="34585" y="648817"/>
                  </a:lnTo>
                  <a:lnTo>
                    <a:pt x="32663" y="648817"/>
                  </a:lnTo>
                  <a:lnTo>
                    <a:pt x="30742" y="648817"/>
                  </a:lnTo>
                  <a:lnTo>
                    <a:pt x="28821" y="648817"/>
                  </a:lnTo>
                  <a:lnTo>
                    <a:pt x="26899" y="648817"/>
                  </a:lnTo>
                  <a:lnTo>
                    <a:pt x="24978" y="648817"/>
                  </a:lnTo>
                  <a:lnTo>
                    <a:pt x="23056" y="648817"/>
                  </a:lnTo>
                  <a:lnTo>
                    <a:pt x="21135" y="648817"/>
                  </a:lnTo>
                  <a:lnTo>
                    <a:pt x="19214" y="648817"/>
                  </a:lnTo>
                  <a:lnTo>
                    <a:pt x="17292" y="648817"/>
                  </a:lnTo>
                  <a:lnTo>
                    <a:pt x="15371" y="648817"/>
                  </a:lnTo>
                  <a:lnTo>
                    <a:pt x="13449" y="648817"/>
                  </a:lnTo>
                  <a:lnTo>
                    <a:pt x="11528" y="648817"/>
                  </a:lnTo>
                  <a:lnTo>
                    <a:pt x="9607" y="648817"/>
                  </a:lnTo>
                  <a:lnTo>
                    <a:pt x="7685" y="648817"/>
                  </a:lnTo>
                  <a:lnTo>
                    <a:pt x="5764" y="648817"/>
                  </a:lnTo>
                  <a:lnTo>
                    <a:pt x="3842" y="648817"/>
                  </a:lnTo>
                  <a:lnTo>
                    <a:pt x="1921" y="648817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5467762" y="5334605"/>
              <a:ext cx="981838" cy="648817"/>
            </a:xfrm>
            <a:custGeom>
              <a:avLst/>
              <a:pathLst>
                <a:path w="981838" h="648817">
                  <a:moveTo>
                    <a:pt x="0" y="648817"/>
                  </a:moveTo>
                  <a:lnTo>
                    <a:pt x="1921" y="648817"/>
                  </a:lnTo>
                  <a:lnTo>
                    <a:pt x="3842" y="648817"/>
                  </a:lnTo>
                  <a:lnTo>
                    <a:pt x="5764" y="648817"/>
                  </a:lnTo>
                  <a:lnTo>
                    <a:pt x="7685" y="648817"/>
                  </a:lnTo>
                  <a:lnTo>
                    <a:pt x="9607" y="648817"/>
                  </a:lnTo>
                  <a:lnTo>
                    <a:pt x="11528" y="648817"/>
                  </a:lnTo>
                  <a:lnTo>
                    <a:pt x="13449" y="648817"/>
                  </a:lnTo>
                  <a:lnTo>
                    <a:pt x="15371" y="648817"/>
                  </a:lnTo>
                  <a:lnTo>
                    <a:pt x="17292" y="648817"/>
                  </a:lnTo>
                  <a:lnTo>
                    <a:pt x="19214" y="648817"/>
                  </a:lnTo>
                  <a:lnTo>
                    <a:pt x="21135" y="648817"/>
                  </a:lnTo>
                  <a:lnTo>
                    <a:pt x="23056" y="648817"/>
                  </a:lnTo>
                  <a:lnTo>
                    <a:pt x="24978" y="648817"/>
                  </a:lnTo>
                  <a:lnTo>
                    <a:pt x="26899" y="648817"/>
                  </a:lnTo>
                  <a:lnTo>
                    <a:pt x="28821" y="648817"/>
                  </a:lnTo>
                  <a:lnTo>
                    <a:pt x="30742" y="648817"/>
                  </a:lnTo>
                  <a:lnTo>
                    <a:pt x="32663" y="648817"/>
                  </a:lnTo>
                  <a:lnTo>
                    <a:pt x="34585" y="648817"/>
                  </a:lnTo>
                  <a:lnTo>
                    <a:pt x="36506" y="648817"/>
                  </a:lnTo>
                  <a:lnTo>
                    <a:pt x="38428" y="648817"/>
                  </a:lnTo>
                  <a:lnTo>
                    <a:pt x="40349" y="648817"/>
                  </a:lnTo>
                  <a:lnTo>
                    <a:pt x="42270" y="648817"/>
                  </a:lnTo>
                  <a:lnTo>
                    <a:pt x="44192" y="648817"/>
                  </a:lnTo>
                  <a:lnTo>
                    <a:pt x="46113" y="648817"/>
                  </a:lnTo>
                  <a:lnTo>
                    <a:pt x="48035" y="648817"/>
                  </a:lnTo>
                  <a:lnTo>
                    <a:pt x="49956" y="648817"/>
                  </a:lnTo>
                  <a:lnTo>
                    <a:pt x="51877" y="648816"/>
                  </a:lnTo>
                  <a:lnTo>
                    <a:pt x="53799" y="648816"/>
                  </a:lnTo>
                  <a:lnTo>
                    <a:pt x="55720" y="648814"/>
                  </a:lnTo>
                  <a:lnTo>
                    <a:pt x="57642" y="648810"/>
                  </a:lnTo>
                  <a:lnTo>
                    <a:pt x="59563" y="648800"/>
                  </a:lnTo>
                  <a:lnTo>
                    <a:pt x="61484" y="648781"/>
                  </a:lnTo>
                  <a:lnTo>
                    <a:pt x="63406" y="648742"/>
                  </a:lnTo>
                  <a:lnTo>
                    <a:pt x="65327" y="648669"/>
                  </a:lnTo>
                  <a:lnTo>
                    <a:pt x="67249" y="648537"/>
                  </a:lnTo>
                  <a:lnTo>
                    <a:pt x="69170" y="648307"/>
                  </a:lnTo>
                  <a:lnTo>
                    <a:pt x="71091" y="647923"/>
                  </a:lnTo>
                  <a:lnTo>
                    <a:pt x="73013" y="647312"/>
                  </a:lnTo>
                  <a:lnTo>
                    <a:pt x="74934" y="646340"/>
                  </a:lnTo>
                  <a:lnTo>
                    <a:pt x="76856" y="644908"/>
                  </a:lnTo>
                  <a:lnTo>
                    <a:pt x="78777" y="642895"/>
                  </a:lnTo>
                  <a:lnTo>
                    <a:pt x="80699" y="640197"/>
                  </a:lnTo>
                  <a:lnTo>
                    <a:pt x="82620" y="636744"/>
                  </a:lnTo>
                  <a:lnTo>
                    <a:pt x="84541" y="632525"/>
                  </a:lnTo>
                  <a:lnTo>
                    <a:pt x="86463" y="627605"/>
                  </a:lnTo>
                  <a:lnTo>
                    <a:pt x="88384" y="622132"/>
                  </a:lnTo>
                  <a:lnTo>
                    <a:pt x="90306" y="616329"/>
                  </a:lnTo>
                  <a:lnTo>
                    <a:pt x="92227" y="610467"/>
                  </a:lnTo>
                  <a:lnTo>
                    <a:pt x="94148" y="604832"/>
                  </a:lnTo>
                  <a:lnTo>
                    <a:pt x="96070" y="599675"/>
                  </a:lnTo>
                  <a:lnTo>
                    <a:pt x="97991" y="595167"/>
                  </a:lnTo>
                  <a:lnTo>
                    <a:pt x="99913" y="591371"/>
                  </a:lnTo>
                  <a:lnTo>
                    <a:pt x="101834" y="588240"/>
                  </a:lnTo>
                  <a:lnTo>
                    <a:pt x="103755" y="585578"/>
                  </a:lnTo>
                  <a:lnTo>
                    <a:pt x="105677" y="583120"/>
                  </a:lnTo>
                  <a:lnTo>
                    <a:pt x="107598" y="580628"/>
                  </a:lnTo>
                  <a:lnTo>
                    <a:pt x="109520" y="577903"/>
                  </a:lnTo>
                  <a:lnTo>
                    <a:pt x="111441" y="574794"/>
                  </a:lnTo>
                  <a:lnTo>
                    <a:pt x="113362" y="571192"/>
                  </a:lnTo>
                  <a:lnTo>
                    <a:pt x="115284" y="567001"/>
                  </a:lnTo>
                  <a:lnTo>
                    <a:pt x="117205" y="562114"/>
                  </a:lnTo>
                  <a:lnTo>
                    <a:pt x="119127" y="556397"/>
                  </a:lnTo>
                  <a:lnTo>
                    <a:pt x="121048" y="549695"/>
                  </a:lnTo>
                  <a:lnTo>
                    <a:pt x="122969" y="541861"/>
                  </a:lnTo>
                  <a:lnTo>
                    <a:pt x="124891" y="532784"/>
                  </a:lnTo>
                  <a:lnTo>
                    <a:pt x="126812" y="522421"/>
                  </a:lnTo>
                  <a:lnTo>
                    <a:pt x="128734" y="510793"/>
                  </a:lnTo>
                  <a:lnTo>
                    <a:pt x="130655" y="497860"/>
                  </a:lnTo>
                  <a:lnTo>
                    <a:pt x="132576" y="483724"/>
                  </a:lnTo>
                  <a:lnTo>
                    <a:pt x="134498" y="468265"/>
                  </a:lnTo>
                  <a:lnTo>
                    <a:pt x="136419" y="451206"/>
                  </a:lnTo>
                  <a:lnTo>
                    <a:pt x="138341" y="432116"/>
                  </a:lnTo>
                  <a:lnTo>
                    <a:pt x="140262" y="410474"/>
                  </a:lnTo>
                  <a:lnTo>
                    <a:pt x="142183" y="385761"/>
                  </a:lnTo>
                  <a:lnTo>
                    <a:pt x="144105" y="357584"/>
                  </a:lnTo>
                  <a:lnTo>
                    <a:pt x="146026" y="325789"/>
                  </a:lnTo>
                  <a:lnTo>
                    <a:pt x="147948" y="290556"/>
                  </a:lnTo>
                  <a:lnTo>
                    <a:pt x="149869" y="252454"/>
                  </a:lnTo>
                  <a:lnTo>
                    <a:pt x="151791" y="212440"/>
                  </a:lnTo>
                  <a:lnTo>
                    <a:pt x="153712" y="171817"/>
                  </a:lnTo>
                  <a:lnTo>
                    <a:pt x="155633" y="132128"/>
                  </a:lnTo>
                  <a:lnTo>
                    <a:pt x="157555" y="95206"/>
                  </a:lnTo>
                  <a:lnTo>
                    <a:pt x="159476" y="62862"/>
                  </a:lnTo>
                  <a:lnTo>
                    <a:pt x="161398" y="36344"/>
                  </a:lnTo>
                  <a:lnTo>
                    <a:pt x="163319" y="16670"/>
                  </a:lnTo>
                  <a:lnTo>
                    <a:pt x="165240" y="4474"/>
                  </a:lnTo>
                  <a:lnTo>
                    <a:pt x="167162" y="0"/>
                  </a:lnTo>
                  <a:lnTo>
                    <a:pt x="169083" y="3157"/>
                  </a:lnTo>
                  <a:lnTo>
                    <a:pt x="171005" y="13602"/>
                  </a:lnTo>
                  <a:lnTo>
                    <a:pt x="172926" y="30830"/>
                  </a:lnTo>
                  <a:lnTo>
                    <a:pt x="174847" y="54260"/>
                  </a:lnTo>
                  <a:lnTo>
                    <a:pt x="176769" y="83276"/>
                  </a:lnTo>
                  <a:lnTo>
                    <a:pt x="178690" y="117245"/>
                  </a:lnTo>
                  <a:lnTo>
                    <a:pt x="180612" y="155490"/>
                  </a:lnTo>
                  <a:lnTo>
                    <a:pt x="182533" y="197242"/>
                  </a:lnTo>
                  <a:lnTo>
                    <a:pt x="184454" y="241599"/>
                  </a:lnTo>
                  <a:lnTo>
                    <a:pt x="186376" y="287517"/>
                  </a:lnTo>
                  <a:lnTo>
                    <a:pt x="188297" y="333577"/>
                  </a:lnTo>
                  <a:lnTo>
                    <a:pt x="190219" y="378538"/>
                  </a:lnTo>
                  <a:lnTo>
                    <a:pt x="192140" y="421231"/>
                  </a:lnTo>
                  <a:lnTo>
                    <a:pt x="194061" y="460662"/>
                  </a:lnTo>
                  <a:lnTo>
                    <a:pt x="195983" y="496088"/>
                  </a:lnTo>
                  <a:lnTo>
                    <a:pt x="197904" y="527067"/>
                  </a:lnTo>
                  <a:lnTo>
                    <a:pt x="199826" y="553455"/>
                  </a:lnTo>
                  <a:lnTo>
                    <a:pt x="201747" y="575376"/>
                  </a:lnTo>
                  <a:lnTo>
                    <a:pt x="203668" y="593159"/>
                  </a:lnTo>
                  <a:lnTo>
                    <a:pt x="205590" y="607266"/>
                  </a:lnTo>
                  <a:lnTo>
                    <a:pt x="207511" y="618223"/>
                  </a:lnTo>
                  <a:lnTo>
                    <a:pt x="209433" y="626560"/>
                  </a:lnTo>
                  <a:lnTo>
                    <a:pt x="211354" y="632774"/>
                  </a:lnTo>
                  <a:lnTo>
                    <a:pt x="213275" y="637256"/>
                  </a:lnTo>
                  <a:lnTo>
                    <a:pt x="215197" y="640421"/>
                  </a:lnTo>
                  <a:lnTo>
                    <a:pt x="217118" y="642639"/>
                  </a:lnTo>
                  <a:lnTo>
                    <a:pt x="219040" y="644158"/>
                  </a:lnTo>
                  <a:lnTo>
                    <a:pt x="220961" y="645179"/>
                  </a:lnTo>
                  <a:lnTo>
                    <a:pt x="222883" y="645853"/>
                  </a:lnTo>
                  <a:lnTo>
                    <a:pt x="224804" y="646290"/>
                  </a:lnTo>
                  <a:lnTo>
                    <a:pt x="226725" y="646557"/>
                  </a:lnTo>
                  <a:lnTo>
                    <a:pt x="228647" y="646685"/>
                  </a:lnTo>
                  <a:lnTo>
                    <a:pt x="230568" y="646671"/>
                  </a:lnTo>
                  <a:lnTo>
                    <a:pt x="232490" y="646489"/>
                  </a:lnTo>
                  <a:lnTo>
                    <a:pt x="234411" y="646091"/>
                  </a:lnTo>
                  <a:lnTo>
                    <a:pt x="236332" y="645424"/>
                  </a:lnTo>
                  <a:lnTo>
                    <a:pt x="238254" y="644428"/>
                  </a:lnTo>
                  <a:lnTo>
                    <a:pt x="240175" y="643043"/>
                  </a:lnTo>
                  <a:lnTo>
                    <a:pt x="242097" y="641173"/>
                  </a:lnTo>
                  <a:lnTo>
                    <a:pt x="244018" y="638793"/>
                  </a:lnTo>
                  <a:lnTo>
                    <a:pt x="245939" y="635850"/>
                  </a:lnTo>
                  <a:lnTo>
                    <a:pt x="247861" y="632295"/>
                  </a:lnTo>
                  <a:lnTo>
                    <a:pt x="249782" y="628086"/>
                  </a:lnTo>
                  <a:lnTo>
                    <a:pt x="251704" y="623203"/>
                  </a:lnTo>
                  <a:lnTo>
                    <a:pt x="253625" y="617659"/>
                  </a:lnTo>
                  <a:lnTo>
                    <a:pt x="255546" y="611524"/>
                  </a:lnTo>
                  <a:lnTo>
                    <a:pt x="257468" y="604933"/>
                  </a:lnTo>
                  <a:lnTo>
                    <a:pt x="259389" y="598102"/>
                  </a:lnTo>
                  <a:lnTo>
                    <a:pt x="261311" y="591319"/>
                  </a:lnTo>
                  <a:lnTo>
                    <a:pt x="263232" y="584928"/>
                  </a:lnTo>
                  <a:lnTo>
                    <a:pt x="265153" y="579302"/>
                  </a:lnTo>
                  <a:lnTo>
                    <a:pt x="267075" y="574795"/>
                  </a:lnTo>
                  <a:lnTo>
                    <a:pt x="268996" y="571767"/>
                  </a:lnTo>
                  <a:lnTo>
                    <a:pt x="270918" y="570416"/>
                  </a:lnTo>
                  <a:lnTo>
                    <a:pt x="272839" y="570711"/>
                  </a:lnTo>
                  <a:lnTo>
                    <a:pt x="274760" y="572543"/>
                  </a:lnTo>
                  <a:lnTo>
                    <a:pt x="276682" y="575686"/>
                  </a:lnTo>
                  <a:lnTo>
                    <a:pt x="278603" y="579831"/>
                  </a:lnTo>
                  <a:lnTo>
                    <a:pt x="280525" y="584625"/>
                  </a:lnTo>
                  <a:lnTo>
                    <a:pt x="282446" y="589713"/>
                  </a:lnTo>
                  <a:lnTo>
                    <a:pt x="284367" y="594776"/>
                  </a:lnTo>
                  <a:lnTo>
                    <a:pt x="286289" y="599559"/>
                  </a:lnTo>
                  <a:lnTo>
                    <a:pt x="288210" y="603884"/>
                  </a:lnTo>
                  <a:lnTo>
                    <a:pt x="290132" y="607658"/>
                  </a:lnTo>
                  <a:lnTo>
                    <a:pt x="292053" y="610865"/>
                  </a:lnTo>
                  <a:lnTo>
                    <a:pt x="293975" y="613547"/>
                  </a:lnTo>
                  <a:lnTo>
                    <a:pt x="295896" y="615790"/>
                  </a:lnTo>
                  <a:lnTo>
                    <a:pt x="297817" y="617692"/>
                  </a:lnTo>
                  <a:lnTo>
                    <a:pt x="299739" y="619407"/>
                  </a:lnTo>
                  <a:lnTo>
                    <a:pt x="301660" y="621048"/>
                  </a:lnTo>
                  <a:lnTo>
                    <a:pt x="303582" y="622711"/>
                  </a:lnTo>
                  <a:lnTo>
                    <a:pt x="305503" y="624468"/>
                  </a:lnTo>
                  <a:lnTo>
                    <a:pt x="307424" y="626356"/>
                  </a:lnTo>
                  <a:lnTo>
                    <a:pt x="309346" y="628380"/>
                  </a:lnTo>
                  <a:lnTo>
                    <a:pt x="311267" y="630509"/>
                  </a:lnTo>
                  <a:lnTo>
                    <a:pt x="313189" y="632686"/>
                  </a:lnTo>
                  <a:lnTo>
                    <a:pt x="315110" y="634836"/>
                  </a:lnTo>
                  <a:lnTo>
                    <a:pt x="317031" y="636879"/>
                  </a:lnTo>
                  <a:lnTo>
                    <a:pt x="318953" y="638745"/>
                  </a:lnTo>
                  <a:lnTo>
                    <a:pt x="320874" y="640381"/>
                  </a:lnTo>
                  <a:lnTo>
                    <a:pt x="322796" y="641761"/>
                  </a:lnTo>
                  <a:lnTo>
                    <a:pt x="324717" y="642875"/>
                  </a:lnTo>
                  <a:lnTo>
                    <a:pt x="326638" y="643749"/>
                  </a:lnTo>
                  <a:lnTo>
                    <a:pt x="328560" y="644436"/>
                  </a:lnTo>
                  <a:lnTo>
                    <a:pt x="330481" y="644979"/>
                  </a:lnTo>
                  <a:lnTo>
                    <a:pt x="332403" y="645424"/>
                  </a:lnTo>
                  <a:lnTo>
                    <a:pt x="334324" y="645805"/>
                  </a:lnTo>
                  <a:lnTo>
                    <a:pt x="336245" y="646149"/>
                  </a:lnTo>
                  <a:lnTo>
                    <a:pt x="338167" y="646469"/>
                  </a:lnTo>
                  <a:lnTo>
                    <a:pt x="340088" y="646769"/>
                  </a:lnTo>
                  <a:lnTo>
                    <a:pt x="342010" y="647040"/>
                  </a:lnTo>
                  <a:lnTo>
                    <a:pt x="343931" y="647271"/>
                  </a:lnTo>
                  <a:lnTo>
                    <a:pt x="345852" y="647449"/>
                  </a:lnTo>
                  <a:lnTo>
                    <a:pt x="347774" y="647561"/>
                  </a:lnTo>
                  <a:lnTo>
                    <a:pt x="349695" y="647604"/>
                  </a:lnTo>
                  <a:lnTo>
                    <a:pt x="351617" y="647580"/>
                  </a:lnTo>
                  <a:lnTo>
                    <a:pt x="353538" y="647502"/>
                  </a:lnTo>
                  <a:lnTo>
                    <a:pt x="355459" y="647396"/>
                  </a:lnTo>
                  <a:lnTo>
                    <a:pt x="357381" y="647289"/>
                  </a:lnTo>
                  <a:lnTo>
                    <a:pt x="359302" y="647206"/>
                  </a:lnTo>
                  <a:lnTo>
                    <a:pt x="361224" y="647167"/>
                  </a:lnTo>
                  <a:lnTo>
                    <a:pt x="363145" y="647183"/>
                  </a:lnTo>
                  <a:lnTo>
                    <a:pt x="365067" y="647256"/>
                  </a:lnTo>
                  <a:lnTo>
                    <a:pt x="366988" y="647375"/>
                  </a:lnTo>
                  <a:lnTo>
                    <a:pt x="368909" y="647521"/>
                  </a:lnTo>
                  <a:lnTo>
                    <a:pt x="370831" y="647673"/>
                  </a:lnTo>
                  <a:lnTo>
                    <a:pt x="372752" y="647802"/>
                  </a:lnTo>
                  <a:lnTo>
                    <a:pt x="374674" y="647885"/>
                  </a:lnTo>
                  <a:lnTo>
                    <a:pt x="376595" y="647900"/>
                  </a:lnTo>
                  <a:lnTo>
                    <a:pt x="378516" y="647835"/>
                  </a:lnTo>
                  <a:lnTo>
                    <a:pt x="380438" y="647678"/>
                  </a:lnTo>
                  <a:lnTo>
                    <a:pt x="382359" y="647430"/>
                  </a:lnTo>
                  <a:lnTo>
                    <a:pt x="384281" y="647104"/>
                  </a:lnTo>
                  <a:lnTo>
                    <a:pt x="386202" y="646716"/>
                  </a:lnTo>
                  <a:lnTo>
                    <a:pt x="388123" y="646289"/>
                  </a:lnTo>
                  <a:lnTo>
                    <a:pt x="390045" y="645850"/>
                  </a:lnTo>
                  <a:lnTo>
                    <a:pt x="391966" y="645431"/>
                  </a:lnTo>
                  <a:lnTo>
                    <a:pt x="393888" y="645063"/>
                  </a:lnTo>
                  <a:lnTo>
                    <a:pt x="395809" y="644779"/>
                  </a:lnTo>
                  <a:lnTo>
                    <a:pt x="397730" y="644608"/>
                  </a:lnTo>
                  <a:lnTo>
                    <a:pt x="399652" y="644568"/>
                  </a:lnTo>
                  <a:lnTo>
                    <a:pt x="401573" y="644668"/>
                  </a:lnTo>
                  <a:lnTo>
                    <a:pt x="403495" y="644903"/>
                  </a:lnTo>
                  <a:lnTo>
                    <a:pt x="405416" y="645256"/>
                  </a:lnTo>
                  <a:lnTo>
                    <a:pt x="407337" y="645696"/>
                  </a:lnTo>
                  <a:lnTo>
                    <a:pt x="409259" y="646187"/>
                  </a:lnTo>
                  <a:lnTo>
                    <a:pt x="411180" y="646682"/>
                  </a:lnTo>
                  <a:lnTo>
                    <a:pt x="413102" y="647147"/>
                  </a:lnTo>
                  <a:lnTo>
                    <a:pt x="415023" y="647555"/>
                  </a:lnTo>
                  <a:lnTo>
                    <a:pt x="416944" y="647891"/>
                  </a:lnTo>
                  <a:lnTo>
                    <a:pt x="418866" y="648148"/>
                  </a:lnTo>
                  <a:lnTo>
                    <a:pt x="420787" y="648323"/>
                  </a:lnTo>
                  <a:lnTo>
                    <a:pt x="422709" y="648421"/>
                  </a:lnTo>
                  <a:lnTo>
                    <a:pt x="424630" y="648449"/>
                  </a:lnTo>
                  <a:lnTo>
                    <a:pt x="426551" y="648413"/>
                  </a:lnTo>
                  <a:lnTo>
                    <a:pt x="428473" y="648321"/>
                  </a:lnTo>
                  <a:lnTo>
                    <a:pt x="430394" y="648181"/>
                  </a:lnTo>
                  <a:lnTo>
                    <a:pt x="432316" y="648004"/>
                  </a:lnTo>
                  <a:lnTo>
                    <a:pt x="434237" y="647804"/>
                  </a:lnTo>
                  <a:lnTo>
                    <a:pt x="436159" y="647597"/>
                  </a:lnTo>
                  <a:lnTo>
                    <a:pt x="438080" y="647405"/>
                  </a:lnTo>
                  <a:lnTo>
                    <a:pt x="440001" y="647244"/>
                  </a:lnTo>
                  <a:lnTo>
                    <a:pt x="441923" y="647126"/>
                  </a:lnTo>
                  <a:lnTo>
                    <a:pt x="443844" y="647056"/>
                  </a:lnTo>
                  <a:lnTo>
                    <a:pt x="445766" y="647028"/>
                  </a:lnTo>
                  <a:lnTo>
                    <a:pt x="447687" y="647032"/>
                  </a:lnTo>
                  <a:lnTo>
                    <a:pt x="449608" y="647052"/>
                  </a:lnTo>
                  <a:lnTo>
                    <a:pt x="451530" y="647071"/>
                  </a:lnTo>
                  <a:lnTo>
                    <a:pt x="453451" y="647079"/>
                  </a:lnTo>
                  <a:lnTo>
                    <a:pt x="455373" y="647069"/>
                  </a:lnTo>
                  <a:lnTo>
                    <a:pt x="457294" y="647046"/>
                  </a:lnTo>
                  <a:lnTo>
                    <a:pt x="459215" y="647021"/>
                  </a:lnTo>
                  <a:lnTo>
                    <a:pt x="461137" y="647007"/>
                  </a:lnTo>
                  <a:lnTo>
                    <a:pt x="463058" y="647020"/>
                  </a:lnTo>
                  <a:lnTo>
                    <a:pt x="464980" y="647070"/>
                  </a:lnTo>
                  <a:lnTo>
                    <a:pt x="466901" y="647151"/>
                  </a:lnTo>
                  <a:lnTo>
                    <a:pt x="468822" y="647248"/>
                  </a:lnTo>
                  <a:lnTo>
                    <a:pt x="470744" y="647338"/>
                  </a:lnTo>
                  <a:lnTo>
                    <a:pt x="472665" y="647395"/>
                  </a:lnTo>
                  <a:lnTo>
                    <a:pt x="474587" y="647394"/>
                  </a:lnTo>
                  <a:lnTo>
                    <a:pt x="476508" y="647317"/>
                  </a:lnTo>
                  <a:lnTo>
                    <a:pt x="478429" y="647155"/>
                  </a:lnTo>
                  <a:lnTo>
                    <a:pt x="480351" y="646915"/>
                  </a:lnTo>
                  <a:lnTo>
                    <a:pt x="482272" y="646619"/>
                  </a:lnTo>
                  <a:lnTo>
                    <a:pt x="484194" y="646299"/>
                  </a:lnTo>
                  <a:lnTo>
                    <a:pt x="486115" y="645996"/>
                  </a:lnTo>
                  <a:lnTo>
                    <a:pt x="488036" y="645756"/>
                  </a:lnTo>
                  <a:lnTo>
                    <a:pt x="489958" y="645614"/>
                  </a:lnTo>
                  <a:lnTo>
                    <a:pt x="491879" y="645602"/>
                  </a:lnTo>
                  <a:lnTo>
                    <a:pt x="493801" y="645726"/>
                  </a:lnTo>
                  <a:lnTo>
                    <a:pt x="495722" y="645968"/>
                  </a:lnTo>
                  <a:lnTo>
                    <a:pt x="497643" y="646300"/>
                  </a:lnTo>
                  <a:lnTo>
                    <a:pt x="499565" y="646684"/>
                  </a:lnTo>
                  <a:lnTo>
                    <a:pt x="501486" y="647085"/>
                  </a:lnTo>
                  <a:lnTo>
                    <a:pt x="503408" y="647469"/>
                  </a:lnTo>
                  <a:lnTo>
                    <a:pt x="505329" y="647812"/>
                  </a:lnTo>
                  <a:lnTo>
                    <a:pt x="507250" y="648100"/>
                  </a:lnTo>
                  <a:lnTo>
                    <a:pt x="509172" y="648327"/>
                  </a:lnTo>
                  <a:lnTo>
                    <a:pt x="511093" y="648497"/>
                  </a:lnTo>
                  <a:lnTo>
                    <a:pt x="513015" y="648617"/>
                  </a:lnTo>
                  <a:lnTo>
                    <a:pt x="514936" y="648698"/>
                  </a:lnTo>
                  <a:lnTo>
                    <a:pt x="516858" y="648749"/>
                  </a:lnTo>
                  <a:lnTo>
                    <a:pt x="518779" y="648780"/>
                  </a:lnTo>
                  <a:lnTo>
                    <a:pt x="520700" y="648797"/>
                  </a:lnTo>
                  <a:lnTo>
                    <a:pt x="522622" y="648807"/>
                  </a:lnTo>
                  <a:lnTo>
                    <a:pt x="524543" y="648812"/>
                  </a:lnTo>
                  <a:lnTo>
                    <a:pt x="526465" y="648815"/>
                  </a:lnTo>
                  <a:lnTo>
                    <a:pt x="528386" y="648816"/>
                  </a:lnTo>
                  <a:lnTo>
                    <a:pt x="530307" y="648817"/>
                  </a:lnTo>
                  <a:lnTo>
                    <a:pt x="532229" y="648817"/>
                  </a:lnTo>
                  <a:lnTo>
                    <a:pt x="534150" y="648817"/>
                  </a:lnTo>
                  <a:lnTo>
                    <a:pt x="536072" y="648817"/>
                  </a:lnTo>
                  <a:lnTo>
                    <a:pt x="537993" y="648817"/>
                  </a:lnTo>
                  <a:lnTo>
                    <a:pt x="539914" y="648817"/>
                  </a:lnTo>
                  <a:lnTo>
                    <a:pt x="541836" y="648817"/>
                  </a:lnTo>
                  <a:lnTo>
                    <a:pt x="543757" y="648817"/>
                  </a:lnTo>
                  <a:lnTo>
                    <a:pt x="545679" y="648817"/>
                  </a:lnTo>
                  <a:lnTo>
                    <a:pt x="547600" y="648817"/>
                  </a:lnTo>
                  <a:lnTo>
                    <a:pt x="549521" y="648817"/>
                  </a:lnTo>
                  <a:lnTo>
                    <a:pt x="551443" y="648817"/>
                  </a:lnTo>
                  <a:lnTo>
                    <a:pt x="553364" y="648817"/>
                  </a:lnTo>
                  <a:lnTo>
                    <a:pt x="555286" y="648817"/>
                  </a:lnTo>
                  <a:lnTo>
                    <a:pt x="557207" y="648817"/>
                  </a:lnTo>
                  <a:lnTo>
                    <a:pt x="559128" y="648817"/>
                  </a:lnTo>
                  <a:lnTo>
                    <a:pt x="561050" y="648817"/>
                  </a:lnTo>
                  <a:lnTo>
                    <a:pt x="562971" y="648817"/>
                  </a:lnTo>
                  <a:lnTo>
                    <a:pt x="564893" y="648817"/>
                  </a:lnTo>
                  <a:lnTo>
                    <a:pt x="566814" y="648817"/>
                  </a:lnTo>
                  <a:lnTo>
                    <a:pt x="568735" y="648817"/>
                  </a:lnTo>
                  <a:lnTo>
                    <a:pt x="570657" y="648817"/>
                  </a:lnTo>
                  <a:lnTo>
                    <a:pt x="572578" y="648817"/>
                  </a:lnTo>
                  <a:lnTo>
                    <a:pt x="574500" y="648817"/>
                  </a:lnTo>
                  <a:lnTo>
                    <a:pt x="576421" y="648817"/>
                  </a:lnTo>
                  <a:lnTo>
                    <a:pt x="578342" y="648817"/>
                  </a:lnTo>
                  <a:lnTo>
                    <a:pt x="580264" y="648817"/>
                  </a:lnTo>
                  <a:lnTo>
                    <a:pt x="582185" y="648817"/>
                  </a:lnTo>
                  <a:lnTo>
                    <a:pt x="584107" y="648817"/>
                  </a:lnTo>
                  <a:lnTo>
                    <a:pt x="586028" y="648817"/>
                  </a:lnTo>
                  <a:lnTo>
                    <a:pt x="587950" y="648817"/>
                  </a:lnTo>
                  <a:lnTo>
                    <a:pt x="589871" y="648817"/>
                  </a:lnTo>
                  <a:lnTo>
                    <a:pt x="591792" y="648817"/>
                  </a:lnTo>
                  <a:lnTo>
                    <a:pt x="593714" y="648817"/>
                  </a:lnTo>
                  <a:lnTo>
                    <a:pt x="595635" y="648817"/>
                  </a:lnTo>
                  <a:lnTo>
                    <a:pt x="597557" y="648817"/>
                  </a:lnTo>
                  <a:lnTo>
                    <a:pt x="599478" y="648817"/>
                  </a:lnTo>
                  <a:lnTo>
                    <a:pt x="601399" y="648817"/>
                  </a:lnTo>
                  <a:lnTo>
                    <a:pt x="603321" y="648817"/>
                  </a:lnTo>
                  <a:lnTo>
                    <a:pt x="605242" y="648816"/>
                  </a:lnTo>
                  <a:lnTo>
                    <a:pt x="607164" y="648815"/>
                  </a:lnTo>
                  <a:lnTo>
                    <a:pt x="609085" y="648813"/>
                  </a:lnTo>
                  <a:lnTo>
                    <a:pt x="611006" y="648809"/>
                  </a:lnTo>
                  <a:lnTo>
                    <a:pt x="612928" y="648801"/>
                  </a:lnTo>
                  <a:lnTo>
                    <a:pt x="614849" y="648787"/>
                  </a:lnTo>
                  <a:lnTo>
                    <a:pt x="616771" y="648765"/>
                  </a:lnTo>
                  <a:lnTo>
                    <a:pt x="618692" y="648728"/>
                  </a:lnTo>
                  <a:lnTo>
                    <a:pt x="620613" y="648674"/>
                  </a:lnTo>
                  <a:lnTo>
                    <a:pt x="622535" y="648595"/>
                  </a:lnTo>
                  <a:lnTo>
                    <a:pt x="624456" y="648488"/>
                  </a:lnTo>
                  <a:lnTo>
                    <a:pt x="626378" y="648350"/>
                  </a:lnTo>
                  <a:lnTo>
                    <a:pt x="628299" y="648182"/>
                  </a:lnTo>
                  <a:lnTo>
                    <a:pt x="630220" y="647989"/>
                  </a:lnTo>
                  <a:lnTo>
                    <a:pt x="632142" y="647783"/>
                  </a:lnTo>
                  <a:lnTo>
                    <a:pt x="634063" y="647583"/>
                  </a:lnTo>
                  <a:lnTo>
                    <a:pt x="635985" y="647410"/>
                  </a:lnTo>
                  <a:lnTo>
                    <a:pt x="637906" y="647282"/>
                  </a:lnTo>
                  <a:lnTo>
                    <a:pt x="639827" y="647214"/>
                  </a:lnTo>
                  <a:lnTo>
                    <a:pt x="641749" y="647215"/>
                  </a:lnTo>
                  <a:lnTo>
                    <a:pt x="643670" y="647283"/>
                  </a:lnTo>
                  <a:lnTo>
                    <a:pt x="645592" y="647410"/>
                  </a:lnTo>
                  <a:lnTo>
                    <a:pt x="647513" y="647579"/>
                  </a:lnTo>
                  <a:lnTo>
                    <a:pt x="649434" y="647769"/>
                  </a:lnTo>
                  <a:lnTo>
                    <a:pt x="651356" y="647961"/>
                  </a:lnTo>
                  <a:lnTo>
                    <a:pt x="653277" y="648132"/>
                  </a:lnTo>
                  <a:lnTo>
                    <a:pt x="655199" y="648268"/>
                  </a:lnTo>
                  <a:lnTo>
                    <a:pt x="657120" y="648356"/>
                  </a:lnTo>
                  <a:lnTo>
                    <a:pt x="659042" y="648387"/>
                  </a:lnTo>
                  <a:lnTo>
                    <a:pt x="660963" y="648359"/>
                  </a:lnTo>
                  <a:lnTo>
                    <a:pt x="662884" y="648276"/>
                  </a:lnTo>
                  <a:lnTo>
                    <a:pt x="664806" y="648144"/>
                  </a:lnTo>
                  <a:lnTo>
                    <a:pt x="666727" y="647976"/>
                  </a:lnTo>
                  <a:lnTo>
                    <a:pt x="668649" y="647786"/>
                  </a:lnTo>
                  <a:lnTo>
                    <a:pt x="670570" y="647594"/>
                  </a:lnTo>
                  <a:lnTo>
                    <a:pt x="672491" y="647423"/>
                  </a:lnTo>
                  <a:lnTo>
                    <a:pt x="674413" y="647291"/>
                  </a:lnTo>
                  <a:lnTo>
                    <a:pt x="676334" y="647217"/>
                  </a:lnTo>
                  <a:lnTo>
                    <a:pt x="678256" y="647210"/>
                  </a:lnTo>
                  <a:lnTo>
                    <a:pt x="680177" y="647272"/>
                  </a:lnTo>
                  <a:lnTo>
                    <a:pt x="682098" y="647395"/>
                  </a:lnTo>
                  <a:lnTo>
                    <a:pt x="684020" y="647566"/>
                  </a:lnTo>
                  <a:lnTo>
                    <a:pt x="685941" y="647765"/>
                  </a:lnTo>
                  <a:lnTo>
                    <a:pt x="687863" y="647971"/>
                  </a:lnTo>
                  <a:lnTo>
                    <a:pt x="689784" y="648164"/>
                  </a:lnTo>
                  <a:lnTo>
                    <a:pt x="691705" y="648332"/>
                  </a:lnTo>
                  <a:lnTo>
                    <a:pt x="693627" y="648469"/>
                  </a:lnTo>
                  <a:lnTo>
                    <a:pt x="695548" y="648572"/>
                  </a:lnTo>
                  <a:lnTo>
                    <a:pt x="697470" y="648639"/>
                  </a:lnTo>
                  <a:lnTo>
                    <a:pt x="699391" y="648674"/>
                  </a:lnTo>
                  <a:lnTo>
                    <a:pt x="701312" y="648676"/>
                  </a:lnTo>
                  <a:lnTo>
                    <a:pt x="703234" y="648646"/>
                  </a:lnTo>
                  <a:lnTo>
                    <a:pt x="705155" y="648584"/>
                  </a:lnTo>
                  <a:lnTo>
                    <a:pt x="707077" y="648487"/>
                  </a:lnTo>
                  <a:lnTo>
                    <a:pt x="708998" y="648355"/>
                  </a:lnTo>
                  <a:lnTo>
                    <a:pt x="710919" y="648191"/>
                  </a:lnTo>
                  <a:lnTo>
                    <a:pt x="712841" y="648001"/>
                  </a:lnTo>
                  <a:lnTo>
                    <a:pt x="714762" y="647797"/>
                  </a:lnTo>
                  <a:lnTo>
                    <a:pt x="716684" y="647597"/>
                  </a:lnTo>
                  <a:lnTo>
                    <a:pt x="718605" y="647422"/>
                  </a:lnTo>
                  <a:lnTo>
                    <a:pt x="720526" y="647291"/>
                  </a:lnTo>
                  <a:lnTo>
                    <a:pt x="722448" y="647219"/>
                  </a:lnTo>
                  <a:lnTo>
                    <a:pt x="724369" y="647215"/>
                  </a:lnTo>
                  <a:lnTo>
                    <a:pt x="726291" y="647280"/>
                  </a:lnTo>
                  <a:lnTo>
                    <a:pt x="728212" y="647404"/>
                  </a:lnTo>
                  <a:lnTo>
                    <a:pt x="730134" y="647573"/>
                  </a:lnTo>
                  <a:lnTo>
                    <a:pt x="732055" y="647767"/>
                  </a:lnTo>
                  <a:lnTo>
                    <a:pt x="733976" y="647966"/>
                  </a:lnTo>
                  <a:lnTo>
                    <a:pt x="735898" y="648153"/>
                  </a:lnTo>
                  <a:lnTo>
                    <a:pt x="737819" y="648312"/>
                  </a:lnTo>
                  <a:lnTo>
                    <a:pt x="739741" y="648433"/>
                  </a:lnTo>
                  <a:lnTo>
                    <a:pt x="741662" y="648511"/>
                  </a:lnTo>
                  <a:lnTo>
                    <a:pt x="743583" y="648538"/>
                  </a:lnTo>
                  <a:lnTo>
                    <a:pt x="745505" y="648517"/>
                  </a:lnTo>
                  <a:lnTo>
                    <a:pt x="747426" y="648448"/>
                  </a:lnTo>
                  <a:lnTo>
                    <a:pt x="749348" y="648333"/>
                  </a:lnTo>
                  <a:lnTo>
                    <a:pt x="751269" y="648176"/>
                  </a:lnTo>
                  <a:lnTo>
                    <a:pt x="753190" y="647982"/>
                  </a:lnTo>
                  <a:lnTo>
                    <a:pt x="755112" y="647763"/>
                  </a:lnTo>
                  <a:lnTo>
                    <a:pt x="757033" y="647531"/>
                  </a:lnTo>
                  <a:lnTo>
                    <a:pt x="758955" y="647302"/>
                  </a:lnTo>
                  <a:lnTo>
                    <a:pt x="760876" y="647090"/>
                  </a:lnTo>
                  <a:lnTo>
                    <a:pt x="762797" y="646907"/>
                  </a:lnTo>
                  <a:lnTo>
                    <a:pt x="764719" y="646761"/>
                  </a:lnTo>
                  <a:lnTo>
                    <a:pt x="766640" y="646654"/>
                  </a:lnTo>
                  <a:lnTo>
                    <a:pt x="768562" y="646585"/>
                  </a:lnTo>
                  <a:lnTo>
                    <a:pt x="770483" y="646550"/>
                  </a:lnTo>
                  <a:lnTo>
                    <a:pt x="772404" y="646548"/>
                  </a:lnTo>
                  <a:lnTo>
                    <a:pt x="774326" y="646575"/>
                  </a:lnTo>
                  <a:lnTo>
                    <a:pt x="776247" y="646635"/>
                  </a:lnTo>
                  <a:lnTo>
                    <a:pt x="778169" y="646731"/>
                  </a:lnTo>
                  <a:lnTo>
                    <a:pt x="780090" y="646865"/>
                  </a:lnTo>
                  <a:lnTo>
                    <a:pt x="782011" y="647037"/>
                  </a:lnTo>
                  <a:lnTo>
                    <a:pt x="783933" y="647240"/>
                  </a:lnTo>
                  <a:lnTo>
                    <a:pt x="785854" y="647465"/>
                  </a:lnTo>
                  <a:lnTo>
                    <a:pt x="787776" y="647698"/>
                  </a:lnTo>
                  <a:lnTo>
                    <a:pt x="789697" y="647926"/>
                  </a:lnTo>
                  <a:lnTo>
                    <a:pt x="791618" y="648135"/>
                  </a:lnTo>
                  <a:lnTo>
                    <a:pt x="793540" y="648317"/>
                  </a:lnTo>
                  <a:lnTo>
                    <a:pt x="795461" y="648466"/>
                  </a:lnTo>
                  <a:lnTo>
                    <a:pt x="797383" y="648581"/>
                  </a:lnTo>
                  <a:lnTo>
                    <a:pt x="799304" y="648664"/>
                  </a:lnTo>
                  <a:lnTo>
                    <a:pt x="801226" y="648721"/>
                  </a:lnTo>
                  <a:lnTo>
                    <a:pt x="803147" y="648760"/>
                  </a:lnTo>
                  <a:lnTo>
                    <a:pt x="805068" y="648784"/>
                  </a:lnTo>
                  <a:lnTo>
                    <a:pt x="806990" y="648799"/>
                  </a:lnTo>
                  <a:lnTo>
                    <a:pt x="808911" y="648808"/>
                  </a:lnTo>
                  <a:lnTo>
                    <a:pt x="810833" y="648812"/>
                  </a:lnTo>
                  <a:lnTo>
                    <a:pt x="812754" y="648815"/>
                  </a:lnTo>
                  <a:lnTo>
                    <a:pt x="814675" y="648816"/>
                  </a:lnTo>
                  <a:lnTo>
                    <a:pt x="816597" y="648816"/>
                  </a:lnTo>
                  <a:lnTo>
                    <a:pt x="818518" y="648817"/>
                  </a:lnTo>
                  <a:lnTo>
                    <a:pt x="820440" y="648817"/>
                  </a:lnTo>
                  <a:lnTo>
                    <a:pt x="822361" y="648817"/>
                  </a:lnTo>
                  <a:lnTo>
                    <a:pt x="824282" y="648817"/>
                  </a:lnTo>
                  <a:lnTo>
                    <a:pt x="826204" y="648817"/>
                  </a:lnTo>
                  <a:lnTo>
                    <a:pt x="828125" y="648817"/>
                  </a:lnTo>
                  <a:lnTo>
                    <a:pt x="830047" y="648817"/>
                  </a:lnTo>
                  <a:lnTo>
                    <a:pt x="831968" y="648817"/>
                  </a:lnTo>
                  <a:lnTo>
                    <a:pt x="833889" y="648817"/>
                  </a:lnTo>
                  <a:lnTo>
                    <a:pt x="835811" y="648817"/>
                  </a:lnTo>
                  <a:lnTo>
                    <a:pt x="837732" y="648817"/>
                  </a:lnTo>
                  <a:lnTo>
                    <a:pt x="839654" y="648817"/>
                  </a:lnTo>
                  <a:lnTo>
                    <a:pt x="841575" y="648817"/>
                  </a:lnTo>
                  <a:lnTo>
                    <a:pt x="843496" y="648817"/>
                  </a:lnTo>
                  <a:lnTo>
                    <a:pt x="845418" y="648817"/>
                  </a:lnTo>
                  <a:lnTo>
                    <a:pt x="847339" y="648817"/>
                  </a:lnTo>
                  <a:lnTo>
                    <a:pt x="849261" y="648817"/>
                  </a:lnTo>
                  <a:lnTo>
                    <a:pt x="851182" y="648817"/>
                  </a:lnTo>
                  <a:lnTo>
                    <a:pt x="853103" y="648817"/>
                  </a:lnTo>
                  <a:lnTo>
                    <a:pt x="855025" y="648817"/>
                  </a:lnTo>
                  <a:lnTo>
                    <a:pt x="856946" y="648817"/>
                  </a:lnTo>
                  <a:lnTo>
                    <a:pt x="858868" y="648817"/>
                  </a:lnTo>
                  <a:lnTo>
                    <a:pt x="860789" y="648817"/>
                  </a:lnTo>
                  <a:lnTo>
                    <a:pt x="862710" y="648817"/>
                  </a:lnTo>
                  <a:lnTo>
                    <a:pt x="864632" y="648817"/>
                  </a:lnTo>
                  <a:lnTo>
                    <a:pt x="866553" y="648817"/>
                  </a:lnTo>
                  <a:lnTo>
                    <a:pt x="868475" y="648817"/>
                  </a:lnTo>
                  <a:lnTo>
                    <a:pt x="870396" y="648817"/>
                  </a:lnTo>
                  <a:lnTo>
                    <a:pt x="872318" y="648817"/>
                  </a:lnTo>
                  <a:lnTo>
                    <a:pt x="874239" y="648817"/>
                  </a:lnTo>
                  <a:lnTo>
                    <a:pt x="876160" y="648817"/>
                  </a:lnTo>
                  <a:lnTo>
                    <a:pt x="878082" y="648817"/>
                  </a:lnTo>
                  <a:lnTo>
                    <a:pt x="880003" y="648817"/>
                  </a:lnTo>
                  <a:lnTo>
                    <a:pt x="881925" y="648817"/>
                  </a:lnTo>
                  <a:lnTo>
                    <a:pt x="883846" y="648817"/>
                  </a:lnTo>
                  <a:lnTo>
                    <a:pt x="885767" y="648817"/>
                  </a:lnTo>
                  <a:lnTo>
                    <a:pt x="887689" y="648816"/>
                  </a:lnTo>
                  <a:lnTo>
                    <a:pt x="889610" y="648816"/>
                  </a:lnTo>
                  <a:lnTo>
                    <a:pt x="891532" y="648815"/>
                  </a:lnTo>
                  <a:lnTo>
                    <a:pt x="893453" y="648812"/>
                  </a:lnTo>
                  <a:lnTo>
                    <a:pt x="895374" y="648807"/>
                  </a:lnTo>
                  <a:lnTo>
                    <a:pt x="897296" y="648798"/>
                  </a:lnTo>
                  <a:lnTo>
                    <a:pt x="899217" y="648782"/>
                  </a:lnTo>
                  <a:lnTo>
                    <a:pt x="901139" y="648756"/>
                  </a:lnTo>
                  <a:lnTo>
                    <a:pt x="903060" y="648716"/>
                  </a:lnTo>
                  <a:lnTo>
                    <a:pt x="904981" y="648656"/>
                  </a:lnTo>
                  <a:lnTo>
                    <a:pt x="906903" y="648571"/>
                  </a:lnTo>
                  <a:lnTo>
                    <a:pt x="908824" y="648457"/>
                  </a:lnTo>
                  <a:lnTo>
                    <a:pt x="910746" y="648309"/>
                  </a:lnTo>
                  <a:lnTo>
                    <a:pt x="912667" y="648133"/>
                  </a:lnTo>
                  <a:lnTo>
                    <a:pt x="914588" y="647936"/>
                  </a:lnTo>
                  <a:lnTo>
                    <a:pt x="916510" y="647733"/>
                  </a:lnTo>
                  <a:lnTo>
                    <a:pt x="918431" y="647541"/>
                  </a:lnTo>
                  <a:lnTo>
                    <a:pt x="920353" y="647379"/>
                  </a:lnTo>
                  <a:lnTo>
                    <a:pt x="922274" y="647265"/>
                  </a:lnTo>
                  <a:lnTo>
                    <a:pt x="924195" y="647214"/>
                  </a:lnTo>
                  <a:lnTo>
                    <a:pt x="926117" y="647230"/>
                  </a:lnTo>
                  <a:lnTo>
                    <a:pt x="928038" y="647314"/>
                  </a:lnTo>
                  <a:lnTo>
                    <a:pt x="929960" y="647454"/>
                  </a:lnTo>
                  <a:lnTo>
                    <a:pt x="931881" y="647634"/>
                  </a:lnTo>
                  <a:lnTo>
                    <a:pt x="933802" y="647835"/>
                  </a:lnTo>
                  <a:lnTo>
                    <a:pt x="935724" y="648038"/>
                  </a:lnTo>
                  <a:lnTo>
                    <a:pt x="937645" y="648226"/>
                  </a:lnTo>
                  <a:lnTo>
                    <a:pt x="939567" y="648387"/>
                  </a:lnTo>
                  <a:lnTo>
                    <a:pt x="941488" y="648517"/>
                  </a:lnTo>
                  <a:lnTo>
                    <a:pt x="943410" y="648616"/>
                  </a:lnTo>
                  <a:lnTo>
                    <a:pt x="945331" y="648688"/>
                  </a:lnTo>
                  <a:lnTo>
                    <a:pt x="947252" y="648738"/>
                  </a:lnTo>
                  <a:lnTo>
                    <a:pt x="949174" y="648771"/>
                  </a:lnTo>
                  <a:lnTo>
                    <a:pt x="951095" y="648791"/>
                  </a:lnTo>
                  <a:lnTo>
                    <a:pt x="953017" y="648803"/>
                  </a:lnTo>
                  <a:lnTo>
                    <a:pt x="954938" y="648810"/>
                  </a:lnTo>
                  <a:lnTo>
                    <a:pt x="956859" y="648814"/>
                  </a:lnTo>
                  <a:lnTo>
                    <a:pt x="958781" y="648815"/>
                  </a:lnTo>
                  <a:lnTo>
                    <a:pt x="960702" y="648816"/>
                  </a:lnTo>
                  <a:lnTo>
                    <a:pt x="962624" y="648817"/>
                  </a:lnTo>
                  <a:lnTo>
                    <a:pt x="964545" y="648817"/>
                  </a:lnTo>
                  <a:lnTo>
                    <a:pt x="966466" y="648817"/>
                  </a:lnTo>
                  <a:lnTo>
                    <a:pt x="968388" y="648817"/>
                  </a:lnTo>
                  <a:lnTo>
                    <a:pt x="970309" y="648817"/>
                  </a:lnTo>
                  <a:lnTo>
                    <a:pt x="972231" y="648817"/>
                  </a:lnTo>
                  <a:lnTo>
                    <a:pt x="974152" y="648817"/>
                  </a:lnTo>
                  <a:lnTo>
                    <a:pt x="976073" y="648817"/>
                  </a:lnTo>
                  <a:lnTo>
                    <a:pt x="977995" y="648817"/>
                  </a:lnTo>
                  <a:lnTo>
                    <a:pt x="979916" y="648817"/>
                  </a:lnTo>
                  <a:lnTo>
                    <a:pt x="981838" y="648817"/>
                  </a:lnTo>
                </a:path>
              </a:pathLst>
            </a:custGeom>
            <a:ln w="27101" cap="flat">
              <a:solidFill>
                <a:srgbClr val="8E4C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5467762" y="4884360"/>
              <a:ext cx="981838" cy="1099062"/>
            </a:xfrm>
            <a:custGeom>
              <a:avLst/>
              <a:pathLst>
                <a:path w="981838" h="1099062">
                  <a:moveTo>
                    <a:pt x="0" y="1099062"/>
                  </a:moveTo>
                  <a:lnTo>
                    <a:pt x="1921" y="1099062"/>
                  </a:lnTo>
                  <a:lnTo>
                    <a:pt x="3842" y="1099062"/>
                  </a:lnTo>
                  <a:lnTo>
                    <a:pt x="5764" y="1099062"/>
                  </a:lnTo>
                  <a:lnTo>
                    <a:pt x="7685" y="1099062"/>
                  </a:lnTo>
                  <a:lnTo>
                    <a:pt x="9607" y="1099062"/>
                  </a:lnTo>
                  <a:lnTo>
                    <a:pt x="11528" y="1099062"/>
                  </a:lnTo>
                  <a:lnTo>
                    <a:pt x="13449" y="1099062"/>
                  </a:lnTo>
                  <a:lnTo>
                    <a:pt x="15371" y="1099062"/>
                  </a:lnTo>
                  <a:lnTo>
                    <a:pt x="17292" y="1099062"/>
                  </a:lnTo>
                  <a:lnTo>
                    <a:pt x="19214" y="1099062"/>
                  </a:lnTo>
                  <a:lnTo>
                    <a:pt x="21135" y="1099062"/>
                  </a:lnTo>
                  <a:lnTo>
                    <a:pt x="23056" y="1099062"/>
                  </a:lnTo>
                  <a:lnTo>
                    <a:pt x="24978" y="1099062"/>
                  </a:lnTo>
                  <a:lnTo>
                    <a:pt x="26899" y="1099062"/>
                  </a:lnTo>
                  <a:lnTo>
                    <a:pt x="28821" y="1099062"/>
                  </a:lnTo>
                  <a:lnTo>
                    <a:pt x="30742" y="1099062"/>
                  </a:lnTo>
                  <a:lnTo>
                    <a:pt x="32663" y="1099062"/>
                  </a:lnTo>
                  <a:lnTo>
                    <a:pt x="34585" y="1099062"/>
                  </a:lnTo>
                  <a:lnTo>
                    <a:pt x="36506" y="1099062"/>
                  </a:lnTo>
                  <a:lnTo>
                    <a:pt x="38428" y="1099062"/>
                  </a:lnTo>
                  <a:lnTo>
                    <a:pt x="40349" y="1099062"/>
                  </a:lnTo>
                  <a:lnTo>
                    <a:pt x="42270" y="1099062"/>
                  </a:lnTo>
                  <a:lnTo>
                    <a:pt x="44192" y="1099062"/>
                  </a:lnTo>
                  <a:lnTo>
                    <a:pt x="46113" y="1099062"/>
                  </a:lnTo>
                  <a:lnTo>
                    <a:pt x="48035" y="1099062"/>
                  </a:lnTo>
                  <a:lnTo>
                    <a:pt x="49956" y="1099062"/>
                  </a:lnTo>
                  <a:lnTo>
                    <a:pt x="51877" y="1099062"/>
                  </a:lnTo>
                  <a:lnTo>
                    <a:pt x="53799" y="1099062"/>
                  </a:lnTo>
                  <a:lnTo>
                    <a:pt x="55720" y="1099062"/>
                  </a:lnTo>
                  <a:lnTo>
                    <a:pt x="57642" y="1099062"/>
                  </a:lnTo>
                  <a:lnTo>
                    <a:pt x="59563" y="1099062"/>
                  </a:lnTo>
                  <a:lnTo>
                    <a:pt x="61484" y="1099062"/>
                  </a:lnTo>
                  <a:lnTo>
                    <a:pt x="63406" y="1099062"/>
                  </a:lnTo>
                  <a:lnTo>
                    <a:pt x="65327" y="1099060"/>
                  </a:lnTo>
                  <a:lnTo>
                    <a:pt x="67249" y="1099055"/>
                  </a:lnTo>
                  <a:lnTo>
                    <a:pt x="69170" y="1099041"/>
                  </a:lnTo>
                  <a:lnTo>
                    <a:pt x="71091" y="1099009"/>
                  </a:lnTo>
                  <a:lnTo>
                    <a:pt x="73013" y="1098937"/>
                  </a:lnTo>
                  <a:lnTo>
                    <a:pt x="74934" y="1098788"/>
                  </a:lnTo>
                  <a:lnTo>
                    <a:pt x="76856" y="1098504"/>
                  </a:lnTo>
                  <a:lnTo>
                    <a:pt x="78777" y="1098004"/>
                  </a:lnTo>
                  <a:lnTo>
                    <a:pt x="80699" y="1097186"/>
                  </a:lnTo>
                  <a:lnTo>
                    <a:pt x="82620" y="1095945"/>
                  </a:lnTo>
                  <a:lnTo>
                    <a:pt x="84541" y="1094196"/>
                  </a:lnTo>
                  <a:lnTo>
                    <a:pt x="86463" y="1091901"/>
                  </a:lnTo>
                  <a:lnTo>
                    <a:pt x="88384" y="1089094"/>
                  </a:lnTo>
                  <a:lnTo>
                    <a:pt x="90306" y="1085896"/>
                  </a:lnTo>
                  <a:lnTo>
                    <a:pt x="92227" y="1082500"/>
                  </a:lnTo>
                  <a:lnTo>
                    <a:pt x="94148" y="1079135"/>
                  </a:lnTo>
                  <a:lnTo>
                    <a:pt x="96070" y="1076034"/>
                  </a:lnTo>
                  <a:lnTo>
                    <a:pt x="97991" y="1073313"/>
                  </a:lnTo>
                  <a:lnTo>
                    <a:pt x="99913" y="1070938"/>
                  </a:lnTo>
                  <a:lnTo>
                    <a:pt x="101834" y="1068722"/>
                  </a:lnTo>
                  <a:lnTo>
                    <a:pt x="103755" y="1066376"/>
                  </a:lnTo>
                  <a:lnTo>
                    <a:pt x="105677" y="1063612"/>
                  </a:lnTo>
                  <a:lnTo>
                    <a:pt x="107598" y="1060277"/>
                  </a:lnTo>
                  <a:lnTo>
                    <a:pt x="109520" y="1056464"/>
                  </a:lnTo>
                  <a:lnTo>
                    <a:pt x="111441" y="1052533"/>
                  </a:lnTo>
                  <a:lnTo>
                    <a:pt x="113362" y="1049023"/>
                  </a:lnTo>
                  <a:lnTo>
                    <a:pt x="115284" y="1046480"/>
                  </a:lnTo>
                  <a:lnTo>
                    <a:pt x="117205" y="1045276"/>
                  </a:lnTo>
                  <a:lnTo>
                    <a:pt x="119127" y="1045499"/>
                  </a:lnTo>
                  <a:lnTo>
                    <a:pt x="121048" y="1046965"/>
                  </a:lnTo>
                  <a:lnTo>
                    <a:pt x="122969" y="1049336"/>
                  </a:lnTo>
                  <a:lnTo>
                    <a:pt x="124891" y="1052275"/>
                  </a:lnTo>
                  <a:lnTo>
                    <a:pt x="126812" y="1055562"/>
                  </a:lnTo>
                  <a:lnTo>
                    <a:pt x="128734" y="1059110"/>
                  </a:lnTo>
                  <a:lnTo>
                    <a:pt x="130655" y="1062904"/>
                  </a:lnTo>
                  <a:lnTo>
                    <a:pt x="132576" y="1066896"/>
                  </a:lnTo>
                  <a:lnTo>
                    <a:pt x="134498" y="1070910"/>
                  </a:lnTo>
                  <a:lnTo>
                    <a:pt x="136419" y="1074700"/>
                  </a:lnTo>
                  <a:lnTo>
                    <a:pt x="138341" y="1078018"/>
                  </a:lnTo>
                  <a:lnTo>
                    <a:pt x="140262" y="1080700"/>
                  </a:lnTo>
                  <a:lnTo>
                    <a:pt x="142183" y="1082721"/>
                  </a:lnTo>
                  <a:lnTo>
                    <a:pt x="144105" y="1084187"/>
                  </a:lnTo>
                  <a:lnTo>
                    <a:pt x="146026" y="1085290"/>
                  </a:lnTo>
                  <a:lnTo>
                    <a:pt x="147948" y="1086226"/>
                  </a:lnTo>
                  <a:lnTo>
                    <a:pt x="149869" y="1087130"/>
                  </a:lnTo>
                  <a:lnTo>
                    <a:pt x="151791" y="1088045"/>
                  </a:lnTo>
                  <a:lnTo>
                    <a:pt x="153712" y="1088926"/>
                  </a:lnTo>
                  <a:lnTo>
                    <a:pt x="155633" y="1089673"/>
                  </a:lnTo>
                  <a:lnTo>
                    <a:pt x="157555" y="1090164"/>
                  </a:lnTo>
                  <a:lnTo>
                    <a:pt x="159476" y="1090277"/>
                  </a:lnTo>
                  <a:lnTo>
                    <a:pt x="161398" y="1089902"/>
                  </a:lnTo>
                  <a:lnTo>
                    <a:pt x="163319" y="1088940"/>
                  </a:lnTo>
                  <a:lnTo>
                    <a:pt x="165240" y="1087315"/>
                  </a:lnTo>
                  <a:lnTo>
                    <a:pt x="167162" y="1084977"/>
                  </a:lnTo>
                  <a:lnTo>
                    <a:pt x="169083" y="1081952"/>
                  </a:lnTo>
                  <a:lnTo>
                    <a:pt x="171005" y="1078376"/>
                  </a:lnTo>
                  <a:lnTo>
                    <a:pt x="172926" y="1074403"/>
                  </a:lnTo>
                  <a:lnTo>
                    <a:pt x="174847" y="1070196"/>
                  </a:lnTo>
                  <a:lnTo>
                    <a:pt x="176769" y="1065893"/>
                  </a:lnTo>
                  <a:lnTo>
                    <a:pt x="178690" y="1061606"/>
                  </a:lnTo>
                  <a:lnTo>
                    <a:pt x="180612" y="1057433"/>
                  </a:lnTo>
                  <a:lnTo>
                    <a:pt x="182533" y="1053485"/>
                  </a:lnTo>
                  <a:lnTo>
                    <a:pt x="184454" y="1049891"/>
                  </a:lnTo>
                  <a:lnTo>
                    <a:pt x="186376" y="1046768"/>
                  </a:lnTo>
                  <a:lnTo>
                    <a:pt x="188297" y="1044178"/>
                  </a:lnTo>
                  <a:lnTo>
                    <a:pt x="190219" y="1042076"/>
                  </a:lnTo>
                  <a:lnTo>
                    <a:pt x="192140" y="1040297"/>
                  </a:lnTo>
                  <a:lnTo>
                    <a:pt x="194061" y="1038590"/>
                  </a:lnTo>
                  <a:lnTo>
                    <a:pt x="195983" y="1036701"/>
                  </a:lnTo>
                  <a:lnTo>
                    <a:pt x="197904" y="1034470"/>
                  </a:lnTo>
                  <a:lnTo>
                    <a:pt x="199826" y="1031896"/>
                  </a:lnTo>
                  <a:lnTo>
                    <a:pt x="201747" y="1029145"/>
                  </a:lnTo>
                  <a:lnTo>
                    <a:pt x="203668" y="1026477"/>
                  </a:lnTo>
                  <a:lnTo>
                    <a:pt x="205590" y="1024094"/>
                  </a:lnTo>
                  <a:lnTo>
                    <a:pt x="207511" y="1021935"/>
                  </a:lnTo>
                  <a:lnTo>
                    <a:pt x="209433" y="1019605"/>
                  </a:lnTo>
                  <a:lnTo>
                    <a:pt x="211354" y="1016347"/>
                  </a:lnTo>
                  <a:lnTo>
                    <a:pt x="213275" y="1011097"/>
                  </a:lnTo>
                  <a:lnTo>
                    <a:pt x="215197" y="1002595"/>
                  </a:lnTo>
                  <a:lnTo>
                    <a:pt x="217118" y="989562"/>
                  </a:lnTo>
                  <a:lnTo>
                    <a:pt x="219040" y="970898"/>
                  </a:lnTo>
                  <a:lnTo>
                    <a:pt x="220961" y="945892"/>
                  </a:lnTo>
                  <a:lnTo>
                    <a:pt x="222883" y="914385"/>
                  </a:lnTo>
                  <a:lnTo>
                    <a:pt x="224804" y="876814"/>
                  </a:lnTo>
                  <a:lnTo>
                    <a:pt x="226725" y="834055"/>
                  </a:lnTo>
                  <a:lnTo>
                    <a:pt x="228647" y="787075"/>
                  </a:lnTo>
                  <a:lnTo>
                    <a:pt x="230568" y="736463"/>
                  </a:lnTo>
                  <a:lnTo>
                    <a:pt x="232490" y="682012"/>
                  </a:lnTo>
                  <a:lnTo>
                    <a:pt x="234411" y="622562"/>
                  </a:lnTo>
                  <a:lnTo>
                    <a:pt x="236332" y="556236"/>
                  </a:lnTo>
                  <a:lnTo>
                    <a:pt x="238254" y="481084"/>
                  </a:lnTo>
                  <a:lnTo>
                    <a:pt x="240175" y="395670"/>
                  </a:lnTo>
                  <a:lnTo>
                    <a:pt x="242097" y="301896"/>
                  </a:lnTo>
                  <a:lnTo>
                    <a:pt x="244018" y="204940"/>
                  </a:lnTo>
                  <a:lnTo>
                    <a:pt x="245939" y="113821"/>
                  </a:lnTo>
                  <a:lnTo>
                    <a:pt x="247861" y="40933"/>
                  </a:lnTo>
                  <a:lnTo>
                    <a:pt x="249782" y="0"/>
                  </a:lnTo>
                  <a:lnTo>
                    <a:pt x="251704" y="2728"/>
                  </a:lnTo>
                  <a:lnTo>
                    <a:pt x="253625" y="55145"/>
                  </a:lnTo>
                  <a:lnTo>
                    <a:pt x="255546" y="155028"/>
                  </a:lnTo>
                  <a:lnTo>
                    <a:pt x="257468" y="291646"/>
                  </a:lnTo>
                  <a:lnTo>
                    <a:pt x="259389" y="448157"/>
                  </a:lnTo>
                  <a:lnTo>
                    <a:pt x="261311" y="605808"/>
                  </a:lnTo>
                  <a:lnTo>
                    <a:pt x="263232" y="748409"/>
                  </a:lnTo>
                  <a:lnTo>
                    <a:pt x="265153" y="865467"/>
                  </a:lnTo>
                  <a:lnTo>
                    <a:pt x="267075" y="953154"/>
                  </a:lnTo>
                  <a:lnTo>
                    <a:pt x="268996" y="1013232"/>
                  </a:lnTo>
                  <a:lnTo>
                    <a:pt x="270918" y="1050832"/>
                  </a:lnTo>
                  <a:lnTo>
                    <a:pt x="272839" y="1072164"/>
                  </a:lnTo>
                  <a:lnTo>
                    <a:pt x="274760" y="1082863"/>
                  </a:lnTo>
                  <a:lnTo>
                    <a:pt x="276682" y="1087133"/>
                  </a:lnTo>
                  <a:lnTo>
                    <a:pt x="278603" y="1088322"/>
                  </a:lnTo>
                  <a:lnTo>
                    <a:pt x="280525" y="1088164"/>
                  </a:lnTo>
                  <a:lnTo>
                    <a:pt x="282446" y="1087685"/>
                  </a:lnTo>
                  <a:lnTo>
                    <a:pt x="284367" y="1087426"/>
                  </a:lnTo>
                  <a:lnTo>
                    <a:pt x="286289" y="1087590"/>
                  </a:lnTo>
                  <a:lnTo>
                    <a:pt x="288210" y="1088160"/>
                  </a:lnTo>
                  <a:lnTo>
                    <a:pt x="290132" y="1088993"/>
                  </a:lnTo>
                  <a:lnTo>
                    <a:pt x="292053" y="1089917"/>
                  </a:lnTo>
                  <a:lnTo>
                    <a:pt x="293975" y="1090789"/>
                  </a:lnTo>
                  <a:lnTo>
                    <a:pt x="295896" y="1091524"/>
                  </a:lnTo>
                  <a:lnTo>
                    <a:pt x="297817" y="1092098"/>
                  </a:lnTo>
                  <a:lnTo>
                    <a:pt x="299739" y="1092524"/>
                  </a:lnTo>
                  <a:lnTo>
                    <a:pt x="301660" y="1092828"/>
                  </a:lnTo>
                  <a:lnTo>
                    <a:pt x="303582" y="1093038"/>
                  </a:lnTo>
                  <a:lnTo>
                    <a:pt x="305503" y="1093179"/>
                  </a:lnTo>
                  <a:lnTo>
                    <a:pt x="307424" y="1093278"/>
                  </a:lnTo>
                  <a:lnTo>
                    <a:pt x="309346" y="1093372"/>
                  </a:lnTo>
                  <a:lnTo>
                    <a:pt x="311267" y="1093510"/>
                  </a:lnTo>
                  <a:lnTo>
                    <a:pt x="313189" y="1093746"/>
                  </a:lnTo>
                  <a:lnTo>
                    <a:pt x="315110" y="1094105"/>
                  </a:lnTo>
                  <a:lnTo>
                    <a:pt x="317031" y="1094583"/>
                  </a:lnTo>
                  <a:lnTo>
                    <a:pt x="318953" y="1095135"/>
                  </a:lnTo>
                  <a:lnTo>
                    <a:pt x="320874" y="1095691"/>
                  </a:lnTo>
                  <a:lnTo>
                    <a:pt x="322796" y="1096171"/>
                  </a:lnTo>
                  <a:lnTo>
                    <a:pt x="324717" y="1096517"/>
                  </a:lnTo>
                  <a:lnTo>
                    <a:pt x="326638" y="1096708"/>
                  </a:lnTo>
                  <a:lnTo>
                    <a:pt x="328560" y="1096769"/>
                  </a:lnTo>
                  <a:lnTo>
                    <a:pt x="330481" y="1096761"/>
                  </a:lnTo>
                  <a:lnTo>
                    <a:pt x="332403" y="1096761"/>
                  </a:lnTo>
                  <a:lnTo>
                    <a:pt x="334324" y="1096832"/>
                  </a:lnTo>
                  <a:lnTo>
                    <a:pt x="336245" y="1097005"/>
                  </a:lnTo>
                  <a:lnTo>
                    <a:pt x="338167" y="1097272"/>
                  </a:lnTo>
                  <a:lnTo>
                    <a:pt x="340088" y="1097588"/>
                  </a:lnTo>
                  <a:lnTo>
                    <a:pt x="342010" y="1097887"/>
                  </a:lnTo>
                  <a:lnTo>
                    <a:pt x="343931" y="1098093"/>
                  </a:lnTo>
                  <a:lnTo>
                    <a:pt x="345852" y="1098134"/>
                  </a:lnTo>
                  <a:lnTo>
                    <a:pt x="347774" y="1097929"/>
                  </a:lnTo>
                  <a:lnTo>
                    <a:pt x="349695" y="1097412"/>
                  </a:lnTo>
                  <a:lnTo>
                    <a:pt x="351617" y="1096551"/>
                  </a:lnTo>
                  <a:lnTo>
                    <a:pt x="353538" y="1095346"/>
                  </a:lnTo>
                  <a:lnTo>
                    <a:pt x="355459" y="1093866"/>
                  </a:lnTo>
                  <a:lnTo>
                    <a:pt x="357381" y="1092253"/>
                  </a:lnTo>
                  <a:lnTo>
                    <a:pt x="359302" y="1090711"/>
                  </a:lnTo>
                  <a:lnTo>
                    <a:pt x="361224" y="1089460"/>
                  </a:lnTo>
                  <a:lnTo>
                    <a:pt x="363145" y="1088677"/>
                  </a:lnTo>
                  <a:lnTo>
                    <a:pt x="365067" y="1088436"/>
                  </a:lnTo>
                  <a:lnTo>
                    <a:pt x="366988" y="1088680"/>
                  </a:lnTo>
                  <a:lnTo>
                    <a:pt x="368909" y="1089242"/>
                  </a:lnTo>
                  <a:lnTo>
                    <a:pt x="370831" y="1089900"/>
                  </a:lnTo>
                  <a:lnTo>
                    <a:pt x="372752" y="1090450"/>
                  </a:lnTo>
                  <a:lnTo>
                    <a:pt x="374674" y="1090777"/>
                  </a:lnTo>
                  <a:lnTo>
                    <a:pt x="376595" y="1090879"/>
                  </a:lnTo>
                  <a:lnTo>
                    <a:pt x="378516" y="1090856"/>
                  </a:lnTo>
                  <a:lnTo>
                    <a:pt x="380438" y="1090858"/>
                  </a:lnTo>
                  <a:lnTo>
                    <a:pt x="382359" y="1091026"/>
                  </a:lnTo>
                  <a:lnTo>
                    <a:pt x="384281" y="1091449"/>
                  </a:lnTo>
                  <a:lnTo>
                    <a:pt x="386202" y="1092101"/>
                  </a:lnTo>
                  <a:lnTo>
                    <a:pt x="388123" y="1092890"/>
                  </a:lnTo>
                  <a:lnTo>
                    <a:pt x="390045" y="1093688"/>
                  </a:lnTo>
                  <a:lnTo>
                    <a:pt x="391966" y="1094372"/>
                  </a:lnTo>
                  <a:lnTo>
                    <a:pt x="393888" y="1094851"/>
                  </a:lnTo>
                  <a:lnTo>
                    <a:pt x="395809" y="1095089"/>
                  </a:lnTo>
                  <a:lnTo>
                    <a:pt x="397730" y="1095105"/>
                  </a:lnTo>
                  <a:lnTo>
                    <a:pt x="399652" y="1094960"/>
                  </a:lnTo>
                  <a:lnTo>
                    <a:pt x="401573" y="1094731"/>
                  </a:lnTo>
                  <a:lnTo>
                    <a:pt x="403495" y="1094491"/>
                  </a:lnTo>
                  <a:lnTo>
                    <a:pt x="405416" y="1094289"/>
                  </a:lnTo>
                  <a:lnTo>
                    <a:pt x="407337" y="1094144"/>
                  </a:lnTo>
                  <a:lnTo>
                    <a:pt x="409259" y="1094056"/>
                  </a:lnTo>
                  <a:lnTo>
                    <a:pt x="411180" y="1094015"/>
                  </a:lnTo>
                  <a:lnTo>
                    <a:pt x="413102" y="1094021"/>
                  </a:lnTo>
                  <a:lnTo>
                    <a:pt x="415023" y="1094088"/>
                  </a:lnTo>
                  <a:lnTo>
                    <a:pt x="416944" y="1094244"/>
                  </a:lnTo>
                  <a:lnTo>
                    <a:pt x="418866" y="1094517"/>
                  </a:lnTo>
                  <a:lnTo>
                    <a:pt x="420787" y="1094926"/>
                  </a:lnTo>
                  <a:lnTo>
                    <a:pt x="422709" y="1095440"/>
                  </a:lnTo>
                  <a:lnTo>
                    <a:pt x="424630" y="1096004"/>
                  </a:lnTo>
                  <a:lnTo>
                    <a:pt x="426551" y="1096545"/>
                  </a:lnTo>
                  <a:lnTo>
                    <a:pt x="428473" y="1096984"/>
                  </a:lnTo>
                  <a:lnTo>
                    <a:pt x="430394" y="1097258"/>
                  </a:lnTo>
                  <a:lnTo>
                    <a:pt x="432316" y="1097336"/>
                  </a:lnTo>
                  <a:lnTo>
                    <a:pt x="434237" y="1097218"/>
                  </a:lnTo>
                  <a:lnTo>
                    <a:pt x="436159" y="1096943"/>
                  </a:lnTo>
                  <a:lnTo>
                    <a:pt x="438080" y="1096573"/>
                  </a:lnTo>
                  <a:lnTo>
                    <a:pt x="440001" y="1096181"/>
                  </a:lnTo>
                  <a:lnTo>
                    <a:pt x="441923" y="1095838"/>
                  </a:lnTo>
                  <a:lnTo>
                    <a:pt x="443844" y="1095604"/>
                  </a:lnTo>
                  <a:lnTo>
                    <a:pt x="445766" y="1095517"/>
                  </a:lnTo>
                  <a:lnTo>
                    <a:pt x="447687" y="1095594"/>
                  </a:lnTo>
                  <a:lnTo>
                    <a:pt x="449608" y="1095830"/>
                  </a:lnTo>
                  <a:lnTo>
                    <a:pt x="451530" y="1096199"/>
                  </a:lnTo>
                  <a:lnTo>
                    <a:pt x="453451" y="1096659"/>
                  </a:lnTo>
                  <a:lnTo>
                    <a:pt x="455373" y="1097160"/>
                  </a:lnTo>
                  <a:lnTo>
                    <a:pt x="457294" y="1097644"/>
                  </a:lnTo>
                  <a:lnTo>
                    <a:pt x="459215" y="1098068"/>
                  </a:lnTo>
                  <a:lnTo>
                    <a:pt x="461137" y="1098408"/>
                  </a:lnTo>
                  <a:lnTo>
                    <a:pt x="463058" y="1098659"/>
                  </a:lnTo>
                  <a:lnTo>
                    <a:pt x="464980" y="1098830"/>
                  </a:lnTo>
                  <a:lnTo>
                    <a:pt x="466901" y="1098938"/>
                  </a:lnTo>
                  <a:lnTo>
                    <a:pt x="468822" y="1099000"/>
                  </a:lnTo>
                  <a:lnTo>
                    <a:pt x="470744" y="1099033"/>
                  </a:lnTo>
                  <a:lnTo>
                    <a:pt x="472665" y="1099050"/>
                  </a:lnTo>
                  <a:lnTo>
                    <a:pt x="474587" y="1099057"/>
                  </a:lnTo>
                  <a:lnTo>
                    <a:pt x="476508" y="1099061"/>
                  </a:lnTo>
                  <a:lnTo>
                    <a:pt x="478429" y="1099062"/>
                  </a:lnTo>
                  <a:lnTo>
                    <a:pt x="480351" y="1099062"/>
                  </a:lnTo>
                  <a:lnTo>
                    <a:pt x="482272" y="1099062"/>
                  </a:lnTo>
                  <a:lnTo>
                    <a:pt x="484194" y="1099062"/>
                  </a:lnTo>
                  <a:lnTo>
                    <a:pt x="486115" y="1099062"/>
                  </a:lnTo>
                  <a:lnTo>
                    <a:pt x="488036" y="1099062"/>
                  </a:lnTo>
                  <a:lnTo>
                    <a:pt x="489958" y="1099062"/>
                  </a:lnTo>
                  <a:lnTo>
                    <a:pt x="491879" y="1099062"/>
                  </a:lnTo>
                  <a:lnTo>
                    <a:pt x="493801" y="1099062"/>
                  </a:lnTo>
                  <a:lnTo>
                    <a:pt x="495722" y="1099062"/>
                  </a:lnTo>
                  <a:lnTo>
                    <a:pt x="497643" y="1099062"/>
                  </a:lnTo>
                  <a:lnTo>
                    <a:pt x="499565" y="1099062"/>
                  </a:lnTo>
                  <a:lnTo>
                    <a:pt x="501486" y="1099062"/>
                  </a:lnTo>
                  <a:lnTo>
                    <a:pt x="503408" y="1099062"/>
                  </a:lnTo>
                  <a:lnTo>
                    <a:pt x="505329" y="1099062"/>
                  </a:lnTo>
                  <a:lnTo>
                    <a:pt x="507250" y="1099062"/>
                  </a:lnTo>
                  <a:lnTo>
                    <a:pt x="509172" y="1099062"/>
                  </a:lnTo>
                  <a:lnTo>
                    <a:pt x="511093" y="1099062"/>
                  </a:lnTo>
                  <a:lnTo>
                    <a:pt x="513015" y="1099062"/>
                  </a:lnTo>
                  <a:lnTo>
                    <a:pt x="514936" y="1099062"/>
                  </a:lnTo>
                  <a:lnTo>
                    <a:pt x="516858" y="1099062"/>
                  </a:lnTo>
                  <a:lnTo>
                    <a:pt x="518779" y="1099062"/>
                  </a:lnTo>
                  <a:lnTo>
                    <a:pt x="520700" y="1099062"/>
                  </a:lnTo>
                  <a:lnTo>
                    <a:pt x="522622" y="1099062"/>
                  </a:lnTo>
                  <a:lnTo>
                    <a:pt x="524543" y="1099061"/>
                  </a:lnTo>
                  <a:lnTo>
                    <a:pt x="526465" y="1099059"/>
                  </a:lnTo>
                  <a:lnTo>
                    <a:pt x="528386" y="1099054"/>
                  </a:lnTo>
                  <a:lnTo>
                    <a:pt x="530307" y="1099043"/>
                  </a:lnTo>
                  <a:lnTo>
                    <a:pt x="532229" y="1099018"/>
                  </a:lnTo>
                  <a:lnTo>
                    <a:pt x="534150" y="1098970"/>
                  </a:lnTo>
                  <a:lnTo>
                    <a:pt x="536072" y="1098886"/>
                  </a:lnTo>
                  <a:lnTo>
                    <a:pt x="537993" y="1098749"/>
                  </a:lnTo>
                  <a:lnTo>
                    <a:pt x="539914" y="1098546"/>
                  </a:lnTo>
                  <a:lnTo>
                    <a:pt x="541836" y="1098277"/>
                  </a:lnTo>
                  <a:lnTo>
                    <a:pt x="543757" y="1097953"/>
                  </a:lnTo>
                  <a:lnTo>
                    <a:pt x="545679" y="1097608"/>
                  </a:lnTo>
                  <a:lnTo>
                    <a:pt x="547600" y="1097292"/>
                  </a:lnTo>
                  <a:lnTo>
                    <a:pt x="549521" y="1097060"/>
                  </a:lnTo>
                  <a:lnTo>
                    <a:pt x="551443" y="1096958"/>
                  </a:lnTo>
                  <a:lnTo>
                    <a:pt x="553364" y="1097009"/>
                  </a:lnTo>
                  <a:lnTo>
                    <a:pt x="555286" y="1097202"/>
                  </a:lnTo>
                  <a:lnTo>
                    <a:pt x="557207" y="1097499"/>
                  </a:lnTo>
                  <a:lnTo>
                    <a:pt x="559128" y="1097846"/>
                  </a:lnTo>
                  <a:lnTo>
                    <a:pt x="561050" y="1098186"/>
                  </a:lnTo>
                  <a:lnTo>
                    <a:pt x="562971" y="1098478"/>
                  </a:lnTo>
                  <a:lnTo>
                    <a:pt x="564893" y="1098699"/>
                  </a:lnTo>
                  <a:lnTo>
                    <a:pt x="566814" y="1098852"/>
                  </a:lnTo>
                  <a:lnTo>
                    <a:pt x="568735" y="1098949"/>
                  </a:lnTo>
                  <a:lnTo>
                    <a:pt x="570657" y="1099005"/>
                  </a:lnTo>
                  <a:lnTo>
                    <a:pt x="572578" y="1099036"/>
                  </a:lnTo>
                  <a:lnTo>
                    <a:pt x="574500" y="1099051"/>
                  </a:lnTo>
                  <a:lnTo>
                    <a:pt x="576421" y="1099058"/>
                  </a:lnTo>
                  <a:lnTo>
                    <a:pt x="578342" y="1099061"/>
                  </a:lnTo>
                  <a:lnTo>
                    <a:pt x="580264" y="1099062"/>
                  </a:lnTo>
                  <a:lnTo>
                    <a:pt x="582185" y="1099062"/>
                  </a:lnTo>
                  <a:lnTo>
                    <a:pt x="584107" y="1099062"/>
                  </a:lnTo>
                  <a:lnTo>
                    <a:pt x="586028" y="1099062"/>
                  </a:lnTo>
                  <a:lnTo>
                    <a:pt x="587950" y="1099062"/>
                  </a:lnTo>
                  <a:lnTo>
                    <a:pt x="589871" y="1099062"/>
                  </a:lnTo>
                  <a:lnTo>
                    <a:pt x="591792" y="1099062"/>
                  </a:lnTo>
                  <a:lnTo>
                    <a:pt x="593714" y="1099062"/>
                  </a:lnTo>
                  <a:lnTo>
                    <a:pt x="595635" y="1099062"/>
                  </a:lnTo>
                  <a:lnTo>
                    <a:pt x="597557" y="1099062"/>
                  </a:lnTo>
                  <a:lnTo>
                    <a:pt x="599478" y="1099060"/>
                  </a:lnTo>
                  <a:lnTo>
                    <a:pt x="601399" y="1099056"/>
                  </a:lnTo>
                  <a:lnTo>
                    <a:pt x="603321" y="1099047"/>
                  </a:lnTo>
                  <a:lnTo>
                    <a:pt x="605242" y="1099026"/>
                  </a:lnTo>
                  <a:lnTo>
                    <a:pt x="607164" y="1098985"/>
                  </a:lnTo>
                  <a:lnTo>
                    <a:pt x="609085" y="1098912"/>
                  </a:lnTo>
                  <a:lnTo>
                    <a:pt x="611006" y="1098790"/>
                  </a:lnTo>
                  <a:lnTo>
                    <a:pt x="612928" y="1098605"/>
                  </a:lnTo>
                  <a:lnTo>
                    <a:pt x="614849" y="1098351"/>
                  </a:lnTo>
                  <a:lnTo>
                    <a:pt x="616771" y="1098035"/>
                  </a:lnTo>
                  <a:lnTo>
                    <a:pt x="618692" y="1097684"/>
                  </a:lnTo>
                  <a:lnTo>
                    <a:pt x="620613" y="1097337"/>
                  </a:lnTo>
                  <a:lnTo>
                    <a:pt x="622535" y="1097043"/>
                  </a:lnTo>
                  <a:lnTo>
                    <a:pt x="624456" y="1096842"/>
                  </a:lnTo>
                  <a:lnTo>
                    <a:pt x="626378" y="1096748"/>
                  </a:lnTo>
                  <a:lnTo>
                    <a:pt x="628299" y="1096747"/>
                  </a:lnTo>
                  <a:lnTo>
                    <a:pt x="630220" y="1096795"/>
                  </a:lnTo>
                  <a:lnTo>
                    <a:pt x="632142" y="1096841"/>
                  </a:lnTo>
                  <a:lnTo>
                    <a:pt x="634063" y="1096847"/>
                  </a:lnTo>
                  <a:lnTo>
                    <a:pt x="635985" y="1096807"/>
                  </a:lnTo>
                  <a:lnTo>
                    <a:pt x="637906" y="1096755"/>
                  </a:lnTo>
                  <a:lnTo>
                    <a:pt x="639827" y="1096745"/>
                  </a:lnTo>
                  <a:lnTo>
                    <a:pt x="641749" y="1096822"/>
                  </a:lnTo>
                  <a:lnTo>
                    <a:pt x="643670" y="1097009"/>
                  </a:lnTo>
                  <a:lnTo>
                    <a:pt x="645592" y="1097291"/>
                  </a:lnTo>
                  <a:lnTo>
                    <a:pt x="647513" y="1097633"/>
                  </a:lnTo>
                  <a:lnTo>
                    <a:pt x="649434" y="1097987"/>
                  </a:lnTo>
                  <a:lnTo>
                    <a:pt x="651356" y="1098309"/>
                  </a:lnTo>
                  <a:lnTo>
                    <a:pt x="653277" y="1098572"/>
                  </a:lnTo>
                  <a:lnTo>
                    <a:pt x="655199" y="1098766"/>
                  </a:lnTo>
                  <a:lnTo>
                    <a:pt x="657120" y="1098896"/>
                  </a:lnTo>
                  <a:lnTo>
                    <a:pt x="659042" y="1098976"/>
                  </a:lnTo>
                  <a:lnTo>
                    <a:pt x="660963" y="1099021"/>
                  </a:lnTo>
                  <a:lnTo>
                    <a:pt x="662884" y="1099044"/>
                  </a:lnTo>
                  <a:lnTo>
                    <a:pt x="664806" y="1099055"/>
                  </a:lnTo>
                  <a:lnTo>
                    <a:pt x="666727" y="1099060"/>
                  </a:lnTo>
                  <a:lnTo>
                    <a:pt x="668649" y="1099061"/>
                  </a:lnTo>
                  <a:lnTo>
                    <a:pt x="670570" y="1099062"/>
                  </a:lnTo>
                  <a:lnTo>
                    <a:pt x="672491" y="1099062"/>
                  </a:lnTo>
                  <a:lnTo>
                    <a:pt x="674413" y="1099062"/>
                  </a:lnTo>
                  <a:lnTo>
                    <a:pt x="676334" y="1099062"/>
                  </a:lnTo>
                  <a:lnTo>
                    <a:pt x="678256" y="1099062"/>
                  </a:lnTo>
                  <a:lnTo>
                    <a:pt x="680177" y="1099062"/>
                  </a:lnTo>
                  <a:lnTo>
                    <a:pt x="682098" y="1099062"/>
                  </a:lnTo>
                  <a:lnTo>
                    <a:pt x="684020" y="1099062"/>
                  </a:lnTo>
                  <a:lnTo>
                    <a:pt x="685941" y="1099062"/>
                  </a:lnTo>
                  <a:lnTo>
                    <a:pt x="687863" y="1099062"/>
                  </a:lnTo>
                  <a:lnTo>
                    <a:pt x="689784" y="1099062"/>
                  </a:lnTo>
                  <a:lnTo>
                    <a:pt x="691705" y="1099062"/>
                  </a:lnTo>
                  <a:lnTo>
                    <a:pt x="693627" y="1099062"/>
                  </a:lnTo>
                  <a:lnTo>
                    <a:pt x="695548" y="1099062"/>
                  </a:lnTo>
                  <a:lnTo>
                    <a:pt x="697470" y="1099062"/>
                  </a:lnTo>
                  <a:lnTo>
                    <a:pt x="699391" y="1099062"/>
                  </a:lnTo>
                  <a:lnTo>
                    <a:pt x="701312" y="1099062"/>
                  </a:lnTo>
                  <a:lnTo>
                    <a:pt x="703234" y="1099062"/>
                  </a:lnTo>
                  <a:lnTo>
                    <a:pt x="705155" y="1099062"/>
                  </a:lnTo>
                  <a:lnTo>
                    <a:pt x="707077" y="1099062"/>
                  </a:lnTo>
                  <a:lnTo>
                    <a:pt x="708998" y="1099062"/>
                  </a:lnTo>
                  <a:lnTo>
                    <a:pt x="710919" y="1099062"/>
                  </a:lnTo>
                  <a:lnTo>
                    <a:pt x="712841" y="1099062"/>
                  </a:lnTo>
                  <a:lnTo>
                    <a:pt x="714762" y="1099062"/>
                  </a:lnTo>
                  <a:lnTo>
                    <a:pt x="716684" y="1099062"/>
                  </a:lnTo>
                  <a:lnTo>
                    <a:pt x="718605" y="1099062"/>
                  </a:lnTo>
                  <a:lnTo>
                    <a:pt x="720526" y="1099062"/>
                  </a:lnTo>
                  <a:lnTo>
                    <a:pt x="722448" y="1099062"/>
                  </a:lnTo>
                  <a:lnTo>
                    <a:pt x="724369" y="1099062"/>
                  </a:lnTo>
                  <a:lnTo>
                    <a:pt x="726291" y="1099061"/>
                  </a:lnTo>
                  <a:lnTo>
                    <a:pt x="728212" y="1099059"/>
                  </a:lnTo>
                  <a:lnTo>
                    <a:pt x="730134" y="1099053"/>
                  </a:lnTo>
                  <a:lnTo>
                    <a:pt x="732055" y="1099039"/>
                  </a:lnTo>
                  <a:lnTo>
                    <a:pt x="733976" y="1099012"/>
                  </a:lnTo>
                  <a:lnTo>
                    <a:pt x="735898" y="1098959"/>
                  </a:lnTo>
                  <a:lnTo>
                    <a:pt x="737819" y="1098866"/>
                  </a:lnTo>
                  <a:lnTo>
                    <a:pt x="739741" y="1098714"/>
                  </a:lnTo>
                  <a:lnTo>
                    <a:pt x="741662" y="1098484"/>
                  </a:lnTo>
                  <a:lnTo>
                    <a:pt x="743583" y="1098162"/>
                  </a:lnTo>
                  <a:lnTo>
                    <a:pt x="745505" y="1097745"/>
                  </a:lnTo>
                  <a:lnTo>
                    <a:pt x="747426" y="1097260"/>
                  </a:lnTo>
                  <a:lnTo>
                    <a:pt x="749348" y="1096746"/>
                  </a:lnTo>
                  <a:lnTo>
                    <a:pt x="751269" y="1096257"/>
                  </a:lnTo>
                  <a:lnTo>
                    <a:pt x="753190" y="1095846"/>
                  </a:lnTo>
                  <a:lnTo>
                    <a:pt x="755112" y="1095557"/>
                  </a:lnTo>
                  <a:lnTo>
                    <a:pt x="757033" y="1095417"/>
                  </a:lnTo>
                  <a:lnTo>
                    <a:pt x="758955" y="1095427"/>
                  </a:lnTo>
                  <a:lnTo>
                    <a:pt x="760876" y="1095563"/>
                  </a:lnTo>
                  <a:lnTo>
                    <a:pt x="762797" y="1095780"/>
                  </a:lnTo>
                  <a:lnTo>
                    <a:pt x="764719" y="1096022"/>
                  </a:lnTo>
                  <a:lnTo>
                    <a:pt x="766640" y="1096236"/>
                  </a:lnTo>
                  <a:lnTo>
                    <a:pt x="768562" y="1096387"/>
                  </a:lnTo>
                  <a:lnTo>
                    <a:pt x="770483" y="1096472"/>
                  </a:lnTo>
                  <a:lnTo>
                    <a:pt x="772404" y="1096519"/>
                  </a:lnTo>
                  <a:lnTo>
                    <a:pt x="774326" y="1096576"/>
                  </a:lnTo>
                  <a:lnTo>
                    <a:pt x="776247" y="1096688"/>
                  </a:lnTo>
                  <a:lnTo>
                    <a:pt x="778169" y="1096877"/>
                  </a:lnTo>
                  <a:lnTo>
                    <a:pt x="780090" y="1097132"/>
                  </a:lnTo>
                  <a:lnTo>
                    <a:pt x="782011" y="1097398"/>
                  </a:lnTo>
                  <a:lnTo>
                    <a:pt x="783933" y="1097610"/>
                  </a:lnTo>
                  <a:lnTo>
                    <a:pt x="785854" y="1097716"/>
                  </a:lnTo>
                  <a:lnTo>
                    <a:pt x="787776" y="1097691"/>
                  </a:lnTo>
                  <a:lnTo>
                    <a:pt x="789697" y="1097546"/>
                  </a:lnTo>
                  <a:lnTo>
                    <a:pt x="791618" y="1097328"/>
                  </a:lnTo>
                  <a:lnTo>
                    <a:pt x="793540" y="1097102"/>
                  </a:lnTo>
                  <a:lnTo>
                    <a:pt x="795461" y="1096931"/>
                  </a:lnTo>
                  <a:lnTo>
                    <a:pt x="797383" y="1096860"/>
                  </a:lnTo>
                  <a:lnTo>
                    <a:pt x="799304" y="1096895"/>
                  </a:lnTo>
                  <a:lnTo>
                    <a:pt x="801226" y="1097006"/>
                  </a:lnTo>
                  <a:lnTo>
                    <a:pt x="803147" y="1097139"/>
                  </a:lnTo>
                  <a:lnTo>
                    <a:pt x="805068" y="1097231"/>
                  </a:lnTo>
                  <a:lnTo>
                    <a:pt x="806990" y="1097243"/>
                  </a:lnTo>
                  <a:lnTo>
                    <a:pt x="808911" y="1097167"/>
                  </a:lnTo>
                  <a:lnTo>
                    <a:pt x="810833" y="1097037"/>
                  </a:lnTo>
                  <a:lnTo>
                    <a:pt x="812754" y="1096912"/>
                  </a:lnTo>
                  <a:lnTo>
                    <a:pt x="814675" y="1096858"/>
                  </a:lnTo>
                  <a:lnTo>
                    <a:pt x="816597" y="1096927"/>
                  </a:lnTo>
                  <a:lnTo>
                    <a:pt x="818518" y="1097126"/>
                  </a:lnTo>
                  <a:lnTo>
                    <a:pt x="820440" y="1097423"/>
                  </a:lnTo>
                  <a:lnTo>
                    <a:pt x="822361" y="1097770"/>
                  </a:lnTo>
                  <a:lnTo>
                    <a:pt x="824282" y="1098113"/>
                  </a:lnTo>
                  <a:lnTo>
                    <a:pt x="826204" y="1098411"/>
                  </a:lnTo>
                  <a:lnTo>
                    <a:pt x="828125" y="1098641"/>
                  </a:lnTo>
                  <a:lnTo>
                    <a:pt x="830047" y="1098796"/>
                  </a:lnTo>
                  <a:lnTo>
                    <a:pt x="831968" y="1098877"/>
                  </a:lnTo>
                  <a:lnTo>
                    <a:pt x="833889" y="1098888"/>
                  </a:lnTo>
                  <a:lnTo>
                    <a:pt x="835811" y="1098829"/>
                  </a:lnTo>
                  <a:lnTo>
                    <a:pt x="837732" y="1098697"/>
                  </a:lnTo>
                  <a:lnTo>
                    <a:pt x="839654" y="1098488"/>
                  </a:lnTo>
                  <a:lnTo>
                    <a:pt x="841575" y="1098207"/>
                  </a:lnTo>
                  <a:lnTo>
                    <a:pt x="843496" y="1097871"/>
                  </a:lnTo>
                  <a:lnTo>
                    <a:pt x="845418" y="1097520"/>
                  </a:lnTo>
                  <a:lnTo>
                    <a:pt x="847339" y="1097208"/>
                  </a:lnTo>
                  <a:lnTo>
                    <a:pt x="849261" y="1096993"/>
                  </a:lnTo>
                  <a:lnTo>
                    <a:pt x="851182" y="1096922"/>
                  </a:lnTo>
                  <a:lnTo>
                    <a:pt x="853103" y="1097020"/>
                  </a:lnTo>
                  <a:lnTo>
                    <a:pt x="855025" y="1097256"/>
                  </a:lnTo>
                  <a:lnTo>
                    <a:pt x="856946" y="1097581"/>
                  </a:lnTo>
                  <a:lnTo>
                    <a:pt x="858868" y="1097934"/>
                  </a:lnTo>
                  <a:lnTo>
                    <a:pt x="860789" y="1098264"/>
                  </a:lnTo>
                  <a:lnTo>
                    <a:pt x="862710" y="1098538"/>
                  </a:lnTo>
                  <a:lnTo>
                    <a:pt x="864632" y="1098743"/>
                  </a:lnTo>
                  <a:lnTo>
                    <a:pt x="866553" y="1098882"/>
                  </a:lnTo>
                  <a:lnTo>
                    <a:pt x="868475" y="1098968"/>
                  </a:lnTo>
                  <a:lnTo>
                    <a:pt x="870396" y="1099017"/>
                  </a:lnTo>
                  <a:lnTo>
                    <a:pt x="872318" y="1099042"/>
                  </a:lnTo>
                  <a:lnTo>
                    <a:pt x="874239" y="1099054"/>
                  </a:lnTo>
                  <a:lnTo>
                    <a:pt x="876160" y="1099059"/>
                  </a:lnTo>
                  <a:lnTo>
                    <a:pt x="878082" y="1099061"/>
                  </a:lnTo>
                  <a:lnTo>
                    <a:pt x="880003" y="1099062"/>
                  </a:lnTo>
                  <a:lnTo>
                    <a:pt x="881925" y="1099062"/>
                  </a:lnTo>
                  <a:lnTo>
                    <a:pt x="883846" y="1099062"/>
                  </a:lnTo>
                  <a:lnTo>
                    <a:pt x="885767" y="1099062"/>
                  </a:lnTo>
                  <a:lnTo>
                    <a:pt x="887689" y="1099062"/>
                  </a:lnTo>
                  <a:lnTo>
                    <a:pt x="889610" y="1099062"/>
                  </a:lnTo>
                  <a:lnTo>
                    <a:pt x="891532" y="1099062"/>
                  </a:lnTo>
                  <a:lnTo>
                    <a:pt x="893453" y="1099062"/>
                  </a:lnTo>
                  <a:lnTo>
                    <a:pt x="895374" y="1099062"/>
                  </a:lnTo>
                  <a:lnTo>
                    <a:pt x="897296" y="1099062"/>
                  </a:lnTo>
                  <a:lnTo>
                    <a:pt x="899217" y="1099062"/>
                  </a:lnTo>
                  <a:lnTo>
                    <a:pt x="901139" y="1099062"/>
                  </a:lnTo>
                  <a:lnTo>
                    <a:pt x="903060" y="1099062"/>
                  </a:lnTo>
                  <a:lnTo>
                    <a:pt x="904981" y="1099062"/>
                  </a:lnTo>
                  <a:lnTo>
                    <a:pt x="906903" y="1099062"/>
                  </a:lnTo>
                  <a:lnTo>
                    <a:pt x="908824" y="1099062"/>
                  </a:lnTo>
                  <a:lnTo>
                    <a:pt x="910746" y="1099060"/>
                  </a:lnTo>
                  <a:lnTo>
                    <a:pt x="912667" y="1099055"/>
                  </a:lnTo>
                  <a:lnTo>
                    <a:pt x="914588" y="1099046"/>
                  </a:lnTo>
                  <a:lnTo>
                    <a:pt x="916510" y="1099025"/>
                  </a:lnTo>
                  <a:lnTo>
                    <a:pt x="918431" y="1098984"/>
                  </a:lnTo>
                  <a:lnTo>
                    <a:pt x="920353" y="1098910"/>
                  </a:lnTo>
                  <a:lnTo>
                    <a:pt x="922274" y="1098788"/>
                  </a:lnTo>
                  <a:lnTo>
                    <a:pt x="924195" y="1098599"/>
                  </a:lnTo>
                  <a:lnTo>
                    <a:pt x="926117" y="1098336"/>
                  </a:lnTo>
                  <a:lnTo>
                    <a:pt x="928038" y="1098012"/>
                  </a:lnTo>
                  <a:lnTo>
                    <a:pt x="929960" y="1097658"/>
                  </a:lnTo>
                  <a:lnTo>
                    <a:pt x="931881" y="1097324"/>
                  </a:lnTo>
                  <a:lnTo>
                    <a:pt x="933802" y="1097070"/>
                  </a:lnTo>
                  <a:lnTo>
                    <a:pt x="935724" y="1096946"/>
                  </a:lnTo>
                  <a:lnTo>
                    <a:pt x="937645" y="1096977"/>
                  </a:lnTo>
                  <a:lnTo>
                    <a:pt x="939567" y="1097156"/>
                  </a:lnTo>
                  <a:lnTo>
                    <a:pt x="941488" y="1097446"/>
                  </a:lnTo>
                  <a:lnTo>
                    <a:pt x="943410" y="1097791"/>
                  </a:lnTo>
                  <a:lnTo>
                    <a:pt x="945331" y="1098135"/>
                  </a:lnTo>
                  <a:lnTo>
                    <a:pt x="947252" y="1098436"/>
                  </a:lnTo>
                  <a:lnTo>
                    <a:pt x="949174" y="1098671"/>
                  </a:lnTo>
                  <a:lnTo>
                    <a:pt x="951095" y="1098837"/>
                  </a:lnTo>
                  <a:lnTo>
                    <a:pt x="953017" y="1098942"/>
                  </a:lnTo>
                  <a:lnTo>
                    <a:pt x="954938" y="1099003"/>
                  </a:lnTo>
                  <a:lnTo>
                    <a:pt x="956859" y="1099036"/>
                  </a:lnTo>
                  <a:lnTo>
                    <a:pt x="958781" y="1099051"/>
                  </a:lnTo>
                  <a:lnTo>
                    <a:pt x="960702" y="1099058"/>
                  </a:lnTo>
                  <a:lnTo>
                    <a:pt x="962624" y="1099061"/>
                  </a:lnTo>
                  <a:lnTo>
                    <a:pt x="964545" y="1099062"/>
                  </a:lnTo>
                  <a:lnTo>
                    <a:pt x="966466" y="1099062"/>
                  </a:lnTo>
                  <a:lnTo>
                    <a:pt x="968388" y="1099062"/>
                  </a:lnTo>
                  <a:lnTo>
                    <a:pt x="970309" y="1099062"/>
                  </a:lnTo>
                  <a:lnTo>
                    <a:pt x="972231" y="1099062"/>
                  </a:lnTo>
                  <a:lnTo>
                    <a:pt x="974152" y="1099062"/>
                  </a:lnTo>
                  <a:lnTo>
                    <a:pt x="976073" y="1099062"/>
                  </a:lnTo>
                  <a:lnTo>
                    <a:pt x="977995" y="1099062"/>
                  </a:lnTo>
                  <a:lnTo>
                    <a:pt x="979916" y="1099062"/>
                  </a:lnTo>
                  <a:lnTo>
                    <a:pt x="981838" y="1099062"/>
                  </a:lnTo>
                  <a:lnTo>
                    <a:pt x="979916" y="1099062"/>
                  </a:lnTo>
                  <a:lnTo>
                    <a:pt x="977995" y="1099062"/>
                  </a:lnTo>
                  <a:lnTo>
                    <a:pt x="976073" y="1099062"/>
                  </a:lnTo>
                  <a:lnTo>
                    <a:pt x="974152" y="1099062"/>
                  </a:lnTo>
                  <a:lnTo>
                    <a:pt x="972231" y="1099062"/>
                  </a:lnTo>
                  <a:lnTo>
                    <a:pt x="970309" y="1099062"/>
                  </a:lnTo>
                  <a:lnTo>
                    <a:pt x="968388" y="1099062"/>
                  </a:lnTo>
                  <a:lnTo>
                    <a:pt x="966466" y="1099062"/>
                  </a:lnTo>
                  <a:lnTo>
                    <a:pt x="964545" y="1099062"/>
                  </a:lnTo>
                  <a:lnTo>
                    <a:pt x="962624" y="1099062"/>
                  </a:lnTo>
                  <a:lnTo>
                    <a:pt x="960702" y="1099062"/>
                  </a:lnTo>
                  <a:lnTo>
                    <a:pt x="958781" y="1099062"/>
                  </a:lnTo>
                  <a:lnTo>
                    <a:pt x="956859" y="1099062"/>
                  </a:lnTo>
                  <a:lnTo>
                    <a:pt x="954938" y="1099062"/>
                  </a:lnTo>
                  <a:lnTo>
                    <a:pt x="953017" y="1099062"/>
                  </a:lnTo>
                  <a:lnTo>
                    <a:pt x="951095" y="1099062"/>
                  </a:lnTo>
                  <a:lnTo>
                    <a:pt x="949174" y="1099062"/>
                  </a:lnTo>
                  <a:lnTo>
                    <a:pt x="947252" y="1099062"/>
                  </a:lnTo>
                  <a:lnTo>
                    <a:pt x="945331" y="1099062"/>
                  </a:lnTo>
                  <a:lnTo>
                    <a:pt x="943410" y="1099062"/>
                  </a:lnTo>
                  <a:lnTo>
                    <a:pt x="941488" y="1099062"/>
                  </a:lnTo>
                  <a:lnTo>
                    <a:pt x="939567" y="1099062"/>
                  </a:lnTo>
                  <a:lnTo>
                    <a:pt x="937645" y="1099062"/>
                  </a:lnTo>
                  <a:lnTo>
                    <a:pt x="935724" y="1099062"/>
                  </a:lnTo>
                  <a:lnTo>
                    <a:pt x="933802" y="1099062"/>
                  </a:lnTo>
                  <a:lnTo>
                    <a:pt x="931881" y="1099062"/>
                  </a:lnTo>
                  <a:lnTo>
                    <a:pt x="929960" y="1099062"/>
                  </a:lnTo>
                  <a:lnTo>
                    <a:pt x="928038" y="1099062"/>
                  </a:lnTo>
                  <a:lnTo>
                    <a:pt x="926117" y="1099062"/>
                  </a:lnTo>
                  <a:lnTo>
                    <a:pt x="924195" y="1099062"/>
                  </a:lnTo>
                  <a:lnTo>
                    <a:pt x="922274" y="1099062"/>
                  </a:lnTo>
                  <a:lnTo>
                    <a:pt x="920353" y="1099062"/>
                  </a:lnTo>
                  <a:lnTo>
                    <a:pt x="918431" y="1099062"/>
                  </a:lnTo>
                  <a:lnTo>
                    <a:pt x="916510" y="1099062"/>
                  </a:lnTo>
                  <a:lnTo>
                    <a:pt x="914588" y="1099062"/>
                  </a:lnTo>
                  <a:lnTo>
                    <a:pt x="912667" y="1099062"/>
                  </a:lnTo>
                  <a:lnTo>
                    <a:pt x="910746" y="1099062"/>
                  </a:lnTo>
                  <a:lnTo>
                    <a:pt x="908824" y="1099062"/>
                  </a:lnTo>
                  <a:lnTo>
                    <a:pt x="906903" y="1099062"/>
                  </a:lnTo>
                  <a:lnTo>
                    <a:pt x="904981" y="1099062"/>
                  </a:lnTo>
                  <a:lnTo>
                    <a:pt x="903060" y="1099062"/>
                  </a:lnTo>
                  <a:lnTo>
                    <a:pt x="901139" y="1099062"/>
                  </a:lnTo>
                  <a:lnTo>
                    <a:pt x="899217" y="1099062"/>
                  </a:lnTo>
                  <a:lnTo>
                    <a:pt x="897296" y="1099062"/>
                  </a:lnTo>
                  <a:lnTo>
                    <a:pt x="895374" y="1099062"/>
                  </a:lnTo>
                  <a:lnTo>
                    <a:pt x="893453" y="1099062"/>
                  </a:lnTo>
                  <a:lnTo>
                    <a:pt x="891532" y="1099062"/>
                  </a:lnTo>
                  <a:lnTo>
                    <a:pt x="889610" y="1099062"/>
                  </a:lnTo>
                  <a:lnTo>
                    <a:pt x="887689" y="1099062"/>
                  </a:lnTo>
                  <a:lnTo>
                    <a:pt x="885767" y="1099062"/>
                  </a:lnTo>
                  <a:lnTo>
                    <a:pt x="883846" y="1099062"/>
                  </a:lnTo>
                  <a:lnTo>
                    <a:pt x="881925" y="1099062"/>
                  </a:lnTo>
                  <a:lnTo>
                    <a:pt x="880003" y="1099062"/>
                  </a:lnTo>
                  <a:lnTo>
                    <a:pt x="878082" y="1099062"/>
                  </a:lnTo>
                  <a:lnTo>
                    <a:pt x="876160" y="1099062"/>
                  </a:lnTo>
                  <a:lnTo>
                    <a:pt x="874239" y="1099062"/>
                  </a:lnTo>
                  <a:lnTo>
                    <a:pt x="872318" y="1099062"/>
                  </a:lnTo>
                  <a:lnTo>
                    <a:pt x="870396" y="1099062"/>
                  </a:lnTo>
                  <a:lnTo>
                    <a:pt x="868475" y="1099062"/>
                  </a:lnTo>
                  <a:lnTo>
                    <a:pt x="866553" y="1099062"/>
                  </a:lnTo>
                  <a:lnTo>
                    <a:pt x="864632" y="1099062"/>
                  </a:lnTo>
                  <a:lnTo>
                    <a:pt x="862710" y="1099062"/>
                  </a:lnTo>
                  <a:lnTo>
                    <a:pt x="860789" y="1099062"/>
                  </a:lnTo>
                  <a:lnTo>
                    <a:pt x="858868" y="1099062"/>
                  </a:lnTo>
                  <a:lnTo>
                    <a:pt x="856946" y="1099062"/>
                  </a:lnTo>
                  <a:lnTo>
                    <a:pt x="855025" y="1099062"/>
                  </a:lnTo>
                  <a:lnTo>
                    <a:pt x="853103" y="1099062"/>
                  </a:lnTo>
                  <a:lnTo>
                    <a:pt x="851182" y="1099062"/>
                  </a:lnTo>
                  <a:lnTo>
                    <a:pt x="849261" y="1099062"/>
                  </a:lnTo>
                  <a:lnTo>
                    <a:pt x="847339" y="1099062"/>
                  </a:lnTo>
                  <a:lnTo>
                    <a:pt x="845418" y="1099062"/>
                  </a:lnTo>
                  <a:lnTo>
                    <a:pt x="843496" y="1099062"/>
                  </a:lnTo>
                  <a:lnTo>
                    <a:pt x="841575" y="1099062"/>
                  </a:lnTo>
                  <a:lnTo>
                    <a:pt x="839654" y="1099062"/>
                  </a:lnTo>
                  <a:lnTo>
                    <a:pt x="837732" y="1099062"/>
                  </a:lnTo>
                  <a:lnTo>
                    <a:pt x="835811" y="1099062"/>
                  </a:lnTo>
                  <a:lnTo>
                    <a:pt x="833889" y="1099062"/>
                  </a:lnTo>
                  <a:lnTo>
                    <a:pt x="831968" y="1099062"/>
                  </a:lnTo>
                  <a:lnTo>
                    <a:pt x="830047" y="1099062"/>
                  </a:lnTo>
                  <a:lnTo>
                    <a:pt x="828125" y="1099062"/>
                  </a:lnTo>
                  <a:lnTo>
                    <a:pt x="826204" y="1099062"/>
                  </a:lnTo>
                  <a:lnTo>
                    <a:pt x="824282" y="1099062"/>
                  </a:lnTo>
                  <a:lnTo>
                    <a:pt x="822361" y="1099062"/>
                  </a:lnTo>
                  <a:lnTo>
                    <a:pt x="820440" y="1099062"/>
                  </a:lnTo>
                  <a:lnTo>
                    <a:pt x="818518" y="1099062"/>
                  </a:lnTo>
                  <a:lnTo>
                    <a:pt x="816597" y="1099062"/>
                  </a:lnTo>
                  <a:lnTo>
                    <a:pt x="814675" y="1099062"/>
                  </a:lnTo>
                  <a:lnTo>
                    <a:pt x="812754" y="1099062"/>
                  </a:lnTo>
                  <a:lnTo>
                    <a:pt x="810833" y="1099062"/>
                  </a:lnTo>
                  <a:lnTo>
                    <a:pt x="808911" y="1099062"/>
                  </a:lnTo>
                  <a:lnTo>
                    <a:pt x="806990" y="1099062"/>
                  </a:lnTo>
                  <a:lnTo>
                    <a:pt x="805068" y="1099062"/>
                  </a:lnTo>
                  <a:lnTo>
                    <a:pt x="803147" y="1099062"/>
                  </a:lnTo>
                  <a:lnTo>
                    <a:pt x="801226" y="1099062"/>
                  </a:lnTo>
                  <a:lnTo>
                    <a:pt x="799304" y="1099062"/>
                  </a:lnTo>
                  <a:lnTo>
                    <a:pt x="797383" y="1099062"/>
                  </a:lnTo>
                  <a:lnTo>
                    <a:pt x="795461" y="1099062"/>
                  </a:lnTo>
                  <a:lnTo>
                    <a:pt x="793540" y="1099062"/>
                  </a:lnTo>
                  <a:lnTo>
                    <a:pt x="791618" y="1099062"/>
                  </a:lnTo>
                  <a:lnTo>
                    <a:pt x="789697" y="1099062"/>
                  </a:lnTo>
                  <a:lnTo>
                    <a:pt x="787776" y="1099062"/>
                  </a:lnTo>
                  <a:lnTo>
                    <a:pt x="785854" y="1099062"/>
                  </a:lnTo>
                  <a:lnTo>
                    <a:pt x="783933" y="1099062"/>
                  </a:lnTo>
                  <a:lnTo>
                    <a:pt x="782011" y="1099062"/>
                  </a:lnTo>
                  <a:lnTo>
                    <a:pt x="780090" y="1099062"/>
                  </a:lnTo>
                  <a:lnTo>
                    <a:pt x="778169" y="1099062"/>
                  </a:lnTo>
                  <a:lnTo>
                    <a:pt x="776247" y="1099062"/>
                  </a:lnTo>
                  <a:lnTo>
                    <a:pt x="774326" y="1099062"/>
                  </a:lnTo>
                  <a:lnTo>
                    <a:pt x="772404" y="1099062"/>
                  </a:lnTo>
                  <a:lnTo>
                    <a:pt x="770483" y="1099062"/>
                  </a:lnTo>
                  <a:lnTo>
                    <a:pt x="768562" y="1099062"/>
                  </a:lnTo>
                  <a:lnTo>
                    <a:pt x="766640" y="1099062"/>
                  </a:lnTo>
                  <a:lnTo>
                    <a:pt x="764719" y="1099062"/>
                  </a:lnTo>
                  <a:lnTo>
                    <a:pt x="762797" y="1099062"/>
                  </a:lnTo>
                  <a:lnTo>
                    <a:pt x="760876" y="1099062"/>
                  </a:lnTo>
                  <a:lnTo>
                    <a:pt x="758955" y="1099062"/>
                  </a:lnTo>
                  <a:lnTo>
                    <a:pt x="757033" y="1099062"/>
                  </a:lnTo>
                  <a:lnTo>
                    <a:pt x="755112" y="1099062"/>
                  </a:lnTo>
                  <a:lnTo>
                    <a:pt x="753190" y="1099062"/>
                  </a:lnTo>
                  <a:lnTo>
                    <a:pt x="751269" y="1099062"/>
                  </a:lnTo>
                  <a:lnTo>
                    <a:pt x="749348" y="1099062"/>
                  </a:lnTo>
                  <a:lnTo>
                    <a:pt x="747426" y="1099062"/>
                  </a:lnTo>
                  <a:lnTo>
                    <a:pt x="745505" y="1099062"/>
                  </a:lnTo>
                  <a:lnTo>
                    <a:pt x="743583" y="1099062"/>
                  </a:lnTo>
                  <a:lnTo>
                    <a:pt x="741662" y="1099062"/>
                  </a:lnTo>
                  <a:lnTo>
                    <a:pt x="739741" y="1099062"/>
                  </a:lnTo>
                  <a:lnTo>
                    <a:pt x="737819" y="1099062"/>
                  </a:lnTo>
                  <a:lnTo>
                    <a:pt x="735898" y="1099062"/>
                  </a:lnTo>
                  <a:lnTo>
                    <a:pt x="733976" y="1099062"/>
                  </a:lnTo>
                  <a:lnTo>
                    <a:pt x="732055" y="1099062"/>
                  </a:lnTo>
                  <a:lnTo>
                    <a:pt x="730134" y="1099062"/>
                  </a:lnTo>
                  <a:lnTo>
                    <a:pt x="728212" y="1099062"/>
                  </a:lnTo>
                  <a:lnTo>
                    <a:pt x="726291" y="1099062"/>
                  </a:lnTo>
                  <a:lnTo>
                    <a:pt x="724369" y="1099062"/>
                  </a:lnTo>
                  <a:lnTo>
                    <a:pt x="722448" y="1099062"/>
                  </a:lnTo>
                  <a:lnTo>
                    <a:pt x="720526" y="1099062"/>
                  </a:lnTo>
                  <a:lnTo>
                    <a:pt x="718605" y="1099062"/>
                  </a:lnTo>
                  <a:lnTo>
                    <a:pt x="716684" y="1099062"/>
                  </a:lnTo>
                  <a:lnTo>
                    <a:pt x="714762" y="1099062"/>
                  </a:lnTo>
                  <a:lnTo>
                    <a:pt x="712841" y="1099062"/>
                  </a:lnTo>
                  <a:lnTo>
                    <a:pt x="710919" y="1099062"/>
                  </a:lnTo>
                  <a:lnTo>
                    <a:pt x="708998" y="1099062"/>
                  </a:lnTo>
                  <a:lnTo>
                    <a:pt x="707077" y="1099062"/>
                  </a:lnTo>
                  <a:lnTo>
                    <a:pt x="705155" y="1099062"/>
                  </a:lnTo>
                  <a:lnTo>
                    <a:pt x="703234" y="1099062"/>
                  </a:lnTo>
                  <a:lnTo>
                    <a:pt x="701312" y="1099062"/>
                  </a:lnTo>
                  <a:lnTo>
                    <a:pt x="699391" y="1099062"/>
                  </a:lnTo>
                  <a:lnTo>
                    <a:pt x="697470" y="1099062"/>
                  </a:lnTo>
                  <a:lnTo>
                    <a:pt x="695548" y="1099062"/>
                  </a:lnTo>
                  <a:lnTo>
                    <a:pt x="693627" y="1099062"/>
                  </a:lnTo>
                  <a:lnTo>
                    <a:pt x="691705" y="1099062"/>
                  </a:lnTo>
                  <a:lnTo>
                    <a:pt x="689784" y="1099062"/>
                  </a:lnTo>
                  <a:lnTo>
                    <a:pt x="687863" y="1099062"/>
                  </a:lnTo>
                  <a:lnTo>
                    <a:pt x="685941" y="1099062"/>
                  </a:lnTo>
                  <a:lnTo>
                    <a:pt x="684020" y="1099062"/>
                  </a:lnTo>
                  <a:lnTo>
                    <a:pt x="682098" y="1099062"/>
                  </a:lnTo>
                  <a:lnTo>
                    <a:pt x="680177" y="1099062"/>
                  </a:lnTo>
                  <a:lnTo>
                    <a:pt x="678256" y="1099062"/>
                  </a:lnTo>
                  <a:lnTo>
                    <a:pt x="676334" y="1099062"/>
                  </a:lnTo>
                  <a:lnTo>
                    <a:pt x="674413" y="1099062"/>
                  </a:lnTo>
                  <a:lnTo>
                    <a:pt x="672491" y="1099062"/>
                  </a:lnTo>
                  <a:lnTo>
                    <a:pt x="670570" y="1099062"/>
                  </a:lnTo>
                  <a:lnTo>
                    <a:pt x="668649" y="1099062"/>
                  </a:lnTo>
                  <a:lnTo>
                    <a:pt x="666727" y="1099062"/>
                  </a:lnTo>
                  <a:lnTo>
                    <a:pt x="664806" y="1099062"/>
                  </a:lnTo>
                  <a:lnTo>
                    <a:pt x="662884" y="1099062"/>
                  </a:lnTo>
                  <a:lnTo>
                    <a:pt x="660963" y="1099062"/>
                  </a:lnTo>
                  <a:lnTo>
                    <a:pt x="659042" y="1099062"/>
                  </a:lnTo>
                  <a:lnTo>
                    <a:pt x="657120" y="1099062"/>
                  </a:lnTo>
                  <a:lnTo>
                    <a:pt x="655199" y="1099062"/>
                  </a:lnTo>
                  <a:lnTo>
                    <a:pt x="653277" y="1099062"/>
                  </a:lnTo>
                  <a:lnTo>
                    <a:pt x="651356" y="1099062"/>
                  </a:lnTo>
                  <a:lnTo>
                    <a:pt x="649434" y="1099062"/>
                  </a:lnTo>
                  <a:lnTo>
                    <a:pt x="647513" y="1099062"/>
                  </a:lnTo>
                  <a:lnTo>
                    <a:pt x="645592" y="1099062"/>
                  </a:lnTo>
                  <a:lnTo>
                    <a:pt x="643670" y="1099062"/>
                  </a:lnTo>
                  <a:lnTo>
                    <a:pt x="641749" y="1099062"/>
                  </a:lnTo>
                  <a:lnTo>
                    <a:pt x="639827" y="1099062"/>
                  </a:lnTo>
                  <a:lnTo>
                    <a:pt x="637906" y="1099062"/>
                  </a:lnTo>
                  <a:lnTo>
                    <a:pt x="635985" y="1099062"/>
                  </a:lnTo>
                  <a:lnTo>
                    <a:pt x="634063" y="1099062"/>
                  </a:lnTo>
                  <a:lnTo>
                    <a:pt x="632142" y="1099062"/>
                  </a:lnTo>
                  <a:lnTo>
                    <a:pt x="630220" y="1099062"/>
                  </a:lnTo>
                  <a:lnTo>
                    <a:pt x="628299" y="1099062"/>
                  </a:lnTo>
                  <a:lnTo>
                    <a:pt x="626378" y="1099062"/>
                  </a:lnTo>
                  <a:lnTo>
                    <a:pt x="624456" y="1099062"/>
                  </a:lnTo>
                  <a:lnTo>
                    <a:pt x="622535" y="1099062"/>
                  </a:lnTo>
                  <a:lnTo>
                    <a:pt x="620613" y="1099062"/>
                  </a:lnTo>
                  <a:lnTo>
                    <a:pt x="618692" y="1099062"/>
                  </a:lnTo>
                  <a:lnTo>
                    <a:pt x="616771" y="1099062"/>
                  </a:lnTo>
                  <a:lnTo>
                    <a:pt x="614849" y="1099062"/>
                  </a:lnTo>
                  <a:lnTo>
                    <a:pt x="612928" y="1099062"/>
                  </a:lnTo>
                  <a:lnTo>
                    <a:pt x="611006" y="1099062"/>
                  </a:lnTo>
                  <a:lnTo>
                    <a:pt x="609085" y="1099062"/>
                  </a:lnTo>
                  <a:lnTo>
                    <a:pt x="607164" y="1099062"/>
                  </a:lnTo>
                  <a:lnTo>
                    <a:pt x="605242" y="1099062"/>
                  </a:lnTo>
                  <a:lnTo>
                    <a:pt x="603321" y="1099062"/>
                  </a:lnTo>
                  <a:lnTo>
                    <a:pt x="601399" y="1099062"/>
                  </a:lnTo>
                  <a:lnTo>
                    <a:pt x="599478" y="1099062"/>
                  </a:lnTo>
                  <a:lnTo>
                    <a:pt x="597557" y="1099062"/>
                  </a:lnTo>
                  <a:lnTo>
                    <a:pt x="595635" y="1099062"/>
                  </a:lnTo>
                  <a:lnTo>
                    <a:pt x="593714" y="1099062"/>
                  </a:lnTo>
                  <a:lnTo>
                    <a:pt x="591792" y="1099062"/>
                  </a:lnTo>
                  <a:lnTo>
                    <a:pt x="589871" y="1099062"/>
                  </a:lnTo>
                  <a:lnTo>
                    <a:pt x="587950" y="1099062"/>
                  </a:lnTo>
                  <a:lnTo>
                    <a:pt x="586028" y="1099062"/>
                  </a:lnTo>
                  <a:lnTo>
                    <a:pt x="584107" y="1099062"/>
                  </a:lnTo>
                  <a:lnTo>
                    <a:pt x="582185" y="1099062"/>
                  </a:lnTo>
                  <a:lnTo>
                    <a:pt x="580264" y="1099062"/>
                  </a:lnTo>
                  <a:lnTo>
                    <a:pt x="578342" y="1099062"/>
                  </a:lnTo>
                  <a:lnTo>
                    <a:pt x="576421" y="1099062"/>
                  </a:lnTo>
                  <a:lnTo>
                    <a:pt x="574500" y="1099062"/>
                  </a:lnTo>
                  <a:lnTo>
                    <a:pt x="572578" y="1099062"/>
                  </a:lnTo>
                  <a:lnTo>
                    <a:pt x="570657" y="1099062"/>
                  </a:lnTo>
                  <a:lnTo>
                    <a:pt x="568735" y="1099062"/>
                  </a:lnTo>
                  <a:lnTo>
                    <a:pt x="566814" y="1099062"/>
                  </a:lnTo>
                  <a:lnTo>
                    <a:pt x="564893" y="1099062"/>
                  </a:lnTo>
                  <a:lnTo>
                    <a:pt x="562971" y="1099062"/>
                  </a:lnTo>
                  <a:lnTo>
                    <a:pt x="561050" y="1099062"/>
                  </a:lnTo>
                  <a:lnTo>
                    <a:pt x="559128" y="1099062"/>
                  </a:lnTo>
                  <a:lnTo>
                    <a:pt x="557207" y="1099062"/>
                  </a:lnTo>
                  <a:lnTo>
                    <a:pt x="555286" y="1099062"/>
                  </a:lnTo>
                  <a:lnTo>
                    <a:pt x="553364" y="1099062"/>
                  </a:lnTo>
                  <a:lnTo>
                    <a:pt x="551443" y="1099062"/>
                  </a:lnTo>
                  <a:lnTo>
                    <a:pt x="549521" y="1099062"/>
                  </a:lnTo>
                  <a:lnTo>
                    <a:pt x="547600" y="1099062"/>
                  </a:lnTo>
                  <a:lnTo>
                    <a:pt x="545679" y="1099062"/>
                  </a:lnTo>
                  <a:lnTo>
                    <a:pt x="543757" y="1099062"/>
                  </a:lnTo>
                  <a:lnTo>
                    <a:pt x="541836" y="1099062"/>
                  </a:lnTo>
                  <a:lnTo>
                    <a:pt x="539914" y="1099062"/>
                  </a:lnTo>
                  <a:lnTo>
                    <a:pt x="537993" y="1099062"/>
                  </a:lnTo>
                  <a:lnTo>
                    <a:pt x="536072" y="1099062"/>
                  </a:lnTo>
                  <a:lnTo>
                    <a:pt x="534150" y="1099062"/>
                  </a:lnTo>
                  <a:lnTo>
                    <a:pt x="532229" y="1099062"/>
                  </a:lnTo>
                  <a:lnTo>
                    <a:pt x="530307" y="1099062"/>
                  </a:lnTo>
                  <a:lnTo>
                    <a:pt x="528386" y="1099062"/>
                  </a:lnTo>
                  <a:lnTo>
                    <a:pt x="526465" y="1099062"/>
                  </a:lnTo>
                  <a:lnTo>
                    <a:pt x="524543" y="1099062"/>
                  </a:lnTo>
                  <a:lnTo>
                    <a:pt x="522622" y="1099062"/>
                  </a:lnTo>
                  <a:lnTo>
                    <a:pt x="520700" y="1099062"/>
                  </a:lnTo>
                  <a:lnTo>
                    <a:pt x="518779" y="1099062"/>
                  </a:lnTo>
                  <a:lnTo>
                    <a:pt x="516858" y="1099062"/>
                  </a:lnTo>
                  <a:lnTo>
                    <a:pt x="514936" y="1099062"/>
                  </a:lnTo>
                  <a:lnTo>
                    <a:pt x="513015" y="1099062"/>
                  </a:lnTo>
                  <a:lnTo>
                    <a:pt x="511093" y="1099062"/>
                  </a:lnTo>
                  <a:lnTo>
                    <a:pt x="509172" y="1099062"/>
                  </a:lnTo>
                  <a:lnTo>
                    <a:pt x="507250" y="1099062"/>
                  </a:lnTo>
                  <a:lnTo>
                    <a:pt x="505329" y="1099062"/>
                  </a:lnTo>
                  <a:lnTo>
                    <a:pt x="503408" y="1099062"/>
                  </a:lnTo>
                  <a:lnTo>
                    <a:pt x="501486" y="1099062"/>
                  </a:lnTo>
                  <a:lnTo>
                    <a:pt x="499565" y="1099062"/>
                  </a:lnTo>
                  <a:lnTo>
                    <a:pt x="497643" y="1099062"/>
                  </a:lnTo>
                  <a:lnTo>
                    <a:pt x="495722" y="1099062"/>
                  </a:lnTo>
                  <a:lnTo>
                    <a:pt x="493801" y="1099062"/>
                  </a:lnTo>
                  <a:lnTo>
                    <a:pt x="491879" y="1099062"/>
                  </a:lnTo>
                  <a:lnTo>
                    <a:pt x="489958" y="1099062"/>
                  </a:lnTo>
                  <a:lnTo>
                    <a:pt x="488036" y="1099062"/>
                  </a:lnTo>
                  <a:lnTo>
                    <a:pt x="486115" y="1099062"/>
                  </a:lnTo>
                  <a:lnTo>
                    <a:pt x="484194" y="1099062"/>
                  </a:lnTo>
                  <a:lnTo>
                    <a:pt x="482272" y="1099062"/>
                  </a:lnTo>
                  <a:lnTo>
                    <a:pt x="480351" y="1099062"/>
                  </a:lnTo>
                  <a:lnTo>
                    <a:pt x="478429" y="1099062"/>
                  </a:lnTo>
                  <a:lnTo>
                    <a:pt x="476508" y="1099062"/>
                  </a:lnTo>
                  <a:lnTo>
                    <a:pt x="474587" y="1099062"/>
                  </a:lnTo>
                  <a:lnTo>
                    <a:pt x="472665" y="1099062"/>
                  </a:lnTo>
                  <a:lnTo>
                    <a:pt x="470744" y="1099062"/>
                  </a:lnTo>
                  <a:lnTo>
                    <a:pt x="468822" y="1099062"/>
                  </a:lnTo>
                  <a:lnTo>
                    <a:pt x="466901" y="1099062"/>
                  </a:lnTo>
                  <a:lnTo>
                    <a:pt x="464980" y="1099062"/>
                  </a:lnTo>
                  <a:lnTo>
                    <a:pt x="463058" y="1099062"/>
                  </a:lnTo>
                  <a:lnTo>
                    <a:pt x="461137" y="1099062"/>
                  </a:lnTo>
                  <a:lnTo>
                    <a:pt x="459215" y="1099062"/>
                  </a:lnTo>
                  <a:lnTo>
                    <a:pt x="457294" y="1099062"/>
                  </a:lnTo>
                  <a:lnTo>
                    <a:pt x="455373" y="1099062"/>
                  </a:lnTo>
                  <a:lnTo>
                    <a:pt x="453451" y="1099062"/>
                  </a:lnTo>
                  <a:lnTo>
                    <a:pt x="451530" y="1099062"/>
                  </a:lnTo>
                  <a:lnTo>
                    <a:pt x="449608" y="1099062"/>
                  </a:lnTo>
                  <a:lnTo>
                    <a:pt x="447687" y="1099062"/>
                  </a:lnTo>
                  <a:lnTo>
                    <a:pt x="445766" y="1099062"/>
                  </a:lnTo>
                  <a:lnTo>
                    <a:pt x="443844" y="1099062"/>
                  </a:lnTo>
                  <a:lnTo>
                    <a:pt x="441923" y="1099062"/>
                  </a:lnTo>
                  <a:lnTo>
                    <a:pt x="440001" y="1099062"/>
                  </a:lnTo>
                  <a:lnTo>
                    <a:pt x="438080" y="1099062"/>
                  </a:lnTo>
                  <a:lnTo>
                    <a:pt x="436159" y="1099062"/>
                  </a:lnTo>
                  <a:lnTo>
                    <a:pt x="434237" y="1099062"/>
                  </a:lnTo>
                  <a:lnTo>
                    <a:pt x="432316" y="1099062"/>
                  </a:lnTo>
                  <a:lnTo>
                    <a:pt x="430394" y="1099062"/>
                  </a:lnTo>
                  <a:lnTo>
                    <a:pt x="428473" y="1099062"/>
                  </a:lnTo>
                  <a:lnTo>
                    <a:pt x="426551" y="1099062"/>
                  </a:lnTo>
                  <a:lnTo>
                    <a:pt x="424630" y="1099062"/>
                  </a:lnTo>
                  <a:lnTo>
                    <a:pt x="422709" y="1099062"/>
                  </a:lnTo>
                  <a:lnTo>
                    <a:pt x="420787" y="1099062"/>
                  </a:lnTo>
                  <a:lnTo>
                    <a:pt x="418866" y="1099062"/>
                  </a:lnTo>
                  <a:lnTo>
                    <a:pt x="416944" y="1099062"/>
                  </a:lnTo>
                  <a:lnTo>
                    <a:pt x="415023" y="1099062"/>
                  </a:lnTo>
                  <a:lnTo>
                    <a:pt x="413102" y="1099062"/>
                  </a:lnTo>
                  <a:lnTo>
                    <a:pt x="411180" y="1099062"/>
                  </a:lnTo>
                  <a:lnTo>
                    <a:pt x="409259" y="1099062"/>
                  </a:lnTo>
                  <a:lnTo>
                    <a:pt x="407337" y="1099062"/>
                  </a:lnTo>
                  <a:lnTo>
                    <a:pt x="405416" y="1099062"/>
                  </a:lnTo>
                  <a:lnTo>
                    <a:pt x="403495" y="1099062"/>
                  </a:lnTo>
                  <a:lnTo>
                    <a:pt x="401573" y="1099062"/>
                  </a:lnTo>
                  <a:lnTo>
                    <a:pt x="399652" y="1099062"/>
                  </a:lnTo>
                  <a:lnTo>
                    <a:pt x="397730" y="1099062"/>
                  </a:lnTo>
                  <a:lnTo>
                    <a:pt x="395809" y="1099062"/>
                  </a:lnTo>
                  <a:lnTo>
                    <a:pt x="393888" y="1099062"/>
                  </a:lnTo>
                  <a:lnTo>
                    <a:pt x="391966" y="1099062"/>
                  </a:lnTo>
                  <a:lnTo>
                    <a:pt x="390045" y="1099062"/>
                  </a:lnTo>
                  <a:lnTo>
                    <a:pt x="388123" y="1099062"/>
                  </a:lnTo>
                  <a:lnTo>
                    <a:pt x="386202" y="1099062"/>
                  </a:lnTo>
                  <a:lnTo>
                    <a:pt x="384281" y="1099062"/>
                  </a:lnTo>
                  <a:lnTo>
                    <a:pt x="382359" y="1099062"/>
                  </a:lnTo>
                  <a:lnTo>
                    <a:pt x="380438" y="1099062"/>
                  </a:lnTo>
                  <a:lnTo>
                    <a:pt x="378516" y="1099062"/>
                  </a:lnTo>
                  <a:lnTo>
                    <a:pt x="376595" y="1099062"/>
                  </a:lnTo>
                  <a:lnTo>
                    <a:pt x="374674" y="1099062"/>
                  </a:lnTo>
                  <a:lnTo>
                    <a:pt x="372752" y="1099062"/>
                  </a:lnTo>
                  <a:lnTo>
                    <a:pt x="370831" y="1099062"/>
                  </a:lnTo>
                  <a:lnTo>
                    <a:pt x="368909" y="1099062"/>
                  </a:lnTo>
                  <a:lnTo>
                    <a:pt x="366988" y="1099062"/>
                  </a:lnTo>
                  <a:lnTo>
                    <a:pt x="365067" y="1099062"/>
                  </a:lnTo>
                  <a:lnTo>
                    <a:pt x="363145" y="1099062"/>
                  </a:lnTo>
                  <a:lnTo>
                    <a:pt x="361224" y="1099062"/>
                  </a:lnTo>
                  <a:lnTo>
                    <a:pt x="359302" y="1099062"/>
                  </a:lnTo>
                  <a:lnTo>
                    <a:pt x="357381" y="1099062"/>
                  </a:lnTo>
                  <a:lnTo>
                    <a:pt x="355459" y="1099062"/>
                  </a:lnTo>
                  <a:lnTo>
                    <a:pt x="353538" y="1099062"/>
                  </a:lnTo>
                  <a:lnTo>
                    <a:pt x="351617" y="1099062"/>
                  </a:lnTo>
                  <a:lnTo>
                    <a:pt x="349695" y="1099062"/>
                  </a:lnTo>
                  <a:lnTo>
                    <a:pt x="347774" y="1099062"/>
                  </a:lnTo>
                  <a:lnTo>
                    <a:pt x="345852" y="1099062"/>
                  </a:lnTo>
                  <a:lnTo>
                    <a:pt x="343931" y="1099062"/>
                  </a:lnTo>
                  <a:lnTo>
                    <a:pt x="342010" y="1099062"/>
                  </a:lnTo>
                  <a:lnTo>
                    <a:pt x="340088" y="1099062"/>
                  </a:lnTo>
                  <a:lnTo>
                    <a:pt x="338167" y="1099062"/>
                  </a:lnTo>
                  <a:lnTo>
                    <a:pt x="336245" y="1099062"/>
                  </a:lnTo>
                  <a:lnTo>
                    <a:pt x="334324" y="1099062"/>
                  </a:lnTo>
                  <a:lnTo>
                    <a:pt x="332403" y="1099062"/>
                  </a:lnTo>
                  <a:lnTo>
                    <a:pt x="330481" y="1099062"/>
                  </a:lnTo>
                  <a:lnTo>
                    <a:pt x="328560" y="1099062"/>
                  </a:lnTo>
                  <a:lnTo>
                    <a:pt x="326638" y="1099062"/>
                  </a:lnTo>
                  <a:lnTo>
                    <a:pt x="324717" y="1099062"/>
                  </a:lnTo>
                  <a:lnTo>
                    <a:pt x="322796" y="1099062"/>
                  </a:lnTo>
                  <a:lnTo>
                    <a:pt x="320874" y="1099062"/>
                  </a:lnTo>
                  <a:lnTo>
                    <a:pt x="318953" y="1099062"/>
                  </a:lnTo>
                  <a:lnTo>
                    <a:pt x="317031" y="1099062"/>
                  </a:lnTo>
                  <a:lnTo>
                    <a:pt x="315110" y="1099062"/>
                  </a:lnTo>
                  <a:lnTo>
                    <a:pt x="313189" y="1099062"/>
                  </a:lnTo>
                  <a:lnTo>
                    <a:pt x="311267" y="1099062"/>
                  </a:lnTo>
                  <a:lnTo>
                    <a:pt x="309346" y="1099062"/>
                  </a:lnTo>
                  <a:lnTo>
                    <a:pt x="307424" y="1099062"/>
                  </a:lnTo>
                  <a:lnTo>
                    <a:pt x="305503" y="1099062"/>
                  </a:lnTo>
                  <a:lnTo>
                    <a:pt x="303582" y="1099062"/>
                  </a:lnTo>
                  <a:lnTo>
                    <a:pt x="301660" y="1099062"/>
                  </a:lnTo>
                  <a:lnTo>
                    <a:pt x="299739" y="1099062"/>
                  </a:lnTo>
                  <a:lnTo>
                    <a:pt x="297817" y="1099062"/>
                  </a:lnTo>
                  <a:lnTo>
                    <a:pt x="295896" y="1099062"/>
                  </a:lnTo>
                  <a:lnTo>
                    <a:pt x="293975" y="1099062"/>
                  </a:lnTo>
                  <a:lnTo>
                    <a:pt x="292053" y="1099062"/>
                  </a:lnTo>
                  <a:lnTo>
                    <a:pt x="290132" y="1099062"/>
                  </a:lnTo>
                  <a:lnTo>
                    <a:pt x="288210" y="1099062"/>
                  </a:lnTo>
                  <a:lnTo>
                    <a:pt x="286289" y="1099062"/>
                  </a:lnTo>
                  <a:lnTo>
                    <a:pt x="284367" y="1099062"/>
                  </a:lnTo>
                  <a:lnTo>
                    <a:pt x="282446" y="1099062"/>
                  </a:lnTo>
                  <a:lnTo>
                    <a:pt x="280525" y="1099062"/>
                  </a:lnTo>
                  <a:lnTo>
                    <a:pt x="278603" y="1099062"/>
                  </a:lnTo>
                  <a:lnTo>
                    <a:pt x="276682" y="1099062"/>
                  </a:lnTo>
                  <a:lnTo>
                    <a:pt x="274760" y="1099062"/>
                  </a:lnTo>
                  <a:lnTo>
                    <a:pt x="272839" y="1099062"/>
                  </a:lnTo>
                  <a:lnTo>
                    <a:pt x="270918" y="1099062"/>
                  </a:lnTo>
                  <a:lnTo>
                    <a:pt x="268996" y="1099062"/>
                  </a:lnTo>
                  <a:lnTo>
                    <a:pt x="267075" y="1099062"/>
                  </a:lnTo>
                  <a:lnTo>
                    <a:pt x="265153" y="1099062"/>
                  </a:lnTo>
                  <a:lnTo>
                    <a:pt x="263232" y="1099062"/>
                  </a:lnTo>
                  <a:lnTo>
                    <a:pt x="261311" y="1099062"/>
                  </a:lnTo>
                  <a:lnTo>
                    <a:pt x="259389" y="1099062"/>
                  </a:lnTo>
                  <a:lnTo>
                    <a:pt x="257468" y="1099062"/>
                  </a:lnTo>
                  <a:lnTo>
                    <a:pt x="255546" y="1099062"/>
                  </a:lnTo>
                  <a:lnTo>
                    <a:pt x="253625" y="1099062"/>
                  </a:lnTo>
                  <a:lnTo>
                    <a:pt x="251704" y="1099062"/>
                  </a:lnTo>
                  <a:lnTo>
                    <a:pt x="249782" y="1099062"/>
                  </a:lnTo>
                  <a:lnTo>
                    <a:pt x="247861" y="1099062"/>
                  </a:lnTo>
                  <a:lnTo>
                    <a:pt x="245939" y="1099062"/>
                  </a:lnTo>
                  <a:lnTo>
                    <a:pt x="244018" y="1099062"/>
                  </a:lnTo>
                  <a:lnTo>
                    <a:pt x="242097" y="1099062"/>
                  </a:lnTo>
                  <a:lnTo>
                    <a:pt x="240175" y="1099062"/>
                  </a:lnTo>
                  <a:lnTo>
                    <a:pt x="238254" y="1099062"/>
                  </a:lnTo>
                  <a:lnTo>
                    <a:pt x="236332" y="1099062"/>
                  </a:lnTo>
                  <a:lnTo>
                    <a:pt x="234411" y="1099062"/>
                  </a:lnTo>
                  <a:lnTo>
                    <a:pt x="232490" y="1099062"/>
                  </a:lnTo>
                  <a:lnTo>
                    <a:pt x="230568" y="1099062"/>
                  </a:lnTo>
                  <a:lnTo>
                    <a:pt x="228647" y="1099062"/>
                  </a:lnTo>
                  <a:lnTo>
                    <a:pt x="226725" y="1099062"/>
                  </a:lnTo>
                  <a:lnTo>
                    <a:pt x="224804" y="1099062"/>
                  </a:lnTo>
                  <a:lnTo>
                    <a:pt x="222883" y="1099062"/>
                  </a:lnTo>
                  <a:lnTo>
                    <a:pt x="220961" y="1099062"/>
                  </a:lnTo>
                  <a:lnTo>
                    <a:pt x="219040" y="1099062"/>
                  </a:lnTo>
                  <a:lnTo>
                    <a:pt x="217118" y="1099062"/>
                  </a:lnTo>
                  <a:lnTo>
                    <a:pt x="215197" y="1099062"/>
                  </a:lnTo>
                  <a:lnTo>
                    <a:pt x="213275" y="1099062"/>
                  </a:lnTo>
                  <a:lnTo>
                    <a:pt x="211354" y="1099062"/>
                  </a:lnTo>
                  <a:lnTo>
                    <a:pt x="209433" y="1099062"/>
                  </a:lnTo>
                  <a:lnTo>
                    <a:pt x="207511" y="1099062"/>
                  </a:lnTo>
                  <a:lnTo>
                    <a:pt x="205590" y="1099062"/>
                  </a:lnTo>
                  <a:lnTo>
                    <a:pt x="203668" y="1099062"/>
                  </a:lnTo>
                  <a:lnTo>
                    <a:pt x="201747" y="1099062"/>
                  </a:lnTo>
                  <a:lnTo>
                    <a:pt x="199826" y="1099062"/>
                  </a:lnTo>
                  <a:lnTo>
                    <a:pt x="197904" y="1099062"/>
                  </a:lnTo>
                  <a:lnTo>
                    <a:pt x="195983" y="1099062"/>
                  </a:lnTo>
                  <a:lnTo>
                    <a:pt x="194061" y="1099062"/>
                  </a:lnTo>
                  <a:lnTo>
                    <a:pt x="192140" y="1099062"/>
                  </a:lnTo>
                  <a:lnTo>
                    <a:pt x="190219" y="1099062"/>
                  </a:lnTo>
                  <a:lnTo>
                    <a:pt x="188297" y="1099062"/>
                  </a:lnTo>
                  <a:lnTo>
                    <a:pt x="186376" y="1099062"/>
                  </a:lnTo>
                  <a:lnTo>
                    <a:pt x="184454" y="1099062"/>
                  </a:lnTo>
                  <a:lnTo>
                    <a:pt x="182533" y="1099062"/>
                  </a:lnTo>
                  <a:lnTo>
                    <a:pt x="180612" y="1099062"/>
                  </a:lnTo>
                  <a:lnTo>
                    <a:pt x="178690" y="1099062"/>
                  </a:lnTo>
                  <a:lnTo>
                    <a:pt x="176769" y="1099062"/>
                  </a:lnTo>
                  <a:lnTo>
                    <a:pt x="174847" y="1099062"/>
                  </a:lnTo>
                  <a:lnTo>
                    <a:pt x="172926" y="1099062"/>
                  </a:lnTo>
                  <a:lnTo>
                    <a:pt x="171005" y="1099062"/>
                  </a:lnTo>
                  <a:lnTo>
                    <a:pt x="169083" y="1099062"/>
                  </a:lnTo>
                  <a:lnTo>
                    <a:pt x="167162" y="1099062"/>
                  </a:lnTo>
                  <a:lnTo>
                    <a:pt x="165240" y="1099062"/>
                  </a:lnTo>
                  <a:lnTo>
                    <a:pt x="163319" y="1099062"/>
                  </a:lnTo>
                  <a:lnTo>
                    <a:pt x="161398" y="1099062"/>
                  </a:lnTo>
                  <a:lnTo>
                    <a:pt x="159476" y="1099062"/>
                  </a:lnTo>
                  <a:lnTo>
                    <a:pt x="157555" y="1099062"/>
                  </a:lnTo>
                  <a:lnTo>
                    <a:pt x="155633" y="1099062"/>
                  </a:lnTo>
                  <a:lnTo>
                    <a:pt x="153712" y="1099062"/>
                  </a:lnTo>
                  <a:lnTo>
                    <a:pt x="151791" y="1099062"/>
                  </a:lnTo>
                  <a:lnTo>
                    <a:pt x="149869" y="1099062"/>
                  </a:lnTo>
                  <a:lnTo>
                    <a:pt x="147948" y="1099062"/>
                  </a:lnTo>
                  <a:lnTo>
                    <a:pt x="146026" y="1099062"/>
                  </a:lnTo>
                  <a:lnTo>
                    <a:pt x="144105" y="1099062"/>
                  </a:lnTo>
                  <a:lnTo>
                    <a:pt x="142183" y="1099062"/>
                  </a:lnTo>
                  <a:lnTo>
                    <a:pt x="140262" y="1099062"/>
                  </a:lnTo>
                  <a:lnTo>
                    <a:pt x="138341" y="1099062"/>
                  </a:lnTo>
                  <a:lnTo>
                    <a:pt x="136419" y="1099062"/>
                  </a:lnTo>
                  <a:lnTo>
                    <a:pt x="134498" y="1099062"/>
                  </a:lnTo>
                  <a:lnTo>
                    <a:pt x="132576" y="1099062"/>
                  </a:lnTo>
                  <a:lnTo>
                    <a:pt x="130655" y="1099062"/>
                  </a:lnTo>
                  <a:lnTo>
                    <a:pt x="128734" y="1099062"/>
                  </a:lnTo>
                  <a:lnTo>
                    <a:pt x="126812" y="1099062"/>
                  </a:lnTo>
                  <a:lnTo>
                    <a:pt x="124891" y="1099062"/>
                  </a:lnTo>
                  <a:lnTo>
                    <a:pt x="122969" y="1099062"/>
                  </a:lnTo>
                  <a:lnTo>
                    <a:pt x="121048" y="1099062"/>
                  </a:lnTo>
                  <a:lnTo>
                    <a:pt x="119127" y="1099062"/>
                  </a:lnTo>
                  <a:lnTo>
                    <a:pt x="117205" y="1099062"/>
                  </a:lnTo>
                  <a:lnTo>
                    <a:pt x="115284" y="1099062"/>
                  </a:lnTo>
                  <a:lnTo>
                    <a:pt x="113362" y="1099062"/>
                  </a:lnTo>
                  <a:lnTo>
                    <a:pt x="111441" y="1099062"/>
                  </a:lnTo>
                  <a:lnTo>
                    <a:pt x="109520" y="1099062"/>
                  </a:lnTo>
                  <a:lnTo>
                    <a:pt x="107598" y="1099062"/>
                  </a:lnTo>
                  <a:lnTo>
                    <a:pt x="105677" y="1099062"/>
                  </a:lnTo>
                  <a:lnTo>
                    <a:pt x="103755" y="1099062"/>
                  </a:lnTo>
                  <a:lnTo>
                    <a:pt x="101834" y="1099062"/>
                  </a:lnTo>
                  <a:lnTo>
                    <a:pt x="99913" y="1099062"/>
                  </a:lnTo>
                  <a:lnTo>
                    <a:pt x="97991" y="1099062"/>
                  </a:lnTo>
                  <a:lnTo>
                    <a:pt x="96070" y="1099062"/>
                  </a:lnTo>
                  <a:lnTo>
                    <a:pt x="94148" y="1099062"/>
                  </a:lnTo>
                  <a:lnTo>
                    <a:pt x="92227" y="1099062"/>
                  </a:lnTo>
                  <a:lnTo>
                    <a:pt x="90306" y="1099062"/>
                  </a:lnTo>
                  <a:lnTo>
                    <a:pt x="88384" y="1099062"/>
                  </a:lnTo>
                  <a:lnTo>
                    <a:pt x="86463" y="1099062"/>
                  </a:lnTo>
                  <a:lnTo>
                    <a:pt x="84541" y="1099062"/>
                  </a:lnTo>
                  <a:lnTo>
                    <a:pt x="82620" y="1099062"/>
                  </a:lnTo>
                  <a:lnTo>
                    <a:pt x="80699" y="1099062"/>
                  </a:lnTo>
                  <a:lnTo>
                    <a:pt x="78777" y="1099062"/>
                  </a:lnTo>
                  <a:lnTo>
                    <a:pt x="76856" y="1099062"/>
                  </a:lnTo>
                  <a:lnTo>
                    <a:pt x="74934" y="1099062"/>
                  </a:lnTo>
                  <a:lnTo>
                    <a:pt x="73013" y="1099062"/>
                  </a:lnTo>
                  <a:lnTo>
                    <a:pt x="71091" y="1099062"/>
                  </a:lnTo>
                  <a:lnTo>
                    <a:pt x="69170" y="1099062"/>
                  </a:lnTo>
                  <a:lnTo>
                    <a:pt x="67249" y="1099062"/>
                  </a:lnTo>
                  <a:lnTo>
                    <a:pt x="65327" y="1099062"/>
                  </a:lnTo>
                  <a:lnTo>
                    <a:pt x="63406" y="1099062"/>
                  </a:lnTo>
                  <a:lnTo>
                    <a:pt x="61484" y="1099062"/>
                  </a:lnTo>
                  <a:lnTo>
                    <a:pt x="59563" y="1099062"/>
                  </a:lnTo>
                  <a:lnTo>
                    <a:pt x="57642" y="1099062"/>
                  </a:lnTo>
                  <a:lnTo>
                    <a:pt x="55720" y="1099062"/>
                  </a:lnTo>
                  <a:lnTo>
                    <a:pt x="53799" y="1099062"/>
                  </a:lnTo>
                  <a:lnTo>
                    <a:pt x="51877" y="1099062"/>
                  </a:lnTo>
                  <a:lnTo>
                    <a:pt x="49956" y="1099062"/>
                  </a:lnTo>
                  <a:lnTo>
                    <a:pt x="48035" y="1099062"/>
                  </a:lnTo>
                  <a:lnTo>
                    <a:pt x="46113" y="1099062"/>
                  </a:lnTo>
                  <a:lnTo>
                    <a:pt x="44192" y="1099062"/>
                  </a:lnTo>
                  <a:lnTo>
                    <a:pt x="42270" y="1099062"/>
                  </a:lnTo>
                  <a:lnTo>
                    <a:pt x="40349" y="1099062"/>
                  </a:lnTo>
                  <a:lnTo>
                    <a:pt x="38428" y="1099062"/>
                  </a:lnTo>
                  <a:lnTo>
                    <a:pt x="36506" y="1099062"/>
                  </a:lnTo>
                  <a:lnTo>
                    <a:pt x="34585" y="1099062"/>
                  </a:lnTo>
                  <a:lnTo>
                    <a:pt x="32663" y="1099062"/>
                  </a:lnTo>
                  <a:lnTo>
                    <a:pt x="30742" y="1099062"/>
                  </a:lnTo>
                  <a:lnTo>
                    <a:pt x="28821" y="1099062"/>
                  </a:lnTo>
                  <a:lnTo>
                    <a:pt x="26899" y="1099062"/>
                  </a:lnTo>
                  <a:lnTo>
                    <a:pt x="24978" y="1099062"/>
                  </a:lnTo>
                  <a:lnTo>
                    <a:pt x="23056" y="1099062"/>
                  </a:lnTo>
                  <a:lnTo>
                    <a:pt x="21135" y="1099062"/>
                  </a:lnTo>
                  <a:lnTo>
                    <a:pt x="19214" y="1099062"/>
                  </a:lnTo>
                  <a:lnTo>
                    <a:pt x="17292" y="1099062"/>
                  </a:lnTo>
                  <a:lnTo>
                    <a:pt x="15371" y="1099062"/>
                  </a:lnTo>
                  <a:lnTo>
                    <a:pt x="13449" y="1099062"/>
                  </a:lnTo>
                  <a:lnTo>
                    <a:pt x="11528" y="1099062"/>
                  </a:lnTo>
                  <a:lnTo>
                    <a:pt x="9607" y="1099062"/>
                  </a:lnTo>
                  <a:lnTo>
                    <a:pt x="7685" y="1099062"/>
                  </a:lnTo>
                  <a:lnTo>
                    <a:pt x="5764" y="1099062"/>
                  </a:lnTo>
                  <a:lnTo>
                    <a:pt x="3842" y="1099062"/>
                  </a:lnTo>
                  <a:lnTo>
                    <a:pt x="1921" y="1099062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5467762" y="4884360"/>
              <a:ext cx="981838" cy="1099062"/>
            </a:xfrm>
            <a:custGeom>
              <a:avLst/>
              <a:pathLst>
                <a:path w="981838" h="1099062">
                  <a:moveTo>
                    <a:pt x="0" y="1099062"/>
                  </a:moveTo>
                  <a:lnTo>
                    <a:pt x="1921" y="1099062"/>
                  </a:lnTo>
                  <a:lnTo>
                    <a:pt x="3842" y="1099062"/>
                  </a:lnTo>
                  <a:lnTo>
                    <a:pt x="5764" y="1099062"/>
                  </a:lnTo>
                  <a:lnTo>
                    <a:pt x="7685" y="1099062"/>
                  </a:lnTo>
                  <a:lnTo>
                    <a:pt x="9607" y="1099062"/>
                  </a:lnTo>
                  <a:lnTo>
                    <a:pt x="11528" y="1099062"/>
                  </a:lnTo>
                  <a:lnTo>
                    <a:pt x="13449" y="1099062"/>
                  </a:lnTo>
                  <a:lnTo>
                    <a:pt x="15371" y="1099062"/>
                  </a:lnTo>
                  <a:lnTo>
                    <a:pt x="17292" y="1099062"/>
                  </a:lnTo>
                  <a:lnTo>
                    <a:pt x="19214" y="1099062"/>
                  </a:lnTo>
                  <a:lnTo>
                    <a:pt x="21135" y="1099062"/>
                  </a:lnTo>
                  <a:lnTo>
                    <a:pt x="23056" y="1099062"/>
                  </a:lnTo>
                  <a:lnTo>
                    <a:pt x="24978" y="1099062"/>
                  </a:lnTo>
                  <a:lnTo>
                    <a:pt x="26899" y="1099062"/>
                  </a:lnTo>
                  <a:lnTo>
                    <a:pt x="28821" y="1099062"/>
                  </a:lnTo>
                  <a:lnTo>
                    <a:pt x="30742" y="1099062"/>
                  </a:lnTo>
                  <a:lnTo>
                    <a:pt x="32663" y="1099062"/>
                  </a:lnTo>
                  <a:lnTo>
                    <a:pt x="34585" y="1099062"/>
                  </a:lnTo>
                  <a:lnTo>
                    <a:pt x="36506" y="1099062"/>
                  </a:lnTo>
                  <a:lnTo>
                    <a:pt x="38428" y="1099062"/>
                  </a:lnTo>
                  <a:lnTo>
                    <a:pt x="40349" y="1099062"/>
                  </a:lnTo>
                  <a:lnTo>
                    <a:pt x="42270" y="1099062"/>
                  </a:lnTo>
                  <a:lnTo>
                    <a:pt x="44192" y="1099062"/>
                  </a:lnTo>
                  <a:lnTo>
                    <a:pt x="46113" y="1099062"/>
                  </a:lnTo>
                  <a:lnTo>
                    <a:pt x="48035" y="1099062"/>
                  </a:lnTo>
                  <a:lnTo>
                    <a:pt x="49956" y="1099062"/>
                  </a:lnTo>
                  <a:lnTo>
                    <a:pt x="51877" y="1099062"/>
                  </a:lnTo>
                  <a:lnTo>
                    <a:pt x="53799" y="1099062"/>
                  </a:lnTo>
                  <a:lnTo>
                    <a:pt x="55720" y="1099062"/>
                  </a:lnTo>
                  <a:lnTo>
                    <a:pt x="57642" y="1099062"/>
                  </a:lnTo>
                  <a:lnTo>
                    <a:pt x="59563" y="1099062"/>
                  </a:lnTo>
                  <a:lnTo>
                    <a:pt x="61484" y="1099062"/>
                  </a:lnTo>
                  <a:lnTo>
                    <a:pt x="63406" y="1099062"/>
                  </a:lnTo>
                  <a:lnTo>
                    <a:pt x="65327" y="1099060"/>
                  </a:lnTo>
                  <a:lnTo>
                    <a:pt x="67249" y="1099055"/>
                  </a:lnTo>
                  <a:lnTo>
                    <a:pt x="69170" y="1099041"/>
                  </a:lnTo>
                  <a:lnTo>
                    <a:pt x="71091" y="1099009"/>
                  </a:lnTo>
                  <a:lnTo>
                    <a:pt x="73013" y="1098937"/>
                  </a:lnTo>
                  <a:lnTo>
                    <a:pt x="74934" y="1098788"/>
                  </a:lnTo>
                  <a:lnTo>
                    <a:pt x="76856" y="1098504"/>
                  </a:lnTo>
                  <a:lnTo>
                    <a:pt x="78777" y="1098004"/>
                  </a:lnTo>
                  <a:lnTo>
                    <a:pt x="80699" y="1097186"/>
                  </a:lnTo>
                  <a:lnTo>
                    <a:pt x="82620" y="1095945"/>
                  </a:lnTo>
                  <a:lnTo>
                    <a:pt x="84541" y="1094196"/>
                  </a:lnTo>
                  <a:lnTo>
                    <a:pt x="86463" y="1091901"/>
                  </a:lnTo>
                  <a:lnTo>
                    <a:pt x="88384" y="1089094"/>
                  </a:lnTo>
                  <a:lnTo>
                    <a:pt x="90306" y="1085896"/>
                  </a:lnTo>
                  <a:lnTo>
                    <a:pt x="92227" y="1082500"/>
                  </a:lnTo>
                  <a:lnTo>
                    <a:pt x="94148" y="1079135"/>
                  </a:lnTo>
                  <a:lnTo>
                    <a:pt x="96070" y="1076034"/>
                  </a:lnTo>
                  <a:lnTo>
                    <a:pt x="97991" y="1073313"/>
                  </a:lnTo>
                  <a:lnTo>
                    <a:pt x="99913" y="1070938"/>
                  </a:lnTo>
                  <a:lnTo>
                    <a:pt x="101834" y="1068722"/>
                  </a:lnTo>
                  <a:lnTo>
                    <a:pt x="103755" y="1066376"/>
                  </a:lnTo>
                  <a:lnTo>
                    <a:pt x="105677" y="1063612"/>
                  </a:lnTo>
                  <a:lnTo>
                    <a:pt x="107598" y="1060277"/>
                  </a:lnTo>
                  <a:lnTo>
                    <a:pt x="109520" y="1056464"/>
                  </a:lnTo>
                  <a:lnTo>
                    <a:pt x="111441" y="1052533"/>
                  </a:lnTo>
                  <a:lnTo>
                    <a:pt x="113362" y="1049023"/>
                  </a:lnTo>
                  <a:lnTo>
                    <a:pt x="115284" y="1046480"/>
                  </a:lnTo>
                  <a:lnTo>
                    <a:pt x="117205" y="1045276"/>
                  </a:lnTo>
                  <a:lnTo>
                    <a:pt x="119127" y="1045499"/>
                  </a:lnTo>
                  <a:lnTo>
                    <a:pt x="121048" y="1046965"/>
                  </a:lnTo>
                  <a:lnTo>
                    <a:pt x="122969" y="1049336"/>
                  </a:lnTo>
                  <a:lnTo>
                    <a:pt x="124891" y="1052275"/>
                  </a:lnTo>
                  <a:lnTo>
                    <a:pt x="126812" y="1055562"/>
                  </a:lnTo>
                  <a:lnTo>
                    <a:pt x="128734" y="1059110"/>
                  </a:lnTo>
                  <a:lnTo>
                    <a:pt x="130655" y="1062904"/>
                  </a:lnTo>
                  <a:lnTo>
                    <a:pt x="132576" y="1066896"/>
                  </a:lnTo>
                  <a:lnTo>
                    <a:pt x="134498" y="1070910"/>
                  </a:lnTo>
                  <a:lnTo>
                    <a:pt x="136419" y="1074700"/>
                  </a:lnTo>
                  <a:lnTo>
                    <a:pt x="138341" y="1078018"/>
                  </a:lnTo>
                  <a:lnTo>
                    <a:pt x="140262" y="1080700"/>
                  </a:lnTo>
                  <a:lnTo>
                    <a:pt x="142183" y="1082721"/>
                  </a:lnTo>
                  <a:lnTo>
                    <a:pt x="144105" y="1084187"/>
                  </a:lnTo>
                  <a:lnTo>
                    <a:pt x="146026" y="1085290"/>
                  </a:lnTo>
                  <a:lnTo>
                    <a:pt x="147948" y="1086226"/>
                  </a:lnTo>
                  <a:lnTo>
                    <a:pt x="149869" y="1087130"/>
                  </a:lnTo>
                  <a:lnTo>
                    <a:pt x="151791" y="1088045"/>
                  </a:lnTo>
                  <a:lnTo>
                    <a:pt x="153712" y="1088926"/>
                  </a:lnTo>
                  <a:lnTo>
                    <a:pt x="155633" y="1089673"/>
                  </a:lnTo>
                  <a:lnTo>
                    <a:pt x="157555" y="1090164"/>
                  </a:lnTo>
                  <a:lnTo>
                    <a:pt x="159476" y="1090277"/>
                  </a:lnTo>
                  <a:lnTo>
                    <a:pt x="161398" y="1089902"/>
                  </a:lnTo>
                  <a:lnTo>
                    <a:pt x="163319" y="1088940"/>
                  </a:lnTo>
                  <a:lnTo>
                    <a:pt x="165240" y="1087315"/>
                  </a:lnTo>
                  <a:lnTo>
                    <a:pt x="167162" y="1084977"/>
                  </a:lnTo>
                  <a:lnTo>
                    <a:pt x="169083" y="1081952"/>
                  </a:lnTo>
                  <a:lnTo>
                    <a:pt x="171005" y="1078376"/>
                  </a:lnTo>
                  <a:lnTo>
                    <a:pt x="172926" y="1074403"/>
                  </a:lnTo>
                  <a:lnTo>
                    <a:pt x="174847" y="1070196"/>
                  </a:lnTo>
                  <a:lnTo>
                    <a:pt x="176769" y="1065893"/>
                  </a:lnTo>
                  <a:lnTo>
                    <a:pt x="178690" y="1061606"/>
                  </a:lnTo>
                  <a:lnTo>
                    <a:pt x="180612" y="1057433"/>
                  </a:lnTo>
                  <a:lnTo>
                    <a:pt x="182533" y="1053485"/>
                  </a:lnTo>
                  <a:lnTo>
                    <a:pt x="184454" y="1049891"/>
                  </a:lnTo>
                  <a:lnTo>
                    <a:pt x="186376" y="1046768"/>
                  </a:lnTo>
                  <a:lnTo>
                    <a:pt x="188297" y="1044178"/>
                  </a:lnTo>
                  <a:lnTo>
                    <a:pt x="190219" y="1042076"/>
                  </a:lnTo>
                  <a:lnTo>
                    <a:pt x="192140" y="1040297"/>
                  </a:lnTo>
                  <a:lnTo>
                    <a:pt x="194061" y="1038590"/>
                  </a:lnTo>
                  <a:lnTo>
                    <a:pt x="195983" y="1036701"/>
                  </a:lnTo>
                  <a:lnTo>
                    <a:pt x="197904" y="1034470"/>
                  </a:lnTo>
                  <a:lnTo>
                    <a:pt x="199826" y="1031896"/>
                  </a:lnTo>
                  <a:lnTo>
                    <a:pt x="201747" y="1029145"/>
                  </a:lnTo>
                  <a:lnTo>
                    <a:pt x="203668" y="1026477"/>
                  </a:lnTo>
                  <a:lnTo>
                    <a:pt x="205590" y="1024094"/>
                  </a:lnTo>
                  <a:lnTo>
                    <a:pt x="207511" y="1021935"/>
                  </a:lnTo>
                  <a:lnTo>
                    <a:pt x="209433" y="1019605"/>
                  </a:lnTo>
                  <a:lnTo>
                    <a:pt x="211354" y="1016347"/>
                  </a:lnTo>
                  <a:lnTo>
                    <a:pt x="213275" y="1011097"/>
                  </a:lnTo>
                  <a:lnTo>
                    <a:pt x="215197" y="1002595"/>
                  </a:lnTo>
                  <a:lnTo>
                    <a:pt x="217118" y="989562"/>
                  </a:lnTo>
                  <a:lnTo>
                    <a:pt x="219040" y="970898"/>
                  </a:lnTo>
                  <a:lnTo>
                    <a:pt x="220961" y="945892"/>
                  </a:lnTo>
                  <a:lnTo>
                    <a:pt x="222883" y="914385"/>
                  </a:lnTo>
                  <a:lnTo>
                    <a:pt x="224804" y="876814"/>
                  </a:lnTo>
                  <a:lnTo>
                    <a:pt x="226725" y="834055"/>
                  </a:lnTo>
                  <a:lnTo>
                    <a:pt x="228647" y="787075"/>
                  </a:lnTo>
                  <a:lnTo>
                    <a:pt x="230568" y="736463"/>
                  </a:lnTo>
                  <a:lnTo>
                    <a:pt x="232490" y="682012"/>
                  </a:lnTo>
                  <a:lnTo>
                    <a:pt x="234411" y="622562"/>
                  </a:lnTo>
                  <a:lnTo>
                    <a:pt x="236332" y="556236"/>
                  </a:lnTo>
                  <a:lnTo>
                    <a:pt x="238254" y="481084"/>
                  </a:lnTo>
                  <a:lnTo>
                    <a:pt x="240175" y="395670"/>
                  </a:lnTo>
                  <a:lnTo>
                    <a:pt x="242097" y="301896"/>
                  </a:lnTo>
                  <a:lnTo>
                    <a:pt x="244018" y="204940"/>
                  </a:lnTo>
                  <a:lnTo>
                    <a:pt x="245939" y="113821"/>
                  </a:lnTo>
                  <a:lnTo>
                    <a:pt x="247861" y="40933"/>
                  </a:lnTo>
                  <a:lnTo>
                    <a:pt x="249782" y="0"/>
                  </a:lnTo>
                  <a:lnTo>
                    <a:pt x="251704" y="2728"/>
                  </a:lnTo>
                  <a:lnTo>
                    <a:pt x="253625" y="55145"/>
                  </a:lnTo>
                  <a:lnTo>
                    <a:pt x="255546" y="155028"/>
                  </a:lnTo>
                  <a:lnTo>
                    <a:pt x="257468" y="291646"/>
                  </a:lnTo>
                  <a:lnTo>
                    <a:pt x="259389" y="448157"/>
                  </a:lnTo>
                  <a:lnTo>
                    <a:pt x="261311" y="605808"/>
                  </a:lnTo>
                  <a:lnTo>
                    <a:pt x="263232" y="748409"/>
                  </a:lnTo>
                  <a:lnTo>
                    <a:pt x="265153" y="865467"/>
                  </a:lnTo>
                  <a:lnTo>
                    <a:pt x="267075" y="953154"/>
                  </a:lnTo>
                  <a:lnTo>
                    <a:pt x="268996" y="1013232"/>
                  </a:lnTo>
                  <a:lnTo>
                    <a:pt x="270918" y="1050832"/>
                  </a:lnTo>
                  <a:lnTo>
                    <a:pt x="272839" y="1072164"/>
                  </a:lnTo>
                  <a:lnTo>
                    <a:pt x="274760" y="1082863"/>
                  </a:lnTo>
                  <a:lnTo>
                    <a:pt x="276682" y="1087133"/>
                  </a:lnTo>
                  <a:lnTo>
                    <a:pt x="278603" y="1088322"/>
                  </a:lnTo>
                  <a:lnTo>
                    <a:pt x="280525" y="1088164"/>
                  </a:lnTo>
                  <a:lnTo>
                    <a:pt x="282446" y="1087685"/>
                  </a:lnTo>
                  <a:lnTo>
                    <a:pt x="284367" y="1087426"/>
                  </a:lnTo>
                  <a:lnTo>
                    <a:pt x="286289" y="1087590"/>
                  </a:lnTo>
                  <a:lnTo>
                    <a:pt x="288210" y="1088160"/>
                  </a:lnTo>
                  <a:lnTo>
                    <a:pt x="290132" y="1088993"/>
                  </a:lnTo>
                  <a:lnTo>
                    <a:pt x="292053" y="1089917"/>
                  </a:lnTo>
                  <a:lnTo>
                    <a:pt x="293975" y="1090789"/>
                  </a:lnTo>
                  <a:lnTo>
                    <a:pt x="295896" y="1091524"/>
                  </a:lnTo>
                  <a:lnTo>
                    <a:pt x="297817" y="1092098"/>
                  </a:lnTo>
                  <a:lnTo>
                    <a:pt x="299739" y="1092524"/>
                  </a:lnTo>
                  <a:lnTo>
                    <a:pt x="301660" y="1092828"/>
                  </a:lnTo>
                  <a:lnTo>
                    <a:pt x="303582" y="1093038"/>
                  </a:lnTo>
                  <a:lnTo>
                    <a:pt x="305503" y="1093179"/>
                  </a:lnTo>
                  <a:lnTo>
                    <a:pt x="307424" y="1093278"/>
                  </a:lnTo>
                  <a:lnTo>
                    <a:pt x="309346" y="1093372"/>
                  </a:lnTo>
                  <a:lnTo>
                    <a:pt x="311267" y="1093510"/>
                  </a:lnTo>
                  <a:lnTo>
                    <a:pt x="313189" y="1093746"/>
                  </a:lnTo>
                  <a:lnTo>
                    <a:pt x="315110" y="1094105"/>
                  </a:lnTo>
                  <a:lnTo>
                    <a:pt x="317031" y="1094583"/>
                  </a:lnTo>
                  <a:lnTo>
                    <a:pt x="318953" y="1095135"/>
                  </a:lnTo>
                  <a:lnTo>
                    <a:pt x="320874" y="1095691"/>
                  </a:lnTo>
                  <a:lnTo>
                    <a:pt x="322796" y="1096171"/>
                  </a:lnTo>
                  <a:lnTo>
                    <a:pt x="324717" y="1096517"/>
                  </a:lnTo>
                  <a:lnTo>
                    <a:pt x="326638" y="1096708"/>
                  </a:lnTo>
                  <a:lnTo>
                    <a:pt x="328560" y="1096769"/>
                  </a:lnTo>
                  <a:lnTo>
                    <a:pt x="330481" y="1096761"/>
                  </a:lnTo>
                  <a:lnTo>
                    <a:pt x="332403" y="1096761"/>
                  </a:lnTo>
                  <a:lnTo>
                    <a:pt x="334324" y="1096832"/>
                  </a:lnTo>
                  <a:lnTo>
                    <a:pt x="336245" y="1097005"/>
                  </a:lnTo>
                  <a:lnTo>
                    <a:pt x="338167" y="1097272"/>
                  </a:lnTo>
                  <a:lnTo>
                    <a:pt x="340088" y="1097588"/>
                  </a:lnTo>
                  <a:lnTo>
                    <a:pt x="342010" y="1097887"/>
                  </a:lnTo>
                  <a:lnTo>
                    <a:pt x="343931" y="1098093"/>
                  </a:lnTo>
                  <a:lnTo>
                    <a:pt x="345852" y="1098134"/>
                  </a:lnTo>
                  <a:lnTo>
                    <a:pt x="347774" y="1097929"/>
                  </a:lnTo>
                  <a:lnTo>
                    <a:pt x="349695" y="1097412"/>
                  </a:lnTo>
                  <a:lnTo>
                    <a:pt x="351617" y="1096551"/>
                  </a:lnTo>
                  <a:lnTo>
                    <a:pt x="353538" y="1095346"/>
                  </a:lnTo>
                  <a:lnTo>
                    <a:pt x="355459" y="1093866"/>
                  </a:lnTo>
                  <a:lnTo>
                    <a:pt x="357381" y="1092253"/>
                  </a:lnTo>
                  <a:lnTo>
                    <a:pt x="359302" y="1090711"/>
                  </a:lnTo>
                  <a:lnTo>
                    <a:pt x="361224" y="1089460"/>
                  </a:lnTo>
                  <a:lnTo>
                    <a:pt x="363145" y="1088677"/>
                  </a:lnTo>
                  <a:lnTo>
                    <a:pt x="365067" y="1088436"/>
                  </a:lnTo>
                  <a:lnTo>
                    <a:pt x="366988" y="1088680"/>
                  </a:lnTo>
                  <a:lnTo>
                    <a:pt x="368909" y="1089242"/>
                  </a:lnTo>
                  <a:lnTo>
                    <a:pt x="370831" y="1089900"/>
                  </a:lnTo>
                  <a:lnTo>
                    <a:pt x="372752" y="1090450"/>
                  </a:lnTo>
                  <a:lnTo>
                    <a:pt x="374674" y="1090777"/>
                  </a:lnTo>
                  <a:lnTo>
                    <a:pt x="376595" y="1090879"/>
                  </a:lnTo>
                  <a:lnTo>
                    <a:pt x="378516" y="1090856"/>
                  </a:lnTo>
                  <a:lnTo>
                    <a:pt x="380438" y="1090858"/>
                  </a:lnTo>
                  <a:lnTo>
                    <a:pt x="382359" y="1091026"/>
                  </a:lnTo>
                  <a:lnTo>
                    <a:pt x="384281" y="1091449"/>
                  </a:lnTo>
                  <a:lnTo>
                    <a:pt x="386202" y="1092101"/>
                  </a:lnTo>
                  <a:lnTo>
                    <a:pt x="388123" y="1092890"/>
                  </a:lnTo>
                  <a:lnTo>
                    <a:pt x="390045" y="1093688"/>
                  </a:lnTo>
                  <a:lnTo>
                    <a:pt x="391966" y="1094372"/>
                  </a:lnTo>
                  <a:lnTo>
                    <a:pt x="393888" y="1094851"/>
                  </a:lnTo>
                  <a:lnTo>
                    <a:pt x="395809" y="1095089"/>
                  </a:lnTo>
                  <a:lnTo>
                    <a:pt x="397730" y="1095105"/>
                  </a:lnTo>
                  <a:lnTo>
                    <a:pt x="399652" y="1094960"/>
                  </a:lnTo>
                  <a:lnTo>
                    <a:pt x="401573" y="1094731"/>
                  </a:lnTo>
                  <a:lnTo>
                    <a:pt x="403495" y="1094491"/>
                  </a:lnTo>
                  <a:lnTo>
                    <a:pt x="405416" y="1094289"/>
                  </a:lnTo>
                  <a:lnTo>
                    <a:pt x="407337" y="1094144"/>
                  </a:lnTo>
                  <a:lnTo>
                    <a:pt x="409259" y="1094056"/>
                  </a:lnTo>
                  <a:lnTo>
                    <a:pt x="411180" y="1094015"/>
                  </a:lnTo>
                  <a:lnTo>
                    <a:pt x="413102" y="1094021"/>
                  </a:lnTo>
                  <a:lnTo>
                    <a:pt x="415023" y="1094088"/>
                  </a:lnTo>
                  <a:lnTo>
                    <a:pt x="416944" y="1094244"/>
                  </a:lnTo>
                  <a:lnTo>
                    <a:pt x="418866" y="1094517"/>
                  </a:lnTo>
                  <a:lnTo>
                    <a:pt x="420787" y="1094926"/>
                  </a:lnTo>
                  <a:lnTo>
                    <a:pt x="422709" y="1095440"/>
                  </a:lnTo>
                  <a:lnTo>
                    <a:pt x="424630" y="1096004"/>
                  </a:lnTo>
                  <a:lnTo>
                    <a:pt x="426551" y="1096545"/>
                  </a:lnTo>
                  <a:lnTo>
                    <a:pt x="428473" y="1096984"/>
                  </a:lnTo>
                  <a:lnTo>
                    <a:pt x="430394" y="1097258"/>
                  </a:lnTo>
                  <a:lnTo>
                    <a:pt x="432316" y="1097336"/>
                  </a:lnTo>
                  <a:lnTo>
                    <a:pt x="434237" y="1097218"/>
                  </a:lnTo>
                  <a:lnTo>
                    <a:pt x="436159" y="1096943"/>
                  </a:lnTo>
                  <a:lnTo>
                    <a:pt x="438080" y="1096573"/>
                  </a:lnTo>
                  <a:lnTo>
                    <a:pt x="440001" y="1096181"/>
                  </a:lnTo>
                  <a:lnTo>
                    <a:pt x="441923" y="1095838"/>
                  </a:lnTo>
                  <a:lnTo>
                    <a:pt x="443844" y="1095604"/>
                  </a:lnTo>
                  <a:lnTo>
                    <a:pt x="445766" y="1095517"/>
                  </a:lnTo>
                  <a:lnTo>
                    <a:pt x="447687" y="1095594"/>
                  </a:lnTo>
                  <a:lnTo>
                    <a:pt x="449608" y="1095830"/>
                  </a:lnTo>
                  <a:lnTo>
                    <a:pt x="451530" y="1096199"/>
                  </a:lnTo>
                  <a:lnTo>
                    <a:pt x="453451" y="1096659"/>
                  </a:lnTo>
                  <a:lnTo>
                    <a:pt x="455373" y="1097160"/>
                  </a:lnTo>
                  <a:lnTo>
                    <a:pt x="457294" y="1097644"/>
                  </a:lnTo>
                  <a:lnTo>
                    <a:pt x="459215" y="1098068"/>
                  </a:lnTo>
                  <a:lnTo>
                    <a:pt x="461137" y="1098408"/>
                  </a:lnTo>
                  <a:lnTo>
                    <a:pt x="463058" y="1098659"/>
                  </a:lnTo>
                  <a:lnTo>
                    <a:pt x="464980" y="1098830"/>
                  </a:lnTo>
                  <a:lnTo>
                    <a:pt x="466901" y="1098938"/>
                  </a:lnTo>
                  <a:lnTo>
                    <a:pt x="468822" y="1099000"/>
                  </a:lnTo>
                  <a:lnTo>
                    <a:pt x="470744" y="1099033"/>
                  </a:lnTo>
                  <a:lnTo>
                    <a:pt x="472665" y="1099050"/>
                  </a:lnTo>
                  <a:lnTo>
                    <a:pt x="474587" y="1099057"/>
                  </a:lnTo>
                  <a:lnTo>
                    <a:pt x="476508" y="1099061"/>
                  </a:lnTo>
                  <a:lnTo>
                    <a:pt x="478429" y="1099062"/>
                  </a:lnTo>
                  <a:lnTo>
                    <a:pt x="480351" y="1099062"/>
                  </a:lnTo>
                  <a:lnTo>
                    <a:pt x="482272" y="1099062"/>
                  </a:lnTo>
                  <a:lnTo>
                    <a:pt x="484194" y="1099062"/>
                  </a:lnTo>
                  <a:lnTo>
                    <a:pt x="486115" y="1099062"/>
                  </a:lnTo>
                  <a:lnTo>
                    <a:pt x="488036" y="1099062"/>
                  </a:lnTo>
                  <a:lnTo>
                    <a:pt x="489958" y="1099062"/>
                  </a:lnTo>
                  <a:lnTo>
                    <a:pt x="491879" y="1099062"/>
                  </a:lnTo>
                  <a:lnTo>
                    <a:pt x="493801" y="1099062"/>
                  </a:lnTo>
                  <a:lnTo>
                    <a:pt x="495722" y="1099062"/>
                  </a:lnTo>
                  <a:lnTo>
                    <a:pt x="497643" y="1099062"/>
                  </a:lnTo>
                  <a:lnTo>
                    <a:pt x="499565" y="1099062"/>
                  </a:lnTo>
                  <a:lnTo>
                    <a:pt x="501486" y="1099062"/>
                  </a:lnTo>
                  <a:lnTo>
                    <a:pt x="503408" y="1099062"/>
                  </a:lnTo>
                  <a:lnTo>
                    <a:pt x="505329" y="1099062"/>
                  </a:lnTo>
                  <a:lnTo>
                    <a:pt x="507250" y="1099062"/>
                  </a:lnTo>
                  <a:lnTo>
                    <a:pt x="509172" y="1099062"/>
                  </a:lnTo>
                  <a:lnTo>
                    <a:pt x="511093" y="1099062"/>
                  </a:lnTo>
                  <a:lnTo>
                    <a:pt x="513015" y="1099062"/>
                  </a:lnTo>
                  <a:lnTo>
                    <a:pt x="514936" y="1099062"/>
                  </a:lnTo>
                  <a:lnTo>
                    <a:pt x="516858" y="1099062"/>
                  </a:lnTo>
                  <a:lnTo>
                    <a:pt x="518779" y="1099062"/>
                  </a:lnTo>
                  <a:lnTo>
                    <a:pt x="520700" y="1099062"/>
                  </a:lnTo>
                  <a:lnTo>
                    <a:pt x="522622" y="1099062"/>
                  </a:lnTo>
                  <a:lnTo>
                    <a:pt x="524543" y="1099061"/>
                  </a:lnTo>
                  <a:lnTo>
                    <a:pt x="526465" y="1099059"/>
                  </a:lnTo>
                  <a:lnTo>
                    <a:pt x="528386" y="1099054"/>
                  </a:lnTo>
                  <a:lnTo>
                    <a:pt x="530307" y="1099043"/>
                  </a:lnTo>
                  <a:lnTo>
                    <a:pt x="532229" y="1099018"/>
                  </a:lnTo>
                  <a:lnTo>
                    <a:pt x="534150" y="1098970"/>
                  </a:lnTo>
                  <a:lnTo>
                    <a:pt x="536072" y="1098886"/>
                  </a:lnTo>
                  <a:lnTo>
                    <a:pt x="537993" y="1098749"/>
                  </a:lnTo>
                  <a:lnTo>
                    <a:pt x="539914" y="1098546"/>
                  </a:lnTo>
                  <a:lnTo>
                    <a:pt x="541836" y="1098277"/>
                  </a:lnTo>
                  <a:lnTo>
                    <a:pt x="543757" y="1097953"/>
                  </a:lnTo>
                  <a:lnTo>
                    <a:pt x="545679" y="1097608"/>
                  </a:lnTo>
                  <a:lnTo>
                    <a:pt x="547600" y="1097292"/>
                  </a:lnTo>
                  <a:lnTo>
                    <a:pt x="549521" y="1097060"/>
                  </a:lnTo>
                  <a:lnTo>
                    <a:pt x="551443" y="1096958"/>
                  </a:lnTo>
                  <a:lnTo>
                    <a:pt x="553364" y="1097009"/>
                  </a:lnTo>
                  <a:lnTo>
                    <a:pt x="555286" y="1097202"/>
                  </a:lnTo>
                  <a:lnTo>
                    <a:pt x="557207" y="1097499"/>
                  </a:lnTo>
                  <a:lnTo>
                    <a:pt x="559128" y="1097846"/>
                  </a:lnTo>
                  <a:lnTo>
                    <a:pt x="561050" y="1098186"/>
                  </a:lnTo>
                  <a:lnTo>
                    <a:pt x="562971" y="1098478"/>
                  </a:lnTo>
                  <a:lnTo>
                    <a:pt x="564893" y="1098699"/>
                  </a:lnTo>
                  <a:lnTo>
                    <a:pt x="566814" y="1098852"/>
                  </a:lnTo>
                  <a:lnTo>
                    <a:pt x="568735" y="1098949"/>
                  </a:lnTo>
                  <a:lnTo>
                    <a:pt x="570657" y="1099005"/>
                  </a:lnTo>
                  <a:lnTo>
                    <a:pt x="572578" y="1099036"/>
                  </a:lnTo>
                  <a:lnTo>
                    <a:pt x="574500" y="1099051"/>
                  </a:lnTo>
                  <a:lnTo>
                    <a:pt x="576421" y="1099058"/>
                  </a:lnTo>
                  <a:lnTo>
                    <a:pt x="578342" y="1099061"/>
                  </a:lnTo>
                  <a:lnTo>
                    <a:pt x="580264" y="1099062"/>
                  </a:lnTo>
                  <a:lnTo>
                    <a:pt x="582185" y="1099062"/>
                  </a:lnTo>
                  <a:lnTo>
                    <a:pt x="584107" y="1099062"/>
                  </a:lnTo>
                  <a:lnTo>
                    <a:pt x="586028" y="1099062"/>
                  </a:lnTo>
                  <a:lnTo>
                    <a:pt x="587950" y="1099062"/>
                  </a:lnTo>
                  <a:lnTo>
                    <a:pt x="589871" y="1099062"/>
                  </a:lnTo>
                  <a:lnTo>
                    <a:pt x="591792" y="1099062"/>
                  </a:lnTo>
                  <a:lnTo>
                    <a:pt x="593714" y="1099062"/>
                  </a:lnTo>
                  <a:lnTo>
                    <a:pt x="595635" y="1099062"/>
                  </a:lnTo>
                  <a:lnTo>
                    <a:pt x="597557" y="1099062"/>
                  </a:lnTo>
                  <a:lnTo>
                    <a:pt x="599478" y="1099060"/>
                  </a:lnTo>
                  <a:lnTo>
                    <a:pt x="601399" y="1099056"/>
                  </a:lnTo>
                  <a:lnTo>
                    <a:pt x="603321" y="1099047"/>
                  </a:lnTo>
                  <a:lnTo>
                    <a:pt x="605242" y="1099026"/>
                  </a:lnTo>
                  <a:lnTo>
                    <a:pt x="607164" y="1098985"/>
                  </a:lnTo>
                  <a:lnTo>
                    <a:pt x="609085" y="1098912"/>
                  </a:lnTo>
                  <a:lnTo>
                    <a:pt x="611006" y="1098790"/>
                  </a:lnTo>
                  <a:lnTo>
                    <a:pt x="612928" y="1098605"/>
                  </a:lnTo>
                  <a:lnTo>
                    <a:pt x="614849" y="1098351"/>
                  </a:lnTo>
                  <a:lnTo>
                    <a:pt x="616771" y="1098035"/>
                  </a:lnTo>
                  <a:lnTo>
                    <a:pt x="618692" y="1097684"/>
                  </a:lnTo>
                  <a:lnTo>
                    <a:pt x="620613" y="1097337"/>
                  </a:lnTo>
                  <a:lnTo>
                    <a:pt x="622535" y="1097043"/>
                  </a:lnTo>
                  <a:lnTo>
                    <a:pt x="624456" y="1096842"/>
                  </a:lnTo>
                  <a:lnTo>
                    <a:pt x="626378" y="1096748"/>
                  </a:lnTo>
                  <a:lnTo>
                    <a:pt x="628299" y="1096747"/>
                  </a:lnTo>
                  <a:lnTo>
                    <a:pt x="630220" y="1096795"/>
                  </a:lnTo>
                  <a:lnTo>
                    <a:pt x="632142" y="1096841"/>
                  </a:lnTo>
                  <a:lnTo>
                    <a:pt x="634063" y="1096847"/>
                  </a:lnTo>
                  <a:lnTo>
                    <a:pt x="635985" y="1096807"/>
                  </a:lnTo>
                  <a:lnTo>
                    <a:pt x="637906" y="1096755"/>
                  </a:lnTo>
                  <a:lnTo>
                    <a:pt x="639827" y="1096745"/>
                  </a:lnTo>
                  <a:lnTo>
                    <a:pt x="641749" y="1096822"/>
                  </a:lnTo>
                  <a:lnTo>
                    <a:pt x="643670" y="1097009"/>
                  </a:lnTo>
                  <a:lnTo>
                    <a:pt x="645592" y="1097291"/>
                  </a:lnTo>
                  <a:lnTo>
                    <a:pt x="647513" y="1097633"/>
                  </a:lnTo>
                  <a:lnTo>
                    <a:pt x="649434" y="1097987"/>
                  </a:lnTo>
                  <a:lnTo>
                    <a:pt x="651356" y="1098309"/>
                  </a:lnTo>
                  <a:lnTo>
                    <a:pt x="653277" y="1098572"/>
                  </a:lnTo>
                  <a:lnTo>
                    <a:pt x="655199" y="1098766"/>
                  </a:lnTo>
                  <a:lnTo>
                    <a:pt x="657120" y="1098896"/>
                  </a:lnTo>
                  <a:lnTo>
                    <a:pt x="659042" y="1098976"/>
                  </a:lnTo>
                  <a:lnTo>
                    <a:pt x="660963" y="1099021"/>
                  </a:lnTo>
                  <a:lnTo>
                    <a:pt x="662884" y="1099044"/>
                  </a:lnTo>
                  <a:lnTo>
                    <a:pt x="664806" y="1099055"/>
                  </a:lnTo>
                  <a:lnTo>
                    <a:pt x="666727" y="1099060"/>
                  </a:lnTo>
                  <a:lnTo>
                    <a:pt x="668649" y="1099061"/>
                  </a:lnTo>
                  <a:lnTo>
                    <a:pt x="670570" y="1099062"/>
                  </a:lnTo>
                  <a:lnTo>
                    <a:pt x="672491" y="1099062"/>
                  </a:lnTo>
                  <a:lnTo>
                    <a:pt x="674413" y="1099062"/>
                  </a:lnTo>
                  <a:lnTo>
                    <a:pt x="676334" y="1099062"/>
                  </a:lnTo>
                  <a:lnTo>
                    <a:pt x="678256" y="1099062"/>
                  </a:lnTo>
                  <a:lnTo>
                    <a:pt x="680177" y="1099062"/>
                  </a:lnTo>
                  <a:lnTo>
                    <a:pt x="682098" y="1099062"/>
                  </a:lnTo>
                  <a:lnTo>
                    <a:pt x="684020" y="1099062"/>
                  </a:lnTo>
                  <a:lnTo>
                    <a:pt x="685941" y="1099062"/>
                  </a:lnTo>
                  <a:lnTo>
                    <a:pt x="687863" y="1099062"/>
                  </a:lnTo>
                  <a:lnTo>
                    <a:pt x="689784" y="1099062"/>
                  </a:lnTo>
                  <a:lnTo>
                    <a:pt x="691705" y="1099062"/>
                  </a:lnTo>
                  <a:lnTo>
                    <a:pt x="693627" y="1099062"/>
                  </a:lnTo>
                  <a:lnTo>
                    <a:pt x="695548" y="1099062"/>
                  </a:lnTo>
                  <a:lnTo>
                    <a:pt x="697470" y="1099062"/>
                  </a:lnTo>
                  <a:lnTo>
                    <a:pt x="699391" y="1099062"/>
                  </a:lnTo>
                  <a:lnTo>
                    <a:pt x="701312" y="1099062"/>
                  </a:lnTo>
                  <a:lnTo>
                    <a:pt x="703234" y="1099062"/>
                  </a:lnTo>
                  <a:lnTo>
                    <a:pt x="705155" y="1099062"/>
                  </a:lnTo>
                  <a:lnTo>
                    <a:pt x="707077" y="1099062"/>
                  </a:lnTo>
                  <a:lnTo>
                    <a:pt x="708998" y="1099062"/>
                  </a:lnTo>
                  <a:lnTo>
                    <a:pt x="710919" y="1099062"/>
                  </a:lnTo>
                  <a:lnTo>
                    <a:pt x="712841" y="1099062"/>
                  </a:lnTo>
                  <a:lnTo>
                    <a:pt x="714762" y="1099062"/>
                  </a:lnTo>
                  <a:lnTo>
                    <a:pt x="716684" y="1099062"/>
                  </a:lnTo>
                  <a:lnTo>
                    <a:pt x="718605" y="1099062"/>
                  </a:lnTo>
                  <a:lnTo>
                    <a:pt x="720526" y="1099062"/>
                  </a:lnTo>
                  <a:lnTo>
                    <a:pt x="722448" y="1099062"/>
                  </a:lnTo>
                  <a:lnTo>
                    <a:pt x="724369" y="1099062"/>
                  </a:lnTo>
                  <a:lnTo>
                    <a:pt x="726291" y="1099061"/>
                  </a:lnTo>
                  <a:lnTo>
                    <a:pt x="728212" y="1099059"/>
                  </a:lnTo>
                  <a:lnTo>
                    <a:pt x="730134" y="1099053"/>
                  </a:lnTo>
                  <a:lnTo>
                    <a:pt x="732055" y="1099039"/>
                  </a:lnTo>
                  <a:lnTo>
                    <a:pt x="733976" y="1099012"/>
                  </a:lnTo>
                  <a:lnTo>
                    <a:pt x="735898" y="1098959"/>
                  </a:lnTo>
                  <a:lnTo>
                    <a:pt x="737819" y="1098866"/>
                  </a:lnTo>
                  <a:lnTo>
                    <a:pt x="739741" y="1098714"/>
                  </a:lnTo>
                  <a:lnTo>
                    <a:pt x="741662" y="1098484"/>
                  </a:lnTo>
                  <a:lnTo>
                    <a:pt x="743583" y="1098162"/>
                  </a:lnTo>
                  <a:lnTo>
                    <a:pt x="745505" y="1097745"/>
                  </a:lnTo>
                  <a:lnTo>
                    <a:pt x="747426" y="1097260"/>
                  </a:lnTo>
                  <a:lnTo>
                    <a:pt x="749348" y="1096746"/>
                  </a:lnTo>
                  <a:lnTo>
                    <a:pt x="751269" y="1096257"/>
                  </a:lnTo>
                  <a:lnTo>
                    <a:pt x="753190" y="1095846"/>
                  </a:lnTo>
                  <a:lnTo>
                    <a:pt x="755112" y="1095557"/>
                  </a:lnTo>
                  <a:lnTo>
                    <a:pt x="757033" y="1095417"/>
                  </a:lnTo>
                  <a:lnTo>
                    <a:pt x="758955" y="1095427"/>
                  </a:lnTo>
                  <a:lnTo>
                    <a:pt x="760876" y="1095563"/>
                  </a:lnTo>
                  <a:lnTo>
                    <a:pt x="762797" y="1095780"/>
                  </a:lnTo>
                  <a:lnTo>
                    <a:pt x="764719" y="1096022"/>
                  </a:lnTo>
                  <a:lnTo>
                    <a:pt x="766640" y="1096236"/>
                  </a:lnTo>
                  <a:lnTo>
                    <a:pt x="768562" y="1096387"/>
                  </a:lnTo>
                  <a:lnTo>
                    <a:pt x="770483" y="1096472"/>
                  </a:lnTo>
                  <a:lnTo>
                    <a:pt x="772404" y="1096519"/>
                  </a:lnTo>
                  <a:lnTo>
                    <a:pt x="774326" y="1096576"/>
                  </a:lnTo>
                  <a:lnTo>
                    <a:pt x="776247" y="1096688"/>
                  </a:lnTo>
                  <a:lnTo>
                    <a:pt x="778169" y="1096877"/>
                  </a:lnTo>
                  <a:lnTo>
                    <a:pt x="780090" y="1097132"/>
                  </a:lnTo>
                  <a:lnTo>
                    <a:pt x="782011" y="1097398"/>
                  </a:lnTo>
                  <a:lnTo>
                    <a:pt x="783933" y="1097610"/>
                  </a:lnTo>
                  <a:lnTo>
                    <a:pt x="785854" y="1097716"/>
                  </a:lnTo>
                  <a:lnTo>
                    <a:pt x="787776" y="1097691"/>
                  </a:lnTo>
                  <a:lnTo>
                    <a:pt x="789697" y="1097546"/>
                  </a:lnTo>
                  <a:lnTo>
                    <a:pt x="791618" y="1097328"/>
                  </a:lnTo>
                  <a:lnTo>
                    <a:pt x="793540" y="1097102"/>
                  </a:lnTo>
                  <a:lnTo>
                    <a:pt x="795461" y="1096931"/>
                  </a:lnTo>
                  <a:lnTo>
                    <a:pt x="797383" y="1096860"/>
                  </a:lnTo>
                  <a:lnTo>
                    <a:pt x="799304" y="1096895"/>
                  </a:lnTo>
                  <a:lnTo>
                    <a:pt x="801226" y="1097006"/>
                  </a:lnTo>
                  <a:lnTo>
                    <a:pt x="803147" y="1097139"/>
                  </a:lnTo>
                  <a:lnTo>
                    <a:pt x="805068" y="1097231"/>
                  </a:lnTo>
                  <a:lnTo>
                    <a:pt x="806990" y="1097243"/>
                  </a:lnTo>
                  <a:lnTo>
                    <a:pt x="808911" y="1097167"/>
                  </a:lnTo>
                  <a:lnTo>
                    <a:pt x="810833" y="1097037"/>
                  </a:lnTo>
                  <a:lnTo>
                    <a:pt x="812754" y="1096912"/>
                  </a:lnTo>
                  <a:lnTo>
                    <a:pt x="814675" y="1096858"/>
                  </a:lnTo>
                  <a:lnTo>
                    <a:pt x="816597" y="1096927"/>
                  </a:lnTo>
                  <a:lnTo>
                    <a:pt x="818518" y="1097126"/>
                  </a:lnTo>
                  <a:lnTo>
                    <a:pt x="820440" y="1097423"/>
                  </a:lnTo>
                  <a:lnTo>
                    <a:pt x="822361" y="1097770"/>
                  </a:lnTo>
                  <a:lnTo>
                    <a:pt x="824282" y="1098113"/>
                  </a:lnTo>
                  <a:lnTo>
                    <a:pt x="826204" y="1098411"/>
                  </a:lnTo>
                  <a:lnTo>
                    <a:pt x="828125" y="1098641"/>
                  </a:lnTo>
                  <a:lnTo>
                    <a:pt x="830047" y="1098796"/>
                  </a:lnTo>
                  <a:lnTo>
                    <a:pt x="831968" y="1098877"/>
                  </a:lnTo>
                  <a:lnTo>
                    <a:pt x="833889" y="1098888"/>
                  </a:lnTo>
                  <a:lnTo>
                    <a:pt x="835811" y="1098829"/>
                  </a:lnTo>
                  <a:lnTo>
                    <a:pt x="837732" y="1098697"/>
                  </a:lnTo>
                  <a:lnTo>
                    <a:pt x="839654" y="1098488"/>
                  </a:lnTo>
                  <a:lnTo>
                    <a:pt x="841575" y="1098207"/>
                  </a:lnTo>
                  <a:lnTo>
                    <a:pt x="843496" y="1097871"/>
                  </a:lnTo>
                  <a:lnTo>
                    <a:pt x="845418" y="1097520"/>
                  </a:lnTo>
                  <a:lnTo>
                    <a:pt x="847339" y="1097208"/>
                  </a:lnTo>
                  <a:lnTo>
                    <a:pt x="849261" y="1096993"/>
                  </a:lnTo>
                  <a:lnTo>
                    <a:pt x="851182" y="1096922"/>
                  </a:lnTo>
                  <a:lnTo>
                    <a:pt x="853103" y="1097020"/>
                  </a:lnTo>
                  <a:lnTo>
                    <a:pt x="855025" y="1097256"/>
                  </a:lnTo>
                  <a:lnTo>
                    <a:pt x="856946" y="1097581"/>
                  </a:lnTo>
                  <a:lnTo>
                    <a:pt x="858868" y="1097934"/>
                  </a:lnTo>
                  <a:lnTo>
                    <a:pt x="860789" y="1098264"/>
                  </a:lnTo>
                  <a:lnTo>
                    <a:pt x="862710" y="1098538"/>
                  </a:lnTo>
                  <a:lnTo>
                    <a:pt x="864632" y="1098743"/>
                  </a:lnTo>
                  <a:lnTo>
                    <a:pt x="866553" y="1098882"/>
                  </a:lnTo>
                  <a:lnTo>
                    <a:pt x="868475" y="1098968"/>
                  </a:lnTo>
                  <a:lnTo>
                    <a:pt x="870396" y="1099017"/>
                  </a:lnTo>
                  <a:lnTo>
                    <a:pt x="872318" y="1099042"/>
                  </a:lnTo>
                  <a:lnTo>
                    <a:pt x="874239" y="1099054"/>
                  </a:lnTo>
                  <a:lnTo>
                    <a:pt x="876160" y="1099059"/>
                  </a:lnTo>
                  <a:lnTo>
                    <a:pt x="878082" y="1099061"/>
                  </a:lnTo>
                  <a:lnTo>
                    <a:pt x="880003" y="1099062"/>
                  </a:lnTo>
                  <a:lnTo>
                    <a:pt x="881925" y="1099062"/>
                  </a:lnTo>
                  <a:lnTo>
                    <a:pt x="883846" y="1099062"/>
                  </a:lnTo>
                  <a:lnTo>
                    <a:pt x="885767" y="1099062"/>
                  </a:lnTo>
                  <a:lnTo>
                    <a:pt x="887689" y="1099062"/>
                  </a:lnTo>
                  <a:lnTo>
                    <a:pt x="889610" y="1099062"/>
                  </a:lnTo>
                  <a:lnTo>
                    <a:pt x="891532" y="1099062"/>
                  </a:lnTo>
                  <a:lnTo>
                    <a:pt x="893453" y="1099062"/>
                  </a:lnTo>
                  <a:lnTo>
                    <a:pt x="895374" y="1099062"/>
                  </a:lnTo>
                  <a:lnTo>
                    <a:pt x="897296" y="1099062"/>
                  </a:lnTo>
                  <a:lnTo>
                    <a:pt x="899217" y="1099062"/>
                  </a:lnTo>
                  <a:lnTo>
                    <a:pt x="901139" y="1099062"/>
                  </a:lnTo>
                  <a:lnTo>
                    <a:pt x="903060" y="1099062"/>
                  </a:lnTo>
                  <a:lnTo>
                    <a:pt x="904981" y="1099062"/>
                  </a:lnTo>
                  <a:lnTo>
                    <a:pt x="906903" y="1099062"/>
                  </a:lnTo>
                  <a:lnTo>
                    <a:pt x="908824" y="1099062"/>
                  </a:lnTo>
                  <a:lnTo>
                    <a:pt x="910746" y="1099060"/>
                  </a:lnTo>
                  <a:lnTo>
                    <a:pt x="912667" y="1099055"/>
                  </a:lnTo>
                  <a:lnTo>
                    <a:pt x="914588" y="1099046"/>
                  </a:lnTo>
                  <a:lnTo>
                    <a:pt x="916510" y="1099025"/>
                  </a:lnTo>
                  <a:lnTo>
                    <a:pt x="918431" y="1098984"/>
                  </a:lnTo>
                  <a:lnTo>
                    <a:pt x="920353" y="1098910"/>
                  </a:lnTo>
                  <a:lnTo>
                    <a:pt x="922274" y="1098788"/>
                  </a:lnTo>
                  <a:lnTo>
                    <a:pt x="924195" y="1098599"/>
                  </a:lnTo>
                  <a:lnTo>
                    <a:pt x="926117" y="1098336"/>
                  </a:lnTo>
                  <a:lnTo>
                    <a:pt x="928038" y="1098012"/>
                  </a:lnTo>
                  <a:lnTo>
                    <a:pt x="929960" y="1097658"/>
                  </a:lnTo>
                  <a:lnTo>
                    <a:pt x="931881" y="1097324"/>
                  </a:lnTo>
                  <a:lnTo>
                    <a:pt x="933802" y="1097070"/>
                  </a:lnTo>
                  <a:lnTo>
                    <a:pt x="935724" y="1096946"/>
                  </a:lnTo>
                  <a:lnTo>
                    <a:pt x="937645" y="1096977"/>
                  </a:lnTo>
                  <a:lnTo>
                    <a:pt x="939567" y="1097156"/>
                  </a:lnTo>
                  <a:lnTo>
                    <a:pt x="941488" y="1097446"/>
                  </a:lnTo>
                  <a:lnTo>
                    <a:pt x="943410" y="1097791"/>
                  </a:lnTo>
                  <a:lnTo>
                    <a:pt x="945331" y="1098135"/>
                  </a:lnTo>
                  <a:lnTo>
                    <a:pt x="947252" y="1098436"/>
                  </a:lnTo>
                  <a:lnTo>
                    <a:pt x="949174" y="1098671"/>
                  </a:lnTo>
                  <a:lnTo>
                    <a:pt x="951095" y="1098837"/>
                  </a:lnTo>
                  <a:lnTo>
                    <a:pt x="953017" y="1098942"/>
                  </a:lnTo>
                  <a:lnTo>
                    <a:pt x="954938" y="1099003"/>
                  </a:lnTo>
                  <a:lnTo>
                    <a:pt x="956859" y="1099036"/>
                  </a:lnTo>
                  <a:lnTo>
                    <a:pt x="958781" y="1099051"/>
                  </a:lnTo>
                  <a:lnTo>
                    <a:pt x="960702" y="1099058"/>
                  </a:lnTo>
                  <a:lnTo>
                    <a:pt x="962624" y="1099061"/>
                  </a:lnTo>
                  <a:lnTo>
                    <a:pt x="964545" y="1099062"/>
                  </a:lnTo>
                  <a:lnTo>
                    <a:pt x="966466" y="1099062"/>
                  </a:lnTo>
                  <a:lnTo>
                    <a:pt x="968388" y="1099062"/>
                  </a:lnTo>
                  <a:lnTo>
                    <a:pt x="970309" y="1099062"/>
                  </a:lnTo>
                  <a:lnTo>
                    <a:pt x="972231" y="1099062"/>
                  </a:lnTo>
                  <a:lnTo>
                    <a:pt x="974152" y="1099062"/>
                  </a:lnTo>
                  <a:lnTo>
                    <a:pt x="976073" y="1099062"/>
                  </a:lnTo>
                  <a:lnTo>
                    <a:pt x="977995" y="1099062"/>
                  </a:lnTo>
                  <a:lnTo>
                    <a:pt x="979916" y="1099062"/>
                  </a:lnTo>
                  <a:lnTo>
                    <a:pt x="981838" y="1099062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5467762" y="5479444"/>
              <a:ext cx="981838" cy="503979"/>
            </a:xfrm>
            <a:custGeom>
              <a:avLst/>
              <a:pathLst>
                <a:path w="981838" h="503979">
                  <a:moveTo>
                    <a:pt x="0" y="503979"/>
                  </a:moveTo>
                  <a:lnTo>
                    <a:pt x="1921" y="503979"/>
                  </a:lnTo>
                  <a:lnTo>
                    <a:pt x="3842" y="503979"/>
                  </a:lnTo>
                  <a:lnTo>
                    <a:pt x="5764" y="503979"/>
                  </a:lnTo>
                  <a:lnTo>
                    <a:pt x="7685" y="503979"/>
                  </a:lnTo>
                  <a:lnTo>
                    <a:pt x="9607" y="503979"/>
                  </a:lnTo>
                  <a:lnTo>
                    <a:pt x="11528" y="503979"/>
                  </a:lnTo>
                  <a:lnTo>
                    <a:pt x="13449" y="503979"/>
                  </a:lnTo>
                  <a:lnTo>
                    <a:pt x="15371" y="503979"/>
                  </a:lnTo>
                  <a:lnTo>
                    <a:pt x="17292" y="503979"/>
                  </a:lnTo>
                  <a:lnTo>
                    <a:pt x="19214" y="503979"/>
                  </a:lnTo>
                  <a:lnTo>
                    <a:pt x="21135" y="503979"/>
                  </a:lnTo>
                  <a:lnTo>
                    <a:pt x="23056" y="503979"/>
                  </a:lnTo>
                  <a:lnTo>
                    <a:pt x="24978" y="503979"/>
                  </a:lnTo>
                  <a:lnTo>
                    <a:pt x="26899" y="503979"/>
                  </a:lnTo>
                  <a:lnTo>
                    <a:pt x="28821" y="503979"/>
                  </a:lnTo>
                  <a:lnTo>
                    <a:pt x="30742" y="503979"/>
                  </a:lnTo>
                  <a:lnTo>
                    <a:pt x="32663" y="503978"/>
                  </a:lnTo>
                  <a:lnTo>
                    <a:pt x="34585" y="503978"/>
                  </a:lnTo>
                  <a:lnTo>
                    <a:pt x="36506" y="503978"/>
                  </a:lnTo>
                  <a:lnTo>
                    <a:pt x="38428" y="503978"/>
                  </a:lnTo>
                  <a:lnTo>
                    <a:pt x="40349" y="503977"/>
                  </a:lnTo>
                  <a:lnTo>
                    <a:pt x="42270" y="503976"/>
                  </a:lnTo>
                  <a:lnTo>
                    <a:pt x="44192" y="503974"/>
                  </a:lnTo>
                  <a:lnTo>
                    <a:pt x="46113" y="503971"/>
                  </a:lnTo>
                  <a:lnTo>
                    <a:pt x="48035" y="503967"/>
                  </a:lnTo>
                  <a:lnTo>
                    <a:pt x="49956" y="503958"/>
                  </a:lnTo>
                  <a:lnTo>
                    <a:pt x="51877" y="503945"/>
                  </a:lnTo>
                  <a:lnTo>
                    <a:pt x="53799" y="503924"/>
                  </a:lnTo>
                  <a:lnTo>
                    <a:pt x="55720" y="503892"/>
                  </a:lnTo>
                  <a:lnTo>
                    <a:pt x="57642" y="503845"/>
                  </a:lnTo>
                  <a:lnTo>
                    <a:pt x="59563" y="503775"/>
                  </a:lnTo>
                  <a:lnTo>
                    <a:pt x="61484" y="503676"/>
                  </a:lnTo>
                  <a:lnTo>
                    <a:pt x="63406" y="503537"/>
                  </a:lnTo>
                  <a:lnTo>
                    <a:pt x="65327" y="503348"/>
                  </a:lnTo>
                  <a:lnTo>
                    <a:pt x="67249" y="503095"/>
                  </a:lnTo>
                  <a:lnTo>
                    <a:pt x="69170" y="502762"/>
                  </a:lnTo>
                  <a:lnTo>
                    <a:pt x="71091" y="502322"/>
                  </a:lnTo>
                  <a:lnTo>
                    <a:pt x="73013" y="501763"/>
                  </a:lnTo>
                  <a:lnTo>
                    <a:pt x="74934" y="501070"/>
                  </a:lnTo>
                  <a:lnTo>
                    <a:pt x="76856" y="500228"/>
                  </a:lnTo>
                  <a:lnTo>
                    <a:pt x="78777" y="499224"/>
                  </a:lnTo>
                  <a:lnTo>
                    <a:pt x="80699" y="498049"/>
                  </a:lnTo>
                  <a:lnTo>
                    <a:pt x="82620" y="496697"/>
                  </a:lnTo>
                  <a:lnTo>
                    <a:pt x="84541" y="495170"/>
                  </a:lnTo>
                  <a:lnTo>
                    <a:pt x="86463" y="493472"/>
                  </a:lnTo>
                  <a:lnTo>
                    <a:pt x="88384" y="491616"/>
                  </a:lnTo>
                  <a:lnTo>
                    <a:pt x="90306" y="489612"/>
                  </a:lnTo>
                  <a:lnTo>
                    <a:pt x="92227" y="487489"/>
                  </a:lnTo>
                  <a:lnTo>
                    <a:pt x="94148" y="485285"/>
                  </a:lnTo>
                  <a:lnTo>
                    <a:pt x="96070" y="483037"/>
                  </a:lnTo>
                  <a:lnTo>
                    <a:pt x="97991" y="480785"/>
                  </a:lnTo>
                  <a:lnTo>
                    <a:pt x="99913" y="478570"/>
                  </a:lnTo>
                  <a:lnTo>
                    <a:pt x="101834" y="476437"/>
                  </a:lnTo>
                  <a:lnTo>
                    <a:pt x="103755" y="474432"/>
                  </a:lnTo>
                  <a:lnTo>
                    <a:pt x="105677" y="472599"/>
                  </a:lnTo>
                  <a:lnTo>
                    <a:pt x="107598" y="470978"/>
                  </a:lnTo>
                  <a:lnTo>
                    <a:pt x="109520" y="469608"/>
                  </a:lnTo>
                  <a:lnTo>
                    <a:pt x="111441" y="468550"/>
                  </a:lnTo>
                  <a:lnTo>
                    <a:pt x="113362" y="467793"/>
                  </a:lnTo>
                  <a:lnTo>
                    <a:pt x="115284" y="467338"/>
                  </a:lnTo>
                  <a:lnTo>
                    <a:pt x="117205" y="467175"/>
                  </a:lnTo>
                  <a:lnTo>
                    <a:pt x="119127" y="467281"/>
                  </a:lnTo>
                  <a:lnTo>
                    <a:pt x="121048" y="467623"/>
                  </a:lnTo>
                  <a:lnTo>
                    <a:pt x="122969" y="468159"/>
                  </a:lnTo>
                  <a:lnTo>
                    <a:pt x="124891" y="468840"/>
                  </a:lnTo>
                  <a:lnTo>
                    <a:pt x="126812" y="469613"/>
                  </a:lnTo>
                  <a:lnTo>
                    <a:pt x="128734" y="470424"/>
                  </a:lnTo>
                  <a:lnTo>
                    <a:pt x="130655" y="471215"/>
                  </a:lnTo>
                  <a:lnTo>
                    <a:pt x="132576" y="471927"/>
                  </a:lnTo>
                  <a:lnTo>
                    <a:pt x="134498" y="472520"/>
                  </a:lnTo>
                  <a:lnTo>
                    <a:pt x="136419" y="472955"/>
                  </a:lnTo>
                  <a:lnTo>
                    <a:pt x="138341" y="473203"/>
                  </a:lnTo>
                  <a:lnTo>
                    <a:pt x="140262" y="473241"/>
                  </a:lnTo>
                  <a:lnTo>
                    <a:pt x="142183" y="473056"/>
                  </a:lnTo>
                  <a:lnTo>
                    <a:pt x="144105" y="472640"/>
                  </a:lnTo>
                  <a:lnTo>
                    <a:pt x="146026" y="472000"/>
                  </a:lnTo>
                  <a:lnTo>
                    <a:pt x="147948" y="471151"/>
                  </a:lnTo>
                  <a:lnTo>
                    <a:pt x="149869" y="470122"/>
                  </a:lnTo>
                  <a:lnTo>
                    <a:pt x="151791" y="468948"/>
                  </a:lnTo>
                  <a:lnTo>
                    <a:pt x="153712" y="467708"/>
                  </a:lnTo>
                  <a:lnTo>
                    <a:pt x="155633" y="466470"/>
                  </a:lnTo>
                  <a:lnTo>
                    <a:pt x="157555" y="465306"/>
                  </a:lnTo>
                  <a:lnTo>
                    <a:pt x="159476" y="464294"/>
                  </a:lnTo>
                  <a:lnTo>
                    <a:pt x="161398" y="463505"/>
                  </a:lnTo>
                  <a:lnTo>
                    <a:pt x="163319" y="463006"/>
                  </a:lnTo>
                  <a:lnTo>
                    <a:pt x="165240" y="462852"/>
                  </a:lnTo>
                  <a:lnTo>
                    <a:pt x="167162" y="463081"/>
                  </a:lnTo>
                  <a:lnTo>
                    <a:pt x="169083" y="463715"/>
                  </a:lnTo>
                  <a:lnTo>
                    <a:pt x="171005" y="464781"/>
                  </a:lnTo>
                  <a:lnTo>
                    <a:pt x="172926" y="466238"/>
                  </a:lnTo>
                  <a:lnTo>
                    <a:pt x="174847" y="468023"/>
                  </a:lnTo>
                  <a:lnTo>
                    <a:pt x="176769" y="470074"/>
                  </a:lnTo>
                  <a:lnTo>
                    <a:pt x="178690" y="472320"/>
                  </a:lnTo>
                  <a:lnTo>
                    <a:pt x="180612" y="474687"/>
                  </a:lnTo>
                  <a:lnTo>
                    <a:pt x="182533" y="477098"/>
                  </a:lnTo>
                  <a:lnTo>
                    <a:pt x="184454" y="479480"/>
                  </a:lnTo>
                  <a:lnTo>
                    <a:pt x="186376" y="481770"/>
                  </a:lnTo>
                  <a:lnTo>
                    <a:pt x="188297" y="483914"/>
                  </a:lnTo>
                  <a:lnTo>
                    <a:pt x="190219" y="485866"/>
                  </a:lnTo>
                  <a:lnTo>
                    <a:pt x="192140" y="487583"/>
                  </a:lnTo>
                  <a:lnTo>
                    <a:pt x="194061" y="489075"/>
                  </a:lnTo>
                  <a:lnTo>
                    <a:pt x="195983" y="490347"/>
                  </a:lnTo>
                  <a:lnTo>
                    <a:pt x="197904" y="491410"/>
                  </a:lnTo>
                  <a:lnTo>
                    <a:pt x="199826" y="492285"/>
                  </a:lnTo>
                  <a:lnTo>
                    <a:pt x="201747" y="492994"/>
                  </a:lnTo>
                  <a:lnTo>
                    <a:pt x="203668" y="493563"/>
                  </a:lnTo>
                  <a:lnTo>
                    <a:pt x="205590" y="494015"/>
                  </a:lnTo>
                  <a:lnTo>
                    <a:pt x="207511" y="494371"/>
                  </a:lnTo>
                  <a:lnTo>
                    <a:pt x="209433" y="494651"/>
                  </a:lnTo>
                  <a:lnTo>
                    <a:pt x="211354" y="494865"/>
                  </a:lnTo>
                  <a:lnTo>
                    <a:pt x="213275" y="495025"/>
                  </a:lnTo>
                  <a:lnTo>
                    <a:pt x="215197" y="495139"/>
                  </a:lnTo>
                  <a:lnTo>
                    <a:pt x="217118" y="495205"/>
                  </a:lnTo>
                  <a:lnTo>
                    <a:pt x="219040" y="495219"/>
                  </a:lnTo>
                  <a:lnTo>
                    <a:pt x="220961" y="495177"/>
                  </a:lnTo>
                  <a:lnTo>
                    <a:pt x="222883" y="495068"/>
                  </a:lnTo>
                  <a:lnTo>
                    <a:pt x="224804" y="494882"/>
                  </a:lnTo>
                  <a:lnTo>
                    <a:pt x="226725" y="494608"/>
                  </a:lnTo>
                  <a:lnTo>
                    <a:pt x="228647" y="494235"/>
                  </a:lnTo>
                  <a:lnTo>
                    <a:pt x="230568" y="493748"/>
                  </a:lnTo>
                  <a:lnTo>
                    <a:pt x="232490" y="493130"/>
                  </a:lnTo>
                  <a:lnTo>
                    <a:pt x="234411" y="492385"/>
                  </a:lnTo>
                  <a:lnTo>
                    <a:pt x="236332" y="491510"/>
                  </a:lnTo>
                  <a:lnTo>
                    <a:pt x="238254" y="490506"/>
                  </a:lnTo>
                  <a:lnTo>
                    <a:pt x="240175" y="489379"/>
                  </a:lnTo>
                  <a:lnTo>
                    <a:pt x="242097" y="488136"/>
                  </a:lnTo>
                  <a:lnTo>
                    <a:pt x="244018" y="486789"/>
                  </a:lnTo>
                  <a:lnTo>
                    <a:pt x="245939" y="485350"/>
                  </a:lnTo>
                  <a:lnTo>
                    <a:pt x="247861" y="483833"/>
                  </a:lnTo>
                  <a:lnTo>
                    <a:pt x="249782" y="482252"/>
                  </a:lnTo>
                  <a:lnTo>
                    <a:pt x="251704" y="480615"/>
                  </a:lnTo>
                  <a:lnTo>
                    <a:pt x="253625" y="478936"/>
                  </a:lnTo>
                  <a:lnTo>
                    <a:pt x="255546" y="477222"/>
                  </a:lnTo>
                  <a:lnTo>
                    <a:pt x="257468" y="475475"/>
                  </a:lnTo>
                  <a:lnTo>
                    <a:pt x="259389" y="473697"/>
                  </a:lnTo>
                  <a:lnTo>
                    <a:pt x="261311" y="471889"/>
                  </a:lnTo>
                  <a:lnTo>
                    <a:pt x="263232" y="470054"/>
                  </a:lnTo>
                  <a:lnTo>
                    <a:pt x="265153" y="468195"/>
                  </a:lnTo>
                  <a:lnTo>
                    <a:pt x="267075" y="466321"/>
                  </a:lnTo>
                  <a:lnTo>
                    <a:pt x="268996" y="464444"/>
                  </a:lnTo>
                  <a:lnTo>
                    <a:pt x="270918" y="462583"/>
                  </a:lnTo>
                  <a:lnTo>
                    <a:pt x="272839" y="460762"/>
                  </a:lnTo>
                  <a:lnTo>
                    <a:pt x="274760" y="459002"/>
                  </a:lnTo>
                  <a:lnTo>
                    <a:pt x="276682" y="457320"/>
                  </a:lnTo>
                  <a:lnTo>
                    <a:pt x="278603" y="455729"/>
                  </a:lnTo>
                  <a:lnTo>
                    <a:pt x="280525" y="454229"/>
                  </a:lnTo>
                  <a:lnTo>
                    <a:pt x="282446" y="452811"/>
                  </a:lnTo>
                  <a:lnTo>
                    <a:pt x="284367" y="451451"/>
                  </a:lnTo>
                  <a:lnTo>
                    <a:pt x="286289" y="450108"/>
                  </a:lnTo>
                  <a:lnTo>
                    <a:pt x="288210" y="448730"/>
                  </a:lnTo>
                  <a:lnTo>
                    <a:pt x="290132" y="447246"/>
                  </a:lnTo>
                  <a:lnTo>
                    <a:pt x="292053" y="445543"/>
                  </a:lnTo>
                  <a:lnTo>
                    <a:pt x="293975" y="443536"/>
                  </a:lnTo>
                  <a:lnTo>
                    <a:pt x="295896" y="441130"/>
                  </a:lnTo>
                  <a:lnTo>
                    <a:pt x="297817" y="438226"/>
                  </a:lnTo>
                  <a:lnTo>
                    <a:pt x="299739" y="434726"/>
                  </a:lnTo>
                  <a:lnTo>
                    <a:pt x="301660" y="430533"/>
                  </a:lnTo>
                  <a:lnTo>
                    <a:pt x="303582" y="425557"/>
                  </a:lnTo>
                  <a:lnTo>
                    <a:pt x="305503" y="419707"/>
                  </a:lnTo>
                  <a:lnTo>
                    <a:pt x="307424" y="412900"/>
                  </a:lnTo>
                  <a:lnTo>
                    <a:pt x="309346" y="405056"/>
                  </a:lnTo>
                  <a:lnTo>
                    <a:pt x="311267" y="396027"/>
                  </a:lnTo>
                  <a:lnTo>
                    <a:pt x="313189" y="385734"/>
                  </a:lnTo>
                  <a:lnTo>
                    <a:pt x="315110" y="374184"/>
                  </a:lnTo>
                  <a:lnTo>
                    <a:pt x="317031" y="361329"/>
                  </a:lnTo>
                  <a:lnTo>
                    <a:pt x="318953" y="347139"/>
                  </a:lnTo>
                  <a:lnTo>
                    <a:pt x="320874" y="331601"/>
                  </a:lnTo>
                  <a:lnTo>
                    <a:pt x="322796" y="314726"/>
                  </a:lnTo>
                  <a:lnTo>
                    <a:pt x="324717" y="296550"/>
                  </a:lnTo>
                  <a:lnTo>
                    <a:pt x="326638" y="277143"/>
                  </a:lnTo>
                  <a:lnTo>
                    <a:pt x="328560" y="256605"/>
                  </a:lnTo>
                  <a:lnTo>
                    <a:pt x="330481" y="235068"/>
                  </a:lnTo>
                  <a:lnTo>
                    <a:pt x="332403" y="212656"/>
                  </a:lnTo>
                  <a:lnTo>
                    <a:pt x="334324" y="189707"/>
                  </a:lnTo>
                  <a:lnTo>
                    <a:pt x="336245" y="166487"/>
                  </a:lnTo>
                  <a:lnTo>
                    <a:pt x="338167" y="143298"/>
                  </a:lnTo>
                  <a:lnTo>
                    <a:pt x="340088" y="120478"/>
                  </a:lnTo>
                  <a:lnTo>
                    <a:pt x="342010" y="98395"/>
                  </a:lnTo>
                  <a:lnTo>
                    <a:pt x="343931" y="77448"/>
                  </a:lnTo>
                  <a:lnTo>
                    <a:pt x="345852" y="58059"/>
                  </a:lnTo>
                  <a:lnTo>
                    <a:pt x="347774" y="40662"/>
                  </a:lnTo>
                  <a:lnTo>
                    <a:pt x="349695" y="25700"/>
                  </a:lnTo>
                  <a:lnTo>
                    <a:pt x="351617" y="13844"/>
                  </a:lnTo>
                  <a:lnTo>
                    <a:pt x="353538" y="5474"/>
                  </a:lnTo>
                  <a:lnTo>
                    <a:pt x="355459" y="780"/>
                  </a:lnTo>
                  <a:lnTo>
                    <a:pt x="357381" y="0"/>
                  </a:lnTo>
                  <a:lnTo>
                    <a:pt x="359302" y="3275"/>
                  </a:lnTo>
                  <a:lnTo>
                    <a:pt x="361224" y="10637"/>
                  </a:lnTo>
                  <a:lnTo>
                    <a:pt x="363145" y="22000"/>
                  </a:lnTo>
                  <a:lnTo>
                    <a:pt x="365067" y="37161"/>
                  </a:lnTo>
                  <a:lnTo>
                    <a:pt x="366988" y="55806"/>
                  </a:lnTo>
                  <a:lnTo>
                    <a:pt x="368909" y="77519"/>
                  </a:lnTo>
                  <a:lnTo>
                    <a:pt x="370831" y="101844"/>
                  </a:lnTo>
                  <a:lnTo>
                    <a:pt x="372752" y="128287"/>
                  </a:lnTo>
                  <a:lnTo>
                    <a:pt x="374674" y="156009"/>
                  </a:lnTo>
                  <a:lnTo>
                    <a:pt x="376595" y="184432"/>
                  </a:lnTo>
                  <a:lnTo>
                    <a:pt x="378516" y="213013"/>
                  </a:lnTo>
                  <a:lnTo>
                    <a:pt x="380438" y="241254"/>
                  </a:lnTo>
                  <a:lnTo>
                    <a:pt x="382359" y="268721"/>
                  </a:lnTo>
                  <a:lnTo>
                    <a:pt x="384281" y="295048"/>
                  </a:lnTo>
                  <a:lnTo>
                    <a:pt x="386202" y="319942"/>
                  </a:lnTo>
                  <a:lnTo>
                    <a:pt x="388123" y="343183"/>
                  </a:lnTo>
                  <a:lnTo>
                    <a:pt x="390045" y="364617"/>
                  </a:lnTo>
                  <a:lnTo>
                    <a:pt x="391966" y="383989"/>
                  </a:lnTo>
                  <a:lnTo>
                    <a:pt x="393888" y="401373"/>
                  </a:lnTo>
                  <a:lnTo>
                    <a:pt x="395809" y="416858"/>
                  </a:lnTo>
                  <a:lnTo>
                    <a:pt x="397730" y="430505"/>
                  </a:lnTo>
                  <a:lnTo>
                    <a:pt x="399652" y="442401"/>
                  </a:lnTo>
                  <a:lnTo>
                    <a:pt x="401573" y="452654"/>
                  </a:lnTo>
                  <a:lnTo>
                    <a:pt x="403495" y="461390"/>
                  </a:lnTo>
                  <a:lnTo>
                    <a:pt x="405416" y="468743"/>
                  </a:lnTo>
                  <a:lnTo>
                    <a:pt x="407337" y="474856"/>
                  </a:lnTo>
                  <a:lnTo>
                    <a:pt x="409259" y="479876"/>
                  </a:lnTo>
                  <a:lnTo>
                    <a:pt x="411180" y="483921"/>
                  </a:lnTo>
                  <a:lnTo>
                    <a:pt x="413102" y="487117"/>
                  </a:lnTo>
                  <a:lnTo>
                    <a:pt x="415023" y="489674"/>
                  </a:lnTo>
                  <a:lnTo>
                    <a:pt x="416944" y="491712"/>
                  </a:lnTo>
                  <a:lnTo>
                    <a:pt x="418866" y="493335"/>
                  </a:lnTo>
                  <a:lnTo>
                    <a:pt x="420787" y="494636"/>
                  </a:lnTo>
                  <a:lnTo>
                    <a:pt x="422709" y="495689"/>
                  </a:lnTo>
                  <a:lnTo>
                    <a:pt x="424630" y="496553"/>
                  </a:lnTo>
                  <a:lnTo>
                    <a:pt x="426551" y="497274"/>
                  </a:lnTo>
                  <a:lnTo>
                    <a:pt x="428473" y="497884"/>
                  </a:lnTo>
                  <a:lnTo>
                    <a:pt x="430394" y="498404"/>
                  </a:lnTo>
                  <a:lnTo>
                    <a:pt x="432316" y="498839"/>
                  </a:lnTo>
                  <a:lnTo>
                    <a:pt x="434237" y="499204"/>
                  </a:lnTo>
                  <a:lnTo>
                    <a:pt x="436159" y="499501"/>
                  </a:lnTo>
                  <a:lnTo>
                    <a:pt x="438080" y="499736"/>
                  </a:lnTo>
                  <a:lnTo>
                    <a:pt x="440001" y="499912"/>
                  </a:lnTo>
                  <a:lnTo>
                    <a:pt x="441923" y="500035"/>
                  </a:lnTo>
                  <a:lnTo>
                    <a:pt x="443844" y="500113"/>
                  </a:lnTo>
                  <a:lnTo>
                    <a:pt x="445766" y="500155"/>
                  </a:lnTo>
                  <a:lnTo>
                    <a:pt x="447687" y="500169"/>
                  </a:lnTo>
                  <a:lnTo>
                    <a:pt x="449608" y="500166"/>
                  </a:lnTo>
                  <a:lnTo>
                    <a:pt x="451530" y="500155"/>
                  </a:lnTo>
                  <a:lnTo>
                    <a:pt x="453451" y="500143"/>
                  </a:lnTo>
                  <a:lnTo>
                    <a:pt x="455373" y="500136"/>
                  </a:lnTo>
                  <a:lnTo>
                    <a:pt x="457294" y="500135"/>
                  </a:lnTo>
                  <a:lnTo>
                    <a:pt x="459215" y="500142"/>
                  </a:lnTo>
                  <a:lnTo>
                    <a:pt x="461137" y="500154"/>
                  </a:lnTo>
                  <a:lnTo>
                    <a:pt x="463058" y="500172"/>
                  </a:lnTo>
                  <a:lnTo>
                    <a:pt x="464980" y="500193"/>
                  </a:lnTo>
                  <a:lnTo>
                    <a:pt x="466901" y="500216"/>
                  </a:lnTo>
                  <a:lnTo>
                    <a:pt x="468822" y="500240"/>
                  </a:lnTo>
                  <a:lnTo>
                    <a:pt x="470744" y="500266"/>
                  </a:lnTo>
                  <a:lnTo>
                    <a:pt x="472665" y="500297"/>
                  </a:lnTo>
                  <a:lnTo>
                    <a:pt x="474587" y="500335"/>
                  </a:lnTo>
                  <a:lnTo>
                    <a:pt x="476508" y="500383"/>
                  </a:lnTo>
                  <a:lnTo>
                    <a:pt x="478429" y="500446"/>
                  </a:lnTo>
                  <a:lnTo>
                    <a:pt x="480351" y="500525"/>
                  </a:lnTo>
                  <a:lnTo>
                    <a:pt x="482272" y="500624"/>
                  </a:lnTo>
                  <a:lnTo>
                    <a:pt x="484194" y="500745"/>
                  </a:lnTo>
                  <a:lnTo>
                    <a:pt x="486115" y="500888"/>
                  </a:lnTo>
                  <a:lnTo>
                    <a:pt x="488036" y="501052"/>
                  </a:lnTo>
                  <a:lnTo>
                    <a:pt x="489958" y="501237"/>
                  </a:lnTo>
                  <a:lnTo>
                    <a:pt x="491879" y="501439"/>
                  </a:lnTo>
                  <a:lnTo>
                    <a:pt x="493801" y="501655"/>
                  </a:lnTo>
                  <a:lnTo>
                    <a:pt x="495722" y="501879"/>
                  </a:lnTo>
                  <a:lnTo>
                    <a:pt x="497643" y="502106"/>
                  </a:lnTo>
                  <a:lnTo>
                    <a:pt x="499565" y="502331"/>
                  </a:lnTo>
                  <a:lnTo>
                    <a:pt x="501486" y="502550"/>
                  </a:lnTo>
                  <a:lnTo>
                    <a:pt x="503408" y="502759"/>
                  </a:lnTo>
                  <a:lnTo>
                    <a:pt x="505329" y="502954"/>
                  </a:lnTo>
                  <a:lnTo>
                    <a:pt x="507250" y="503132"/>
                  </a:lnTo>
                  <a:lnTo>
                    <a:pt x="509172" y="503291"/>
                  </a:lnTo>
                  <a:lnTo>
                    <a:pt x="511093" y="503430"/>
                  </a:lnTo>
                  <a:lnTo>
                    <a:pt x="513015" y="503548"/>
                  </a:lnTo>
                  <a:lnTo>
                    <a:pt x="514936" y="503646"/>
                  </a:lnTo>
                  <a:lnTo>
                    <a:pt x="516858" y="503726"/>
                  </a:lnTo>
                  <a:lnTo>
                    <a:pt x="518779" y="503791"/>
                  </a:lnTo>
                  <a:lnTo>
                    <a:pt x="520700" y="503842"/>
                  </a:lnTo>
                  <a:lnTo>
                    <a:pt x="522622" y="503881"/>
                  </a:lnTo>
                  <a:lnTo>
                    <a:pt x="524543" y="503910"/>
                  </a:lnTo>
                  <a:lnTo>
                    <a:pt x="526465" y="503932"/>
                  </a:lnTo>
                  <a:lnTo>
                    <a:pt x="528386" y="503947"/>
                  </a:lnTo>
                  <a:lnTo>
                    <a:pt x="530307" y="503958"/>
                  </a:lnTo>
                  <a:lnTo>
                    <a:pt x="532229" y="503965"/>
                  </a:lnTo>
                  <a:lnTo>
                    <a:pt x="534150" y="503970"/>
                  </a:lnTo>
                  <a:lnTo>
                    <a:pt x="536072" y="503973"/>
                  </a:lnTo>
                  <a:lnTo>
                    <a:pt x="537993" y="503975"/>
                  </a:lnTo>
                  <a:lnTo>
                    <a:pt x="539914" y="503976"/>
                  </a:lnTo>
                  <a:lnTo>
                    <a:pt x="541836" y="503976"/>
                  </a:lnTo>
                  <a:lnTo>
                    <a:pt x="543757" y="503976"/>
                  </a:lnTo>
                  <a:lnTo>
                    <a:pt x="545679" y="503975"/>
                  </a:lnTo>
                  <a:lnTo>
                    <a:pt x="547600" y="503973"/>
                  </a:lnTo>
                  <a:lnTo>
                    <a:pt x="549521" y="503970"/>
                  </a:lnTo>
                  <a:lnTo>
                    <a:pt x="551443" y="503965"/>
                  </a:lnTo>
                  <a:lnTo>
                    <a:pt x="553364" y="503957"/>
                  </a:lnTo>
                  <a:lnTo>
                    <a:pt x="555286" y="503947"/>
                  </a:lnTo>
                  <a:lnTo>
                    <a:pt x="557207" y="503932"/>
                  </a:lnTo>
                  <a:lnTo>
                    <a:pt x="559128" y="503911"/>
                  </a:lnTo>
                  <a:lnTo>
                    <a:pt x="561050" y="503884"/>
                  </a:lnTo>
                  <a:lnTo>
                    <a:pt x="562971" y="503848"/>
                  </a:lnTo>
                  <a:lnTo>
                    <a:pt x="564893" y="503803"/>
                  </a:lnTo>
                  <a:lnTo>
                    <a:pt x="566814" y="503748"/>
                  </a:lnTo>
                  <a:lnTo>
                    <a:pt x="568735" y="503681"/>
                  </a:lnTo>
                  <a:lnTo>
                    <a:pt x="570657" y="503603"/>
                  </a:lnTo>
                  <a:lnTo>
                    <a:pt x="572578" y="503513"/>
                  </a:lnTo>
                  <a:lnTo>
                    <a:pt x="574500" y="503413"/>
                  </a:lnTo>
                  <a:lnTo>
                    <a:pt x="576421" y="503305"/>
                  </a:lnTo>
                  <a:lnTo>
                    <a:pt x="578342" y="503194"/>
                  </a:lnTo>
                  <a:lnTo>
                    <a:pt x="580264" y="503081"/>
                  </a:lnTo>
                  <a:lnTo>
                    <a:pt x="582185" y="502971"/>
                  </a:lnTo>
                  <a:lnTo>
                    <a:pt x="584107" y="502867"/>
                  </a:lnTo>
                  <a:lnTo>
                    <a:pt x="586028" y="502773"/>
                  </a:lnTo>
                  <a:lnTo>
                    <a:pt x="587950" y="502690"/>
                  </a:lnTo>
                  <a:lnTo>
                    <a:pt x="589871" y="502620"/>
                  </a:lnTo>
                  <a:lnTo>
                    <a:pt x="591792" y="502565"/>
                  </a:lnTo>
                  <a:lnTo>
                    <a:pt x="593714" y="502523"/>
                  </a:lnTo>
                  <a:lnTo>
                    <a:pt x="595635" y="502493"/>
                  </a:lnTo>
                  <a:lnTo>
                    <a:pt x="597557" y="502473"/>
                  </a:lnTo>
                  <a:lnTo>
                    <a:pt x="599478" y="502462"/>
                  </a:lnTo>
                  <a:lnTo>
                    <a:pt x="601399" y="502456"/>
                  </a:lnTo>
                  <a:lnTo>
                    <a:pt x="603321" y="502458"/>
                  </a:lnTo>
                  <a:lnTo>
                    <a:pt x="605242" y="502465"/>
                  </a:lnTo>
                  <a:lnTo>
                    <a:pt x="607164" y="502480"/>
                  </a:lnTo>
                  <a:lnTo>
                    <a:pt x="609085" y="502503"/>
                  </a:lnTo>
                  <a:lnTo>
                    <a:pt x="611006" y="502537"/>
                  </a:lnTo>
                  <a:lnTo>
                    <a:pt x="612928" y="502584"/>
                  </a:lnTo>
                  <a:lnTo>
                    <a:pt x="614849" y="502645"/>
                  </a:lnTo>
                  <a:lnTo>
                    <a:pt x="616771" y="502719"/>
                  </a:lnTo>
                  <a:lnTo>
                    <a:pt x="618692" y="502806"/>
                  </a:lnTo>
                  <a:lnTo>
                    <a:pt x="620613" y="502904"/>
                  </a:lnTo>
                  <a:lnTo>
                    <a:pt x="622535" y="503010"/>
                  </a:lnTo>
                  <a:lnTo>
                    <a:pt x="624456" y="503121"/>
                  </a:lnTo>
                  <a:lnTo>
                    <a:pt x="626378" y="503234"/>
                  </a:lnTo>
                  <a:lnTo>
                    <a:pt x="628299" y="503344"/>
                  </a:lnTo>
                  <a:lnTo>
                    <a:pt x="630220" y="503449"/>
                  </a:lnTo>
                  <a:lnTo>
                    <a:pt x="632142" y="503545"/>
                  </a:lnTo>
                  <a:lnTo>
                    <a:pt x="634063" y="503630"/>
                  </a:lnTo>
                  <a:lnTo>
                    <a:pt x="635985" y="503704"/>
                  </a:lnTo>
                  <a:lnTo>
                    <a:pt x="637906" y="503766"/>
                  </a:lnTo>
                  <a:lnTo>
                    <a:pt x="639827" y="503816"/>
                  </a:lnTo>
                  <a:lnTo>
                    <a:pt x="641749" y="503855"/>
                  </a:lnTo>
                  <a:lnTo>
                    <a:pt x="643670" y="503883"/>
                  </a:lnTo>
                  <a:lnTo>
                    <a:pt x="645592" y="503902"/>
                  </a:lnTo>
                  <a:lnTo>
                    <a:pt x="647513" y="503912"/>
                  </a:lnTo>
                  <a:lnTo>
                    <a:pt x="649434" y="503914"/>
                  </a:lnTo>
                  <a:lnTo>
                    <a:pt x="651356" y="503907"/>
                  </a:lnTo>
                  <a:lnTo>
                    <a:pt x="653277" y="503890"/>
                  </a:lnTo>
                  <a:lnTo>
                    <a:pt x="655199" y="503863"/>
                  </a:lnTo>
                  <a:lnTo>
                    <a:pt x="657120" y="503826"/>
                  </a:lnTo>
                  <a:lnTo>
                    <a:pt x="659042" y="503777"/>
                  </a:lnTo>
                  <a:lnTo>
                    <a:pt x="660963" y="503717"/>
                  </a:lnTo>
                  <a:lnTo>
                    <a:pt x="662884" y="503643"/>
                  </a:lnTo>
                  <a:lnTo>
                    <a:pt x="664806" y="503558"/>
                  </a:lnTo>
                  <a:lnTo>
                    <a:pt x="666727" y="503460"/>
                  </a:lnTo>
                  <a:lnTo>
                    <a:pt x="668649" y="503351"/>
                  </a:lnTo>
                  <a:lnTo>
                    <a:pt x="670570" y="503233"/>
                  </a:lnTo>
                  <a:lnTo>
                    <a:pt x="672491" y="503107"/>
                  </a:lnTo>
                  <a:lnTo>
                    <a:pt x="674413" y="502976"/>
                  </a:lnTo>
                  <a:lnTo>
                    <a:pt x="676334" y="502844"/>
                  </a:lnTo>
                  <a:lnTo>
                    <a:pt x="678256" y="502712"/>
                  </a:lnTo>
                  <a:lnTo>
                    <a:pt x="680177" y="502582"/>
                  </a:lnTo>
                  <a:lnTo>
                    <a:pt x="682098" y="502455"/>
                  </a:lnTo>
                  <a:lnTo>
                    <a:pt x="684020" y="502331"/>
                  </a:lnTo>
                  <a:lnTo>
                    <a:pt x="685941" y="502210"/>
                  </a:lnTo>
                  <a:lnTo>
                    <a:pt x="687863" y="502092"/>
                  </a:lnTo>
                  <a:lnTo>
                    <a:pt x="689784" y="501976"/>
                  </a:lnTo>
                  <a:lnTo>
                    <a:pt x="691705" y="501863"/>
                  </a:lnTo>
                  <a:lnTo>
                    <a:pt x="693627" y="501754"/>
                  </a:lnTo>
                  <a:lnTo>
                    <a:pt x="695548" y="501653"/>
                  </a:lnTo>
                  <a:lnTo>
                    <a:pt x="697470" y="501563"/>
                  </a:lnTo>
                  <a:lnTo>
                    <a:pt x="699391" y="501490"/>
                  </a:lnTo>
                  <a:lnTo>
                    <a:pt x="701312" y="501437"/>
                  </a:lnTo>
                  <a:lnTo>
                    <a:pt x="703234" y="501411"/>
                  </a:lnTo>
                  <a:lnTo>
                    <a:pt x="705155" y="501415"/>
                  </a:lnTo>
                  <a:lnTo>
                    <a:pt x="707077" y="501452"/>
                  </a:lnTo>
                  <a:lnTo>
                    <a:pt x="708998" y="501521"/>
                  </a:lnTo>
                  <a:lnTo>
                    <a:pt x="710919" y="501620"/>
                  </a:lnTo>
                  <a:lnTo>
                    <a:pt x="712841" y="501744"/>
                  </a:lnTo>
                  <a:lnTo>
                    <a:pt x="714762" y="501883"/>
                  </a:lnTo>
                  <a:lnTo>
                    <a:pt x="716684" y="502026"/>
                  </a:lnTo>
                  <a:lnTo>
                    <a:pt x="718605" y="502161"/>
                  </a:lnTo>
                  <a:lnTo>
                    <a:pt x="720526" y="502276"/>
                  </a:lnTo>
                  <a:lnTo>
                    <a:pt x="722448" y="502362"/>
                  </a:lnTo>
                  <a:lnTo>
                    <a:pt x="724369" y="502409"/>
                  </a:lnTo>
                  <a:lnTo>
                    <a:pt x="726291" y="502410"/>
                  </a:lnTo>
                  <a:lnTo>
                    <a:pt x="728212" y="502363"/>
                  </a:lnTo>
                  <a:lnTo>
                    <a:pt x="730134" y="502267"/>
                  </a:lnTo>
                  <a:lnTo>
                    <a:pt x="732055" y="502123"/>
                  </a:lnTo>
                  <a:lnTo>
                    <a:pt x="733976" y="501937"/>
                  </a:lnTo>
                  <a:lnTo>
                    <a:pt x="735898" y="501724"/>
                  </a:lnTo>
                  <a:lnTo>
                    <a:pt x="737819" y="501495"/>
                  </a:lnTo>
                  <a:lnTo>
                    <a:pt x="739741" y="501262"/>
                  </a:lnTo>
                  <a:lnTo>
                    <a:pt x="741662" y="501040"/>
                  </a:lnTo>
                  <a:lnTo>
                    <a:pt x="743583" y="500840"/>
                  </a:lnTo>
                  <a:lnTo>
                    <a:pt x="745505" y="500672"/>
                  </a:lnTo>
                  <a:lnTo>
                    <a:pt x="747426" y="500542"/>
                  </a:lnTo>
                  <a:lnTo>
                    <a:pt x="749348" y="500455"/>
                  </a:lnTo>
                  <a:lnTo>
                    <a:pt x="751269" y="500412"/>
                  </a:lnTo>
                  <a:lnTo>
                    <a:pt x="753190" y="500411"/>
                  </a:lnTo>
                  <a:lnTo>
                    <a:pt x="755112" y="500445"/>
                  </a:lnTo>
                  <a:lnTo>
                    <a:pt x="757033" y="500503"/>
                  </a:lnTo>
                  <a:lnTo>
                    <a:pt x="758955" y="500576"/>
                  </a:lnTo>
                  <a:lnTo>
                    <a:pt x="760876" y="500657"/>
                  </a:lnTo>
                  <a:lnTo>
                    <a:pt x="762797" y="500738"/>
                  </a:lnTo>
                  <a:lnTo>
                    <a:pt x="764719" y="500815"/>
                  </a:lnTo>
                  <a:lnTo>
                    <a:pt x="766640" y="500885"/>
                  </a:lnTo>
                  <a:lnTo>
                    <a:pt x="768562" y="500951"/>
                  </a:lnTo>
                  <a:lnTo>
                    <a:pt x="770483" y="501014"/>
                  </a:lnTo>
                  <a:lnTo>
                    <a:pt x="772404" y="501081"/>
                  </a:lnTo>
                  <a:lnTo>
                    <a:pt x="774326" y="501158"/>
                  </a:lnTo>
                  <a:lnTo>
                    <a:pt x="776247" y="501250"/>
                  </a:lnTo>
                  <a:lnTo>
                    <a:pt x="778169" y="501363"/>
                  </a:lnTo>
                  <a:lnTo>
                    <a:pt x="780090" y="501496"/>
                  </a:lnTo>
                  <a:lnTo>
                    <a:pt x="782011" y="501651"/>
                  </a:lnTo>
                  <a:lnTo>
                    <a:pt x="783933" y="501823"/>
                  </a:lnTo>
                  <a:lnTo>
                    <a:pt x="785854" y="502009"/>
                  </a:lnTo>
                  <a:lnTo>
                    <a:pt x="787776" y="502200"/>
                  </a:lnTo>
                  <a:lnTo>
                    <a:pt x="789697" y="502389"/>
                  </a:lnTo>
                  <a:lnTo>
                    <a:pt x="791618" y="502567"/>
                  </a:lnTo>
                  <a:lnTo>
                    <a:pt x="793540" y="502722"/>
                  </a:lnTo>
                  <a:lnTo>
                    <a:pt x="795461" y="502846"/>
                  </a:lnTo>
                  <a:lnTo>
                    <a:pt x="797383" y="502935"/>
                  </a:lnTo>
                  <a:lnTo>
                    <a:pt x="799304" y="502984"/>
                  </a:lnTo>
                  <a:lnTo>
                    <a:pt x="801226" y="502990"/>
                  </a:lnTo>
                  <a:lnTo>
                    <a:pt x="803147" y="502955"/>
                  </a:lnTo>
                  <a:lnTo>
                    <a:pt x="805068" y="502879"/>
                  </a:lnTo>
                  <a:lnTo>
                    <a:pt x="806990" y="502768"/>
                  </a:lnTo>
                  <a:lnTo>
                    <a:pt x="808911" y="502627"/>
                  </a:lnTo>
                  <a:lnTo>
                    <a:pt x="810833" y="502463"/>
                  </a:lnTo>
                  <a:lnTo>
                    <a:pt x="812754" y="502287"/>
                  </a:lnTo>
                  <a:lnTo>
                    <a:pt x="814675" y="502109"/>
                  </a:lnTo>
                  <a:lnTo>
                    <a:pt x="816597" y="501940"/>
                  </a:lnTo>
                  <a:lnTo>
                    <a:pt x="818518" y="501789"/>
                  </a:lnTo>
                  <a:lnTo>
                    <a:pt x="820440" y="501662"/>
                  </a:lnTo>
                  <a:lnTo>
                    <a:pt x="822361" y="501566"/>
                  </a:lnTo>
                  <a:lnTo>
                    <a:pt x="824282" y="501503"/>
                  </a:lnTo>
                  <a:lnTo>
                    <a:pt x="826204" y="501474"/>
                  </a:lnTo>
                  <a:lnTo>
                    <a:pt x="828125" y="501477"/>
                  </a:lnTo>
                  <a:lnTo>
                    <a:pt x="830047" y="501509"/>
                  </a:lnTo>
                  <a:lnTo>
                    <a:pt x="831968" y="501565"/>
                  </a:lnTo>
                  <a:lnTo>
                    <a:pt x="833889" y="501642"/>
                  </a:lnTo>
                  <a:lnTo>
                    <a:pt x="835811" y="501731"/>
                  </a:lnTo>
                  <a:lnTo>
                    <a:pt x="837732" y="501828"/>
                  </a:lnTo>
                  <a:lnTo>
                    <a:pt x="839654" y="501930"/>
                  </a:lnTo>
                  <a:lnTo>
                    <a:pt x="841575" y="502035"/>
                  </a:lnTo>
                  <a:lnTo>
                    <a:pt x="843496" y="502143"/>
                  </a:lnTo>
                  <a:lnTo>
                    <a:pt x="845418" y="502254"/>
                  </a:lnTo>
                  <a:lnTo>
                    <a:pt x="847339" y="502367"/>
                  </a:lnTo>
                  <a:lnTo>
                    <a:pt x="849261" y="502484"/>
                  </a:lnTo>
                  <a:lnTo>
                    <a:pt x="851182" y="502605"/>
                  </a:lnTo>
                  <a:lnTo>
                    <a:pt x="853103" y="502730"/>
                  </a:lnTo>
                  <a:lnTo>
                    <a:pt x="855025" y="502857"/>
                  </a:lnTo>
                  <a:lnTo>
                    <a:pt x="856946" y="502984"/>
                  </a:lnTo>
                  <a:lnTo>
                    <a:pt x="858868" y="503109"/>
                  </a:lnTo>
                  <a:lnTo>
                    <a:pt x="860789" y="503227"/>
                  </a:lnTo>
                  <a:lnTo>
                    <a:pt x="862710" y="503336"/>
                  </a:lnTo>
                  <a:lnTo>
                    <a:pt x="864632" y="503431"/>
                  </a:lnTo>
                  <a:lnTo>
                    <a:pt x="866553" y="503511"/>
                  </a:lnTo>
                  <a:lnTo>
                    <a:pt x="868475" y="503572"/>
                  </a:lnTo>
                  <a:lnTo>
                    <a:pt x="870396" y="503611"/>
                  </a:lnTo>
                  <a:lnTo>
                    <a:pt x="872318" y="503627"/>
                  </a:lnTo>
                  <a:lnTo>
                    <a:pt x="874239" y="503613"/>
                  </a:lnTo>
                  <a:lnTo>
                    <a:pt x="876160" y="503572"/>
                  </a:lnTo>
                  <a:lnTo>
                    <a:pt x="878082" y="503502"/>
                  </a:lnTo>
                  <a:lnTo>
                    <a:pt x="880003" y="503403"/>
                  </a:lnTo>
                  <a:lnTo>
                    <a:pt x="881925" y="503277"/>
                  </a:lnTo>
                  <a:lnTo>
                    <a:pt x="883846" y="503125"/>
                  </a:lnTo>
                  <a:lnTo>
                    <a:pt x="885767" y="502952"/>
                  </a:lnTo>
                  <a:lnTo>
                    <a:pt x="887689" y="502762"/>
                  </a:lnTo>
                  <a:lnTo>
                    <a:pt x="889610" y="502562"/>
                  </a:lnTo>
                  <a:lnTo>
                    <a:pt x="891532" y="502361"/>
                  </a:lnTo>
                  <a:lnTo>
                    <a:pt x="893453" y="502170"/>
                  </a:lnTo>
                  <a:lnTo>
                    <a:pt x="895374" y="502000"/>
                  </a:lnTo>
                  <a:lnTo>
                    <a:pt x="897296" y="501860"/>
                  </a:lnTo>
                  <a:lnTo>
                    <a:pt x="899217" y="501759"/>
                  </a:lnTo>
                  <a:lnTo>
                    <a:pt x="901139" y="501702"/>
                  </a:lnTo>
                  <a:lnTo>
                    <a:pt x="903060" y="501693"/>
                  </a:lnTo>
                  <a:lnTo>
                    <a:pt x="904981" y="501732"/>
                  </a:lnTo>
                  <a:lnTo>
                    <a:pt x="906903" y="501818"/>
                  </a:lnTo>
                  <a:lnTo>
                    <a:pt x="908824" y="501944"/>
                  </a:lnTo>
                  <a:lnTo>
                    <a:pt x="910746" y="502105"/>
                  </a:lnTo>
                  <a:lnTo>
                    <a:pt x="912667" y="502290"/>
                  </a:lnTo>
                  <a:lnTo>
                    <a:pt x="914588" y="502491"/>
                  </a:lnTo>
                  <a:lnTo>
                    <a:pt x="916510" y="502696"/>
                  </a:lnTo>
                  <a:lnTo>
                    <a:pt x="918431" y="502895"/>
                  </a:lnTo>
                  <a:lnTo>
                    <a:pt x="920353" y="503083"/>
                  </a:lnTo>
                  <a:lnTo>
                    <a:pt x="922274" y="503254"/>
                  </a:lnTo>
                  <a:lnTo>
                    <a:pt x="924195" y="503404"/>
                  </a:lnTo>
                  <a:lnTo>
                    <a:pt x="926117" y="503533"/>
                  </a:lnTo>
                  <a:lnTo>
                    <a:pt x="928038" y="503640"/>
                  </a:lnTo>
                  <a:lnTo>
                    <a:pt x="929960" y="503725"/>
                  </a:lnTo>
                  <a:lnTo>
                    <a:pt x="931881" y="503791"/>
                  </a:lnTo>
                  <a:lnTo>
                    <a:pt x="933802" y="503838"/>
                  </a:lnTo>
                  <a:lnTo>
                    <a:pt x="935724" y="503870"/>
                  </a:lnTo>
                  <a:lnTo>
                    <a:pt x="937645" y="503888"/>
                  </a:lnTo>
                  <a:lnTo>
                    <a:pt x="939567" y="503893"/>
                  </a:lnTo>
                  <a:lnTo>
                    <a:pt x="941488" y="503888"/>
                  </a:lnTo>
                  <a:lnTo>
                    <a:pt x="943410" y="503871"/>
                  </a:lnTo>
                  <a:lnTo>
                    <a:pt x="945331" y="503843"/>
                  </a:lnTo>
                  <a:lnTo>
                    <a:pt x="947252" y="503804"/>
                  </a:lnTo>
                  <a:lnTo>
                    <a:pt x="949174" y="503753"/>
                  </a:lnTo>
                  <a:lnTo>
                    <a:pt x="951095" y="503691"/>
                  </a:lnTo>
                  <a:lnTo>
                    <a:pt x="953017" y="503616"/>
                  </a:lnTo>
                  <a:lnTo>
                    <a:pt x="954938" y="503530"/>
                  </a:lnTo>
                  <a:lnTo>
                    <a:pt x="956859" y="503436"/>
                  </a:lnTo>
                  <a:lnTo>
                    <a:pt x="958781" y="503336"/>
                  </a:lnTo>
                  <a:lnTo>
                    <a:pt x="960702" y="503235"/>
                  </a:lnTo>
                  <a:lnTo>
                    <a:pt x="962624" y="503136"/>
                  </a:lnTo>
                  <a:lnTo>
                    <a:pt x="964545" y="503043"/>
                  </a:lnTo>
                  <a:lnTo>
                    <a:pt x="966466" y="502963"/>
                  </a:lnTo>
                  <a:lnTo>
                    <a:pt x="968388" y="502899"/>
                  </a:lnTo>
                  <a:lnTo>
                    <a:pt x="970309" y="502854"/>
                  </a:lnTo>
                  <a:lnTo>
                    <a:pt x="972231" y="502833"/>
                  </a:lnTo>
                  <a:lnTo>
                    <a:pt x="974152" y="502839"/>
                  </a:lnTo>
                  <a:lnTo>
                    <a:pt x="976073" y="502869"/>
                  </a:lnTo>
                  <a:lnTo>
                    <a:pt x="977995" y="502921"/>
                  </a:lnTo>
                  <a:lnTo>
                    <a:pt x="979916" y="502992"/>
                  </a:lnTo>
                  <a:lnTo>
                    <a:pt x="981838" y="503077"/>
                  </a:lnTo>
                  <a:lnTo>
                    <a:pt x="981838" y="503979"/>
                  </a:lnTo>
                  <a:lnTo>
                    <a:pt x="979916" y="503979"/>
                  </a:lnTo>
                  <a:lnTo>
                    <a:pt x="977995" y="503979"/>
                  </a:lnTo>
                  <a:lnTo>
                    <a:pt x="976073" y="503979"/>
                  </a:lnTo>
                  <a:lnTo>
                    <a:pt x="974152" y="503979"/>
                  </a:lnTo>
                  <a:lnTo>
                    <a:pt x="972231" y="503979"/>
                  </a:lnTo>
                  <a:lnTo>
                    <a:pt x="970309" y="503979"/>
                  </a:lnTo>
                  <a:lnTo>
                    <a:pt x="968388" y="503979"/>
                  </a:lnTo>
                  <a:lnTo>
                    <a:pt x="966466" y="503979"/>
                  </a:lnTo>
                  <a:lnTo>
                    <a:pt x="964545" y="503979"/>
                  </a:lnTo>
                  <a:lnTo>
                    <a:pt x="962624" y="503979"/>
                  </a:lnTo>
                  <a:lnTo>
                    <a:pt x="960702" y="503979"/>
                  </a:lnTo>
                  <a:lnTo>
                    <a:pt x="958781" y="503979"/>
                  </a:lnTo>
                  <a:lnTo>
                    <a:pt x="956859" y="503979"/>
                  </a:lnTo>
                  <a:lnTo>
                    <a:pt x="954938" y="503979"/>
                  </a:lnTo>
                  <a:lnTo>
                    <a:pt x="953017" y="503979"/>
                  </a:lnTo>
                  <a:lnTo>
                    <a:pt x="951095" y="503979"/>
                  </a:lnTo>
                  <a:lnTo>
                    <a:pt x="949174" y="503979"/>
                  </a:lnTo>
                  <a:lnTo>
                    <a:pt x="947252" y="503979"/>
                  </a:lnTo>
                  <a:lnTo>
                    <a:pt x="945331" y="503979"/>
                  </a:lnTo>
                  <a:lnTo>
                    <a:pt x="943410" y="503979"/>
                  </a:lnTo>
                  <a:lnTo>
                    <a:pt x="941488" y="503979"/>
                  </a:lnTo>
                  <a:lnTo>
                    <a:pt x="939567" y="503979"/>
                  </a:lnTo>
                  <a:lnTo>
                    <a:pt x="937645" y="503979"/>
                  </a:lnTo>
                  <a:lnTo>
                    <a:pt x="935724" y="503979"/>
                  </a:lnTo>
                  <a:lnTo>
                    <a:pt x="933802" y="503979"/>
                  </a:lnTo>
                  <a:lnTo>
                    <a:pt x="931881" y="503979"/>
                  </a:lnTo>
                  <a:lnTo>
                    <a:pt x="929960" y="503979"/>
                  </a:lnTo>
                  <a:lnTo>
                    <a:pt x="928038" y="503979"/>
                  </a:lnTo>
                  <a:lnTo>
                    <a:pt x="926117" y="503979"/>
                  </a:lnTo>
                  <a:lnTo>
                    <a:pt x="924195" y="503979"/>
                  </a:lnTo>
                  <a:lnTo>
                    <a:pt x="922274" y="503979"/>
                  </a:lnTo>
                  <a:lnTo>
                    <a:pt x="920353" y="503979"/>
                  </a:lnTo>
                  <a:lnTo>
                    <a:pt x="918431" y="503979"/>
                  </a:lnTo>
                  <a:lnTo>
                    <a:pt x="916510" y="503979"/>
                  </a:lnTo>
                  <a:lnTo>
                    <a:pt x="914588" y="503979"/>
                  </a:lnTo>
                  <a:lnTo>
                    <a:pt x="912667" y="503979"/>
                  </a:lnTo>
                  <a:lnTo>
                    <a:pt x="910746" y="503979"/>
                  </a:lnTo>
                  <a:lnTo>
                    <a:pt x="908824" y="503979"/>
                  </a:lnTo>
                  <a:lnTo>
                    <a:pt x="906903" y="503979"/>
                  </a:lnTo>
                  <a:lnTo>
                    <a:pt x="904981" y="503979"/>
                  </a:lnTo>
                  <a:lnTo>
                    <a:pt x="903060" y="503979"/>
                  </a:lnTo>
                  <a:lnTo>
                    <a:pt x="901139" y="503979"/>
                  </a:lnTo>
                  <a:lnTo>
                    <a:pt x="899217" y="503979"/>
                  </a:lnTo>
                  <a:lnTo>
                    <a:pt x="897296" y="503979"/>
                  </a:lnTo>
                  <a:lnTo>
                    <a:pt x="895374" y="503979"/>
                  </a:lnTo>
                  <a:lnTo>
                    <a:pt x="893453" y="503979"/>
                  </a:lnTo>
                  <a:lnTo>
                    <a:pt x="891532" y="503979"/>
                  </a:lnTo>
                  <a:lnTo>
                    <a:pt x="889610" y="503979"/>
                  </a:lnTo>
                  <a:lnTo>
                    <a:pt x="887689" y="503979"/>
                  </a:lnTo>
                  <a:lnTo>
                    <a:pt x="885767" y="503979"/>
                  </a:lnTo>
                  <a:lnTo>
                    <a:pt x="883846" y="503979"/>
                  </a:lnTo>
                  <a:lnTo>
                    <a:pt x="881925" y="503979"/>
                  </a:lnTo>
                  <a:lnTo>
                    <a:pt x="880003" y="503979"/>
                  </a:lnTo>
                  <a:lnTo>
                    <a:pt x="878082" y="503979"/>
                  </a:lnTo>
                  <a:lnTo>
                    <a:pt x="876160" y="503979"/>
                  </a:lnTo>
                  <a:lnTo>
                    <a:pt x="874239" y="503979"/>
                  </a:lnTo>
                  <a:lnTo>
                    <a:pt x="872318" y="503979"/>
                  </a:lnTo>
                  <a:lnTo>
                    <a:pt x="870396" y="503979"/>
                  </a:lnTo>
                  <a:lnTo>
                    <a:pt x="868475" y="503979"/>
                  </a:lnTo>
                  <a:lnTo>
                    <a:pt x="866553" y="503979"/>
                  </a:lnTo>
                  <a:lnTo>
                    <a:pt x="864632" y="503979"/>
                  </a:lnTo>
                  <a:lnTo>
                    <a:pt x="862710" y="503979"/>
                  </a:lnTo>
                  <a:lnTo>
                    <a:pt x="860789" y="503979"/>
                  </a:lnTo>
                  <a:lnTo>
                    <a:pt x="858868" y="503979"/>
                  </a:lnTo>
                  <a:lnTo>
                    <a:pt x="856946" y="503979"/>
                  </a:lnTo>
                  <a:lnTo>
                    <a:pt x="855025" y="503979"/>
                  </a:lnTo>
                  <a:lnTo>
                    <a:pt x="853103" y="503979"/>
                  </a:lnTo>
                  <a:lnTo>
                    <a:pt x="851182" y="503979"/>
                  </a:lnTo>
                  <a:lnTo>
                    <a:pt x="849261" y="503979"/>
                  </a:lnTo>
                  <a:lnTo>
                    <a:pt x="847339" y="503979"/>
                  </a:lnTo>
                  <a:lnTo>
                    <a:pt x="845418" y="503979"/>
                  </a:lnTo>
                  <a:lnTo>
                    <a:pt x="843496" y="503979"/>
                  </a:lnTo>
                  <a:lnTo>
                    <a:pt x="841575" y="503979"/>
                  </a:lnTo>
                  <a:lnTo>
                    <a:pt x="839654" y="503979"/>
                  </a:lnTo>
                  <a:lnTo>
                    <a:pt x="837732" y="503979"/>
                  </a:lnTo>
                  <a:lnTo>
                    <a:pt x="835811" y="503979"/>
                  </a:lnTo>
                  <a:lnTo>
                    <a:pt x="833889" y="503979"/>
                  </a:lnTo>
                  <a:lnTo>
                    <a:pt x="831968" y="503979"/>
                  </a:lnTo>
                  <a:lnTo>
                    <a:pt x="830047" y="503979"/>
                  </a:lnTo>
                  <a:lnTo>
                    <a:pt x="828125" y="503979"/>
                  </a:lnTo>
                  <a:lnTo>
                    <a:pt x="826204" y="503979"/>
                  </a:lnTo>
                  <a:lnTo>
                    <a:pt x="824282" y="503979"/>
                  </a:lnTo>
                  <a:lnTo>
                    <a:pt x="822361" y="503979"/>
                  </a:lnTo>
                  <a:lnTo>
                    <a:pt x="820440" y="503979"/>
                  </a:lnTo>
                  <a:lnTo>
                    <a:pt x="818518" y="503979"/>
                  </a:lnTo>
                  <a:lnTo>
                    <a:pt x="816597" y="503979"/>
                  </a:lnTo>
                  <a:lnTo>
                    <a:pt x="814675" y="503979"/>
                  </a:lnTo>
                  <a:lnTo>
                    <a:pt x="812754" y="503979"/>
                  </a:lnTo>
                  <a:lnTo>
                    <a:pt x="810833" y="503979"/>
                  </a:lnTo>
                  <a:lnTo>
                    <a:pt x="808911" y="503979"/>
                  </a:lnTo>
                  <a:lnTo>
                    <a:pt x="806990" y="503979"/>
                  </a:lnTo>
                  <a:lnTo>
                    <a:pt x="805068" y="503979"/>
                  </a:lnTo>
                  <a:lnTo>
                    <a:pt x="803147" y="503979"/>
                  </a:lnTo>
                  <a:lnTo>
                    <a:pt x="801226" y="503979"/>
                  </a:lnTo>
                  <a:lnTo>
                    <a:pt x="799304" y="503979"/>
                  </a:lnTo>
                  <a:lnTo>
                    <a:pt x="797383" y="503979"/>
                  </a:lnTo>
                  <a:lnTo>
                    <a:pt x="795461" y="503979"/>
                  </a:lnTo>
                  <a:lnTo>
                    <a:pt x="793540" y="503979"/>
                  </a:lnTo>
                  <a:lnTo>
                    <a:pt x="791618" y="503979"/>
                  </a:lnTo>
                  <a:lnTo>
                    <a:pt x="789697" y="503979"/>
                  </a:lnTo>
                  <a:lnTo>
                    <a:pt x="787776" y="503979"/>
                  </a:lnTo>
                  <a:lnTo>
                    <a:pt x="785854" y="503979"/>
                  </a:lnTo>
                  <a:lnTo>
                    <a:pt x="783933" y="503979"/>
                  </a:lnTo>
                  <a:lnTo>
                    <a:pt x="782011" y="503979"/>
                  </a:lnTo>
                  <a:lnTo>
                    <a:pt x="780090" y="503979"/>
                  </a:lnTo>
                  <a:lnTo>
                    <a:pt x="778169" y="503979"/>
                  </a:lnTo>
                  <a:lnTo>
                    <a:pt x="776247" y="503979"/>
                  </a:lnTo>
                  <a:lnTo>
                    <a:pt x="774326" y="503979"/>
                  </a:lnTo>
                  <a:lnTo>
                    <a:pt x="772404" y="503979"/>
                  </a:lnTo>
                  <a:lnTo>
                    <a:pt x="770483" y="503979"/>
                  </a:lnTo>
                  <a:lnTo>
                    <a:pt x="768562" y="503979"/>
                  </a:lnTo>
                  <a:lnTo>
                    <a:pt x="766640" y="503979"/>
                  </a:lnTo>
                  <a:lnTo>
                    <a:pt x="764719" y="503979"/>
                  </a:lnTo>
                  <a:lnTo>
                    <a:pt x="762797" y="503979"/>
                  </a:lnTo>
                  <a:lnTo>
                    <a:pt x="760876" y="503979"/>
                  </a:lnTo>
                  <a:lnTo>
                    <a:pt x="758955" y="503979"/>
                  </a:lnTo>
                  <a:lnTo>
                    <a:pt x="757033" y="503979"/>
                  </a:lnTo>
                  <a:lnTo>
                    <a:pt x="755112" y="503979"/>
                  </a:lnTo>
                  <a:lnTo>
                    <a:pt x="753190" y="503979"/>
                  </a:lnTo>
                  <a:lnTo>
                    <a:pt x="751269" y="503979"/>
                  </a:lnTo>
                  <a:lnTo>
                    <a:pt x="749348" y="503979"/>
                  </a:lnTo>
                  <a:lnTo>
                    <a:pt x="747426" y="503979"/>
                  </a:lnTo>
                  <a:lnTo>
                    <a:pt x="745505" y="503979"/>
                  </a:lnTo>
                  <a:lnTo>
                    <a:pt x="743583" y="503979"/>
                  </a:lnTo>
                  <a:lnTo>
                    <a:pt x="741662" y="503979"/>
                  </a:lnTo>
                  <a:lnTo>
                    <a:pt x="739741" y="503979"/>
                  </a:lnTo>
                  <a:lnTo>
                    <a:pt x="737819" y="503979"/>
                  </a:lnTo>
                  <a:lnTo>
                    <a:pt x="735898" y="503979"/>
                  </a:lnTo>
                  <a:lnTo>
                    <a:pt x="733976" y="503979"/>
                  </a:lnTo>
                  <a:lnTo>
                    <a:pt x="732055" y="503979"/>
                  </a:lnTo>
                  <a:lnTo>
                    <a:pt x="730134" y="503979"/>
                  </a:lnTo>
                  <a:lnTo>
                    <a:pt x="728212" y="503979"/>
                  </a:lnTo>
                  <a:lnTo>
                    <a:pt x="726291" y="503979"/>
                  </a:lnTo>
                  <a:lnTo>
                    <a:pt x="724369" y="503979"/>
                  </a:lnTo>
                  <a:lnTo>
                    <a:pt x="722448" y="503979"/>
                  </a:lnTo>
                  <a:lnTo>
                    <a:pt x="720526" y="503979"/>
                  </a:lnTo>
                  <a:lnTo>
                    <a:pt x="718605" y="503979"/>
                  </a:lnTo>
                  <a:lnTo>
                    <a:pt x="716684" y="503979"/>
                  </a:lnTo>
                  <a:lnTo>
                    <a:pt x="714762" y="503979"/>
                  </a:lnTo>
                  <a:lnTo>
                    <a:pt x="712841" y="503979"/>
                  </a:lnTo>
                  <a:lnTo>
                    <a:pt x="710919" y="503979"/>
                  </a:lnTo>
                  <a:lnTo>
                    <a:pt x="708998" y="503979"/>
                  </a:lnTo>
                  <a:lnTo>
                    <a:pt x="707077" y="503979"/>
                  </a:lnTo>
                  <a:lnTo>
                    <a:pt x="705155" y="503979"/>
                  </a:lnTo>
                  <a:lnTo>
                    <a:pt x="703234" y="503979"/>
                  </a:lnTo>
                  <a:lnTo>
                    <a:pt x="701312" y="503979"/>
                  </a:lnTo>
                  <a:lnTo>
                    <a:pt x="699391" y="503979"/>
                  </a:lnTo>
                  <a:lnTo>
                    <a:pt x="697470" y="503979"/>
                  </a:lnTo>
                  <a:lnTo>
                    <a:pt x="695548" y="503979"/>
                  </a:lnTo>
                  <a:lnTo>
                    <a:pt x="693627" y="503979"/>
                  </a:lnTo>
                  <a:lnTo>
                    <a:pt x="691705" y="503979"/>
                  </a:lnTo>
                  <a:lnTo>
                    <a:pt x="689784" y="503979"/>
                  </a:lnTo>
                  <a:lnTo>
                    <a:pt x="687863" y="503979"/>
                  </a:lnTo>
                  <a:lnTo>
                    <a:pt x="685941" y="503979"/>
                  </a:lnTo>
                  <a:lnTo>
                    <a:pt x="684020" y="503979"/>
                  </a:lnTo>
                  <a:lnTo>
                    <a:pt x="682098" y="503979"/>
                  </a:lnTo>
                  <a:lnTo>
                    <a:pt x="680177" y="503979"/>
                  </a:lnTo>
                  <a:lnTo>
                    <a:pt x="678256" y="503979"/>
                  </a:lnTo>
                  <a:lnTo>
                    <a:pt x="676334" y="503979"/>
                  </a:lnTo>
                  <a:lnTo>
                    <a:pt x="674413" y="503979"/>
                  </a:lnTo>
                  <a:lnTo>
                    <a:pt x="672491" y="503979"/>
                  </a:lnTo>
                  <a:lnTo>
                    <a:pt x="670570" y="503979"/>
                  </a:lnTo>
                  <a:lnTo>
                    <a:pt x="668649" y="503979"/>
                  </a:lnTo>
                  <a:lnTo>
                    <a:pt x="666727" y="503979"/>
                  </a:lnTo>
                  <a:lnTo>
                    <a:pt x="664806" y="503979"/>
                  </a:lnTo>
                  <a:lnTo>
                    <a:pt x="662884" y="503979"/>
                  </a:lnTo>
                  <a:lnTo>
                    <a:pt x="660963" y="503979"/>
                  </a:lnTo>
                  <a:lnTo>
                    <a:pt x="659042" y="503979"/>
                  </a:lnTo>
                  <a:lnTo>
                    <a:pt x="657120" y="503979"/>
                  </a:lnTo>
                  <a:lnTo>
                    <a:pt x="655199" y="503979"/>
                  </a:lnTo>
                  <a:lnTo>
                    <a:pt x="653277" y="503979"/>
                  </a:lnTo>
                  <a:lnTo>
                    <a:pt x="651356" y="503979"/>
                  </a:lnTo>
                  <a:lnTo>
                    <a:pt x="649434" y="503979"/>
                  </a:lnTo>
                  <a:lnTo>
                    <a:pt x="647513" y="503979"/>
                  </a:lnTo>
                  <a:lnTo>
                    <a:pt x="645592" y="503979"/>
                  </a:lnTo>
                  <a:lnTo>
                    <a:pt x="643670" y="503979"/>
                  </a:lnTo>
                  <a:lnTo>
                    <a:pt x="641749" y="503979"/>
                  </a:lnTo>
                  <a:lnTo>
                    <a:pt x="639827" y="503979"/>
                  </a:lnTo>
                  <a:lnTo>
                    <a:pt x="637906" y="503979"/>
                  </a:lnTo>
                  <a:lnTo>
                    <a:pt x="635985" y="503979"/>
                  </a:lnTo>
                  <a:lnTo>
                    <a:pt x="634063" y="503979"/>
                  </a:lnTo>
                  <a:lnTo>
                    <a:pt x="632142" y="503979"/>
                  </a:lnTo>
                  <a:lnTo>
                    <a:pt x="630220" y="503979"/>
                  </a:lnTo>
                  <a:lnTo>
                    <a:pt x="628299" y="503979"/>
                  </a:lnTo>
                  <a:lnTo>
                    <a:pt x="626378" y="503979"/>
                  </a:lnTo>
                  <a:lnTo>
                    <a:pt x="624456" y="503979"/>
                  </a:lnTo>
                  <a:lnTo>
                    <a:pt x="622535" y="503979"/>
                  </a:lnTo>
                  <a:lnTo>
                    <a:pt x="620613" y="503979"/>
                  </a:lnTo>
                  <a:lnTo>
                    <a:pt x="618692" y="503979"/>
                  </a:lnTo>
                  <a:lnTo>
                    <a:pt x="616771" y="503979"/>
                  </a:lnTo>
                  <a:lnTo>
                    <a:pt x="614849" y="503979"/>
                  </a:lnTo>
                  <a:lnTo>
                    <a:pt x="612928" y="503979"/>
                  </a:lnTo>
                  <a:lnTo>
                    <a:pt x="611006" y="503979"/>
                  </a:lnTo>
                  <a:lnTo>
                    <a:pt x="609085" y="503979"/>
                  </a:lnTo>
                  <a:lnTo>
                    <a:pt x="607164" y="503979"/>
                  </a:lnTo>
                  <a:lnTo>
                    <a:pt x="605242" y="503979"/>
                  </a:lnTo>
                  <a:lnTo>
                    <a:pt x="603321" y="503979"/>
                  </a:lnTo>
                  <a:lnTo>
                    <a:pt x="601399" y="503979"/>
                  </a:lnTo>
                  <a:lnTo>
                    <a:pt x="599478" y="503979"/>
                  </a:lnTo>
                  <a:lnTo>
                    <a:pt x="597557" y="503979"/>
                  </a:lnTo>
                  <a:lnTo>
                    <a:pt x="595635" y="503979"/>
                  </a:lnTo>
                  <a:lnTo>
                    <a:pt x="593714" y="503979"/>
                  </a:lnTo>
                  <a:lnTo>
                    <a:pt x="591792" y="503979"/>
                  </a:lnTo>
                  <a:lnTo>
                    <a:pt x="589871" y="503979"/>
                  </a:lnTo>
                  <a:lnTo>
                    <a:pt x="587950" y="503979"/>
                  </a:lnTo>
                  <a:lnTo>
                    <a:pt x="586028" y="503979"/>
                  </a:lnTo>
                  <a:lnTo>
                    <a:pt x="584107" y="503979"/>
                  </a:lnTo>
                  <a:lnTo>
                    <a:pt x="582185" y="503979"/>
                  </a:lnTo>
                  <a:lnTo>
                    <a:pt x="580264" y="503979"/>
                  </a:lnTo>
                  <a:lnTo>
                    <a:pt x="578342" y="503979"/>
                  </a:lnTo>
                  <a:lnTo>
                    <a:pt x="576421" y="503979"/>
                  </a:lnTo>
                  <a:lnTo>
                    <a:pt x="574500" y="503979"/>
                  </a:lnTo>
                  <a:lnTo>
                    <a:pt x="572578" y="503979"/>
                  </a:lnTo>
                  <a:lnTo>
                    <a:pt x="570657" y="503979"/>
                  </a:lnTo>
                  <a:lnTo>
                    <a:pt x="568735" y="503979"/>
                  </a:lnTo>
                  <a:lnTo>
                    <a:pt x="566814" y="503979"/>
                  </a:lnTo>
                  <a:lnTo>
                    <a:pt x="564893" y="503979"/>
                  </a:lnTo>
                  <a:lnTo>
                    <a:pt x="562971" y="503979"/>
                  </a:lnTo>
                  <a:lnTo>
                    <a:pt x="561050" y="503979"/>
                  </a:lnTo>
                  <a:lnTo>
                    <a:pt x="559128" y="503979"/>
                  </a:lnTo>
                  <a:lnTo>
                    <a:pt x="557207" y="503979"/>
                  </a:lnTo>
                  <a:lnTo>
                    <a:pt x="555286" y="503979"/>
                  </a:lnTo>
                  <a:lnTo>
                    <a:pt x="553364" y="503979"/>
                  </a:lnTo>
                  <a:lnTo>
                    <a:pt x="551443" y="503979"/>
                  </a:lnTo>
                  <a:lnTo>
                    <a:pt x="549521" y="503979"/>
                  </a:lnTo>
                  <a:lnTo>
                    <a:pt x="547600" y="503979"/>
                  </a:lnTo>
                  <a:lnTo>
                    <a:pt x="545679" y="503979"/>
                  </a:lnTo>
                  <a:lnTo>
                    <a:pt x="543757" y="503979"/>
                  </a:lnTo>
                  <a:lnTo>
                    <a:pt x="541836" y="503979"/>
                  </a:lnTo>
                  <a:lnTo>
                    <a:pt x="539914" y="503979"/>
                  </a:lnTo>
                  <a:lnTo>
                    <a:pt x="537993" y="503979"/>
                  </a:lnTo>
                  <a:lnTo>
                    <a:pt x="536072" y="503979"/>
                  </a:lnTo>
                  <a:lnTo>
                    <a:pt x="534150" y="503979"/>
                  </a:lnTo>
                  <a:lnTo>
                    <a:pt x="532229" y="503979"/>
                  </a:lnTo>
                  <a:lnTo>
                    <a:pt x="530307" y="503979"/>
                  </a:lnTo>
                  <a:lnTo>
                    <a:pt x="528386" y="503979"/>
                  </a:lnTo>
                  <a:lnTo>
                    <a:pt x="526465" y="503979"/>
                  </a:lnTo>
                  <a:lnTo>
                    <a:pt x="524543" y="503979"/>
                  </a:lnTo>
                  <a:lnTo>
                    <a:pt x="522622" y="503979"/>
                  </a:lnTo>
                  <a:lnTo>
                    <a:pt x="520700" y="503979"/>
                  </a:lnTo>
                  <a:lnTo>
                    <a:pt x="518779" y="503979"/>
                  </a:lnTo>
                  <a:lnTo>
                    <a:pt x="516858" y="503979"/>
                  </a:lnTo>
                  <a:lnTo>
                    <a:pt x="514936" y="503979"/>
                  </a:lnTo>
                  <a:lnTo>
                    <a:pt x="513015" y="503979"/>
                  </a:lnTo>
                  <a:lnTo>
                    <a:pt x="511093" y="503979"/>
                  </a:lnTo>
                  <a:lnTo>
                    <a:pt x="509172" y="503979"/>
                  </a:lnTo>
                  <a:lnTo>
                    <a:pt x="507250" y="503979"/>
                  </a:lnTo>
                  <a:lnTo>
                    <a:pt x="505329" y="503979"/>
                  </a:lnTo>
                  <a:lnTo>
                    <a:pt x="503408" y="503979"/>
                  </a:lnTo>
                  <a:lnTo>
                    <a:pt x="501486" y="503979"/>
                  </a:lnTo>
                  <a:lnTo>
                    <a:pt x="499565" y="503979"/>
                  </a:lnTo>
                  <a:lnTo>
                    <a:pt x="497643" y="503979"/>
                  </a:lnTo>
                  <a:lnTo>
                    <a:pt x="495722" y="503979"/>
                  </a:lnTo>
                  <a:lnTo>
                    <a:pt x="493801" y="503979"/>
                  </a:lnTo>
                  <a:lnTo>
                    <a:pt x="491879" y="503979"/>
                  </a:lnTo>
                  <a:lnTo>
                    <a:pt x="489958" y="503979"/>
                  </a:lnTo>
                  <a:lnTo>
                    <a:pt x="488036" y="503979"/>
                  </a:lnTo>
                  <a:lnTo>
                    <a:pt x="486115" y="503979"/>
                  </a:lnTo>
                  <a:lnTo>
                    <a:pt x="484194" y="503979"/>
                  </a:lnTo>
                  <a:lnTo>
                    <a:pt x="482272" y="503979"/>
                  </a:lnTo>
                  <a:lnTo>
                    <a:pt x="480351" y="503979"/>
                  </a:lnTo>
                  <a:lnTo>
                    <a:pt x="478429" y="503979"/>
                  </a:lnTo>
                  <a:lnTo>
                    <a:pt x="476508" y="503979"/>
                  </a:lnTo>
                  <a:lnTo>
                    <a:pt x="474587" y="503979"/>
                  </a:lnTo>
                  <a:lnTo>
                    <a:pt x="472665" y="503979"/>
                  </a:lnTo>
                  <a:lnTo>
                    <a:pt x="470744" y="503979"/>
                  </a:lnTo>
                  <a:lnTo>
                    <a:pt x="468822" y="503979"/>
                  </a:lnTo>
                  <a:lnTo>
                    <a:pt x="466901" y="503979"/>
                  </a:lnTo>
                  <a:lnTo>
                    <a:pt x="464980" y="503979"/>
                  </a:lnTo>
                  <a:lnTo>
                    <a:pt x="463058" y="503979"/>
                  </a:lnTo>
                  <a:lnTo>
                    <a:pt x="461137" y="503979"/>
                  </a:lnTo>
                  <a:lnTo>
                    <a:pt x="459215" y="503979"/>
                  </a:lnTo>
                  <a:lnTo>
                    <a:pt x="457294" y="503979"/>
                  </a:lnTo>
                  <a:lnTo>
                    <a:pt x="455373" y="503979"/>
                  </a:lnTo>
                  <a:lnTo>
                    <a:pt x="453451" y="503979"/>
                  </a:lnTo>
                  <a:lnTo>
                    <a:pt x="451530" y="503979"/>
                  </a:lnTo>
                  <a:lnTo>
                    <a:pt x="449608" y="503979"/>
                  </a:lnTo>
                  <a:lnTo>
                    <a:pt x="447687" y="503979"/>
                  </a:lnTo>
                  <a:lnTo>
                    <a:pt x="445766" y="503979"/>
                  </a:lnTo>
                  <a:lnTo>
                    <a:pt x="443844" y="503979"/>
                  </a:lnTo>
                  <a:lnTo>
                    <a:pt x="441923" y="503979"/>
                  </a:lnTo>
                  <a:lnTo>
                    <a:pt x="440001" y="503979"/>
                  </a:lnTo>
                  <a:lnTo>
                    <a:pt x="438080" y="503979"/>
                  </a:lnTo>
                  <a:lnTo>
                    <a:pt x="436159" y="503979"/>
                  </a:lnTo>
                  <a:lnTo>
                    <a:pt x="434237" y="503979"/>
                  </a:lnTo>
                  <a:lnTo>
                    <a:pt x="432316" y="503979"/>
                  </a:lnTo>
                  <a:lnTo>
                    <a:pt x="430394" y="503979"/>
                  </a:lnTo>
                  <a:lnTo>
                    <a:pt x="428473" y="503979"/>
                  </a:lnTo>
                  <a:lnTo>
                    <a:pt x="426551" y="503979"/>
                  </a:lnTo>
                  <a:lnTo>
                    <a:pt x="424630" y="503979"/>
                  </a:lnTo>
                  <a:lnTo>
                    <a:pt x="422709" y="503979"/>
                  </a:lnTo>
                  <a:lnTo>
                    <a:pt x="420787" y="503979"/>
                  </a:lnTo>
                  <a:lnTo>
                    <a:pt x="418866" y="503979"/>
                  </a:lnTo>
                  <a:lnTo>
                    <a:pt x="416944" y="503979"/>
                  </a:lnTo>
                  <a:lnTo>
                    <a:pt x="415023" y="503979"/>
                  </a:lnTo>
                  <a:lnTo>
                    <a:pt x="413102" y="503979"/>
                  </a:lnTo>
                  <a:lnTo>
                    <a:pt x="411180" y="503979"/>
                  </a:lnTo>
                  <a:lnTo>
                    <a:pt x="409259" y="503979"/>
                  </a:lnTo>
                  <a:lnTo>
                    <a:pt x="407337" y="503979"/>
                  </a:lnTo>
                  <a:lnTo>
                    <a:pt x="405416" y="503979"/>
                  </a:lnTo>
                  <a:lnTo>
                    <a:pt x="403495" y="503979"/>
                  </a:lnTo>
                  <a:lnTo>
                    <a:pt x="401573" y="503979"/>
                  </a:lnTo>
                  <a:lnTo>
                    <a:pt x="399652" y="503979"/>
                  </a:lnTo>
                  <a:lnTo>
                    <a:pt x="397730" y="503979"/>
                  </a:lnTo>
                  <a:lnTo>
                    <a:pt x="395809" y="503979"/>
                  </a:lnTo>
                  <a:lnTo>
                    <a:pt x="393888" y="503979"/>
                  </a:lnTo>
                  <a:lnTo>
                    <a:pt x="391966" y="503979"/>
                  </a:lnTo>
                  <a:lnTo>
                    <a:pt x="390045" y="503979"/>
                  </a:lnTo>
                  <a:lnTo>
                    <a:pt x="388123" y="503979"/>
                  </a:lnTo>
                  <a:lnTo>
                    <a:pt x="386202" y="503979"/>
                  </a:lnTo>
                  <a:lnTo>
                    <a:pt x="384281" y="503979"/>
                  </a:lnTo>
                  <a:lnTo>
                    <a:pt x="382359" y="503979"/>
                  </a:lnTo>
                  <a:lnTo>
                    <a:pt x="380438" y="503979"/>
                  </a:lnTo>
                  <a:lnTo>
                    <a:pt x="378516" y="503979"/>
                  </a:lnTo>
                  <a:lnTo>
                    <a:pt x="376595" y="503979"/>
                  </a:lnTo>
                  <a:lnTo>
                    <a:pt x="374674" y="503979"/>
                  </a:lnTo>
                  <a:lnTo>
                    <a:pt x="372752" y="503979"/>
                  </a:lnTo>
                  <a:lnTo>
                    <a:pt x="370831" y="503979"/>
                  </a:lnTo>
                  <a:lnTo>
                    <a:pt x="368909" y="503979"/>
                  </a:lnTo>
                  <a:lnTo>
                    <a:pt x="366988" y="503979"/>
                  </a:lnTo>
                  <a:lnTo>
                    <a:pt x="365067" y="503979"/>
                  </a:lnTo>
                  <a:lnTo>
                    <a:pt x="363145" y="503979"/>
                  </a:lnTo>
                  <a:lnTo>
                    <a:pt x="361224" y="503979"/>
                  </a:lnTo>
                  <a:lnTo>
                    <a:pt x="359302" y="503979"/>
                  </a:lnTo>
                  <a:lnTo>
                    <a:pt x="357381" y="503979"/>
                  </a:lnTo>
                  <a:lnTo>
                    <a:pt x="355459" y="503979"/>
                  </a:lnTo>
                  <a:lnTo>
                    <a:pt x="353538" y="503979"/>
                  </a:lnTo>
                  <a:lnTo>
                    <a:pt x="351617" y="503979"/>
                  </a:lnTo>
                  <a:lnTo>
                    <a:pt x="349695" y="503979"/>
                  </a:lnTo>
                  <a:lnTo>
                    <a:pt x="347774" y="503979"/>
                  </a:lnTo>
                  <a:lnTo>
                    <a:pt x="345852" y="503979"/>
                  </a:lnTo>
                  <a:lnTo>
                    <a:pt x="343931" y="503979"/>
                  </a:lnTo>
                  <a:lnTo>
                    <a:pt x="342010" y="503979"/>
                  </a:lnTo>
                  <a:lnTo>
                    <a:pt x="340088" y="503979"/>
                  </a:lnTo>
                  <a:lnTo>
                    <a:pt x="338167" y="503979"/>
                  </a:lnTo>
                  <a:lnTo>
                    <a:pt x="336245" y="503979"/>
                  </a:lnTo>
                  <a:lnTo>
                    <a:pt x="334324" y="503979"/>
                  </a:lnTo>
                  <a:lnTo>
                    <a:pt x="332403" y="503979"/>
                  </a:lnTo>
                  <a:lnTo>
                    <a:pt x="330481" y="503979"/>
                  </a:lnTo>
                  <a:lnTo>
                    <a:pt x="328560" y="503979"/>
                  </a:lnTo>
                  <a:lnTo>
                    <a:pt x="326638" y="503979"/>
                  </a:lnTo>
                  <a:lnTo>
                    <a:pt x="324717" y="503979"/>
                  </a:lnTo>
                  <a:lnTo>
                    <a:pt x="322796" y="503979"/>
                  </a:lnTo>
                  <a:lnTo>
                    <a:pt x="320874" y="503979"/>
                  </a:lnTo>
                  <a:lnTo>
                    <a:pt x="318953" y="503979"/>
                  </a:lnTo>
                  <a:lnTo>
                    <a:pt x="317031" y="503979"/>
                  </a:lnTo>
                  <a:lnTo>
                    <a:pt x="315110" y="503979"/>
                  </a:lnTo>
                  <a:lnTo>
                    <a:pt x="313189" y="503979"/>
                  </a:lnTo>
                  <a:lnTo>
                    <a:pt x="311267" y="503979"/>
                  </a:lnTo>
                  <a:lnTo>
                    <a:pt x="309346" y="503979"/>
                  </a:lnTo>
                  <a:lnTo>
                    <a:pt x="307424" y="503979"/>
                  </a:lnTo>
                  <a:lnTo>
                    <a:pt x="305503" y="503979"/>
                  </a:lnTo>
                  <a:lnTo>
                    <a:pt x="303582" y="503979"/>
                  </a:lnTo>
                  <a:lnTo>
                    <a:pt x="301660" y="503979"/>
                  </a:lnTo>
                  <a:lnTo>
                    <a:pt x="299739" y="503979"/>
                  </a:lnTo>
                  <a:lnTo>
                    <a:pt x="297817" y="503979"/>
                  </a:lnTo>
                  <a:lnTo>
                    <a:pt x="295896" y="503979"/>
                  </a:lnTo>
                  <a:lnTo>
                    <a:pt x="293975" y="503979"/>
                  </a:lnTo>
                  <a:lnTo>
                    <a:pt x="292053" y="503979"/>
                  </a:lnTo>
                  <a:lnTo>
                    <a:pt x="290132" y="503979"/>
                  </a:lnTo>
                  <a:lnTo>
                    <a:pt x="288210" y="503979"/>
                  </a:lnTo>
                  <a:lnTo>
                    <a:pt x="286289" y="503979"/>
                  </a:lnTo>
                  <a:lnTo>
                    <a:pt x="284367" y="503979"/>
                  </a:lnTo>
                  <a:lnTo>
                    <a:pt x="282446" y="503979"/>
                  </a:lnTo>
                  <a:lnTo>
                    <a:pt x="280525" y="503979"/>
                  </a:lnTo>
                  <a:lnTo>
                    <a:pt x="278603" y="503979"/>
                  </a:lnTo>
                  <a:lnTo>
                    <a:pt x="276682" y="503979"/>
                  </a:lnTo>
                  <a:lnTo>
                    <a:pt x="274760" y="503979"/>
                  </a:lnTo>
                  <a:lnTo>
                    <a:pt x="272839" y="503979"/>
                  </a:lnTo>
                  <a:lnTo>
                    <a:pt x="270918" y="503979"/>
                  </a:lnTo>
                  <a:lnTo>
                    <a:pt x="268996" y="503979"/>
                  </a:lnTo>
                  <a:lnTo>
                    <a:pt x="267075" y="503979"/>
                  </a:lnTo>
                  <a:lnTo>
                    <a:pt x="265153" y="503979"/>
                  </a:lnTo>
                  <a:lnTo>
                    <a:pt x="263232" y="503979"/>
                  </a:lnTo>
                  <a:lnTo>
                    <a:pt x="261311" y="503979"/>
                  </a:lnTo>
                  <a:lnTo>
                    <a:pt x="259389" y="503979"/>
                  </a:lnTo>
                  <a:lnTo>
                    <a:pt x="257468" y="503979"/>
                  </a:lnTo>
                  <a:lnTo>
                    <a:pt x="255546" y="503979"/>
                  </a:lnTo>
                  <a:lnTo>
                    <a:pt x="253625" y="503979"/>
                  </a:lnTo>
                  <a:lnTo>
                    <a:pt x="251704" y="503979"/>
                  </a:lnTo>
                  <a:lnTo>
                    <a:pt x="249782" y="503979"/>
                  </a:lnTo>
                  <a:lnTo>
                    <a:pt x="247861" y="503979"/>
                  </a:lnTo>
                  <a:lnTo>
                    <a:pt x="245939" y="503979"/>
                  </a:lnTo>
                  <a:lnTo>
                    <a:pt x="244018" y="503979"/>
                  </a:lnTo>
                  <a:lnTo>
                    <a:pt x="242097" y="503979"/>
                  </a:lnTo>
                  <a:lnTo>
                    <a:pt x="240175" y="503979"/>
                  </a:lnTo>
                  <a:lnTo>
                    <a:pt x="238254" y="503979"/>
                  </a:lnTo>
                  <a:lnTo>
                    <a:pt x="236332" y="503979"/>
                  </a:lnTo>
                  <a:lnTo>
                    <a:pt x="234411" y="503979"/>
                  </a:lnTo>
                  <a:lnTo>
                    <a:pt x="232490" y="503979"/>
                  </a:lnTo>
                  <a:lnTo>
                    <a:pt x="230568" y="503979"/>
                  </a:lnTo>
                  <a:lnTo>
                    <a:pt x="228647" y="503979"/>
                  </a:lnTo>
                  <a:lnTo>
                    <a:pt x="226725" y="503979"/>
                  </a:lnTo>
                  <a:lnTo>
                    <a:pt x="224804" y="503979"/>
                  </a:lnTo>
                  <a:lnTo>
                    <a:pt x="222883" y="503979"/>
                  </a:lnTo>
                  <a:lnTo>
                    <a:pt x="220961" y="503979"/>
                  </a:lnTo>
                  <a:lnTo>
                    <a:pt x="219040" y="503979"/>
                  </a:lnTo>
                  <a:lnTo>
                    <a:pt x="217118" y="503979"/>
                  </a:lnTo>
                  <a:lnTo>
                    <a:pt x="215197" y="503979"/>
                  </a:lnTo>
                  <a:lnTo>
                    <a:pt x="213275" y="503979"/>
                  </a:lnTo>
                  <a:lnTo>
                    <a:pt x="211354" y="503979"/>
                  </a:lnTo>
                  <a:lnTo>
                    <a:pt x="209433" y="503979"/>
                  </a:lnTo>
                  <a:lnTo>
                    <a:pt x="207511" y="503979"/>
                  </a:lnTo>
                  <a:lnTo>
                    <a:pt x="205590" y="503979"/>
                  </a:lnTo>
                  <a:lnTo>
                    <a:pt x="203668" y="503979"/>
                  </a:lnTo>
                  <a:lnTo>
                    <a:pt x="201747" y="503979"/>
                  </a:lnTo>
                  <a:lnTo>
                    <a:pt x="199826" y="503979"/>
                  </a:lnTo>
                  <a:lnTo>
                    <a:pt x="197904" y="503979"/>
                  </a:lnTo>
                  <a:lnTo>
                    <a:pt x="195983" y="503979"/>
                  </a:lnTo>
                  <a:lnTo>
                    <a:pt x="194061" y="503979"/>
                  </a:lnTo>
                  <a:lnTo>
                    <a:pt x="192140" y="503979"/>
                  </a:lnTo>
                  <a:lnTo>
                    <a:pt x="190219" y="503979"/>
                  </a:lnTo>
                  <a:lnTo>
                    <a:pt x="188297" y="503979"/>
                  </a:lnTo>
                  <a:lnTo>
                    <a:pt x="186376" y="503979"/>
                  </a:lnTo>
                  <a:lnTo>
                    <a:pt x="184454" y="503979"/>
                  </a:lnTo>
                  <a:lnTo>
                    <a:pt x="182533" y="503979"/>
                  </a:lnTo>
                  <a:lnTo>
                    <a:pt x="180612" y="503979"/>
                  </a:lnTo>
                  <a:lnTo>
                    <a:pt x="178690" y="503979"/>
                  </a:lnTo>
                  <a:lnTo>
                    <a:pt x="176769" y="503979"/>
                  </a:lnTo>
                  <a:lnTo>
                    <a:pt x="174847" y="503979"/>
                  </a:lnTo>
                  <a:lnTo>
                    <a:pt x="172926" y="503979"/>
                  </a:lnTo>
                  <a:lnTo>
                    <a:pt x="171005" y="503979"/>
                  </a:lnTo>
                  <a:lnTo>
                    <a:pt x="169083" y="503979"/>
                  </a:lnTo>
                  <a:lnTo>
                    <a:pt x="167162" y="503979"/>
                  </a:lnTo>
                  <a:lnTo>
                    <a:pt x="165240" y="503979"/>
                  </a:lnTo>
                  <a:lnTo>
                    <a:pt x="163319" y="503979"/>
                  </a:lnTo>
                  <a:lnTo>
                    <a:pt x="161398" y="503979"/>
                  </a:lnTo>
                  <a:lnTo>
                    <a:pt x="159476" y="503979"/>
                  </a:lnTo>
                  <a:lnTo>
                    <a:pt x="157555" y="503979"/>
                  </a:lnTo>
                  <a:lnTo>
                    <a:pt x="155633" y="503979"/>
                  </a:lnTo>
                  <a:lnTo>
                    <a:pt x="153712" y="503979"/>
                  </a:lnTo>
                  <a:lnTo>
                    <a:pt x="151791" y="503979"/>
                  </a:lnTo>
                  <a:lnTo>
                    <a:pt x="149869" y="503979"/>
                  </a:lnTo>
                  <a:lnTo>
                    <a:pt x="147948" y="503979"/>
                  </a:lnTo>
                  <a:lnTo>
                    <a:pt x="146026" y="503979"/>
                  </a:lnTo>
                  <a:lnTo>
                    <a:pt x="144105" y="503979"/>
                  </a:lnTo>
                  <a:lnTo>
                    <a:pt x="142183" y="503979"/>
                  </a:lnTo>
                  <a:lnTo>
                    <a:pt x="140262" y="503979"/>
                  </a:lnTo>
                  <a:lnTo>
                    <a:pt x="138341" y="503979"/>
                  </a:lnTo>
                  <a:lnTo>
                    <a:pt x="136419" y="503979"/>
                  </a:lnTo>
                  <a:lnTo>
                    <a:pt x="134498" y="503979"/>
                  </a:lnTo>
                  <a:lnTo>
                    <a:pt x="132576" y="503979"/>
                  </a:lnTo>
                  <a:lnTo>
                    <a:pt x="130655" y="503979"/>
                  </a:lnTo>
                  <a:lnTo>
                    <a:pt x="128734" y="503979"/>
                  </a:lnTo>
                  <a:lnTo>
                    <a:pt x="126812" y="503979"/>
                  </a:lnTo>
                  <a:lnTo>
                    <a:pt x="124891" y="503979"/>
                  </a:lnTo>
                  <a:lnTo>
                    <a:pt x="122969" y="503979"/>
                  </a:lnTo>
                  <a:lnTo>
                    <a:pt x="121048" y="503979"/>
                  </a:lnTo>
                  <a:lnTo>
                    <a:pt x="119127" y="503979"/>
                  </a:lnTo>
                  <a:lnTo>
                    <a:pt x="117205" y="503979"/>
                  </a:lnTo>
                  <a:lnTo>
                    <a:pt x="115284" y="503979"/>
                  </a:lnTo>
                  <a:lnTo>
                    <a:pt x="113362" y="503979"/>
                  </a:lnTo>
                  <a:lnTo>
                    <a:pt x="111441" y="503979"/>
                  </a:lnTo>
                  <a:lnTo>
                    <a:pt x="109520" y="503979"/>
                  </a:lnTo>
                  <a:lnTo>
                    <a:pt x="107598" y="503979"/>
                  </a:lnTo>
                  <a:lnTo>
                    <a:pt x="105677" y="503979"/>
                  </a:lnTo>
                  <a:lnTo>
                    <a:pt x="103755" y="503979"/>
                  </a:lnTo>
                  <a:lnTo>
                    <a:pt x="101834" y="503979"/>
                  </a:lnTo>
                  <a:lnTo>
                    <a:pt x="99913" y="503979"/>
                  </a:lnTo>
                  <a:lnTo>
                    <a:pt x="97991" y="503979"/>
                  </a:lnTo>
                  <a:lnTo>
                    <a:pt x="96070" y="503979"/>
                  </a:lnTo>
                  <a:lnTo>
                    <a:pt x="94148" y="503979"/>
                  </a:lnTo>
                  <a:lnTo>
                    <a:pt x="92227" y="503979"/>
                  </a:lnTo>
                  <a:lnTo>
                    <a:pt x="90306" y="503979"/>
                  </a:lnTo>
                  <a:lnTo>
                    <a:pt x="88384" y="503979"/>
                  </a:lnTo>
                  <a:lnTo>
                    <a:pt x="86463" y="503979"/>
                  </a:lnTo>
                  <a:lnTo>
                    <a:pt x="84541" y="503979"/>
                  </a:lnTo>
                  <a:lnTo>
                    <a:pt x="82620" y="503979"/>
                  </a:lnTo>
                  <a:lnTo>
                    <a:pt x="80699" y="503979"/>
                  </a:lnTo>
                  <a:lnTo>
                    <a:pt x="78777" y="503979"/>
                  </a:lnTo>
                  <a:lnTo>
                    <a:pt x="76856" y="503979"/>
                  </a:lnTo>
                  <a:lnTo>
                    <a:pt x="74934" y="503979"/>
                  </a:lnTo>
                  <a:lnTo>
                    <a:pt x="73013" y="503979"/>
                  </a:lnTo>
                  <a:lnTo>
                    <a:pt x="71091" y="503979"/>
                  </a:lnTo>
                  <a:lnTo>
                    <a:pt x="69170" y="503979"/>
                  </a:lnTo>
                  <a:lnTo>
                    <a:pt x="67249" y="503979"/>
                  </a:lnTo>
                  <a:lnTo>
                    <a:pt x="65327" y="503979"/>
                  </a:lnTo>
                  <a:lnTo>
                    <a:pt x="63406" y="503979"/>
                  </a:lnTo>
                  <a:lnTo>
                    <a:pt x="61484" y="503979"/>
                  </a:lnTo>
                  <a:lnTo>
                    <a:pt x="59563" y="503979"/>
                  </a:lnTo>
                  <a:lnTo>
                    <a:pt x="57642" y="503979"/>
                  </a:lnTo>
                  <a:lnTo>
                    <a:pt x="55720" y="503979"/>
                  </a:lnTo>
                  <a:lnTo>
                    <a:pt x="53799" y="503979"/>
                  </a:lnTo>
                  <a:lnTo>
                    <a:pt x="51877" y="503979"/>
                  </a:lnTo>
                  <a:lnTo>
                    <a:pt x="49956" y="503979"/>
                  </a:lnTo>
                  <a:lnTo>
                    <a:pt x="48035" y="503979"/>
                  </a:lnTo>
                  <a:lnTo>
                    <a:pt x="46113" y="503979"/>
                  </a:lnTo>
                  <a:lnTo>
                    <a:pt x="44192" y="503979"/>
                  </a:lnTo>
                  <a:lnTo>
                    <a:pt x="42270" y="503979"/>
                  </a:lnTo>
                  <a:lnTo>
                    <a:pt x="40349" y="503979"/>
                  </a:lnTo>
                  <a:lnTo>
                    <a:pt x="38428" y="503979"/>
                  </a:lnTo>
                  <a:lnTo>
                    <a:pt x="36506" y="503979"/>
                  </a:lnTo>
                  <a:lnTo>
                    <a:pt x="34585" y="503979"/>
                  </a:lnTo>
                  <a:lnTo>
                    <a:pt x="32663" y="503979"/>
                  </a:lnTo>
                  <a:lnTo>
                    <a:pt x="30742" y="503979"/>
                  </a:lnTo>
                  <a:lnTo>
                    <a:pt x="28821" y="503979"/>
                  </a:lnTo>
                  <a:lnTo>
                    <a:pt x="26899" y="503979"/>
                  </a:lnTo>
                  <a:lnTo>
                    <a:pt x="24978" y="503979"/>
                  </a:lnTo>
                  <a:lnTo>
                    <a:pt x="23056" y="503979"/>
                  </a:lnTo>
                  <a:lnTo>
                    <a:pt x="21135" y="503979"/>
                  </a:lnTo>
                  <a:lnTo>
                    <a:pt x="19214" y="503979"/>
                  </a:lnTo>
                  <a:lnTo>
                    <a:pt x="17292" y="503979"/>
                  </a:lnTo>
                  <a:lnTo>
                    <a:pt x="15371" y="503979"/>
                  </a:lnTo>
                  <a:lnTo>
                    <a:pt x="13449" y="503979"/>
                  </a:lnTo>
                  <a:lnTo>
                    <a:pt x="11528" y="503979"/>
                  </a:lnTo>
                  <a:lnTo>
                    <a:pt x="9607" y="503979"/>
                  </a:lnTo>
                  <a:lnTo>
                    <a:pt x="7685" y="503979"/>
                  </a:lnTo>
                  <a:lnTo>
                    <a:pt x="5764" y="503979"/>
                  </a:lnTo>
                  <a:lnTo>
                    <a:pt x="3842" y="503979"/>
                  </a:lnTo>
                  <a:lnTo>
                    <a:pt x="1921" y="50397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5467762" y="5479444"/>
              <a:ext cx="981838" cy="503979"/>
            </a:xfrm>
            <a:custGeom>
              <a:avLst/>
              <a:pathLst>
                <a:path w="981838" h="503979">
                  <a:moveTo>
                    <a:pt x="0" y="503979"/>
                  </a:moveTo>
                  <a:lnTo>
                    <a:pt x="1921" y="503979"/>
                  </a:lnTo>
                  <a:lnTo>
                    <a:pt x="3842" y="503979"/>
                  </a:lnTo>
                  <a:lnTo>
                    <a:pt x="5764" y="503979"/>
                  </a:lnTo>
                  <a:lnTo>
                    <a:pt x="7685" y="503979"/>
                  </a:lnTo>
                  <a:lnTo>
                    <a:pt x="9607" y="503979"/>
                  </a:lnTo>
                  <a:lnTo>
                    <a:pt x="11528" y="503979"/>
                  </a:lnTo>
                  <a:lnTo>
                    <a:pt x="13449" y="503979"/>
                  </a:lnTo>
                  <a:lnTo>
                    <a:pt x="15371" y="503979"/>
                  </a:lnTo>
                  <a:lnTo>
                    <a:pt x="17292" y="503979"/>
                  </a:lnTo>
                  <a:lnTo>
                    <a:pt x="19214" y="503979"/>
                  </a:lnTo>
                  <a:lnTo>
                    <a:pt x="21135" y="503979"/>
                  </a:lnTo>
                  <a:lnTo>
                    <a:pt x="23056" y="503979"/>
                  </a:lnTo>
                  <a:lnTo>
                    <a:pt x="24978" y="503979"/>
                  </a:lnTo>
                  <a:lnTo>
                    <a:pt x="26899" y="503979"/>
                  </a:lnTo>
                  <a:lnTo>
                    <a:pt x="28821" y="503979"/>
                  </a:lnTo>
                  <a:lnTo>
                    <a:pt x="30742" y="503979"/>
                  </a:lnTo>
                  <a:lnTo>
                    <a:pt x="32663" y="503978"/>
                  </a:lnTo>
                  <a:lnTo>
                    <a:pt x="34585" y="503978"/>
                  </a:lnTo>
                  <a:lnTo>
                    <a:pt x="36506" y="503978"/>
                  </a:lnTo>
                  <a:lnTo>
                    <a:pt x="38428" y="503978"/>
                  </a:lnTo>
                  <a:lnTo>
                    <a:pt x="40349" y="503977"/>
                  </a:lnTo>
                  <a:lnTo>
                    <a:pt x="42270" y="503976"/>
                  </a:lnTo>
                  <a:lnTo>
                    <a:pt x="44192" y="503974"/>
                  </a:lnTo>
                  <a:lnTo>
                    <a:pt x="46113" y="503971"/>
                  </a:lnTo>
                  <a:lnTo>
                    <a:pt x="48035" y="503967"/>
                  </a:lnTo>
                  <a:lnTo>
                    <a:pt x="49956" y="503958"/>
                  </a:lnTo>
                  <a:lnTo>
                    <a:pt x="51877" y="503945"/>
                  </a:lnTo>
                  <a:lnTo>
                    <a:pt x="53799" y="503924"/>
                  </a:lnTo>
                  <a:lnTo>
                    <a:pt x="55720" y="503892"/>
                  </a:lnTo>
                  <a:lnTo>
                    <a:pt x="57642" y="503845"/>
                  </a:lnTo>
                  <a:lnTo>
                    <a:pt x="59563" y="503775"/>
                  </a:lnTo>
                  <a:lnTo>
                    <a:pt x="61484" y="503676"/>
                  </a:lnTo>
                  <a:lnTo>
                    <a:pt x="63406" y="503537"/>
                  </a:lnTo>
                  <a:lnTo>
                    <a:pt x="65327" y="503348"/>
                  </a:lnTo>
                  <a:lnTo>
                    <a:pt x="67249" y="503095"/>
                  </a:lnTo>
                  <a:lnTo>
                    <a:pt x="69170" y="502762"/>
                  </a:lnTo>
                  <a:lnTo>
                    <a:pt x="71091" y="502322"/>
                  </a:lnTo>
                  <a:lnTo>
                    <a:pt x="73013" y="501763"/>
                  </a:lnTo>
                  <a:lnTo>
                    <a:pt x="74934" y="501070"/>
                  </a:lnTo>
                  <a:lnTo>
                    <a:pt x="76856" y="500228"/>
                  </a:lnTo>
                  <a:lnTo>
                    <a:pt x="78777" y="499224"/>
                  </a:lnTo>
                  <a:lnTo>
                    <a:pt x="80699" y="498049"/>
                  </a:lnTo>
                  <a:lnTo>
                    <a:pt x="82620" y="496697"/>
                  </a:lnTo>
                  <a:lnTo>
                    <a:pt x="84541" y="495170"/>
                  </a:lnTo>
                  <a:lnTo>
                    <a:pt x="86463" y="493472"/>
                  </a:lnTo>
                  <a:lnTo>
                    <a:pt x="88384" y="491616"/>
                  </a:lnTo>
                  <a:lnTo>
                    <a:pt x="90306" y="489612"/>
                  </a:lnTo>
                  <a:lnTo>
                    <a:pt x="92227" y="487489"/>
                  </a:lnTo>
                  <a:lnTo>
                    <a:pt x="94148" y="485285"/>
                  </a:lnTo>
                  <a:lnTo>
                    <a:pt x="96070" y="483037"/>
                  </a:lnTo>
                  <a:lnTo>
                    <a:pt x="97991" y="480785"/>
                  </a:lnTo>
                  <a:lnTo>
                    <a:pt x="99913" y="478570"/>
                  </a:lnTo>
                  <a:lnTo>
                    <a:pt x="101834" y="476437"/>
                  </a:lnTo>
                  <a:lnTo>
                    <a:pt x="103755" y="474432"/>
                  </a:lnTo>
                  <a:lnTo>
                    <a:pt x="105677" y="472599"/>
                  </a:lnTo>
                  <a:lnTo>
                    <a:pt x="107598" y="470978"/>
                  </a:lnTo>
                  <a:lnTo>
                    <a:pt x="109520" y="469608"/>
                  </a:lnTo>
                  <a:lnTo>
                    <a:pt x="111441" y="468550"/>
                  </a:lnTo>
                  <a:lnTo>
                    <a:pt x="113362" y="467793"/>
                  </a:lnTo>
                  <a:lnTo>
                    <a:pt x="115284" y="467338"/>
                  </a:lnTo>
                  <a:lnTo>
                    <a:pt x="117205" y="467175"/>
                  </a:lnTo>
                  <a:lnTo>
                    <a:pt x="119127" y="467281"/>
                  </a:lnTo>
                  <a:lnTo>
                    <a:pt x="121048" y="467623"/>
                  </a:lnTo>
                  <a:lnTo>
                    <a:pt x="122969" y="468159"/>
                  </a:lnTo>
                  <a:lnTo>
                    <a:pt x="124891" y="468840"/>
                  </a:lnTo>
                  <a:lnTo>
                    <a:pt x="126812" y="469613"/>
                  </a:lnTo>
                  <a:lnTo>
                    <a:pt x="128734" y="470424"/>
                  </a:lnTo>
                  <a:lnTo>
                    <a:pt x="130655" y="471215"/>
                  </a:lnTo>
                  <a:lnTo>
                    <a:pt x="132576" y="471927"/>
                  </a:lnTo>
                  <a:lnTo>
                    <a:pt x="134498" y="472520"/>
                  </a:lnTo>
                  <a:lnTo>
                    <a:pt x="136419" y="472955"/>
                  </a:lnTo>
                  <a:lnTo>
                    <a:pt x="138341" y="473203"/>
                  </a:lnTo>
                  <a:lnTo>
                    <a:pt x="140262" y="473241"/>
                  </a:lnTo>
                  <a:lnTo>
                    <a:pt x="142183" y="473056"/>
                  </a:lnTo>
                  <a:lnTo>
                    <a:pt x="144105" y="472640"/>
                  </a:lnTo>
                  <a:lnTo>
                    <a:pt x="146026" y="472000"/>
                  </a:lnTo>
                  <a:lnTo>
                    <a:pt x="147948" y="471151"/>
                  </a:lnTo>
                  <a:lnTo>
                    <a:pt x="149869" y="470122"/>
                  </a:lnTo>
                  <a:lnTo>
                    <a:pt x="151791" y="468948"/>
                  </a:lnTo>
                  <a:lnTo>
                    <a:pt x="153712" y="467708"/>
                  </a:lnTo>
                  <a:lnTo>
                    <a:pt x="155633" y="466470"/>
                  </a:lnTo>
                  <a:lnTo>
                    <a:pt x="157555" y="465306"/>
                  </a:lnTo>
                  <a:lnTo>
                    <a:pt x="159476" y="464294"/>
                  </a:lnTo>
                  <a:lnTo>
                    <a:pt x="161398" y="463505"/>
                  </a:lnTo>
                  <a:lnTo>
                    <a:pt x="163319" y="463006"/>
                  </a:lnTo>
                  <a:lnTo>
                    <a:pt x="165240" y="462852"/>
                  </a:lnTo>
                  <a:lnTo>
                    <a:pt x="167162" y="463081"/>
                  </a:lnTo>
                  <a:lnTo>
                    <a:pt x="169083" y="463715"/>
                  </a:lnTo>
                  <a:lnTo>
                    <a:pt x="171005" y="464781"/>
                  </a:lnTo>
                  <a:lnTo>
                    <a:pt x="172926" y="466238"/>
                  </a:lnTo>
                  <a:lnTo>
                    <a:pt x="174847" y="468023"/>
                  </a:lnTo>
                  <a:lnTo>
                    <a:pt x="176769" y="470074"/>
                  </a:lnTo>
                  <a:lnTo>
                    <a:pt x="178690" y="472320"/>
                  </a:lnTo>
                  <a:lnTo>
                    <a:pt x="180612" y="474687"/>
                  </a:lnTo>
                  <a:lnTo>
                    <a:pt x="182533" y="477098"/>
                  </a:lnTo>
                  <a:lnTo>
                    <a:pt x="184454" y="479480"/>
                  </a:lnTo>
                  <a:lnTo>
                    <a:pt x="186376" y="481770"/>
                  </a:lnTo>
                  <a:lnTo>
                    <a:pt x="188297" y="483914"/>
                  </a:lnTo>
                  <a:lnTo>
                    <a:pt x="190219" y="485866"/>
                  </a:lnTo>
                  <a:lnTo>
                    <a:pt x="192140" y="487583"/>
                  </a:lnTo>
                  <a:lnTo>
                    <a:pt x="194061" y="489075"/>
                  </a:lnTo>
                  <a:lnTo>
                    <a:pt x="195983" y="490347"/>
                  </a:lnTo>
                  <a:lnTo>
                    <a:pt x="197904" y="491410"/>
                  </a:lnTo>
                  <a:lnTo>
                    <a:pt x="199826" y="492285"/>
                  </a:lnTo>
                  <a:lnTo>
                    <a:pt x="201747" y="492994"/>
                  </a:lnTo>
                  <a:lnTo>
                    <a:pt x="203668" y="493563"/>
                  </a:lnTo>
                  <a:lnTo>
                    <a:pt x="205590" y="494015"/>
                  </a:lnTo>
                  <a:lnTo>
                    <a:pt x="207511" y="494371"/>
                  </a:lnTo>
                  <a:lnTo>
                    <a:pt x="209433" y="494651"/>
                  </a:lnTo>
                  <a:lnTo>
                    <a:pt x="211354" y="494865"/>
                  </a:lnTo>
                  <a:lnTo>
                    <a:pt x="213275" y="495025"/>
                  </a:lnTo>
                  <a:lnTo>
                    <a:pt x="215197" y="495139"/>
                  </a:lnTo>
                  <a:lnTo>
                    <a:pt x="217118" y="495205"/>
                  </a:lnTo>
                  <a:lnTo>
                    <a:pt x="219040" y="495219"/>
                  </a:lnTo>
                  <a:lnTo>
                    <a:pt x="220961" y="495177"/>
                  </a:lnTo>
                  <a:lnTo>
                    <a:pt x="222883" y="495068"/>
                  </a:lnTo>
                  <a:lnTo>
                    <a:pt x="224804" y="494882"/>
                  </a:lnTo>
                  <a:lnTo>
                    <a:pt x="226725" y="494608"/>
                  </a:lnTo>
                  <a:lnTo>
                    <a:pt x="228647" y="494235"/>
                  </a:lnTo>
                  <a:lnTo>
                    <a:pt x="230568" y="493748"/>
                  </a:lnTo>
                  <a:lnTo>
                    <a:pt x="232490" y="493130"/>
                  </a:lnTo>
                  <a:lnTo>
                    <a:pt x="234411" y="492385"/>
                  </a:lnTo>
                  <a:lnTo>
                    <a:pt x="236332" y="491510"/>
                  </a:lnTo>
                  <a:lnTo>
                    <a:pt x="238254" y="490506"/>
                  </a:lnTo>
                  <a:lnTo>
                    <a:pt x="240175" y="489379"/>
                  </a:lnTo>
                  <a:lnTo>
                    <a:pt x="242097" y="488136"/>
                  </a:lnTo>
                  <a:lnTo>
                    <a:pt x="244018" y="486789"/>
                  </a:lnTo>
                  <a:lnTo>
                    <a:pt x="245939" y="485350"/>
                  </a:lnTo>
                  <a:lnTo>
                    <a:pt x="247861" y="483833"/>
                  </a:lnTo>
                  <a:lnTo>
                    <a:pt x="249782" y="482252"/>
                  </a:lnTo>
                  <a:lnTo>
                    <a:pt x="251704" y="480615"/>
                  </a:lnTo>
                  <a:lnTo>
                    <a:pt x="253625" y="478936"/>
                  </a:lnTo>
                  <a:lnTo>
                    <a:pt x="255546" y="477222"/>
                  </a:lnTo>
                  <a:lnTo>
                    <a:pt x="257468" y="475475"/>
                  </a:lnTo>
                  <a:lnTo>
                    <a:pt x="259389" y="473697"/>
                  </a:lnTo>
                  <a:lnTo>
                    <a:pt x="261311" y="471889"/>
                  </a:lnTo>
                  <a:lnTo>
                    <a:pt x="263232" y="470054"/>
                  </a:lnTo>
                  <a:lnTo>
                    <a:pt x="265153" y="468195"/>
                  </a:lnTo>
                  <a:lnTo>
                    <a:pt x="267075" y="466321"/>
                  </a:lnTo>
                  <a:lnTo>
                    <a:pt x="268996" y="464444"/>
                  </a:lnTo>
                  <a:lnTo>
                    <a:pt x="270918" y="462583"/>
                  </a:lnTo>
                  <a:lnTo>
                    <a:pt x="272839" y="460762"/>
                  </a:lnTo>
                  <a:lnTo>
                    <a:pt x="274760" y="459002"/>
                  </a:lnTo>
                  <a:lnTo>
                    <a:pt x="276682" y="457320"/>
                  </a:lnTo>
                  <a:lnTo>
                    <a:pt x="278603" y="455729"/>
                  </a:lnTo>
                  <a:lnTo>
                    <a:pt x="280525" y="454229"/>
                  </a:lnTo>
                  <a:lnTo>
                    <a:pt x="282446" y="452811"/>
                  </a:lnTo>
                  <a:lnTo>
                    <a:pt x="284367" y="451451"/>
                  </a:lnTo>
                  <a:lnTo>
                    <a:pt x="286289" y="450108"/>
                  </a:lnTo>
                  <a:lnTo>
                    <a:pt x="288210" y="448730"/>
                  </a:lnTo>
                  <a:lnTo>
                    <a:pt x="290132" y="447246"/>
                  </a:lnTo>
                  <a:lnTo>
                    <a:pt x="292053" y="445543"/>
                  </a:lnTo>
                  <a:lnTo>
                    <a:pt x="293975" y="443536"/>
                  </a:lnTo>
                  <a:lnTo>
                    <a:pt x="295896" y="441130"/>
                  </a:lnTo>
                  <a:lnTo>
                    <a:pt x="297817" y="438226"/>
                  </a:lnTo>
                  <a:lnTo>
                    <a:pt x="299739" y="434726"/>
                  </a:lnTo>
                  <a:lnTo>
                    <a:pt x="301660" y="430533"/>
                  </a:lnTo>
                  <a:lnTo>
                    <a:pt x="303582" y="425557"/>
                  </a:lnTo>
                  <a:lnTo>
                    <a:pt x="305503" y="419707"/>
                  </a:lnTo>
                  <a:lnTo>
                    <a:pt x="307424" y="412900"/>
                  </a:lnTo>
                  <a:lnTo>
                    <a:pt x="309346" y="405056"/>
                  </a:lnTo>
                  <a:lnTo>
                    <a:pt x="311267" y="396027"/>
                  </a:lnTo>
                  <a:lnTo>
                    <a:pt x="313189" y="385734"/>
                  </a:lnTo>
                  <a:lnTo>
                    <a:pt x="315110" y="374184"/>
                  </a:lnTo>
                  <a:lnTo>
                    <a:pt x="317031" y="361329"/>
                  </a:lnTo>
                  <a:lnTo>
                    <a:pt x="318953" y="347139"/>
                  </a:lnTo>
                  <a:lnTo>
                    <a:pt x="320874" y="331601"/>
                  </a:lnTo>
                  <a:lnTo>
                    <a:pt x="322796" y="314726"/>
                  </a:lnTo>
                  <a:lnTo>
                    <a:pt x="324717" y="296550"/>
                  </a:lnTo>
                  <a:lnTo>
                    <a:pt x="326638" y="277143"/>
                  </a:lnTo>
                  <a:lnTo>
                    <a:pt x="328560" y="256605"/>
                  </a:lnTo>
                  <a:lnTo>
                    <a:pt x="330481" y="235068"/>
                  </a:lnTo>
                  <a:lnTo>
                    <a:pt x="332403" y="212656"/>
                  </a:lnTo>
                  <a:lnTo>
                    <a:pt x="334324" y="189707"/>
                  </a:lnTo>
                  <a:lnTo>
                    <a:pt x="336245" y="166487"/>
                  </a:lnTo>
                  <a:lnTo>
                    <a:pt x="338167" y="143298"/>
                  </a:lnTo>
                  <a:lnTo>
                    <a:pt x="340088" y="120478"/>
                  </a:lnTo>
                  <a:lnTo>
                    <a:pt x="342010" y="98395"/>
                  </a:lnTo>
                  <a:lnTo>
                    <a:pt x="343931" y="77448"/>
                  </a:lnTo>
                  <a:lnTo>
                    <a:pt x="345852" y="58059"/>
                  </a:lnTo>
                  <a:lnTo>
                    <a:pt x="347774" y="40662"/>
                  </a:lnTo>
                  <a:lnTo>
                    <a:pt x="349695" y="25700"/>
                  </a:lnTo>
                  <a:lnTo>
                    <a:pt x="351617" y="13844"/>
                  </a:lnTo>
                  <a:lnTo>
                    <a:pt x="353538" y="5474"/>
                  </a:lnTo>
                  <a:lnTo>
                    <a:pt x="355459" y="780"/>
                  </a:lnTo>
                  <a:lnTo>
                    <a:pt x="357381" y="0"/>
                  </a:lnTo>
                  <a:lnTo>
                    <a:pt x="359302" y="3275"/>
                  </a:lnTo>
                  <a:lnTo>
                    <a:pt x="361224" y="10637"/>
                  </a:lnTo>
                  <a:lnTo>
                    <a:pt x="363145" y="22000"/>
                  </a:lnTo>
                  <a:lnTo>
                    <a:pt x="365067" y="37161"/>
                  </a:lnTo>
                  <a:lnTo>
                    <a:pt x="366988" y="55806"/>
                  </a:lnTo>
                  <a:lnTo>
                    <a:pt x="368909" y="77519"/>
                  </a:lnTo>
                  <a:lnTo>
                    <a:pt x="370831" y="101844"/>
                  </a:lnTo>
                  <a:lnTo>
                    <a:pt x="372752" y="128287"/>
                  </a:lnTo>
                  <a:lnTo>
                    <a:pt x="374674" y="156009"/>
                  </a:lnTo>
                  <a:lnTo>
                    <a:pt x="376595" y="184432"/>
                  </a:lnTo>
                  <a:lnTo>
                    <a:pt x="378516" y="213013"/>
                  </a:lnTo>
                  <a:lnTo>
                    <a:pt x="380438" y="241254"/>
                  </a:lnTo>
                  <a:lnTo>
                    <a:pt x="382359" y="268721"/>
                  </a:lnTo>
                  <a:lnTo>
                    <a:pt x="384281" y="295048"/>
                  </a:lnTo>
                  <a:lnTo>
                    <a:pt x="386202" y="319942"/>
                  </a:lnTo>
                  <a:lnTo>
                    <a:pt x="388123" y="343183"/>
                  </a:lnTo>
                  <a:lnTo>
                    <a:pt x="390045" y="364617"/>
                  </a:lnTo>
                  <a:lnTo>
                    <a:pt x="391966" y="383989"/>
                  </a:lnTo>
                  <a:lnTo>
                    <a:pt x="393888" y="401373"/>
                  </a:lnTo>
                  <a:lnTo>
                    <a:pt x="395809" y="416858"/>
                  </a:lnTo>
                  <a:lnTo>
                    <a:pt x="397730" y="430505"/>
                  </a:lnTo>
                  <a:lnTo>
                    <a:pt x="399652" y="442401"/>
                  </a:lnTo>
                  <a:lnTo>
                    <a:pt x="401573" y="452654"/>
                  </a:lnTo>
                  <a:lnTo>
                    <a:pt x="403495" y="461390"/>
                  </a:lnTo>
                  <a:lnTo>
                    <a:pt x="405416" y="468743"/>
                  </a:lnTo>
                  <a:lnTo>
                    <a:pt x="407337" y="474856"/>
                  </a:lnTo>
                  <a:lnTo>
                    <a:pt x="409259" y="479876"/>
                  </a:lnTo>
                  <a:lnTo>
                    <a:pt x="411180" y="483921"/>
                  </a:lnTo>
                  <a:lnTo>
                    <a:pt x="413102" y="487117"/>
                  </a:lnTo>
                  <a:lnTo>
                    <a:pt x="415023" y="489674"/>
                  </a:lnTo>
                  <a:lnTo>
                    <a:pt x="416944" y="491712"/>
                  </a:lnTo>
                  <a:lnTo>
                    <a:pt x="418866" y="493335"/>
                  </a:lnTo>
                  <a:lnTo>
                    <a:pt x="420787" y="494636"/>
                  </a:lnTo>
                  <a:lnTo>
                    <a:pt x="422709" y="495689"/>
                  </a:lnTo>
                  <a:lnTo>
                    <a:pt x="424630" y="496553"/>
                  </a:lnTo>
                  <a:lnTo>
                    <a:pt x="426551" y="497274"/>
                  </a:lnTo>
                  <a:lnTo>
                    <a:pt x="428473" y="497884"/>
                  </a:lnTo>
                  <a:lnTo>
                    <a:pt x="430394" y="498404"/>
                  </a:lnTo>
                  <a:lnTo>
                    <a:pt x="432316" y="498839"/>
                  </a:lnTo>
                  <a:lnTo>
                    <a:pt x="434237" y="499204"/>
                  </a:lnTo>
                  <a:lnTo>
                    <a:pt x="436159" y="499501"/>
                  </a:lnTo>
                  <a:lnTo>
                    <a:pt x="438080" y="499736"/>
                  </a:lnTo>
                  <a:lnTo>
                    <a:pt x="440001" y="499912"/>
                  </a:lnTo>
                  <a:lnTo>
                    <a:pt x="441923" y="500035"/>
                  </a:lnTo>
                  <a:lnTo>
                    <a:pt x="443844" y="500113"/>
                  </a:lnTo>
                  <a:lnTo>
                    <a:pt x="445766" y="500155"/>
                  </a:lnTo>
                  <a:lnTo>
                    <a:pt x="447687" y="500169"/>
                  </a:lnTo>
                  <a:lnTo>
                    <a:pt x="449608" y="500166"/>
                  </a:lnTo>
                  <a:lnTo>
                    <a:pt x="451530" y="500155"/>
                  </a:lnTo>
                  <a:lnTo>
                    <a:pt x="453451" y="500143"/>
                  </a:lnTo>
                  <a:lnTo>
                    <a:pt x="455373" y="500136"/>
                  </a:lnTo>
                  <a:lnTo>
                    <a:pt x="457294" y="500135"/>
                  </a:lnTo>
                  <a:lnTo>
                    <a:pt x="459215" y="500142"/>
                  </a:lnTo>
                  <a:lnTo>
                    <a:pt x="461137" y="500154"/>
                  </a:lnTo>
                  <a:lnTo>
                    <a:pt x="463058" y="500172"/>
                  </a:lnTo>
                  <a:lnTo>
                    <a:pt x="464980" y="500193"/>
                  </a:lnTo>
                  <a:lnTo>
                    <a:pt x="466901" y="500216"/>
                  </a:lnTo>
                  <a:lnTo>
                    <a:pt x="468822" y="500240"/>
                  </a:lnTo>
                  <a:lnTo>
                    <a:pt x="470744" y="500266"/>
                  </a:lnTo>
                  <a:lnTo>
                    <a:pt x="472665" y="500297"/>
                  </a:lnTo>
                  <a:lnTo>
                    <a:pt x="474587" y="500335"/>
                  </a:lnTo>
                  <a:lnTo>
                    <a:pt x="476508" y="500383"/>
                  </a:lnTo>
                  <a:lnTo>
                    <a:pt x="478429" y="500446"/>
                  </a:lnTo>
                  <a:lnTo>
                    <a:pt x="480351" y="500525"/>
                  </a:lnTo>
                  <a:lnTo>
                    <a:pt x="482272" y="500624"/>
                  </a:lnTo>
                  <a:lnTo>
                    <a:pt x="484194" y="500745"/>
                  </a:lnTo>
                  <a:lnTo>
                    <a:pt x="486115" y="500888"/>
                  </a:lnTo>
                  <a:lnTo>
                    <a:pt x="488036" y="501052"/>
                  </a:lnTo>
                  <a:lnTo>
                    <a:pt x="489958" y="501237"/>
                  </a:lnTo>
                  <a:lnTo>
                    <a:pt x="491879" y="501439"/>
                  </a:lnTo>
                  <a:lnTo>
                    <a:pt x="493801" y="501655"/>
                  </a:lnTo>
                  <a:lnTo>
                    <a:pt x="495722" y="501879"/>
                  </a:lnTo>
                  <a:lnTo>
                    <a:pt x="497643" y="502106"/>
                  </a:lnTo>
                  <a:lnTo>
                    <a:pt x="499565" y="502331"/>
                  </a:lnTo>
                  <a:lnTo>
                    <a:pt x="501486" y="502550"/>
                  </a:lnTo>
                  <a:lnTo>
                    <a:pt x="503408" y="502759"/>
                  </a:lnTo>
                  <a:lnTo>
                    <a:pt x="505329" y="502954"/>
                  </a:lnTo>
                  <a:lnTo>
                    <a:pt x="507250" y="503132"/>
                  </a:lnTo>
                  <a:lnTo>
                    <a:pt x="509172" y="503291"/>
                  </a:lnTo>
                  <a:lnTo>
                    <a:pt x="511093" y="503430"/>
                  </a:lnTo>
                  <a:lnTo>
                    <a:pt x="513015" y="503548"/>
                  </a:lnTo>
                  <a:lnTo>
                    <a:pt x="514936" y="503646"/>
                  </a:lnTo>
                  <a:lnTo>
                    <a:pt x="516858" y="503726"/>
                  </a:lnTo>
                  <a:lnTo>
                    <a:pt x="518779" y="503791"/>
                  </a:lnTo>
                  <a:lnTo>
                    <a:pt x="520700" y="503842"/>
                  </a:lnTo>
                  <a:lnTo>
                    <a:pt x="522622" y="503881"/>
                  </a:lnTo>
                  <a:lnTo>
                    <a:pt x="524543" y="503910"/>
                  </a:lnTo>
                  <a:lnTo>
                    <a:pt x="526465" y="503932"/>
                  </a:lnTo>
                  <a:lnTo>
                    <a:pt x="528386" y="503947"/>
                  </a:lnTo>
                  <a:lnTo>
                    <a:pt x="530307" y="503958"/>
                  </a:lnTo>
                  <a:lnTo>
                    <a:pt x="532229" y="503965"/>
                  </a:lnTo>
                  <a:lnTo>
                    <a:pt x="534150" y="503970"/>
                  </a:lnTo>
                  <a:lnTo>
                    <a:pt x="536072" y="503973"/>
                  </a:lnTo>
                  <a:lnTo>
                    <a:pt x="537993" y="503975"/>
                  </a:lnTo>
                  <a:lnTo>
                    <a:pt x="539914" y="503976"/>
                  </a:lnTo>
                  <a:lnTo>
                    <a:pt x="541836" y="503976"/>
                  </a:lnTo>
                  <a:lnTo>
                    <a:pt x="543757" y="503976"/>
                  </a:lnTo>
                  <a:lnTo>
                    <a:pt x="545679" y="503975"/>
                  </a:lnTo>
                  <a:lnTo>
                    <a:pt x="547600" y="503973"/>
                  </a:lnTo>
                  <a:lnTo>
                    <a:pt x="549521" y="503970"/>
                  </a:lnTo>
                  <a:lnTo>
                    <a:pt x="551443" y="503965"/>
                  </a:lnTo>
                  <a:lnTo>
                    <a:pt x="553364" y="503957"/>
                  </a:lnTo>
                  <a:lnTo>
                    <a:pt x="555286" y="503947"/>
                  </a:lnTo>
                  <a:lnTo>
                    <a:pt x="557207" y="503932"/>
                  </a:lnTo>
                  <a:lnTo>
                    <a:pt x="559128" y="503911"/>
                  </a:lnTo>
                  <a:lnTo>
                    <a:pt x="561050" y="503884"/>
                  </a:lnTo>
                  <a:lnTo>
                    <a:pt x="562971" y="503848"/>
                  </a:lnTo>
                  <a:lnTo>
                    <a:pt x="564893" y="503803"/>
                  </a:lnTo>
                  <a:lnTo>
                    <a:pt x="566814" y="503748"/>
                  </a:lnTo>
                  <a:lnTo>
                    <a:pt x="568735" y="503681"/>
                  </a:lnTo>
                  <a:lnTo>
                    <a:pt x="570657" y="503603"/>
                  </a:lnTo>
                  <a:lnTo>
                    <a:pt x="572578" y="503513"/>
                  </a:lnTo>
                  <a:lnTo>
                    <a:pt x="574500" y="503413"/>
                  </a:lnTo>
                  <a:lnTo>
                    <a:pt x="576421" y="503305"/>
                  </a:lnTo>
                  <a:lnTo>
                    <a:pt x="578342" y="503194"/>
                  </a:lnTo>
                  <a:lnTo>
                    <a:pt x="580264" y="503081"/>
                  </a:lnTo>
                  <a:lnTo>
                    <a:pt x="582185" y="502971"/>
                  </a:lnTo>
                  <a:lnTo>
                    <a:pt x="584107" y="502867"/>
                  </a:lnTo>
                  <a:lnTo>
                    <a:pt x="586028" y="502773"/>
                  </a:lnTo>
                  <a:lnTo>
                    <a:pt x="587950" y="502690"/>
                  </a:lnTo>
                  <a:lnTo>
                    <a:pt x="589871" y="502620"/>
                  </a:lnTo>
                  <a:lnTo>
                    <a:pt x="591792" y="502565"/>
                  </a:lnTo>
                  <a:lnTo>
                    <a:pt x="593714" y="502523"/>
                  </a:lnTo>
                  <a:lnTo>
                    <a:pt x="595635" y="502493"/>
                  </a:lnTo>
                  <a:lnTo>
                    <a:pt x="597557" y="502473"/>
                  </a:lnTo>
                  <a:lnTo>
                    <a:pt x="599478" y="502462"/>
                  </a:lnTo>
                  <a:lnTo>
                    <a:pt x="601399" y="502456"/>
                  </a:lnTo>
                  <a:lnTo>
                    <a:pt x="603321" y="502458"/>
                  </a:lnTo>
                  <a:lnTo>
                    <a:pt x="605242" y="502465"/>
                  </a:lnTo>
                  <a:lnTo>
                    <a:pt x="607164" y="502480"/>
                  </a:lnTo>
                  <a:lnTo>
                    <a:pt x="609085" y="502503"/>
                  </a:lnTo>
                  <a:lnTo>
                    <a:pt x="611006" y="502537"/>
                  </a:lnTo>
                  <a:lnTo>
                    <a:pt x="612928" y="502584"/>
                  </a:lnTo>
                  <a:lnTo>
                    <a:pt x="614849" y="502645"/>
                  </a:lnTo>
                  <a:lnTo>
                    <a:pt x="616771" y="502719"/>
                  </a:lnTo>
                  <a:lnTo>
                    <a:pt x="618692" y="502806"/>
                  </a:lnTo>
                  <a:lnTo>
                    <a:pt x="620613" y="502904"/>
                  </a:lnTo>
                  <a:lnTo>
                    <a:pt x="622535" y="503010"/>
                  </a:lnTo>
                  <a:lnTo>
                    <a:pt x="624456" y="503121"/>
                  </a:lnTo>
                  <a:lnTo>
                    <a:pt x="626378" y="503234"/>
                  </a:lnTo>
                  <a:lnTo>
                    <a:pt x="628299" y="503344"/>
                  </a:lnTo>
                  <a:lnTo>
                    <a:pt x="630220" y="503449"/>
                  </a:lnTo>
                  <a:lnTo>
                    <a:pt x="632142" y="503545"/>
                  </a:lnTo>
                  <a:lnTo>
                    <a:pt x="634063" y="503630"/>
                  </a:lnTo>
                  <a:lnTo>
                    <a:pt x="635985" y="503704"/>
                  </a:lnTo>
                  <a:lnTo>
                    <a:pt x="637906" y="503766"/>
                  </a:lnTo>
                  <a:lnTo>
                    <a:pt x="639827" y="503816"/>
                  </a:lnTo>
                  <a:lnTo>
                    <a:pt x="641749" y="503855"/>
                  </a:lnTo>
                  <a:lnTo>
                    <a:pt x="643670" y="503883"/>
                  </a:lnTo>
                  <a:lnTo>
                    <a:pt x="645592" y="503902"/>
                  </a:lnTo>
                  <a:lnTo>
                    <a:pt x="647513" y="503912"/>
                  </a:lnTo>
                  <a:lnTo>
                    <a:pt x="649434" y="503914"/>
                  </a:lnTo>
                  <a:lnTo>
                    <a:pt x="651356" y="503907"/>
                  </a:lnTo>
                  <a:lnTo>
                    <a:pt x="653277" y="503890"/>
                  </a:lnTo>
                  <a:lnTo>
                    <a:pt x="655199" y="503863"/>
                  </a:lnTo>
                  <a:lnTo>
                    <a:pt x="657120" y="503826"/>
                  </a:lnTo>
                  <a:lnTo>
                    <a:pt x="659042" y="503777"/>
                  </a:lnTo>
                  <a:lnTo>
                    <a:pt x="660963" y="503717"/>
                  </a:lnTo>
                  <a:lnTo>
                    <a:pt x="662884" y="503643"/>
                  </a:lnTo>
                  <a:lnTo>
                    <a:pt x="664806" y="503558"/>
                  </a:lnTo>
                  <a:lnTo>
                    <a:pt x="666727" y="503460"/>
                  </a:lnTo>
                  <a:lnTo>
                    <a:pt x="668649" y="503351"/>
                  </a:lnTo>
                  <a:lnTo>
                    <a:pt x="670570" y="503233"/>
                  </a:lnTo>
                  <a:lnTo>
                    <a:pt x="672491" y="503107"/>
                  </a:lnTo>
                  <a:lnTo>
                    <a:pt x="674413" y="502976"/>
                  </a:lnTo>
                  <a:lnTo>
                    <a:pt x="676334" y="502844"/>
                  </a:lnTo>
                  <a:lnTo>
                    <a:pt x="678256" y="502712"/>
                  </a:lnTo>
                  <a:lnTo>
                    <a:pt x="680177" y="502582"/>
                  </a:lnTo>
                  <a:lnTo>
                    <a:pt x="682098" y="502455"/>
                  </a:lnTo>
                  <a:lnTo>
                    <a:pt x="684020" y="502331"/>
                  </a:lnTo>
                  <a:lnTo>
                    <a:pt x="685941" y="502210"/>
                  </a:lnTo>
                  <a:lnTo>
                    <a:pt x="687863" y="502092"/>
                  </a:lnTo>
                  <a:lnTo>
                    <a:pt x="689784" y="501976"/>
                  </a:lnTo>
                  <a:lnTo>
                    <a:pt x="691705" y="501863"/>
                  </a:lnTo>
                  <a:lnTo>
                    <a:pt x="693627" y="501754"/>
                  </a:lnTo>
                  <a:lnTo>
                    <a:pt x="695548" y="501653"/>
                  </a:lnTo>
                  <a:lnTo>
                    <a:pt x="697470" y="501563"/>
                  </a:lnTo>
                  <a:lnTo>
                    <a:pt x="699391" y="501490"/>
                  </a:lnTo>
                  <a:lnTo>
                    <a:pt x="701312" y="501437"/>
                  </a:lnTo>
                  <a:lnTo>
                    <a:pt x="703234" y="501411"/>
                  </a:lnTo>
                  <a:lnTo>
                    <a:pt x="705155" y="501415"/>
                  </a:lnTo>
                  <a:lnTo>
                    <a:pt x="707077" y="501452"/>
                  </a:lnTo>
                  <a:lnTo>
                    <a:pt x="708998" y="501521"/>
                  </a:lnTo>
                  <a:lnTo>
                    <a:pt x="710919" y="501620"/>
                  </a:lnTo>
                  <a:lnTo>
                    <a:pt x="712841" y="501744"/>
                  </a:lnTo>
                  <a:lnTo>
                    <a:pt x="714762" y="501883"/>
                  </a:lnTo>
                  <a:lnTo>
                    <a:pt x="716684" y="502026"/>
                  </a:lnTo>
                  <a:lnTo>
                    <a:pt x="718605" y="502161"/>
                  </a:lnTo>
                  <a:lnTo>
                    <a:pt x="720526" y="502276"/>
                  </a:lnTo>
                  <a:lnTo>
                    <a:pt x="722448" y="502362"/>
                  </a:lnTo>
                  <a:lnTo>
                    <a:pt x="724369" y="502409"/>
                  </a:lnTo>
                  <a:lnTo>
                    <a:pt x="726291" y="502410"/>
                  </a:lnTo>
                  <a:lnTo>
                    <a:pt x="728212" y="502363"/>
                  </a:lnTo>
                  <a:lnTo>
                    <a:pt x="730134" y="502267"/>
                  </a:lnTo>
                  <a:lnTo>
                    <a:pt x="732055" y="502123"/>
                  </a:lnTo>
                  <a:lnTo>
                    <a:pt x="733976" y="501937"/>
                  </a:lnTo>
                  <a:lnTo>
                    <a:pt x="735898" y="501724"/>
                  </a:lnTo>
                  <a:lnTo>
                    <a:pt x="737819" y="501495"/>
                  </a:lnTo>
                  <a:lnTo>
                    <a:pt x="739741" y="501262"/>
                  </a:lnTo>
                  <a:lnTo>
                    <a:pt x="741662" y="501040"/>
                  </a:lnTo>
                  <a:lnTo>
                    <a:pt x="743583" y="500840"/>
                  </a:lnTo>
                  <a:lnTo>
                    <a:pt x="745505" y="500672"/>
                  </a:lnTo>
                  <a:lnTo>
                    <a:pt x="747426" y="500542"/>
                  </a:lnTo>
                  <a:lnTo>
                    <a:pt x="749348" y="500455"/>
                  </a:lnTo>
                  <a:lnTo>
                    <a:pt x="751269" y="500412"/>
                  </a:lnTo>
                  <a:lnTo>
                    <a:pt x="753190" y="500411"/>
                  </a:lnTo>
                  <a:lnTo>
                    <a:pt x="755112" y="500445"/>
                  </a:lnTo>
                  <a:lnTo>
                    <a:pt x="757033" y="500503"/>
                  </a:lnTo>
                  <a:lnTo>
                    <a:pt x="758955" y="500576"/>
                  </a:lnTo>
                  <a:lnTo>
                    <a:pt x="760876" y="500657"/>
                  </a:lnTo>
                  <a:lnTo>
                    <a:pt x="762797" y="500738"/>
                  </a:lnTo>
                  <a:lnTo>
                    <a:pt x="764719" y="500815"/>
                  </a:lnTo>
                  <a:lnTo>
                    <a:pt x="766640" y="500885"/>
                  </a:lnTo>
                  <a:lnTo>
                    <a:pt x="768562" y="500951"/>
                  </a:lnTo>
                  <a:lnTo>
                    <a:pt x="770483" y="501014"/>
                  </a:lnTo>
                  <a:lnTo>
                    <a:pt x="772404" y="501081"/>
                  </a:lnTo>
                  <a:lnTo>
                    <a:pt x="774326" y="501158"/>
                  </a:lnTo>
                  <a:lnTo>
                    <a:pt x="776247" y="501250"/>
                  </a:lnTo>
                  <a:lnTo>
                    <a:pt x="778169" y="501363"/>
                  </a:lnTo>
                  <a:lnTo>
                    <a:pt x="780090" y="501496"/>
                  </a:lnTo>
                  <a:lnTo>
                    <a:pt x="782011" y="501651"/>
                  </a:lnTo>
                  <a:lnTo>
                    <a:pt x="783933" y="501823"/>
                  </a:lnTo>
                  <a:lnTo>
                    <a:pt x="785854" y="502009"/>
                  </a:lnTo>
                  <a:lnTo>
                    <a:pt x="787776" y="502200"/>
                  </a:lnTo>
                  <a:lnTo>
                    <a:pt x="789697" y="502389"/>
                  </a:lnTo>
                  <a:lnTo>
                    <a:pt x="791618" y="502567"/>
                  </a:lnTo>
                  <a:lnTo>
                    <a:pt x="793540" y="502722"/>
                  </a:lnTo>
                  <a:lnTo>
                    <a:pt x="795461" y="502846"/>
                  </a:lnTo>
                  <a:lnTo>
                    <a:pt x="797383" y="502935"/>
                  </a:lnTo>
                  <a:lnTo>
                    <a:pt x="799304" y="502984"/>
                  </a:lnTo>
                  <a:lnTo>
                    <a:pt x="801226" y="502990"/>
                  </a:lnTo>
                  <a:lnTo>
                    <a:pt x="803147" y="502955"/>
                  </a:lnTo>
                  <a:lnTo>
                    <a:pt x="805068" y="502879"/>
                  </a:lnTo>
                  <a:lnTo>
                    <a:pt x="806990" y="502768"/>
                  </a:lnTo>
                  <a:lnTo>
                    <a:pt x="808911" y="502627"/>
                  </a:lnTo>
                  <a:lnTo>
                    <a:pt x="810833" y="502463"/>
                  </a:lnTo>
                  <a:lnTo>
                    <a:pt x="812754" y="502287"/>
                  </a:lnTo>
                  <a:lnTo>
                    <a:pt x="814675" y="502109"/>
                  </a:lnTo>
                  <a:lnTo>
                    <a:pt x="816597" y="501940"/>
                  </a:lnTo>
                  <a:lnTo>
                    <a:pt x="818518" y="501789"/>
                  </a:lnTo>
                  <a:lnTo>
                    <a:pt x="820440" y="501662"/>
                  </a:lnTo>
                  <a:lnTo>
                    <a:pt x="822361" y="501566"/>
                  </a:lnTo>
                  <a:lnTo>
                    <a:pt x="824282" y="501503"/>
                  </a:lnTo>
                  <a:lnTo>
                    <a:pt x="826204" y="501474"/>
                  </a:lnTo>
                  <a:lnTo>
                    <a:pt x="828125" y="501477"/>
                  </a:lnTo>
                  <a:lnTo>
                    <a:pt x="830047" y="501509"/>
                  </a:lnTo>
                  <a:lnTo>
                    <a:pt x="831968" y="501565"/>
                  </a:lnTo>
                  <a:lnTo>
                    <a:pt x="833889" y="501642"/>
                  </a:lnTo>
                  <a:lnTo>
                    <a:pt x="835811" y="501731"/>
                  </a:lnTo>
                  <a:lnTo>
                    <a:pt x="837732" y="501828"/>
                  </a:lnTo>
                  <a:lnTo>
                    <a:pt x="839654" y="501930"/>
                  </a:lnTo>
                  <a:lnTo>
                    <a:pt x="841575" y="502035"/>
                  </a:lnTo>
                  <a:lnTo>
                    <a:pt x="843496" y="502143"/>
                  </a:lnTo>
                  <a:lnTo>
                    <a:pt x="845418" y="502254"/>
                  </a:lnTo>
                  <a:lnTo>
                    <a:pt x="847339" y="502367"/>
                  </a:lnTo>
                  <a:lnTo>
                    <a:pt x="849261" y="502484"/>
                  </a:lnTo>
                  <a:lnTo>
                    <a:pt x="851182" y="502605"/>
                  </a:lnTo>
                  <a:lnTo>
                    <a:pt x="853103" y="502730"/>
                  </a:lnTo>
                  <a:lnTo>
                    <a:pt x="855025" y="502857"/>
                  </a:lnTo>
                  <a:lnTo>
                    <a:pt x="856946" y="502984"/>
                  </a:lnTo>
                  <a:lnTo>
                    <a:pt x="858868" y="503109"/>
                  </a:lnTo>
                  <a:lnTo>
                    <a:pt x="860789" y="503227"/>
                  </a:lnTo>
                  <a:lnTo>
                    <a:pt x="862710" y="503336"/>
                  </a:lnTo>
                  <a:lnTo>
                    <a:pt x="864632" y="503431"/>
                  </a:lnTo>
                  <a:lnTo>
                    <a:pt x="866553" y="503511"/>
                  </a:lnTo>
                  <a:lnTo>
                    <a:pt x="868475" y="503572"/>
                  </a:lnTo>
                  <a:lnTo>
                    <a:pt x="870396" y="503611"/>
                  </a:lnTo>
                  <a:lnTo>
                    <a:pt x="872318" y="503627"/>
                  </a:lnTo>
                  <a:lnTo>
                    <a:pt x="874239" y="503613"/>
                  </a:lnTo>
                  <a:lnTo>
                    <a:pt x="876160" y="503572"/>
                  </a:lnTo>
                  <a:lnTo>
                    <a:pt x="878082" y="503502"/>
                  </a:lnTo>
                  <a:lnTo>
                    <a:pt x="880003" y="503403"/>
                  </a:lnTo>
                  <a:lnTo>
                    <a:pt x="881925" y="503277"/>
                  </a:lnTo>
                  <a:lnTo>
                    <a:pt x="883846" y="503125"/>
                  </a:lnTo>
                  <a:lnTo>
                    <a:pt x="885767" y="502952"/>
                  </a:lnTo>
                  <a:lnTo>
                    <a:pt x="887689" y="502762"/>
                  </a:lnTo>
                  <a:lnTo>
                    <a:pt x="889610" y="502562"/>
                  </a:lnTo>
                  <a:lnTo>
                    <a:pt x="891532" y="502361"/>
                  </a:lnTo>
                  <a:lnTo>
                    <a:pt x="893453" y="502170"/>
                  </a:lnTo>
                  <a:lnTo>
                    <a:pt x="895374" y="502000"/>
                  </a:lnTo>
                  <a:lnTo>
                    <a:pt x="897296" y="501860"/>
                  </a:lnTo>
                  <a:lnTo>
                    <a:pt x="899217" y="501759"/>
                  </a:lnTo>
                  <a:lnTo>
                    <a:pt x="901139" y="501702"/>
                  </a:lnTo>
                  <a:lnTo>
                    <a:pt x="903060" y="501693"/>
                  </a:lnTo>
                  <a:lnTo>
                    <a:pt x="904981" y="501732"/>
                  </a:lnTo>
                  <a:lnTo>
                    <a:pt x="906903" y="501818"/>
                  </a:lnTo>
                  <a:lnTo>
                    <a:pt x="908824" y="501944"/>
                  </a:lnTo>
                  <a:lnTo>
                    <a:pt x="910746" y="502105"/>
                  </a:lnTo>
                  <a:lnTo>
                    <a:pt x="912667" y="502290"/>
                  </a:lnTo>
                  <a:lnTo>
                    <a:pt x="914588" y="502491"/>
                  </a:lnTo>
                  <a:lnTo>
                    <a:pt x="916510" y="502696"/>
                  </a:lnTo>
                  <a:lnTo>
                    <a:pt x="918431" y="502895"/>
                  </a:lnTo>
                  <a:lnTo>
                    <a:pt x="920353" y="503083"/>
                  </a:lnTo>
                  <a:lnTo>
                    <a:pt x="922274" y="503254"/>
                  </a:lnTo>
                  <a:lnTo>
                    <a:pt x="924195" y="503404"/>
                  </a:lnTo>
                  <a:lnTo>
                    <a:pt x="926117" y="503533"/>
                  </a:lnTo>
                  <a:lnTo>
                    <a:pt x="928038" y="503640"/>
                  </a:lnTo>
                  <a:lnTo>
                    <a:pt x="929960" y="503725"/>
                  </a:lnTo>
                  <a:lnTo>
                    <a:pt x="931881" y="503791"/>
                  </a:lnTo>
                  <a:lnTo>
                    <a:pt x="933802" y="503838"/>
                  </a:lnTo>
                  <a:lnTo>
                    <a:pt x="935724" y="503870"/>
                  </a:lnTo>
                  <a:lnTo>
                    <a:pt x="937645" y="503888"/>
                  </a:lnTo>
                  <a:lnTo>
                    <a:pt x="939567" y="503893"/>
                  </a:lnTo>
                  <a:lnTo>
                    <a:pt x="941488" y="503888"/>
                  </a:lnTo>
                  <a:lnTo>
                    <a:pt x="943410" y="503871"/>
                  </a:lnTo>
                  <a:lnTo>
                    <a:pt x="945331" y="503843"/>
                  </a:lnTo>
                  <a:lnTo>
                    <a:pt x="947252" y="503804"/>
                  </a:lnTo>
                  <a:lnTo>
                    <a:pt x="949174" y="503753"/>
                  </a:lnTo>
                  <a:lnTo>
                    <a:pt x="951095" y="503691"/>
                  </a:lnTo>
                  <a:lnTo>
                    <a:pt x="953017" y="503616"/>
                  </a:lnTo>
                  <a:lnTo>
                    <a:pt x="954938" y="503530"/>
                  </a:lnTo>
                  <a:lnTo>
                    <a:pt x="956859" y="503436"/>
                  </a:lnTo>
                  <a:lnTo>
                    <a:pt x="958781" y="503336"/>
                  </a:lnTo>
                  <a:lnTo>
                    <a:pt x="960702" y="503235"/>
                  </a:lnTo>
                  <a:lnTo>
                    <a:pt x="962624" y="503136"/>
                  </a:lnTo>
                  <a:lnTo>
                    <a:pt x="964545" y="503043"/>
                  </a:lnTo>
                  <a:lnTo>
                    <a:pt x="966466" y="502963"/>
                  </a:lnTo>
                  <a:lnTo>
                    <a:pt x="968388" y="502899"/>
                  </a:lnTo>
                  <a:lnTo>
                    <a:pt x="970309" y="502854"/>
                  </a:lnTo>
                  <a:lnTo>
                    <a:pt x="972231" y="502833"/>
                  </a:lnTo>
                  <a:lnTo>
                    <a:pt x="974152" y="502839"/>
                  </a:lnTo>
                  <a:lnTo>
                    <a:pt x="976073" y="502869"/>
                  </a:lnTo>
                  <a:lnTo>
                    <a:pt x="977995" y="502921"/>
                  </a:lnTo>
                  <a:lnTo>
                    <a:pt x="979916" y="502992"/>
                  </a:lnTo>
                  <a:lnTo>
                    <a:pt x="981838" y="503077"/>
                  </a:lnTo>
                </a:path>
              </a:pathLst>
            </a:custGeom>
            <a:ln w="27101" cap="flat">
              <a:solidFill>
                <a:srgbClr val="D79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5467762" y="5696612"/>
              <a:ext cx="981838" cy="286810"/>
            </a:xfrm>
            <a:custGeom>
              <a:avLst/>
              <a:pathLst>
                <a:path w="981838" h="286810">
                  <a:moveTo>
                    <a:pt x="0" y="286810"/>
                  </a:moveTo>
                  <a:lnTo>
                    <a:pt x="1921" y="286810"/>
                  </a:lnTo>
                  <a:lnTo>
                    <a:pt x="3842" y="286810"/>
                  </a:lnTo>
                  <a:lnTo>
                    <a:pt x="5764" y="286809"/>
                  </a:lnTo>
                  <a:lnTo>
                    <a:pt x="7685" y="286809"/>
                  </a:lnTo>
                  <a:lnTo>
                    <a:pt x="9607" y="286809"/>
                  </a:lnTo>
                  <a:lnTo>
                    <a:pt x="11528" y="286808"/>
                  </a:lnTo>
                  <a:lnTo>
                    <a:pt x="13449" y="286808"/>
                  </a:lnTo>
                  <a:lnTo>
                    <a:pt x="15371" y="286807"/>
                  </a:lnTo>
                  <a:lnTo>
                    <a:pt x="17292" y="286805"/>
                  </a:lnTo>
                  <a:lnTo>
                    <a:pt x="19214" y="286804"/>
                  </a:lnTo>
                  <a:lnTo>
                    <a:pt x="21135" y="286801"/>
                  </a:lnTo>
                  <a:lnTo>
                    <a:pt x="23056" y="286798"/>
                  </a:lnTo>
                  <a:lnTo>
                    <a:pt x="24978" y="286794"/>
                  </a:lnTo>
                  <a:lnTo>
                    <a:pt x="26899" y="286788"/>
                  </a:lnTo>
                  <a:lnTo>
                    <a:pt x="28821" y="286781"/>
                  </a:lnTo>
                  <a:lnTo>
                    <a:pt x="30742" y="286772"/>
                  </a:lnTo>
                  <a:lnTo>
                    <a:pt x="32663" y="286760"/>
                  </a:lnTo>
                  <a:lnTo>
                    <a:pt x="34585" y="286746"/>
                  </a:lnTo>
                  <a:lnTo>
                    <a:pt x="36506" y="286727"/>
                  </a:lnTo>
                  <a:lnTo>
                    <a:pt x="38428" y="286703"/>
                  </a:lnTo>
                  <a:lnTo>
                    <a:pt x="40349" y="286673"/>
                  </a:lnTo>
                  <a:lnTo>
                    <a:pt x="42270" y="286637"/>
                  </a:lnTo>
                  <a:lnTo>
                    <a:pt x="44192" y="286593"/>
                  </a:lnTo>
                  <a:lnTo>
                    <a:pt x="46113" y="286541"/>
                  </a:lnTo>
                  <a:lnTo>
                    <a:pt x="48035" y="286478"/>
                  </a:lnTo>
                  <a:lnTo>
                    <a:pt x="49956" y="286402"/>
                  </a:lnTo>
                  <a:lnTo>
                    <a:pt x="51877" y="286311"/>
                  </a:lnTo>
                  <a:lnTo>
                    <a:pt x="53799" y="286205"/>
                  </a:lnTo>
                  <a:lnTo>
                    <a:pt x="55720" y="286082"/>
                  </a:lnTo>
                  <a:lnTo>
                    <a:pt x="57642" y="285942"/>
                  </a:lnTo>
                  <a:lnTo>
                    <a:pt x="59563" y="285781"/>
                  </a:lnTo>
                  <a:lnTo>
                    <a:pt x="61484" y="285598"/>
                  </a:lnTo>
                  <a:lnTo>
                    <a:pt x="63406" y="285388"/>
                  </a:lnTo>
                  <a:lnTo>
                    <a:pt x="65327" y="285153"/>
                  </a:lnTo>
                  <a:lnTo>
                    <a:pt x="67249" y="284892"/>
                  </a:lnTo>
                  <a:lnTo>
                    <a:pt x="69170" y="284605"/>
                  </a:lnTo>
                  <a:lnTo>
                    <a:pt x="71091" y="284290"/>
                  </a:lnTo>
                  <a:lnTo>
                    <a:pt x="73013" y="283947"/>
                  </a:lnTo>
                  <a:lnTo>
                    <a:pt x="74934" y="283575"/>
                  </a:lnTo>
                  <a:lnTo>
                    <a:pt x="76856" y="283170"/>
                  </a:lnTo>
                  <a:lnTo>
                    <a:pt x="78777" y="282739"/>
                  </a:lnTo>
                  <a:lnTo>
                    <a:pt x="80699" y="282281"/>
                  </a:lnTo>
                  <a:lnTo>
                    <a:pt x="82620" y="281798"/>
                  </a:lnTo>
                  <a:lnTo>
                    <a:pt x="84541" y="281292"/>
                  </a:lnTo>
                  <a:lnTo>
                    <a:pt x="86463" y="280763"/>
                  </a:lnTo>
                  <a:lnTo>
                    <a:pt x="88384" y="280214"/>
                  </a:lnTo>
                  <a:lnTo>
                    <a:pt x="90306" y="279647"/>
                  </a:lnTo>
                  <a:lnTo>
                    <a:pt x="92227" y="279066"/>
                  </a:lnTo>
                  <a:lnTo>
                    <a:pt x="94148" y="278475"/>
                  </a:lnTo>
                  <a:lnTo>
                    <a:pt x="96070" y="277878"/>
                  </a:lnTo>
                  <a:lnTo>
                    <a:pt x="97991" y="277278"/>
                  </a:lnTo>
                  <a:lnTo>
                    <a:pt x="99913" y="276679"/>
                  </a:lnTo>
                  <a:lnTo>
                    <a:pt x="101834" y="276085"/>
                  </a:lnTo>
                  <a:lnTo>
                    <a:pt x="103755" y="275502"/>
                  </a:lnTo>
                  <a:lnTo>
                    <a:pt x="105677" y="274933"/>
                  </a:lnTo>
                  <a:lnTo>
                    <a:pt x="107598" y="274382"/>
                  </a:lnTo>
                  <a:lnTo>
                    <a:pt x="109520" y="273852"/>
                  </a:lnTo>
                  <a:lnTo>
                    <a:pt x="111441" y="273348"/>
                  </a:lnTo>
                  <a:lnTo>
                    <a:pt x="113362" y="272871"/>
                  </a:lnTo>
                  <a:lnTo>
                    <a:pt x="115284" y="272432"/>
                  </a:lnTo>
                  <a:lnTo>
                    <a:pt x="117205" y="272027"/>
                  </a:lnTo>
                  <a:lnTo>
                    <a:pt x="119127" y="271658"/>
                  </a:lnTo>
                  <a:lnTo>
                    <a:pt x="121048" y="271326"/>
                  </a:lnTo>
                  <a:lnTo>
                    <a:pt x="122969" y="271030"/>
                  </a:lnTo>
                  <a:lnTo>
                    <a:pt x="124891" y="270773"/>
                  </a:lnTo>
                  <a:lnTo>
                    <a:pt x="126812" y="270552"/>
                  </a:lnTo>
                  <a:lnTo>
                    <a:pt x="128734" y="270374"/>
                  </a:lnTo>
                  <a:lnTo>
                    <a:pt x="130655" y="270230"/>
                  </a:lnTo>
                  <a:lnTo>
                    <a:pt x="132576" y="270118"/>
                  </a:lnTo>
                  <a:lnTo>
                    <a:pt x="134498" y="270036"/>
                  </a:lnTo>
                  <a:lnTo>
                    <a:pt x="136419" y="269982"/>
                  </a:lnTo>
                  <a:lnTo>
                    <a:pt x="138341" y="269953"/>
                  </a:lnTo>
                  <a:lnTo>
                    <a:pt x="140262" y="269951"/>
                  </a:lnTo>
                  <a:lnTo>
                    <a:pt x="142183" y="269974"/>
                  </a:lnTo>
                  <a:lnTo>
                    <a:pt x="144105" y="270016"/>
                  </a:lnTo>
                  <a:lnTo>
                    <a:pt x="146026" y="270078"/>
                  </a:lnTo>
                  <a:lnTo>
                    <a:pt x="147948" y="270158"/>
                  </a:lnTo>
                  <a:lnTo>
                    <a:pt x="149869" y="270256"/>
                  </a:lnTo>
                  <a:lnTo>
                    <a:pt x="151791" y="270370"/>
                  </a:lnTo>
                  <a:lnTo>
                    <a:pt x="153712" y="270504"/>
                  </a:lnTo>
                  <a:lnTo>
                    <a:pt x="155633" y="270656"/>
                  </a:lnTo>
                  <a:lnTo>
                    <a:pt x="157555" y="270824"/>
                  </a:lnTo>
                  <a:lnTo>
                    <a:pt x="159476" y="271007"/>
                  </a:lnTo>
                  <a:lnTo>
                    <a:pt x="161398" y="271206"/>
                  </a:lnTo>
                  <a:lnTo>
                    <a:pt x="163319" y="271418"/>
                  </a:lnTo>
                  <a:lnTo>
                    <a:pt x="165240" y="271642"/>
                  </a:lnTo>
                  <a:lnTo>
                    <a:pt x="167162" y="271878"/>
                  </a:lnTo>
                  <a:lnTo>
                    <a:pt x="169083" y="272120"/>
                  </a:lnTo>
                  <a:lnTo>
                    <a:pt x="171005" y="272366"/>
                  </a:lnTo>
                  <a:lnTo>
                    <a:pt x="172926" y="272611"/>
                  </a:lnTo>
                  <a:lnTo>
                    <a:pt x="174847" y="272851"/>
                  </a:lnTo>
                  <a:lnTo>
                    <a:pt x="176769" y="273083"/>
                  </a:lnTo>
                  <a:lnTo>
                    <a:pt x="178690" y="273302"/>
                  </a:lnTo>
                  <a:lnTo>
                    <a:pt x="180612" y="273498"/>
                  </a:lnTo>
                  <a:lnTo>
                    <a:pt x="182533" y="273670"/>
                  </a:lnTo>
                  <a:lnTo>
                    <a:pt x="184454" y="273813"/>
                  </a:lnTo>
                  <a:lnTo>
                    <a:pt x="186376" y="273926"/>
                  </a:lnTo>
                  <a:lnTo>
                    <a:pt x="188297" y="274004"/>
                  </a:lnTo>
                  <a:lnTo>
                    <a:pt x="190219" y="274044"/>
                  </a:lnTo>
                  <a:lnTo>
                    <a:pt x="192140" y="274043"/>
                  </a:lnTo>
                  <a:lnTo>
                    <a:pt x="194061" y="273995"/>
                  </a:lnTo>
                  <a:lnTo>
                    <a:pt x="195983" y="273905"/>
                  </a:lnTo>
                  <a:lnTo>
                    <a:pt x="197904" y="273775"/>
                  </a:lnTo>
                  <a:lnTo>
                    <a:pt x="199826" y="273606"/>
                  </a:lnTo>
                  <a:lnTo>
                    <a:pt x="201747" y="273398"/>
                  </a:lnTo>
                  <a:lnTo>
                    <a:pt x="203668" y="273155"/>
                  </a:lnTo>
                  <a:lnTo>
                    <a:pt x="205590" y="272877"/>
                  </a:lnTo>
                  <a:lnTo>
                    <a:pt x="207511" y="272567"/>
                  </a:lnTo>
                  <a:lnTo>
                    <a:pt x="209433" y="272234"/>
                  </a:lnTo>
                  <a:lnTo>
                    <a:pt x="211354" y="271882"/>
                  </a:lnTo>
                  <a:lnTo>
                    <a:pt x="213275" y="271515"/>
                  </a:lnTo>
                  <a:lnTo>
                    <a:pt x="215197" y="271139"/>
                  </a:lnTo>
                  <a:lnTo>
                    <a:pt x="217118" y="270757"/>
                  </a:lnTo>
                  <a:lnTo>
                    <a:pt x="219040" y="270378"/>
                  </a:lnTo>
                  <a:lnTo>
                    <a:pt x="220961" y="270007"/>
                  </a:lnTo>
                  <a:lnTo>
                    <a:pt x="222883" y="269650"/>
                  </a:lnTo>
                  <a:lnTo>
                    <a:pt x="224804" y="269313"/>
                  </a:lnTo>
                  <a:lnTo>
                    <a:pt x="226725" y="269000"/>
                  </a:lnTo>
                  <a:lnTo>
                    <a:pt x="228647" y="268718"/>
                  </a:lnTo>
                  <a:lnTo>
                    <a:pt x="230568" y="268472"/>
                  </a:lnTo>
                  <a:lnTo>
                    <a:pt x="232490" y="268275"/>
                  </a:lnTo>
                  <a:lnTo>
                    <a:pt x="234411" y="268125"/>
                  </a:lnTo>
                  <a:lnTo>
                    <a:pt x="236332" y="268025"/>
                  </a:lnTo>
                  <a:lnTo>
                    <a:pt x="238254" y="267978"/>
                  </a:lnTo>
                  <a:lnTo>
                    <a:pt x="240175" y="267986"/>
                  </a:lnTo>
                  <a:lnTo>
                    <a:pt x="242097" y="268050"/>
                  </a:lnTo>
                  <a:lnTo>
                    <a:pt x="244018" y="268174"/>
                  </a:lnTo>
                  <a:lnTo>
                    <a:pt x="245939" y="268363"/>
                  </a:lnTo>
                  <a:lnTo>
                    <a:pt x="247861" y="268606"/>
                  </a:lnTo>
                  <a:lnTo>
                    <a:pt x="249782" y="268899"/>
                  </a:lnTo>
                  <a:lnTo>
                    <a:pt x="251704" y="269238"/>
                  </a:lnTo>
                  <a:lnTo>
                    <a:pt x="253625" y="269619"/>
                  </a:lnTo>
                  <a:lnTo>
                    <a:pt x="255546" y="270035"/>
                  </a:lnTo>
                  <a:lnTo>
                    <a:pt x="257468" y="270483"/>
                  </a:lnTo>
                  <a:lnTo>
                    <a:pt x="259389" y="270954"/>
                  </a:lnTo>
                  <a:lnTo>
                    <a:pt x="261311" y="271436"/>
                  </a:lnTo>
                  <a:lnTo>
                    <a:pt x="263232" y="271924"/>
                  </a:lnTo>
                  <a:lnTo>
                    <a:pt x="265153" y="272409"/>
                  </a:lnTo>
                  <a:lnTo>
                    <a:pt x="267075" y="272885"/>
                  </a:lnTo>
                  <a:lnTo>
                    <a:pt x="268996" y="273345"/>
                  </a:lnTo>
                  <a:lnTo>
                    <a:pt x="270918" y="273781"/>
                  </a:lnTo>
                  <a:lnTo>
                    <a:pt x="272839" y="274186"/>
                  </a:lnTo>
                  <a:lnTo>
                    <a:pt x="274760" y="274559"/>
                  </a:lnTo>
                  <a:lnTo>
                    <a:pt x="276682" y="274898"/>
                  </a:lnTo>
                  <a:lnTo>
                    <a:pt x="278603" y="275200"/>
                  </a:lnTo>
                  <a:lnTo>
                    <a:pt x="280525" y="275465"/>
                  </a:lnTo>
                  <a:lnTo>
                    <a:pt x="282446" y="275693"/>
                  </a:lnTo>
                  <a:lnTo>
                    <a:pt x="284367" y="275878"/>
                  </a:lnTo>
                  <a:lnTo>
                    <a:pt x="286289" y="276027"/>
                  </a:lnTo>
                  <a:lnTo>
                    <a:pt x="288210" y="276145"/>
                  </a:lnTo>
                  <a:lnTo>
                    <a:pt x="290132" y="276235"/>
                  </a:lnTo>
                  <a:lnTo>
                    <a:pt x="292053" y="276298"/>
                  </a:lnTo>
                  <a:lnTo>
                    <a:pt x="293975" y="276339"/>
                  </a:lnTo>
                  <a:lnTo>
                    <a:pt x="295896" y="276360"/>
                  </a:lnTo>
                  <a:lnTo>
                    <a:pt x="297817" y="276363"/>
                  </a:lnTo>
                  <a:lnTo>
                    <a:pt x="299739" y="276352"/>
                  </a:lnTo>
                  <a:lnTo>
                    <a:pt x="301660" y="276331"/>
                  </a:lnTo>
                  <a:lnTo>
                    <a:pt x="303582" y="276300"/>
                  </a:lnTo>
                  <a:lnTo>
                    <a:pt x="305503" y="276261"/>
                  </a:lnTo>
                  <a:lnTo>
                    <a:pt x="307424" y="276214"/>
                  </a:lnTo>
                  <a:lnTo>
                    <a:pt x="309346" y="276159"/>
                  </a:lnTo>
                  <a:lnTo>
                    <a:pt x="311267" y="276093"/>
                  </a:lnTo>
                  <a:lnTo>
                    <a:pt x="313189" y="276016"/>
                  </a:lnTo>
                  <a:lnTo>
                    <a:pt x="315110" y="275927"/>
                  </a:lnTo>
                  <a:lnTo>
                    <a:pt x="317031" y="275822"/>
                  </a:lnTo>
                  <a:lnTo>
                    <a:pt x="318953" y="275700"/>
                  </a:lnTo>
                  <a:lnTo>
                    <a:pt x="320874" y="275558"/>
                  </a:lnTo>
                  <a:lnTo>
                    <a:pt x="322796" y="275389"/>
                  </a:lnTo>
                  <a:lnTo>
                    <a:pt x="324717" y="275191"/>
                  </a:lnTo>
                  <a:lnTo>
                    <a:pt x="326638" y="274963"/>
                  </a:lnTo>
                  <a:lnTo>
                    <a:pt x="328560" y="274702"/>
                  </a:lnTo>
                  <a:lnTo>
                    <a:pt x="330481" y="274406"/>
                  </a:lnTo>
                  <a:lnTo>
                    <a:pt x="332403" y="274074"/>
                  </a:lnTo>
                  <a:lnTo>
                    <a:pt x="334324" y="273705"/>
                  </a:lnTo>
                  <a:lnTo>
                    <a:pt x="336245" y="273289"/>
                  </a:lnTo>
                  <a:lnTo>
                    <a:pt x="338167" y="272832"/>
                  </a:lnTo>
                  <a:lnTo>
                    <a:pt x="340088" y="272337"/>
                  </a:lnTo>
                  <a:lnTo>
                    <a:pt x="342010" y="271803"/>
                  </a:lnTo>
                  <a:lnTo>
                    <a:pt x="343931" y="271232"/>
                  </a:lnTo>
                  <a:lnTo>
                    <a:pt x="345852" y="270626"/>
                  </a:lnTo>
                  <a:lnTo>
                    <a:pt x="347774" y="269987"/>
                  </a:lnTo>
                  <a:lnTo>
                    <a:pt x="349695" y="269313"/>
                  </a:lnTo>
                  <a:lnTo>
                    <a:pt x="351617" y="268614"/>
                  </a:lnTo>
                  <a:lnTo>
                    <a:pt x="353538" y="267893"/>
                  </a:lnTo>
                  <a:lnTo>
                    <a:pt x="355459" y="267154"/>
                  </a:lnTo>
                  <a:lnTo>
                    <a:pt x="357381" y="266400"/>
                  </a:lnTo>
                  <a:lnTo>
                    <a:pt x="359302" y="265635"/>
                  </a:lnTo>
                  <a:lnTo>
                    <a:pt x="361224" y="264862"/>
                  </a:lnTo>
                  <a:lnTo>
                    <a:pt x="363145" y="264085"/>
                  </a:lnTo>
                  <a:lnTo>
                    <a:pt x="365067" y="263308"/>
                  </a:lnTo>
                  <a:lnTo>
                    <a:pt x="366988" y="262533"/>
                  </a:lnTo>
                  <a:lnTo>
                    <a:pt x="368909" y="261761"/>
                  </a:lnTo>
                  <a:lnTo>
                    <a:pt x="370831" y="260995"/>
                  </a:lnTo>
                  <a:lnTo>
                    <a:pt x="372752" y="260234"/>
                  </a:lnTo>
                  <a:lnTo>
                    <a:pt x="374674" y="259479"/>
                  </a:lnTo>
                  <a:lnTo>
                    <a:pt x="376595" y="258730"/>
                  </a:lnTo>
                  <a:lnTo>
                    <a:pt x="378516" y="257985"/>
                  </a:lnTo>
                  <a:lnTo>
                    <a:pt x="380438" y="257240"/>
                  </a:lnTo>
                  <a:lnTo>
                    <a:pt x="382359" y="256495"/>
                  </a:lnTo>
                  <a:lnTo>
                    <a:pt x="384281" y="255745"/>
                  </a:lnTo>
                  <a:lnTo>
                    <a:pt x="386202" y="254988"/>
                  </a:lnTo>
                  <a:lnTo>
                    <a:pt x="388123" y="254216"/>
                  </a:lnTo>
                  <a:lnTo>
                    <a:pt x="390045" y="253424"/>
                  </a:lnTo>
                  <a:lnTo>
                    <a:pt x="391966" y="252607"/>
                  </a:lnTo>
                  <a:lnTo>
                    <a:pt x="393888" y="251760"/>
                  </a:lnTo>
                  <a:lnTo>
                    <a:pt x="395809" y="250876"/>
                  </a:lnTo>
                  <a:lnTo>
                    <a:pt x="397730" y="249949"/>
                  </a:lnTo>
                  <a:lnTo>
                    <a:pt x="399652" y="248971"/>
                  </a:lnTo>
                  <a:lnTo>
                    <a:pt x="401573" y="247921"/>
                  </a:lnTo>
                  <a:lnTo>
                    <a:pt x="403495" y="246797"/>
                  </a:lnTo>
                  <a:lnTo>
                    <a:pt x="405416" y="245593"/>
                  </a:lnTo>
                  <a:lnTo>
                    <a:pt x="407337" y="244296"/>
                  </a:lnTo>
                  <a:lnTo>
                    <a:pt x="409259" y="242898"/>
                  </a:lnTo>
                  <a:lnTo>
                    <a:pt x="411180" y="241388"/>
                  </a:lnTo>
                  <a:lnTo>
                    <a:pt x="413102" y="239748"/>
                  </a:lnTo>
                  <a:lnTo>
                    <a:pt x="415023" y="237943"/>
                  </a:lnTo>
                  <a:lnTo>
                    <a:pt x="416944" y="235983"/>
                  </a:lnTo>
                  <a:lnTo>
                    <a:pt x="418866" y="233854"/>
                  </a:lnTo>
                  <a:lnTo>
                    <a:pt x="420787" y="231545"/>
                  </a:lnTo>
                  <a:lnTo>
                    <a:pt x="422709" y="229041"/>
                  </a:lnTo>
                  <a:lnTo>
                    <a:pt x="424630" y="226333"/>
                  </a:lnTo>
                  <a:lnTo>
                    <a:pt x="426551" y="223389"/>
                  </a:lnTo>
                  <a:lnTo>
                    <a:pt x="428473" y="220182"/>
                  </a:lnTo>
                  <a:lnTo>
                    <a:pt x="430394" y="216731"/>
                  </a:lnTo>
                  <a:lnTo>
                    <a:pt x="432316" y="213028"/>
                  </a:lnTo>
                  <a:lnTo>
                    <a:pt x="434237" y="209066"/>
                  </a:lnTo>
                  <a:lnTo>
                    <a:pt x="436159" y="204840"/>
                  </a:lnTo>
                  <a:lnTo>
                    <a:pt x="438080" y="200346"/>
                  </a:lnTo>
                  <a:lnTo>
                    <a:pt x="440001" y="195549"/>
                  </a:lnTo>
                  <a:lnTo>
                    <a:pt x="441923" y="190460"/>
                  </a:lnTo>
                  <a:lnTo>
                    <a:pt x="443844" y="185106"/>
                  </a:lnTo>
                  <a:lnTo>
                    <a:pt x="445766" y="179493"/>
                  </a:lnTo>
                  <a:lnTo>
                    <a:pt x="447687" y="173630"/>
                  </a:lnTo>
                  <a:lnTo>
                    <a:pt x="449608" y="167526"/>
                  </a:lnTo>
                  <a:lnTo>
                    <a:pt x="451530" y="161195"/>
                  </a:lnTo>
                  <a:lnTo>
                    <a:pt x="453451" y="154617"/>
                  </a:lnTo>
                  <a:lnTo>
                    <a:pt x="455373" y="147845"/>
                  </a:lnTo>
                  <a:lnTo>
                    <a:pt x="457294" y="140905"/>
                  </a:lnTo>
                  <a:lnTo>
                    <a:pt x="459215" y="133819"/>
                  </a:lnTo>
                  <a:lnTo>
                    <a:pt x="461137" y="126609"/>
                  </a:lnTo>
                  <a:lnTo>
                    <a:pt x="463058" y="119301"/>
                  </a:lnTo>
                  <a:lnTo>
                    <a:pt x="464980" y="111917"/>
                  </a:lnTo>
                  <a:lnTo>
                    <a:pt x="466901" y="104485"/>
                  </a:lnTo>
                  <a:lnTo>
                    <a:pt x="468822" y="97046"/>
                  </a:lnTo>
                  <a:lnTo>
                    <a:pt x="470744" y="89628"/>
                  </a:lnTo>
                  <a:lnTo>
                    <a:pt x="472665" y="82262"/>
                  </a:lnTo>
                  <a:lnTo>
                    <a:pt x="474587" y="74976"/>
                  </a:lnTo>
                  <a:lnTo>
                    <a:pt x="476508" y="67801"/>
                  </a:lnTo>
                  <a:lnTo>
                    <a:pt x="478429" y="60779"/>
                  </a:lnTo>
                  <a:lnTo>
                    <a:pt x="480351" y="53970"/>
                  </a:lnTo>
                  <a:lnTo>
                    <a:pt x="482272" y="47385"/>
                  </a:lnTo>
                  <a:lnTo>
                    <a:pt x="484194" y="41059"/>
                  </a:lnTo>
                  <a:lnTo>
                    <a:pt x="486115" y="35027"/>
                  </a:lnTo>
                  <a:lnTo>
                    <a:pt x="488036" y="29325"/>
                  </a:lnTo>
                  <a:lnTo>
                    <a:pt x="489958" y="23989"/>
                  </a:lnTo>
                  <a:lnTo>
                    <a:pt x="491879" y="19104"/>
                  </a:lnTo>
                  <a:lnTo>
                    <a:pt x="493801" y="14721"/>
                  </a:lnTo>
                  <a:lnTo>
                    <a:pt x="495722" y="10834"/>
                  </a:lnTo>
                  <a:lnTo>
                    <a:pt x="497643" y="7478"/>
                  </a:lnTo>
                  <a:lnTo>
                    <a:pt x="499565" y="4687"/>
                  </a:lnTo>
                  <a:lnTo>
                    <a:pt x="501486" y="2491"/>
                  </a:lnTo>
                  <a:lnTo>
                    <a:pt x="503408" y="920"/>
                  </a:lnTo>
                  <a:lnTo>
                    <a:pt x="505329" y="102"/>
                  </a:lnTo>
                  <a:lnTo>
                    <a:pt x="507250" y="0"/>
                  </a:lnTo>
                  <a:lnTo>
                    <a:pt x="509172" y="587"/>
                  </a:lnTo>
                  <a:lnTo>
                    <a:pt x="511093" y="1870"/>
                  </a:lnTo>
                  <a:lnTo>
                    <a:pt x="513015" y="3849"/>
                  </a:lnTo>
                  <a:lnTo>
                    <a:pt x="514936" y="6519"/>
                  </a:lnTo>
                  <a:lnTo>
                    <a:pt x="516858" y="9866"/>
                  </a:lnTo>
                  <a:lnTo>
                    <a:pt x="518779" y="13999"/>
                  </a:lnTo>
                  <a:lnTo>
                    <a:pt x="520700" y="18756"/>
                  </a:lnTo>
                  <a:lnTo>
                    <a:pt x="522622" y="24097"/>
                  </a:lnTo>
                  <a:lnTo>
                    <a:pt x="524543" y="29982"/>
                  </a:lnTo>
                  <a:lnTo>
                    <a:pt x="526465" y="36369"/>
                  </a:lnTo>
                  <a:lnTo>
                    <a:pt x="528386" y="43210"/>
                  </a:lnTo>
                  <a:lnTo>
                    <a:pt x="530307" y="50469"/>
                  </a:lnTo>
                  <a:lnTo>
                    <a:pt x="532229" y="58121"/>
                  </a:lnTo>
                  <a:lnTo>
                    <a:pt x="534150" y="66046"/>
                  </a:lnTo>
                  <a:lnTo>
                    <a:pt x="536072" y="74190"/>
                  </a:lnTo>
                  <a:lnTo>
                    <a:pt x="537993" y="82500"/>
                  </a:lnTo>
                  <a:lnTo>
                    <a:pt x="539914" y="90926"/>
                  </a:lnTo>
                  <a:lnTo>
                    <a:pt x="541836" y="99420"/>
                  </a:lnTo>
                  <a:lnTo>
                    <a:pt x="543757" y="107931"/>
                  </a:lnTo>
                  <a:lnTo>
                    <a:pt x="545679" y="116400"/>
                  </a:lnTo>
                  <a:lnTo>
                    <a:pt x="547600" y="124788"/>
                  </a:lnTo>
                  <a:lnTo>
                    <a:pt x="549521" y="133060"/>
                  </a:lnTo>
                  <a:lnTo>
                    <a:pt x="551443" y="141186"/>
                  </a:lnTo>
                  <a:lnTo>
                    <a:pt x="553364" y="149138"/>
                  </a:lnTo>
                  <a:lnTo>
                    <a:pt x="555286" y="156892"/>
                  </a:lnTo>
                  <a:lnTo>
                    <a:pt x="557207" y="164395"/>
                  </a:lnTo>
                  <a:lnTo>
                    <a:pt x="559128" y="171637"/>
                  </a:lnTo>
                  <a:lnTo>
                    <a:pt x="561050" y="178624"/>
                  </a:lnTo>
                  <a:lnTo>
                    <a:pt x="562971" y="185347"/>
                  </a:lnTo>
                  <a:lnTo>
                    <a:pt x="564893" y="191799"/>
                  </a:lnTo>
                  <a:lnTo>
                    <a:pt x="566814" y="197976"/>
                  </a:lnTo>
                  <a:lnTo>
                    <a:pt x="568735" y="203875"/>
                  </a:lnTo>
                  <a:lnTo>
                    <a:pt x="570657" y="209448"/>
                  </a:lnTo>
                  <a:lnTo>
                    <a:pt x="572578" y="214739"/>
                  </a:lnTo>
                  <a:lnTo>
                    <a:pt x="574500" y="219762"/>
                  </a:lnTo>
                  <a:lnTo>
                    <a:pt x="576421" y="224522"/>
                  </a:lnTo>
                  <a:lnTo>
                    <a:pt x="578342" y="229027"/>
                  </a:lnTo>
                  <a:lnTo>
                    <a:pt x="580264" y="233283"/>
                  </a:lnTo>
                  <a:lnTo>
                    <a:pt x="582185" y="237296"/>
                  </a:lnTo>
                  <a:lnTo>
                    <a:pt x="584107" y="241039"/>
                  </a:lnTo>
                  <a:lnTo>
                    <a:pt x="586028" y="244565"/>
                  </a:lnTo>
                  <a:lnTo>
                    <a:pt x="587950" y="247885"/>
                  </a:lnTo>
                  <a:lnTo>
                    <a:pt x="589871" y="251009"/>
                  </a:lnTo>
                  <a:lnTo>
                    <a:pt x="591792" y="253944"/>
                  </a:lnTo>
                  <a:lnTo>
                    <a:pt x="593714" y="256700"/>
                  </a:lnTo>
                  <a:lnTo>
                    <a:pt x="595635" y="259275"/>
                  </a:lnTo>
                  <a:lnTo>
                    <a:pt x="597557" y="261668"/>
                  </a:lnTo>
                  <a:lnTo>
                    <a:pt x="599478" y="263908"/>
                  </a:lnTo>
                  <a:lnTo>
                    <a:pt x="601399" y="266004"/>
                  </a:lnTo>
                  <a:lnTo>
                    <a:pt x="603321" y="267961"/>
                  </a:lnTo>
                  <a:lnTo>
                    <a:pt x="605242" y="269784"/>
                  </a:lnTo>
                  <a:lnTo>
                    <a:pt x="607164" y="271481"/>
                  </a:lnTo>
                  <a:lnTo>
                    <a:pt x="609085" y="273041"/>
                  </a:lnTo>
                  <a:lnTo>
                    <a:pt x="611006" y="274475"/>
                  </a:lnTo>
                  <a:lnTo>
                    <a:pt x="612928" y="275799"/>
                  </a:lnTo>
                  <a:lnTo>
                    <a:pt x="614849" y="277017"/>
                  </a:lnTo>
                  <a:lnTo>
                    <a:pt x="616771" y="278134"/>
                  </a:lnTo>
                  <a:lnTo>
                    <a:pt x="618692" y="279154"/>
                  </a:lnTo>
                  <a:lnTo>
                    <a:pt x="620613" y="280083"/>
                  </a:lnTo>
                  <a:lnTo>
                    <a:pt x="622535" y="280912"/>
                  </a:lnTo>
                  <a:lnTo>
                    <a:pt x="624456" y="281657"/>
                  </a:lnTo>
                  <a:lnTo>
                    <a:pt x="626378" y="282327"/>
                  </a:lnTo>
                  <a:lnTo>
                    <a:pt x="628299" y="282927"/>
                  </a:lnTo>
                  <a:lnTo>
                    <a:pt x="630220" y="283462"/>
                  </a:lnTo>
                  <a:lnTo>
                    <a:pt x="632142" y="283937"/>
                  </a:lnTo>
                  <a:lnTo>
                    <a:pt x="634063" y="284355"/>
                  </a:lnTo>
                  <a:lnTo>
                    <a:pt x="635985" y="284714"/>
                  </a:lnTo>
                  <a:lnTo>
                    <a:pt x="637906" y="285028"/>
                  </a:lnTo>
                  <a:lnTo>
                    <a:pt x="639827" y="285301"/>
                  </a:lnTo>
                  <a:lnTo>
                    <a:pt x="641749" y="285538"/>
                  </a:lnTo>
                  <a:lnTo>
                    <a:pt x="643670" y="285743"/>
                  </a:lnTo>
                  <a:lnTo>
                    <a:pt x="645592" y="285917"/>
                  </a:lnTo>
                  <a:lnTo>
                    <a:pt x="647513" y="286065"/>
                  </a:lnTo>
                  <a:lnTo>
                    <a:pt x="649434" y="286186"/>
                  </a:lnTo>
                  <a:lnTo>
                    <a:pt x="651356" y="286287"/>
                  </a:lnTo>
                  <a:lnTo>
                    <a:pt x="653277" y="286371"/>
                  </a:lnTo>
                  <a:lnTo>
                    <a:pt x="655199" y="286439"/>
                  </a:lnTo>
                  <a:lnTo>
                    <a:pt x="657120" y="286493"/>
                  </a:lnTo>
                  <a:lnTo>
                    <a:pt x="659042" y="286535"/>
                  </a:lnTo>
                  <a:lnTo>
                    <a:pt x="660963" y="286564"/>
                  </a:lnTo>
                  <a:lnTo>
                    <a:pt x="662884" y="286583"/>
                  </a:lnTo>
                  <a:lnTo>
                    <a:pt x="664806" y="286592"/>
                  </a:lnTo>
                  <a:lnTo>
                    <a:pt x="666727" y="286594"/>
                  </a:lnTo>
                  <a:lnTo>
                    <a:pt x="668649" y="286588"/>
                  </a:lnTo>
                  <a:lnTo>
                    <a:pt x="670570" y="286574"/>
                  </a:lnTo>
                  <a:lnTo>
                    <a:pt x="672491" y="286554"/>
                  </a:lnTo>
                  <a:lnTo>
                    <a:pt x="674413" y="286526"/>
                  </a:lnTo>
                  <a:lnTo>
                    <a:pt x="676334" y="286492"/>
                  </a:lnTo>
                  <a:lnTo>
                    <a:pt x="678256" y="286452"/>
                  </a:lnTo>
                  <a:lnTo>
                    <a:pt x="680177" y="286407"/>
                  </a:lnTo>
                  <a:lnTo>
                    <a:pt x="682098" y="286356"/>
                  </a:lnTo>
                  <a:lnTo>
                    <a:pt x="684020" y="286301"/>
                  </a:lnTo>
                  <a:lnTo>
                    <a:pt x="685941" y="286241"/>
                  </a:lnTo>
                  <a:lnTo>
                    <a:pt x="687863" y="286177"/>
                  </a:lnTo>
                  <a:lnTo>
                    <a:pt x="689784" y="286109"/>
                  </a:lnTo>
                  <a:lnTo>
                    <a:pt x="691705" y="286039"/>
                  </a:lnTo>
                  <a:lnTo>
                    <a:pt x="693627" y="285967"/>
                  </a:lnTo>
                  <a:lnTo>
                    <a:pt x="695548" y="285893"/>
                  </a:lnTo>
                  <a:lnTo>
                    <a:pt x="697470" y="285819"/>
                  </a:lnTo>
                  <a:lnTo>
                    <a:pt x="699391" y="285745"/>
                  </a:lnTo>
                  <a:lnTo>
                    <a:pt x="701312" y="285673"/>
                  </a:lnTo>
                  <a:lnTo>
                    <a:pt x="703234" y="285602"/>
                  </a:lnTo>
                  <a:lnTo>
                    <a:pt x="705155" y="285535"/>
                  </a:lnTo>
                  <a:lnTo>
                    <a:pt x="707077" y="285471"/>
                  </a:lnTo>
                  <a:lnTo>
                    <a:pt x="708998" y="285411"/>
                  </a:lnTo>
                  <a:lnTo>
                    <a:pt x="710919" y="285355"/>
                  </a:lnTo>
                  <a:lnTo>
                    <a:pt x="712841" y="285306"/>
                  </a:lnTo>
                  <a:lnTo>
                    <a:pt x="714762" y="285262"/>
                  </a:lnTo>
                  <a:lnTo>
                    <a:pt x="716684" y="285225"/>
                  </a:lnTo>
                  <a:lnTo>
                    <a:pt x="718605" y="285195"/>
                  </a:lnTo>
                  <a:lnTo>
                    <a:pt x="720526" y="285171"/>
                  </a:lnTo>
                  <a:lnTo>
                    <a:pt x="722448" y="285153"/>
                  </a:lnTo>
                  <a:lnTo>
                    <a:pt x="724369" y="285142"/>
                  </a:lnTo>
                  <a:lnTo>
                    <a:pt x="726291" y="285137"/>
                  </a:lnTo>
                  <a:lnTo>
                    <a:pt x="728212" y="285140"/>
                  </a:lnTo>
                  <a:lnTo>
                    <a:pt x="730134" y="285148"/>
                  </a:lnTo>
                  <a:lnTo>
                    <a:pt x="732055" y="285161"/>
                  </a:lnTo>
                  <a:lnTo>
                    <a:pt x="733976" y="285179"/>
                  </a:lnTo>
                  <a:lnTo>
                    <a:pt x="735898" y="285202"/>
                  </a:lnTo>
                  <a:lnTo>
                    <a:pt x="737819" y="285228"/>
                  </a:lnTo>
                  <a:lnTo>
                    <a:pt x="739741" y="285257"/>
                  </a:lnTo>
                  <a:lnTo>
                    <a:pt x="741662" y="285288"/>
                  </a:lnTo>
                  <a:lnTo>
                    <a:pt x="743583" y="285319"/>
                  </a:lnTo>
                  <a:lnTo>
                    <a:pt x="745505" y="285351"/>
                  </a:lnTo>
                  <a:lnTo>
                    <a:pt x="747426" y="285381"/>
                  </a:lnTo>
                  <a:lnTo>
                    <a:pt x="749348" y="285409"/>
                  </a:lnTo>
                  <a:lnTo>
                    <a:pt x="751269" y="285433"/>
                  </a:lnTo>
                  <a:lnTo>
                    <a:pt x="753190" y="285451"/>
                  </a:lnTo>
                  <a:lnTo>
                    <a:pt x="755112" y="285463"/>
                  </a:lnTo>
                  <a:lnTo>
                    <a:pt x="757033" y="285467"/>
                  </a:lnTo>
                  <a:lnTo>
                    <a:pt x="758955" y="285463"/>
                  </a:lnTo>
                  <a:lnTo>
                    <a:pt x="760876" y="285450"/>
                  </a:lnTo>
                  <a:lnTo>
                    <a:pt x="762797" y="285426"/>
                  </a:lnTo>
                  <a:lnTo>
                    <a:pt x="764719" y="285390"/>
                  </a:lnTo>
                  <a:lnTo>
                    <a:pt x="766640" y="285341"/>
                  </a:lnTo>
                  <a:lnTo>
                    <a:pt x="768562" y="285281"/>
                  </a:lnTo>
                  <a:lnTo>
                    <a:pt x="770483" y="285209"/>
                  </a:lnTo>
                  <a:lnTo>
                    <a:pt x="772404" y="285126"/>
                  </a:lnTo>
                  <a:lnTo>
                    <a:pt x="774326" y="285033"/>
                  </a:lnTo>
                  <a:lnTo>
                    <a:pt x="776247" y="284930"/>
                  </a:lnTo>
                  <a:lnTo>
                    <a:pt x="778169" y="284819"/>
                  </a:lnTo>
                  <a:lnTo>
                    <a:pt x="780090" y="284702"/>
                  </a:lnTo>
                  <a:lnTo>
                    <a:pt x="782011" y="284581"/>
                  </a:lnTo>
                  <a:lnTo>
                    <a:pt x="783933" y="284458"/>
                  </a:lnTo>
                  <a:lnTo>
                    <a:pt x="785854" y="284335"/>
                  </a:lnTo>
                  <a:lnTo>
                    <a:pt x="787776" y="284215"/>
                  </a:lnTo>
                  <a:lnTo>
                    <a:pt x="789697" y="284099"/>
                  </a:lnTo>
                  <a:lnTo>
                    <a:pt x="791618" y="283990"/>
                  </a:lnTo>
                  <a:lnTo>
                    <a:pt x="793540" y="283892"/>
                  </a:lnTo>
                  <a:lnTo>
                    <a:pt x="795461" y="283803"/>
                  </a:lnTo>
                  <a:lnTo>
                    <a:pt x="797383" y="283726"/>
                  </a:lnTo>
                  <a:lnTo>
                    <a:pt x="799304" y="283662"/>
                  </a:lnTo>
                  <a:lnTo>
                    <a:pt x="801226" y="283612"/>
                  </a:lnTo>
                  <a:lnTo>
                    <a:pt x="803147" y="283575"/>
                  </a:lnTo>
                  <a:lnTo>
                    <a:pt x="805068" y="283554"/>
                  </a:lnTo>
                  <a:lnTo>
                    <a:pt x="806990" y="283546"/>
                  </a:lnTo>
                  <a:lnTo>
                    <a:pt x="808911" y="283551"/>
                  </a:lnTo>
                  <a:lnTo>
                    <a:pt x="810833" y="283566"/>
                  </a:lnTo>
                  <a:lnTo>
                    <a:pt x="812754" y="283591"/>
                  </a:lnTo>
                  <a:lnTo>
                    <a:pt x="814675" y="283624"/>
                  </a:lnTo>
                  <a:lnTo>
                    <a:pt x="816597" y="283663"/>
                  </a:lnTo>
                  <a:lnTo>
                    <a:pt x="818518" y="283707"/>
                  </a:lnTo>
                  <a:lnTo>
                    <a:pt x="820440" y="283754"/>
                  </a:lnTo>
                  <a:lnTo>
                    <a:pt x="822361" y="283800"/>
                  </a:lnTo>
                  <a:lnTo>
                    <a:pt x="824282" y="283846"/>
                  </a:lnTo>
                  <a:lnTo>
                    <a:pt x="826204" y="283889"/>
                  </a:lnTo>
                  <a:lnTo>
                    <a:pt x="828125" y="283928"/>
                  </a:lnTo>
                  <a:lnTo>
                    <a:pt x="830047" y="283962"/>
                  </a:lnTo>
                  <a:lnTo>
                    <a:pt x="831968" y="283990"/>
                  </a:lnTo>
                  <a:lnTo>
                    <a:pt x="833889" y="284011"/>
                  </a:lnTo>
                  <a:lnTo>
                    <a:pt x="835811" y="284027"/>
                  </a:lnTo>
                  <a:lnTo>
                    <a:pt x="837732" y="284037"/>
                  </a:lnTo>
                  <a:lnTo>
                    <a:pt x="839654" y="284042"/>
                  </a:lnTo>
                  <a:lnTo>
                    <a:pt x="841575" y="284042"/>
                  </a:lnTo>
                  <a:lnTo>
                    <a:pt x="843496" y="284039"/>
                  </a:lnTo>
                  <a:lnTo>
                    <a:pt x="845418" y="284033"/>
                  </a:lnTo>
                  <a:lnTo>
                    <a:pt x="847339" y="284027"/>
                  </a:lnTo>
                  <a:lnTo>
                    <a:pt x="849261" y="284022"/>
                  </a:lnTo>
                  <a:lnTo>
                    <a:pt x="851182" y="284019"/>
                  </a:lnTo>
                  <a:lnTo>
                    <a:pt x="853103" y="284019"/>
                  </a:lnTo>
                  <a:lnTo>
                    <a:pt x="855025" y="284024"/>
                  </a:lnTo>
                  <a:lnTo>
                    <a:pt x="856946" y="284036"/>
                  </a:lnTo>
                  <a:lnTo>
                    <a:pt x="858868" y="284056"/>
                  </a:lnTo>
                  <a:lnTo>
                    <a:pt x="860789" y="284083"/>
                  </a:lnTo>
                  <a:lnTo>
                    <a:pt x="862710" y="284118"/>
                  </a:lnTo>
                  <a:lnTo>
                    <a:pt x="864632" y="284162"/>
                  </a:lnTo>
                  <a:lnTo>
                    <a:pt x="866553" y="284214"/>
                  </a:lnTo>
                  <a:lnTo>
                    <a:pt x="868475" y="284275"/>
                  </a:lnTo>
                  <a:lnTo>
                    <a:pt x="870396" y="284346"/>
                  </a:lnTo>
                  <a:lnTo>
                    <a:pt x="872318" y="284424"/>
                  </a:lnTo>
                  <a:lnTo>
                    <a:pt x="874239" y="284509"/>
                  </a:lnTo>
                  <a:lnTo>
                    <a:pt x="876160" y="284600"/>
                  </a:lnTo>
                  <a:lnTo>
                    <a:pt x="878082" y="284696"/>
                  </a:lnTo>
                  <a:lnTo>
                    <a:pt x="880003" y="284796"/>
                  </a:lnTo>
                  <a:lnTo>
                    <a:pt x="881925" y="284900"/>
                  </a:lnTo>
                  <a:lnTo>
                    <a:pt x="883846" y="285007"/>
                  </a:lnTo>
                  <a:lnTo>
                    <a:pt x="885767" y="285114"/>
                  </a:lnTo>
                  <a:lnTo>
                    <a:pt x="887689" y="285222"/>
                  </a:lnTo>
                  <a:lnTo>
                    <a:pt x="889610" y="285329"/>
                  </a:lnTo>
                  <a:lnTo>
                    <a:pt x="891532" y="285434"/>
                  </a:lnTo>
                  <a:lnTo>
                    <a:pt x="893453" y="285538"/>
                  </a:lnTo>
                  <a:lnTo>
                    <a:pt x="895374" y="285638"/>
                  </a:lnTo>
                  <a:lnTo>
                    <a:pt x="897296" y="285733"/>
                  </a:lnTo>
                  <a:lnTo>
                    <a:pt x="899217" y="285824"/>
                  </a:lnTo>
                  <a:lnTo>
                    <a:pt x="901139" y="285909"/>
                  </a:lnTo>
                  <a:lnTo>
                    <a:pt x="903060" y="285989"/>
                  </a:lnTo>
                  <a:lnTo>
                    <a:pt x="904981" y="286063"/>
                  </a:lnTo>
                  <a:lnTo>
                    <a:pt x="906903" y="286130"/>
                  </a:lnTo>
                  <a:lnTo>
                    <a:pt x="908824" y="286189"/>
                  </a:lnTo>
                  <a:lnTo>
                    <a:pt x="910746" y="286241"/>
                  </a:lnTo>
                  <a:lnTo>
                    <a:pt x="912667" y="286285"/>
                  </a:lnTo>
                  <a:lnTo>
                    <a:pt x="914588" y="286321"/>
                  </a:lnTo>
                  <a:lnTo>
                    <a:pt x="916510" y="286350"/>
                  </a:lnTo>
                  <a:lnTo>
                    <a:pt x="918431" y="286372"/>
                  </a:lnTo>
                  <a:lnTo>
                    <a:pt x="920353" y="286386"/>
                  </a:lnTo>
                  <a:lnTo>
                    <a:pt x="922274" y="286392"/>
                  </a:lnTo>
                  <a:lnTo>
                    <a:pt x="924195" y="286391"/>
                  </a:lnTo>
                  <a:lnTo>
                    <a:pt x="926117" y="286384"/>
                  </a:lnTo>
                  <a:lnTo>
                    <a:pt x="928038" y="286372"/>
                  </a:lnTo>
                  <a:lnTo>
                    <a:pt x="929960" y="286355"/>
                  </a:lnTo>
                  <a:lnTo>
                    <a:pt x="931881" y="286334"/>
                  </a:lnTo>
                  <a:lnTo>
                    <a:pt x="933802" y="286310"/>
                  </a:lnTo>
                  <a:lnTo>
                    <a:pt x="935724" y="286282"/>
                  </a:lnTo>
                  <a:lnTo>
                    <a:pt x="937645" y="286254"/>
                  </a:lnTo>
                  <a:lnTo>
                    <a:pt x="939567" y="286225"/>
                  </a:lnTo>
                  <a:lnTo>
                    <a:pt x="941488" y="286197"/>
                  </a:lnTo>
                  <a:lnTo>
                    <a:pt x="943410" y="286170"/>
                  </a:lnTo>
                  <a:lnTo>
                    <a:pt x="945331" y="286145"/>
                  </a:lnTo>
                  <a:lnTo>
                    <a:pt x="947252" y="286124"/>
                  </a:lnTo>
                  <a:lnTo>
                    <a:pt x="949174" y="286107"/>
                  </a:lnTo>
                  <a:lnTo>
                    <a:pt x="951095" y="286094"/>
                  </a:lnTo>
                  <a:lnTo>
                    <a:pt x="953017" y="286087"/>
                  </a:lnTo>
                  <a:lnTo>
                    <a:pt x="954938" y="286085"/>
                  </a:lnTo>
                  <a:lnTo>
                    <a:pt x="956859" y="286088"/>
                  </a:lnTo>
                  <a:lnTo>
                    <a:pt x="958781" y="286096"/>
                  </a:lnTo>
                  <a:lnTo>
                    <a:pt x="960702" y="286111"/>
                  </a:lnTo>
                  <a:lnTo>
                    <a:pt x="962624" y="286130"/>
                  </a:lnTo>
                  <a:lnTo>
                    <a:pt x="964545" y="286155"/>
                  </a:lnTo>
                  <a:lnTo>
                    <a:pt x="966466" y="286183"/>
                  </a:lnTo>
                  <a:lnTo>
                    <a:pt x="968388" y="286215"/>
                  </a:lnTo>
                  <a:lnTo>
                    <a:pt x="970309" y="286249"/>
                  </a:lnTo>
                  <a:lnTo>
                    <a:pt x="972231" y="286286"/>
                  </a:lnTo>
                  <a:lnTo>
                    <a:pt x="974152" y="286325"/>
                  </a:lnTo>
                  <a:lnTo>
                    <a:pt x="976073" y="286364"/>
                  </a:lnTo>
                  <a:lnTo>
                    <a:pt x="977995" y="286404"/>
                  </a:lnTo>
                  <a:lnTo>
                    <a:pt x="979916" y="286442"/>
                  </a:lnTo>
                  <a:lnTo>
                    <a:pt x="981838" y="286480"/>
                  </a:lnTo>
                  <a:lnTo>
                    <a:pt x="981838" y="286810"/>
                  </a:lnTo>
                  <a:lnTo>
                    <a:pt x="979916" y="286810"/>
                  </a:lnTo>
                  <a:lnTo>
                    <a:pt x="977995" y="286810"/>
                  </a:lnTo>
                  <a:lnTo>
                    <a:pt x="976073" y="286810"/>
                  </a:lnTo>
                  <a:lnTo>
                    <a:pt x="974152" y="286810"/>
                  </a:lnTo>
                  <a:lnTo>
                    <a:pt x="972231" y="286810"/>
                  </a:lnTo>
                  <a:lnTo>
                    <a:pt x="970309" y="286810"/>
                  </a:lnTo>
                  <a:lnTo>
                    <a:pt x="968388" y="286810"/>
                  </a:lnTo>
                  <a:lnTo>
                    <a:pt x="966466" y="286810"/>
                  </a:lnTo>
                  <a:lnTo>
                    <a:pt x="964545" y="286810"/>
                  </a:lnTo>
                  <a:lnTo>
                    <a:pt x="962624" y="286810"/>
                  </a:lnTo>
                  <a:lnTo>
                    <a:pt x="960702" y="286810"/>
                  </a:lnTo>
                  <a:lnTo>
                    <a:pt x="958781" y="286810"/>
                  </a:lnTo>
                  <a:lnTo>
                    <a:pt x="956859" y="286810"/>
                  </a:lnTo>
                  <a:lnTo>
                    <a:pt x="954938" y="286810"/>
                  </a:lnTo>
                  <a:lnTo>
                    <a:pt x="953017" y="286810"/>
                  </a:lnTo>
                  <a:lnTo>
                    <a:pt x="951095" y="286810"/>
                  </a:lnTo>
                  <a:lnTo>
                    <a:pt x="949174" y="286810"/>
                  </a:lnTo>
                  <a:lnTo>
                    <a:pt x="947252" y="286810"/>
                  </a:lnTo>
                  <a:lnTo>
                    <a:pt x="945331" y="286810"/>
                  </a:lnTo>
                  <a:lnTo>
                    <a:pt x="943410" y="286810"/>
                  </a:lnTo>
                  <a:lnTo>
                    <a:pt x="941488" y="286810"/>
                  </a:lnTo>
                  <a:lnTo>
                    <a:pt x="939567" y="286810"/>
                  </a:lnTo>
                  <a:lnTo>
                    <a:pt x="937645" y="286810"/>
                  </a:lnTo>
                  <a:lnTo>
                    <a:pt x="935724" y="286810"/>
                  </a:lnTo>
                  <a:lnTo>
                    <a:pt x="933802" y="286810"/>
                  </a:lnTo>
                  <a:lnTo>
                    <a:pt x="931881" y="286810"/>
                  </a:lnTo>
                  <a:lnTo>
                    <a:pt x="929960" y="286810"/>
                  </a:lnTo>
                  <a:lnTo>
                    <a:pt x="928038" y="286810"/>
                  </a:lnTo>
                  <a:lnTo>
                    <a:pt x="926117" y="286810"/>
                  </a:lnTo>
                  <a:lnTo>
                    <a:pt x="924195" y="286810"/>
                  </a:lnTo>
                  <a:lnTo>
                    <a:pt x="922274" y="286810"/>
                  </a:lnTo>
                  <a:lnTo>
                    <a:pt x="920353" y="286810"/>
                  </a:lnTo>
                  <a:lnTo>
                    <a:pt x="918431" y="286810"/>
                  </a:lnTo>
                  <a:lnTo>
                    <a:pt x="916510" y="286810"/>
                  </a:lnTo>
                  <a:lnTo>
                    <a:pt x="914588" y="286810"/>
                  </a:lnTo>
                  <a:lnTo>
                    <a:pt x="912667" y="286810"/>
                  </a:lnTo>
                  <a:lnTo>
                    <a:pt x="910746" y="286810"/>
                  </a:lnTo>
                  <a:lnTo>
                    <a:pt x="908824" y="286810"/>
                  </a:lnTo>
                  <a:lnTo>
                    <a:pt x="906903" y="286810"/>
                  </a:lnTo>
                  <a:lnTo>
                    <a:pt x="904981" y="286810"/>
                  </a:lnTo>
                  <a:lnTo>
                    <a:pt x="903060" y="286810"/>
                  </a:lnTo>
                  <a:lnTo>
                    <a:pt x="901139" y="286810"/>
                  </a:lnTo>
                  <a:lnTo>
                    <a:pt x="899217" y="286810"/>
                  </a:lnTo>
                  <a:lnTo>
                    <a:pt x="897296" y="286810"/>
                  </a:lnTo>
                  <a:lnTo>
                    <a:pt x="895374" y="286810"/>
                  </a:lnTo>
                  <a:lnTo>
                    <a:pt x="893453" y="286810"/>
                  </a:lnTo>
                  <a:lnTo>
                    <a:pt x="891532" y="286810"/>
                  </a:lnTo>
                  <a:lnTo>
                    <a:pt x="889610" y="286810"/>
                  </a:lnTo>
                  <a:lnTo>
                    <a:pt x="887689" y="286810"/>
                  </a:lnTo>
                  <a:lnTo>
                    <a:pt x="885767" y="286810"/>
                  </a:lnTo>
                  <a:lnTo>
                    <a:pt x="883846" y="286810"/>
                  </a:lnTo>
                  <a:lnTo>
                    <a:pt x="881925" y="286810"/>
                  </a:lnTo>
                  <a:lnTo>
                    <a:pt x="880003" y="286810"/>
                  </a:lnTo>
                  <a:lnTo>
                    <a:pt x="878082" y="286810"/>
                  </a:lnTo>
                  <a:lnTo>
                    <a:pt x="876160" y="286810"/>
                  </a:lnTo>
                  <a:lnTo>
                    <a:pt x="874239" y="286810"/>
                  </a:lnTo>
                  <a:lnTo>
                    <a:pt x="872318" y="286810"/>
                  </a:lnTo>
                  <a:lnTo>
                    <a:pt x="870396" y="286810"/>
                  </a:lnTo>
                  <a:lnTo>
                    <a:pt x="868475" y="286810"/>
                  </a:lnTo>
                  <a:lnTo>
                    <a:pt x="866553" y="286810"/>
                  </a:lnTo>
                  <a:lnTo>
                    <a:pt x="864632" y="286810"/>
                  </a:lnTo>
                  <a:lnTo>
                    <a:pt x="862710" y="286810"/>
                  </a:lnTo>
                  <a:lnTo>
                    <a:pt x="860789" y="286810"/>
                  </a:lnTo>
                  <a:lnTo>
                    <a:pt x="858868" y="286810"/>
                  </a:lnTo>
                  <a:lnTo>
                    <a:pt x="856946" y="286810"/>
                  </a:lnTo>
                  <a:lnTo>
                    <a:pt x="855025" y="286810"/>
                  </a:lnTo>
                  <a:lnTo>
                    <a:pt x="853103" y="286810"/>
                  </a:lnTo>
                  <a:lnTo>
                    <a:pt x="851182" y="286810"/>
                  </a:lnTo>
                  <a:lnTo>
                    <a:pt x="849261" y="286810"/>
                  </a:lnTo>
                  <a:lnTo>
                    <a:pt x="847339" y="286810"/>
                  </a:lnTo>
                  <a:lnTo>
                    <a:pt x="845418" y="286810"/>
                  </a:lnTo>
                  <a:lnTo>
                    <a:pt x="843496" y="286810"/>
                  </a:lnTo>
                  <a:lnTo>
                    <a:pt x="841575" y="286810"/>
                  </a:lnTo>
                  <a:lnTo>
                    <a:pt x="839654" y="286810"/>
                  </a:lnTo>
                  <a:lnTo>
                    <a:pt x="837732" y="286810"/>
                  </a:lnTo>
                  <a:lnTo>
                    <a:pt x="835811" y="286810"/>
                  </a:lnTo>
                  <a:lnTo>
                    <a:pt x="833889" y="286810"/>
                  </a:lnTo>
                  <a:lnTo>
                    <a:pt x="831968" y="286810"/>
                  </a:lnTo>
                  <a:lnTo>
                    <a:pt x="830047" y="286810"/>
                  </a:lnTo>
                  <a:lnTo>
                    <a:pt x="828125" y="286810"/>
                  </a:lnTo>
                  <a:lnTo>
                    <a:pt x="826204" y="286810"/>
                  </a:lnTo>
                  <a:lnTo>
                    <a:pt x="824282" y="286810"/>
                  </a:lnTo>
                  <a:lnTo>
                    <a:pt x="822361" y="286810"/>
                  </a:lnTo>
                  <a:lnTo>
                    <a:pt x="820440" y="286810"/>
                  </a:lnTo>
                  <a:lnTo>
                    <a:pt x="818518" y="286810"/>
                  </a:lnTo>
                  <a:lnTo>
                    <a:pt x="816597" y="286810"/>
                  </a:lnTo>
                  <a:lnTo>
                    <a:pt x="814675" y="286810"/>
                  </a:lnTo>
                  <a:lnTo>
                    <a:pt x="812754" y="286810"/>
                  </a:lnTo>
                  <a:lnTo>
                    <a:pt x="810833" y="286810"/>
                  </a:lnTo>
                  <a:lnTo>
                    <a:pt x="808911" y="286810"/>
                  </a:lnTo>
                  <a:lnTo>
                    <a:pt x="806990" y="286810"/>
                  </a:lnTo>
                  <a:lnTo>
                    <a:pt x="805068" y="286810"/>
                  </a:lnTo>
                  <a:lnTo>
                    <a:pt x="803147" y="286810"/>
                  </a:lnTo>
                  <a:lnTo>
                    <a:pt x="801226" y="286810"/>
                  </a:lnTo>
                  <a:lnTo>
                    <a:pt x="799304" y="286810"/>
                  </a:lnTo>
                  <a:lnTo>
                    <a:pt x="797383" y="286810"/>
                  </a:lnTo>
                  <a:lnTo>
                    <a:pt x="795461" y="286810"/>
                  </a:lnTo>
                  <a:lnTo>
                    <a:pt x="793540" y="286810"/>
                  </a:lnTo>
                  <a:lnTo>
                    <a:pt x="791618" y="286810"/>
                  </a:lnTo>
                  <a:lnTo>
                    <a:pt x="789697" y="286810"/>
                  </a:lnTo>
                  <a:lnTo>
                    <a:pt x="787776" y="286810"/>
                  </a:lnTo>
                  <a:lnTo>
                    <a:pt x="785854" y="286810"/>
                  </a:lnTo>
                  <a:lnTo>
                    <a:pt x="783933" y="286810"/>
                  </a:lnTo>
                  <a:lnTo>
                    <a:pt x="782011" y="286810"/>
                  </a:lnTo>
                  <a:lnTo>
                    <a:pt x="780090" y="286810"/>
                  </a:lnTo>
                  <a:lnTo>
                    <a:pt x="778169" y="286810"/>
                  </a:lnTo>
                  <a:lnTo>
                    <a:pt x="776247" y="286810"/>
                  </a:lnTo>
                  <a:lnTo>
                    <a:pt x="774326" y="286810"/>
                  </a:lnTo>
                  <a:lnTo>
                    <a:pt x="772404" y="286810"/>
                  </a:lnTo>
                  <a:lnTo>
                    <a:pt x="770483" y="286810"/>
                  </a:lnTo>
                  <a:lnTo>
                    <a:pt x="768562" y="286810"/>
                  </a:lnTo>
                  <a:lnTo>
                    <a:pt x="766640" y="286810"/>
                  </a:lnTo>
                  <a:lnTo>
                    <a:pt x="764719" y="286810"/>
                  </a:lnTo>
                  <a:lnTo>
                    <a:pt x="762797" y="286810"/>
                  </a:lnTo>
                  <a:lnTo>
                    <a:pt x="760876" y="286810"/>
                  </a:lnTo>
                  <a:lnTo>
                    <a:pt x="758955" y="286810"/>
                  </a:lnTo>
                  <a:lnTo>
                    <a:pt x="757033" y="286810"/>
                  </a:lnTo>
                  <a:lnTo>
                    <a:pt x="755112" y="286810"/>
                  </a:lnTo>
                  <a:lnTo>
                    <a:pt x="753190" y="286810"/>
                  </a:lnTo>
                  <a:lnTo>
                    <a:pt x="751269" y="286810"/>
                  </a:lnTo>
                  <a:lnTo>
                    <a:pt x="749348" y="286810"/>
                  </a:lnTo>
                  <a:lnTo>
                    <a:pt x="747426" y="286810"/>
                  </a:lnTo>
                  <a:lnTo>
                    <a:pt x="745505" y="286810"/>
                  </a:lnTo>
                  <a:lnTo>
                    <a:pt x="743583" y="286810"/>
                  </a:lnTo>
                  <a:lnTo>
                    <a:pt x="741662" y="286810"/>
                  </a:lnTo>
                  <a:lnTo>
                    <a:pt x="739741" y="286810"/>
                  </a:lnTo>
                  <a:lnTo>
                    <a:pt x="737819" y="286810"/>
                  </a:lnTo>
                  <a:lnTo>
                    <a:pt x="735898" y="286810"/>
                  </a:lnTo>
                  <a:lnTo>
                    <a:pt x="733976" y="286810"/>
                  </a:lnTo>
                  <a:lnTo>
                    <a:pt x="732055" y="286810"/>
                  </a:lnTo>
                  <a:lnTo>
                    <a:pt x="730134" y="286810"/>
                  </a:lnTo>
                  <a:lnTo>
                    <a:pt x="728212" y="286810"/>
                  </a:lnTo>
                  <a:lnTo>
                    <a:pt x="726291" y="286810"/>
                  </a:lnTo>
                  <a:lnTo>
                    <a:pt x="724369" y="286810"/>
                  </a:lnTo>
                  <a:lnTo>
                    <a:pt x="722448" y="286810"/>
                  </a:lnTo>
                  <a:lnTo>
                    <a:pt x="720526" y="286810"/>
                  </a:lnTo>
                  <a:lnTo>
                    <a:pt x="718605" y="286810"/>
                  </a:lnTo>
                  <a:lnTo>
                    <a:pt x="716684" y="286810"/>
                  </a:lnTo>
                  <a:lnTo>
                    <a:pt x="714762" y="286810"/>
                  </a:lnTo>
                  <a:lnTo>
                    <a:pt x="712841" y="286810"/>
                  </a:lnTo>
                  <a:lnTo>
                    <a:pt x="710919" y="286810"/>
                  </a:lnTo>
                  <a:lnTo>
                    <a:pt x="708998" y="286810"/>
                  </a:lnTo>
                  <a:lnTo>
                    <a:pt x="707077" y="286810"/>
                  </a:lnTo>
                  <a:lnTo>
                    <a:pt x="705155" y="286810"/>
                  </a:lnTo>
                  <a:lnTo>
                    <a:pt x="703234" y="286810"/>
                  </a:lnTo>
                  <a:lnTo>
                    <a:pt x="701312" y="286810"/>
                  </a:lnTo>
                  <a:lnTo>
                    <a:pt x="699391" y="286810"/>
                  </a:lnTo>
                  <a:lnTo>
                    <a:pt x="697470" y="286810"/>
                  </a:lnTo>
                  <a:lnTo>
                    <a:pt x="695548" y="286810"/>
                  </a:lnTo>
                  <a:lnTo>
                    <a:pt x="693627" y="286810"/>
                  </a:lnTo>
                  <a:lnTo>
                    <a:pt x="691705" y="286810"/>
                  </a:lnTo>
                  <a:lnTo>
                    <a:pt x="689784" y="286810"/>
                  </a:lnTo>
                  <a:lnTo>
                    <a:pt x="687863" y="286810"/>
                  </a:lnTo>
                  <a:lnTo>
                    <a:pt x="685941" y="286810"/>
                  </a:lnTo>
                  <a:lnTo>
                    <a:pt x="684020" y="286810"/>
                  </a:lnTo>
                  <a:lnTo>
                    <a:pt x="682098" y="286810"/>
                  </a:lnTo>
                  <a:lnTo>
                    <a:pt x="680177" y="286810"/>
                  </a:lnTo>
                  <a:lnTo>
                    <a:pt x="678256" y="286810"/>
                  </a:lnTo>
                  <a:lnTo>
                    <a:pt x="676334" y="286810"/>
                  </a:lnTo>
                  <a:lnTo>
                    <a:pt x="674413" y="286810"/>
                  </a:lnTo>
                  <a:lnTo>
                    <a:pt x="672491" y="286810"/>
                  </a:lnTo>
                  <a:lnTo>
                    <a:pt x="670570" y="286810"/>
                  </a:lnTo>
                  <a:lnTo>
                    <a:pt x="668649" y="286810"/>
                  </a:lnTo>
                  <a:lnTo>
                    <a:pt x="666727" y="286810"/>
                  </a:lnTo>
                  <a:lnTo>
                    <a:pt x="664806" y="286810"/>
                  </a:lnTo>
                  <a:lnTo>
                    <a:pt x="662884" y="286810"/>
                  </a:lnTo>
                  <a:lnTo>
                    <a:pt x="660963" y="286810"/>
                  </a:lnTo>
                  <a:lnTo>
                    <a:pt x="659042" y="286810"/>
                  </a:lnTo>
                  <a:lnTo>
                    <a:pt x="657120" y="286810"/>
                  </a:lnTo>
                  <a:lnTo>
                    <a:pt x="655199" y="286810"/>
                  </a:lnTo>
                  <a:lnTo>
                    <a:pt x="653277" y="286810"/>
                  </a:lnTo>
                  <a:lnTo>
                    <a:pt x="651356" y="286810"/>
                  </a:lnTo>
                  <a:lnTo>
                    <a:pt x="649434" y="286810"/>
                  </a:lnTo>
                  <a:lnTo>
                    <a:pt x="647513" y="286810"/>
                  </a:lnTo>
                  <a:lnTo>
                    <a:pt x="645592" y="286810"/>
                  </a:lnTo>
                  <a:lnTo>
                    <a:pt x="643670" y="286810"/>
                  </a:lnTo>
                  <a:lnTo>
                    <a:pt x="641749" y="286810"/>
                  </a:lnTo>
                  <a:lnTo>
                    <a:pt x="639827" y="286810"/>
                  </a:lnTo>
                  <a:lnTo>
                    <a:pt x="637906" y="286810"/>
                  </a:lnTo>
                  <a:lnTo>
                    <a:pt x="635985" y="286810"/>
                  </a:lnTo>
                  <a:lnTo>
                    <a:pt x="634063" y="286810"/>
                  </a:lnTo>
                  <a:lnTo>
                    <a:pt x="632142" y="286810"/>
                  </a:lnTo>
                  <a:lnTo>
                    <a:pt x="630220" y="286810"/>
                  </a:lnTo>
                  <a:lnTo>
                    <a:pt x="628299" y="286810"/>
                  </a:lnTo>
                  <a:lnTo>
                    <a:pt x="626378" y="286810"/>
                  </a:lnTo>
                  <a:lnTo>
                    <a:pt x="624456" y="286810"/>
                  </a:lnTo>
                  <a:lnTo>
                    <a:pt x="622535" y="286810"/>
                  </a:lnTo>
                  <a:lnTo>
                    <a:pt x="620613" y="286810"/>
                  </a:lnTo>
                  <a:lnTo>
                    <a:pt x="618692" y="286810"/>
                  </a:lnTo>
                  <a:lnTo>
                    <a:pt x="616771" y="286810"/>
                  </a:lnTo>
                  <a:lnTo>
                    <a:pt x="614849" y="286810"/>
                  </a:lnTo>
                  <a:lnTo>
                    <a:pt x="612928" y="286810"/>
                  </a:lnTo>
                  <a:lnTo>
                    <a:pt x="611006" y="286810"/>
                  </a:lnTo>
                  <a:lnTo>
                    <a:pt x="609085" y="286810"/>
                  </a:lnTo>
                  <a:lnTo>
                    <a:pt x="607164" y="286810"/>
                  </a:lnTo>
                  <a:lnTo>
                    <a:pt x="605242" y="286810"/>
                  </a:lnTo>
                  <a:lnTo>
                    <a:pt x="603321" y="286810"/>
                  </a:lnTo>
                  <a:lnTo>
                    <a:pt x="601399" y="286810"/>
                  </a:lnTo>
                  <a:lnTo>
                    <a:pt x="599478" y="286810"/>
                  </a:lnTo>
                  <a:lnTo>
                    <a:pt x="597557" y="286810"/>
                  </a:lnTo>
                  <a:lnTo>
                    <a:pt x="595635" y="286810"/>
                  </a:lnTo>
                  <a:lnTo>
                    <a:pt x="593714" y="286810"/>
                  </a:lnTo>
                  <a:lnTo>
                    <a:pt x="591792" y="286810"/>
                  </a:lnTo>
                  <a:lnTo>
                    <a:pt x="589871" y="286810"/>
                  </a:lnTo>
                  <a:lnTo>
                    <a:pt x="587950" y="286810"/>
                  </a:lnTo>
                  <a:lnTo>
                    <a:pt x="586028" y="286810"/>
                  </a:lnTo>
                  <a:lnTo>
                    <a:pt x="584107" y="286810"/>
                  </a:lnTo>
                  <a:lnTo>
                    <a:pt x="582185" y="286810"/>
                  </a:lnTo>
                  <a:lnTo>
                    <a:pt x="580264" y="286810"/>
                  </a:lnTo>
                  <a:lnTo>
                    <a:pt x="578342" y="286810"/>
                  </a:lnTo>
                  <a:lnTo>
                    <a:pt x="576421" y="286810"/>
                  </a:lnTo>
                  <a:lnTo>
                    <a:pt x="574500" y="286810"/>
                  </a:lnTo>
                  <a:lnTo>
                    <a:pt x="572578" y="286810"/>
                  </a:lnTo>
                  <a:lnTo>
                    <a:pt x="570657" y="286810"/>
                  </a:lnTo>
                  <a:lnTo>
                    <a:pt x="568735" y="286810"/>
                  </a:lnTo>
                  <a:lnTo>
                    <a:pt x="566814" y="286810"/>
                  </a:lnTo>
                  <a:lnTo>
                    <a:pt x="564893" y="286810"/>
                  </a:lnTo>
                  <a:lnTo>
                    <a:pt x="562971" y="286810"/>
                  </a:lnTo>
                  <a:lnTo>
                    <a:pt x="561050" y="286810"/>
                  </a:lnTo>
                  <a:lnTo>
                    <a:pt x="559128" y="286810"/>
                  </a:lnTo>
                  <a:lnTo>
                    <a:pt x="557207" y="286810"/>
                  </a:lnTo>
                  <a:lnTo>
                    <a:pt x="555286" y="286810"/>
                  </a:lnTo>
                  <a:lnTo>
                    <a:pt x="553364" y="286810"/>
                  </a:lnTo>
                  <a:lnTo>
                    <a:pt x="551443" y="286810"/>
                  </a:lnTo>
                  <a:lnTo>
                    <a:pt x="549521" y="286810"/>
                  </a:lnTo>
                  <a:lnTo>
                    <a:pt x="547600" y="286810"/>
                  </a:lnTo>
                  <a:lnTo>
                    <a:pt x="545679" y="286810"/>
                  </a:lnTo>
                  <a:lnTo>
                    <a:pt x="543757" y="286810"/>
                  </a:lnTo>
                  <a:lnTo>
                    <a:pt x="541836" y="286810"/>
                  </a:lnTo>
                  <a:lnTo>
                    <a:pt x="539914" y="286810"/>
                  </a:lnTo>
                  <a:lnTo>
                    <a:pt x="537993" y="286810"/>
                  </a:lnTo>
                  <a:lnTo>
                    <a:pt x="536072" y="286810"/>
                  </a:lnTo>
                  <a:lnTo>
                    <a:pt x="534150" y="286810"/>
                  </a:lnTo>
                  <a:lnTo>
                    <a:pt x="532229" y="286810"/>
                  </a:lnTo>
                  <a:lnTo>
                    <a:pt x="530307" y="286810"/>
                  </a:lnTo>
                  <a:lnTo>
                    <a:pt x="528386" y="286810"/>
                  </a:lnTo>
                  <a:lnTo>
                    <a:pt x="526465" y="286810"/>
                  </a:lnTo>
                  <a:lnTo>
                    <a:pt x="524543" y="286810"/>
                  </a:lnTo>
                  <a:lnTo>
                    <a:pt x="522622" y="286810"/>
                  </a:lnTo>
                  <a:lnTo>
                    <a:pt x="520700" y="286810"/>
                  </a:lnTo>
                  <a:lnTo>
                    <a:pt x="518779" y="286810"/>
                  </a:lnTo>
                  <a:lnTo>
                    <a:pt x="516858" y="286810"/>
                  </a:lnTo>
                  <a:lnTo>
                    <a:pt x="514936" y="286810"/>
                  </a:lnTo>
                  <a:lnTo>
                    <a:pt x="513015" y="286810"/>
                  </a:lnTo>
                  <a:lnTo>
                    <a:pt x="511093" y="286810"/>
                  </a:lnTo>
                  <a:lnTo>
                    <a:pt x="509172" y="286810"/>
                  </a:lnTo>
                  <a:lnTo>
                    <a:pt x="507250" y="286810"/>
                  </a:lnTo>
                  <a:lnTo>
                    <a:pt x="505329" y="286810"/>
                  </a:lnTo>
                  <a:lnTo>
                    <a:pt x="503408" y="286810"/>
                  </a:lnTo>
                  <a:lnTo>
                    <a:pt x="501486" y="286810"/>
                  </a:lnTo>
                  <a:lnTo>
                    <a:pt x="499565" y="286810"/>
                  </a:lnTo>
                  <a:lnTo>
                    <a:pt x="497643" y="286810"/>
                  </a:lnTo>
                  <a:lnTo>
                    <a:pt x="495722" y="286810"/>
                  </a:lnTo>
                  <a:lnTo>
                    <a:pt x="493801" y="286810"/>
                  </a:lnTo>
                  <a:lnTo>
                    <a:pt x="491879" y="286810"/>
                  </a:lnTo>
                  <a:lnTo>
                    <a:pt x="489958" y="286810"/>
                  </a:lnTo>
                  <a:lnTo>
                    <a:pt x="488036" y="286810"/>
                  </a:lnTo>
                  <a:lnTo>
                    <a:pt x="486115" y="286810"/>
                  </a:lnTo>
                  <a:lnTo>
                    <a:pt x="484194" y="286810"/>
                  </a:lnTo>
                  <a:lnTo>
                    <a:pt x="482272" y="286810"/>
                  </a:lnTo>
                  <a:lnTo>
                    <a:pt x="480351" y="286810"/>
                  </a:lnTo>
                  <a:lnTo>
                    <a:pt x="478429" y="286810"/>
                  </a:lnTo>
                  <a:lnTo>
                    <a:pt x="476508" y="286810"/>
                  </a:lnTo>
                  <a:lnTo>
                    <a:pt x="474587" y="286810"/>
                  </a:lnTo>
                  <a:lnTo>
                    <a:pt x="472665" y="286810"/>
                  </a:lnTo>
                  <a:lnTo>
                    <a:pt x="470744" y="286810"/>
                  </a:lnTo>
                  <a:lnTo>
                    <a:pt x="468822" y="286810"/>
                  </a:lnTo>
                  <a:lnTo>
                    <a:pt x="466901" y="286810"/>
                  </a:lnTo>
                  <a:lnTo>
                    <a:pt x="464980" y="286810"/>
                  </a:lnTo>
                  <a:lnTo>
                    <a:pt x="463058" y="286810"/>
                  </a:lnTo>
                  <a:lnTo>
                    <a:pt x="461137" y="286810"/>
                  </a:lnTo>
                  <a:lnTo>
                    <a:pt x="459215" y="286810"/>
                  </a:lnTo>
                  <a:lnTo>
                    <a:pt x="457294" y="286810"/>
                  </a:lnTo>
                  <a:lnTo>
                    <a:pt x="455373" y="286810"/>
                  </a:lnTo>
                  <a:lnTo>
                    <a:pt x="453451" y="286810"/>
                  </a:lnTo>
                  <a:lnTo>
                    <a:pt x="451530" y="286810"/>
                  </a:lnTo>
                  <a:lnTo>
                    <a:pt x="449608" y="286810"/>
                  </a:lnTo>
                  <a:lnTo>
                    <a:pt x="447687" y="286810"/>
                  </a:lnTo>
                  <a:lnTo>
                    <a:pt x="445766" y="286810"/>
                  </a:lnTo>
                  <a:lnTo>
                    <a:pt x="443844" y="286810"/>
                  </a:lnTo>
                  <a:lnTo>
                    <a:pt x="441923" y="286810"/>
                  </a:lnTo>
                  <a:lnTo>
                    <a:pt x="440001" y="286810"/>
                  </a:lnTo>
                  <a:lnTo>
                    <a:pt x="438080" y="286810"/>
                  </a:lnTo>
                  <a:lnTo>
                    <a:pt x="436159" y="286810"/>
                  </a:lnTo>
                  <a:lnTo>
                    <a:pt x="434237" y="286810"/>
                  </a:lnTo>
                  <a:lnTo>
                    <a:pt x="432316" y="286810"/>
                  </a:lnTo>
                  <a:lnTo>
                    <a:pt x="430394" y="286810"/>
                  </a:lnTo>
                  <a:lnTo>
                    <a:pt x="428473" y="286810"/>
                  </a:lnTo>
                  <a:lnTo>
                    <a:pt x="426551" y="286810"/>
                  </a:lnTo>
                  <a:lnTo>
                    <a:pt x="424630" y="286810"/>
                  </a:lnTo>
                  <a:lnTo>
                    <a:pt x="422709" y="286810"/>
                  </a:lnTo>
                  <a:lnTo>
                    <a:pt x="420787" y="286810"/>
                  </a:lnTo>
                  <a:lnTo>
                    <a:pt x="418866" y="286810"/>
                  </a:lnTo>
                  <a:lnTo>
                    <a:pt x="416944" y="286810"/>
                  </a:lnTo>
                  <a:lnTo>
                    <a:pt x="415023" y="286810"/>
                  </a:lnTo>
                  <a:lnTo>
                    <a:pt x="413102" y="286810"/>
                  </a:lnTo>
                  <a:lnTo>
                    <a:pt x="411180" y="286810"/>
                  </a:lnTo>
                  <a:lnTo>
                    <a:pt x="409259" y="286810"/>
                  </a:lnTo>
                  <a:lnTo>
                    <a:pt x="407337" y="286810"/>
                  </a:lnTo>
                  <a:lnTo>
                    <a:pt x="405416" y="286810"/>
                  </a:lnTo>
                  <a:lnTo>
                    <a:pt x="403495" y="286810"/>
                  </a:lnTo>
                  <a:lnTo>
                    <a:pt x="401573" y="286810"/>
                  </a:lnTo>
                  <a:lnTo>
                    <a:pt x="399652" y="286810"/>
                  </a:lnTo>
                  <a:lnTo>
                    <a:pt x="397730" y="286810"/>
                  </a:lnTo>
                  <a:lnTo>
                    <a:pt x="395809" y="286810"/>
                  </a:lnTo>
                  <a:lnTo>
                    <a:pt x="393888" y="286810"/>
                  </a:lnTo>
                  <a:lnTo>
                    <a:pt x="391966" y="286810"/>
                  </a:lnTo>
                  <a:lnTo>
                    <a:pt x="390045" y="286810"/>
                  </a:lnTo>
                  <a:lnTo>
                    <a:pt x="388123" y="286810"/>
                  </a:lnTo>
                  <a:lnTo>
                    <a:pt x="386202" y="286810"/>
                  </a:lnTo>
                  <a:lnTo>
                    <a:pt x="384281" y="286810"/>
                  </a:lnTo>
                  <a:lnTo>
                    <a:pt x="382359" y="286810"/>
                  </a:lnTo>
                  <a:lnTo>
                    <a:pt x="380438" y="286810"/>
                  </a:lnTo>
                  <a:lnTo>
                    <a:pt x="378516" y="286810"/>
                  </a:lnTo>
                  <a:lnTo>
                    <a:pt x="376595" y="286810"/>
                  </a:lnTo>
                  <a:lnTo>
                    <a:pt x="374674" y="286810"/>
                  </a:lnTo>
                  <a:lnTo>
                    <a:pt x="372752" y="286810"/>
                  </a:lnTo>
                  <a:lnTo>
                    <a:pt x="370831" y="286810"/>
                  </a:lnTo>
                  <a:lnTo>
                    <a:pt x="368909" y="286810"/>
                  </a:lnTo>
                  <a:lnTo>
                    <a:pt x="366988" y="286810"/>
                  </a:lnTo>
                  <a:lnTo>
                    <a:pt x="365067" y="286810"/>
                  </a:lnTo>
                  <a:lnTo>
                    <a:pt x="363145" y="286810"/>
                  </a:lnTo>
                  <a:lnTo>
                    <a:pt x="361224" y="286810"/>
                  </a:lnTo>
                  <a:lnTo>
                    <a:pt x="359302" y="286810"/>
                  </a:lnTo>
                  <a:lnTo>
                    <a:pt x="357381" y="286810"/>
                  </a:lnTo>
                  <a:lnTo>
                    <a:pt x="355459" y="286810"/>
                  </a:lnTo>
                  <a:lnTo>
                    <a:pt x="353538" y="286810"/>
                  </a:lnTo>
                  <a:lnTo>
                    <a:pt x="351617" y="286810"/>
                  </a:lnTo>
                  <a:lnTo>
                    <a:pt x="349695" y="286810"/>
                  </a:lnTo>
                  <a:lnTo>
                    <a:pt x="347774" y="286810"/>
                  </a:lnTo>
                  <a:lnTo>
                    <a:pt x="345852" y="286810"/>
                  </a:lnTo>
                  <a:lnTo>
                    <a:pt x="343931" y="286810"/>
                  </a:lnTo>
                  <a:lnTo>
                    <a:pt x="342010" y="286810"/>
                  </a:lnTo>
                  <a:lnTo>
                    <a:pt x="340088" y="286810"/>
                  </a:lnTo>
                  <a:lnTo>
                    <a:pt x="338167" y="286810"/>
                  </a:lnTo>
                  <a:lnTo>
                    <a:pt x="336245" y="286810"/>
                  </a:lnTo>
                  <a:lnTo>
                    <a:pt x="334324" y="286810"/>
                  </a:lnTo>
                  <a:lnTo>
                    <a:pt x="332403" y="286810"/>
                  </a:lnTo>
                  <a:lnTo>
                    <a:pt x="330481" y="286810"/>
                  </a:lnTo>
                  <a:lnTo>
                    <a:pt x="328560" y="286810"/>
                  </a:lnTo>
                  <a:lnTo>
                    <a:pt x="326638" y="286810"/>
                  </a:lnTo>
                  <a:lnTo>
                    <a:pt x="324717" y="286810"/>
                  </a:lnTo>
                  <a:lnTo>
                    <a:pt x="322796" y="286810"/>
                  </a:lnTo>
                  <a:lnTo>
                    <a:pt x="320874" y="286810"/>
                  </a:lnTo>
                  <a:lnTo>
                    <a:pt x="318953" y="286810"/>
                  </a:lnTo>
                  <a:lnTo>
                    <a:pt x="317031" y="286810"/>
                  </a:lnTo>
                  <a:lnTo>
                    <a:pt x="315110" y="286810"/>
                  </a:lnTo>
                  <a:lnTo>
                    <a:pt x="313189" y="286810"/>
                  </a:lnTo>
                  <a:lnTo>
                    <a:pt x="311267" y="286810"/>
                  </a:lnTo>
                  <a:lnTo>
                    <a:pt x="309346" y="286810"/>
                  </a:lnTo>
                  <a:lnTo>
                    <a:pt x="307424" y="286810"/>
                  </a:lnTo>
                  <a:lnTo>
                    <a:pt x="305503" y="286810"/>
                  </a:lnTo>
                  <a:lnTo>
                    <a:pt x="303582" y="286810"/>
                  </a:lnTo>
                  <a:lnTo>
                    <a:pt x="301660" y="286810"/>
                  </a:lnTo>
                  <a:lnTo>
                    <a:pt x="299739" y="286810"/>
                  </a:lnTo>
                  <a:lnTo>
                    <a:pt x="297817" y="286810"/>
                  </a:lnTo>
                  <a:lnTo>
                    <a:pt x="295896" y="286810"/>
                  </a:lnTo>
                  <a:lnTo>
                    <a:pt x="293975" y="286810"/>
                  </a:lnTo>
                  <a:lnTo>
                    <a:pt x="292053" y="286810"/>
                  </a:lnTo>
                  <a:lnTo>
                    <a:pt x="290132" y="286810"/>
                  </a:lnTo>
                  <a:lnTo>
                    <a:pt x="288210" y="286810"/>
                  </a:lnTo>
                  <a:lnTo>
                    <a:pt x="286289" y="286810"/>
                  </a:lnTo>
                  <a:lnTo>
                    <a:pt x="284367" y="286810"/>
                  </a:lnTo>
                  <a:lnTo>
                    <a:pt x="282446" y="286810"/>
                  </a:lnTo>
                  <a:lnTo>
                    <a:pt x="280525" y="286810"/>
                  </a:lnTo>
                  <a:lnTo>
                    <a:pt x="278603" y="286810"/>
                  </a:lnTo>
                  <a:lnTo>
                    <a:pt x="276682" y="286810"/>
                  </a:lnTo>
                  <a:lnTo>
                    <a:pt x="274760" y="286810"/>
                  </a:lnTo>
                  <a:lnTo>
                    <a:pt x="272839" y="286810"/>
                  </a:lnTo>
                  <a:lnTo>
                    <a:pt x="270918" y="286810"/>
                  </a:lnTo>
                  <a:lnTo>
                    <a:pt x="268996" y="286810"/>
                  </a:lnTo>
                  <a:lnTo>
                    <a:pt x="267075" y="286810"/>
                  </a:lnTo>
                  <a:lnTo>
                    <a:pt x="265153" y="286810"/>
                  </a:lnTo>
                  <a:lnTo>
                    <a:pt x="263232" y="286810"/>
                  </a:lnTo>
                  <a:lnTo>
                    <a:pt x="261311" y="286810"/>
                  </a:lnTo>
                  <a:lnTo>
                    <a:pt x="259389" y="286810"/>
                  </a:lnTo>
                  <a:lnTo>
                    <a:pt x="257468" y="286810"/>
                  </a:lnTo>
                  <a:lnTo>
                    <a:pt x="255546" y="286810"/>
                  </a:lnTo>
                  <a:lnTo>
                    <a:pt x="253625" y="286810"/>
                  </a:lnTo>
                  <a:lnTo>
                    <a:pt x="251704" y="286810"/>
                  </a:lnTo>
                  <a:lnTo>
                    <a:pt x="249782" y="286810"/>
                  </a:lnTo>
                  <a:lnTo>
                    <a:pt x="247861" y="286810"/>
                  </a:lnTo>
                  <a:lnTo>
                    <a:pt x="245939" y="286810"/>
                  </a:lnTo>
                  <a:lnTo>
                    <a:pt x="244018" y="286810"/>
                  </a:lnTo>
                  <a:lnTo>
                    <a:pt x="242097" y="286810"/>
                  </a:lnTo>
                  <a:lnTo>
                    <a:pt x="240175" y="286810"/>
                  </a:lnTo>
                  <a:lnTo>
                    <a:pt x="238254" y="286810"/>
                  </a:lnTo>
                  <a:lnTo>
                    <a:pt x="236332" y="286810"/>
                  </a:lnTo>
                  <a:lnTo>
                    <a:pt x="234411" y="286810"/>
                  </a:lnTo>
                  <a:lnTo>
                    <a:pt x="232490" y="286810"/>
                  </a:lnTo>
                  <a:lnTo>
                    <a:pt x="230568" y="286810"/>
                  </a:lnTo>
                  <a:lnTo>
                    <a:pt x="228647" y="286810"/>
                  </a:lnTo>
                  <a:lnTo>
                    <a:pt x="226725" y="286810"/>
                  </a:lnTo>
                  <a:lnTo>
                    <a:pt x="224804" y="286810"/>
                  </a:lnTo>
                  <a:lnTo>
                    <a:pt x="222883" y="286810"/>
                  </a:lnTo>
                  <a:lnTo>
                    <a:pt x="220961" y="286810"/>
                  </a:lnTo>
                  <a:lnTo>
                    <a:pt x="219040" y="286810"/>
                  </a:lnTo>
                  <a:lnTo>
                    <a:pt x="217118" y="286810"/>
                  </a:lnTo>
                  <a:lnTo>
                    <a:pt x="215197" y="286810"/>
                  </a:lnTo>
                  <a:lnTo>
                    <a:pt x="213275" y="286810"/>
                  </a:lnTo>
                  <a:lnTo>
                    <a:pt x="211354" y="286810"/>
                  </a:lnTo>
                  <a:lnTo>
                    <a:pt x="209433" y="286810"/>
                  </a:lnTo>
                  <a:lnTo>
                    <a:pt x="207511" y="286810"/>
                  </a:lnTo>
                  <a:lnTo>
                    <a:pt x="205590" y="286810"/>
                  </a:lnTo>
                  <a:lnTo>
                    <a:pt x="203668" y="286810"/>
                  </a:lnTo>
                  <a:lnTo>
                    <a:pt x="201747" y="286810"/>
                  </a:lnTo>
                  <a:lnTo>
                    <a:pt x="199826" y="286810"/>
                  </a:lnTo>
                  <a:lnTo>
                    <a:pt x="197904" y="286810"/>
                  </a:lnTo>
                  <a:lnTo>
                    <a:pt x="195983" y="286810"/>
                  </a:lnTo>
                  <a:lnTo>
                    <a:pt x="194061" y="286810"/>
                  </a:lnTo>
                  <a:lnTo>
                    <a:pt x="192140" y="286810"/>
                  </a:lnTo>
                  <a:lnTo>
                    <a:pt x="190219" y="286810"/>
                  </a:lnTo>
                  <a:lnTo>
                    <a:pt x="188297" y="286810"/>
                  </a:lnTo>
                  <a:lnTo>
                    <a:pt x="186376" y="286810"/>
                  </a:lnTo>
                  <a:lnTo>
                    <a:pt x="184454" y="286810"/>
                  </a:lnTo>
                  <a:lnTo>
                    <a:pt x="182533" y="286810"/>
                  </a:lnTo>
                  <a:lnTo>
                    <a:pt x="180612" y="286810"/>
                  </a:lnTo>
                  <a:lnTo>
                    <a:pt x="178690" y="286810"/>
                  </a:lnTo>
                  <a:lnTo>
                    <a:pt x="176769" y="286810"/>
                  </a:lnTo>
                  <a:lnTo>
                    <a:pt x="174847" y="286810"/>
                  </a:lnTo>
                  <a:lnTo>
                    <a:pt x="172926" y="286810"/>
                  </a:lnTo>
                  <a:lnTo>
                    <a:pt x="171005" y="286810"/>
                  </a:lnTo>
                  <a:lnTo>
                    <a:pt x="169083" y="286810"/>
                  </a:lnTo>
                  <a:lnTo>
                    <a:pt x="167162" y="286810"/>
                  </a:lnTo>
                  <a:lnTo>
                    <a:pt x="165240" y="286810"/>
                  </a:lnTo>
                  <a:lnTo>
                    <a:pt x="163319" y="286810"/>
                  </a:lnTo>
                  <a:lnTo>
                    <a:pt x="161398" y="286810"/>
                  </a:lnTo>
                  <a:lnTo>
                    <a:pt x="159476" y="286810"/>
                  </a:lnTo>
                  <a:lnTo>
                    <a:pt x="157555" y="286810"/>
                  </a:lnTo>
                  <a:lnTo>
                    <a:pt x="155633" y="286810"/>
                  </a:lnTo>
                  <a:lnTo>
                    <a:pt x="153712" y="286810"/>
                  </a:lnTo>
                  <a:lnTo>
                    <a:pt x="151791" y="286810"/>
                  </a:lnTo>
                  <a:lnTo>
                    <a:pt x="149869" y="286810"/>
                  </a:lnTo>
                  <a:lnTo>
                    <a:pt x="147948" y="286810"/>
                  </a:lnTo>
                  <a:lnTo>
                    <a:pt x="146026" y="286810"/>
                  </a:lnTo>
                  <a:lnTo>
                    <a:pt x="144105" y="286810"/>
                  </a:lnTo>
                  <a:lnTo>
                    <a:pt x="142183" y="286810"/>
                  </a:lnTo>
                  <a:lnTo>
                    <a:pt x="140262" y="286810"/>
                  </a:lnTo>
                  <a:lnTo>
                    <a:pt x="138341" y="286810"/>
                  </a:lnTo>
                  <a:lnTo>
                    <a:pt x="136419" y="286810"/>
                  </a:lnTo>
                  <a:lnTo>
                    <a:pt x="134498" y="286810"/>
                  </a:lnTo>
                  <a:lnTo>
                    <a:pt x="132576" y="286810"/>
                  </a:lnTo>
                  <a:lnTo>
                    <a:pt x="130655" y="286810"/>
                  </a:lnTo>
                  <a:lnTo>
                    <a:pt x="128734" y="286810"/>
                  </a:lnTo>
                  <a:lnTo>
                    <a:pt x="126812" y="286810"/>
                  </a:lnTo>
                  <a:lnTo>
                    <a:pt x="124891" y="286810"/>
                  </a:lnTo>
                  <a:lnTo>
                    <a:pt x="122969" y="286810"/>
                  </a:lnTo>
                  <a:lnTo>
                    <a:pt x="121048" y="286810"/>
                  </a:lnTo>
                  <a:lnTo>
                    <a:pt x="119127" y="286810"/>
                  </a:lnTo>
                  <a:lnTo>
                    <a:pt x="117205" y="286810"/>
                  </a:lnTo>
                  <a:lnTo>
                    <a:pt x="115284" y="286810"/>
                  </a:lnTo>
                  <a:lnTo>
                    <a:pt x="113362" y="286810"/>
                  </a:lnTo>
                  <a:lnTo>
                    <a:pt x="111441" y="286810"/>
                  </a:lnTo>
                  <a:lnTo>
                    <a:pt x="109520" y="286810"/>
                  </a:lnTo>
                  <a:lnTo>
                    <a:pt x="107598" y="286810"/>
                  </a:lnTo>
                  <a:lnTo>
                    <a:pt x="105677" y="286810"/>
                  </a:lnTo>
                  <a:lnTo>
                    <a:pt x="103755" y="286810"/>
                  </a:lnTo>
                  <a:lnTo>
                    <a:pt x="101834" y="286810"/>
                  </a:lnTo>
                  <a:lnTo>
                    <a:pt x="99913" y="286810"/>
                  </a:lnTo>
                  <a:lnTo>
                    <a:pt x="97991" y="286810"/>
                  </a:lnTo>
                  <a:lnTo>
                    <a:pt x="96070" y="286810"/>
                  </a:lnTo>
                  <a:lnTo>
                    <a:pt x="94148" y="286810"/>
                  </a:lnTo>
                  <a:lnTo>
                    <a:pt x="92227" y="286810"/>
                  </a:lnTo>
                  <a:lnTo>
                    <a:pt x="90306" y="286810"/>
                  </a:lnTo>
                  <a:lnTo>
                    <a:pt x="88384" y="286810"/>
                  </a:lnTo>
                  <a:lnTo>
                    <a:pt x="86463" y="286810"/>
                  </a:lnTo>
                  <a:lnTo>
                    <a:pt x="84541" y="286810"/>
                  </a:lnTo>
                  <a:lnTo>
                    <a:pt x="82620" y="286810"/>
                  </a:lnTo>
                  <a:lnTo>
                    <a:pt x="80699" y="286810"/>
                  </a:lnTo>
                  <a:lnTo>
                    <a:pt x="78777" y="286810"/>
                  </a:lnTo>
                  <a:lnTo>
                    <a:pt x="76856" y="286810"/>
                  </a:lnTo>
                  <a:lnTo>
                    <a:pt x="74934" y="286810"/>
                  </a:lnTo>
                  <a:lnTo>
                    <a:pt x="73013" y="286810"/>
                  </a:lnTo>
                  <a:lnTo>
                    <a:pt x="71091" y="286810"/>
                  </a:lnTo>
                  <a:lnTo>
                    <a:pt x="69170" y="286810"/>
                  </a:lnTo>
                  <a:lnTo>
                    <a:pt x="67249" y="286810"/>
                  </a:lnTo>
                  <a:lnTo>
                    <a:pt x="65327" y="286810"/>
                  </a:lnTo>
                  <a:lnTo>
                    <a:pt x="63406" y="286810"/>
                  </a:lnTo>
                  <a:lnTo>
                    <a:pt x="61484" y="286810"/>
                  </a:lnTo>
                  <a:lnTo>
                    <a:pt x="59563" y="286810"/>
                  </a:lnTo>
                  <a:lnTo>
                    <a:pt x="57642" y="286810"/>
                  </a:lnTo>
                  <a:lnTo>
                    <a:pt x="55720" y="286810"/>
                  </a:lnTo>
                  <a:lnTo>
                    <a:pt x="53799" y="286810"/>
                  </a:lnTo>
                  <a:lnTo>
                    <a:pt x="51877" y="286810"/>
                  </a:lnTo>
                  <a:lnTo>
                    <a:pt x="49956" y="286810"/>
                  </a:lnTo>
                  <a:lnTo>
                    <a:pt x="48035" y="286810"/>
                  </a:lnTo>
                  <a:lnTo>
                    <a:pt x="46113" y="286810"/>
                  </a:lnTo>
                  <a:lnTo>
                    <a:pt x="44192" y="286810"/>
                  </a:lnTo>
                  <a:lnTo>
                    <a:pt x="42270" y="286810"/>
                  </a:lnTo>
                  <a:lnTo>
                    <a:pt x="40349" y="286810"/>
                  </a:lnTo>
                  <a:lnTo>
                    <a:pt x="38428" y="286810"/>
                  </a:lnTo>
                  <a:lnTo>
                    <a:pt x="36506" y="286810"/>
                  </a:lnTo>
                  <a:lnTo>
                    <a:pt x="34585" y="286810"/>
                  </a:lnTo>
                  <a:lnTo>
                    <a:pt x="32663" y="286810"/>
                  </a:lnTo>
                  <a:lnTo>
                    <a:pt x="30742" y="286810"/>
                  </a:lnTo>
                  <a:lnTo>
                    <a:pt x="28821" y="286810"/>
                  </a:lnTo>
                  <a:lnTo>
                    <a:pt x="26899" y="286810"/>
                  </a:lnTo>
                  <a:lnTo>
                    <a:pt x="24978" y="286810"/>
                  </a:lnTo>
                  <a:lnTo>
                    <a:pt x="23056" y="286810"/>
                  </a:lnTo>
                  <a:lnTo>
                    <a:pt x="21135" y="286810"/>
                  </a:lnTo>
                  <a:lnTo>
                    <a:pt x="19214" y="286810"/>
                  </a:lnTo>
                  <a:lnTo>
                    <a:pt x="17292" y="286810"/>
                  </a:lnTo>
                  <a:lnTo>
                    <a:pt x="15371" y="286810"/>
                  </a:lnTo>
                  <a:lnTo>
                    <a:pt x="13449" y="286810"/>
                  </a:lnTo>
                  <a:lnTo>
                    <a:pt x="11528" y="286810"/>
                  </a:lnTo>
                  <a:lnTo>
                    <a:pt x="9607" y="286810"/>
                  </a:lnTo>
                  <a:lnTo>
                    <a:pt x="7685" y="286810"/>
                  </a:lnTo>
                  <a:lnTo>
                    <a:pt x="5764" y="286810"/>
                  </a:lnTo>
                  <a:lnTo>
                    <a:pt x="3842" y="286810"/>
                  </a:lnTo>
                  <a:lnTo>
                    <a:pt x="1921" y="286810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5467762" y="5696612"/>
              <a:ext cx="981838" cy="286810"/>
            </a:xfrm>
            <a:custGeom>
              <a:avLst/>
              <a:pathLst>
                <a:path w="981838" h="286810">
                  <a:moveTo>
                    <a:pt x="0" y="286810"/>
                  </a:moveTo>
                  <a:lnTo>
                    <a:pt x="1921" y="286810"/>
                  </a:lnTo>
                  <a:lnTo>
                    <a:pt x="3842" y="286810"/>
                  </a:lnTo>
                  <a:lnTo>
                    <a:pt x="5764" y="286809"/>
                  </a:lnTo>
                  <a:lnTo>
                    <a:pt x="7685" y="286809"/>
                  </a:lnTo>
                  <a:lnTo>
                    <a:pt x="9607" y="286809"/>
                  </a:lnTo>
                  <a:lnTo>
                    <a:pt x="11528" y="286808"/>
                  </a:lnTo>
                  <a:lnTo>
                    <a:pt x="13449" y="286808"/>
                  </a:lnTo>
                  <a:lnTo>
                    <a:pt x="15371" y="286807"/>
                  </a:lnTo>
                  <a:lnTo>
                    <a:pt x="17292" y="286805"/>
                  </a:lnTo>
                  <a:lnTo>
                    <a:pt x="19214" y="286804"/>
                  </a:lnTo>
                  <a:lnTo>
                    <a:pt x="21135" y="286801"/>
                  </a:lnTo>
                  <a:lnTo>
                    <a:pt x="23056" y="286798"/>
                  </a:lnTo>
                  <a:lnTo>
                    <a:pt x="24978" y="286794"/>
                  </a:lnTo>
                  <a:lnTo>
                    <a:pt x="26899" y="286788"/>
                  </a:lnTo>
                  <a:lnTo>
                    <a:pt x="28821" y="286781"/>
                  </a:lnTo>
                  <a:lnTo>
                    <a:pt x="30742" y="286772"/>
                  </a:lnTo>
                  <a:lnTo>
                    <a:pt x="32663" y="286760"/>
                  </a:lnTo>
                  <a:lnTo>
                    <a:pt x="34585" y="286746"/>
                  </a:lnTo>
                  <a:lnTo>
                    <a:pt x="36506" y="286727"/>
                  </a:lnTo>
                  <a:lnTo>
                    <a:pt x="38428" y="286703"/>
                  </a:lnTo>
                  <a:lnTo>
                    <a:pt x="40349" y="286673"/>
                  </a:lnTo>
                  <a:lnTo>
                    <a:pt x="42270" y="286637"/>
                  </a:lnTo>
                  <a:lnTo>
                    <a:pt x="44192" y="286593"/>
                  </a:lnTo>
                  <a:lnTo>
                    <a:pt x="46113" y="286541"/>
                  </a:lnTo>
                  <a:lnTo>
                    <a:pt x="48035" y="286478"/>
                  </a:lnTo>
                  <a:lnTo>
                    <a:pt x="49956" y="286402"/>
                  </a:lnTo>
                  <a:lnTo>
                    <a:pt x="51877" y="286311"/>
                  </a:lnTo>
                  <a:lnTo>
                    <a:pt x="53799" y="286205"/>
                  </a:lnTo>
                  <a:lnTo>
                    <a:pt x="55720" y="286082"/>
                  </a:lnTo>
                  <a:lnTo>
                    <a:pt x="57642" y="285942"/>
                  </a:lnTo>
                  <a:lnTo>
                    <a:pt x="59563" y="285781"/>
                  </a:lnTo>
                  <a:lnTo>
                    <a:pt x="61484" y="285598"/>
                  </a:lnTo>
                  <a:lnTo>
                    <a:pt x="63406" y="285388"/>
                  </a:lnTo>
                  <a:lnTo>
                    <a:pt x="65327" y="285153"/>
                  </a:lnTo>
                  <a:lnTo>
                    <a:pt x="67249" y="284892"/>
                  </a:lnTo>
                  <a:lnTo>
                    <a:pt x="69170" y="284605"/>
                  </a:lnTo>
                  <a:lnTo>
                    <a:pt x="71091" y="284290"/>
                  </a:lnTo>
                  <a:lnTo>
                    <a:pt x="73013" y="283947"/>
                  </a:lnTo>
                  <a:lnTo>
                    <a:pt x="74934" y="283575"/>
                  </a:lnTo>
                  <a:lnTo>
                    <a:pt x="76856" y="283170"/>
                  </a:lnTo>
                  <a:lnTo>
                    <a:pt x="78777" y="282739"/>
                  </a:lnTo>
                  <a:lnTo>
                    <a:pt x="80699" y="282281"/>
                  </a:lnTo>
                  <a:lnTo>
                    <a:pt x="82620" y="281798"/>
                  </a:lnTo>
                  <a:lnTo>
                    <a:pt x="84541" y="281292"/>
                  </a:lnTo>
                  <a:lnTo>
                    <a:pt x="86463" y="280763"/>
                  </a:lnTo>
                  <a:lnTo>
                    <a:pt x="88384" y="280214"/>
                  </a:lnTo>
                  <a:lnTo>
                    <a:pt x="90306" y="279647"/>
                  </a:lnTo>
                  <a:lnTo>
                    <a:pt x="92227" y="279066"/>
                  </a:lnTo>
                  <a:lnTo>
                    <a:pt x="94148" y="278475"/>
                  </a:lnTo>
                  <a:lnTo>
                    <a:pt x="96070" y="277878"/>
                  </a:lnTo>
                  <a:lnTo>
                    <a:pt x="97991" y="277278"/>
                  </a:lnTo>
                  <a:lnTo>
                    <a:pt x="99913" y="276679"/>
                  </a:lnTo>
                  <a:lnTo>
                    <a:pt x="101834" y="276085"/>
                  </a:lnTo>
                  <a:lnTo>
                    <a:pt x="103755" y="275502"/>
                  </a:lnTo>
                  <a:lnTo>
                    <a:pt x="105677" y="274933"/>
                  </a:lnTo>
                  <a:lnTo>
                    <a:pt x="107598" y="274382"/>
                  </a:lnTo>
                  <a:lnTo>
                    <a:pt x="109520" y="273852"/>
                  </a:lnTo>
                  <a:lnTo>
                    <a:pt x="111441" y="273348"/>
                  </a:lnTo>
                  <a:lnTo>
                    <a:pt x="113362" y="272871"/>
                  </a:lnTo>
                  <a:lnTo>
                    <a:pt x="115284" y="272432"/>
                  </a:lnTo>
                  <a:lnTo>
                    <a:pt x="117205" y="272027"/>
                  </a:lnTo>
                  <a:lnTo>
                    <a:pt x="119127" y="271658"/>
                  </a:lnTo>
                  <a:lnTo>
                    <a:pt x="121048" y="271326"/>
                  </a:lnTo>
                  <a:lnTo>
                    <a:pt x="122969" y="271030"/>
                  </a:lnTo>
                  <a:lnTo>
                    <a:pt x="124891" y="270773"/>
                  </a:lnTo>
                  <a:lnTo>
                    <a:pt x="126812" y="270552"/>
                  </a:lnTo>
                  <a:lnTo>
                    <a:pt x="128734" y="270374"/>
                  </a:lnTo>
                  <a:lnTo>
                    <a:pt x="130655" y="270230"/>
                  </a:lnTo>
                  <a:lnTo>
                    <a:pt x="132576" y="270118"/>
                  </a:lnTo>
                  <a:lnTo>
                    <a:pt x="134498" y="270036"/>
                  </a:lnTo>
                  <a:lnTo>
                    <a:pt x="136419" y="269982"/>
                  </a:lnTo>
                  <a:lnTo>
                    <a:pt x="138341" y="269953"/>
                  </a:lnTo>
                  <a:lnTo>
                    <a:pt x="140262" y="269951"/>
                  </a:lnTo>
                  <a:lnTo>
                    <a:pt x="142183" y="269974"/>
                  </a:lnTo>
                  <a:lnTo>
                    <a:pt x="144105" y="270016"/>
                  </a:lnTo>
                  <a:lnTo>
                    <a:pt x="146026" y="270078"/>
                  </a:lnTo>
                  <a:lnTo>
                    <a:pt x="147948" y="270158"/>
                  </a:lnTo>
                  <a:lnTo>
                    <a:pt x="149869" y="270256"/>
                  </a:lnTo>
                  <a:lnTo>
                    <a:pt x="151791" y="270370"/>
                  </a:lnTo>
                  <a:lnTo>
                    <a:pt x="153712" y="270504"/>
                  </a:lnTo>
                  <a:lnTo>
                    <a:pt x="155633" y="270656"/>
                  </a:lnTo>
                  <a:lnTo>
                    <a:pt x="157555" y="270824"/>
                  </a:lnTo>
                  <a:lnTo>
                    <a:pt x="159476" y="271007"/>
                  </a:lnTo>
                  <a:lnTo>
                    <a:pt x="161398" y="271206"/>
                  </a:lnTo>
                  <a:lnTo>
                    <a:pt x="163319" y="271418"/>
                  </a:lnTo>
                  <a:lnTo>
                    <a:pt x="165240" y="271642"/>
                  </a:lnTo>
                  <a:lnTo>
                    <a:pt x="167162" y="271878"/>
                  </a:lnTo>
                  <a:lnTo>
                    <a:pt x="169083" y="272120"/>
                  </a:lnTo>
                  <a:lnTo>
                    <a:pt x="171005" y="272366"/>
                  </a:lnTo>
                  <a:lnTo>
                    <a:pt x="172926" y="272611"/>
                  </a:lnTo>
                  <a:lnTo>
                    <a:pt x="174847" y="272851"/>
                  </a:lnTo>
                  <a:lnTo>
                    <a:pt x="176769" y="273083"/>
                  </a:lnTo>
                  <a:lnTo>
                    <a:pt x="178690" y="273302"/>
                  </a:lnTo>
                  <a:lnTo>
                    <a:pt x="180612" y="273498"/>
                  </a:lnTo>
                  <a:lnTo>
                    <a:pt x="182533" y="273670"/>
                  </a:lnTo>
                  <a:lnTo>
                    <a:pt x="184454" y="273813"/>
                  </a:lnTo>
                  <a:lnTo>
                    <a:pt x="186376" y="273926"/>
                  </a:lnTo>
                  <a:lnTo>
                    <a:pt x="188297" y="274004"/>
                  </a:lnTo>
                  <a:lnTo>
                    <a:pt x="190219" y="274044"/>
                  </a:lnTo>
                  <a:lnTo>
                    <a:pt x="192140" y="274043"/>
                  </a:lnTo>
                  <a:lnTo>
                    <a:pt x="194061" y="273995"/>
                  </a:lnTo>
                  <a:lnTo>
                    <a:pt x="195983" y="273905"/>
                  </a:lnTo>
                  <a:lnTo>
                    <a:pt x="197904" y="273775"/>
                  </a:lnTo>
                  <a:lnTo>
                    <a:pt x="199826" y="273606"/>
                  </a:lnTo>
                  <a:lnTo>
                    <a:pt x="201747" y="273398"/>
                  </a:lnTo>
                  <a:lnTo>
                    <a:pt x="203668" y="273155"/>
                  </a:lnTo>
                  <a:lnTo>
                    <a:pt x="205590" y="272877"/>
                  </a:lnTo>
                  <a:lnTo>
                    <a:pt x="207511" y="272567"/>
                  </a:lnTo>
                  <a:lnTo>
                    <a:pt x="209433" y="272234"/>
                  </a:lnTo>
                  <a:lnTo>
                    <a:pt x="211354" y="271882"/>
                  </a:lnTo>
                  <a:lnTo>
                    <a:pt x="213275" y="271515"/>
                  </a:lnTo>
                  <a:lnTo>
                    <a:pt x="215197" y="271139"/>
                  </a:lnTo>
                  <a:lnTo>
                    <a:pt x="217118" y="270757"/>
                  </a:lnTo>
                  <a:lnTo>
                    <a:pt x="219040" y="270378"/>
                  </a:lnTo>
                  <a:lnTo>
                    <a:pt x="220961" y="270007"/>
                  </a:lnTo>
                  <a:lnTo>
                    <a:pt x="222883" y="269650"/>
                  </a:lnTo>
                  <a:lnTo>
                    <a:pt x="224804" y="269313"/>
                  </a:lnTo>
                  <a:lnTo>
                    <a:pt x="226725" y="269000"/>
                  </a:lnTo>
                  <a:lnTo>
                    <a:pt x="228647" y="268718"/>
                  </a:lnTo>
                  <a:lnTo>
                    <a:pt x="230568" y="268472"/>
                  </a:lnTo>
                  <a:lnTo>
                    <a:pt x="232490" y="268275"/>
                  </a:lnTo>
                  <a:lnTo>
                    <a:pt x="234411" y="268125"/>
                  </a:lnTo>
                  <a:lnTo>
                    <a:pt x="236332" y="268025"/>
                  </a:lnTo>
                  <a:lnTo>
                    <a:pt x="238254" y="267978"/>
                  </a:lnTo>
                  <a:lnTo>
                    <a:pt x="240175" y="267986"/>
                  </a:lnTo>
                  <a:lnTo>
                    <a:pt x="242097" y="268050"/>
                  </a:lnTo>
                  <a:lnTo>
                    <a:pt x="244018" y="268174"/>
                  </a:lnTo>
                  <a:lnTo>
                    <a:pt x="245939" y="268363"/>
                  </a:lnTo>
                  <a:lnTo>
                    <a:pt x="247861" y="268606"/>
                  </a:lnTo>
                  <a:lnTo>
                    <a:pt x="249782" y="268899"/>
                  </a:lnTo>
                  <a:lnTo>
                    <a:pt x="251704" y="269238"/>
                  </a:lnTo>
                  <a:lnTo>
                    <a:pt x="253625" y="269619"/>
                  </a:lnTo>
                  <a:lnTo>
                    <a:pt x="255546" y="270035"/>
                  </a:lnTo>
                  <a:lnTo>
                    <a:pt x="257468" y="270483"/>
                  </a:lnTo>
                  <a:lnTo>
                    <a:pt x="259389" y="270954"/>
                  </a:lnTo>
                  <a:lnTo>
                    <a:pt x="261311" y="271436"/>
                  </a:lnTo>
                  <a:lnTo>
                    <a:pt x="263232" y="271924"/>
                  </a:lnTo>
                  <a:lnTo>
                    <a:pt x="265153" y="272409"/>
                  </a:lnTo>
                  <a:lnTo>
                    <a:pt x="267075" y="272885"/>
                  </a:lnTo>
                  <a:lnTo>
                    <a:pt x="268996" y="273345"/>
                  </a:lnTo>
                  <a:lnTo>
                    <a:pt x="270918" y="273781"/>
                  </a:lnTo>
                  <a:lnTo>
                    <a:pt x="272839" y="274186"/>
                  </a:lnTo>
                  <a:lnTo>
                    <a:pt x="274760" y="274559"/>
                  </a:lnTo>
                  <a:lnTo>
                    <a:pt x="276682" y="274898"/>
                  </a:lnTo>
                  <a:lnTo>
                    <a:pt x="278603" y="275200"/>
                  </a:lnTo>
                  <a:lnTo>
                    <a:pt x="280525" y="275465"/>
                  </a:lnTo>
                  <a:lnTo>
                    <a:pt x="282446" y="275693"/>
                  </a:lnTo>
                  <a:lnTo>
                    <a:pt x="284367" y="275878"/>
                  </a:lnTo>
                  <a:lnTo>
                    <a:pt x="286289" y="276027"/>
                  </a:lnTo>
                  <a:lnTo>
                    <a:pt x="288210" y="276145"/>
                  </a:lnTo>
                  <a:lnTo>
                    <a:pt x="290132" y="276235"/>
                  </a:lnTo>
                  <a:lnTo>
                    <a:pt x="292053" y="276298"/>
                  </a:lnTo>
                  <a:lnTo>
                    <a:pt x="293975" y="276339"/>
                  </a:lnTo>
                  <a:lnTo>
                    <a:pt x="295896" y="276360"/>
                  </a:lnTo>
                  <a:lnTo>
                    <a:pt x="297817" y="276363"/>
                  </a:lnTo>
                  <a:lnTo>
                    <a:pt x="299739" y="276352"/>
                  </a:lnTo>
                  <a:lnTo>
                    <a:pt x="301660" y="276331"/>
                  </a:lnTo>
                  <a:lnTo>
                    <a:pt x="303582" y="276300"/>
                  </a:lnTo>
                  <a:lnTo>
                    <a:pt x="305503" y="276261"/>
                  </a:lnTo>
                  <a:lnTo>
                    <a:pt x="307424" y="276214"/>
                  </a:lnTo>
                  <a:lnTo>
                    <a:pt x="309346" y="276159"/>
                  </a:lnTo>
                  <a:lnTo>
                    <a:pt x="311267" y="276093"/>
                  </a:lnTo>
                  <a:lnTo>
                    <a:pt x="313189" y="276016"/>
                  </a:lnTo>
                  <a:lnTo>
                    <a:pt x="315110" y="275927"/>
                  </a:lnTo>
                  <a:lnTo>
                    <a:pt x="317031" y="275822"/>
                  </a:lnTo>
                  <a:lnTo>
                    <a:pt x="318953" y="275700"/>
                  </a:lnTo>
                  <a:lnTo>
                    <a:pt x="320874" y="275558"/>
                  </a:lnTo>
                  <a:lnTo>
                    <a:pt x="322796" y="275389"/>
                  </a:lnTo>
                  <a:lnTo>
                    <a:pt x="324717" y="275191"/>
                  </a:lnTo>
                  <a:lnTo>
                    <a:pt x="326638" y="274963"/>
                  </a:lnTo>
                  <a:lnTo>
                    <a:pt x="328560" y="274702"/>
                  </a:lnTo>
                  <a:lnTo>
                    <a:pt x="330481" y="274406"/>
                  </a:lnTo>
                  <a:lnTo>
                    <a:pt x="332403" y="274074"/>
                  </a:lnTo>
                  <a:lnTo>
                    <a:pt x="334324" y="273705"/>
                  </a:lnTo>
                  <a:lnTo>
                    <a:pt x="336245" y="273289"/>
                  </a:lnTo>
                  <a:lnTo>
                    <a:pt x="338167" y="272832"/>
                  </a:lnTo>
                  <a:lnTo>
                    <a:pt x="340088" y="272337"/>
                  </a:lnTo>
                  <a:lnTo>
                    <a:pt x="342010" y="271803"/>
                  </a:lnTo>
                  <a:lnTo>
                    <a:pt x="343931" y="271232"/>
                  </a:lnTo>
                  <a:lnTo>
                    <a:pt x="345852" y="270626"/>
                  </a:lnTo>
                  <a:lnTo>
                    <a:pt x="347774" y="269987"/>
                  </a:lnTo>
                  <a:lnTo>
                    <a:pt x="349695" y="269313"/>
                  </a:lnTo>
                  <a:lnTo>
                    <a:pt x="351617" y="268614"/>
                  </a:lnTo>
                  <a:lnTo>
                    <a:pt x="353538" y="267893"/>
                  </a:lnTo>
                  <a:lnTo>
                    <a:pt x="355459" y="267154"/>
                  </a:lnTo>
                  <a:lnTo>
                    <a:pt x="357381" y="266400"/>
                  </a:lnTo>
                  <a:lnTo>
                    <a:pt x="359302" y="265635"/>
                  </a:lnTo>
                  <a:lnTo>
                    <a:pt x="361224" y="264862"/>
                  </a:lnTo>
                  <a:lnTo>
                    <a:pt x="363145" y="264085"/>
                  </a:lnTo>
                  <a:lnTo>
                    <a:pt x="365067" y="263308"/>
                  </a:lnTo>
                  <a:lnTo>
                    <a:pt x="366988" y="262533"/>
                  </a:lnTo>
                  <a:lnTo>
                    <a:pt x="368909" y="261761"/>
                  </a:lnTo>
                  <a:lnTo>
                    <a:pt x="370831" y="260995"/>
                  </a:lnTo>
                  <a:lnTo>
                    <a:pt x="372752" y="260234"/>
                  </a:lnTo>
                  <a:lnTo>
                    <a:pt x="374674" y="259479"/>
                  </a:lnTo>
                  <a:lnTo>
                    <a:pt x="376595" y="258730"/>
                  </a:lnTo>
                  <a:lnTo>
                    <a:pt x="378516" y="257985"/>
                  </a:lnTo>
                  <a:lnTo>
                    <a:pt x="380438" y="257240"/>
                  </a:lnTo>
                  <a:lnTo>
                    <a:pt x="382359" y="256495"/>
                  </a:lnTo>
                  <a:lnTo>
                    <a:pt x="384281" y="255745"/>
                  </a:lnTo>
                  <a:lnTo>
                    <a:pt x="386202" y="254988"/>
                  </a:lnTo>
                  <a:lnTo>
                    <a:pt x="388123" y="254216"/>
                  </a:lnTo>
                  <a:lnTo>
                    <a:pt x="390045" y="253424"/>
                  </a:lnTo>
                  <a:lnTo>
                    <a:pt x="391966" y="252607"/>
                  </a:lnTo>
                  <a:lnTo>
                    <a:pt x="393888" y="251760"/>
                  </a:lnTo>
                  <a:lnTo>
                    <a:pt x="395809" y="250876"/>
                  </a:lnTo>
                  <a:lnTo>
                    <a:pt x="397730" y="249949"/>
                  </a:lnTo>
                  <a:lnTo>
                    <a:pt x="399652" y="248971"/>
                  </a:lnTo>
                  <a:lnTo>
                    <a:pt x="401573" y="247921"/>
                  </a:lnTo>
                  <a:lnTo>
                    <a:pt x="403495" y="246797"/>
                  </a:lnTo>
                  <a:lnTo>
                    <a:pt x="405416" y="245593"/>
                  </a:lnTo>
                  <a:lnTo>
                    <a:pt x="407337" y="244296"/>
                  </a:lnTo>
                  <a:lnTo>
                    <a:pt x="409259" y="242898"/>
                  </a:lnTo>
                  <a:lnTo>
                    <a:pt x="411180" y="241388"/>
                  </a:lnTo>
                  <a:lnTo>
                    <a:pt x="413102" y="239748"/>
                  </a:lnTo>
                  <a:lnTo>
                    <a:pt x="415023" y="237943"/>
                  </a:lnTo>
                  <a:lnTo>
                    <a:pt x="416944" y="235983"/>
                  </a:lnTo>
                  <a:lnTo>
                    <a:pt x="418866" y="233854"/>
                  </a:lnTo>
                  <a:lnTo>
                    <a:pt x="420787" y="231545"/>
                  </a:lnTo>
                  <a:lnTo>
                    <a:pt x="422709" y="229041"/>
                  </a:lnTo>
                  <a:lnTo>
                    <a:pt x="424630" y="226333"/>
                  </a:lnTo>
                  <a:lnTo>
                    <a:pt x="426551" y="223389"/>
                  </a:lnTo>
                  <a:lnTo>
                    <a:pt x="428473" y="220182"/>
                  </a:lnTo>
                  <a:lnTo>
                    <a:pt x="430394" y="216731"/>
                  </a:lnTo>
                  <a:lnTo>
                    <a:pt x="432316" y="213028"/>
                  </a:lnTo>
                  <a:lnTo>
                    <a:pt x="434237" y="209066"/>
                  </a:lnTo>
                  <a:lnTo>
                    <a:pt x="436159" y="204840"/>
                  </a:lnTo>
                  <a:lnTo>
                    <a:pt x="438080" y="200346"/>
                  </a:lnTo>
                  <a:lnTo>
                    <a:pt x="440001" y="195549"/>
                  </a:lnTo>
                  <a:lnTo>
                    <a:pt x="441923" y="190460"/>
                  </a:lnTo>
                  <a:lnTo>
                    <a:pt x="443844" y="185106"/>
                  </a:lnTo>
                  <a:lnTo>
                    <a:pt x="445766" y="179493"/>
                  </a:lnTo>
                  <a:lnTo>
                    <a:pt x="447687" y="173630"/>
                  </a:lnTo>
                  <a:lnTo>
                    <a:pt x="449608" y="167526"/>
                  </a:lnTo>
                  <a:lnTo>
                    <a:pt x="451530" y="161195"/>
                  </a:lnTo>
                  <a:lnTo>
                    <a:pt x="453451" y="154617"/>
                  </a:lnTo>
                  <a:lnTo>
                    <a:pt x="455373" y="147845"/>
                  </a:lnTo>
                  <a:lnTo>
                    <a:pt x="457294" y="140905"/>
                  </a:lnTo>
                  <a:lnTo>
                    <a:pt x="459215" y="133819"/>
                  </a:lnTo>
                  <a:lnTo>
                    <a:pt x="461137" y="126609"/>
                  </a:lnTo>
                  <a:lnTo>
                    <a:pt x="463058" y="119301"/>
                  </a:lnTo>
                  <a:lnTo>
                    <a:pt x="464980" y="111917"/>
                  </a:lnTo>
                  <a:lnTo>
                    <a:pt x="466901" y="104485"/>
                  </a:lnTo>
                  <a:lnTo>
                    <a:pt x="468822" y="97046"/>
                  </a:lnTo>
                  <a:lnTo>
                    <a:pt x="470744" y="89628"/>
                  </a:lnTo>
                  <a:lnTo>
                    <a:pt x="472665" y="82262"/>
                  </a:lnTo>
                  <a:lnTo>
                    <a:pt x="474587" y="74976"/>
                  </a:lnTo>
                  <a:lnTo>
                    <a:pt x="476508" y="67801"/>
                  </a:lnTo>
                  <a:lnTo>
                    <a:pt x="478429" y="60779"/>
                  </a:lnTo>
                  <a:lnTo>
                    <a:pt x="480351" y="53970"/>
                  </a:lnTo>
                  <a:lnTo>
                    <a:pt x="482272" y="47385"/>
                  </a:lnTo>
                  <a:lnTo>
                    <a:pt x="484194" y="41059"/>
                  </a:lnTo>
                  <a:lnTo>
                    <a:pt x="486115" y="35027"/>
                  </a:lnTo>
                  <a:lnTo>
                    <a:pt x="488036" y="29325"/>
                  </a:lnTo>
                  <a:lnTo>
                    <a:pt x="489958" y="23989"/>
                  </a:lnTo>
                  <a:lnTo>
                    <a:pt x="491879" y="19104"/>
                  </a:lnTo>
                  <a:lnTo>
                    <a:pt x="493801" y="14721"/>
                  </a:lnTo>
                  <a:lnTo>
                    <a:pt x="495722" y="10834"/>
                  </a:lnTo>
                  <a:lnTo>
                    <a:pt x="497643" y="7478"/>
                  </a:lnTo>
                  <a:lnTo>
                    <a:pt x="499565" y="4687"/>
                  </a:lnTo>
                  <a:lnTo>
                    <a:pt x="501486" y="2491"/>
                  </a:lnTo>
                  <a:lnTo>
                    <a:pt x="503408" y="920"/>
                  </a:lnTo>
                  <a:lnTo>
                    <a:pt x="505329" y="102"/>
                  </a:lnTo>
                  <a:lnTo>
                    <a:pt x="507250" y="0"/>
                  </a:lnTo>
                  <a:lnTo>
                    <a:pt x="509172" y="587"/>
                  </a:lnTo>
                  <a:lnTo>
                    <a:pt x="511093" y="1870"/>
                  </a:lnTo>
                  <a:lnTo>
                    <a:pt x="513015" y="3849"/>
                  </a:lnTo>
                  <a:lnTo>
                    <a:pt x="514936" y="6519"/>
                  </a:lnTo>
                  <a:lnTo>
                    <a:pt x="516858" y="9866"/>
                  </a:lnTo>
                  <a:lnTo>
                    <a:pt x="518779" y="13999"/>
                  </a:lnTo>
                  <a:lnTo>
                    <a:pt x="520700" y="18756"/>
                  </a:lnTo>
                  <a:lnTo>
                    <a:pt x="522622" y="24097"/>
                  </a:lnTo>
                  <a:lnTo>
                    <a:pt x="524543" y="29982"/>
                  </a:lnTo>
                  <a:lnTo>
                    <a:pt x="526465" y="36369"/>
                  </a:lnTo>
                  <a:lnTo>
                    <a:pt x="528386" y="43210"/>
                  </a:lnTo>
                  <a:lnTo>
                    <a:pt x="530307" y="50469"/>
                  </a:lnTo>
                  <a:lnTo>
                    <a:pt x="532229" y="58121"/>
                  </a:lnTo>
                  <a:lnTo>
                    <a:pt x="534150" y="66046"/>
                  </a:lnTo>
                  <a:lnTo>
                    <a:pt x="536072" y="74190"/>
                  </a:lnTo>
                  <a:lnTo>
                    <a:pt x="537993" y="82500"/>
                  </a:lnTo>
                  <a:lnTo>
                    <a:pt x="539914" y="90926"/>
                  </a:lnTo>
                  <a:lnTo>
                    <a:pt x="541836" y="99420"/>
                  </a:lnTo>
                  <a:lnTo>
                    <a:pt x="543757" y="107931"/>
                  </a:lnTo>
                  <a:lnTo>
                    <a:pt x="545679" y="116400"/>
                  </a:lnTo>
                  <a:lnTo>
                    <a:pt x="547600" y="124788"/>
                  </a:lnTo>
                  <a:lnTo>
                    <a:pt x="549521" y="133060"/>
                  </a:lnTo>
                  <a:lnTo>
                    <a:pt x="551443" y="141186"/>
                  </a:lnTo>
                  <a:lnTo>
                    <a:pt x="553364" y="149138"/>
                  </a:lnTo>
                  <a:lnTo>
                    <a:pt x="555286" y="156892"/>
                  </a:lnTo>
                  <a:lnTo>
                    <a:pt x="557207" y="164395"/>
                  </a:lnTo>
                  <a:lnTo>
                    <a:pt x="559128" y="171637"/>
                  </a:lnTo>
                  <a:lnTo>
                    <a:pt x="561050" y="178624"/>
                  </a:lnTo>
                  <a:lnTo>
                    <a:pt x="562971" y="185347"/>
                  </a:lnTo>
                  <a:lnTo>
                    <a:pt x="564893" y="191799"/>
                  </a:lnTo>
                  <a:lnTo>
                    <a:pt x="566814" y="197976"/>
                  </a:lnTo>
                  <a:lnTo>
                    <a:pt x="568735" y="203875"/>
                  </a:lnTo>
                  <a:lnTo>
                    <a:pt x="570657" y="209448"/>
                  </a:lnTo>
                  <a:lnTo>
                    <a:pt x="572578" y="214739"/>
                  </a:lnTo>
                  <a:lnTo>
                    <a:pt x="574500" y="219762"/>
                  </a:lnTo>
                  <a:lnTo>
                    <a:pt x="576421" y="224522"/>
                  </a:lnTo>
                  <a:lnTo>
                    <a:pt x="578342" y="229027"/>
                  </a:lnTo>
                  <a:lnTo>
                    <a:pt x="580264" y="233283"/>
                  </a:lnTo>
                  <a:lnTo>
                    <a:pt x="582185" y="237296"/>
                  </a:lnTo>
                  <a:lnTo>
                    <a:pt x="584107" y="241039"/>
                  </a:lnTo>
                  <a:lnTo>
                    <a:pt x="586028" y="244565"/>
                  </a:lnTo>
                  <a:lnTo>
                    <a:pt x="587950" y="247885"/>
                  </a:lnTo>
                  <a:lnTo>
                    <a:pt x="589871" y="251009"/>
                  </a:lnTo>
                  <a:lnTo>
                    <a:pt x="591792" y="253944"/>
                  </a:lnTo>
                  <a:lnTo>
                    <a:pt x="593714" y="256700"/>
                  </a:lnTo>
                  <a:lnTo>
                    <a:pt x="595635" y="259275"/>
                  </a:lnTo>
                  <a:lnTo>
                    <a:pt x="597557" y="261668"/>
                  </a:lnTo>
                  <a:lnTo>
                    <a:pt x="599478" y="263908"/>
                  </a:lnTo>
                  <a:lnTo>
                    <a:pt x="601399" y="266004"/>
                  </a:lnTo>
                  <a:lnTo>
                    <a:pt x="603321" y="267961"/>
                  </a:lnTo>
                  <a:lnTo>
                    <a:pt x="605242" y="269784"/>
                  </a:lnTo>
                  <a:lnTo>
                    <a:pt x="607164" y="271481"/>
                  </a:lnTo>
                  <a:lnTo>
                    <a:pt x="609085" y="273041"/>
                  </a:lnTo>
                  <a:lnTo>
                    <a:pt x="611006" y="274475"/>
                  </a:lnTo>
                  <a:lnTo>
                    <a:pt x="612928" y="275799"/>
                  </a:lnTo>
                  <a:lnTo>
                    <a:pt x="614849" y="277017"/>
                  </a:lnTo>
                  <a:lnTo>
                    <a:pt x="616771" y="278134"/>
                  </a:lnTo>
                  <a:lnTo>
                    <a:pt x="618692" y="279154"/>
                  </a:lnTo>
                  <a:lnTo>
                    <a:pt x="620613" y="280083"/>
                  </a:lnTo>
                  <a:lnTo>
                    <a:pt x="622535" y="280912"/>
                  </a:lnTo>
                  <a:lnTo>
                    <a:pt x="624456" y="281657"/>
                  </a:lnTo>
                  <a:lnTo>
                    <a:pt x="626378" y="282327"/>
                  </a:lnTo>
                  <a:lnTo>
                    <a:pt x="628299" y="282927"/>
                  </a:lnTo>
                  <a:lnTo>
                    <a:pt x="630220" y="283462"/>
                  </a:lnTo>
                  <a:lnTo>
                    <a:pt x="632142" y="283937"/>
                  </a:lnTo>
                  <a:lnTo>
                    <a:pt x="634063" y="284355"/>
                  </a:lnTo>
                  <a:lnTo>
                    <a:pt x="635985" y="284714"/>
                  </a:lnTo>
                  <a:lnTo>
                    <a:pt x="637906" y="285028"/>
                  </a:lnTo>
                  <a:lnTo>
                    <a:pt x="639827" y="285301"/>
                  </a:lnTo>
                  <a:lnTo>
                    <a:pt x="641749" y="285538"/>
                  </a:lnTo>
                  <a:lnTo>
                    <a:pt x="643670" y="285743"/>
                  </a:lnTo>
                  <a:lnTo>
                    <a:pt x="645592" y="285917"/>
                  </a:lnTo>
                  <a:lnTo>
                    <a:pt x="647513" y="286065"/>
                  </a:lnTo>
                  <a:lnTo>
                    <a:pt x="649434" y="286186"/>
                  </a:lnTo>
                  <a:lnTo>
                    <a:pt x="651356" y="286287"/>
                  </a:lnTo>
                  <a:lnTo>
                    <a:pt x="653277" y="286371"/>
                  </a:lnTo>
                  <a:lnTo>
                    <a:pt x="655199" y="286439"/>
                  </a:lnTo>
                  <a:lnTo>
                    <a:pt x="657120" y="286493"/>
                  </a:lnTo>
                  <a:lnTo>
                    <a:pt x="659042" y="286535"/>
                  </a:lnTo>
                  <a:lnTo>
                    <a:pt x="660963" y="286564"/>
                  </a:lnTo>
                  <a:lnTo>
                    <a:pt x="662884" y="286583"/>
                  </a:lnTo>
                  <a:lnTo>
                    <a:pt x="664806" y="286592"/>
                  </a:lnTo>
                  <a:lnTo>
                    <a:pt x="666727" y="286594"/>
                  </a:lnTo>
                  <a:lnTo>
                    <a:pt x="668649" y="286588"/>
                  </a:lnTo>
                  <a:lnTo>
                    <a:pt x="670570" y="286574"/>
                  </a:lnTo>
                  <a:lnTo>
                    <a:pt x="672491" y="286554"/>
                  </a:lnTo>
                  <a:lnTo>
                    <a:pt x="674413" y="286526"/>
                  </a:lnTo>
                  <a:lnTo>
                    <a:pt x="676334" y="286492"/>
                  </a:lnTo>
                  <a:lnTo>
                    <a:pt x="678256" y="286452"/>
                  </a:lnTo>
                  <a:lnTo>
                    <a:pt x="680177" y="286407"/>
                  </a:lnTo>
                  <a:lnTo>
                    <a:pt x="682098" y="286356"/>
                  </a:lnTo>
                  <a:lnTo>
                    <a:pt x="684020" y="286301"/>
                  </a:lnTo>
                  <a:lnTo>
                    <a:pt x="685941" y="286241"/>
                  </a:lnTo>
                  <a:lnTo>
                    <a:pt x="687863" y="286177"/>
                  </a:lnTo>
                  <a:lnTo>
                    <a:pt x="689784" y="286109"/>
                  </a:lnTo>
                  <a:lnTo>
                    <a:pt x="691705" y="286039"/>
                  </a:lnTo>
                  <a:lnTo>
                    <a:pt x="693627" y="285967"/>
                  </a:lnTo>
                  <a:lnTo>
                    <a:pt x="695548" y="285893"/>
                  </a:lnTo>
                  <a:lnTo>
                    <a:pt x="697470" y="285819"/>
                  </a:lnTo>
                  <a:lnTo>
                    <a:pt x="699391" y="285745"/>
                  </a:lnTo>
                  <a:lnTo>
                    <a:pt x="701312" y="285673"/>
                  </a:lnTo>
                  <a:lnTo>
                    <a:pt x="703234" y="285602"/>
                  </a:lnTo>
                  <a:lnTo>
                    <a:pt x="705155" y="285535"/>
                  </a:lnTo>
                  <a:lnTo>
                    <a:pt x="707077" y="285471"/>
                  </a:lnTo>
                  <a:lnTo>
                    <a:pt x="708998" y="285411"/>
                  </a:lnTo>
                  <a:lnTo>
                    <a:pt x="710919" y="285355"/>
                  </a:lnTo>
                  <a:lnTo>
                    <a:pt x="712841" y="285306"/>
                  </a:lnTo>
                  <a:lnTo>
                    <a:pt x="714762" y="285262"/>
                  </a:lnTo>
                  <a:lnTo>
                    <a:pt x="716684" y="285225"/>
                  </a:lnTo>
                  <a:lnTo>
                    <a:pt x="718605" y="285195"/>
                  </a:lnTo>
                  <a:lnTo>
                    <a:pt x="720526" y="285171"/>
                  </a:lnTo>
                  <a:lnTo>
                    <a:pt x="722448" y="285153"/>
                  </a:lnTo>
                  <a:lnTo>
                    <a:pt x="724369" y="285142"/>
                  </a:lnTo>
                  <a:lnTo>
                    <a:pt x="726291" y="285137"/>
                  </a:lnTo>
                  <a:lnTo>
                    <a:pt x="728212" y="285140"/>
                  </a:lnTo>
                  <a:lnTo>
                    <a:pt x="730134" y="285148"/>
                  </a:lnTo>
                  <a:lnTo>
                    <a:pt x="732055" y="285161"/>
                  </a:lnTo>
                  <a:lnTo>
                    <a:pt x="733976" y="285179"/>
                  </a:lnTo>
                  <a:lnTo>
                    <a:pt x="735898" y="285202"/>
                  </a:lnTo>
                  <a:lnTo>
                    <a:pt x="737819" y="285228"/>
                  </a:lnTo>
                  <a:lnTo>
                    <a:pt x="739741" y="285257"/>
                  </a:lnTo>
                  <a:lnTo>
                    <a:pt x="741662" y="285288"/>
                  </a:lnTo>
                  <a:lnTo>
                    <a:pt x="743583" y="285319"/>
                  </a:lnTo>
                  <a:lnTo>
                    <a:pt x="745505" y="285351"/>
                  </a:lnTo>
                  <a:lnTo>
                    <a:pt x="747426" y="285381"/>
                  </a:lnTo>
                  <a:lnTo>
                    <a:pt x="749348" y="285409"/>
                  </a:lnTo>
                  <a:lnTo>
                    <a:pt x="751269" y="285433"/>
                  </a:lnTo>
                  <a:lnTo>
                    <a:pt x="753190" y="285451"/>
                  </a:lnTo>
                  <a:lnTo>
                    <a:pt x="755112" y="285463"/>
                  </a:lnTo>
                  <a:lnTo>
                    <a:pt x="757033" y="285467"/>
                  </a:lnTo>
                  <a:lnTo>
                    <a:pt x="758955" y="285463"/>
                  </a:lnTo>
                  <a:lnTo>
                    <a:pt x="760876" y="285450"/>
                  </a:lnTo>
                  <a:lnTo>
                    <a:pt x="762797" y="285426"/>
                  </a:lnTo>
                  <a:lnTo>
                    <a:pt x="764719" y="285390"/>
                  </a:lnTo>
                  <a:lnTo>
                    <a:pt x="766640" y="285341"/>
                  </a:lnTo>
                  <a:lnTo>
                    <a:pt x="768562" y="285281"/>
                  </a:lnTo>
                  <a:lnTo>
                    <a:pt x="770483" y="285209"/>
                  </a:lnTo>
                  <a:lnTo>
                    <a:pt x="772404" y="285126"/>
                  </a:lnTo>
                  <a:lnTo>
                    <a:pt x="774326" y="285033"/>
                  </a:lnTo>
                  <a:lnTo>
                    <a:pt x="776247" y="284930"/>
                  </a:lnTo>
                  <a:lnTo>
                    <a:pt x="778169" y="284819"/>
                  </a:lnTo>
                  <a:lnTo>
                    <a:pt x="780090" y="284702"/>
                  </a:lnTo>
                  <a:lnTo>
                    <a:pt x="782011" y="284581"/>
                  </a:lnTo>
                  <a:lnTo>
                    <a:pt x="783933" y="284458"/>
                  </a:lnTo>
                  <a:lnTo>
                    <a:pt x="785854" y="284335"/>
                  </a:lnTo>
                  <a:lnTo>
                    <a:pt x="787776" y="284215"/>
                  </a:lnTo>
                  <a:lnTo>
                    <a:pt x="789697" y="284099"/>
                  </a:lnTo>
                  <a:lnTo>
                    <a:pt x="791618" y="283990"/>
                  </a:lnTo>
                  <a:lnTo>
                    <a:pt x="793540" y="283892"/>
                  </a:lnTo>
                  <a:lnTo>
                    <a:pt x="795461" y="283803"/>
                  </a:lnTo>
                  <a:lnTo>
                    <a:pt x="797383" y="283726"/>
                  </a:lnTo>
                  <a:lnTo>
                    <a:pt x="799304" y="283662"/>
                  </a:lnTo>
                  <a:lnTo>
                    <a:pt x="801226" y="283612"/>
                  </a:lnTo>
                  <a:lnTo>
                    <a:pt x="803147" y="283575"/>
                  </a:lnTo>
                  <a:lnTo>
                    <a:pt x="805068" y="283554"/>
                  </a:lnTo>
                  <a:lnTo>
                    <a:pt x="806990" y="283546"/>
                  </a:lnTo>
                  <a:lnTo>
                    <a:pt x="808911" y="283551"/>
                  </a:lnTo>
                  <a:lnTo>
                    <a:pt x="810833" y="283566"/>
                  </a:lnTo>
                  <a:lnTo>
                    <a:pt x="812754" y="283591"/>
                  </a:lnTo>
                  <a:lnTo>
                    <a:pt x="814675" y="283624"/>
                  </a:lnTo>
                  <a:lnTo>
                    <a:pt x="816597" y="283663"/>
                  </a:lnTo>
                  <a:lnTo>
                    <a:pt x="818518" y="283707"/>
                  </a:lnTo>
                  <a:lnTo>
                    <a:pt x="820440" y="283754"/>
                  </a:lnTo>
                  <a:lnTo>
                    <a:pt x="822361" y="283800"/>
                  </a:lnTo>
                  <a:lnTo>
                    <a:pt x="824282" y="283846"/>
                  </a:lnTo>
                  <a:lnTo>
                    <a:pt x="826204" y="283889"/>
                  </a:lnTo>
                  <a:lnTo>
                    <a:pt x="828125" y="283928"/>
                  </a:lnTo>
                  <a:lnTo>
                    <a:pt x="830047" y="283962"/>
                  </a:lnTo>
                  <a:lnTo>
                    <a:pt x="831968" y="283990"/>
                  </a:lnTo>
                  <a:lnTo>
                    <a:pt x="833889" y="284011"/>
                  </a:lnTo>
                  <a:lnTo>
                    <a:pt x="835811" y="284027"/>
                  </a:lnTo>
                  <a:lnTo>
                    <a:pt x="837732" y="284037"/>
                  </a:lnTo>
                  <a:lnTo>
                    <a:pt x="839654" y="284042"/>
                  </a:lnTo>
                  <a:lnTo>
                    <a:pt x="841575" y="284042"/>
                  </a:lnTo>
                  <a:lnTo>
                    <a:pt x="843496" y="284039"/>
                  </a:lnTo>
                  <a:lnTo>
                    <a:pt x="845418" y="284033"/>
                  </a:lnTo>
                  <a:lnTo>
                    <a:pt x="847339" y="284027"/>
                  </a:lnTo>
                  <a:lnTo>
                    <a:pt x="849261" y="284022"/>
                  </a:lnTo>
                  <a:lnTo>
                    <a:pt x="851182" y="284019"/>
                  </a:lnTo>
                  <a:lnTo>
                    <a:pt x="853103" y="284019"/>
                  </a:lnTo>
                  <a:lnTo>
                    <a:pt x="855025" y="284024"/>
                  </a:lnTo>
                  <a:lnTo>
                    <a:pt x="856946" y="284036"/>
                  </a:lnTo>
                  <a:lnTo>
                    <a:pt x="858868" y="284056"/>
                  </a:lnTo>
                  <a:lnTo>
                    <a:pt x="860789" y="284083"/>
                  </a:lnTo>
                  <a:lnTo>
                    <a:pt x="862710" y="284118"/>
                  </a:lnTo>
                  <a:lnTo>
                    <a:pt x="864632" y="284162"/>
                  </a:lnTo>
                  <a:lnTo>
                    <a:pt x="866553" y="284214"/>
                  </a:lnTo>
                  <a:lnTo>
                    <a:pt x="868475" y="284275"/>
                  </a:lnTo>
                  <a:lnTo>
                    <a:pt x="870396" y="284346"/>
                  </a:lnTo>
                  <a:lnTo>
                    <a:pt x="872318" y="284424"/>
                  </a:lnTo>
                  <a:lnTo>
                    <a:pt x="874239" y="284509"/>
                  </a:lnTo>
                  <a:lnTo>
                    <a:pt x="876160" y="284600"/>
                  </a:lnTo>
                  <a:lnTo>
                    <a:pt x="878082" y="284696"/>
                  </a:lnTo>
                  <a:lnTo>
                    <a:pt x="880003" y="284796"/>
                  </a:lnTo>
                  <a:lnTo>
                    <a:pt x="881925" y="284900"/>
                  </a:lnTo>
                  <a:lnTo>
                    <a:pt x="883846" y="285007"/>
                  </a:lnTo>
                  <a:lnTo>
                    <a:pt x="885767" y="285114"/>
                  </a:lnTo>
                  <a:lnTo>
                    <a:pt x="887689" y="285222"/>
                  </a:lnTo>
                  <a:lnTo>
                    <a:pt x="889610" y="285329"/>
                  </a:lnTo>
                  <a:lnTo>
                    <a:pt x="891532" y="285434"/>
                  </a:lnTo>
                  <a:lnTo>
                    <a:pt x="893453" y="285538"/>
                  </a:lnTo>
                  <a:lnTo>
                    <a:pt x="895374" y="285638"/>
                  </a:lnTo>
                  <a:lnTo>
                    <a:pt x="897296" y="285733"/>
                  </a:lnTo>
                  <a:lnTo>
                    <a:pt x="899217" y="285824"/>
                  </a:lnTo>
                  <a:lnTo>
                    <a:pt x="901139" y="285909"/>
                  </a:lnTo>
                  <a:lnTo>
                    <a:pt x="903060" y="285989"/>
                  </a:lnTo>
                  <a:lnTo>
                    <a:pt x="904981" y="286063"/>
                  </a:lnTo>
                  <a:lnTo>
                    <a:pt x="906903" y="286130"/>
                  </a:lnTo>
                  <a:lnTo>
                    <a:pt x="908824" y="286189"/>
                  </a:lnTo>
                  <a:lnTo>
                    <a:pt x="910746" y="286241"/>
                  </a:lnTo>
                  <a:lnTo>
                    <a:pt x="912667" y="286285"/>
                  </a:lnTo>
                  <a:lnTo>
                    <a:pt x="914588" y="286321"/>
                  </a:lnTo>
                  <a:lnTo>
                    <a:pt x="916510" y="286350"/>
                  </a:lnTo>
                  <a:lnTo>
                    <a:pt x="918431" y="286372"/>
                  </a:lnTo>
                  <a:lnTo>
                    <a:pt x="920353" y="286386"/>
                  </a:lnTo>
                  <a:lnTo>
                    <a:pt x="922274" y="286392"/>
                  </a:lnTo>
                  <a:lnTo>
                    <a:pt x="924195" y="286391"/>
                  </a:lnTo>
                  <a:lnTo>
                    <a:pt x="926117" y="286384"/>
                  </a:lnTo>
                  <a:lnTo>
                    <a:pt x="928038" y="286372"/>
                  </a:lnTo>
                  <a:lnTo>
                    <a:pt x="929960" y="286355"/>
                  </a:lnTo>
                  <a:lnTo>
                    <a:pt x="931881" y="286334"/>
                  </a:lnTo>
                  <a:lnTo>
                    <a:pt x="933802" y="286310"/>
                  </a:lnTo>
                  <a:lnTo>
                    <a:pt x="935724" y="286282"/>
                  </a:lnTo>
                  <a:lnTo>
                    <a:pt x="937645" y="286254"/>
                  </a:lnTo>
                  <a:lnTo>
                    <a:pt x="939567" y="286225"/>
                  </a:lnTo>
                  <a:lnTo>
                    <a:pt x="941488" y="286197"/>
                  </a:lnTo>
                  <a:lnTo>
                    <a:pt x="943410" y="286170"/>
                  </a:lnTo>
                  <a:lnTo>
                    <a:pt x="945331" y="286145"/>
                  </a:lnTo>
                  <a:lnTo>
                    <a:pt x="947252" y="286124"/>
                  </a:lnTo>
                  <a:lnTo>
                    <a:pt x="949174" y="286107"/>
                  </a:lnTo>
                  <a:lnTo>
                    <a:pt x="951095" y="286094"/>
                  </a:lnTo>
                  <a:lnTo>
                    <a:pt x="953017" y="286087"/>
                  </a:lnTo>
                  <a:lnTo>
                    <a:pt x="954938" y="286085"/>
                  </a:lnTo>
                  <a:lnTo>
                    <a:pt x="956859" y="286088"/>
                  </a:lnTo>
                  <a:lnTo>
                    <a:pt x="958781" y="286096"/>
                  </a:lnTo>
                  <a:lnTo>
                    <a:pt x="960702" y="286111"/>
                  </a:lnTo>
                  <a:lnTo>
                    <a:pt x="962624" y="286130"/>
                  </a:lnTo>
                  <a:lnTo>
                    <a:pt x="964545" y="286155"/>
                  </a:lnTo>
                  <a:lnTo>
                    <a:pt x="966466" y="286183"/>
                  </a:lnTo>
                  <a:lnTo>
                    <a:pt x="968388" y="286215"/>
                  </a:lnTo>
                  <a:lnTo>
                    <a:pt x="970309" y="286249"/>
                  </a:lnTo>
                  <a:lnTo>
                    <a:pt x="972231" y="286286"/>
                  </a:lnTo>
                  <a:lnTo>
                    <a:pt x="974152" y="286325"/>
                  </a:lnTo>
                  <a:lnTo>
                    <a:pt x="976073" y="286364"/>
                  </a:lnTo>
                  <a:lnTo>
                    <a:pt x="977995" y="286404"/>
                  </a:lnTo>
                  <a:lnTo>
                    <a:pt x="979916" y="286442"/>
                  </a:lnTo>
                  <a:lnTo>
                    <a:pt x="981838" y="286480"/>
                  </a:lnTo>
                </a:path>
              </a:pathLst>
            </a:custGeom>
            <a:ln w="27101" cap="flat">
              <a:solidFill>
                <a:srgbClr val="E8C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5467762" y="5820744"/>
              <a:ext cx="981838" cy="162678"/>
            </a:xfrm>
            <a:custGeom>
              <a:avLst/>
              <a:pathLst>
                <a:path w="981838" h="162678">
                  <a:moveTo>
                    <a:pt x="0" y="162573"/>
                  </a:moveTo>
                  <a:lnTo>
                    <a:pt x="1921" y="162558"/>
                  </a:lnTo>
                  <a:lnTo>
                    <a:pt x="3842" y="162542"/>
                  </a:lnTo>
                  <a:lnTo>
                    <a:pt x="5764" y="162523"/>
                  </a:lnTo>
                  <a:lnTo>
                    <a:pt x="7685" y="162502"/>
                  </a:lnTo>
                  <a:lnTo>
                    <a:pt x="9607" y="162479"/>
                  </a:lnTo>
                  <a:lnTo>
                    <a:pt x="11528" y="162453"/>
                  </a:lnTo>
                  <a:lnTo>
                    <a:pt x="13449" y="162425"/>
                  </a:lnTo>
                  <a:lnTo>
                    <a:pt x="15371" y="162393"/>
                  </a:lnTo>
                  <a:lnTo>
                    <a:pt x="17292" y="162357"/>
                  </a:lnTo>
                  <a:lnTo>
                    <a:pt x="19214" y="162319"/>
                  </a:lnTo>
                  <a:lnTo>
                    <a:pt x="21135" y="162277"/>
                  </a:lnTo>
                  <a:lnTo>
                    <a:pt x="23056" y="162231"/>
                  </a:lnTo>
                  <a:lnTo>
                    <a:pt x="24978" y="162180"/>
                  </a:lnTo>
                  <a:lnTo>
                    <a:pt x="26899" y="162125"/>
                  </a:lnTo>
                  <a:lnTo>
                    <a:pt x="28821" y="162066"/>
                  </a:lnTo>
                  <a:lnTo>
                    <a:pt x="30742" y="162001"/>
                  </a:lnTo>
                  <a:lnTo>
                    <a:pt x="32663" y="161931"/>
                  </a:lnTo>
                  <a:lnTo>
                    <a:pt x="34585" y="161855"/>
                  </a:lnTo>
                  <a:lnTo>
                    <a:pt x="36506" y="161774"/>
                  </a:lnTo>
                  <a:lnTo>
                    <a:pt x="38428" y="161688"/>
                  </a:lnTo>
                  <a:lnTo>
                    <a:pt x="40349" y="161594"/>
                  </a:lnTo>
                  <a:lnTo>
                    <a:pt x="42270" y="161494"/>
                  </a:lnTo>
                  <a:lnTo>
                    <a:pt x="44192" y="161388"/>
                  </a:lnTo>
                  <a:lnTo>
                    <a:pt x="46113" y="161276"/>
                  </a:lnTo>
                  <a:lnTo>
                    <a:pt x="48035" y="161156"/>
                  </a:lnTo>
                  <a:lnTo>
                    <a:pt x="49956" y="161030"/>
                  </a:lnTo>
                  <a:lnTo>
                    <a:pt x="51877" y="160897"/>
                  </a:lnTo>
                  <a:lnTo>
                    <a:pt x="53799" y="160759"/>
                  </a:lnTo>
                  <a:lnTo>
                    <a:pt x="55720" y="160612"/>
                  </a:lnTo>
                  <a:lnTo>
                    <a:pt x="57642" y="160458"/>
                  </a:lnTo>
                  <a:lnTo>
                    <a:pt x="59563" y="160299"/>
                  </a:lnTo>
                  <a:lnTo>
                    <a:pt x="61484" y="160134"/>
                  </a:lnTo>
                  <a:lnTo>
                    <a:pt x="63406" y="159962"/>
                  </a:lnTo>
                  <a:lnTo>
                    <a:pt x="65327" y="159784"/>
                  </a:lnTo>
                  <a:lnTo>
                    <a:pt x="67249" y="159601"/>
                  </a:lnTo>
                  <a:lnTo>
                    <a:pt x="69170" y="159413"/>
                  </a:lnTo>
                  <a:lnTo>
                    <a:pt x="71091" y="159221"/>
                  </a:lnTo>
                  <a:lnTo>
                    <a:pt x="73013" y="159023"/>
                  </a:lnTo>
                  <a:lnTo>
                    <a:pt x="74934" y="158822"/>
                  </a:lnTo>
                  <a:lnTo>
                    <a:pt x="76856" y="158619"/>
                  </a:lnTo>
                  <a:lnTo>
                    <a:pt x="78777" y="158413"/>
                  </a:lnTo>
                  <a:lnTo>
                    <a:pt x="80699" y="158204"/>
                  </a:lnTo>
                  <a:lnTo>
                    <a:pt x="82620" y="157995"/>
                  </a:lnTo>
                  <a:lnTo>
                    <a:pt x="84541" y="157785"/>
                  </a:lnTo>
                  <a:lnTo>
                    <a:pt x="86463" y="157576"/>
                  </a:lnTo>
                  <a:lnTo>
                    <a:pt x="88384" y="157368"/>
                  </a:lnTo>
                  <a:lnTo>
                    <a:pt x="90306" y="157161"/>
                  </a:lnTo>
                  <a:lnTo>
                    <a:pt x="92227" y="156957"/>
                  </a:lnTo>
                  <a:lnTo>
                    <a:pt x="94148" y="156756"/>
                  </a:lnTo>
                  <a:lnTo>
                    <a:pt x="96070" y="156560"/>
                  </a:lnTo>
                  <a:lnTo>
                    <a:pt x="97991" y="156369"/>
                  </a:lnTo>
                  <a:lnTo>
                    <a:pt x="99913" y="156184"/>
                  </a:lnTo>
                  <a:lnTo>
                    <a:pt x="101834" y="156004"/>
                  </a:lnTo>
                  <a:lnTo>
                    <a:pt x="103755" y="155832"/>
                  </a:lnTo>
                  <a:lnTo>
                    <a:pt x="105677" y="155669"/>
                  </a:lnTo>
                  <a:lnTo>
                    <a:pt x="107598" y="155513"/>
                  </a:lnTo>
                  <a:lnTo>
                    <a:pt x="109520" y="155366"/>
                  </a:lnTo>
                  <a:lnTo>
                    <a:pt x="111441" y="155228"/>
                  </a:lnTo>
                  <a:lnTo>
                    <a:pt x="113362" y="155102"/>
                  </a:lnTo>
                  <a:lnTo>
                    <a:pt x="115284" y="154986"/>
                  </a:lnTo>
                  <a:lnTo>
                    <a:pt x="117205" y="154879"/>
                  </a:lnTo>
                  <a:lnTo>
                    <a:pt x="119127" y="154783"/>
                  </a:lnTo>
                  <a:lnTo>
                    <a:pt x="121048" y="154701"/>
                  </a:lnTo>
                  <a:lnTo>
                    <a:pt x="122969" y="154629"/>
                  </a:lnTo>
                  <a:lnTo>
                    <a:pt x="124891" y="154567"/>
                  </a:lnTo>
                  <a:lnTo>
                    <a:pt x="126812" y="154516"/>
                  </a:lnTo>
                  <a:lnTo>
                    <a:pt x="128734" y="154478"/>
                  </a:lnTo>
                  <a:lnTo>
                    <a:pt x="130655" y="154451"/>
                  </a:lnTo>
                  <a:lnTo>
                    <a:pt x="132576" y="154434"/>
                  </a:lnTo>
                  <a:lnTo>
                    <a:pt x="134498" y="154426"/>
                  </a:lnTo>
                  <a:lnTo>
                    <a:pt x="136419" y="154430"/>
                  </a:lnTo>
                  <a:lnTo>
                    <a:pt x="138341" y="154444"/>
                  </a:lnTo>
                  <a:lnTo>
                    <a:pt x="140262" y="154466"/>
                  </a:lnTo>
                  <a:lnTo>
                    <a:pt x="142183" y="154495"/>
                  </a:lnTo>
                  <a:lnTo>
                    <a:pt x="144105" y="154534"/>
                  </a:lnTo>
                  <a:lnTo>
                    <a:pt x="146026" y="154580"/>
                  </a:lnTo>
                  <a:lnTo>
                    <a:pt x="147948" y="154632"/>
                  </a:lnTo>
                  <a:lnTo>
                    <a:pt x="149869" y="154689"/>
                  </a:lnTo>
                  <a:lnTo>
                    <a:pt x="151791" y="154751"/>
                  </a:lnTo>
                  <a:lnTo>
                    <a:pt x="153712" y="154819"/>
                  </a:lnTo>
                  <a:lnTo>
                    <a:pt x="155633" y="154889"/>
                  </a:lnTo>
                  <a:lnTo>
                    <a:pt x="157555" y="154962"/>
                  </a:lnTo>
                  <a:lnTo>
                    <a:pt x="159476" y="155037"/>
                  </a:lnTo>
                  <a:lnTo>
                    <a:pt x="161398" y="155114"/>
                  </a:lnTo>
                  <a:lnTo>
                    <a:pt x="163319" y="155191"/>
                  </a:lnTo>
                  <a:lnTo>
                    <a:pt x="165240" y="155268"/>
                  </a:lnTo>
                  <a:lnTo>
                    <a:pt x="167162" y="155344"/>
                  </a:lnTo>
                  <a:lnTo>
                    <a:pt x="169083" y="155418"/>
                  </a:lnTo>
                  <a:lnTo>
                    <a:pt x="171005" y="155490"/>
                  </a:lnTo>
                  <a:lnTo>
                    <a:pt x="172926" y="155559"/>
                  </a:lnTo>
                  <a:lnTo>
                    <a:pt x="174847" y="155625"/>
                  </a:lnTo>
                  <a:lnTo>
                    <a:pt x="176769" y="155686"/>
                  </a:lnTo>
                  <a:lnTo>
                    <a:pt x="178690" y="155742"/>
                  </a:lnTo>
                  <a:lnTo>
                    <a:pt x="180612" y="155794"/>
                  </a:lnTo>
                  <a:lnTo>
                    <a:pt x="182533" y="155842"/>
                  </a:lnTo>
                  <a:lnTo>
                    <a:pt x="184454" y="155882"/>
                  </a:lnTo>
                  <a:lnTo>
                    <a:pt x="186376" y="155916"/>
                  </a:lnTo>
                  <a:lnTo>
                    <a:pt x="188297" y="155944"/>
                  </a:lnTo>
                  <a:lnTo>
                    <a:pt x="190219" y="155966"/>
                  </a:lnTo>
                  <a:lnTo>
                    <a:pt x="192140" y="155981"/>
                  </a:lnTo>
                  <a:lnTo>
                    <a:pt x="194061" y="155987"/>
                  </a:lnTo>
                  <a:lnTo>
                    <a:pt x="195983" y="155987"/>
                  </a:lnTo>
                  <a:lnTo>
                    <a:pt x="197904" y="155979"/>
                  </a:lnTo>
                  <a:lnTo>
                    <a:pt x="199826" y="155966"/>
                  </a:lnTo>
                  <a:lnTo>
                    <a:pt x="201747" y="155942"/>
                  </a:lnTo>
                  <a:lnTo>
                    <a:pt x="203668" y="155911"/>
                  </a:lnTo>
                  <a:lnTo>
                    <a:pt x="205590" y="155874"/>
                  </a:lnTo>
                  <a:lnTo>
                    <a:pt x="207511" y="155830"/>
                  </a:lnTo>
                  <a:lnTo>
                    <a:pt x="209433" y="155777"/>
                  </a:lnTo>
                  <a:lnTo>
                    <a:pt x="211354" y="155716"/>
                  </a:lnTo>
                  <a:lnTo>
                    <a:pt x="213275" y="155650"/>
                  </a:lnTo>
                  <a:lnTo>
                    <a:pt x="215197" y="155577"/>
                  </a:lnTo>
                  <a:lnTo>
                    <a:pt x="217118" y="155497"/>
                  </a:lnTo>
                  <a:lnTo>
                    <a:pt x="219040" y="155410"/>
                  </a:lnTo>
                  <a:lnTo>
                    <a:pt x="220961" y="155317"/>
                  </a:lnTo>
                  <a:lnTo>
                    <a:pt x="222883" y="155219"/>
                  </a:lnTo>
                  <a:lnTo>
                    <a:pt x="224804" y="155116"/>
                  </a:lnTo>
                  <a:lnTo>
                    <a:pt x="226725" y="155006"/>
                  </a:lnTo>
                  <a:lnTo>
                    <a:pt x="228647" y="154893"/>
                  </a:lnTo>
                  <a:lnTo>
                    <a:pt x="230568" y="154775"/>
                  </a:lnTo>
                  <a:lnTo>
                    <a:pt x="232490" y="154654"/>
                  </a:lnTo>
                  <a:lnTo>
                    <a:pt x="234411" y="154528"/>
                  </a:lnTo>
                  <a:lnTo>
                    <a:pt x="236332" y="154399"/>
                  </a:lnTo>
                  <a:lnTo>
                    <a:pt x="238254" y="154268"/>
                  </a:lnTo>
                  <a:lnTo>
                    <a:pt x="240175" y="154136"/>
                  </a:lnTo>
                  <a:lnTo>
                    <a:pt x="242097" y="154000"/>
                  </a:lnTo>
                  <a:lnTo>
                    <a:pt x="244018" y="153864"/>
                  </a:lnTo>
                  <a:lnTo>
                    <a:pt x="245939" y="153728"/>
                  </a:lnTo>
                  <a:lnTo>
                    <a:pt x="247861" y="153591"/>
                  </a:lnTo>
                  <a:lnTo>
                    <a:pt x="249782" y="153454"/>
                  </a:lnTo>
                  <a:lnTo>
                    <a:pt x="251704" y="153317"/>
                  </a:lnTo>
                  <a:lnTo>
                    <a:pt x="253625" y="153182"/>
                  </a:lnTo>
                  <a:lnTo>
                    <a:pt x="255546" y="153048"/>
                  </a:lnTo>
                  <a:lnTo>
                    <a:pt x="257468" y="152916"/>
                  </a:lnTo>
                  <a:lnTo>
                    <a:pt x="259389" y="152786"/>
                  </a:lnTo>
                  <a:lnTo>
                    <a:pt x="261311" y="152659"/>
                  </a:lnTo>
                  <a:lnTo>
                    <a:pt x="263232" y="152534"/>
                  </a:lnTo>
                  <a:lnTo>
                    <a:pt x="265153" y="152413"/>
                  </a:lnTo>
                  <a:lnTo>
                    <a:pt x="267075" y="152295"/>
                  </a:lnTo>
                  <a:lnTo>
                    <a:pt x="268996" y="152181"/>
                  </a:lnTo>
                  <a:lnTo>
                    <a:pt x="270918" y="152070"/>
                  </a:lnTo>
                  <a:lnTo>
                    <a:pt x="272839" y="151963"/>
                  </a:lnTo>
                  <a:lnTo>
                    <a:pt x="274760" y="151861"/>
                  </a:lnTo>
                  <a:lnTo>
                    <a:pt x="276682" y="151762"/>
                  </a:lnTo>
                  <a:lnTo>
                    <a:pt x="278603" y="151668"/>
                  </a:lnTo>
                  <a:lnTo>
                    <a:pt x="280525" y="151577"/>
                  </a:lnTo>
                  <a:lnTo>
                    <a:pt x="282446" y="151492"/>
                  </a:lnTo>
                  <a:lnTo>
                    <a:pt x="284367" y="151410"/>
                  </a:lnTo>
                  <a:lnTo>
                    <a:pt x="286289" y="151332"/>
                  </a:lnTo>
                  <a:lnTo>
                    <a:pt x="288210" y="151258"/>
                  </a:lnTo>
                  <a:lnTo>
                    <a:pt x="290132" y="151189"/>
                  </a:lnTo>
                  <a:lnTo>
                    <a:pt x="292053" y="151124"/>
                  </a:lnTo>
                  <a:lnTo>
                    <a:pt x="293975" y="151061"/>
                  </a:lnTo>
                  <a:lnTo>
                    <a:pt x="295896" y="151003"/>
                  </a:lnTo>
                  <a:lnTo>
                    <a:pt x="297817" y="150948"/>
                  </a:lnTo>
                  <a:lnTo>
                    <a:pt x="299739" y="150897"/>
                  </a:lnTo>
                  <a:lnTo>
                    <a:pt x="301660" y="150849"/>
                  </a:lnTo>
                  <a:lnTo>
                    <a:pt x="303582" y="150804"/>
                  </a:lnTo>
                  <a:lnTo>
                    <a:pt x="305503" y="150762"/>
                  </a:lnTo>
                  <a:lnTo>
                    <a:pt x="307424" y="150723"/>
                  </a:lnTo>
                  <a:lnTo>
                    <a:pt x="309346" y="150688"/>
                  </a:lnTo>
                  <a:lnTo>
                    <a:pt x="311267" y="150655"/>
                  </a:lnTo>
                  <a:lnTo>
                    <a:pt x="313189" y="150625"/>
                  </a:lnTo>
                  <a:lnTo>
                    <a:pt x="315110" y="150598"/>
                  </a:lnTo>
                  <a:lnTo>
                    <a:pt x="317031" y="150575"/>
                  </a:lnTo>
                  <a:lnTo>
                    <a:pt x="318953" y="150554"/>
                  </a:lnTo>
                  <a:lnTo>
                    <a:pt x="320874" y="150536"/>
                  </a:lnTo>
                  <a:lnTo>
                    <a:pt x="322796" y="150522"/>
                  </a:lnTo>
                  <a:lnTo>
                    <a:pt x="324717" y="150511"/>
                  </a:lnTo>
                  <a:lnTo>
                    <a:pt x="326638" y="150504"/>
                  </a:lnTo>
                  <a:lnTo>
                    <a:pt x="328560" y="150500"/>
                  </a:lnTo>
                  <a:lnTo>
                    <a:pt x="330481" y="150501"/>
                  </a:lnTo>
                  <a:lnTo>
                    <a:pt x="332403" y="150506"/>
                  </a:lnTo>
                  <a:lnTo>
                    <a:pt x="334324" y="150515"/>
                  </a:lnTo>
                  <a:lnTo>
                    <a:pt x="336245" y="150528"/>
                  </a:lnTo>
                  <a:lnTo>
                    <a:pt x="338167" y="150546"/>
                  </a:lnTo>
                  <a:lnTo>
                    <a:pt x="340088" y="150570"/>
                  </a:lnTo>
                  <a:lnTo>
                    <a:pt x="342010" y="150599"/>
                  </a:lnTo>
                  <a:lnTo>
                    <a:pt x="343931" y="150632"/>
                  </a:lnTo>
                  <a:lnTo>
                    <a:pt x="345852" y="150672"/>
                  </a:lnTo>
                  <a:lnTo>
                    <a:pt x="347774" y="150718"/>
                  </a:lnTo>
                  <a:lnTo>
                    <a:pt x="349695" y="150769"/>
                  </a:lnTo>
                  <a:lnTo>
                    <a:pt x="351617" y="150826"/>
                  </a:lnTo>
                  <a:lnTo>
                    <a:pt x="353538" y="150889"/>
                  </a:lnTo>
                  <a:lnTo>
                    <a:pt x="355459" y="150960"/>
                  </a:lnTo>
                  <a:lnTo>
                    <a:pt x="357381" y="151036"/>
                  </a:lnTo>
                  <a:lnTo>
                    <a:pt x="359302" y="151119"/>
                  </a:lnTo>
                  <a:lnTo>
                    <a:pt x="361224" y="151207"/>
                  </a:lnTo>
                  <a:lnTo>
                    <a:pt x="363145" y="151302"/>
                  </a:lnTo>
                  <a:lnTo>
                    <a:pt x="365067" y="151404"/>
                  </a:lnTo>
                  <a:lnTo>
                    <a:pt x="366988" y="151511"/>
                  </a:lnTo>
                  <a:lnTo>
                    <a:pt x="368909" y="151623"/>
                  </a:lnTo>
                  <a:lnTo>
                    <a:pt x="370831" y="151742"/>
                  </a:lnTo>
                  <a:lnTo>
                    <a:pt x="372752" y="151866"/>
                  </a:lnTo>
                  <a:lnTo>
                    <a:pt x="374674" y="151995"/>
                  </a:lnTo>
                  <a:lnTo>
                    <a:pt x="376595" y="152128"/>
                  </a:lnTo>
                  <a:lnTo>
                    <a:pt x="378516" y="152266"/>
                  </a:lnTo>
                  <a:lnTo>
                    <a:pt x="380438" y="152408"/>
                  </a:lnTo>
                  <a:lnTo>
                    <a:pt x="382359" y="152553"/>
                  </a:lnTo>
                  <a:lnTo>
                    <a:pt x="384281" y="152701"/>
                  </a:lnTo>
                  <a:lnTo>
                    <a:pt x="386202" y="152852"/>
                  </a:lnTo>
                  <a:lnTo>
                    <a:pt x="388123" y="153005"/>
                  </a:lnTo>
                  <a:lnTo>
                    <a:pt x="390045" y="153159"/>
                  </a:lnTo>
                  <a:lnTo>
                    <a:pt x="391966" y="153314"/>
                  </a:lnTo>
                  <a:lnTo>
                    <a:pt x="393888" y="153470"/>
                  </a:lnTo>
                  <a:lnTo>
                    <a:pt x="395809" y="153625"/>
                  </a:lnTo>
                  <a:lnTo>
                    <a:pt x="397730" y="153780"/>
                  </a:lnTo>
                  <a:lnTo>
                    <a:pt x="399652" y="153933"/>
                  </a:lnTo>
                  <a:lnTo>
                    <a:pt x="401573" y="154084"/>
                  </a:lnTo>
                  <a:lnTo>
                    <a:pt x="403495" y="154232"/>
                  </a:lnTo>
                  <a:lnTo>
                    <a:pt x="405416" y="154377"/>
                  </a:lnTo>
                  <a:lnTo>
                    <a:pt x="407337" y="154519"/>
                  </a:lnTo>
                  <a:lnTo>
                    <a:pt x="409259" y="154656"/>
                  </a:lnTo>
                  <a:lnTo>
                    <a:pt x="411180" y="154788"/>
                  </a:lnTo>
                  <a:lnTo>
                    <a:pt x="413102" y="154914"/>
                  </a:lnTo>
                  <a:lnTo>
                    <a:pt x="415023" y="155035"/>
                  </a:lnTo>
                  <a:lnTo>
                    <a:pt x="416944" y="155149"/>
                  </a:lnTo>
                  <a:lnTo>
                    <a:pt x="418866" y="155257"/>
                  </a:lnTo>
                  <a:lnTo>
                    <a:pt x="420787" y="155355"/>
                  </a:lnTo>
                  <a:lnTo>
                    <a:pt x="422709" y="155446"/>
                  </a:lnTo>
                  <a:lnTo>
                    <a:pt x="424630" y="155530"/>
                  </a:lnTo>
                  <a:lnTo>
                    <a:pt x="426551" y="155605"/>
                  </a:lnTo>
                  <a:lnTo>
                    <a:pt x="428473" y="155669"/>
                  </a:lnTo>
                  <a:lnTo>
                    <a:pt x="430394" y="155725"/>
                  </a:lnTo>
                  <a:lnTo>
                    <a:pt x="432316" y="155771"/>
                  </a:lnTo>
                  <a:lnTo>
                    <a:pt x="434237" y="155809"/>
                  </a:lnTo>
                  <a:lnTo>
                    <a:pt x="436159" y="155833"/>
                  </a:lnTo>
                  <a:lnTo>
                    <a:pt x="438080" y="155848"/>
                  </a:lnTo>
                  <a:lnTo>
                    <a:pt x="440001" y="155853"/>
                  </a:lnTo>
                  <a:lnTo>
                    <a:pt x="441923" y="155849"/>
                  </a:lnTo>
                  <a:lnTo>
                    <a:pt x="443844" y="155831"/>
                  </a:lnTo>
                  <a:lnTo>
                    <a:pt x="445766" y="155803"/>
                  </a:lnTo>
                  <a:lnTo>
                    <a:pt x="447687" y="155764"/>
                  </a:lnTo>
                  <a:lnTo>
                    <a:pt x="449608" y="155716"/>
                  </a:lnTo>
                  <a:lnTo>
                    <a:pt x="451530" y="155655"/>
                  </a:lnTo>
                  <a:lnTo>
                    <a:pt x="453451" y="155582"/>
                  </a:lnTo>
                  <a:lnTo>
                    <a:pt x="455373" y="155500"/>
                  </a:lnTo>
                  <a:lnTo>
                    <a:pt x="457294" y="155407"/>
                  </a:lnTo>
                  <a:lnTo>
                    <a:pt x="459215" y="155303"/>
                  </a:lnTo>
                  <a:lnTo>
                    <a:pt x="461137" y="155186"/>
                  </a:lnTo>
                  <a:lnTo>
                    <a:pt x="463058" y="155059"/>
                  </a:lnTo>
                  <a:lnTo>
                    <a:pt x="464980" y="154922"/>
                  </a:lnTo>
                  <a:lnTo>
                    <a:pt x="466901" y="154775"/>
                  </a:lnTo>
                  <a:lnTo>
                    <a:pt x="468822" y="154614"/>
                  </a:lnTo>
                  <a:lnTo>
                    <a:pt x="470744" y="154444"/>
                  </a:lnTo>
                  <a:lnTo>
                    <a:pt x="472665" y="154264"/>
                  </a:lnTo>
                  <a:lnTo>
                    <a:pt x="474587" y="154074"/>
                  </a:lnTo>
                  <a:lnTo>
                    <a:pt x="476508" y="153871"/>
                  </a:lnTo>
                  <a:lnTo>
                    <a:pt x="478429" y="153658"/>
                  </a:lnTo>
                  <a:lnTo>
                    <a:pt x="480351" y="153436"/>
                  </a:lnTo>
                  <a:lnTo>
                    <a:pt x="482272" y="153204"/>
                  </a:lnTo>
                  <a:lnTo>
                    <a:pt x="484194" y="152960"/>
                  </a:lnTo>
                  <a:lnTo>
                    <a:pt x="486115" y="152705"/>
                  </a:lnTo>
                  <a:lnTo>
                    <a:pt x="488036" y="152440"/>
                  </a:lnTo>
                  <a:lnTo>
                    <a:pt x="489958" y="152166"/>
                  </a:lnTo>
                  <a:lnTo>
                    <a:pt x="491879" y="151881"/>
                  </a:lnTo>
                  <a:lnTo>
                    <a:pt x="493801" y="151584"/>
                  </a:lnTo>
                  <a:lnTo>
                    <a:pt x="495722" y="151277"/>
                  </a:lnTo>
                  <a:lnTo>
                    <a:pt x="497643" y="150961"/>
                  </a:lnTo>
                  <a:lnTo>
                    <a:pt x="499565" y="150635"/>
                  </a:lnTo>
                  <a:lnTo>
                    <a:pt x="501486" y="150296"/>
                  </a:lnTo>
                  <a:lnTo>
                    <a:pt x="503408" y="149947"/>
                  </a:lnTo>
                  <a:lnTo>
                    <a:pt x="505329" y="149588"/>
                  </a:lnTo>
                  <a:lnTo>
                    <a:pt x="507250" y="149220"/>
                  </a:lnTo>
                  <a:lnTo>
                    <a:pt x="509172" y="148838"/>
                  </a:lnTo>
                  <a:lnTo>
                    <a:pt x="511093" y="148446"/>
                  </a:lnTo>
                  <a:lnTo>
                    <a:pt x="513015" y="148045"/>
                  </a:lnTo>
                  <a:lnTo>
                    <a:pt x="514936" y="147634"/>
                  </a:lnTo>
                  <a:lnTo>
                    <a:pt x="516858" y="147208"/>
                  </a:lnTo>
                  <a:lnTo>
                    <a:pt x="518779" y="146772"/>
                  </a:lnTo>
                  <a:lnTo>
                    <a:pt x="520700" y="146326"/>
                  </a:lnTo>
                  <a:lnTo>
                    <a:pt x="522622" y="145870"/>
                  </a:lnTo>
                  <a:lnTo>
                    <a:pt x="524543" y="145399"/>
                  </a:lnTo>
                  <a:lnTo>
                    <a:pt x="526465" y="144917"/>
                  </a:lnTo>
                  <a:lnTo>
                    <a:pt x="528386" y="144423"/>
                  </a:lnTo>
                  <a:lnTo>
                    <a:pt x="530307" y="143918"/>
                  </a:lnTo>
                  <a:lnTo>
                    <a:pt x="532229" y="143399"/>
                  </a:lnTo>
                  <a:lnTo>
                    <a:pt x="534150" y="142864"/>
                  </a:lnTo>
                  <a:lnTo>
                    <a:pt x="536072" y="142318"/>
                  </a:lnTo>
                  <a:lnTo>
                    <a:pt x="537993" y="141758"/>
                  </a:lnTo>
                  <a:lnTo>
                    <a:pt x="539914" y="141184"/>
                  </a:lnTo>
                  <a:lnTo>
                    <a:pt x="541836" y="140591"/>
                  </a:lnTo>
                  <a:lnTo>
                    <a:pt x="543757" y="139983"/>
                  </a:lnTo>
                  <a:lnTo>
                    <a:pt x="545679" y="139360"/>
                  </a:lnTo>
                  <a:lnTo>
                    <a:pt x="547600" y="138721"/>
                  </a:lnTo>
                  <a:lnTo>
                    <a:pt x="549521" y="138057"/>
                  </a:lnTo>
                  <a:lnTo>
                    <a:pt x="551443" y="137377"/>
                  </a:lnTo>
                  <a:lnTo>
                    <a:pt x="553364" y="136677"/>
                  </a:lnTo>
                  <a:lnTo>
                    <a:pt x="555286" y="135959"/>
                  </a:lnTo>
                  <a:lnTo>
                    <a:pt x="557207" y="135213"/>
                  </a:lnTo>
                  <a:lnTo>
                    <a:pt x="559128" y="134444"/>
                  </a:lnTo>
                  <a:lnTo>
                    <a:pt x="561050" y="133652"/>
                  </a:lnTo>
                  <a:lnTo>
                    <a:pt x="562971" y="132838"/>
                  </a:lnTo>
                  <a:lnTo>
                    <a:pt x="564893" y="131993"/>
                  </a:lnTo>
                  <a:lnTo>
                    <a:pt x="566814" y="131118"/>
                  </a:lnTo>
                  <a:lnTo>
                    <a:pt x="568735" y="130217"/>
                  </a:lnTo>
                  <a:lnTo>
                    <a:pt x="570657" y="129288"/>
                  </a:lnTo>
                  <a:lnTo>
                    <a:pt x="572578" y="128326"/>
                  </a:lnTo>
                  <a:lnTo>
                    <a:pt x="574500" y="127326"/>
                  </a:lnTo>
                  <a:lnTo>
                    <a:pt x="576421" y="126296"/>
                  </a:lnTo>
                  <a:lnTo>
                    <a:pt x="578342" y="125234"/>
                  </a:lnTo>
                  <a:lnTo>
                    <a:pt x="580264" y="124137"/>
                  </a:lnTo>
                  <a:lnTo>
                    <a:pt x="582185" y="122995"/>
                  </a:lnTo>
                  <a:lnTo>
                    <a:pt x="584107" y="121819"/>
                  </a:lnTo>
                  <a:lnTo>
                    <a:pt x="586028" y="120607"/>
                  </a:lnTo>
                  <a:lnTo>
                    <a:pt x="587950" y="119360"/>
                  </a:lnTo>
                  <a:lnTo>
                    <a:pt x="589871" y="118061"/>
                  </a:lnTo>
                  <a:lnTo>
                    <a:pt x="591792" y="116725"/>
                  </a:lnTo>
                  <a:lnTo>
                    <a:pt x="593714" y="115351"/>
                  </a:lnTo>
                  <a:lnTo>
                    <a:pt x="595635" y="113940"/>
                  </a:lnTo>
                  <a:lnTo>
                    <a:pt x="597557" y="112477"/>
                  </a:lnTo>
                  <a:lnTo>
                    <a:pt x="599478" y="110972"/>
                  </a:lnTo>
                  <a:lnTo>
                    <a:pt x="601399" y="109429"/>
                  </a:lnTo>
                  <a:lnTo>
                    <a:pt x="603321" y="107848"/>
                  </a:lnTo>
                  <a:lnTo>
                    <a:pt x="605242" y="106218"/>
                  </a:lnTo>
                  <a:lnTo>
                    <a:pt x="607164" y="104543"/>
                  </a:lnTo>
                  <a:lnTo>
                    <a:pt x="609085" y="102830"/>
                  </a:lnTo>
                  <a:lnTo>
                    <a:pt x="611006" y="101080"/>
                  </a:lnTo>
                  <a:lnTo>
                    <a:pt x="612928" y="99287"/>
                  </a:lnTo>
                  <a:lnTo>
                    <a:pt x="614849" y="97447"/>
                  </a:lnTo>
                  <a:lnTo>
                    <a:pt x="616771" y="95572"/>
                  </a:lnTo>
                  <a:lnTo>
                    <a:pt x="618692" y="93663"/>
                  </a:lnTo>
                  <a:lnTo>
                    <a:pt x="620613" y="91716"/>
                  </a:lnTo>
                  <a:lnTo>
                    <a:pt x="622535" y="89725"/>
                  </a:lnTo>
                  <a:lnTo>
                    <a:pt x="624456" y="87703"/>
                  </a:lnTo>
                  <a:lnTo>
                    <a:pt x="626378" y="85651"/>
                  </a:lnTo>
                  <a:lnTo>
                    <a:pt x="628299" y="83569"/>
                  </a:lnTo>
                  <a:lnTo>
                    <a:pt x="630220" y="81447"/>
                  </a:lnTo>
                  <a:lnTo>
                    <a:pt x="632142" y="79300"/>
                  </a:lnTo>
                  <a:lnTo>
                    <a:pt x="634063" y="77129"/>
                  </a:lnTo>
                  <a:lnTo>
                    <a:pt x="635985" y="74935"/>
                  </a:lnTo>
                  <a:lnTo>
                    <a:pt x="637906" y="72713"/>
                  </a:lnTo>
                  <a:lnTo>
                    <a:pt x="639827" y="70471"/>
                  </a:lnTo>
                  <a:lnTo>
                    <a:pt x="641749" y="68212"/>
                  </a:lnTo>
                  <a:lnTo>
                    <a:pt x="643670" y="65939"/>
                  </a:lnTo>
                  <a:lnTo>
                    <a:pt x="645592" y="63650"/>
                  </a:lnTo>
                  <a:lnTo>
                    <a:pt x="647513" y="61350"/>
                  </a:lnTo>
                  <a:lnTo>
                    <a:pt x="649434" y="59043"/>
                  </a:lnTo>
                  <a:lnTo>
                    <a:pt x="651356" y="56731"/>
                  </a:lnTo>
                  <a:lnTo>
                    <a:pt x="653277" y="54416"/>
                  </a:lnTo>
                  <a:lnTo>
                    <a:pt x="655199" y="52102"/>
                  </a:lnTo>
                  <a:lnTo>
                    <a:pt x="657120" y="49792"/>
                  </a:lnTo>
                  <a:lnTo>
                    <a:pt x="659042" y="47489"/>
                  </a:lnTo>
                  <a:lnTo>
                    <a:pt x="660963" y="45194"/>
                  </a:lnTo>
                  <a:lnTo>
                    <a:pt x="662884" y="42917"/>
                  </a:lnTo>
                  <a:lnTo>
                    <a:pt x="664806" y="40657"/>
                  </a:lnTo>
                  <a:lnTo>
                    <a:pt x="666727" y="38416"/>
                  </a:lnTo>
                  <a:lnTo>
                    <a:pt x="668649" y="36196"/>
                  </a:lnTo>
                  <a:lnTo>
                    <a:pt x="670570" y="34013"/>
                  </a:lnTo>
                  <a:lnTo>
                    <a:pt x="672491" y="31861"/>
                  </a:lnTo>
                  <a:lnTo>
                    <a:pt x="674413" y="29742"/>
                  </a:lnTo>
                  <a:lnTo>
                    <a:pt x="676334" y="27659"/>
                  </a:lnTo>
                  <a:lnTo>
                    <a:pt x="678256" y="25629"/>
                  </a:lnTo>
                  <a:lnTo>
                    <a:pt x="680177" y="23649"/>
                  </a:lnTo>
                  <a:lnTo>
                    <a:pt x="682098" y="21717"/>
                  </a:lnTo>
                  <a:lnTo>
                    <a:pt x="684020" y="19835"/>
                  </a:lnTo>
                  <a:lnTo>
                    <a:pt x="685941" y="18021"/>
                  </a:lnTo>
                  <a:lnTo>
                    <a:pt x="687863" y="16279"/>
                  </a:lnTo>
                  <a:lnTo>
                    <a:pt x="689784" y="14600"/>
                  </a:lnTo>
                  <a:lnTo>
                    <a:pt x="691705" y="12986"/>
                  </a:lnTo>
                  <a:lnTo>
                    <a:pt x="693627" y="11450"/>
                  </a:lnTo>
                  <a:lnTo>
                    <a:pt x="695548" y="10012"/>
                  </a:lnTo>
                  <a:lnTo>
                    <a:pt x="697470" y="8650"/>
                  </a:lnTo>
                  <a:lnTo>
                    <a:pt x="699391" y="7368"/>
                  </a:lnTo>
                  <a:lnTo>
                    <a:pt x="701312" y="6170"/>
                  </a:lnTo>
                  <a:lnTo>
                    <a:pt x="703234" y="5095"/>
                  </a:lnTo>
                  <a:lnTo>
                    <a:pt x="705155" y="4108"/>
                  </a:lnTo>
                  <a:lnTo>
                    <a:pt x="707077" y="3213"/>
                  </a:lnTo>
                  <a:lnTo>
                    <a:pt x="708998" y="2411"/>
                  </a:lnTo>
                  <a:lnTo>
                    <a:pt x="710919" y="1743"/>
                  </a:lnTo>
                  <a:lnTo>
                    <a:pt x="712841" y="1179"/>
                  </a:lnTo>
                  <a:lnTo>
                    <a:pt x="714762" y="714"/>
                  </a:lnTo>
                  <a:lnTo>
                    <a:pt x="716684" y="350"/>
                  </a:lnTo>
                  <a:lnTo>
                    <a:pt x="718605" y="119"/>
                  </a:lnTo>
                  <a:lnTo>
                    <a:pt x="720526" y="7"/>
                  </a:lnTo>
                  <a:lnTo>
                    <a:pt x="722448" y="0"/>
                  </a:lnTo>
                  <a:lnTo>
                    <a:pt x="724369" y="96"/>
                  </a:lnTo>
                  <a:lnTo>
                    <a:pt x="726291" y="318"/>
                  </a:lnTo>
                  <a:lnTo>
                    <a:pt x="728212" y="670"/>
                  </a:lnTo>
                  <a:lnTo>
                    <a:pt x="730134" y="1126"/>
                  </a:lnTo>
                  <a:lnTo>
                    <a:pt x="732055" y="1685"/>
                  </a:lnTo>
                  <a:lnTo>
                    <a:pt x="733976" y="2357"/>
                  </a:lnTo>
                  <a:lnTo>
                    <a:pt x="735898" y="3163"/>
                  </a:lnTo>
                  <a:lnTo>
                    <a:pt x="737819" y="4068"/>
                  </a:lnTo>
                  <a:lnTo>
                    <a:pt x="739741" y="5071"/>
                  </a:lnTo>
                  <a:lnTo>
                    <a:pt x="741662" y="6169"/>
                  </a:lnTo>
                  <a:lnTo>
                    <a:pt x="743583" y="7401"/>
                  </a:lnTo>
                  <a:lnTo>
                    <a:pt x="745505" y="8722"/>
                  </a:lnTo>
                  <a:lnTo>
                    <a:pt x="747426" y="10131"/>
                  </a:lnTo>
                  <a:lnTo>
                    <a:pt x="749348" y="11624"/>
                  </a:lnTo>
                  <a:lnTo>
                    <a:pt x="751269" y="13228"/>
                  </a:lnTo>
                  <a:lnTo>
                    <a:pt x="753190" y="14915"/>
                  </a:lnTo>
                  <a:lnTo>
                    <a:pt x="755112" y="16677"/>
                  </a:lnTo>
                  <a:lnTo>
                    <a:pt x="757033" y="18509"/>
                  </a:lnTo>
                  <a:lnTo>
                    <a:pt x="758955" y="20428"/>
                  </a:lnTo>
                  <a:lnTo>
                    <a:pt x="760876" y="22421"/>
                  </a:lnTo>
                  <a:lnTo>
                    <a:pt x="762797" y="24472"/>
                  </a:lnTo>
                  <a:lnTo>
                    <a:pt x="764719" y="26580"/>
                  </a:lnTo>
                  <a:lnTo>
                    <a:pt x="766640" y="28749"/>
                  </a:lnTo>
                  <a:lnTo>
                    <a:pt x="768562" y="30979"/>
                  </a:lnTo>
                  <a:lnTo>
                    <a:pt x="770483" y="33252"/>
                  </a:lnTo>
                  <a:lnTo>
                    <a:pt x="772404" y="35565"/>
                  </a:lnTo>
                  <a:lnTo>
                    <a:pt x="774326" y="37918"/>
                  </a:lnTo>
                  <a:lnTo>
                    <a:pt x="776247" y="40315"/>
                  </a:lnTo>
                  <a:lnTo>
                    <a:pt x="778169" y="42739"/>
                  </a:lnTo>
                  <a:lnTo>
                    <a:pt x="780090" y="45188"/>
                  </a:lnTo>
                  <a:lnTo>
                    <a:pt x="782011" y="47659"/>
                  </a:lnTo>
                  <a:lnTo>
                    <a:pt x="783933" y="50155"/>
                  </a:lnTo>
                  <a:lnTo>
                    <a:pt x="785854" y="52663"/>
                  </a:lnTo>
                  <a:lnTo>
                    <a:pt x="787776" y="55181"/>
                  </a:lnTo>
                  <a:lnTo>
                    <a:pt x="789697" y="57707"/>
                  </a:lnTo>
                  <a:lnTo>
                    <a:pt x="791618" y="60238"/>
                  </a:lnTo>
                  <a:lnTo>
                    <a:pt x="793540" y="62767"/>
                  </a:lnTo>
                  <a:lnTo>
                    <a:pt x="795461" y="65294"/>
                  </a:lnTo>
                  <a:lnTo>
                    <a:pt x="797383" y="67815"/>
                  </a:lnTo>
                  <a:lnTo>
                    <a:pt x="799304" y="70326"/>
                  </a:lnTo>
                  <a:lnTo>
                    <a:pt x="801226" y="72822"/>
                  </a:lnTo>
                  <a:lnTo>
                    <a:pt x="803147" y="75303"/>
                  </a:lnTo>
                  <a:lnTo>
                    <a:pt x="805068" y="77768"/>
                  </a:lnTo>
                  <a:lnTo>
                    <a:pt x="806990" y="80211"/>
                  </a:lnTo>
                  <a:lnTo>
                    <a:pt x="808911" y="82626"/>
                  </a:lnTo>
                  <a:lnTo>
                    <a:pt x="810833" y="85017"/>
                  </a:lnTo>
                  <a:lnTo>
                    <a:pt x="812754" y="87382"/>
                  </a:lnTo>
                  <a:lnTo>
                    <a:pt x="814675" y="89718"/>
                  </a:lnTo>
                  <a:lnTo>
                    <a:pt x="816597" y="92013"/>
                  </a:lnTo>
                  <a:lnTo>
                    <a:pt x="818518" y="94276"/>
                  </a:lnTo>
                  <a:lnTo>
                    <a:pt x="820440" y="96507"/>
                  </a:lnTo>
                  <a:lnTo>
                    <a:pt x="822361" y="98705"/>
                  </a:lnTo>
                  <a:lnTo>
                    <a:pt x="824282" y="100852"/>
                  </a:lnTo>
                  <a:lnTo>
                    <a:pt x="826204" y="102961"/>
                  </a:lnTo>
                  <a:lnTo>
                    <a:pt x="828125" y="105033"/>
                  </a:lnTo>
                  <a:lnTo>
                    <a:pt x="830047" y="107067"/>
                  </a:lnTo>
                  <a:lnTo>
                    <a:pt x="831968" y="109049"/>
                  </a:lnTo>
                  <a:lnTo>
                    <a:pt x="833889" y="110986"/>
                  </a:lnTo>
                  <a:lnTo>
                    <a:pt x="835811" y="112882"/>
                  </a:lnTo>
                  <a:lnTo>
                    <a:pt x="837732" y="114738"/>
                  </a:lnTo>
                  <a:lnTo>
                    <a:pt x="839654" y="116544"/>
                  </a:lnTo>
                  <a:lnTo>
                    <a:pt x="841575" y="118299"/>
                  </a:lnTo>
                  <a:lnTo>
                    <a:pt x="843496" y="120012"/>
                  </a:lnTo>
                  <a:lnTo>
                    <a:pt x="845418" y="121685"/>
                  </a:lnTo>
                  <a:lnTo>
                    <a:pt x="847339" y="123309"/>
                  </a:lnTo>
                  <a:lnTo>
                    <a:pt x="849261" y="124881"/>
                  </a:lnTo>
                  <a:lnTo>
                    <a:pt x="851182" y="126411"/>
                  </a:lnTo>
                  <a:lnTo>
                    <a:pt x="853103" y="127900"/>
                  </a:lnTo>
                  <a:lnTo>
                    <a:pt x="855025" y="129347"/>
                  </a:lnTo>
                  <a:lnTo>
                    <a:pt x="856946" y="130738"/>
                  </a:lnTo>
                  <a:lnTo>
                    <a:pt x="858868" y="132090"/>
                  </a:lnTo>
                  <a:lnTo>
                    <a:pt x="860789" y="133403"/>
                  </a:lnTo>
                  <a:lnTo>
                    <a:pt x="862710" y="134678"/>
                  </a:lnTo>
                  <a:lnTo>
                    <a:pt x="864632" y="135899"/>
                  </a:lnTo>
                  <a:lnTo>
                    <a:pt x="866553" y="137082"/>
                  </a:lnTo>
                  <a:lnTo>
                    <a:pt x="868475" y="138229"/>
                  </a:lnTo>
                  <a:lnTo>
                    <a:pt x="870396" y="139341"/>
                  </a:lnTo>
                  <a:lnTo>
                    <a:pt x="872318" y="140406"/>
                  </a:lnTo>
                  <a:lnTo>
                    <a:pt x="874239" y="141433"/>
                  </a:lnTo>
                  <a:lnTo>
                    <a:pt x="876160" y="142427"/>
                  </a:lnTo>
                  <a:lnTo>
                    <a:pt x="878082" y="143388"/>
                  </a:lnTo>
                  <a:lnTo>
                    <a:pt x="880003" y="144310"/>
                  </a:lnTo>
                  <a:lnTo>
                    <a:pt x="881925" y="145194"/>
                  </a:lnTo>
                  <a:lnTo>
                    <a:pt x="883846" y="146048"/>
                  </a:lnTo>
                  <a:lnTo>
                    <a:pt x="885767" y="146873"/>
                  </a:lnTo>
                  <a:lnTo>
                    <a:pt x="887689" y="147666"/>
                  </a:lnTo>
                  <a:lnTo>
                    <a:pt x="889610" y="148421"/>
                  </a:lnTo>
                  <a:lnTo>
                    <a:pt x="891532" y="149150"/>
                  </a:lnTo>
                  <a:lnTo>
                    <a:pt x="893453" y="149853"/>
                  </a:lnTo>
                  <a:lnTo>
                    <a:pt x="895374" y="150529"/>
                  </a:lnTo>
                  <a:lnTo>
                    <a:pt x="897296" y="151169"/>
                  </a:lnTo>
                  <a:lnTo>
                    <a:pt x="899217" y="151786"/>
                  </a:lnTo>
                  <a:lnTo>
                    <a:pt x="901139" y="152380"/>
                  </a:lnTo>
                  <a:lnTo>
                    <a:pt x="903060" y="152950"/>
                  </a:lnTo>
                  <a:lnTo>
                    <a:pt x="904981" y="153490"/>
                  </a:lnTo>
                  <a:lnTo>
                    <a:pt x="906903" y="154007"/>
                  </a:lnTo>
                  <a:lnTo>
                    <a:pt x="908824" y="154504"/>
                  </a:lnTo>
                  <a:lnTo>
                    <a:pt x="910746" y="154980"/>
                  </a:lnTo>
                  <a:lnTo>
                    <a:pt x="912667" y="155431"/>
                  </a:lnTo>
                  <a:lnTo>
                    <a:pt x="914588" y="155861"/>
                  </a:lnTo>
                  <a:lnTo>
                    <a:pt x="916510" y="156272"/>
                  </a:lnTo>
                  <a:lnTo>
                    <a:pt x="918431" y="156665"/>
                  </a:lnTo>
                  <a:lnTo>
                    <a:pt x="920353" y="157038"/>
                  </a:lnTo>
                  <a:lnTo>
                    <a:pt x="922274" y="157390"/>
                  </a:lnTo>
                  <a:lnTo>
                    <a:pt x="924195" y="157726"/>
                  </a:lnTo>
                  <a:lnTo>
                    <a:pt x="926117" y="158047"/>
                  </a:lnTo>
                  <a:lnTo>
                    <a:pt x="928038" y="158351"/>
                  </a:lnTo>
                  <a:lnTo>
                    <a:pt x="929960" y="158636"/>
                  </a:lnTo>
                  <a:lnTo>
                    <a:pt x="931881" y="158907"/>
                  </a:lnTo>
                  <a:lnTo>
                    <a:pt x="933802" y="159165"/>
                  </a:lnTo>
                  <a:lnTo>
                    <a:pt x="935724" y="159410"/>
                  </a:lnTo>
                  <a:lnTo>
                    <a:pt x="937645" y="159637"/>
                  </a:lnTo>
                  <a:lnTo>
                    <a:pt x="939567" y="159852"/>
                  </a:lnTo>
                  <a:lnTo>
                    <a:pt x="941488" y="160057"/>
                  </a:lnTo>
                  <a:lnTo>
                    <a:pt x="943410" y="160250"/>
                  </a:lnTo>
                  <a:lnTo>
                    <a:pt x="945331" y="160428"/>
                  </a:lnTo>
                  <a:lnTo>
                    <a:pt x="947252" y="160597"/>
                  </a:lnTo>
                  <a:lnTo>
                    <a:pt x="949174" y="160755"/>
                  </a:lnTo>
                  <a:lnTo>
                    <a:pt x="951095" y="160905"/>
                  </a:lnTo>
                  <a:lnTo>
                    <a:pt x="953017" y="161044"/>
                  </a:lnTo>
                  <a:lnTo>
                    <a:pt x="954938" y="161173"/>
                  </a:lnTo>
                  <a:lnTo>
                    <a:pt x="956859" y="161294"/>
                  </a:lnTo>
                  <a:lnTo>
                    <a:pt x="958781" y="161408"/>
                  </a:lnTo>
                  <a:lnTo>
                    <a:pt x="960702" y="161513"/>
                  </a:lnTo>
                  <a:lnTo>
                    <a:pt x="962624" y="161610"/>
                  </a:lnTo>
                  <a:lnTo>
                    <a:pt x="964545" y="161701"/>
                  </a:lnTo>
                  <a:lnTo>
                    <a:pt x="966466" y="161786"/>
                  </a:lnTo>
                  <a:lnTo>
                    <a:pt x="968388" y="161865"/>
                  </a:lnTo>
                  <a:lnTo>
                    <a:pt x="970309" y="161936"/>
                  </a:lnTo>
                  <a:lnTo>
                    <a:pt x="972231" y="162003"/>
                  </a:lnTo>
                  <a:lnTo>
                    <a:pt x="974152" y="162065"/>
                  </a:lnTo>
                  <a:lnTo>
                    <a:pt x="976073" y="162122"/>
                  </a:lnTo>
                  <a:lnTo>
                    <a:pt x="977995" y="162174"/>
                  </a:lnTo>
                  <a:lnTo>
                    <a:pt x="979916" y="162221"/>
                  </a:lnTo>
                  <a:lnTo>
                    <a:pt x="981838" y="162266"/>
                  </a:lnTo>
                  <a:lnTo>
                    <a:pt x="981838" y="162678"/>
                  </a:lnTo>
                  <a:lnTo>
                    <a:pt x="979916" y="162678"/>
                  </a:lnTo>
                  <a:lnTo>
                    <a:pt x="977995" y="162678"/>
                  </a:lnTo>
                  <a:lnTo>
                    <a:pt x="976073" y="162678"/>
                  </a:lnTo>
                  <a:lnTo>
                    <a:pt x="974152" y="162678"/>
                  </a:lnTo>
                  <a:lnTo>
                    <a:pt x="972231" y="162678"/>
                  </a:lnTo>
                  <a:lnTo>
                    <a:pt x="970309" y="162678"/>
                  </a:lnTo>
                  <a:lnTo>
                    <a:pt x="968388" y="162678"/>
                  </a:lnTo>
                  <a:lnTo>
                    <a:pt x="966466" y="162678"/>
                  </a:lnTo>
                  <a:lnTo>
                    <a:pt x="964545" y="162678"/>
                  </a:lnTo>
                  <a:lnTo>
                    <a:pt x="962624" y="162678"/>
                  </a:lnTo>
                  <a:lnTo>
                    <a:pt x="960702" y="162678"/>
                  </a:lnTo>
                  <a:lnTo>
                    <a:pt x="958781" y="162678"/>
                  </a:lnTo>
                  <a:lnTo>
                    <a:pt x="956859" y="162678"/>
                  </a:lnTo>
                  <a:lnTo>
                    <a:pt x="954938" y="162678"/>
                  </a:lnTo>
                  <a:lnTo>
                    <a:pt x="953017" y="162678"/>
                  </a:lnTo>
                  <a:lnTo>
                    <a:pt x="951095" y="162678"/>
                  </a:lnTo>
                  <a:lnTo>
                    <a:pt x="949174" y="162678"/>
                  </a:lnTo>
                  <a:lnTo>
                    <a:pt x="947252" y="162678"/>
                  </a:lnTo>
                  <a:lnTo>
                    <a:pt x="945331" y="162678"/>
                  </a:lnTo>
                  <a:lnTo>
                    <a:pt x="943410" y="162678"/>
                  </a:lnTo>
                  <a:lnTo>
                    <a:pt x="941488" y="162678"/>
                  </a:lnTo>
                  <a:lnTo>
                    <a:pt x="939567" y="162678"/>
                  </a:lnTo>
                  <a:lnTo>
                    <a:pt x="937645" y="162678"/>
                  </a:lnTo>
                  <a:lnTo>
                    <a:pt x="935724" y="162678"/>
                  </a:lnTo>
                  <a:lnTo>
                    <a:pt x="933802" y="162678"/>
                  </a:lnTo>
                  <a:lnTo>
                    <a:pt x="931881" y="162678"/>
                  </a:lnTo>
                  <a:lnTo>
                    <a:pt x="929960" y="162678"/>
                  </a:lnTo>
                  <a:lnTo>
                    <a:pt x="928038" y="162678"/>
                  </a:lnTo>
                  <a:lnTo>
                    <a:pt x="926117" y="162678"/>
                  </a:lnTo>
                  <a:lnTo>
                    <a:pt x="924195" y="162678"/>
                  </a:lnTo>
                  <a:lnTo>
                    <a:pt x="922274" y="162678"/>
                  </a:lnTo>
                  <a:lnTo>
                    <a:pt x="920353" y="162678"/>
                  </a:lnTo>
                  <a:lnTo>
                    <a:pt x="918431" y="162678"/>
                  </a:lnTo>
                  <a:lnTo>
                    <a:pt x="916510" y="162678"/>
                  </a:lnTo>
                  <a:lnTo>
                    <a:pt x="914588" y="162678"/>
                  </a:lnTo>
                  <a:lnTo>
                    <a:pt x="912667" y="162678"/>
                  </a:lnTo>
                  <a:lnTo>
                    <a:pt x="910746" y="162678"/>
                  </a:lnTo>
                  <a:lnTo>
                    <a:pt x="908824" y="162678"/>
                  </a:lnTo>
                  <a:lnTo>
                    <a:pt x="906903" y="162678"/>
                  </a:lnTo>
                  <a:lnTo>
                    <a:pt x="904981" y="162678"/>
                  </a:lnTo>
                  <a:lnTo>
                    <a:pt x="903060" y="162678"/>
                  </a:lnTo>
                  <a:lnTo>
                    <a:pt x="901139" y="162678"/>
                  </a:lnTo>
                  <a:lnTo>
                    <a:pt x="899217" y="162678"/>
                  </a:lnTo>
                  <a:lnTo>
                    <a:pt x="897296" y="162678"/>
                  </a:lnTo>
                  <a:lnTo>
                    <a:pt x="895374" y="162678"/>
                  </a:lnTo>
                  <a:lnTo>
                    <a:pt x="893453" y="162678"/>
                  </a:lnTo>
                  <a:lnTo>
                    <a:pt x="891532" y="162678"/>
                  </a:lnTo>
                  <a:lnTo>
                    <a:pt x="889610" y="162678"/>
                  </a:lnTo>
                  <a:lnTo>
                    <a:pt x="887689" y="162678"/>
                  </a:lnTo>
                  <a:lnTo>
                    <a:pt x="885767" y="162678"/>
                  </a:lnTo>
                  <a:lnTo>
                    <a:pt x="883846" y="162678"/>
                  </a:lnTo>
                  <a:lnTo>
                    <a:pt x="881925" y="162678"/>
                  </a:lnTo>
                  <a:lnTo>
                    <a:pt x="880003" y="162678"/>
                  </a:lnTo>
                  <a:lnTo>
                    <a:pt x="878082" y="162678"/>
                  </a:lnTo>
                  <a:lnTo>
                    <a:pt x="876160" y="162678"/>
                  </a:lnTo>
                  <a:lnTo>
                    <a:pt x="874239" y="162678"/>
                  </a:lnTo>
                  <a:lnTo>
                    <a:pt x="872318" y="162678"/>
                  </a:lnTo>
                  <a:lnTo>
                    <a:pt x="870396" y="162678"/>
                  </a:lnTo>
                  <a:lnTo>
                    <a:pt x="868475" y="162678"/>
                  </a:lnTo>
                  <a:lnTo>
                    <a:pt x="866553" y="162678"/>
                  </a:lnTo>
                  <a:lnTo>
                    <a:pt x="864632" y="162678"/>
                  </a:lnTo>
                  <a:lnTo>
                    <a:pt x="862710" y="162678"/>
                  </a:lnTo>
                  <a:lnTo>
                    <a:pt x="860789" y="162678"/>
                  </a:lnTo>
                  <a:lnTo>
                    <a:pt x="858868" y="162678"/>
                  </a:lnTo>
                  <a:lnTo>
                    <a:pt x="856946" y="162678"/>
                  </a:lnTo>
                  <a:lnTo>
                    <a:pt x="855025" y="162678"/>
                  </a:lnTo>
                  <a:lnTo>
                    <a:pt x="853103" y="162678"/>
                  </a:lnTo>
                  <a:lnTo>
                    <a:pt x="851182" y="162678"/>
                  </a:lnTo>
                  <a:lnTo>
                    <a:pt x="849261" y="162678"/>
                  </a:lnTo>
                  <a:lnTo>
                    <a:pt x="847339" y="162678"/>
                  </a:lnTo>
                  <a:lnTo>
                    <a:pt x="845418" y="162678"/>
                  </a:lnTo>
                  <a:lnTo>
                    <a:pt x="843496" y="162678"/>
                  </a:lnTo>
                  <a:lnTo>
                    <a:pt x="841575" y="162678"/>
                  </a:lnTo>
                  <a:lnTo>
                    <a:pt x="839654" y="162678"/>
                  </a:lnTo>
                  <a:lnTo>
                    <a:pt x="837732" y="162678"/>
                  </a:lnTo>
                  <a:lnTo>
                    <a:pt x="835811" y="162678"/>
                  </a:lnTo>
                  <a:lnTo>
                    <a:pt x="833889" y="162678"/>
                  </a:lnTo>
                  <a:lnTo>
                    <a:pt x="831968" y="162678"/>
                  </a:lnTo>
                  <a:lnTo>
                    <a:pt x="830047" y="162678"/>
                  </a:lnTo>
                  <a:lnTo>
                    <a:pt x="828125" y="162678"/>
                  </a:lnTo>
                  <a:lnTo>
                    <a:pt x="826204" y="162678"/>
                  </a:lnTo>
                  <a:lnTo>
                    <a:pt x="824282" y="162678"/>
                  </a:lnTo>
                  <a:lnTo>
                    <a:pt x="822361" y="162678"/>
                  </a:lnTo>
                  <a:lnTo>
                    <a:pt x="820440" y="162678"/>
                  </a:lnTo>
                  <a:lnTo>
                    <a:pt x="818518" y="162678"/>
                  </a:lnTo>
                  <a:lnTo>
                    <a:pt x="816597" y="162678"/>
                  </a:lnTo>
                  <a:lnTo>
                    <a:pt x="814675" y="162678"/>
                  </a:lnTo>
                  <a:lnTo>
                    <a:pt x="812754" y="162678"/>
                  </a:lnTo>
                  <a:lnTo>
                    <a:pt x="810833" y="162678"/>
                  </a:lnTo>
                  <a:lnTo>
                    <a:pt x="808911" y="162678"/>
                  </a:lnTo>
                  <a:lnTo>
                    <a:pt x="806990" y="162678"/>
                  </a:lnTo>
                  <a:lnTo>
                    <a:pt x="805068" y="162678"/>
                  </a:lnTo>
                  <a:lnTo>
                    <a:pt x="803147" y="162678"/>
                  </a:lnTo>
                  <a:lnTo>
                    <a:pt x="801226" y="162678"/>
                  </a:lnTo>
                  <a:lnTo>
                    <a:pt x="799304" y="162678"/>
                  </a:lnTo>
                  <a:lnTo>
                    <a:pt x="797383" y="162678"/>
                  </a:lnTo>
                  <a:lnTo>
                    <a:pt x="795461" y="162678"/>
                  </a:lnTo>
                  <a:lnTo>
                    <a:pt x="793540" y="162678"/>
                  </a:lnTo>
                  <a:lnTo>
                    <a:pt x="791618" y="162678"/>
                  </a:lnTo>
                  <a:lnTo>
                    <a:pt x="789697" y="162678"/>
                  </a:lnTo>
                  <a:lnTo>
                    <a:pt x="787776" y="162678"/>
                  </a:lnTo>
                  <a:lnTo>
                    <a:pt x="785854" y="162678"/>
                  </a:lnTo>
                  <a:lnTo>
                    <a:pt x="783933" y="162678"/>
                  </a:lnTo>
                  <a:lnTo>
                    <a:pt x="782011" y="162678"/>
                  </a:lnTo>
                  <a:lnTo>
                    <a:pt x="780090" y="162678"/>
                  </a:lnTo>
                  <a:lnTo>
                    <a:pt x="778169" y="162678"/>
                  </a:lnTo>
                  <a:lnTo>
                    <a:pt x="776247" y="162678"/>
                  </a:lnTo>
                  <a:lnTo>
                    <a:pt x="774326" y="162678"/>
                  </a:lnTo>
                  <a:lnTo>
                    <a:pt x="772404" y="162678"/>
                  </a:lnTo>
                  <a:lnTo>
                    <a:pt x="770483" y="162678"/>
                  </a:lnTo>
                  <a:lnTo>
                    <a:pt x="768562" y="162678"/>
                  </a:lnTo>
                  <a:lnTo>
                    <a:pt x="766640" y="162678"/>
                  </a:lnTo>
                  <a:lnTo>
                    <a:pt x="764719" y="162678"/>
                  </a:lnTo>
                  <a:lnTo>
                    <a:pt x="762797" y="162678"/>
                  </a:lnTo>
                  <a:lnTo>
                    <a:pt x="760876" y="162678"/>
                  </a:lnTo>
                  <a:lnTo>
                    <a:pt x="758955" y="162678"/>
                  </a:lnTo>
                  <a:lnTo>
                    <a:pt x="757033" y="162678"/>
                  </a:lnTo>
                  <a:lnTo>
                    <a:pt x="755112" y="162678"/>
                  </a:lnTo>
                  <a:lnTo>
                    <a:pt x="753190" y="162678"/>
                  </a:lnTo>
                  <a:lnTo>
                    <a:pt x="751269" y="162678"/>
                  </a:lnTo>
                  <a:lnTo>
                    <a:pt x="749348" y="162678"/>
                  </a:lnTo>
                  <a:lnTo>
                    <a:pt x="747426" y="162678"/>
                  </a:lnTo>
                  <a:lnTo>
                    <a:pt x="745505" y="162678"/>
                  </a:lnTo>
                  <a:lnTo>
                    <a:pt x="743583" y="162678"/>
                  </a:lnTo>
                  <a:lnTo>
                    <a:pt x="741662" y="162678"/>
                  </a:lnTo>
                  <a:lnTo>
                    <a:pt x="739741" y="162678"/>
                  </a:lnTo>
                  <a:lnTo>
                    <a:pt x="737819" y="162678"/>
                  </a:lnTo>
                  <a:lnTo>
                    <a:pt x="735898" y="162678"/>
                  </a:lnTo>
                  <a:lnTo>
                    <a:pt x="733976" y="162678"/>
                  </a:lnTo>
                  <a:lnTo>
                    <a:pt x="732055" y="162678"/>
                  </a:lnTo>
                  <a:lnTo>
                    <a:pt x="730134" y="162678"/>
                  </a:lnTo>
                  <a:lnTo>
                    <a:pt x="728212" y="162678"/>
                  </a:lnTo>
                  <a:lnTo>
                    <a:pt x="726291" y="162678"/>
                  </a:lnTo>
                  <a:lnTo>
                    <a:pt x="724369" y="162678"/>
                  </a:lnTo>
                  <a:lnTo>
                    <a:pt x="722448" y="162678"/>
                  </a:lnTo>
                  <a:lnTo>
                    <a:pt x="720526" y="162678"/>
                  </a:lnTo>
                  <a:lnTo>
                    <a:pt x="718605" y="162678"/>
                  </a:lnTo>
                  <a:lnTo>
                    <a:pt x="716684" y="162678"/>
                  </a:lnTo>
                  <a:lnTo>
                    <a:pt x="714762" y="162678"/>
                  </a:lnTo>
                  <a:lnTo>
                    <a:pt x="712841" y="162678"/>
                  </a:lnTo>
                  <a:lnTo>
                    <a:pt x="710919" y="162678"/>
                  </a:lnTo>
                  <a:lnTo>
                    <a:pt x="708998" y="162678"/>
                  </a:lnTo>
                  <a:lnTo>
                    <a:pt x="707077" y="162678"/>
                  </a:lnTo>
                  <a:lnTo>
                    <a:pt x="705155" y="162678"/>
                  </a:lnTo>
                  <a:lnTo>
                    <a:pt x="703234" y="162678"/>
                  </a:lnTo>
                  <a:lnTo>
                    <a:pt x="701312" y="162678"/>
                  </a:lnTo>
                  <a:lnTo>
                    <a:pt x="699391" y="162678"/>
                  </a:lnTo>
                  <a:lnTo>
                    <a:pt x="697470" y="162678"/>
                  </a:lnTo>
                  <a:lnTo>
                    <a:pt x="695548" y="162678"/>
                  </a:lnTo>
                  <a:lnTo>
                    <a:pt x="693627" y="162678"/>
                  </a:lnTo>
                  <a:lnTo>
                    <a:pt x="691705" y="162678"/>
                  </a:lnTo>
                  <a:lnTo>
                    <a:pt x="689784" y="162678"/>
                  </a:lnTo>
                  <a:lnTo>
                    <a:pt x="687863" y="162678"/>
                  </a:lnTo>
                  <a:lnTo>
                    <a:pt x="685941" y="162678"/>
                  </a:lnTo>
                  <a:lnTo>
                    <a:pt x="684020" y="162678"/>
                  </a:lnTo>
                  <a:lnTo>
                    <a:pt x="682098" y="162678"/>
                  </a:lnTo>
                  <a:lnTo>
                    <a:pt x="680177" y="162678"/>
                  </a:lnTo>
                  <a:lnTo>
                    <a:pt x="678256" y="162678"/>
                  </a:lnTo>
                  <a:lnTo>
                    <a:pt x="676334" y="162678"/>
                  </a:lnTo>
                  <a:lnTo>
                    <a:pt x="674413" y="162678"/>
                  </a:lnTo>
                  <a:lnTo>
                    <a:pt x="672491" y="162678"/>
                  </a:lnTo>
                  <a:lnTo>
                    <a:pt x="670570" y="162678"/>
                  </a:lnTo>
                  <a:lnTo>
                    <a:pt x="668649" y="162678"/>
                  </a:lnTo>
                  <a:lnTo>
                    <a:pt x="666727" y="162678"/>
                  </a:lnTo>
                  <a:lnTo>
                    <a:pt x="664806" y="162678"/>
                  </a:lnTo>
                  <a:lnTo>
                    <a:pt x="662884" y="162678"/>
                  </a:lnTo>
                  <a:lnTo>
                    <a:pt x="660963" y="162678"/>
                  </a:lnTo>
                  <a:lnTo>
                    <a:pt x="659042" y="162678"/>
                  </a:lnTo>
                  <a:lnTo>
                    <a:pt x="657120" y="162678"/>
                  </a:lnTo>
                  <a:lnTo>
                    <a:pt x="655199" y="162678"/>
                  </a:lnTo>
                  <a:lnTo>
                    <a:pt x="653277" y="162678"/>
                  </a:lnTo>
                  <a:lnTo>
                    <a:pt x="651356" y="162678"/>
                  </a:lnTo>
                  <a:lnTo>
                    <a:pt x="649434" y="162678"/>
                  </a:lnTo>
                  <a:lnTo>
                    <a:pt x="647513" y="162678"/>
                  </a:lnTo>
                  <a:lnTo>
                    <a:pt x="645592" y="162678"/>
                  </a:lnTo>
                  <a:lnTo>
                    <a:pt x="643670" y="162678"/>
                  </a:lnTo>
                  <a:lnTo>
                    <a:pt x="641749" y="162678"/>
                  </a:lnTo>
                  <a:lnTo>
                    <a:pt x="639827" y="162678"/>
                  </a:lnTo>
                  <a:lnTo>
                    <a:pt x="637906" y="162678"/>
                  </a:lnTo>
                  <a:lnTo>
                    <a:pt x="635985" y="162678"/>
                  </a:lnTo>
                  <a:lnTo>
                    <a:pt x="634063" y="162678"/>
                  </a:lnTo>
                  <a:lnTo>
                    <a:pt x="632142" y="162678"/>
                  </a:lnTo>
                  <a:lnTo>
                    <a:pt x="630220" y="162678"/>
                  </a:lnTo>
                  <a:lnTo>
                    <a:pt x="628299" y="162678"/>
                  </a:lnTo>
                  <a:lnTo>
                    <a:pt x="626378" y="162678"/>
                  </a:lnTo>
                  <a:lnTo>
                    <a:pt x="624456" y="162678"/>
                  </a:lnTo>
                  <a:lnTo>
                    <a:pt x="622535" y="162678"/>
                  </a:lnTo>
                  <a:lnTo>
                    <a:pt x="620613" y="162678"/>
                  </a:lnTo>
                  <a:lnTo>
                    <a:pt x="618692" y="162678"/>
                  </a:lnTo>
                  <a:lnTo>
                    <a:pt x="616771" y="162678"/>
                  </a:lnTo>
                  <a:lnTo>
                    <a:pt x="614849" y="162678"/>
                  </a:lnTo>
                  <a:lnTo>
                    <a:pt x="612928" y="162678"/>
                  </a:lnTo>
                  <a:lnTo>
                    <a:pt x="611006" y="162678"/>
                  </a:lnTo>
                  <a:lnTo>
                    <a:pt x="609085" y="162678"/>
                  </a:lnTo>
                  <a:lnTo>
                    <a:pt x="607164" y="162678"/>
                  </a:lnTo>
                  <a:lnTo>
                    <a:pt x="605242" y="162678"/>
                  </a:lnTo>
                  <a:lnTo>
                    <a:pt x="603321" y="162678"/>
                  </a:lnTo>
                  <a:lnTo>
                    <a:pt x="601399" y="162678"/>
                  </a:lnTo>
                  <a:lnTo>
                    <a:pt x="599478" y="162678"/>
                  </a:lnTo>
                  <a:lnTo>
                    <a:pt x="597557" y="162678"/>
                  </a:lnTo>
                  <a:lnTo>
                    <a:pt x="595635" y="162678"/>
                  </a:lnTo>
                  <a:lnTo>
                    <a:pt x="593714" y="162678"/>
                  </a:lnTo>
                  <a:lnTo>
                    <a:pt x="591792" y="162678"/>
                  </a:lnTo>
                  <a:lnTo>
                    <a:pt x="589871" y="162678"/>
                  </a:lnTo>
                  <a:lnTo>
                    <a:pt x="587950" y="162678"/>
                  </a:lnTo>
                  <a:lnTo>
                    <a:pt x="586028" y="162678"/>
                  </a:lnTo>
                  <a:lnTo>
                    <a:pt x="584107" y="162678"/>
                  </a:lnTo>
                  <a:lnTo>
                    <a:pt x="582185" y="162678"/>
                  </a:lnTo>
                  <a:lnTo>
                    <a:pt x="580264" y="162678"/>
                  </a:lnTo>
                  <a:lnTo>
                    <a:pt x="578342" y="162678"/>
                  </a:lnTo>
                  <a:lnTo>
                    <a:pt x="576421" y="162678"/>
                  </a:lnTo>
                  <a:lnTo>
                    <a:pt x="574500" y="162678"/>
                  </a:lnTo>
                  <a:lnTo>
                    <a:pt x="572578" y="162678"/>
                  </a:lnTo>
                  <a:lnTo>
                    <a:pt x="570657" y="162678"/>
                  </a:lnTo>
                  <a:lnTo>
                    <a:pt x="568735" y="162678"/>
                  </a:lnTo>
                  <a:lnTo>
                    <a:pt x="566814" y="162678"/>
                  </a:lnTo>
                  <a:lnTo>
                    <a:pt x="564893" y="162678"/>
                  </a:lnTo>
                  <a:lnTo>
                    <a:pt x="562971" y="162678"/>
                  </a:lnTo>
                  <a:lnTo>
                    <a:pt x="561050" y="162678"/>
                  </a:lnTo>
                  <a:lnTo>
                    <a:pt x="559128" y="162678"/>
                  </a:lnTo>
                  <a:lnTo>
                    <a:pt x="557207" y="162678"/>
                  </a:lnTo>
                  <a:lnTo>
                    <a:pt x="555286" y="162678"/>
                  </a:lnTo>
                  <a:lnTo>
                    <a:pt x="553364" y="162678"/>
                  </a:lnTo>
                  <a:lnTo>
                    <a:pt x="551443" y="162678"/>
                  </a:lnTo>
                  <a:lnTo>
                    <a:pt x="549521" y="162678"/>
                  </a:lnTo>
                  <a:lnTo>
                    <a:pt x="547600" y="162678"/>
                  </a:lnTo>
                  <a:lnTo>
                    <a:pt x="545679" y="162678"/>
                  </a:lnTo>
                  <a:lnTo>
                    <a:pt x="543757" y="162678"/>
                  </a:lnTo>
                  <a:lnTo>
                    <a:pt x="541836" y="162678"/>
                  </a:lnTo>
                  <a:lnTo>
                    <a:pt x="539914" y="162678"/>
                  </a:lnTo>
                  <a:lnTo>
                    <a:pt x="537993" y="162678"/>
                  </a:lnTo>
                  <a:lnTo>
                    <a:pt x="536072" y="162678"/>
                  </a:lnTo>
                  <a:lnTo>
                    <a:pt x="534150" y="162678"/>
                  </a:lnTo>
                  <a:lnTo>
                    <a:pt x="532229" y="162678"/>
                  </a:lnTo>
                  <a:lnTo>
                    <a:pt x="530307" y="162678"/>
                  </a:lnTo>
                  <a:lnTo>
                    <a:pt x="528386" y="162678"/>
                  </a:lnTo>
                  <a:lnTo>
                    <a:pt x="526465" y="162678"/>
                  </a:lnTo>
                  <a:lnTo>
                    <a:pt x="524543" y="162678"/>
                  </a:lnTo>
                  <a:lnTo>
                    <a:pt x="522622" y="162678"/>
                  </a:lnTo>
                  <a:lnTo>
                    <a:pt x="520700" y="162678"/>
                  </a:lnTo>
                  <a:lnTo>
                    <a:pt x="518779" y="162678"/>
                  </a:lnTo>
                  <a:lnTo>
                    <a:pt x="516858" y="162678"/>
                  </a:lnTo>
                  <a:lnTo>
                    <a:pt x="514936" y="162678"/>
                  </a:lnTo>
                  <a:lnTo>
                    <a:pt x="513015" y="162678"/>
                  </a:lnTo>
                  <a:lnTo>
                    <a:pt x="511093" y="162678"/>
                  </a:lnTo>
                  <a:lnTo>
                    <a:pt x="509172" y="162678"/>
                  </a:lnTo>
                  <a:lnTo>
                    <a:pt x="507250" y="162678"/>
                  </a:lnTo>
                  <a:lnTo>
                    <a:pt x="505329" y="162678"/>
                  </a:lnTo>
                  <a:lnTo>
                    <a:pt x="503408" y="162678"/>
                  </a:lnTo>
                  <a:lnTo>
                    <a:pt x="501486" y="162678"/>
                  </a:lnTo>
                  <a:lnTo>
                    <a:pt x="499565" y="162678"/>
                  </a:lnTo>
                  <a:lnTo>
                    <a:pt x="497643" y="162678"/>
                  </a:lnTo>
                  <a:lnTo>
                    <a:pt x="495722" y="162678"/>
                  </a:lnTo>
                  <a:lnTo>
                    <a:pt x="493801" y="162678"/>
                  </a:lnTo>
                  <a:lnTo>
                    <a:pt x="491879" y="162678"/>
                  </a:lnTo>
                  <a:lnTo>
                    <a:pt x="489958" y="162678"/>
                  </a:lnTo>
                  <a:lnTo>
                    <a:pt x="488036" y="162678"/>
                  </a:lnTo>
                  <a:lnTo>
                    <a:pt x="486115" y="162678"/>
                  </a:lnTo>
                  <a:lnTo>
                    <a:pt x="484194" y="162678"/>
                  </a:lnTo>
                  <a:lnTo>
                    <a:pt x="482272" y="162678"/>
                  </a:lnTo>
                  <a:lnTo>
                    <a:pt x="480351" y="162678"/>
                  </a:lnTo>
                  <a:lnTo>
                    <a:pt x="478429" y="162678"/>
                  </a:lnTo>
                  <a:lnTo>
                    <a:pt x="476508" y="162678"/>
                  </a:lnTo>
                  <a:lnTo>
                    <a:pt x="474587" y="162678"/>
                  </a:lnTo>
                  <a:lnTo>
                    <a:pt x="472665" y="162678"/>
                  </a:lnTo>
                  <a:lnTo>
                    <a:pt x="470744" y="162678"/>
                  </a:lnTo>
                  <a:lnTo>
                    <a:pt x="468822" y="162678"/>
                  </a:lnTo>
                  <a:lnTo>
                    <a:pt x="466901" y="162678"/>
                  </a:lnTo>
                  <a:lnTo>
                    <a:pt x="464980" y="162678"/>
                  </a:lnTo>
                  <a:lnTo>
                    <a:pt x="463058" y="162678"/>
                  </a:lnTo>
                  <a:lnTo>
                    <a:pt x="461137" y="162678"/>
                  </a:lnTo>
                  <a:lnTo>
                    <a:pt x="459215" y="162678"/>
                  </a:lnTo>
                  <a:lnTo>
                    <a:pt x="457294" y="162678"/>
                  </a:lnTo>
                  <a:lnTo>
                    <a:pt x="455373" y="162678"/>
                  </a:lnTo>
                  <a:lnTo>
                    <a:pt x="453451" y="162678"/>
                  </a:lnTo>
                  <a:lnTo>
                    <a:pt x="451530" y="162678"/>
                  </a:lnTo>
                  <a:lnTo>
                    <a:pt x="449608" y="162678"/>
                  </a:lnTo>
                  <a:lnTo>
                    <a:pt x="447687" y="162678"/>
                  </a:lnTo>
                  <a:lnTo>
                    <a:pt x="445766" y="162678"/>
                  </a:lnTo>
                  <a:lnTo>
                    <a:pt x="443844" y="162678"/>
                  </a:lnTo>
                  <a:lnTo>
                    <a:pt x="441923" y="162678"/>
                  </a:lnTo>
                  <a:lnTo>
                    <a:pt x="440001" y="162678"/>
                  </a:lnTo>
                  <a:lnTo>
                    <a:pt x="438080" y="162678"/>
                  </a:lnTo>
                  <a:lnTo>
                    <a:pt x="436159" y="162678"/>
                  </a:lnTo>
                  <a:lnTo>
                    <a:pt x="434237" y="162678"/>
                  </a:lnTo>
                  <a:lnTo>
                    <a:pt x="432316" y="162678"/>
                  </a:lnTo>
                  <a:lnTo>
                    <a:pt x="430394" y="162678"/>
                  </a:lnTo>
                  <a:lnTo>
                    <a:pt x="428473" y="162678"/>
                  </a:lnTo>
                  <a:lnTo>
                    <a:pt x="426551" y="162678"/>
                  </a:lnTo>
                  <a:lnTo>
                    <a:pt x="424630" y="162678"/>
                  </a:lnTo>
                  <a:lnTo>
                    <a:pt x="422709" y="162678"/>
                  </a:lnTo>
                  <a:lnTo>
                    <a:pt x="420787" y="162678"/>
                  </a:lnTo>
                  <a:lnTo>
                    <a:pt x="418866" y="162678"/>
                  </a:lnTo>
                  <a:lnTo>
                    <a:pt x="416944" y="162678"/>
                  </a:lnTo>
                  <a:lnTo>
                    <a:pt x="415023" y="162678"/>
                  </a:lnTo>
                  <a:lnTo>
                    <a:pt x="413102" y="162678"/>
                  </a:lnTo>
                  <a:lnTo>
                    <a:pt x="411180" y="162678"/>
                  </a:lnTo>
                  <a:lnTo>
                    <a:pt x="409259" y="162678"/>
                  </a:lnTo>
                  <a:lnTo>
                    <a:pt x="407337" y="162678"/>
                  </a:lnTo>
                  <a:lnTo>
                    <a:pt x="405416" y="162678"/>
                  </a:lnTo>
                  <a:lnTo>
                    <a:pt x="403495" y="162678"/>
                  </a:lnTo>
                  <a:lnTo>
                    <a:pt x="401573" y="162678"/>
                  </a:lnTo>
                  <a:lnTo>
                    <a:pt x="399652" y="162678"/>
                  </a:lnTo>
                  <a:lnTo>
                    <a:pt x="397730" y="162678"/>
                  </a:lnTo>
                  <a:lnTo>
                    <a:pt x="395809" y="162678"/>
                  </a:lnTo>
                  <a:lnTo>
                    <a:pt x="393888" y="162678"/>
                  </a:lnTo>
                  <a:lnTo>
                    <a:pt x="391966" y="162678"/>
                  </a:lnTo>
                  <a:lnTo>
                    <a:pt x="390045" y="162678"/>
                  </a:lnTo>
                  <a:lnTo>
                    <a:pt x="388123" y="162678"/>
                  </a:lnTo>
                  <a:lnTo>
                    <a:pt x="386202" y="162678"/>
                  </a:lnTo>
                  <a:lnTo>
                    <a:pt x="384281" y="162678"/>
                  </a:lnTo>
                  <a:lnTo>
                    <a:pt x="382359" y="162678"/>
                  </a:lnTo>
                  <a:lnTo>
                    <a:pt x="380438" y="162678"/>
                  </a:lnTo>
                  <a:lnTo>
                    <a:pt x="378516" y="162678"/>
                  </a:lnTo>
                  <a:lnTo>
                    <a:pt x="376595" y="162678"/>
                  </a:lnTo>
                  <a:lnTo>
                    <a:pt x="374674" y="162678"/>
                  </a:lnTo>
                  <a:lnTo>
                    <a:pt x="372752" y="162678"/>
                  </a:lnTo>
                  <a:lnTo>
                    <a:pt x="370831" y="162678"/>
                  </a:lnTo>
                  <a:lnTo>
                    <a:pt x="368909" y="162678"/>
                  </a:lnTo>
                  <a:lnTo>
                    <a:pt x="366988" y="162678"/>
                  </a:lnTo>
                  <a:lnTo>
                    <a:pt x="365067" y="162678"/>
                  </a:lnTo>
                  <a:lnTo>
                    <a:pt x="363145" y="162678"/>
                  </a:lnTo>
                  <a:lnTo>
                    <a:pt x="361224" y="162678"/>
                  </a:lnTo>
                  <a:lnTo>
                    <a:pt x="359302" y="162678"/>
                  </a:lnTo>
                  <a:lnTo>
                    <a:pt x="357381" y="162678"/>
                  </a:lnTo>
                  <a:lnTo>
                    <a:pt x="355459" y="162678"/>
                  </a:lnTo>
                  <a:lnTo>
                    <a:pt x="353538" y="162678"/>
                  </a:lnTo>
                  <a:lnTo>
                    <a:pt x="351617" y="162678"/>
                  </a:lnTo>
                  <a:lnTo>
                    <a:pt x="349695" y="162678"/>
                  </a:lnTo>
                  <a:lnTo>
                    <a:pt x="347774" y="162678"/>
                  </a:lnTo>
                  <a:lnTo>
                    <a:pt x="345852" y="162678"/>
                  </a:lnTo>
                  <a:lnTo>
                    <a:pt x="343931" y="162678"/>
                  </a:lnTo>
                  <a:lnTo>
                    <a:pt x="342010" y="162678"/>
                  </a:lnTo>
                  <a:lnTo>
                    <a:pt x="340088" y="162678"/>
                  </a:lnTo>
                  <a:lnTo>
                    <a:pt x="338167" y="162678"/>
                  </a:lnTo>
                  <a:lnTo>
                    <a:pt x="336245" y="162678"/>
                  </a:lnTo>
                  <a:lnTo>
                    <a:pt x="334324" y="162678"/>
                  </a:lnTo>
                  <a:lnTo>
                    <a:pt x="332403" y="162678"/>
                  </a:lnTo>
                  <a:lnTo>
                    <a:pt x="330481" y="162678"/>
                  </a:lnTo>
                  <a:lnTo>
                    <a:pt x="328560" y="162678"/>
                  </a:lnTo>
                  <a:lnTo>
                    <a:pt x="326638" y="162678"/>
                  </a:lnTo>
                  <a:lnTo>
                    <a:pt x="324717" y="162678"/>
                  </a:lnTo>
                  <a:lnTo>
                    <a:pt x="322796" y="162678"/>
                  </a:lnTo>
                  <a:lnTo>
                    <a:pt x="320874" y="162678"/>
                  </a:lnTo>
                  <a:lnTo>
                    <a:pt x="318953" y="162678"/>
                  </a:lnTo>
                  <a:lnTo>
                    <a:pt x="317031" y="162678"/>
                  </a:lnTo>
                  <a:lnTo>
                    <a:pt x="315110" y="162678"/>
                  </a:lnTo>
                  <a:lnTo>
                    <a:pt x="313189" y="162678"/>
                  </a:lnTo>
                  <a:lnTo>
                    <a:pt x="311267" y="162678"/>
                  </a:lnTo>
                  <a:lnTo>
                    <a:pt x="309346" y="162678"/>
                  </a:lnTo>
                  <a:lnTo>
                    <a:pt x="307424" y="162678"/>
                  </a:lnTo>
                  <a:lnTo>
                    <a:pt x="305503" y="162678"/>
                  </a:lnTo>
                  <a:lnTo>
                    <a:pt x="303582" y="162678"/>
                  </a:lnTo>
                  <a:lnTo>
                    <a:pt x="301660" y="162678"/>
                  </a:lnTo>
                  <a:lnTo>
                    <a:pt x="299739" y="162678"/>
                  </a:lnTo>
                  <a:lnTo>
                    <a:pt x="297817" y="162678"/>
                  </a:lnTo>
                  <a:lnTo>
                    <a:pt x="295896" y="162678"/>
                  </a:lnTo>
                  <a:lnTo>
                    <a:pt x="293975" y="162678"/>
                  </a:lnTo>
                  <a:lnTo>
                    <a:pt x="292053" y="162678"/>
                  </a:lnTo>
                  <a:lnTo>
                    <a:pt x="290132" y="162678"/>
                  </a:lnTo>
                  <a:lnTo>
                    <a:pt x="288210" y="162678"/>
                  </a:lnTo>
                  <a:lnTo>
                    <a:pt x="286289" y="162678"/>
                  </a:lnTo>
                  <a:lnTo>
                    <a:pt x="284367" y="162678"/>
                  </a:lnTo>
                  <a:lnTo>
                    <a:pt x="282446" y="162678"/>
                  </a:lnTo>
                  <a:lnTo>
                    <a:pt x="280525" y="162678"/>
                  </a:lnTo>
                  <a:lnTo>
                    <a:pt x="278603" y="162678"/>
                  </a:lnTo>
                  <a:lnTo>
                    <a:pt x="276682" y="162678"/>
                  </a:lnTo>
                  <a:lnTo>
                    <a:pt x="274760" y="162678"/>
                  </a:lnTo>
                  <a:lnTo>
                    <a:pt x="272839" y="162678"/>
                  </a:lnTo>
                  <a:lnTo>
                    <a:pt x="270918" y="162678"/>
                  </a:lnTo>
                  <a:lnTo>
                    <a:pt x="268996" y="162678"/>
                  </a:lnTo>
                  <a:lnTo>
                    <a:pt x="267075" y="162678"/>
                  </a:lnTo>
                  <a:lnTo>
                    <a:pt x="265153" y="162678"/>
                  </a:lnTo>
                  <a:lnTo>
                    <a:pt x="263232" y="162678"/>
                  </a:lnTo>
                  <a:lnTo>
                    <a:pt x="261311" y="162678"/>
                  </a:lnTo>
                  <a:lnTo>
                    <a:pt x="259389" y="162678"/>
                  </a:lnTo>
                  <a:lnTo>
                    <a:pt x="257468" y="162678"/>
                  </a:lnTo>
                  <a:lnTo>
                    <a:pt x="255546" y="162678"/>
                  </a:lnTo>
                  <a:lnTo>
                    <a:pt x="253625" y="162678"/>
                  </a:lnTo>
                  <a:lnTo>
                    <a:pt x="251704" y="162678"/>
                  </a:lnTo>
                  <a:lnTo>
                    <a:pt x="249782" y="162678"/>
                  </a:lnTo>
                  <a:lnTo>
                    <a:pt x="247861" y="162678"/>
                  </a:lnTo>
                  <a:lnTo>
                    <a:pt x="245939" y="162678"/>
                  </a:lnTo>
                  <a:lnTo>
                    <a:pt x="244018" y="162678"/>
                  </a:lnTo>
                  <a:lnTo>
                    <a:pt x="242097" y="162678"/>
                  </a:lnTo>
                  <a:lnTo>
                    <a:pt x="240175" y="162678"/>
                  </a:lnTo>
                  <a:lnTo>
                    <a:pt x="238254" y="162678"/>
                  </a:lnTo>
                  <a:lnTo>
                    <a:pt x="236332" y="162678"/>
                  </a:lnTo>
                  <a:lnTo>
                    <a:pt x="234411" y="162678"/>
                  </a:lnTo>
                  <a:lnTo>
                    <a:pt x="232490" y="162678"/>
                  </a:lnTo>
                  <a:lnTo>
                    <a:pt x="230568" y="162678"/>
                  </a:lnTo>
                  <a:lnTo>
                    <a:pt x="228647" y="162678"/>
                  </a:lnTo>
                  <a:lnTo>
                    <a:pt x="226725" y="162678"/>
                  </a:lnTo>
                  <a:lnTo>
                    <a:pt x="224804" y="162678"/>
                  </a:lnTo>
                  <a:lnTo>
                    <a:pt x="222883" y="162678"/>
                  </a:lnTo>
                  <a:lnTo>
                    <a:pt x="220961" y="162678"/>
                  </a:lnTo>
                  <a:lnTo>
                    <a:pt x="219040" y="162678"/>
                  </a:lnTo>
                  <a:lnTo>
                    <a:pt x="217118" y="162678"/>
                  </a:lnTo>
                  <a:lnTo>
                    <a:pt x="215197" y="162678"/>
                  </a:lnTo>
                  <a:lnTo>
                    <a:pt x="213275" y="162678"/>
                  </a:lnTo>
                  <a:lnTo>
                    <a:pt x="211354" y="162678"/>
                  </a:lnTo>
                  <a:lnTo>
                    <a:pt x="209433" y="162678"/>
                  </a:lnTo>
                  <a:lnTo>
                    <a:pt x="207511" y="162678"/>
                  </a:lnTo>
                  <a:lnTo>
                    <a:pt x="205590" y="162678"/>
                  </a:lnTo>
                  <a:lnTo>
                    <a:pt x="203668" y="162678"/>
                  </a:lnTo>
                  <a:lnTo>
                    <a:pt x="201747" y="162678"/>
                  </a:lnTo>
                  <a:lnTo>
                    <a:pt x="199826" y="162678"/>
                  </a:lnTo>
                  <a:lnTo>
                    <a:pt x="197904" y="162678"/>
                  </a:lnTo>
                  <a:lnTo>
                    <a:pt x="195983" y="162678"/>
                  </a:lnTo>
                  <a:lnTo>
                    <a:pt x="194061" y="162678"/>
                  </a:lnTo>
                  <a:lnTo>
                    <a:pt x="192140" y="162678"/>
                  </a:lnTo>
                  <a:lnTo>
                    <a:pt x="190219" y="162678"/>
                  </a:lnTo>
                  <a:lnTo>
                    <a:pt x="188297" y="162678"/>
                  </a:lnTo>
                  <a:lnTo>
                    <a:pt x="186376" y="162678"/>
                  </a:lnTo>
                  <a:lnTo>
                    <a:pt x="184454" y="162678"/>
                  </a:lnTo>
                  <a:lnTo>
                    <a:pt x="182533" y="162678"/>
                  </a:lnTo>
                  <a:lnTo>
                    <a:pt x="180612" y="162678"/>
                  </a:lnTo>
                  <a:lnTo>
                    <a:pt x="178690" y="162678"/>
                  </a:lnTo>
                  <a:lnTo>
                    <a:pt x="176769" y="162678"/>
                  </a:lnTo>
                  <a:lnTo>
                    <a:pt x="174847" y="162678"/>
                  </a:lnTo>
                  <a:lnTo>
                    <a:pt x="172926" y="162678"/>
                  </a:lnTo>
                  <a:lnTo>
                    <a:pt x="171005" y="162678"/>
                  </a:lnTo>
                  <a:lnTo>
                    <a:pt x="169083" y="162678"/>
                  </a:lnTo>
                  <a:lnTo>
                    <a:pt x="167162" y="162678"/>
                  </a:lnTo>
                  <a:lnTo>
                    <a:pt x="165240" y="162678"/>
                  </a:lnTo>
                  <a:lnTo>
                    <a:pt x="163319" y="162678"/>
                  </a:lnTo>
                  <a:lnTo>
                    <a:pt x="161398" y="162678"/>
                  </a:lnTo>
                  <a:lnTo>
                    <a:pt x="159476" y="162678"/>
                  </a:lnTo>
                  <a:lnTo>
                    <a:pt x="157555" y="162678"/>
                  </a:lnTo>
                  <a:lnTo>
                    <a:pt x="155633" y="162678"/>
                  </a:lnTo>
                  <a:lnTo>
                    <a:pt x="153712" y="162678"/>
                  </a:lnTo>
                  <a:lnTo>
                    <a:pt x="151791" y="162678"/>
                  </a:lnTo>
                  <a:lnTo>
                    <a:pt x="149869" y="162678"/>
                  </a:lnTo>
                  <a:lnTo>
                    <a:pt x="147948" y="162678"/>
                  </a:lnTo>
                  <a:lnTo>
                    <a:pt x="146026" y="162678"/>
                  </a:lnTo>
                  <a:lnTo>
                    <a:pt x="144105" y="162678"/>
                  </a:lnTo>
                  <a:lnTo>
                    <a:pt x="142183" y="162678"/>
                  </a:lnTo>
                  <a:lnTo>
                    <a:pt x="140262" y="162678"/>
                  </a:lnTo>
                  <a:lnTo>
                    <a:pt x="138341" y="162678"/>
                  </a:lnTo>
                  <a:lnTo>
                    <a:pt x="136419" y="162678"/>
                  </a:lnTo>
                  <a:lnTo>
                    <a:pt x="134498" y="162678"/>
                  </a:lnTo>
                  <a:lnTo>
                    <a:pt x="132576" y="162678"/>
                  </a:lnTo>
                  <a:lnTo>
                    <a:pt x="130655" y="162678"/>
                  </a:lnTo>
                  <a:lnTo>
                    <a:pt x="128734" y="162678"/>
                  </a:lnTo>
                  <a:lnTo>
                    <a:pt x="126812" y="162678"/>
                  </a:lnTo>
                  <a:lnTo>
                    <a:pt x="124891" y="162678"/>
                  </a:lnTo>
                  <a:lnTo>
                    <a:pt x="122969" y="162678"/>
                  </a:lnTo>
                  <a:lnTo>
                    <a:pt x="121048" y="162678"/>
                  </a:lnTo>
                  <a:lnTo>
                    <a:pt x="119127" y="162678"/>
                  </a:lnTo>
                  <a:lnTo>
                    <a:pt x="117205" y="162678"/>
                  </a:lnTo>
                  <a:lnTo>
                    <a:pt x="115284" y="162678"/>
                  </a:lnTo>
                  <a:lnTo>
                    <a:pt x="113362" y="162678"/>
                  </a:lnTo>
                  <a:lnTo>
                    <a:pt x="111441" y="162678"/>
                  </a:lnTo>
                  <a:lnTo>
                    <a:pt x="109520" y="162678"/>
                  </a:lnTo>
                  <a:lnTo>
                    <a:pt x="107598" y="162678"/>
                  </a:lnTo>
                  <a:lnTo>
                    <a:pt x="105677" y="162678"/>
                  </a:lnTo>
                  <a:lnTo>
                    <a:pt x="103755" y="162678"/>
                  </a:lnTo>
                  <a:lnTo>
                    <a:pt x="101834" y="162678"/>
                  </a:lnTo>
                  <a:lnTo>
                    <a:pt x="99913" y="162678"/>
                  </a:lnTo>
                  <a:lnTo>
                    <a:pt x="97991" y="162678"/>
                  </a:lnTo>
                  <a:lnTo>
                    <a:pt x="96070" y="162678"/>
                  </a:lnTo>
                  <a:lnTo>
                    <a:pt x="94148" y="162678"/>
                  </a:lnTo>
                  <a:lnTo>
                    <a:pt x="92227" y="162678"/>
                  </a:lnTo>
                  <a:lnTo>
                    <a:pt x="90306" y="162678"/>
                  </a:lnTo>
                  <a:lnTo>
                    <a:pt x="88384" y="162678"/>
                  </a:lnTo>
                  <a:lnTo>
                    <a:pt x="86463" y="162678"/>
                  </a:lnTo>
                  <a:lnTo>
                    <a:pt x="84541" y="162678"/>
                  </a:lnTo>
                  <a:lnTo>
                    <a:pt x="82620" y="162678"/>
                  </a:lnTo>
                  <a:lnTo>
                    <a:pt x="80699" y="162678"/>
                  </a:lnTo>
                  <a:lnTo>
                    <a:pt x="78777" y="162678"/>
                  </a:lnTo>
                  <a:lnTo>
                    <a:pt x="76856" y="162678"/>
                  </a:lnTo>
                  <a:lnTo>
                    <a:pt x="74934" y="162678"/>
                  </a:lnTo>
                  <a:lnTo>
                    <a:pt x="73013" y="162678"/>
                  </a:lnTo>
                  <a:lnTo>
                    <a:pt x="71091" y="162678"/>
                  </a:lnTo>
                  <a:lnTo>
                    <a:pt x="69170" y="162678"/>
                  </a:lnTo>
                  <a:lnTo>
                    <a:pt x="67249" y="162678"/>
                  </a:lnTo>
                  <a:lnTo>
                    <a:pt x="65327" y="162678"/>
                  </a:lnTo>
                  <a:lnTo>
                    <a:pt x="63406" y="162678"/>
                  </a:lnTo>
                  <a:lnTo>
                    <a:pt x="61484" y="162678"/>
                  </a:lnTo>
                  <a:lnTo>
                    <a:pt x="59563" y="162678"/>
                  </a:lnTo>
                  <a:lnTo>
                    <a:pt x="57642" y="162678"/>
                  </a:lnTo>
                  <a:lnTo>
                    <a:pt x="55720" y="162678"/>
                  </a:lnTo>
                  <a:lnTo>
                    <a:pt x="53799" y="162678"/>
                  </a:lnTo>
                  <a:lnTo>
                    <a:pt x="51877" y="162678"/>
                  </a:lnTo>
                  <a:lnTo>
                    <a:pt x="49956" y="162678"/>
                  </a:lnTo>
                  <a:lnTo>
                    <a:pt x="48035" y="162678"/>
                  </a:lnTo>
                  <a:lnTo>
                    <a:pt x="46113" y="162678"/>
                  </a:lnTo>
                  <a:lnTo>
                    <a:pt x="44192" y="162678"/>
                  </a:lnTo>
                  <a:lnTo>
                    <a:pt x="42270" y="162678"/>
                  </a:lnTo>
                  <a:lnTo>
                    <a:pt x="40349" y="162678"/>
                  </a:lnTo>
                  <a:lnTo>
                    <a:pt x="38428" y="162678"/>
                  </a:lnTo>
                  <a:lnTo>
                    <a:pt x="36506" y="162678"/>
                  </a:lnTo>
                  <a:lnTo>
                    <a:pt x="34585" y="162678"/>
                  </a:lnTo>
                  <a:lnTo>
                    <a:pt x="32663" y="162678"/>
                  </a:lnTo>
                  <a:lnTo>
                    <a:pt x="30742" y="162678"/>
                  </a:lnTo>
                  <a:lnTo>
                    <a:pt x="28821" y="162678"/>
                  </a:lnTo>
                  <a:lnTo>
                    <a:pt x="26899" y="162678"/>
                  </a:lnTo>
                  <a:lnTo>
                    <a:pt x="24978" y="162678"/>
                  </a:lnTo>
                  <a:lnTo>
                    <a:pt x="23056" y="162678"/>
                  </a:lnTo>
                  <a:lnTo>
                    <a:pt x="21135" y="162678"/>
                  </a:lnTo>
                  <a:lnTo>
                    <a:pt x="19214" y="162678"/>
                  </a:lnTo>
                  <a:lnTo>
                    <a:pt x="17292" y="162678"/>
                  </a:lnTo>
                  <a:lnTo>
                    <a:pt x="15371" y="162678"/>
                  </a:lnTo>
                  <a:lnTo>
                    <a:pt x="13449" y="162678"/>
                  </a:lnTo>
                  <a:lnTo>
                    <a:pt x="11528" y="162678"/>
                  </a:lnTo>
                  <a:lnTo>
                    <a:pt x="9607" y="162678"/>
                  </a:lnTo>
                  <a:lnTo>
                    <a:pt x="7685" y="162678"/>
                  </a:lnTo>
                  <a:lnTo>
                    <a:pt x="5764" y="162678"/>
                  </a:lnTo>
                  <a:lnTo>
                    <a:pt x="3842" y="162678"/>
                  </a:lnTo>
                  <a:lnTo>
                    <a:pt x="1921" y="16267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5467762" y="5820744"/>
              <a:ext cx="981838" cy="162573"/>
            </a:xfrm>
            <a:custGeom>
              <a:avLst/>
              <a:pathLst>
                <a:path w="981838" h="162573">
                  <a:moveTo>
                    <a:pt x="0" y="162573"/>
                  </a:moveTo>
                  <a:lnTo>
                    <a:pt x="1921" y="162558"/>
                  </a:lnTo>
                  <a:lnTo>
                    <a:pt x="3842" y="162542"/>
                  </a:lnTo>
                  <a:lnTo>
                    <a:pt x="5764" y="162523"/>
                  </a:lnTo>
                  <a:lnTo>
                    <a:pt x="7685" y="162502"/>
                  </a:lnTo>
                  <a:lnTo>
                    <a:pt x="9607" y="162479"/>
                  </a:lnTo>
                  <a:lnTo>
                    <a:pt x="11528" y="162453"/>
                  </a:lnTo>
                  <a:lnTo>
                    <a:pt x="13449" y="162425"/>
                  </a:lnTo>
                  <a:lnTo>
                    <a:pt x="15371" y="162393"/>
                  </a:lnTo>
                  <a:lnTo>
                    <a:pt x="17292" y="162357"/>
                  </a:lnTo>
                  <a:lnTo>
                    <a:pt x="19214" y="162319"/>
                  </a:lnTo>
                  <a:lnTo>
                    <a:pt x="21135" y="162277"/>
                  </a:lnTo>
                  <a:lnTo>
                    <a:pt x="23056" y="162231"/>
                  </a:lnTo>
                  <a:lnTo>
                    <a:pt x="24978" y="162180"/>
                  </a:lnTo>
                  <a:lnTo>
                    <a:pt x="26899" y="162125"/>
                  </a:lnTo>
                  <a:lnTo>
                    <a:pt x="28821" y="162066"/>
                  </a:lnTo>
                  <a:lnTo>
                    <a:pt x="30742" y="162001"/>
                  </a:lnTo>
                  <a:lnTo>
                    <a:pt x="32663" y="161931"/>
                  </a:lnTo>
                  <a:lnTo>
                    <a:pt x="34585" y="161855"/>
                  </a:lnTo>
                  <a:lnTo>
                    <a:pt x="36506" y="161774"/>
                  </a:lnTo>
                  <a:lnTo>
                    <a:pt x="38428" y="161688"/>
                  </a:lnTo>
                  <a:lnTo>
                    <a:pt x="40349" y="161594"/>
                  </a:lnTo>
                  <a:lnTo>
                    <a:pt x="42270" y="161494"/>
                  </a:lnTo>
                  <a:lnTo>
                    <a:pt x="44192" y="161388"/>
                  </a:lnTo>
                  <a:lnTo>
                    <a:pt x="46113" y="161276"/>
                  </a:lnTo>
                  <a:lnTo>
                    <a:pt x="48035" y="161156"/>
                  </a:lnTo>
                  <a:lnTo>
                    <a:pt x="49956" y="161030"/>
                  </a:lnTo>
                  <a:lnTo>
                    <a:pt x="51877" y="160897"/>
                  </a:lnTo>
                  <a:lnTo>
                    <a:pt x="53799" y="160759"/>
                  </a:lnTo>
                  <a:lnTo>
                    <a:pt x="55720" y="160612"/>
                  </a:lnTo>
                  <a:lnTo>
                    <a:pt x="57642" y="160458"/>
                  </a:lnTo>
                  <a:lnTo>
                    <a:pt x="59563" y="160299"/>
                  </a:lnTo>
                  <a:lnTo>
                    <a:pt x="61484" y="160134"/>
                  </a:lnTo>
                  <a:lnTo>
                    <a:pt x="63406" y="159962"/>
                  </a:lnTo>
                  <a:lnTo>
                    <a:pt x="65327" y="159784"/>
                  </a:lnTo>
                  <a:lnTo>
                    <a:pt x="67249" y="159601"/>
                  </a:lnTo>
                  <a:lnTo>
                    <a:pt x="69170" y="159413"/>
                  </a:lnTo>
                  <a:lnTo>
                    <a:pt x="71091" y="159221"/>
                  </a:lnTo>
                  <a:lnTo>
                    <a:pt x="73013" y="159023"/>
                  </a:lnTo>
                  <a:lnTo>
                    <a:pt x="74934" y="158822"/>
                  </a:lnTo>
                  <a:lnTo>
                    <a:pt x="76856" y="158619"/>
                  </a:lnTo>
                  <a:lnTo>
                    <a:pt x="78777" y="158413"/>
                  </a:lnTo>
                  <a:lnTo>
                    <a:pt x="80699" y="158204"/>
                  </a:lnTo>
                  <a:lnTo>
                    <a:pt x="82620" y="157995"/>
                  </a:lnTo>
                  <a:lnTo>
                    <a:pt x="84541" y="157785"/>
                  </a:lnTo>
                  <a:lnTo>
                    <a:pt x="86463" y="157576"/>
                  </a:lnTo>
                  <a:lnTo>
                    <a:pt x="88384" y="157368"/>
                  </a:lnTo>
                  <a:lnTo>
                    <a:pt x="90306" y="157161"/>
                  </a:lnTo>
                  <a:lnTo>
                    <a:pt x="92227" y="156957"/>
                  </a:lnTo>
                  <a:lnTo>
                    <a:pt x="94148" y="156756"/>
                  </a:lnTo>
                  <a:lnTo>
                    <a:pt x="96070" y="156560"/>
                  </a:lnTo>
                  <a:lnTo>
                    <a:pt x="97991" y="156369"/>
                  </a:lnTo>
                  <a:lnTo>
                    <a:pt x="99913" y="156184"/>
                  </a:lnTo>
                  <a:lnTo>
                    <a:pt x="101834" y="156004"/>
                  </a:lnTo>
                  <a:lnTo>
                    <a:pt x="103755" y="155832"/>
                  </a:lnTo>
                  <a:lnTo>
                    <a:pt x="105677" y="155669"/>
                  </a:lnTo>
                  <a:lnTo>
                    <a:pt x="107598" y="155513"/>
                  </a:lnTo>
                  <a:lnTo>
                    <a:pt x="109520" y="155366"/>
                  </a:lnTo>
                  <a:lnTo>
                    <a:pt x="111441" y="155228"/>
                  </a:lnTo>
                  <a:lnTo>
                    <a:pt x="113362" y="155102"/>
                  </a:lnTo>
                  <a:lnTo>
                    <a:pt x="115284" y="154986"/>
                  </a:lnTo>
                  <a:lnTo>
                    <a:pt x="117205" y="154879"/>
                  </a:lnTo>
                  <a:lnTo>
                    <a:pt x="119127" y="154783"/>
                  </a:lnTo>
                  <a:lnTo>
                    <a:pt x="121048" y="154701"/>
                  </a:lnTo>
                  <a:lnTo>
                    <a:pt x="122969" y="154629"/>
                  </a:lnTo>
                  <a:lnTo>
                    <a:pt x="124891" y="154567"/>
                  </a:lnTo>
                  <a:lnTo>
                    <a:pt x="126812" y="154516"/>
                  </a:lnTo>
                  <a:lnTo>
                    <a:pt x="128734" y="154478"/>
                  </a:lnTo>
                  <a:lnTo>
                    <a:pt x="130655" y="154451"/>
                  </a:lnTo>
                  <a:lnTo>
                    <a:pt x="132576" y="154434"/>
                  </a:lnTo>
                  <a:lnTo>
                    <a:pt x="134498" y="154426"/>
                  </a:lnTo>
                  <a:lnTo>
                    <a:pt x="136419" y="154430"/>
                  </a:lnTo>
                  <a:lnTo>
                    <a:pt x="138341" y="154444"/>
                  </a:lnTo>
                  <a:lnTo>
                    <a:pt x="140262" y="154466"/>
                  </a:lnTo>
                  <a:lnTo>
                    <a:pt x="142183" y="154495"/>
                  </a:lnTo>
                  <a:lnTo>
                    <a:pt x="144105" y="154534"/>
                  </a:lnTo>
                  <a:lnTo>
                    <a:pt x="146026" y="154580"/>
                  </a:lnTo>
                  <a:lnTo>
                    <a:pt x="147948" y="154632"/>
                  </a:lnTo>
                  <a:lnTo>
                    <a:pt x="149869" y="154689"/>
                  </a:lnTo>
                  <a:lnTo>
                    <a:pt x="151791" y="154751"/>
                  </a:lnTo>
                  <a:lnTo>
                    <a:pt x="153712" y="154819"/>
                  </a:lnTo>
                  <a:lnTo>
                    <a:pt x="155633" y="154889"/>
                  </a:lnTo>
                  <a:lnTo>
                    <a:pt x="157555" y="154962"/>
                  </a:lnTo>
                  <a:lnTo>
                    <a:pt x="159476" y="155037"/>
                  </a:lnTo>
                  <a:lnTo>
                    <a:pt x="161398" y="155114"/>
                  </a:lnTo>
                  <a:lnTo>
                    <a:pt x="163319" y="155191"/>
                  </a:lnTo>
                  <a:lnTo>
                    <a:pt x="165240" y="155268"/>
                  </a:lnTo>
                  <a:lnTo>
                    <a:pt x="167162" y="155344"/>
                  </a:lnTo>
                  <a:lnTo>
                    <a:pt x="169083" y="155418"/>
                  </a:lnTo>
                  <a:lnTo>
                    <a:pt x="171005" y="155490"/>
                  </a:lnTo>
                  <a:lnTo>
                    <a:pt x="172926" y="155559"/>
                  </a:lnTo>
                  <a:lnTo>
                    <a:pt x="174847" y="155625"/>
                  </a:lnTo>
                  <a:lnTo>
                    <a:pt x="176769" y="155686"/>
                  </a:lnTo>
                  <a:lnTo>
                    <a:pt x="178690" y="155742"/>
                  </a:lnTo>
                  <a:lnTo>
                    <a:pt x="180612" y="155794"/>
                  </a:lnTo>
                  <a:lnTo>
                    <a:pt x="182533" y="155842"/>
                  </a:lnTo>
                  <a:lnTo>
                    <a:pt x="184454" y="155882"/>
                  </a:lnTo>
                  <a:lnTo>
                    <a:pt x="186376" y="155916"/>
                  </a:lnTo>
                  <a:lnTo>
                    <a:pt x="188297" y="155944"/>
                  </a:lnTo>
                  <a:lnTo>
                    <a:pt x="190219" y="155966"/>
                  </a:lnTo>
                  <a:lnTo>
                    <a:pt x="192140" y="155981"/>
                  </a:lnTo>
                  <a:lnTo>
                    <a:pt x="194061" y="155987"/>
                  </a:lnTo>
                  <a:lnTo>
                    <a:pt x="195983" y="155987"/>
                  </a:lnTo>
                  <a:lnTo>
                    <a:pt x="197904" y="155979"/>
                  </a:lnTo>
                  <a:lnTo>
                    <a:pt x="199826" y="155966"/>
                  </a:lnTo>
                  <a:lnTo>
                    <a:pt x="201747" y="155942"/>
                  </a:lnTo>
                  <a:lnTo>
                    <a:pt x="203668" y="155911"/>
                  </a:lnTo>
                  <a:lnTo>
                    <a:pt x="205590" y="155874"/>
                  </a:lnTo>
                  <a:lnTo>
                    <a:pt x="207511" y="155830"/>
                  </a:lnTo>
                  <a:lnTo>
                    <a:pt x="209433" y="155777"/>
                  </a:lnTo>
                  <a:lnTo>
                    <a:pt x="211354" y="155716"/>
                  </a:lnTo>
                  <a:lnTo>
                    <a:pt x="213275" y="155650"/>
                  </a:lnTo>
                  <a:lnTo>
                    <a:pt x="215197" y="155577"/>
                  </a:lnTo>
                  <a:lnTo>
                    <a:pt x="217118" y="155497"/>
                  </a:lnTo>
                  <a:lnTo>
                    <a:pt x="219040" y="155410"/>
                  </a:lnTo>
                  <a:lnTo>
                    <a:pt x="220961" y="155317"/>
                  </a:lnTo>
                  <a:lnTo>
                    <a:pt x="222883" y="155219"/>
                  </a:lnTo>
                  <a:lnTo>
                    <a:pt x="224804" y="155116"/>
                  </a:lnTo>
                  <a:lnTo>
                    <a:pt x="226725" y="155006"/>
                  </a:lnTo>
                  <a:lnTo>
                    <a:pt x="228647" y="154893"/>
                  </a:lnTo>
                  <a:lnTo>
                    <a:pt x="230568" y="154775"/>
                  </a:lnTo>
                  <a:lnTo>
                    <a:pt x="232490" y="154654"/>
                  </a:lnTo>
                  <a:lnTo>
                    <a:pt x="234411" y="154528"/>
                  </a:lnTo>
                  <a:lnTo>
                    <a:pt x="236332" y="154399"/>
                  </a:lnTo>
                  <a:lnTo>
                    <a:pt x="238254" y="154268"/>
                  </a:lnTo>
                  <a:lnTo>
                    <a:pt x="240175" y="154136"/>
                  </a:lnTo>
                  <a:lnTo>
                    <a:pt x="242097" y="154000"/>
                  </a:lnTo>
                  <a:lnTo>
                    <a:pt x="244018" y="153864"/>
                  </a:lnTo>
                  <a:lnTo>
                    <a:pt x="245939" y="153728"/>
                  </a:lnTo>
                  <a:lnTo>
                    <a:pt x="247861" y="153591"/>
                  </a:lnTo>
                  <a:lnTo>
                    <a:pt x="249782" y="153454"/>
                  </a:lnTo>
                  <a:lnTo>
                    <a:pt x="251704" y="153317"/>
                  </a:lnTo>
                  <a:lnTo>
                    <a:pt x="253625" y="153182"/>
                  </a:lnTo>
                  <a:lnTo>
                    <a:pt x="255546" y="153048"/>
                  </a:lnTo>
                  <a:lnTo>
                    <a:pt x="257468" y="152916"/>
                  </a:lnTo>
                  <a:lnTo>
                    <a:pt x="259389" y="152786"/>
                  </a:lnTo>
                  <a:lnTo>
                    <a:pt x="261311" y="152659"/>
                  </a:lnTo>
                  <a:lnTo>
                    <a:pt x="263232" y="152534"/>
                  </a:lnTo>
                  <a:lnTo>
                    <a:pt x="265153" y="152413"/>
                  </a:lnTo>
                  <a:lnTo>
                    <a:pt x="267075" y="152295"/>
                  </a:lnTo>
                  <a:lnTo>
                    <a:pt x="268996" y="152181"/>
                  </a:lnTo>
                  <a:lnTo>
                    <a:pt x="270918" y="152070"/>
                  </a:lnTo>
                  <a:lnTo>
                    <a:pt x="272839" y="151963"/>
                  </a:lnTo>
                  <a:lnTo>
                    <a:pt x="274760" y="151861"/>
                  </a:lnTo>
                  <a:lnTo>
                    <a:pt x="276682" y="151762"/>
                  </a:lnTo>
                  <a:lnTo>
                    <a:pt x="278603" y="151668"/>
                  </a:lnTo>
                  <a:lnTo>
                    <a:pt x="280525" y="151577"/>
                  </a:lnTo>
                  <a:lnTo>
                    <a:pt x="282446" y="151492"/>
                  </a:lnTo>
                  <a:lnTo>
                    <a:pt x="284367" y="151410"/>
                  </a:lnTo>
                  <a:lnTo>
                    <a:pt x="286289" y="151332"/>
                  </a:lnTo>
                  <a:lnTo>
                    <a:pt x="288210" y="151258"/>
                  </a:lnTo>
                  <a:lnTo>
                    <a:pt x="290132" y="151189"/>
                  </a:lnTo>
                  <a:lnTo>
                    <a:pt x="292053" y="151124"/>
                  </a:lnTo>
                  <a:lnTo>
                    <a:pt x="293975" y="151061"/>
                  </a:lnTo>
                  <a:lnTo>
                    <a:pt x="295896" y="151003"/>
                  </a:lnTo>
                  <a:lnTo>
                    <a:pt x="297817" y="150948"/>
                  </a:lnTo>
                  <a:lnTo>
                    <a:pt x="299739" y="150897"/>
                  </a:lnTo>
                  <a:lnTo>
                    <a:pt x="301660" y="150849"/>
                  </a:lnTo>
                  <a:lnTo>
                    <a:pt x="303582" y="150804"/>
                  </a:lnTo>
                  <a:lnTo>
                    <a:pt x="305503" y="150762"/>
                  </a:lnTo>
                  <a:lnTo>
                    <a:pt x="307424" y="150723"/>
                  </a:lnTo>
                  <a:lnTo>
                    <a:pt x="309346" y="150688"/>
                  </a:lnTo>
                  <a:lnTo>
                    <a:pt x="311267" y="150655"/>
                  </a:lnTo>
                  <a:lnTo>
                    <a:pt x="313189" y="150625"/>
                  </a:lnTo>
                  <a:lnTo>
                    <a:pt x="315110" y="150598"/>
                  </a:lnTo>
                  <a:lnTo>
                    <a:pt x="317031" y="150575"/>
                  </a:lnTo>
                  <a:lnTo>
                    <a:pt x="318953" y="150554"/>
                  </a:lnTo>
                  <a:lnTo>
                    <a:pt x="320874" y="150536"/>
                  </a:lnTo>
                  <a:lnTo>
                    <a:pt x="322796" y="150522"/>
                  </a:lnTo>
                  <a:lnTo>
                    <a:pt x="324717" y="150511"/>
                  </a:lnTo>
                  <a:lnTo>
                    <a:pt x="326638" y="150504"/>
                  </a:lnTo>
                  <a:lnTo>
                    <a:pt x="328560" y="150500"/>
                  </a:lnTo>
                  <a:lnTo>
                    <a:pt x="330481" y="150501"/>
                  </a:lnTo>
                  <a:lnTo>
                    <a:pt x="332403" y="150506"/>
                  </a:lnTo>
                  <a:lnTo>
                    <a:pt x="334324" y="150515"/>
                  </a:lnTo>
                  <a:lnTo>
                    <a:pt x="336245" y="150528"/>
                  </a:lnTo>
                  <a:lnTo>
                    <a:pt x="338167" y="150546"/>
                  </a:lnTo>
                  <a:lnTo>
                    <a:pt x="340088" y="150570"/>
                  </a:lnTo>
                  <a:lnTo>
                    <a:pt x="342010" y="150599"/>
                  </a:lnTo>
                  <a:lnTo>
                    <a:pt x="343931" y="150632"/>
                  </a:lnTo>
                  <a:lnTo>
                    <a:pt x="345852" y="150672"/>
                  </a:lnTo>
                  <a:lnTo>
                    <a:pt x="347774" y="150718"/>
                  </a:lnTo>
                  <a:lnTo>
                    <a:pt x="349695" y="150769"/>
                  </a:lnTo>
                  <a:lnTo>
                    <a:pt x="351617" y="150826"/>
                  </a:lnTo>
                  <a:lnTo>
                    <a:pt x="353538" y="150889"/>
                  </a:lnTo>
                  <a:lnTo>
                    <a:pt x="355459" y="150960"/>
                  </a:lnTo>
                  <a:lnTo>
                    <a:pt x="357381" y="151036"/>
                  </a:lnTo>
                  <a:lnTo>
                    <a:pt x="359302" y="151119"/>
                  </a:lnTo>
                  <a:lnTo>
                    <a:pt x="361224" y="151207"/>
                  </a:lnTo>
                  <a:lnTo>
                    <a:pt x="363145" y="151302"/>
                  </a:lnTo>
                  <a:lnTo>
                    <a:pt x="365067" y="151404"/>
                  </a:lnTo>
                  <a:lnTo>
                    <a:pt x="366988" y="151511"/>
                  </a:lnTo>
                  <a:lnTo>
                    <a:pt x="368909" y="151623"/>
                  </a:lnTo>
                  <a:lnTo>
                    <a:pt x="370831" y="151742"/>
                  </a:lnTo>
                  <a:lnTo>
                    <a:pt x="372752" y="151866"/>
                  </a:lnTo>
                  <a:lnTo>
                    <a:pt x="374674" y="151995"/>
                  </a:lnTo>
                  <a:lnTo>
                    <a:pt x="376595" y="152128"/>
                  </a:lnTo>
                  <a:lnTo>
                    <a:pt x="378516" y="152266"/>
                  </a:lnTo>
                  <a:lnTo>
                    <a:pt x="380438" y="152408"/>
                  </a:lnTo>
                  <a:lnTo>
                    <a:pt x="382359" y="152553"/>
                  </a:lnTo>
                  <a:lnTo>
                    <a:pt x="384281" y="152701"/>
                  </a:lnTo>
                  <a:lnTo>
                    <a:pt x="386202" y="152852"/>
                  </a:lnTo>
                  <a:lnTo>
                    <a:pt x="388123" y="153005"/>
                  </a:lnTo>
                  <a:lnTo>
                    <a:pt x="390045" y="153159"/>
                  </a:lnTo>
                  <a:lnTo>
                    <a:pt x="391966" y="153314"/>
                  </a:lnTo>
                  <a:lnTo>
                    <a:pt x="393888" y="153470"/>
                  </a:lnTo>
                  <a:lnTo>
                    <a:pt x="395809" y="153625"/>
                  </a:lnTo>
                  <a:lnTo>
                    <a:pt x="397730" y="153780"/>
                  </a:lnTo>
                  <a:lnTo>
                    <a:pt x="399652" y="153933"/>
                  </a:lnTo>
                  <a:lnTo>
                    <a:pt x="401573" y="154084"/>
                  </a:lnTo>
                  <a:lnTo>
                    <a:pt x="403495" y="154232"/>
                  </a:lnTo>
                  <a:lnTo>
                    <a:pt x="405416" y="154377"/>
                  </a:lnTo>
                  <a:lnTo>
                    <a:pt x="407337" y="154519"/>
                  </a:lnTo>
                  <a:lnTo>
                    <a:pt x="409259" y="154656"/>
                  </a:lnTo>
                  <a:lnTo>
                    <a:pt x="411180" y="154788"/>
                  </a:lnTo>
                  <a:lnTo>
                    <a:pt x="413102" y="154914"/>
                  </a:lnTo>
                  <a:lnTo>
                    <a:pt x="415023" y="155035"/>
                  </a:lnTo>
                  <a:lnTo>
                    <a:pt x="416944" y="155149"/>
                  </a:lnTo>
                  <a:lnTo>
                    <a:pt x="418866" y="155257"/>
                  </a:lnTo>
                  <a:lnTo>
                    <a:pt x="420787" y="155355"/>
                  </a:lnTo>
                  <a:lnTo>
                    <a:pt x="422709" y="155446"/>
                  </a:lnTo>
                  <a:lnTo>
                    <a:pt x="424630" y="155530"/>
                  </a:lnTo>
                  <a:lnTo>
                    <a:pt x="426551" y="155605"/>
                  </a:lnTo>
                  <a:lnTo>
                    <a:pt x="428473" y="155669"/>
                  </a:lnTo>
                  <a:lnTo>
                    <a:pt x="430394" y="155725"/>
                  </a:lnTo>
                  <a:lnTo>
                    <a:pt x="432316" y="155771"/>
                  </a:lnTo>
                  <a:lnTo>
                    <a:pt x="434237" y="155809"/>
                  </a:lnTo>
                  <a:lnTo>
                    <a:pt x="436159" y="155833"/>
                  </a:lnTo>
                  <a:lnTo>
                    <a:pt x="438080" y="155848"/>
                  </a:lnTo>
                  <a:lnTo>
                    <a:pt x="440001" y="155853"/>
                  </a:lnTo>
                  <a:lnTo>
                    <a:pt x="441923" y="155849"/>
                  </a:lnTo>
                  <a:lnTo>
                    <a:pt x="443844" y="155831"/>
                  </a:lnTo>
                  <a:lnTo>
                    <a:pt x="445766" y="155803"/>
                  </a:lnTo>
                  <a:lnTo>
                    <a:pt x="447687" y="155764"/>
                  </a:lnTo>
                  <a:lnTo>
                    <a:pt x="449608" y="155716"/>
                  </a:lnTo>
                  <a:lnTo>
                    <a:pt x="451530" y="155655"/>
                  </a:lnTo>
                  <a:lnTo>
                    <a:pt x="453451" y="155582"/>
                  </a:lnTo>
                  <a:lnTo>
                    <a:pt x="455373" y="155500"/>
                  </a:lnTo>
                  <a:lnTo>
                    <a:pt x="457294" y="155407"/>
                  </a:lnTo>
                  <a:lnTo>
                    <a:pt x="459215" y="155303"/>
                  </a:lnTo>
                  <a:lnTo>
                    <a:pt x="461137" y="155186"/>
                  </a:lnTo>
                  <a:lnTo>
                    <a:pt x="463058" y="155059"/>
                  </a:lnTo>
                  <a:lnTo>
                    <a:pt x="464980" y="154922"/>
                  </a:lnTo>
                  <a:lnTo>
                    <a:pt x="466901" y="154775"/>
                  </a:lnTo>
                  <a:lnTo>
                    <a:pt x="468822" y="154614"/>
                  </a:lnTo>
                  <a:lnTo>
                    <a:pt x="470744" y="154444"/>
                  </a:lnTo>
                  <a:lnTo>
                    <a:pt x="472665" y="154264"/>
                  </a:lnTo>
                  <a:lnTo>
                    <a:pt x="474587" y="154074"/>
                  </a:lnTo>
                  <a:lnTo>
                    <a:pt x="476508" y="153871"/>
                  </a:lnTo>
                  <a:lnTo>
                    <a:pt x="478429" y="153658"/>
                  </a:lnTo>
                  <a:lnTo>
                    <a:pt x="480351" y="153436"/>
                  </a:lnTo>
                  <a:lnTo>
                    <a:pt x="482272" y="153204"/>
                  </a:lnTo>
                  <a:lnTo>
                    <a:pt x="484194" y="152960"/>
                  </a:lnTo>
                  <a:lnTo>
                    <a:pt x="486115" y="152705"/>
                  </a:lnTo>
                  <a:lnTo>
                    <a:pt x="488036" y="152440"/>
                  </a:lnTo>
                  <a:lnTo>
                    <a:pt x="489958" y="152166"/>
                  </a:lnTo>
                  <a:lnTo>
                    <a:pt x="491879" y="151881"/>
                  </a:lnTo>
                  <a:lnTo>
                    <a:pt x="493801" y="151584"/>
                  </a:lnTo>
                  <a:lnTo>
                    <a:pt x="495722" y="151277"/>
                  </a:lnTo>
                  <a:lnTo>
                    <a:pt x="497643" y="150961"/>
                  </a:lnTo>
                  <a:lnTo>
                    <a:pt x="499565" y="150635"/>
                  </a:lnTo>
                  <a:lnTo>
                    <a:pt x="501486" y="150296"/>
                  </a:lnTo>
                  <a:lnTo>
                    <a:pt x="503408" y="149947"/>
                  </a:lnTo>
                  <a:lnTo>
                    <a:pt x="505329" y="149588"/>
                  </a:lnTo>
                  <a:lnTo>
                    <a:pt x="507250" y="149220"/>
                  </a:lnTo>
                  <a:lnTo>
                    <a:pt x="509172" y="148838"/>
                  </a:lnTo>
                  <a:lnTo>
                    <a:pt x="511093" y="148446"/>
                  </a:lnTo>
                  <a:lnTo>
                    <a:pt x="513015" y="148045"/>
                  </a:lnTo>
                  <a:lnTo>
                    <a:pt x="514936" y="147634"/>
                  </a:lnTo>
                  <a:lnTo>
                    <a:pt x="516858" y="147208"/>
                  </a:lnTo>
                  <a:lnTo>
                    <a:pt x="518779" y="146772"/>
                  </a:lnTo>
                  <a:lnTo>
                    <a:pt x="520700" y="146326"/>
                  </a:lnTo>
                  <a:lnTo>
                    <a:pt x="522622" y="145870"/>
                  </a:lnTo>
                  <a:lnTo>
                    <a:pt x="524543" y="145399"/>
                  </a:lnTo>
                  <a:lnTo>
                    <a:pt x="526465" y="144917"/>
                  </a:lnTo>
                  <a:lnTo>
                    <a:pt x="528386" y="144423"/>
                  </a:lnTo>
                  <a:lnTo>
                    <a:pt x="530307" y="143918"/>
                  </a:lnTo>
                  <a:lnTo>
                    <a:pt x="532229" y="143399"/>
                  </a:lnTo>
                  <a:lnTo>
                    <a:pt x="534150" y="142864"/>
                  </a:lnTo>
                  <a:lnTo>
                    <a:pt x="536072" y="142318"/>
                  </a:lnTo>
                  <a:lnTo>
                    <a:pt x="537993" y="141758"/>
                  </a:lnTo>
                  <a:lnTo>
                    <a:pt x="539914" y="141184"/>
                  </a:lnTo>
                  <a:lnTo>
                    <a:pt x="541836" y="140591"/>
                  </a:lnTo>
                  <a:lnTo>
                    <a:pt x="543757" y="139983"/>
                  </a:lnTo>
                  <a:lnTo>
                    <a:pt x="545679" y="139360"/>
                  </a:lnTo>
                  <a:lnTo>
                    <a:pt x="547600" y="138721"/>
                  </a:lnTo>
                  <a:lnTo>
                    <a:pt x="549521" y="138057"/>
                  </a:lnTo>
                  <a:lnTo>
                    <a:pt x="551443" y="137377"/>
                  </a:lnTo>
                  <a:lnTo>
                    <a:pt x="553364" y="136677"/>
                  </a:lnTo>
                  <a:lnTo>
                    <a:pt x="555286" y="135959"/>
                  </a:lnTo>
                  <a:lnTo>
                    <a:pt x="557207" y="135213"/>
                  </a:lnTo>
                  <a:lnTo>
                    <a:pt x="559128" y="134444"/>
                  </a:lnTo>
                  <a:lnTo>
                    <a:pt x="561050" y="133652"/>
                  </a:lnTo>
                  <a:lnTo>
                    <a:pt x="562971" y="132838"/>
                  </a:lnTo>
                  <a:lnTo>
                    <a:pt x="564893" y="131993"/>
                  </a:lnTo>
                  <a:lnTo>
                    <a:pt x="566814" y="131118"/>
                  </a:lnTo>
                  <a:lnTo>
                    <a:pt x="568735" y="130217"/>
                  </a:lnTo>
                  <a:lnTo>
                    <a:pt x="570657" y="129288"/>
                  </a:lnTo>
                  <a:lnTo>
                    <a:pt x="572578" y="128326"/>
                  </a:lnTo>
                  <a:lnTo>
                    <a:pt x="574500" y="127326"/>
                  </a:lnTo>
                  <a:lnTo>
                    <a:pt x="576421" y="126296"/>
                  </a:lnTo>
                  <a:lnTo>
                    <a:pt x="578342" y="125234"/>
                  </a:lnTo>
                  <a:lnTo>
                    <a:pt x="580264" y="124137"/>
                  </a:lnTo>
                  <a:lnTo>
                    <a:pt x="582185" y="122995"/>
                  </a:lnTo>
                  <a:lnTo>
                    <a:pt x="584107" y="121819"/>
                  </a:lnTo>
                  <a:lnTo>
                    <a:pt x="586028" y="120607"/>
                  </a:lnTo>
                  <a:lnTo>
                    <a:pt x="587950" y="119360"/>
                  </a:lnTo>
                  <a:lnTo>
                    <a:pt x="589871" y="118061"/>
                  </a:lnTo>
                  <a:lnTo>
                    <a:pt x="591792" y="116725"/>
                  </a:lnTo>
                  <a:lnTo>
                    <a:pt x="593714" y="115351"/>
                  </a:lnTo>
                  <a:lnTo>
                    <a:pt x="595635" y="113940"/>
                  </a:lnTo>
                  <a:lnTo>
                    <a:pt x="597557" y="112477"/>
                  </a:lnTo>
                  <a:lnTo>
                    <a:pt x="599478" y="110972"/>
                  </a:lnTo>
                  <a:lnTo>
                    <a:pt x="601399" y="109429"/>
                  </a:lnTo>
                  <a:lnTo>
                    <a:pt x="603321" y="107848"/>
                  </a:lnTo>
                  <a:lnTo>
                    <a:pt x="605242" y="106218"/>
                  </a:lnTo>
                  <a:lnTo>
                    <a:pt x="607164" y="104543"/>
                  </a:lnTo>
                  <a:lnTo>
                    <a:pt x="609085" y="102830"/>
                  </a:lnTo>
                  <a:lnTo>
                    <a:pt x="611006" y="101080"/>
                  </a:lnTo>
                  <a:lnTo>
                    <a:pt x="612928" y="99287"/>
                  </a:lnTo>
                  <a:lnTo>
                    <a:pt x="614849" y="97447"/>
                  </a:lnTo>
                  <a:lnTo>
                    <a:pt x="616771" y="95572"/>
                  </a:lnTo>
                  <a:lnTo>
                    <a:pt x="618692" y="93663"/>
                  </a:lnTo>
                  <a:lnTo>
                    <a:pt x="620613" y="91716"/>
                  </a:lnTo>
                  <a:lnTo>
                    <a:pt x="622535" y="89725"/>
                  </a:lnTo>
                  <a:lnTo>
                    <a:pt x="624456" y="87703"/>
                  </a:lnTo>
                  <a:lnTo>
                    <a:pt x="626378" y="85651"/>
                  </a:lnTo>
                  <a:lnTo>
                    <a:pt x="628299" y="83569"/>
                  </a:lnTo>
                  <a:lnTo>
                    <a:pt x="630220" y="81447"/>
                  </a:lnTo>
                  <a:lnTo>
                    <a:pt x="632142" y="79300"/>
                  </a:lnTo>
                  <a:lnTo>
                    <a:pt x="634063" y="77129"/>
                  </a:lnTo>
                  <a:lnTo>
                    <a:pt x="635985" y="74935"/>
                  </a:lnTo>
                  <a:lnTo>
                    <a:pt x="637906" y="72713"/>
                  </a:lnTo>
                  <a:lnTo>
                    <a:pt x="639827" y="70471"/>
                  </a:lnTo>
                  <a:lnTo>
                    <a:pt x="641749" y="68212"/>
                  </a:lnTo>
                  <a:lnTo>
                    <a:pt x="643670" y="65939"/>
                  </a:lnTo>
                  <a:lnTo>
                    <a:pt x="645592" y="63650"/>
                  </a:lnTo>
                  <a:lnTo>
                    <a:pt x="647513" y="61350"/>
                  </a:lnTo>
                  <a:lnTo>
                    <a:pt x="649434" y="59043"/>
                  </a:lnTo>
                  <a:lnTo>
                    <a:pt x="651356" y="56731"/>
                  </a:lnTo>
                  <a:lnTo>
                    <a:pt x="653277" y="54416"/>
                  </a:lnTo>
                  <a:lnTo>
                    <a:pt x="655199" y="52102"/>
                  </a:lnTo>
                  <a:lnTo>
                    <a:pt x="657120" y="49792"/>
                  </a:lnTo>
                  <a:lnTo>
                    <a:pt x="659042" y="47489"/>
                  </a:lnTo>
                  <a:lnTo>
                    <a:pt x="660963" y="45194"/>
                  </a:lnTo>
                  <a:lnTo>
                    <a:pt x="662884" y="42917"/>
                  </a:lnTo>
                  <a:lnTo>
                    <a:pt x="664806" y="40657"/>
                  </a:lnTo>
                  <a:lnTo>
                    <a:pt x="666727" y="38416"/>
                  </a:lnTo>
                  <a:lnTo>
                    <a:pt x="668649" y="36196"/>
                  </a:lnTo>
                  <a:lnTo>
                    <a:pt x="670570" y="34013"/>
                  </a:lnTo>
                  <a:lnTo>
                    <a:pt x="672491" y="31861"/>
                  </a:lnTo>
                  <a:lnTo>
                    <a:pt x="674413" y="29742"/>
                  </a:lnTo>
                  <a:lnTo>
                    <a:pt x="676334" y="27659"/>
                  </a:lnTo>
                  <a:lnTo>
                    <a:pt x="678256" y="25629"/>
                  </a:lnTo>
                  <a:lnTo>
                    <a:pt x="680177" y="23649"/>
                  </a:lnTo>
                  <a:lnTo>
                    <a:pt x="682098" y="21717"/>
                  </a:lnTo>
                  <a:lnTo>
                    <a:pt x="684020" y="19835"/>
                  </a:lnTo>
                  <a:lnTo>
                    <a:pt x="685941" y="18021"/>
                  </a:lnTo>
                  <a:lnTo>
                    <a:pt x="687863" y="16279"/>
                  </a:lnTo>
                  <a:lnTo>
                    <a:pt x="689784" y="14600"/>
                  </a:lnTo>
                  <a:lnTo>
                    <a:pt x="691705" y="12986"/>
                  </a:lnTo>
                  <a:lnTo>
                    <a:pt x="693627" y="11450"/>
                  </a:lnTo>
                  <a:lnTo>
                    <a:pt x="695548" y="10012"/>
                  </a:lnTo>
                  <a:lnTo>
                    <a:pt x="697470" y="8650"/>
                  </a:lnTo>
                  <a:lnTo>
                    <a:pt x="699391" y="7368"/>
                  </a:lnTo>
                  <a:lnTo>
                    <a:pt x="701312" y="6170"/>
                  </a:lnTo>
                  <a:lnTo>
                    <a:pt x="703234" y="5095"/>
                  </a:lnTo>
                  <a:lnTo>
                    <a:pt x="705155" y="4108"/>
                  </a:lnTo>
                  <a:lnTo>
                    <a:pt x="707077" y="3213"/>
                  </a:lnTo>
                  <a:lnTo>
                    <a:pt x="708998" y="2411"/>
                  </a:lnTo>
                  <a:lnTo>
                    <a:pt x="710919" y="1743"/>
                  </a:lnTo>
                  <a:lnTo>
                    <a:pt x="712841" y="1179"/>
                  </a:lnTo>
                  <a:lnTo>
                    <a:pt x="714762" y="714"/>
                  </a:lnTo>
                  <a:lnTo>
                    <a:pt x="716684" y="350"/>
                  </a:lnTo>
                  <a:lnTo>
                    <a:pt x="718605" y="119"/>
                  </a:lnTo>
                  <a:lnTo>
                    <a:pt x="720526" y="7"/>
                  </a:lnTo>
                  <a:lnTo>
                    <a:pt x="722448" y="0"/>
                  </a:lnTo>
                  <a:lnTo>
                    <a:pt x="724369" y="96"/>
                  </a:lnTo>
                  <a:lnTo>
                    <a:pt x="726291" y="318"/>
                  </a:lnTo>
                  <a:lnTo>
                    <a:pt x="728212" y="670"/>
                  </a:lnTo>
                  <a:lnTo>
                    <a:pt x="730134" y="1126"/>
                  </a:lnTo>
                  <a:lnTo>
                    <a:pt x="732055" y="1685"/>
                  </a:lnTo>
                  <a:lnTo>
                    <a:pt x="733976" y="2357"/>
                  </a:lnTo>
                  <a:lnTo>
                    <a:pt x="735898" y="3163"/>
                  </a:lnTo>
                  <a:lnTo>
                    <a:pt x="737819" y="4068"/>
                  </a:lnTo>
                  <a:lnTo>
                    <a:pt x="739741" y="5071"/>
                  </a:lnTo>
                  <a:lnTo>
                    <a:pt x="741662" y="6169"/>
                  </a:lnTo>
                  <a:lnTo>
                    <a:pt x="743583" y="7401"/>
                  </a:lnTo>
                  <a:lnTo>
                    <a:pt x="745505" y="8722"/>
                  </a:lnTo>
                  <a:lnTo>
                    <a:pt x="747426" y="10131"/>
                  </a:lnTo>
                  <a:lnTo>
                    <a:pt x="749348" y="11624"/>
                  </a:lnTo>
                  <a:lnTo>
                    <a:pt x="751269" y="13228"/>
                  </a:lnTo>
                  <a:lnTo>
                    <a:pt x="753190" y="14915"/>
                  </a:lnTo>
                  <a:lnTo>
                    <a:pt x="755112" y="16677"/>
                  </a:lnTo>
                  <a:lnTo>
                    <a:pt x="757033" y="18509"/>
                  </a:lnTo>
                  <a:lnTo>
                    <a:pt x="758955" y="20428"/>
                  </a:lnTo>
                  <a:lnTo>
                    <a:pt x="760876" y="22421"/>
                  </a:lnTo>
                  <a:lnTo>
                    <a:pt x="762797" y="24472"/>
                  </a:lnTo>
                  <a:lnTo>
                    <a:pt x="764719" y="26580"/>
                  </a:lnTo>
                  <a:lnTo>
                    <a:pt x="766640" y="28749"/>
                  </a:lnTo>
                  <a:lnTo>
                    <a:pt x="768562" y="30979"/>
                  </a:lnTo>
                  <a:lnTo>
                    <a:pt x="770483" y="33252"/>
                  </a:lnTo>
                  <a:lnTo>
                    <a:pt x="772404" y="35565"/>
                  </a:lnTo>
                  <a:lnTo>
                    <a:pt x="774326" y="37918"/>
                  </a:lnTo>
                  <a:lnTo>
                    <a:pt x="776247" y="40315"/>
                  </a:lnTo>
                  <a:lnTo>
                    <a:pt x="778169" y="42739"/>
                  </a:lnTo>
                  <a:lnTo>
                    <a:pt x="780090" y="45188"/>
                  </a:lnTo>
                  <a:lnTo>
                    <a:pt x="782011" y="47659"/>
                  </a:lnTo>
                  <a:lnTo>
                    <a:pt x="783933" y="50155"/>
                  </a:lnTo>
                  <a:lnTo>
                    <a:pt x="785854" y="52663"/>
                  </a:lnTo>
                  <a:lnTo>
                    <a:pt x="787776" y="55181"/>
                  </a:lnTo>
                  <a:lnTo>
                    <a:pt x="789697" y="57707"/>
                  </a:lnTo>
                  <a:lnTo>
                    <a:pt x="791618" y="60238"/>
                  </a:lnTo>
                  <a:lnTo>
                    <a:pt x="793540" y="62767"/>
                  </a:lnTo>
                  <a:lnTo>
                    <a:pt x="795461" y="65294"/>
                  </a:lnTo>
                  <a:lnTo>
                    <a:pt x="797383" y="67815"/>
                  </a:lnTo>
                  <a:lnTo>
                    <a:pt x="799304" y="70326"/>
                  </a:lnTo>
                  <a:lnTo>
                    <a:pt x="801226" y="72822"/>
                  </a:lnTo>
                  <a:lnTo>
                    <a:pt x="803147" y="75303"/>
                  </a:lnTo>
                  <a:lnTo>
                    <a:pt x="805068" y="77768"/>
                  </a:lnTo>
                  <a:lnTo>
                    <a:pt x="806990" y="80211"/>
                  </a:lnTo>
                  <a:lnTo>
                    <a:pt x="808911" y="82626"/>
                  </a:lnTo>
                  <a:lnTo>
                    <a:pt x="810833" y="85017"/>
                  </a:lnTo>
                  <a:lnTo>
                    <a:pt x="812754" y="87382"/>
                  </a:lnTo>
                  <a:lnTo>
                    <a:pt x="814675" y="89718"/>
                  </a:lnTo>
                  <a:lnTo>
                    <a:pt x="816597" y="92013"/>
                  </a:lnTo>
                  <a:lnTo>
                    <a:pt x="818518" y="94276"/>
                  </a:lnTo>
                  <a:lnTo>
                    <a:pt x="820440" y="96507"/>
                  </a:lnTo>
                  <a:lnTo>
                    <a:pt x="822361" y="98705"/>
                  </a:lnTo>
                  <a:lnTo>
                    <a:pt x="824282" y="100852"/>
                  </a:lnTo>
                  <a:lnTo>
                    <a:pt x="826204" y="102961"/>
                  </a:lnTo>
                  <a:lnTo>
                    <a:pt x="828125" y="105033"/>
                  </a:lnTo>
                  <a:lnTo>
                    <a:pt x="830047" y="107067"/>
                  </a:lnTo>
                  <a:lnTo>
                    <a:pt x="831968" y="109049"/>
                  </a:lnTo>
                  <a:lnTo>
                    <a:pt x="833889" y="110986"/>
                  </a:lnTo>
                  <a:lnTo>
                    <a:pt x="835811" y="112882"/>
                  </a:lnTo>
                  <a:lnTo>
                    <a:pt x="837732" y="114738"/>
                  </a:lnTo>
                  <a:lnTo>
                    <a:pt x="839654" y="116544"/>
                  </a:lnTo>
                  <a:lnTo>
                    <a:pt x="841575" y="118299"/>
                  </a:lnTo>
                  <a:lnTo>
                    <a:pt x="843496" y="120012"/>
                  </a:lnTo>
                  <a:lnTo>
                    <a:pt x="845418" y="121685"/>
                  </a:lnTo>
                  <a:lnTo>
                    <a:pt x="847339" y="123309"/>
                  </a:lnTo>
                  <a:lnTo>
                    <a:pt x="849261" y="124881"/>
                  </a:lnTo>
                  <a:lnTo>
                    <a:pt x="851182" y="126411"/>
                  </a:lnTo>
                  <a:lnTo>
                    <a:pt x="853103" y="127900"/>
                  </a:lnTo>
                  <a:lnTo>
                    <a:pt x="855025" y="129347"/>
                  </a:lnTo>
                  <a:lnTo>
                    <a:pt x="856946" y="130738"/>
                  </a:lnTo>
                  <a:lnTo>
                    <a:pt x="858868" y="132090"/>
                  </a:lnTo>
                  <a:lnTo>
                    <a:pt x="860789" y="133403"/>
                  </a:lnTo>
                  <a:lnTo>
                    <a:pt x="862710" y="134678"/>
                  </a:lnTo>
                  <a:lnTo>
                    <a:pt x="864632" y="135899"/>
                  </a:lnTo>
                  <a:lnTo>
                    <a:pt x="866553" y="137082"/>
                  </a:lnTo>
                  <a:lnTo>
                    <a:pt x="868475" y="138229"/>
                  </a:lnTo>
                  <a:lnTo>
                    <a:pt x="870396" y="139341"/>
                  </a:lnTo>
                  <a:lnTo>
                    <a:pt x="872318" y="140406"/>
                  </a:lnTo>
                  <a:lnTo>
                    <a:pt x="874239" y="141433"/>
                  </a:lnTo>
                  <a:lnTo>
                    <a:pt x="876160" y="142427"/>
                  </a:lnTo>
                  <a:lnTo>
                    <a:pt x="878082" y="143388"/>
                  </a:lnTo>
                  <a:lnTo>
                    <a:pt x="880003" y="144310"/>
                  </a:lnTo>
                  <a:lnTo>
                    <a:pt x="881925" y="145194"/>
                  </a:lnTo>
                  <a:lnTo>
                    <a:pt x="883846" y="146048"/>
                  </a:lnTo>
                  <a:lnTo>
                    <a:pt x="885767" y="146873"/>
                  </a:lnTo>
                  <a:lnTo>
                    <a:pt x="887689" y="147666"/>
                  </a:lnTo>
                  <a:lnTo>
                    <a:pt x="889610" y="148421"/>
                  </a:lnTo>
                  <a:lnTo>
                    <a:pt x="891532" y="149150"/>
                  </a:lnTo>
                  <a:lnTo>
                    <a:pt x="893453" y="149853"/>
                  </a:lnTo>
                  <a:lnTo>
                    <a:pt x="895374" y="150529"/>
                  </a:lnTo>
                  <a:lnTo>
                    <a:pt x="897296" y="151169"/>
                  </a:lnTo>
                  <a:lnTo>
                    <a:pt x="899217" y="151786"/>
                  </a:lnTo>
                  <a:lnTo>
                    <a:pt x="901139" y="152380"/>
                  </a:lnTo>
                  <a:lnTo>
                    <a:pt x="903060" y="152950"/>
                  </a:lnTo>
                  <a:lnTo>
                    <a:pt x="904981" y="153490"/>
                  </a:lnTo>
                  <a:lnTo>
                    <a:pt x="906903" y="154007"/>
                  </a:lnTo>
                  <a:lnTo>
                    <a:pt x="908824" y="154504"/>
                  </a:lnTo>
                  <a:lnTo>
                    <a:pt x="910746" y="154980"/>
                  </a:lnTo>
                  <a:lnTo>
                    <a:pt x="912667" y="155431"/>
                  </a:lnTo>
                  <a:lnTo>
                    <a:pt x="914588" y="155861"/>
                  </a:lnTo>
                  <a:lnTo>
                    <a:pt x="916510" y="156272"/>
                  </a:lnTo>
                  <a:lnTo>
                    <a:pt x="918431" y="156665"/>
                  </a:lnTo>
                  <a:lnTo>
                    <a:pt x="920353" y="157038"/>
                  </a:lnTo>
                  <a:lnTo>
                    <a:pt x="922274" y="157390"/>
                  </a:lnTo>
                  <a:lnTo>
                    <a:pt x="924195" y="157726"/>
                  </a:lnTo>
                  <a:lnTo>
                    <a:pt x="926117" y="158047"/>
                  </a:lnTo>
                  <a:lnTo>
                    <a:pt x="928038" y="158351"/>
                  </a:lnTo>
                  <a:lnTo>
                    <a:pt x="929960" y="158636"/>
                  </a:lnTo>
                  <a:lnTo>
                    <a:pt x="931881" y="158907"/>
                  </a:lnTo>
                  <a:lnTo>
                    <a:pt x="933802" y="159165"/>
                  </a:lnTo>
                  <a:lnTo>
                    <a:pt x="935724" y="159410"/>
                  </a:lnTo>
                  <a:lnTo>
                    <a:pt x="937645" y="159637"/>
                  </a:lnTo>
                  <a:lnTo>
                    <a:pt x="939567" y="159852"/>
                  </a:lnTo>
                  <a:lnTo>
                    <a:pt x="941488" y="160057"/>
                  </a:lnTo>
                  <a:lnTo>
                    <a:pt x="943410" y="160250"/>
                  </a:lnTo>
                  <a:lnTo>
                    <a:pt x="945331" y="160428"/>
                  </a:lnTo>
                  <a:lnTo>
                    <a:pt x="947252" y="160597"/>
                  </a:lnTo>
                  <a:lnTo>
                    <a:pt x="949174" y="160755"/>
                  </a:lnTo>
                  <a:lnTo>
                    <a:pt x="951095" y="160905"/>
                  </a:lnTo>
                  <a:lnTo>
                    <a:pt x="953017" y="161044"/>
                  </a:lnTo>
                  <a:lnTo>
                    <a:pt x="954938" y="161173"/>
                  </a:lnTo>
                  <a:lnTo>
                    <a:pt x="956859" y="161294"/>
                  </a:lnTo>
                  <a:lnTo>
                    <a:pt x="958781" y="161408"/>
                  </a:lnTo>
                  <a:lnTo>
                    <a:pt x="960702" y="161513"/>
                  </a:lnTo>
                  <a:lnTo>
                    <a:pt x="962624" y="161610"/>
                  </a:lnTo>
                  <a:lnTo>
                    <a:pt x="964545" y="161701"/>
                  </a:lnTo>
                  <a:lnTo>
                    <a:pt x="966466" y="161786"/>
                  </a:lnTo>
                  <a:lnTo>
                    <a:pt x="968388" y="161865"/>
                  </a:lnTo>
                  <a:lnTo>
                    <a:pt x="970309" y="161936"/>
                  </a:lnTo>
                  <a:lnTo>
                    <a:pt x="972231" y="162003"/>
                  </a:lnTo>
                  <a:lnTo>
                    <a:pt x="974152" y="162065"/>
                  </a:lnTo>
                  <a:lnTo>
                    <a:pt x="976073" y="162122"/>
                  </a:lnTo>
                  <a:lnTo>
                    <a:pt x="977995" y="162174"/>
                  </a:lnTo>
                  <a:lnTo>
                    <a:pt x="979916" y="162221"/>
                  </a:lnTo>
                  <a:lnTo>
                    <a:pt x="981838" y="162266"/>
                  </a:lnTo>
                </a:path>
              </a:pathLst>
            </a:custGeom>
            <a:ln w="27101" cap="flat">
              <a:solidFill>
                <a:srgbClr val="F5E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5418670" y="6074124"/>
              <a:ext cx="1080021" cy="0"/>
            </a:xfrm>
            <a:custGeom>
              <a:avLst/>
              <a:pathLst>
                <a:path w="1080021" h="0">
                  <a:moveTo>
                    <a:pt x="0" y="0"/>
                  </a:moveTo>
                  <a:lnTo>
                    <a:pt x="10800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5467762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5713221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5958681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6204141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6449600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tx386"/>
            <p:cNvSpPr/>
            <p:nvPr/>
          </p:nvSpPr>
          <p:spPr>
            <a:xfrm>
              <a:off x="5390081" y="61350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387" name="tx387"/>
            <p:cNvSpPr/>
            <p:nvPr/>
          </p:nvSpPr>
          <p:spPr>
            <a:xfrm>
              <a:off x="5635541" y="61350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388" name="tx388"/>
            <p:cNvSpPr/>
            <p:nvPr/>
          </p:nvSpPr>
          <p:spPr>
            <a:xfrm>
              <a:off x="5881000" y="61350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389" name="tx389"/>
            <p:cNvSpPr/>
            <p:nvPr/>
          </p:nvSpPr>
          <p:spPr>
            <a:xfrm>
              <a:off x="6126460" y="6136426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390" name="tx390"/>
            <p:cNvSpPr/>
            <p:nvPr/>
          </p:nvSpPr>
          <p:spPr>
            <a:xfrm>
              <a:off x="6340841" y="6135062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391" name="tx391"/>
            <p:cNvSpPr/>
            <p:nvPr/>
          </p:nvSpPr>
          <p:spPr>
            <a:xfrm>
              <a:off x="5916014" y="6285848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392" name="rc392"/>
            <p:cNvSpPr/>
            <p:nvPr/>
          </p:nvSpPr>
          <p:spPr>
            <a:xfrm>
              <a:off x="4378144" y="6553601"/>
              <a:ext cx="3161073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3" name="tx393"/>
            <p:cNvSpPr/>
            <p:nvPr/>
          </p:nvSpPr>
          <p:spPr>
            <a:xfrm>
              <a:off x="4447733" y="6681281"/>
              <a:ext cx="8461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Window</a:t>
              </a:r>
            </a:p>
          </p:txBody>
        </p:sp>
        <p:sp>
          <p:nvSpPr>
            <p:cNvPr id="394" name="rc394"/>
            <p:cNvSpPr/>
            <p:nvPr/>
          </p:nvSpPr>
          <p:spPr>
            <a:xfrm>
              <a:off x="5374572" y="66231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5" name="rc395"/>
            <p:cNvSpPr/>
            <p:nvPr/>
          </p:nvSpPr>
          <p:spPr>
            <a:xfrm>
              <a:off x="5392572" y="6641190"/>
              <a:ext cx="183455" cy="183455"/>
            </a:xfrm>
            <a:prstGeom prst="rect">
              <a:avLst/>
            </a:prstGeom>
            <a:ln w="27101" cap="flat">
              <a:solidFill>
                <a:srgbClr val="8E4C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rc396"/>
            <p:cNvSpPr/>
            <p:nvPr/>
          </p:nvSpPr>
          <p:spPr>
            <a:xfrm>
              <a:off x="5837981" y="66231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7" name="rc397"/>
            <p:cNvSpPr/>
            <p:nvPr/>
          </p:nvSpPr>
          <p:spPr>
            <a:xfrm>
              <a:off x="5855981" y="6641190"/>
              <a:ext cx="183456" cy="183455"/>
            </a:xfrm>
            <a:prstGeom prst="rect">
              <a:avLst/>
            </a:pr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rc398"/>
            <p:cNvSpPr/>
            <p:nvPr/>
          </p:nvSpPr>
          <p:spPr>
            <a:xfrm>
              <a:off x="6263290" y="66231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9" name="rc399"/>
            <p:cNvSpPr/>
            <p:nvPr/>
          </p:nvSpPr>
          <p:spPr>
            <a:xfrm>
              <a:off x="6281291" y="6641190"/>
              <a:ext cx="183456" cy="183455"/>
            </a:xfrm>
            <a:prstGeom prst="rect">
              <a:avLst/>
            </a:prstGeom>
            <a:ln w="27101" cap="flat">
              <a:solidFill>
                <a:srgbClr val="D79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rc400"/>
            <p:cNvSpPr/>
            <p:nvPr/>
          </p:nvSpPr>
          <p:spPr>
            <a:xfrm>
              <a:off x="6688600" y="66231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1" name="rc401"/>
            <p:cNvSpPr/>
            <p:nvPr/>
          </p:nvSpPr>
          <p:spPr>
            <a:xfrm>
              <a:off x="6706600" y="6641190"/>
              <a:ext cx="183456" cy="183455"/>
            </a:xfrm>
            <a:prstGeom prst="rect">
              <a:avLst/>
            </a:prstGeom>
            <a:ln w="27101" cap="flat">
              <a:solidFill>
                <a:srgbClr val="E8C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7113909" y="66231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7131909" y="6641190"/>
              <a:ext cx="183456" cy="183455"/>
            </a:xfrm>
            <a:prstGeom prst="rect">
              <a:avLst/>
            </a:prstGeom>
            <a:ln w="27101" cap="flat">
              <a:solidFill>
                <a:srgbClr val="F5E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tx404"/>
            <p:cNvSpPr/>
            <p:nvPr/>
          </p:nvSpPr>
          <p:spPr>
            <a:xfrm>
              <a:off x="5663617" y="6692591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405" name="tx405"/>
            <p:cNvSpPr/>
            <p:nvPr/>
          </p:nvSpPr>
          <p:spPr>
            <a:xfrm>
              <a:off x="6127026" y="66912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06" name="tx406"/>
            <p:cNvSpPr/>
            <p:nvPr/>
          </p:nvSpPr>
          <p:spPr>
            <a:xfrm>
              <a:off x="6552336" y="669259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07" name="tx407"/>
            <p:cNvSpPr/>
            <p:nvPr/>
          </p:nvSpPr>
          <p:spPr>
            <a:xfrm>
              <a:off x="6977645" y="6692918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08" name="tx408"/>
            <p:cNvSpPr/>
            <p:nvPr/>
          </p:nvSpPr>
          <p:spPr>
            <a:xfrm>
              <a:off x="7402954" y="66912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409" name="rc409"/>
            <p:cNvSpPr/>
            <p:nvPr/>
          </p:nvSpPr>
          <p:spPr>
            <a:xfrm>
              <a:off x="6568281" y="3781425"/>
              <a:ext cx="1219200" cy="3200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rc410"/>
            <p:cNvSpPr/>
            <p:nvPr/>
          </p:nvSpPr>
          <p:spPr>
            <a:xfrm>
              <a:off x="6637870" y="4078703"/>
              <a:ext cx="1080021" cy="19954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6686962" y="5554618"/>
              <a:ext cx="981838" cy="428804"/>
            </a:xfrm>
            <a:custGeom>
              <a:avLst/>
              <a:pathLst>
                <a:path w="981838" h="428804">
                  <a:moveTo>
                    <a:pt x="0" y="428804"/>
                  </a:moveTo>
                  <a:lnTo>
                    <a:pt x="1921" y="428804"/>
                  </a:lnTo>
                  <a:lnTo>
                    <a:pt x="3842" y="428804"/>
                  </a:lnTo>
                  <a:lnTo>
                    <a:pt x="5764" y="428804"/>
                  </a:lnTo>
                  <a:lnTo>
                    <a:pt x="7685" y="428804"/>
                  </a:lnTo>
                  <a:lnTo>
                    <a:pt x="9607" y="428804"/>
                  </a:lnTo>
                  <a:lnTo>
                    <a:pt x="11528" y="428804"/>
                  </a:lnTo>
                  <a:lnTo>
                    <a:pt x="13449" y="428804"/>
                  </a:lnTo>
                  <a:lnTo>
                    <a:pt x="15371" y="428804"/>
                  </a:lnTo>
                  <a:lnTo>
                    <a:pt x="17292" y="428804"/>
                  </a:lnTo>
                  <a:lnTo>
                    <a:pt x="19214" y="428804"/>
                  </a:lnTo>
                  <a:lnTo>
                    <a:pt x="21135" y="428804"/>
                  </a:lnTo>
                  <a:lnTo>
                    <a:pt x="23056" y="428804"/>
                  </a:lnTo>
                  <a:lnTo>
                    <a:pt x="24978" y="428804"/>
                  </a:lnTo>
                  <a:lnTo>
                    <a:pt x="26899" y="428803"/>
                  </a:lnTo>
                  <a:lnTo>
                    <a:pt x="28821" y="428803"/>
                  </a:lnTo>
                  <a:lnTo>
                    <a:pt x="30742" y="428803"/>
                  </a:lnTo>
                  <a:lnTo>
                    <a:pt x="32663" y="428803"/>
                  </a:lnTo>
                  <a:lnTo>
                    <a:pt x="34585" y="428802"/>
                  </a:lnTo>
                  <a:lnTo>
                    <a:pt x="36506" y="428800"/>
                  </a:lnTo>
                  <a:lnTo>
                    <a:pt x="38428" y="428797"/>
                  </a:lnTo>
                  <a:lnTo>
                    <a:pt x="40349" y="428792"/>
                  </a:lnTo>
                  <a:lnTo>
                    <a:pt x="42270" y="428782"/>
                  </a:lnTo>
                  <a:lnTo>
                    <a:pt x="44192" y="428767"/>
                  </a:lnTo>
                  <a:lnTo>
                    <a:pt x="46113" y="428741"/>
                  </a:lnTo>
                  <a:lnTo>
                    <a:pt x="48035" y="428700"/>
                  </a:lnTo>
                  <a:lnTo>
                    <a:pt x="49956" y="428635"/>
                  </a:lnTo>
                  <a:lnTo>
                    <a:pt x="51877" y="428527"/>
                  </a:lnTo>
                  <a:lnTo>
                    <a:pt x="53799" y="428359"/>
                  </a:lnTo>
                  <a:lnTo>
                    <a:pt x="55720" y="428102"/>
                  </a:lnTo>
                  <a:lnTo>
                    <a:pt x="57642" y="427720"/>
                  </a:lnTo>
                  <a:lnTo>
                    <a:pt x="59563" y="427161"/>
                  </a:lnTo>
                  <a:lnTo>
                    <a:pt x="61484" y="426362"/>
                  </a:lnTo>
                  <a:lnTo>
                    <a:pt x="63406" y="425240"/>
                  </a:lnTo>
                  <a:lnTo>
                    <a:pt x="65327" y="423696"/>
                  </a:lnTo>
                  <a:lnTo>
                    <a:pt x="67249" y="421609"/>
                  </a:lnTo>
                  <a:lnTo>
                    <a:pt x="69170" y="418790"/>
                  </a:lnTo>
                  <a:lnTo>
                    <a:pt x="71091" y="415019"/>
                  </a:lnTo>
                  <a:lnTo>
                    <a:pt x="73013" y="410165"/>
                  </a:lnTo>
                  <a:lnTo>
                    <a:pt x="74934" y="404038"/>
                  </a:lnTo>
                  <a:lnTo>
                    <a:pt x="76856" y="396449"/>
                  </a:lnTo>
                  <a:lnTo>
                    <a:pt x="78777" y="387219"/>
                  </a:lnTo>
                  <a:lnTo>
                    <a:pt x="80699" y="376193"/>
                  </a:lnTo>
                  <a:lnTo>
                    <a:pt x="82620" y="363249"/>
                  </a:lnTo>
                  <a:lnTo>
                    <a:pt x="84541" y="348312"/>
                  </a:lnTo>
                  <a:lnTo>
                    <a:pt x="86463" y="331361"/>
                  </a:lnTo>
                  <a:lnTo>
                    <a:pt x="88384" y="312244"/>
                  </a:lnTo>
                  <a:lnTo>
                    <a:pt x="90306" y="291308"/>
                  </a:lnTo>
                  <a:lnTo>
                    <a:pt x="92227" y="268821"/>
                  </a:lnTo>
                  <a:lnTo>
                    <a:pt x="94148" y="245084"/>
                  </a:lnTo>
                  <a:lnTo>
                    <a:pt x="96070" y="220451"/>
                  </a:lnTo>
                  <a:lnTo>
                    <a:pt x="97991" y="195328"/>
                  </a:lnTo>
                  <a:lnTo>
                    <a:pt x="99913" y="170152"/>
                  </a:lnTo>
                  <a:lnTo>
                    <a:pt x="101834" y="145376"/>
                  </a:lnTo>
                  <a:lnTo>
                    <a:pt x="103755" y="121456"/>
                  </a:lnTo>
                  <a:lnTo>
                    <a:pt x="105677" y="98898"/>
                  </a:lnTo>
                  <a:lnTo>
                    <a:pt x="107598" y="78273"/>
                  </a:lnTo>
                  <a:lnTo>
                    <a:pt x="109520" y="59778"/>
                  </a:lnTo>
                  <a:lnTo>
                    <a:pt x="111441" y="43662"/>
                  </a:lnTo>
                  <a:lnTo>
                    <a:pt x="113362" y="30094"/>
                  </a:lnTo>
                  <a:lnTo>
                    <a:pt x="115284" y="19151"/>
                  </a:lnTo>
                  <a:lnTo>
                    <a:pt x="117205" y="10819"/>
                  </a:lnTo>
                  <a:lnTo>
                    <a:pt x="119127" y="4992"/>
                  </a:lnTo>
                  <a:lnTo>
                    <a:pt x="121048" y="1476"/>
                  </a:lnTo>
                  <a:lnTo>
                    <a:pt x="122969" y="0"/>
                  </a:lnTo>
                  <a:lnTo>
                    <a:pt x="124891" y="341"/>
                  </a:lnTo>
                  <a:lnTo>
                    <a:pt x="126812" y="1942"/>
                  </a:lnTo>
                  <a:lnTo>
                    <a:pt x="128734" y="4345"/>
                  </a:lnTo>
                  <a:lnTo>
                    <a:pt x="130655" y="7179"/>
                  </a:lnTo>
                  <a:lnTo>
                    <a:pt x="132576" y="10124"/>
                  </a:lnTo>
                  <a:lnTo>
                    <a:pt x="134498" y="12928"/>
                  </a:lnTo>
                  <a:lnTo>
                    <a:pt x="136419" y="15431"/>
                  </a:lnTo>
                  <a:lnTo>
                    <a:pt x="138341" y="17570"/>
                  </a:lnTo>
                  <a:lnTo>
                    <a:pt x="140262" y="19387"/>
                  </a:lnTo>
                  <a:lnTo>
                    <a:pt x="142183" y="21031"/>
                  </a:lnTo>
                  <a:lnTo>
                    <a:pt x="144105" y="22806"/>
                  </a:lnTo>
                  <a:lnTo>
                    <a:pt x="146026" y="25062"/>
                  </a:lnTo>
                  <a:lnTo>
                    <a:pt x="147948" y="28157"/>
                  </a:lnTo>
                  <a:lnTo>
                    <a:pt x="149869" y="32446"/>
                  </a:lnTo>
                  <a:lnTo>
                    <a:pt x="151791" y="38249"/>
                  </a:lnTo>
                  <a:lnTo>
                    <a:pt x="153712" y="45831"/>
                  </a:lnTo>
                  <a:lnTo>
                    <a:pt x="155633" y="55380"/>
                  </a:lnTo>
                  <a:lnTo>
                    <a:pt x="157555" y="66986"/>
                  </a:lnTo>
                  <a:lnTo>
                    <a:pt x="159476" y="80641"/>
                  </a:lnTo>
                  <a:lnTo>
                    <a:pt x="161398" y="96363"/>
                  </a:lnTo>
                  <a:lnTo>
                    <a:pt x="163319" y="113821"/>
                  </a:lnTo>
                  <a:lnTo>
                    <a:pt x="165240" y="132595"/>
                  </a:lnTo>
                  <a:lnTo>
                    <a:pt x="167162" y="152322"/>
                  </a:lnTo>
                  <a:lnTo>
                    <a:pt x="169083" y="172621"/>
                  </a:lnTo>
                  <a:lnTo>
                    <a:pt x="171005" y="193111"/>
                  </a:lnTo>
                  <a:lnTo>
                    <a:pt x="172926" y="213437"/>
                  </a:lnTo>
                  <a:lnTo>
                    <a:pt x="174847" y="233281"/>
                  </a:lnTo>
                  <a:lnTo>
                    <a:pt x="176769" y="252378"/>
                  </a:lnTo>
                  <a:lnTo>
                    <a:pt x="178690" y="270516"/>
                  </a:lnTo>
                  <a:lnTo>
                    <a:pt x="180612" y="287406"/>
                  </a:lnTo>
                  <a:lnTo>
                    <a:pt x="182533" y="303107"/>
                  </a:lnTo>
                  <a:lnTo>
                    <a:pt x="184454" y="317603"/>
                  </a:lnTo>
                  <a:lnTo>
                    <a:pt x="186376" y="330912"/>
                  </a:lnTo>
                  <a:lnTo>
                    <a:pt x="188297" y="343075"/>
                  </a:lnTo>
                  <a:lnTo>
                    <a:pt x="190219" y="354145"/>
                  </a:lnTo>
                  <a:lnTo>
                    <a:pt x="192140" y="364184"/>
                  </a:lnTo>
                  <a:lnTo>
                    <a:pt x="194061" y="373254"/>
                  </a:lnTo>
                  <a:lnTo>
                    <a:pt x="195983" y="381414"/>
                  </a:lnTo>
                  <a:lnTo>
                    <a:pt x="197904" y="388668"/>
                  </a:lnTo>
                  <a:lnTo>
                    <a:pt x="199826" y="395071"/>
                  </a:lnTo>
                  <a:lnTo>
                    <a:pt x="201747" y="400724"/>
                  </a:lnTo>
                  <a:lnTo>
                    <a:pt x="203668" y="405671"/>
                  </a:lnTo>
                  <a:lnTo>
                    <a:pt x="205590" y="409956"/>
                  </a:lnTo>
                  <a:lnTo>
                    <a:pt x="207511" y="413625"/>
                  </a:lnTo>
                  <a:lnTo>
                    <a:pt x="209433" y="416725"/>
                  </a:lnTo>
                  <a:lnTo>
                    <a:pt x="211354" y="419307"/>
                  </a:lnTo>
                  <a:lnTo>
                    <a:pt x="213275" y="421423"/>
                  </a:lnTo>
                  <a:lnTo>
                    <a:pt x="215197" y="423125"/>
                  </a:lnTo>
                  <a:lnTo>
                    <a:pt x="217118" y="424429"/>
                  </a:lnTo>
                  <a:lnTo>
                    <a:pt x="219040" y="425431"/>
                  </a:lnTo>
                  <a:lnTo>
                    <a:pt x="220961" y="426180"/>
                  </a:lnTo>
                  <a:lnTo>
                    <a:pt x="222883" y="426715"/>
                  </a:lnTo>
                  <a:lnTo>
                    <a:pt x="224804" y="427070"/>
                  </a:lnTo>
                  <a:lnTo>
                    <a:pt x="226725" y="427273"/>
                  </a:lnTo>
                  <a:lnTo>
                    <a:pt x="228647" y="427350"/>
                  </a:lnTo>
                  <a:lnTo>
                    <a:pt x="230568" y="427317"/>
                  </a:lnTo>
                  <a:lnTo>
                    <a:pt x="232490" y="427188"/>
                  </a:lnTo>
                  <a:lnTo>
                    <a:pt x="234411" y="426970"/>
                  </a:lnTo>
                  <a:lnTo>
                    <a:pt x="236332" y="426665"/>
                  </a:lnTo>
                  <a:lnTo>
                    <a:pt x="238254" y="426281"/>
                  </a:lnTo>
                  <a:lnTo>
                    <a:pt x="240175" y="425816"/>
                  </a:lnTo>
                  <a:lnTo>
                    <a:pt x="242097" y="425268"/>
                  </a:lnTo>
                  <a:lnTo>
                    <a:pt x="244018" y="424632"/>
                  </a:lnTo>
                  <a:lnTo>
                    <a:pt x="245939" y="423901"/>
                  </a:lnTo>
                  <a:lnTo>
                    <a:pt x="247861" y="423070"/>
                  </a:lnTo>
                  <a:lnTo>
                    <a:pt x="249782" y="422132"/>
                  </a:lnTo>
                  <a:lnTo>
                    <a:pt x="251704" y="421080"/>
                  </a:lnTo>
                  <a:lnTo>
                    <a:pt x="253625" y="419900"/>
                  </a:lnTo>
                  <a:lnTo>
                    <a:pt x="255546" y="418597"/>
                  </a:lnTo>
                  <a:lnTo>
                    <a:pt x="257468" y="417179"/>
                  </a:lnTo>
                  <a:lnTo>
                    <a:pt x="259389" y="415651"/>
                  </a:lnTo>
                  <a:lnTo>
                    <a:pt x="261311" y="414025"/>
                  </a:lnTo>
                  <a:lnTo>
                    <a:pt x="263232" y="412317"/>
                  </a:lnTo>
                  <a:lnTo>
                    <a:pt x="265153" y="410547"/>
                  </a:lnTo>
                  <a:lnTo>
                    <a:pt x="267075" y="408740"/>
                  </a:lnTo>
                  <a:lnTo>
                    <a:pt x="268996" y="406925"/>
                  </a:lnTo>
                  <a:lnTo>
                    <a:pt x="270918" y="405135"/>
                  </a:lnTo>
                  <a:lnTo>
                    <a:pt x="272839" y="403413"/>
                  </a:lnTo>
                  <a:lnTo>
                    <a:pt x="274760" y="401791"/>
                  </a:lnTo>
                  <a:lnTo>
                    <a:pt x="276682" y="400297"/>
                  </a:lnTo>
                  <a:lnTo>
                    <a:pt x="278603" y="398960"/>
                  </a:lnTo>
                  <a:lnTo>
                    <a:pt x="280525" y="397803"/>
                  </a:lnTo>
                  <a:lnTo>
                    <a:pt x="282446" y="396846"/>
                  </a:lnTo>
                  <a:lnTo>
                    <a:pt x="284367" y="396106"/>
                  </a:lnTo>
                  <a:lnTo>
                    <a:pt x="286289" y="395593"/>
                  </a:lnTo>
                  <a:lnTo>
                    <a:pt x="288210" y="395316"/>
                  </a:lnTo>
                  <a:lnTo>
                    <a:pt x="290132" y="395302"/>
                  </a:lnTo>
                  <a:lnTo>
                    <a:pt x="292053" y="395542"/>
                  </a:lnTo>
                  <a:lnTo>
                    <a:pt x="293975" y="396025"/>
                  </a:lnTo>
                  <a:lnTo>
                    <a:pt x="295896" y="396746"/>
                  </a:lnTo>
                  <a:lnTo>
                    <a:pt x="297817" y="397699"/>
                  </a:lnTo>
                  <a:lnTo>
                    <a:pt x="299739" y="398872"/>
                  </a:lnTo>
                  <a:lnTo>
                    <a:pt x="301660" y="400249"/>
                  </a:lnTo>
                  <a:lnTo>
                    <a:pt x="303582" y="401809"/>
                  </a:lnTo>
                  <a:lnTo>
                    <a:pt x="305503" y="403525"/>
                  </a:lnTo>
                  <a:lnTo>
                    <a:pt x="307424" y="405368"/>
                  </a:lnTo>
                  <a:lnTo>
                    <a:pt x="309346" y="407303"/>
                  </a:lnTo>
                  <a:lnTo>
                    <a:pt x="311267" y="409274"/>
                  </a:lnTo>
                  <a:lnTo>
                    <a:pt x="313189" y="411242"/>
                  </a:lnTo>
                  <a:lnTo>
                    <a:pt x="315110" y="413167"/>
                  </a:lnTo>
                  <a:lnTo>
                    <a:pt x="317031" y="415014"/>
                  </a:lnTo>
                  <a:lnTo>
                    <a:pt x="318953" y="416751"/>
                  </a:lnTo>
                  <a:lnTo>
                    <a:pt x="320874" y="418354"/>
                  </a:lnTo>
                  <a:lnTo>
                    <a:pt x="322796" y="419804"/>
                  </a:lnTo>
                  <a:lnTo>
                    <a:pt x="324717" y="421090"/>
                  </a:lnTo>
                  <a:lnTo>
                    <a:pt x="326638" y="422197"/>
                  </a:lnTo>
                  <a:lnTo>
                    <a:pt x="328560" y="423130"/>
                  </a:lnTo>
                  <a:lnTo>
                    <a:pt x="330481" y="423910"/>
                  </a:lnTo>
                  <a:lnTo>
                    <a:pt x="332403" y="424550"/>
                  </a:lnTo>
                  <a:lnTo>
                    <a:pt x="334324" y="425066"/>
                  </a:lnTo>
                  <a:lnTo>
                    <a:pt x="336245" y="425475"/>
                  </a:lnTo>
                  <a:lnTo>
                    <a:pt x="338167" y="425794"/>
                  </a:lnTo>
                  <a:lnTo>
                    <a:pt x="340088" y="426041"/>
                  </a:lnTo>
                  <a:lnTo>
                    <a:pt x="342010" y="426230"/>
                  </a:lnTo>
                  <a:lnTo>
                    <a:pt x="343931" y="426378"/>
                  </a:lnTo>
                  <a:lnTo>
                    <a:pt x="345852" y="426493"/>
                  </a:lnTo>
                  <a:lnTo>
                    <a:pt x="347774" y="426593"/>
                  </a:lnTo>
                  <a:lnTo>
                    <a:pt x="349695" y="426684"/>
                  </a:lnTo>
                  <a:lnTo>
                    <a:pt x="351617" y="426773"/>
                  </a:lnTo>
                  <a:lnTo>
                    <a:pt x="353538" y="426864"/>
                  </a:lnTo>
                  <a:lnTo>
                    <a:pt x="355459" y="426960"/>
                  </a:lnTo>
                  <a:lnTo>
                    <a:pt x="357381" y="427062"/>
                  </a:lnTo>
                  <a:lnTo>
                    <a:pt x="359302" y="427171"/>
                  </a:lnTo>
                  <a:lnTo>
                    <a:pt x="361224" y="427285"/>
                  </a:lnTo>
                  <a:lnTo>
                    <a:pt x="363145" y="427401"/>
                  </a:lnTo>
                  <a:lnTo>
                    <a:pt x="365067" y="427517"/>
                  </a:lnTo>
                  <a:lnTo>
                    <a:pt x="366988" y="427628"/>
                  </a:lnTo>
                  <a:lnTo>
                    <a:pt x="368909" y="427730"/>
                  </a:lnTo>
                  <a:lnTo>
                    <a:pt x="370831" y="427820"/>
                  </a:lnTo>
                  <a:lnTo>
                    <a:pt x="372752" y="427892"/>
                  </a:lnTo>
                  <a:lnTo>
                    <a:pt x="374674" y="427943"/>
                  </a:lnTo>
                  <a:lnTo>
                    <a:pt x="376595" y="427971"/>
                  </a:lnTo>
                  <a:lnTo>
                    <a:pt x="378516" y="427972"/>
                  </a:lnTo>
                  <a:lnTo>
                    <a:pt x="380438" y="427945"/>
                  </a:lnTo>
                  <a:lnTo>
                    <a:pt x="382359" y="427885"/>
                  </a:lnTo>
                  <a:lnTo>
                    <a:pt x="384281" y="427796"/>
                  </a:lnTo>
                  <a:lnTo>
                    <a:pt x="386202" y="427679"/>
                  </a:lnTo>
                  <a:lnTo>
                    <a:pt x="388123" y="427538"/>
                  </a:lnTo>
                  <a:lnTo>
                    <a:pt x="390045" y="427374"/>
                  </a:lnTo>
                  <a:lnTo>
                    <a:pt x="391966" y="427193"/>
                  </a:lnTo>
                  <a:lnTo>
                    <a:pt x="393888" y="426998"/>
                  </a:lnTo>
                  <a:lnTo>
                    <a:pt x="395809" y="426793"/>
                  </a:lnTo>
                  <a:lnTo>
                    <a:pt x="397730" y="426584"/>
                  </a:lnTo>
                  <a:lnTo>
                    <a:pt x="399652" y="426374"/>
                  </a:lnTo>
                  <a:lnTo>
                    <a:pt x="401573" y="426169"/>
                  </a:lnTo>
                  <a:lnTo>
                    <a:pt x="403495" y="425972"/>
                  </a:lnTo>
                  <a:lnTo>
                    <a:pt x="405416" y="425786"/>
                  </a:lnTo>
                  <a:lnTo>
                    <a:pt x="407337" y="425613"/>
                  </a:lnTo>
                  <a:lnTo>
                    <a:pt x="409259" y="425454"/>
                  </a:lnTo>
                  <a:lnTo>
                    <a:pt x="411180" y="425313"/>
                  </a:lnTo>
                  <a:lnTo>
                    <a:pt x="413102" y="425189"/>
                  </a:lnTo>
                  <a:lnTo>
                    <a:pt x="415023" y="425085"/>
                  </a:lnTo>
                  <a:lnTo>
                    <a:pt x="416944" y="425002"/>
                  </a:lnTo>
                  <a:lnTo>
                    <a:pt x="418866" y="424944"/>
                  </a:lnTo>
                  <a:lnTo>
                    <a:pt x="420787" y="424911"/>
                  </a:lnTo>
                  <a:lnTo>
                    <a:pt x="422709" y="424905"/>
                  </a:lnTo>
                  <a:lnTo>
                    <a:pt x="424630" y="424925"/>
                  </a:lnTo>
                  <a:lnTo>
                    <a:pt x="426551" y="424973"/>
                  </a:lnTo>
                  <a:lnTo>
                    <a:pt x="428473" y="425047"/>
                  </a:lnTo>
                  <a:lnTo>
                    <a:pt x="430394" y="425146"/>
                  </a:lnTo>
                  <a:lnTo>
                    <a:pt x="432316" y="425269"/>
                  </a:lnTo>
                  <a:lnTo>
                    <a:pt x="434237" y="425414"/>
                  </a:lnTo>
                  <a:lnTo>
                    <a:pt x="436159" y="425576"/>
                  </a:lnTo>
                  <a:lnTo>
                    <a:pt x="438080" y="425754"/>
                  </a:lnTo>
                  <a:lnTo>
                    <a:pt x="440001" y="425943"/>
                  </a:lnTo>
                  <a:lnTo>
                    <a:pt x="441923" y="426137"/>
                  </a:lnTo>
                  <a:lnTo>
                    <a:pt x="443844" y="426336"/>
                  </a:lnTo>
                  <a:lnTo>
                    <a:pt x="445766" y="426535"/>
                  </a:lnTo>
                  <a:lnTo>
                    <a:pt x="447687" y="426732"/>
                  </a:lnTo>
                  <a:lnTo>
                    <a:pt x="449608" y="426925"/>
                  </a:lnTo>
                  <a:lnTo>
                    <a:pt x="451530" y="427111"/>
                  </a:lnTo>
                  <a:lnTo>
                    <a:pt x="453451" y="427290"/>
                  </a:lnTo>
                  <a:lnTo>
                    <a:pt x="455373" y="427458"/>
                  </a:lnTo>
                  <a:lnTo>
                    <a:pt x="457294" y="427614"/>
                  </a:lnTo>
                  <a:lnTo>
                    <a:pt x="459215" y="427756"/>
                  </a:lnTo>
                  <a:lnTo>
                    <a:pt x="461137" y="427883"/>
                  </a:lnTo>
                  <a:lnTo>
                    <a:pt x="463058" y="427994"/>
                  </a:lnTo>
                  <a:lnTo>
                    <a:pt x="464980" y="428086"/>
                  </a:lnTo>
                  <a:lnTo>
                    <a:pt x="466901" y="428159"/>
                  </a:lnTo>
                  <a:lnTo>
                    <a:pt x="468822" y="428212"/>
                  </a:lnTo>
                  <a:lnTo>
                    <a:pt x="470744" y="428245"/>
                  </a:lnTo>
                  <a:lnTo>
                    <a:pt x="472665" y="428258"/>
                  </a:lnTo>
                  <a:lnTo>
                    <a:pt x="474587" y="428250"/>
                  </a:lnTo>
                  <a:lnTo>
                    <a:pt x="476508" y="428226"/>
                  </a:lnTo>
                  <a:lnTo>
                    <a:pt x="478429" y="428188"/>
                  </a:lnTo>
                  <a:lnTo>
                    <a:pt x="480351" y="428138"/>
                  </a:lnTo>
                  <a:lnTo>
                    <a:pt x="482272" y="428082"/>
                  </a:lnTo>
                  <a:lnTo>
                    <a:pt x="484194" y="428022"/>
                  </a:lnTo>
                  <a:lnTo>
                    <a:pt x="486115" y="427963"/>
                  </a:lnTo>
                  <a:lnTo>
                    <a:pt x="488036" y="427908"/>
                  </a:lnTo>
                  <a:lnTo>
                    <a:pt x="489958" y="427862"/>
                  </a:lnTo>
                  <a:lnTo>
                    <a:pt x="491879" y="427828"/>
                  </a:lnTo>
                  <a:lnTo>
                    <a:pt x="493801" y="427809"/>
                  </a:lnTo>
                  <a:lnTo>
                    <a:pt x="495722" y="427807"/>
                  </a:lnTo>
                  <a:lnTo>
                    <a:pt x="497643" y="427821"/>
                  </a:lnTo>
                  <a:lnTo>
                    <a:pt x="499565" y="427852"/>
                  </a:lnTo>
                  <a:lnTo>
                    <a:pt x="501486" y="427897"/>
                  </a:lnTo>
                  <a:lnTo>
                    <a:pt x="503408" y="427955"/>
                  </a:lnTo>
                  <a:lnTo>
                    <a:pt x="505329" y="428023"/>
                  </a:lnTo>
                  <a:lnTo>
                    <a:pt x="507250" y="428098"/>
                  </a:lnTo>
                  <a:lnTo>
                    <a:pt x="509172" y="428177"/>
                  </a:lnTo>
                  <a:lnTo>
                    <a:pt x="511093" y="428258"/>
                  </a:lnTo>
                  <a:lnTo>
                    <a:pt x="513015" y="428336"/>
                  </a:lnTo>
                  <a:lnTo>
                    <a:pt x="514936" y="428409"/>
                  </a:lnTo>
                  <a:lnTo>
                    <a:pt x="516858" y="428477"/>
                  </a:lnTo>
                  <a:lnTo>
                    <a:pt x="518779" y="428537"/>
                  </a:lnTo>
                  <a:lnTo>
                    <a:pt x="520700" y="428589"/>
                  </a:lnTo>
                  <a:lnTo>
                    <a:pt x="522622" y="428633"/>
                  </a:lnTo>
                  <a:lnTo>
                    <a:pt x="524543" y="428669"/>
                  </a:lnTo>
                  <a:lnTo>
                    <a:pt x="526465" y="428696"/>
                  </a:lnTo>
                  <a:lnTo>
                    <a:pt x="528386" y="428715"/>
                  </a:lnTo>
                  <a:lnTo>
                    <a:pt x="530307" y="428726"/>
                  </a:lnTo>
                  <a:lnTo>
                    <a:pt x="532229" y="428730"/>
                  </a:lnTo>
                  <a:lnTo>
                    <a:pt x="534150" y="428726"/>
                  </a:lnTo>
                  <a:lnTo>
                    <a:pt x="536072" y="428716"/>
                  </a:lnTo>
                  <a:lnTo>
                    <a:pt x="537993" y="428697"/>
                  </a:lnTo>
                  <a:lnTo>
                    <a:pt x="539914" y="428671"/>
                  </a:lnTo>
                  <a:lnTo>
                    <a:pt x="541836" y="428636"/>
                  </a:lnTo>
                  <a:lnTo>
                    <a:pt x="543757" y="428593"/>
                  </a:lnTo>
                  <a:lnTo>
                    <a:pt x="545679" y="428542"/>
                  </a:lnTo>
                  <a:lnTo>
                    <a:pt x="547600" y="428482"/>
                  </a:lnTo>
                  <a:lnTo>
                    <a:pt x="549521" y="428414"/>
                  </a:lnTo>
                  <a:lnTo>
                    <a:pt x="551443" y="428340"/>
                  </a:lnTo>
                  <a:lnTo>
                    <a:pt x="553364" y="428262"/>
                  </a:lnTo>
                  <a:lnTo>
                    <a:pt x="555286" y="428181"/>
                  </a:lnTo>
                  <a:lnTo>
                    <a:pt x="557207" y="428102"/>
                  </a:lnTo>
                  <a:lnTo>
                    <a:pt x="559128" y="428026"/>
                  </a:lnTo>
                  <a:lnTo>
                    <a:pt x="561050" y="427957"/>
                  </a:lnTo>
                  <a:lnTo>
                    <a:pt x="562971" y="427897"/>
                  </a:lnTo>
                  <a:lnTo>
                    <a:pt x="564893" y="427851"/>
                  </a:lnTo>
                  <a:lnTo>
                    <a:pt x="566814" y="427822"/>
                  </a:lnTo>
                  <a:lnTo>
                    <a:pt x="568735" y="427809"/>
                  </a:lnTo>
                  <a:lnTo>
                    <a:pt x="570657" y="427814"/>
                  </a:lnTo>
                  <a:lnTo>
                    <a:pt x="572578" y="427836"/>
                  </a:lnTo>
                  <a:lnTo>
                    <a:pt x="574500" y="427874"/>
                  </a:lnTo>
                  <a:lnTo>
                    <a:pt x="576421" y="427926"/>
                  </a:lnTo>
                  <a:lnTo>
                    <a:pt x="578342" y="427990"/>
                  </a:lnTo>
                  <a:lnTo>
                    <a:pt x="580264" y="428063"/>
                  </a:lnTo>
                  <a:lnTo>
                    <a:pt x="582185" y="428141"/>
                  </a:lnTo>
                  <a:lnTo>
                    <a:pt x="584107" y="428222"/>
                  </a:lnTo>
                  <a:lnTo>
                    <a:pt x="586028" y="428302"/>
                  </a:lnTo>
                  <a:lnTo>
                    <a:pt x="587950" y="428378"/>
                  </a:lnTo>
                  <a:lnTo>
                    <a:pt x="589871" y="428450"/>
                  </a:lnTo>
                  <a:lnTo>
                    <a:pt x="591792" y="428514"/>
                  </a:lnTo>
                  <a:lnTo>
                    <a:pt x="593714" y="428571"/>
                  </a:lnTo>
                  <a:lnTo>
                    <a:pt x="595635" y="428620"/>
                  </a:lnTo>
                  <a:lnTo>
                    <a:pt x="597557" y="428662"/>
                  </a:lnTo>
                  <a:lnTo>
                    <a:pt x="599478" y="428696"/>
                  </a:lnTo>
                  <a:lnTo>
                    <a:pt x="601399" y="428723"/>
                  </a:lnTo>
                  <a:lnTo>
                    <a:pt x="603321" y="428744"/>
                  </a:lnTo>
                  <a:lnTo>
                    <a:pt x="605242" y="428760"/>
                  </a:lnTo>
                  <a:lnTo>
                    <a:pt x="607164" y="428773"/>
                  </a:lnTo>
                  <a:lnTo>
                    <a:pt x="609085" y="428781"/>
                  </a:lnTo>
                  <a:lnTo>
                    <a:pt x="611006" y="428787"/>
                  </a:lnTo>
                  <a:lnTo>
                    <a:pt x="612928" y="428791"/>
                  </a:lnTo>
                  <a:lnTo>
                    <a:pt x="614849" y="428793"/>
                  </a:lnTo>
                  <a:lnTo>
                    <a:pt x="616771" y="428793"/>
                  </a:lnTo>
                  <a:lnTo>
                    <a:pt x="618692" y="428792"/>
                  </a:lnTo>
                  <a:lnTo>
                    <a:pt x="620613" y="428788"/>
                  </a:lnTo>
                  <a:lnTo>
                    <a:pt x="622535" y="428782"/>
                  </a:lnTo>
                  <a:lnTo>
                    <a:pt x="624456" y="428774"/>
                  </a:lnTo>
                  <a:lnTo>
                    <a:pt x="626378" y="428762"/>
                  </a:lnTo>
                  <a:lnTo>
                    <a:pt x="628299" y="428746"/>
                  </a:lnTo>
                  <a:lnTo>
                    <a:pt x="630220" y="428725"/>
                  </a:lnTo>
                  <a:lnTo>
                    <a:pt x="632142" y="428699"/>
                  </a:lnTo>
                  <a:lnTo>
                    <a:pt x="634063" y="428666"/>
                  </a:lnTo>
                  <a:lnTo>
                    <a:pt x="635985" y="428626"/>
                  </a:lnTo>
                  <a:lnTo>
                    <a:pt x="637906" y="428579"/>
                  </a:lnTo>
                  <a:lnTo>
                    <a:pt x="639827" y="428522"/>
                  </a:lnTo>
                  <a:lnTo>
                    <a:pt x="641749" y="428459"/>
                  </a:lnTo>
                  <a:lnTo>
                    <a:pt x="643670" y="428388"/>
                  </a:lnTo>
                  <a:lnTo>
                    <a:pt x="645592" y="428313"/>
                  </a:lnTo>
                  <a:lnTo>
                    <a:pt x="647513" y="428234"/>
                  </a:lnTo>
                  <a:lnTo>
                    <a:pt x="649434" y="428154"/>
                  </a:lnTo>
                  <a:lnTo>
                    <a:pt x="651356" y="428075"/>
                  </a:lnTo>
                  <a:lnTo>
                    <a:pt x="653277" y="428002"/>
                  </a:lnTo>
                  <a:lnTo>
                    <a:pt x="655199" y="427936"/>
                  </a:lnTo>
                  <a:lnTo>
                    <a:pt x="657120" y="427881"/>
                  </a:lnTo>
                  <a:lnTo>
                    <a:pt x="659042" y="427842"/>
                  </a:lnTo>
                  <a:lnTo>
                    <a:pt x="660963" y="427818"/>
                  </a:lnTo>
                  <a:lnTo>
                    <a:pt x="662884" y="427812"/>
                  </a:lnTo>
                  <a:lnTo>
                    <a:pt x="664806" y="427822"/>
                  </a:lnTo>
                  <a:lnTo>
                    <a:pt x="666727" y="427850"/>
                  </a:lnTo>
                  <a:lnTo>
                    <a:pt x="668649" y="427893"/>
                  </a:lnTo>
                  <a:lnTo>
                    <a:pt x="670570" y="427949"/>
                  </a:lnTo>
                  <a:lnTo>
                    <a:pt x="672491" y="428016"/>
                  </a:lnTo>
                  <a:lnTo>
                    <a:pt x="674413" y="428090"/>
                  </a:lnTo>
                  <a:lnTo>
                    <a:pt x="676334" y="428170"/>
                  </a:lnTo>
                  <a:lnTo>
                    <a:pt x="678256" y="428250"/>
                  </a:lnTo>
                  <a:lnTo>
                    <a:pt x="680177" y="428329"/>
                  </a:lnTo>
                  <a:lnTo>
                    <a:pt x="682098" y="428403"/>
                  </a:lnTo>
                  <a:lnTo>
                    <a:pt x="684020" y="428472"/>
                  </a:lnTo>
                  <a:lnTo>
                    <a:pt x="685941" y="428534"/>
                  </a:lnTo>
                  <a:lnTo>
                    <a:pt x="687863" y="428588"/>
                  </a:lnTo>
                  <a:lnTo>
                    <a:pt x="689784" y="428635"/>
                  </a:lnTo>
                  <a:lnTo>
                    <a:pt x="691705" y="428674"/>
                  </a:lnTo>
                  <a:lnTo>
                    <a:pt x="693627" y="428705"/>
                  </a:lnTo>
                  <a:lnTo>
                    <a:pt x="695548" y="428730"/>
                  </a:lnTo>
                  <a:lnTo>
                    <a:pt x="697470" y="428750"/>
                  </a:lnTo>
                  <a:lnTo>
                    <a:pt x="699391" y="428765"/>
                  </a:lnTo>
                  <a:lnTo>
                    <a:pt x="701312" y="428776"/>
                  </a:lnTo>
                  <a:lnTo>
                    <a:pt x="703234" y="428785"/>
                  </a:lnTo>
                  <a:lnTo>
                    <a:pt x="705155" y="428791"/>
                  </a:lnTo>
                  <a:lnTo>
                    <a:pt x="707077" y="428795"/>
                  </a:lnTo>
                  <a:lnTo>
                    <a:pt x="708998" y="428798"/>
                  </a:lnTo>
                  <a:lnTo>
                    <a:pt x="710919" y="428800"/>
                  </a:lnTo>
                  <a:lnTo>
                    <a:pt x="712841" y="428801"/>
                  </a:lnTo>
                  <a:lnTo>
                    <a:pt x="714762" y="428802"/>
                  </a:lnTo>
                  <a:lnTo>
                    <a:pt x="716684" y="428803"/>
                  </a:lnTo>
                  <a:lnTo>
                    <a:pt x="718605" y="428803"/>
                  </a:lnTo>
                  <a:lnTo>
                    <a:pt x="720526" y="428803"/>
                  </a:lnTo>
                  <a:lnTo>
                    <a:pt x="722448" y="428803"/>
                  </a:lnTo>
                  <a:lnTo>
                    <a:pt x="724369" y="428804"/>
                  </a:lnTo>
                  <a:lnTo>
                    <a:pt x="726291" y="428804"/>
                  </a:lnTo>
                  <a:lnTo>
                    <a:pt x="728212" y="428804"/>
                  </a:lnTo>
                  <a:lnTo>
                    <a:pt x="730134" y="428804"/>
                  </a:lnTo>
                  <a:lnTo>
                    <a:pt x="732055" y="428804"/>
                  </a:lnTo>
                  <a:lnTo>
                    <a:pt x="733976" y="428804"/>
                  </a:lnTo>
                  <a:lnTo>
                    <a:pt x="735898" y="428804"/>
                  </a:lnTo>
                  <a:lnTo>
                    <a:pt x="737819" y="428804"/>
                  </a:lnTo>
                  <a:lnTo>
                    <a:pt x="739741" y="428804"/>
                  </a:lnTo>
                  <a:lnTo>
                    <a:pt x="741662" y="428804"/>
                  </a:lnTo>
                  <a:lnTo>
                    <a:pt x="743583" y="428804"/>
                  </a:lnTo>
                  <a:lnTo>
                    <a:pt x="745505" y="428804"/>
                  </a:lnTo>
                  <a:lnTo>
                    <a:pt x="747426" y="428804"/>
                  </a:lnTo>
                  <a:lnTo>
                    <a:pt x="749348" y="428804"/>
                  </a:lnTo>
                  <a:lnTo>
                    <a:pt x="751269" y="428804"/>
                  </a:lnTo>
                  <a:lnTo>
                    <a:pt x="753190" y="428804"/>
                  </a:lnTo>
                  <a:lnTo>
                    <a:pt x="755112" y="428804"/>
                  </a:lnTo>
                  <a:lnTo>
                    <a:pt x="757033" y="428804"/>
                  </a:lnTo>
                  <a:lnTo>
                    <a:pt x="758955" y="428804"/>
                  </a:lnTo>
                  <a:lnTo>
                    <a:pt x="760876" y="428804"/>
                  </a:lnTo>
                  <a:lnTo>
                    <a:pt x="762797" y="428804"/>
                  </a:lnTo>
                  <a:lnTo>
                    <a:pt x="764719" y="428804"/>
                  </a:lnTo>
                  <a:lnTo>
                    <a:pt x="766640" y="428804"/>
                  </a:lnTo>
                  <a:lnTo>
                    <a:pt x="768562" y="428804"/>
                  </a:lnTo>
                  <a:lnTo>
                    <a:pt x="770483" y="428804"/>
                  </a:lnTo>
                  <a:lnTo>
                    <a:pt x="772404" y="428804"/>
                  </a:lnTo>
                  <a:lnTo>
                    <a:pt x="774326" y="428804"/>
                  </a:lnTo>
                  <a:lnTo>
                    <a:pt x="776247" y="428804"/>
                  </a:lnTo>
                  <a:lnTo>
                    <a:pt x="778169" y="428804"/>
                  </a:lnTo>
                  <a:lnTo>
                    <a:pt x="780090" y="428804"/>
                  </a:lnTo>
                  <a:lnTo>
                    <a:pt x="782011" y="428804"/>
                  </a:lnTo>
                  <a:lnTo>
                    <a:pt x="783933" y="428804"/>
                  </a:lnTo>
                  <a:lnTo>
                    <a:pt x="785854" y="428804"/>
                  </a:lnTo>
                  <a:lnTo>
                    <a:pt x="787776" y="428804"/>
                  </a:lnTo>
                  <a:lnTo>
                    <a:pt x="789697" y="428804"/>
                  </a:lnTo>
                  <a:lnTo>
                    <a:pt x="791618" y="428804"/>
                  </a:lnTo>
                  <a:lnTo>
                    <a:pt x="793540" y="428804"/>
                  </a:lnTo>
                  <a:lnTo>
                    <a:pt x="795461" y="428804"/>
                  </a:lnTo>
                  <a:lnTo>
                    <a:pt x="797383" y="428804"/>
                  </a:lnTo>
                  <a:lnTo>
                    <a:pt x="799304" y="428804"/>
                  </a:lnTo>
                  <a:lnTo>
                    <a:pt x="801226" y="428804"/>
                  </a:lnTo>
                  <a:lnTo>
                    <a:pt x="803147" y="428804"/>
                  </a:lnTo>
                  <a:lnTo>
                    <a:pt x="805068" y="428804"/>
                  </a:lnTo>
                  <a:lnTo>
                    <a:pt x="806990" y="428804"/>
                  </a:lnTo>
                  <a:lnTo>
                    <a:pt x="808911" y="428804"/>
                  </a:lnTo>
                  <a:lnTo>
                    <a:pt x="810833" y="428804"/>
                  </a:lnTo>
                  <a:lnTo>
                    <a:pt x="812754" y="428804"/>
                  </a:lnTo>
                  <a:lnTo>
                    <a:pt x="814675" y="428804"/>
                  </a:lnTo>
                  <a:lnTo>
                    <a:pt x="816597" y="428804"/>
                  </a:lnTo>
                  <a:lnTo>
                    <a:pt x="818518" y="428804"/>
                  </a:lnTo>
                  <a:lnTo>
                    <a:pt x="820440" y="428804"/>
                  </a:lnTo>
                  <a:lnTo>
                    <a:pt x="822361" y="428804"/>
                  </a:lnTo>
                  <a:lnTo>
                    <a:pt x="824282" y="428804"/>
                  </a:lnTo>
                  <a:lnTo>
                    <a:pt x="826204" y="428804"/>
                  </a:lnTo>
                  <a:lnTo>
                    <a:pt x="828125" y="428804"/>
                  </a:lnTo>
                  <a:lnTo>
                    <a:pt x="830047" y="428804"/>
                  </a:lnTo>
                  <a:lnTo>
                    <a:pt x="831968" y="428804"/>
                  </a:lnTo>
                  <a:lnTo>
                    <a:pt x="833889" y="428804"/>
                  </a:lnTo>
                  <a:lnTo>
                    <a:pt x="835811" y="428804"/>
                  </a:lnTo>
                  <a:lnTo>
                    <a:pt x="837732" y="428804"/>
                  </a:lnTo>
                  <a:lnTo>
                    <a:pt x="839654" y="428804"/>
                  </a:lnTo>
                  <a:lnTo>
                    <a:pt x="841575" y="428804"/>
                  </a:lnTo>
                  <a:lnTo>
                    <a:pt x="843496" y="428804"/>
                  </a:lnTo>
                  <a:lnTo>
                    <a:pt x="845418" y="428804"/>
                  </a:lnTo>
                  <a:lnTo>
                    <a:pt x="847339" y="428804"/>
                  </a:lnTo>
                  <a:lnTo>
                    <a:pt x="849261" y="428804"/>
                  </a:lnTo>
                  <a:lnTo>
                    <a:pt x="851182" y="428804"/>
                  </a:lnTo>
                  <a:lnTo>
                    <a:pt x="853103" y="428804"/>
                  </a:lnTo>
                  <a:lnTo>
                    <a:pt x="855025" y="428804"/>
                  </a:lnTo>
                  <a:lnTo>
                    <a:pt x="856946" y="428804"/>
                  </a:lnTo>
                  <a:lnTo>
                    <a:pt x="858868" y="428804"/>
                  </a:lnTo>
                  <a:lnTo>
                    <a:pt x="860789" y="428804"/>
                  </a:lnTo>
                  <a:lnTo>
                    <a:pt x="862710" y="428804"/>
                  </a:lnTo>
                  <a:lnTo>
                    <a:pt x="864632" y="428804"/>
                  </a:lnTo>
                  <a:lnTo>
                    <a:pt x="866553" y="428804"/>
                  </a:lnTo>
                  <a:lnTo>
                    <a:pt x="868475" y="428804"/>
                  </a:lnTo>
                  <a:lnTo>
                    <a:pt x="870396" y="428804"/>
                  </a:lnTo>
                  <a:lnTo>
                    <a:pt x="872318" y="428804"/>
                  </a:lnTo>
                  <a:lnTo>
                    <a:pt x="874239" y="428804"/>
                  </a:lnTo>
                  <a:lnTo>
                    <a:pt x="876160" y="428804"/>
                  </a:lnTo>
                  <a:lnTo>
                    <a:pt x="878082" y="428804"/>
                  </a:lnTo>
                  <a:lnTo>
                    <a:pt x="880003" y="428804"/>
                  </a:lnTo>
                  <a:lnTo>
                    <a:pt x="881925" y="428804"/>
                  </a:lnTo>
                  <a:lnTo>
                    <a:pt x="883846" y="428804"/>
                  </a:lnTo>
                  <a:lnTo>
                    <a:pt x="885767" y="428804"/>
                  </a:lnTo>
                  <a:lnTo>
                    <a:pt x="887689" y="428804"/>
                  </a:lnTo>
                  <a:lnTo>
                    <a:pt x="889610" y="428804"/>
                  </a:lnTo>
                  <a:lnTo>
                    <a:pt x="891532" y="428804"/>
                  </a:lnTo>
                  <a:lnTo>
                    <a:pt x="893453" y="428804"/>
                  </a:lnTo>
                  <a:lnTo>
                    <a:pt x="895374" y="428804"/>
                  </a:lnTo>
                  <a:lnTo>
                    <a:pt x="897296" y="428804"/>
                  </a:lnTo>
                  <a:lnTo>
                    <a:pt x="899217" y="428804"/>
                  </a:lnTo>
                  <a:lnTo>
                    <a:pt x="901139" y="428804"/>
                  </a:lnTo>
                  <a:lnTo>
                    <a:pt x="903060" y="428804"/>
                  </a:lnTo>
                  <a:lnTo>
                    <a:pt x="904981" y="428804"/>
                  </a:lnTo>
                  <a:lnTo>
                    <a:pt x="906903" y="428804"/>
                  </a:lnTo>
                  <a:lnTo>
                    <a:pt x="908824" y="428804"/>
                  </a:lnTo>
                  <a:lnTo>
                    <a:pt x="910746" y="428804"/>
                  </a:lnTo>
                  <a:lnTo>
                    <a:pt x="912667" y="428804"/>
                  </a:lnTo>
                  <a:lnTo>
                    <a:pt x="914588" y="428804"/>
                  </a:lnTo>
                  <a:lnTo>
                    <a:pt x="916510" y="428804"/>
                  </a:lnTo>
                  <a:lnTo>
                    <a:pt x="918431" y="428804"/>
                  </a:lnTo>
                  <a:lnTo>
                    <a:pt x="920353" y="428804"/>
                  </a:lnTo>
                  <a:lnTo>
                    <a:pt x="922274" y="428804"/>
                  </a:lnTo>
                  <a:lnTo>
                    <a:pt x="924195" y="428804"/>
                  </a:lnTo>
                  <a:lnTo>
                    <a:pt x="926117" y="428804"/>
                  </a:lnTo>
                  <a:lnTo>
                    <a:pt x="928038" y="428804"/>
                  </a:lnTo>
                  <a:lnTo>
                    <a:pt x="929960" y="428804"/>
                  </a:lnTo>
                  <a:lnTo>
                    <a:pt x="931881" y="428804"/>
                  </a:lnTo>
                  <a:lnTo>
                    <a:pt x="933802" y="428804"/>
                  </a:lnTo>
                  <a:lnTo>
                    <a:pt x="935724" y="428804"/>
                  </a:lnTo>
                  <a:lnTo>
                    <a:pt x="937645" y="428804"/>
                  </a:lnTo>
                  <a:lnTo>
                    <a:pt x="939567" y="428804"/>
                  </a:lnTo>
                  <a:lnTo>
                    <a:pt x="941488" y="428804"/>
                  </a:lnTo>
                  <a:lnTo>
                    <a:pt x="943410" y="428804"/>
                  </a:lnTo>
                  <a:lnTo>
                    <a:pt x="945331" y="428804"/>
                  </a:lnTo>
                  <a:lnTo>
                    <a:pt x="947252" y="428804"/>
                  </a:lnTo>
                  <a:lnTo>
                    <a:pt x="949174" y="428804"/>
                  </a:lnTo>
                  <a:lnTo>
                    <a:pt x="951095" y="428804"/>
                  </a:lnTo>
                  <a:lnTo>
                    <a:pt x="953017" y="428804"/>
                  </a:lnTo>
                  <a:lnTo>
                    <a:pt x="954938" y="428804"/>
                  </a:lnTo>
                  <a:lnTo>
                    <a:pt x="956859" y="428804"/>
                  </a:lnTo>
                  <a:lnTo>
                    <a:pt x="958781" y="428804"/>
                  </a:lnTo>
                  <a:lnTo>
                    <a:pt x="960702" y="428804"/>
                  </a:lnTo>
                  <a:lnTo>
                    <a:pt x="962624" y="428804"/>
                  </a:lnTo>
                  <a:lnTo>
                    <a:pt x="964545" y="428804"/>
                  </a:lnTo>
                  <a:lnTo>
                    <a:pt x="966466" y="428804"/>
                  </a:lnTo>
                  <a:lnTo>
                    <a:pt x="968388" y="428804"/>
                  </a:lnTo>
                  <a:lnTo>
                    <a:pt x="970309" y="428804"/>
                  </a:lnTo>
                  <a:lnTo>
                    <a:pt x="972231" y="428804"/>
                  </a:lnTo>
                  <a:lnTo>
                    <a:pt x="974152" y="428804"/>
                  </a:lnTo>
                  <a:lnTo>
                    <a:pt x="976073" y="428804"/>
                  </a:lnTo>
                  <a:lnTo>
                    <a:pt x="977995" y="428804"/>
                  </a:lnTo>
                  <a:lnTo>
                    <a:pt x="979916" y="428804"/>
                  </a:lnTo>
                  <a:lnTo>
                    <a:pt x="981838" y="428804"/>
                  </a:lnTo>
                  <a:lnTo>
                    <a:pt x="979916" y="428804"/>
                  </a:lnTo>
                  <a:lnTo>
                    <a:pt x="977995" y="428804"/>
                  </a:lnTo>
                  <a:lnTo>
                    <a:pt x="976073" y="428804"/>
                  </a:lnTo>
                  <a:lnTo>
                    <a:pt x="974152" y="428804"/>
                  </a:lnTo>
                  <a:lnTo>
                    <a:pt x="972231" y="428804"/>
                  </a:lnTo>
                  <a:lnTo>
                    <a:pt x="970309" y="428804"/>
                  </a:lnTo>
                  <a:lnTo>
                    <a:pt x="968388" y="428804"/>
                  </a:lnTo>
                  <a:lnTo>
                    <a:pt x="966466" y="428804"/>
                  </a:lnTo>
                  <a:lnTo>
                    <a:pt x="964545" y="428804"/>
                  </a:lnTo>
                  <a:lnTo>
                    <a:pt x="962624" y="428804"/>
                  </a:lnTo>
                  <a:lnTo>
                    <a:pt x="960702" y="428804"/>
                  </a:lnTo>
                  <a:lnTo>
                    <a:pt x="958781" y="428804"/>
                  </a:lnTo>
                  <a:lnTo>
                    <a:pt x="956859" y="428804"/>
                  </a:lnTo>
                  <a:lnTo>
                    <a:pt x="954938" y="428804"/>
                  </a:lnTo>
                  <a:lnTo>
                    <a:pt x="953017" y="428804"/>
                  </a:lnTo>
                  <a:lnTo>
                    <a:pt x="951095" y="428804"/>
                  </a:lnTo>
                  <a:lnTo>
                    <a:pt x="949174" y="428804"/>
                  </a:lnTo>
                  <a:lnTo>
                    <a:pt x="947252" y="428804"/>
                  </a:lnTo>
                  <a:lnTo>
                    <a:pt x="945331" y="428804"/>
                  </a:lnTo>
                  <a:lnTo>
                    <a:pt x="943410" y="428804"/>
                  </a:lnTo>
                  <a:lnTo>
                    <a:pt x="941488" y="428804"/>
                  </a:lnTo>
                  <a:lnTo>
                    <a:pt x="939567" y="428804"/>
                  </a:lnTo>
                  <a:lnTo>
                    <a:pt x="937645" y="428804"/>
                  </a:lnTo>
                  <a:lnTo>
                    <a:pt x="935724" y="428804"/>
                  </a:lnTo>
                  <a:lnTo>
                    <a:pt x="933802" y="428804"/>
                  </a:lnTo>
                  <a:lnTo>
                    <a:pt x="931881" y="428804"/>
                  </a:lnTo>
                  <a:lnTo>
                    <a:pt x="929960" y="428804"/>
                  </a:lnTo>
                  <a:lnTo>
                    <a:pt x="928038" y="428804"/>
                  </a:lnTo>
                  <a:lnTo>
                    <a:pt x="926117" y="428804"/>
                  </a:lnTo>
                  <a:lnTo>
                    <a:pt x="924195" y="428804"/>
                  </a:lnTo>
                  <a:lnTo>
                    <a:pt x="922274" y="428804"/>
                  </a:lnTo>
                  <a:lnTo>
                    <a:pt x="920353" y="428804"/>
                  </a:lnTo>
                  <a:lnTo>
                    <a:pt x="918431" y="428804"/>
                  </a:lnTo>
                  <a:lnTo>
                    <a:pt x="916510" y="428804"/>
                  </a:lnTo>
                  <a:lnTo>
                    <a:pt x="914588" y="428804"/>
                  </a:lnTo>
                  <a:lnTo>
                    <a:pt x="912667" y="428804"/>
                  </a:lnTo>
                  <a:lnTo>
                    <a:pt x="910746" y="428804"/>
                  </a:lnTo>
                  <a:lnTo>
                    <a:pt x="908824" y="428804"/>
                  </a:lnTo>
                  <a:lnTo>
                    <a:pt x="906903" y="428804"/>
                  </a:lnTo>
                  <a:lnTo>
                    <a:pt x="904981" y="428804"/>
                  </a:lnTo>
                  <a:lnTo>
                    <a:pt x="903060" y="428804"/>
                  </a:lnTo>
                  <a:lnTo>
                    <a:pt x="901139" y="428804"/>
                  </a:lnTo>
                  <a:lnTo>
                    <a:pt x="899217" y="428804"/>
                  </a:lnTo>
                  <a:lnTo>
                    <a:pt x="897296" y="428804"/>
                  </a:lnTo>
                  <a:lnTo>
                    <a:pt x="895374" y="428804"/>
                  </a:lnTo>
                  <a:lnTo>
                    <a:pt x="893453" y="428804"/>
                  </a:lnTo>
                  <a:lnTo>
                    <a:pt x="891532" y="428804"/>
                  </a:lnTo>
                  <a:lnTo>
                    <a:pt x="889610" y="428804"/>
                  </a:lnTo>
                  <a:lnTo>
                    <a:pt x="887689" y="428804"/>
                  </a:lnTo>
                  <a:lnTo>
                    <a:pt x="885767" y="428804"/>
                  </a:lnTo>
                  <a:lnTo>
                    <a:pt x="883846" y="428804"/>
                  </a:lnTo>
                  <a:lnTo>
                    <a:pt x="881925" y="428804"/>
                  </a:lnTo>
                  <a:lnTo>
                    <a:pt x="880003" y="428804"/>
                  </a:lnTo>
                  <a:lnTo>
                    <a:pt x="878082" y="428804"/>
                  </a:lnTo>
                  <a:lnTo>
                    <a:pt x="876160" y="428804"/>
                  </a:lnTo>
                  <a:lnTo>
                    <a:pt x="874239" y="428804"/>
                  </a:lnTo>
                  <a:lnTo>
                    <a:pt x="872318" y="428804"/>
                  </a:lnTo>
                  <a:lnTo>
                    <a:pt x="870396" y="428804"/>
                  </a:lnTo>
                  <a:lnTo>
                    <a:pt x="868475" y="428804"/>
                  </a:lnTo>
                  <a:lnTo>
                    <a:pt x="866553" y="428804"/>
                  </a:lnTo>
                  <a:lnTo>
                    <a:pt x="864632" y="428804"/>
                  </a:lnTo>
                  <a:lnTo>
                    <a:pt x="862710" y="428804"/>
                  </a:lnTo>
                  <a:lnTo>
                    <a:pt x="860789" y="428804"/>
                  </a:lnTo>
                  <a:lnTo>
                    <a:pt x="858868" y="428804"/>
                  </a:lnTo>
                  <a:lnTo>
                    <a:pt x="856946" y="428804"/>
                  </a:lnTo>
                  <a:lnTo>
                    <a:pt x="855025" y="428804"/>
                  </a:lnTo>
                  <a:lnTo>
                    <a:pt x="853103" y="428804"/>
                  </a:lnTo>
                  <a:lnTo>
                    <a:pt x="851182" y="428804"/>
                  </a:lnTo>
                  <a:lnTo>
                    <a:pt x="849261" y="428804"/>
                  </a:lnTo>
                  <a:lnTo>
                    <a:pt x="847339" y="428804"/>
                  </a:lnTo>
                  <a:lnTo>
                    <a:pt x="845418" y="428804"/>
                  </a:lnTo>
                  <a:lnTo>
                    <a:pt x="843496" y="428804"/>
                  </a:lnTo>
                  <a:lnTo>
                    <a:pt x="841575" y="428804"/>
                  </a:lnTo>
                  <a:lnTo>
                    <a:pt x="839654" y="428804"/>
                  </a:lnTo>
                  <a:lnTo>
                    <a:pt x="837732" y="428804"/>
                  </a:lnTo>
                  <a:lnTo>
                    <a:pt x="835811" y="428804"/>
                  </a:lnTo>
                  <a:lnTo>
                    <a:pt x="833889" y="428804"/>
                  </a:lnTo>
                  <a:lnTo>
                    <a:pt x="831968" y="428804"/>
                  </a:lnTo>
                  <a:lnTo>
                    <a:pt x="830047" y="428804"/>
                  </a:lnTo>
                  <a:lnTo>
                    <a:pt x="828125" y="428804"/>
                  </a:lnTo>
                  <a:lnTo>
                    <a:pt x="826204" y="428804"/>
                  </a:lnTo>
                  <a:lnTo>
                    <a:pt x="824282" y="428804"/>
                  </a:lnTo>
                  <a:lnTo>
                    <a:pt x="822361" y="428804"/>
                  </a:lnTo>
                  <a:lnTo>
                    <a:pt x="820440" y="428804"/>
                  </a:lnTo>
                  <a:lnTo>
                    <a:pt x="818518" y="428804"/>
                  </a:lnTo>
                  <a:lnTo>
                    <a:pt x="816597" y="428804"/>
                  </a:lnTo>
                  <a:lnTo>
                    <a:pt x="814675" y="428804"/>
                  </a:lnTo>
                  <a:lnTo>
                    <a:pt x="812754" y="428804"/>
                  </a:lnTo>
                  <a:lnTo>
                    <a:pt x="810833" y="428804"/>
                  </a:lnTo>
                  <a:lnTo>
                    <a:pt x="808911" y="428804"/>
                  </a:lnTo>
                  <a:lnTo>
                    <a:pt x="806990" y="428804"/>
                  </a:lnTo>
                  <a:lnTo>
                    <a:pt x="805068" y="428804"/>
                  </a:lnTo>
                  <a:lnTo>
                    <a:pt x="803147" y="428804"/>
                  </a:lnTo>
                  <a:lnTo>
                    <a:pt x="801226" y="428804"/>
                  </a:lnTo>
                  <a:lnTo>
                    <a:pt x="799304" y="428804"/>
                  </a:lnTo>
                  <a:lnTo>
                    <a:pt x="797383" y="428804"/>
                  </a:lnTo>
                  <a:lnTo>
                    <a:pt x="795461" y="428804"/>
                  </a:lnTo>
                  <a:lnTo>
                    <a:pt x="793540" y="428804"/>
                  </a:lnTo>
                  <a:lnTo>
                    <a:pt x="791618" y="428804"/>
                  </a:lnTo>
                  <a:lnTo>
                    <a:pt x="789697" y="428804"/>
                  </a:lnTo>
                  <a:lnTo>
                    <a:pt x="787776" y="428804"/>
                  </a:lnTo>
                  <a:lnTo>
                    <a:pt x="785854" y="428804"/>
                  </a:lnTo>
                  <a:lnTo>
                    <a:pt x="783933" y="428804"/>
                  </a:lnTo>
                  <a:lnTo>
                    <a:pt x="782011" y="428804"/>
                  </a:lnTo>
                  <a:lnTo>
                    <a:pt x="780090" y="428804"/>
                  </a:lnTo>
                  <a:lnTo>
                    <a:pt x="778169" y="428804"/>
                  </a:lnTo>
                  <a:lnTo>
                    <a:pt x="776247" y="428804"/>
                  </a:lnTo>
                  <a:lnTo>
                    <a:pt x="774326" y="428804"/>
                  </a:lnTo>
                  <a:lnTo>
                    <a:pt x="772404" y="428804"/>
                  </a:lnTo>
                  <a:lnTo>
                    <a:pt x="770483" y="428804"/>
                  </a:lnTo>
                  <a:lnTo>
                    <a:pt x="768562" y="428804"/>
                  </a:lnTo>
                  <a:lnTo>
                    <a:pt x="766640" y="428804"/>
                  </a:lnTo>
                  <a:lnTo>
                    <a:pt x="764719" y="428804"/>
                  </a:lnTo>
                  <a:lnTo>
                    <a:pt x="762797" y="428804"/>
                  </a:lnTo>
                  <a:lnTo>
                    <a:pt x="760876" y="428804"/>
                  </a:lnTo>
                  <a:lnTo>
                    <a:pt x="758955" y="428804"/>
                  </a:lnTo>
                  <a:lnTo>
                    <a:pt x="757033" y="428804"/>
                  </a:lnTo>
                  <a:lnTo>
                    <a:pt x="755112" y="428804"/>
                  </a:lnTo>
                  <a:lnTo>
                    <a:pt x="753190" y="428804"/>
                  </a:lnTo>
                  <a:lnTo>
                    <a:pt x="751269" y="428804"/>
                  </a:lnTo>
                  <a:lnTo>
                    <a:pt x="749348" y="428804"/>
                  </a:lnTo>
                  <a:lnTo>
                    <a:pt x="747426" y="428804"/>
                  </a:lnTo>
                  <a:lnTo>
                    <a:pt x="745505" y="428804"/>
                  </a:lnTo>
                  <a:lnTo>
                    <a:pt x="743583" y="428804"/>
                  </a:lnTo>
                  <a:lnTo>
                    <a:pt x="741662" y="428804"/>
                  </a:lnTo>
                  <a:lnTo>
                    <a:pt x="739741" y="428804"/>
                  </a:lnTo>
                  <a:lnTo>
                    <a:pt x="737819" y="428804"/>
                  </a:lnTo>
                  <a:lnTo>
                    <a:pt x="735898" y="428804"/>
                  </a:lnTo>
                  <a:lnTo>
                    <a:pt x="733976" y="428804"/>
                  </a:lnTo>
                  <a:lnTo>
                    <a:pt x="732055" y="428804"/>
                  </a:lnTo>
                  <a:lnTo>
                    <a:pt x="730134" y="428804"/>
                  </a:lnTo>
                  <a:lnTo>
                    <a:pt x="728212" y="428804"/>
                  </a:lnTo>
                  <a:lnTo>
                    <a:pt x="726291" y="428804"/>
                  </a:lnTo>
                  <a:lnTo>
                    <a:pt x="724369" y="428804"/>
                  </a:lnTo>
                  <a:lnTo>
                    <a:pt x="722448" y="428804"/>
                  </a:lnTo>
                  <a:lnTo>
                    <a:pt x="720526" y="428804"/>
                  </a:lnTo>
                  <a:lnTo>
                    <a:pt x="718605" y="428804"/>
                  </a:lnTo>
                  <a:lnTo>
                    <a:pt x="716684" y="428804"/>
                  </a:lnTo>
                  <a:lnTo>
                    <a:pt x="714762" y="428804"/>
                  </a:lnTo>
                  <a:lnTo>
                    <a:pt x="712841" y="428804"/>
                  </a:lnTo>
                  <a:lnTo>
                    <a:pt x="710919" y="428804"/>
                  </a:lnTo>
                  <a:lnTo>
                    <a:pt x="708998" y="428804"/>
                  </a:lnTo>
                  <a:lnTo>
                    <a:pt x="707077" y="428804"/>
                  </a:lnTo>
                  <a:lnTo>
                    <a:pt x="705155" y="428804"/>
                  </a:lnTo>
                  <a:lnTo>
                    <a:pt x="703234" y="428804"/>
                  </a:lnTo>
                  <a:lnTo>
                    <a:pt x="701312" y="428804"/>
                  </a:lnTo>
                  <a:lnTo>
                    <a:pt x="699391" y="428804"/>
                  </a:lnTo>
                  <a:lnTo>
                    <a:pt x="697470" y="428804"/>
                  </a:lnTo>
                  <a:lnTo>
                    <a:pt x="695548" y="428804"/>
                  </a:lnTo>
                  <a:lnTo>
                    <a:pt x="693627" y="428804"/>
                  </a:lnTo>
                  <a:lnTo>
                    <a:pt x="691705" y="428804"/>
                  </a:lnTo>
                  <a:lnTo>
                    <a:pt x="689784" y="428804"/>
                  </a:lnTo>
                  <a:lnTo>
                    <a:pt x="687863" y="428804"/>
                  </a:lnTo>
                  <a:lnTo>
                    <a:pt x="685941" y="428804"/>
                  </a:lnTo>
                  <a:lnTo>
                    <a:pt x="684020" y="428804"/>
                  </a:lnTo>
                  <a:lnTo>
                    <a:pt x="682098" y="428804"/>
                  </a:lnTo>
                  <a:lnTo>
                    <a:pt x="680177" y="428804"/>
                  </a:lnTo>
                  <a:lnTo>
                    <a:pt x="678256" y="428804"/>
                  </a:lnTo>
                  <a:lnTo>
                    <a:pt x="676334" y="428804"/>
                  </a:lnTo>
                  <a:lnTo>
                    <a:pt x="674413" y="428804"/>
                  </a:lnTo>
                  <a:lnTo>
                    <a:pt x="672491" y="428804"/>
                  </a:lnTo>
                  <a:lnTo>
                    <a:pt x="670570" y="428804"/>
                  </a:lnTo>
                  <a:lnTo>
                    <a:pt x="668649" y="428804"/>
                  </a:lnTo>
                  <a:lnTo>
                    <a:pt x="666727" y="428804"/>
                  </a:lnTo>
                  <a:lnTo>
                    <a:pt x="664806" y="428804"/>
                  </a:lnTo>
                  <a:lnTo>
                    <a:pt x="662884" y="428804"/>
                  </a:lnTo>
                  <a:lnTo>
                    <a:pt x="660963" y="428804"/>
                  </a:lnTo>
                  <a:lnTo>
                    <a:pt x="659042" y="428804"/>
                  </a:lnTo>
                  <a:lnTo>
                    <a:pt x="657120" y="428804"/>
                  </a:lnTo>
                  <a:lnTo>
                    <a:pt x="655199" y="428804"/>
                  </a:lnTo>
                  <a:lnTo>
                    <a:pt x="653277" y="428804"/>
                  </a:lnTo>
                  <a:lnTo>
                    <a:pt x="651356" y="428804"/>
                  </a:lnTo>
                  <a:lnTo>
                    <a:pt x="649434" y="428804"/>
                  </a:lnTo>
                  <a:lnTo>
                    <a:pt x="647513" y="428804"/>
                  </a:lnTo>
                  <a:lnTo>
                    <a:pt x="645592" y="428804"/>
                  </a:lnTo>
                  <a:lnTo>
                    <a:pt x="643670" y="428804"/>
                  </a:lnTo>
                  <a:lnTo>
                    <a:pt x="641749" y="428804"/>
                  </a:lnTo>
                  <a:lnTo>
                    <a:pt x="639827" y="428804"/>
                  </a:lnTo>
                  <a:lnTo>
                    <a:pt x="637906" y="428804"/>
                  </a:lnTo>
                  <a:lnTo>
                    <a:pt x="635985" y="428804"/>
                  </a:lnTo>
                  <a:lnTo>
                    <a:pt x="634063" y="428804"/>
                  </a:lnTo>
                  <a:lnTo>
                    <a:pt x="632142" y="428804"/>
                  </a:lnTo>
                  <a:lnTo>
                    <a:pt x="630220" y="428804"/>
                  </a:lnTo>
                  <a:lnTo>
                    <a:pt x="628299" y="428804"/>
                  </a:lnTo>
                  <a:lnTo>
                    <a:pt x="626378" y="428804"/>
                  </a:lnTo>
                  <a:lnTo>
                    <a:pt x="624456" y="428804"/>
                  </a:lnTo>
                  <a:lnTo>
                    <a:pt x="622535" y="428804"/>
                  </a:lnTo>
                  <a:lnTo>
                    <a:pt x="620613" y="428804"/>
                  </a:lnTo>
                  <a:lnTo>
                    <a:pt x="618692" y="428804"/>
                  </a:lnTo>
                  <a:lnTo>
                    <a:pt x="616771" y="428804"/>
                  </a:lnTo>
                  <a:lnTo>
                    <a:pt x="614849" y="428804"/>
                  </a:lnTo>
                  <a:lnTo>
                    <a:pt x="612928" y="428804"/>
                  </a:lnTo>
                  <a:lnTo>
                    <a:pt x="611006" y="428804"/>
                  </a:lnTo>
                  <a:lnTo>
                    <a:pt x="609085" y="428804"/>
                  </a:lnTo>
                  <a:lnTo>
                    <a:pt x="607164" y="428804"/>
                  </a:lnTo>
                  <a:lnTo>
                    <a:pt x="605242" y="428804"/>
                  </a:lnTo>
                  <a:lnTo>
                    <a:pt x="603321" y="428804"/>
                  </a:lnTo>
                  <a:lnTo>
                    <a:pt x="601399" y="428804"/>
                  </a:lnTo>
                  <a:lnTo>
                    <a:pt x="599478" y="428804"/>
                  </a:lnTo>
                  <a:lnTo>
                    <a:pt x="597557" y="428804"/>
                  </a:lnTo>
                  <a:lnTo>
                    <a:pt x="595635" y="428804"/>
                  </a:lnTo>
                  <a:lnTo>
                    <a:pt x="593714" y="428804"/>
                  </a:lnTo>
                  <a:lnTo>
                    <a:pt x="591792" y="428804"/>
                  </a:lnTo>
                  <a:lnTo>
                    <a:pt x="589871" y="428804"/>
                  </a:lnTo>
                  <a:lnTo>
                    <a:pt x="587950" y="428804"/>
                  </a:lnTo>
                  <a:lnTo>
                    <a:pt x="586028" y="428804"/>
                  </a:lnTo>
                  <a:lnTo>
                    <a:pt x="584107" y="428804"/>
                  </a:lnTo>
                  <a:lnTo>
                    <a:pt x="582185" y="428804"/>
                  </a:lnTo>
                  <a:lnTo>
                    <a:pt x="580264" y="428804"/>
                  </a:lnTo>
                  <a:lnTo>
                    <a:pt x="578342" y="428804"/>
                  </a:lnTo>
                  <a:lnTo>
                    <a:pt x="576421" y="428804"/>
                  </a:lnTo>
                  <a:lnTo>
                    <a:pt x="574500" y="428804"/>
                  </a:lnTo>
                  <a:lnTo>
                    <a:pt x="572578" y="428804"/>
                  </a:lnTo>
                  <a:lnTo>
                    <a:pt x="570657" y="428804"/>
                  </a:lnTo>
                  <a:lnTo>
                    <a:pt x="568735" y="428804"/>
                  </a:lnTo>
                  <a:lnTo>
                    <a:pt x="566814" y="428804"/>
                  </a:lnTo>
                  <a:lnTo>
                    <a:pt x="564893" y="428804"/>
                  </a:lnTo>
                  <a:lnTo>
                    <a:pt x="562971" y="428804"/>
                  </a:lnTo>
                  <a:lnTo>
                    <a:pt x="561050" y="428804"/>
                  </a:lnTo>
                  <a:lnTo>
                    <a:pt x="559128" y="428804"/>
                  </a:lnTo>
                  <a:lnTo>
                    <a:pt x="557207" y="428804"/>
                  </a:lnTo>
                  <a:lnTo>
                    <a:pt x="555286" y="428804"/>
                  </a:lnTo>
                  <a:lnTo>
                    <a:pt x="553364" y="428804"/>
                  </a:lnTo>
                  <a:lnTo>
                    <a:pt x="551443" y="428804"/>
                  </a:lnTo>
                  <a:lnTo>
                    <a:pt x="549521" y="428804"/>
                  </a:lnTo>
                  <a:lnTo>
                    <a:pt x="547600" y="428804"/>
                  </a:lnTo>
                  <a:lnTo>
                    <a:pt x="545679" y="428804"/>
                  </a:lnTo>
                  <a:lnTo>
                    <a:pt x="543757" y="428804"/>
                  </a:lnTo>
                  <a:lnTo>
                    <a:pt x="541836" y="428804"/>
                  </a:lnTo>
                  <a:lnTo>
                    <a:pt x="539914" y="428804"/>
                  </a:lnTo>
                  <a:lnTo>
                    <a:pt x="537993" y="428804"/>
                  </a:lnTo>
                  <a:lnTo>
                    <a:pt x="536072" y="428804"/>
                  </a:lnTo>
                  <a:lnTo>
                    <a:pt x="534150" y="428804"/>
                  </a:lnTo>
                  <a:lnTo>
                    <a:pt x="532229" y="428804"/>
                  </a:lnTo>
                  <a:lnTo>
                    <a:pt x="530307" y="428804"/>
                  </a:lnTo>
                  <a:lnTo>
                    <a:pt x="528386" y="428804"/>
                  </a:lnTo>
                  <a:lnTo>
                    <a:pt x="526465" y="428804"/>
                  </a:lnTo>
                  <a:lnTo>
                    <a:pt x="524543" y="428804"/>
                  </a:lnTo>
                  <a:lnTo>
                    <a:pt x="522622" y="428804"/>
                  </a:lnTo>
                  <a:lnTo>
                    <a:pt x="520700" y="428804"/>
                  </a:lnTo>
                  <a:lnTo>
                    <a:pt x="518779" y="428804"/>
                  </a:lnTo>
                  <a:lnTo>
                    <a:pt x="516858" y="428804"/>
                  </a:lnTo>
                  <a:lnTo>
                    <a:pt x="514936" y="428804"/>
                  </a:lnTo>
                  <a:lnTo>
                    <a:pt x="513015" y="428804"/>
                  </a:lnTo>
                  <a:lnTo>
                    <a:pt x="511093" y="428804"/>
                  </a:lnTo>
                  <a:lnTo>
                    <a:pt x="509172" y="428804"/>
                  </a:lnTo>
                  <a:lnTo>
                    <a:pt x="507250" y="428804"/>
                  </a:lnTo>
                  <a:lnTo>
                    <a:pt x="505329" y="428804"/>
                  </a:lnTo>
                  <a:lnTo>
                    <a:pt x="503408" y="428804"/>
                  </a:lnTo>
                  <a:lnTo>
                    <a:pt x="501486" y="428804"/>
                  </a:lnTo>
                  <a:lnTo>
                    <a:pt x="499565" y="428804"/>
                  </a:lnTo>
                  <a:lnTo>
                    <a:pt x="497643" y="428804"/>
                  </a:lnTo>
                  <a:lnTo>
                    <a:pt x="495722" y="428804"/>
                  </a:lnTo>
                  <a:lnTo>
                    <a:pt x="493801" y="428804"/>
                  </a:lnTo>
                  <a:lnTo>
                    <a:pt x="491879" y="428804"/>
                  </a:lnTo>
                  <a:lnTo>
                    <a:pt x="489958" y="428804"/>
                  </a:lnTo>
                  <a:lnTo>
                    <a:pt x="488036" y="428804"/>
                  </a:lnTo>
                  <a:lnTo>
                    <a:pt x="486115" y="428804"/>
                  </a:lnTo>
                  <a:lnTo>
                    <a:pt x="484194" y="428804"/>
                  </a:lnTo>
                  <a:lnTo>
                    <a:pt x="482272" y="428804"/>
                  </a:lnTo>
                  <a:lnTo>
                    <a:pt x="480351" y="428804"/>
                  </a:lnTo>
                  <a:lnTo>
                    <a:pt x="478429" y="428804"/>
                  </a:lnTo>
                  <a:lnTo>
                    <a:pt x="476508" y="428804"/>
                  </a:lnTo>
                  <a:lnTo>
                    <a:pt x="474587" y="428804"/>
                  </a:lnTo>
                  <a:lnTo>
                    <a:pt x="472665" y="428804"/>
                  </a:lnTo>
                  <a:lnTo>
                    <a:pt x="470744" y="428804"/>
                  </a:lnTo>
                  <a:lnTo>
                    <a:pt x="468822" y="428804"/>
                  </a:lnTo>
                  <a:lnTo>
                    <a:pt x="466901" y="428804"/>
                  </a:lnTo>
                  <a:lnTo>
                    <a:pt x="464980" y="428804"/>
                  </a:lnTo>
                  <a:lnTo>
                    <a:pt x="463058" y="428804"/>
                  </a:lnTo>
                  <a:lnTo>
                    <a:pt x="461137" y="428804"/>
                  </a:lnTo>
                  <a:lnTo>
                    <a:pt x="459215" y="428804"/>
                  </a:lnTo>
                  <a:lnTo>
                    <a:pt x="457294" y="428804"/>
                  </a:lnTo>
                  <a:lnTo>
                    <a:pt x="455373" y="428804"/>
                  </a:lnTo>
                  <a:lnTo>
                    <a:pt x="453451" y="428804"/>
                  </a:lnTo>
                  <a:lnTo>
                    <a:pt x="451530" y="428804"/>
                  </a:lnTo>
                  <a:lnTo>
                    <a:pt x="449608" y="428804"/>
                  </a:lnTo>
                  <a:lnTo>
                    <a:pt x="447687" y="428804"/>
                  </a:lnTo>
                  <a:lnTo>
                    <a:pt x="445766" y="428804"/>
                  </a:lnTo>
                  <a:lnTo>
                    <a:pt x="443844" y="428804"/>
                  </a:lnTo>
                  <a:lnTo>
                    <a:pt x="441923" y="428804"/>
                  </a:lnTo>
                  <a:lnTo>
                    <a:pt x="440001" y="428804"/>
                  </a:lnTo>
                  <a:lnTo>
                    <a:pt x="438080" y="428804"/>
                  </a:lnTo>
                  <a:lnTo>
                    <a:pt x="436159" y="428804"/>
                  </a:lnTo>
                  <a:lnTo>
                    <a:pt x="434237" y="428804"/>
                  </a:lnTo>
                  <a:lnTo>
                    <a:pt x="432316" y="428804"/>
                  </a:lnTo>
                  <a:lnTo>
                    <a:pt x="430394" y="428804"/>
                  </a:lnTo>
                  <a:lnTo>
                    <a:pt x="428473" y="428804"/>
                  </a:lnTo>
                  <a:lnTo>
                    <a:pt x="426551" y="428804"/>
                  </a:lnTo>
                  <a:lnTo>
                    <a:pt x="424630" y="428804"/>
                  </a:lnTo>
                  <a:lnTo>
                    <a:pt x="422709" y="428804"/>
                  </a:lnTo>
                  <a:lnTo>
                    <a:pt x="420787" y="428804"/>
                  </a:lnTo>
                  <a:lnTo>
                    <a:pt x="418866" y="428804"/>
                  </a:lnTo>
                  <a:lnTo>
                    <a:pt x="416944" y="428804"/>
                  </a:lnTo>
                  <a:lnTo>
                    <a:pt x="415023" y="428804"/>
                  </a:lnTo>
                  <a:lnTo>
                    <a:pt x="413102" y="428804"/>
                  </a:lnTo>
                  <a:lnTo>
                    <a:pt x="411180" y="428804"/>
                  </a:lnTo>
                  <a:lnTo>
                    <a:pt x="409259" y="428804"/>
                  </a:lnTo>
                  <a:lnTo>
                    <a:pt x="407337" y="428804"/>
                  </a:lnTo>
                  <a:lnTo>
                    <a:pt x="405416" y="428804"/>
                  </a:lnTo>
                  <a:lnTo>
                    <a:pt x="403495" y="428804"/>
                  </a:lnTo>
                  <a:lnTo>
                    <a:pt x="401573" y="428804"/>
                  </a:lnTo>
                  <a:lnTo>
                    <a:pt x="399652" y="428804"/>
                  </a:lnTo>
                  <a:lnTo>
                    <a:pt x="397730" y="428804"/>
                  </a:lnTo>
                  <a:lnTo>
                    <a:pt x="395809" y="428804"/>
                  </a:lnTo>
                  <a:lnTo>
                    <a:pt x="393888" y="428804"/>
                  </a:lnTo>
                  <a:lnTo>
                    <a:pt x="391966" y="428804"/>
                  </a:lnTo>
                  <a:lnTo>
                    <a:pt x="390045" y="428804"/>
                  </a:lnTo>
                  <a:lnTo>
                    <a:pt x="388123" y="428804"/>
                  </a:lnTo>
                  <a:lnTo>
                    <a:pt x="386202" y="428804"/>
                  </a:lnTo>
                  <a:lnTo>
                    <a:pt x="384281" y="428804"/>
                  </a:lnTo>
                  <a:lnTo>
                    <a:pt x="382359" y="428804"/>
                  </a:lnTo>
                  <a:lnTo>
                    <a:pt x="380438" y="428804"/>
                  </a:lnTo>
                  <a:lnTo>
                    <a:pt x="378516" y="428804"/>
                  </a:lnTo>
                  <a:lnTo>
                    <a:pt x="376595" y="428804"/>
                  </a:lnTo>
                  <a:lnTo>
                    <a:pt x="374674" y="428804"/>
                  </a:lnTo>
                  <a:lnTo>
                    <a:pt x="372752" y="428804"/>
                  </a:lnTo>
                  <a:lnTo>
                    <a:pt x="370831" y="428804"/>
                  </a:lnTo>
                  <a:lnTo>
                    <a:pt x="368909" y="428804"/>
                  </a:lnTo>
                  <a:lnTo>
                    <a:pt x="366988" y="428804"/>
                  </a:lnTo>
                  <a:lnTo>
                    <a:pt x="365067" y="428804"/>
                  </a:lnTo>
                  <a:lnTo>
                    <a:pt x="363145" y="428804"/>
                  </a:lnTo>
                  <a:lnTo>
                    <a:pt x="361224" y="428804"/>
                  </a:lnTo>
                  <a:lnTo>
                    <a:pt x="359302" y="428804"/>
                  </a:lnTo>
                  <a:lnTo>
                    <a:pt x="357381" y="428804"/>
                  </a:lnTo>
                  <a:lnTo>
                    <a:pt x="355459" y="428804"/>
                  </a:lnTo>
                  <a:lnTo>
                    <a:pt x="353538" y="428804"/>
                  </a:lnTo>
                  <a:lnTo>
                    <a:pt x="351617" y="428804"/>
                  </a:lnTo>
                  <a:lnTo>
                    <a:pt x="349695" y="428804"/>
                  </a:lnTo>
                  <a:lnTo>
                    <a:pt x="347774" y="428804"/>
                  </a:lnTo>
                  <a:lnTo>
                    <a:pt x="345852" y="428804"/>
                  </a:lnTo>
                  <a:lnTo>
                    <a:pt x="343931" y="428804"/>
                  </a:lnTo>
                  <a:lnTo>
                    <a:pt x="342010" y="428804"/>
                  </a:lnTo>
                  <a:lnTo>
                    <a:pt x="340088" y="428804"/>
                  </a:lnTo>
                  <a:lnTo>
                    <a:pt x="338167" y="428804"/>
                  </a:lnTo>
                  <a:lnTo>
                    <a:pt x="336245" y="428804"/>
                  </a:lnTo>
                  <a:lnTo>
                    <a:pt x="334324" y="428804"/>
                  </a:lnTo>
                  <a:lnTo>
                    <a:pt x="332403" y="428804"/>
                  </a:lnTo>
                  <a:lnTo>
                    <a:pt x="330481" y="428804"/>
                  </a:lnTo>
                  <a:lnTo>
                    <a:pt x="328560" y="428804"/>
                  </a:lnTo>
                  <a:lnTo>
                    <a:pt x="326638" y="428804"/>
                  </a:lnTo>
                  <a:lnTo>
                    <a:pt x="324717" y="428804"/>
                  </a:lnTo>
                  <a:lnTo>
                    <a:pt x="322796" y="428804"/>
                  </a:lnTo>
                  <a:lnTo>
                    <a:pt x="320874" y="428804"/>
                  </a:lnTo>
                  <a:lnTo>
                    <a:pt x="318953" y="428804"/>
                  </a:lnTo>
                  <a:lnTo>
                    <a:pt x="317031" y="428804"/>
                  </a:lnTo>
                  <a:lnTo>
                    <a:pt x="315110" y="428804"/>
                  </a:lnTo>
                  <a:lnTo>
                    <a:pt x="313189" y="428804"/>
                  </a:lnTo>
                  <a:lnTo>
                    <a:pt x="311267" y="428804"/>
                  </a:lnTo>
                  <a:lnTo>
                    <a:pt x="309346" y="428804"/>
                  </a:lnTo>
                  <a:lnTo>
                    <a:pt x="307424" y="428804"/>
                  </a:lnTo>
                  <a:lnTo>
                    <a:pt x="305503" y="428804"/>
                  </a:lnTo>
                  <a:lnTo>
                    <a:pt x="303582" y="428804"/>
                  </a:lnTo>
                  <a:lnTo>
                    <a:pt x="301660" y="428804"/>
                  </a:lnTo>
                  <a:lnTo>
                    <a:pt x="299739" y="428804"/>
                  </a:lnTo>
                  <a:lnTo>
                    <a:pt x="297817" y="428804"/>
                  </a:lnTo>
                  <a:lnTo>
                    <a:pt x="295896" y="428804"/>
                  </a:lnTo>
                  <a:lnTo>
                    <a:pt x="293975" y="428804"/>
                  </a:lnTo>
                  <a:lnTo>
                    <a:pt x="292053" y="428804"/>
                  </a:lnTo>
                  <a:lnTo>
                    <a:pt x="290132" y="428804"/>
                  </a:lnTo>
                  <a:lnTo>
                    <a:pt x="288210" y="428804"/>
                  </a:lnTo>
                  <a:lnTo>
                    <a:pt x="286289" y="428804"/>
                  </a:lnTo>
                  <a:lnTo>
                    <a:pt x="284367" y="428804"/>
                  </a:lnTo>
                  <a:lnTo>
                    <a:pt x="282446" y="428804"/>
                  </a:lnTo>
                  <a:lnTo>
                    <a:pt x="280525" y="428804"/>
                  </a:lnTo>
                  <a:lnTo>
                    <a:pt x="278603" y="428804"/>
                  </a:lnTo>
                  <a:lnTo>
                    <a:pt x="276682" y="428804"/>
                  </a:lnTo>
                  <a:lnTo>
                    <a:pt x="274760" y="428804"/>
                  </a:lnTo>
                  <a:lnTo>
                    <a:pt x="272839" y="428804"/>
                  </a:lnTo>
                  <a:lnTo>
                    <a:pt x="270918" y="428804"/>
                  </a:lnTo>
                  <a:lnTo>
                    <a:pt x="268996" y="428804"/>
                  </a:lnTo>
                  <a:lnTo>
                    <a:pt x="267075" y="428804"/>
                  </a:lnTo>
                  <a:lnTo>
                    <a:pt x="265153" y="428804"/>
                  </a:lnTo>
                  <a:lnTo>
                    <a:pt x="263232" y="428804"/>
                  </a:lnTo>
                  <a:lnTo>
                    <a:pt x="261311" y="428804"/>
                  </a:lnTo>
                  <a:lnTo>
                    <a:pt x="259389" y="428804"/>
                  </a:lnTo>
                  <a:lnTo>
                    <a:pt x="257468" y="428804"/>
                  </a:lnTo>
                  <a:lnTo>
                    <a:pt x="255546" y="428804"/>
                  </a:lnTo>
                  <a:lnTo>
                    <a:pt x="253625" y="428804"/>
                  </a:lnTo>
                  <a:lnTo>
                    <a:pt x="251704" y="428804"/>
                  </a:lnTo>
                  <a:lnTo>
                    <a:pt x="249782" y="428804"/>
                  </a:lnTo>
                  <a:lnTo>
                    <a:pt x="247861" y="428804"/>
                  </a:lnTo>
                  <a:lnTo>
                    <a:pt x="245939" y="428804"/>
                  </a:lnTo>
                  <a:lnTo>
                    <a:pt x="244018" y="428804"/>
                  </a:lnTo>
                  <a:lnTo>
                    <a:pt x="242097" y="428804"/>
                  </a:lnTo>
                  <a:lnTo>
                    <a:pt x="240175" y="428804"/>
                  </a:lnTo>
                  <a:lnTo>
                    <a:pt x="238254" y="428804"/>
                  </a:lnTo>
                  <a:lnTo>
                    <a:pt x="236332" y="428804"/>
                  </a:lnTo>
                  <a:lnTo>
                    <a:pt x="234411" y="428804"/>
                  </a:lnTo>
                  <a:lnTo>
                    <a:pt x="232490" y="428804"/>
                  </a:lnTo>
                  <a:lnTo>
                    <a:pt x="230568" y="428804"/>
                  </a:lnTo>
                  <a:lnTo>
                    <a:pt x="228647" y="428804"/>
                  </a:lnTo>
                  <a:lnTo>
                    <a:pt x="226725" y="428804"/>
                  </a:lnTo>
                  <a:lnTo>
                    <a:pt x="224804" y="428804"/>
                  </a:lnTo>
                  <a:lnTo>
                    <a:pt x="222883" y="428804"/>
                  </a:lnTo>
                  <a:lnTo>
                    <a:pt x="220961" y="428804"/>
                  </a:lnTo>
                  <a:lnTo>
                    <a:pt x="219040" y="428804"/>
                  </a:lnTo>
                  <a:lnTo>
                    <a:pt x="217118" y="428804"/>
                  </a:lnTo>
                  <a:lnTo>
                    <a:pt x="215197" y="428804"/>
                  </a:lnTo>
                  <a:lnTo>
                    <a:pt x="213275" y="428804"/>
                  </a:lnTo>
                  <a:lnTo>
                    <a:pt x="211354" y="428804"/>
                  </a:lnTo>
                  <a:lnTo>
                    <a:pt x="209433" y="428804"/>
                  </a:lnTo>
                  <a:lnTo>
                    <a:pt x="207511" y="428804"/>
                  </a:lnTo>
                  <a:lnTo>
                    <a:pt x="205590" y="428804"/>
                  </a:lnTo>
                  <a:lnTo>
                    <a:pt x="203668" y="428804"/>
                  </a:lnTo>
                  <a:lnTo>
                    <a:pt x="201747" y="428804"/>
                  </a:lnTo>
                  <a:lnTo>
                    <a:pt x="199826" y="428804"/>
                  </a:lnTo>
                  <a:lnTo>
                    <a:pt x="197904" y="428804"/>
                  </a:lnTo>
                  <a:lnTo>
                    <a:pt x="195983" y="428804"/>
                  </a:lnTo>
                  <a:lnTo>
                    <a:pt x="194061" y="428804"/>
                  </a:lnTo>
                  <a:lnTo>
                    <a:pt x="192140" y="428804"/>
                  </a:lnTo>
                  <a:lnTo>
                    <a:pt x="190219" y="428804"/>
                  </a:lnTo>
                  <a:lnTo>
                    <a:pt x="188297" y="428804"/>
                  </a:lnTo>
                  <a:lnTo>
                    <a:pt x="186376" y="428804"/>
                  </a:lnTo>
                  <a:lnTo>
                    <a:pt x="184454" y="428804"/>
                  </a:lnTo>
                  <a:lnTo>
                    <a:pt x="182533" y="428804"/>
                  </a:lnTo>
                  <a:lnTo>
                    <a:pt x="180612" y="428804"/>
                  </a:lnTo>
                  <a:lnTo>
                    <a:pt x="178690" y="428804"/>
                  </a:lnTo>
                  <a:lnTo>
                    <a:pt x="176769" y="428804"/>
                  </a:lnTo>
                  <a:lnTo>
                    <a:pt x="174847" y="428804"/>
                  </a:lnTo>
                  <a:lnTo>
                    <a:pt x="172926" y="428804"/>
                  </a:lnTo>
                  <a:lnTo>
                    <a:pt x="171005" y="428804"/>
                  </a:lnTo>
                  <a:lnTo>
                    <a:pt x="169083" y="428804"/>
                  </a:lnTo>
                  <a:lnTo>
                    <a:pt x="167162" y="428804"/>
                  </a:lnTo>
                  <a:lnTo>
                    <a:pt x="165240" y="428804"/>
                  </a:lnTo>
                  <a:lnTo>
                    <a:pt x="163319" y="428804"/>
                  </a:lnTo>
                  <a:lnTo>
                    <a:pt x="161398" y="428804"/>
                  </a:lnTo>
                  <a:lnTo>
                    <a:pt x="159476" y="428804"/>
                  </a:lnTo>
                  <a:lnTo>
                    <a:pt x="157555" y="428804"/>
                  </a:lnTo>
                  <a:lnTo>
                    <a:pt x="155633" y="428804"/>
                  </a:lnTo>
                  <a:lnTo>
                    <a:pt x="153712" y="428804"/>
                  </a:lnTo>
                  <a:lnTo>
                    <a:pt x="151791" y="428804"/>
                  </a:lnTo>
                  <a:lnTo>
                    <a:pt x="149869" y="428804"/>
                  </a:lnTo>
                  <a:lnTo>
                    <a:pt x="147948" y="428804"/>
                  </a:lnTo>
                  <a:lnTo>
                    <a:pt x="146026" y="428804"/>
                  </a:lnTo>
                  <a:lnTo>
                    <a:pt x="144105" y="428804"/>
                  </a:lnTo>
                  <a:lnTo>
                    <a:pt x="142183" y="428804"/>
                  </a:lnTo>
                  <a:lnTo>
                    <a:pt x="140262" y="428804"/>
                  </a:lnTo>
                  <a:lnTo>
                    <a:pt x="138341" y="428804"/>
                  </a:lnTo>
                  <a:lnTo>
                    <a:pt x="136419" y="428804"/>
                  </a:lnTo>
                  <a:lnTo>
                    <a:pt x="134498" y="428804"/>
                  </a:lnTo>
                  <a:lnTo>
                    <a:pt x="132576" y="428804"/>
                  </a:lnTo>
                  <a:lnTo>
                    <a:pt x="130655" y="428804"/>
                  </a:lnTo>
                  <a:lnTo>
                    <a:pt x="128734" y="428804"/>
                  </a:lnTo>
                  <a:lnTo>
                    <a:pt x="126812" y="428804"/>
                  </a:lnTo>
                  <a:lnTo>
                    <a:pt x="124891" y="428804"/>
                  </a:lnTo>
                  <a:lnTo>
                    <a:pt x="122969" y="428804"/>
                  </a:lnTo>
                  <a:lnTo>
                    <a:pt x="121048" y="428804"/>
                  </a:lnTo>
                  <a:lnTo>
                    <a:pt x="119127" y="428804"/>
                  </a:lnTo>
                  <a:lnTo>
                    <a:pt x="117205" y="428804"/>
                  </a:lnTo>
                  <a:lnTo>
                    <a:pt x="115284" y="428804"/>
                  </a:lnTo>
                  <a:lnTo>
                    <a:pt x="113362" y="428804"/>
                  </a:lnTo>
                  <a:lnTo>
                    <a:pt x="111441" y="428804"/>
                  </a:lnTo>
                  <a:lnTo>
                    <a:pt x="109520" y="428804"/>
                  </a:lnTo>
                  <a:lnTo>
                    <a:pt x="107598" y="428804"/>
                  </a:lnTo>
                  <a:lnTo>
                    <a:pt x="105677" y="428804"/>
                  </a:lnTo>
                  <a:lnTo>
                    <a:pt x="103755" y="428804"/>
                  </a:lnTo>
                  <a:lnTo>
                    <a:pt x="101834" y="428804"/>
                  </a:lnTo>
                  <a:lnTo>
                    <a:pt x="99913" y="428804"/>
                  </a:lnTo>
                  <a:lnTo>
                    <a:pt x="97991" y="428804"/>
                  </a:lnTo>
                  <a:lnTo>
                    <a:pt x="96070" y="428804"/>
                  </a:lnTo>
                  <a:lnTo>
                    <a:pt x="94148" y="428804"/>
                  </a:lnTo>
                  <a:lnTo>
                    <a:pt x="92227" y="428804"/>
                  </a:lnTo>
                  <a:lnTo>
                    <a:pt x="90306" y="428804"/>
                  </a:lnTo>
                  <a:lnTo>
                    <a:pt x="88384" y="428804"/>
                  </a:lnTo>
                  <a:lnTo>
                    <a:pt x="86463" y="428804"/>
                  </a:lnTo>
                  <a:lnTo>
                    <a:pt x="84541" y="428804"/>
                  </a:lnTo>
                  <a:lnTo>
                    <a:pt x="82620" y="428804"/>
                  </a:lnTo>
                  <a:lnTo>
                    <a:pt x="80699" y="428804"/>
                  </a:lnTo>
                  <a:lnTo>
                    <a:pt x="78777" y="428804"/>
                  </a:lnTo>
                  <a:lnTo>
                    <a:pt x="76856" y="428804"/>
                  </a:lnTo>
                  <a:lnTo>
                    <a:pt x="74934" y="428804"/>
                  </a:lnTo>
                  <a:lnTo>
                    <a:pt x="73013" y="428804"/>
                  </a:lnTo>
                  <a:lnTo>
                    <a:pt x="71091" y="428804"/>
                  </a:lnTo>
                  <a:lnTo>
                    <a:pt x="69170" y="428804"/>
                  </a:lnTo>
                  <a:lnTo>
                    <a:pt x="67249" y="428804"/>
                  </a:lnTo>
                  <a:lnTo>
                    <a:pt x="65327" y="428804"/>
                  </a:lnTo>
                  <a:lnTo>
                    <a:pt x="63406" y="428804"/>
                  </a:lnTo>
                  <a:lnTo>
                    <a:pt x="61484" y="428804"/>
                  </a:lnTo>
                  <a:lnTo>
                    <a:pt x="59563" y="428804"/>
                  </a:lnTo>
                  <a:lnTo>
                    <a:pt x="57642" y="428804"/>
                  </a:lnTo>
                  <a:lnTo>
                    <a:pt x="55720" y="428804"/>
                  </a:lnTo>
                  <a:lnTo>
                    <a:pt x="53799" y="428804"/>
                  </a:lnTo>
                  <a:lnTo>
                    <a:pt x="51877" y="428804"/>
                  </a:lnTo>
                  <a:lnTo>
                    <a:pt x="49956" y="428804"/>
                  </a:lnTo>
                  <a:lnTo>
                    <a:pt x="48035" y="428804"/>
                  </a:lnTo>
                  <a:lnTo>
                    <a:pt x="46113" y="428804"/>
                  </a:lnTo>
                  <a:lnTo>
                    <a:pt x="44192" y="428804"/>
                  </a:lnTo>
                  <a:lnTo>
                    <a:pt x="42270" y="428804"/>
                  </a:lnTo>
                  <a:lnTo>
                    <a:pt x="40349" y="428804"/>
                  </a:lnTo>
                  <a:lnTo>
                    <a:pt x="38428" y="428804"/>
                  </a:lnTo>
                  <a:lnTo>
                    <a:pt x="36506" y="428804"/>
                  </a:lnTo>
                  <a:lnTo>
                    <a:pt x="34585" y="428804"/>
                  </a:lnTo>
                  <a:lnTo>
                    <a:pt x="32663" y="428804"/>
                  </a:lnTo>
                  <a:lnTo>
                    <a:pt x="30742" y="428804"/>
                  </a:lnTo>
                  <a:lnTo>
                    <a:pt x="28821" y="428804"/>
                  </a:lnTo>
                  <a:lnTo>
                    <a:pt x="26899" y="428804"/>
                  </a:lnTo>
                  <a:lnTo>
                    <a:pt x="24978" y="428804"/>
                  </a:lnTo>
                  <a:lnTo>
                    <a:pt x="23056" y="428804"/>
                  </a:lnTo>
                  <a:lnTo>
                    <a:pt x="21135" y="428804"/>
                  </a:lnTo>
                  <a:lnTo>
                    <a:pt x="19214" y="428804"/>
                  </a:lnTo>
                  <a:lnTo>
                    <a:pt x="17292" y="428804"/>
                  </a:lnTo>
                  <a:lnTo>
                    <a:pt x="15371" y="428804"/>
                  </a:lnTo>
                  <a:lnTo>
                    <a:pt x="13449" y="428804"/>
                  </a:lnTo>
                  <a:lnTo>
                    <a:pt x="11528" y="428804"/>
                  </a:lnTo>
                  <a:lnTo>
                    <a:pt x="9607" y="428804"/>
                  </a:lnTo>
                  <a:lnTo>
                    <a:pt x="7685" y="428804"/>
                  </a:lnTo>
                  <a:lnTo>
                    <a:pt x="5764" y="428804"/>
                  </a:lnTo>
                  <a:lnTo>
                    <a:pt x="3842" y="428804"/>
                  </a:lnTo>
                  <a:lnTo>
                    <a:pt x="1921" y="428804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6686962" y="5554618"/>
              <a:ext cx="981838" cy="428804"/>
            </a:xfrm>
            <a:custGeom>
              <a:avLst/>
              <a:pathLst>
                <a:path w="981838" h="428804">
                  <a:moveTo>
                    <a:pt x="0" y="428804"/>
                  </a:moveTo>
                  <a:lnTo>
                    <a:pt x="1921" y="428804"/>
                  </a:lnTo>
                  <a:lnTo>
                    <a:pt x="3842" y="428804"/>
                  </a:lnTo>
                  <a:lnTo>
                    <a:pt x="5764" y="428804"/>
                  </a:lnTo>
                  <a:lnTo>
                    <a:pt x="7685" y="428804"/>
                  </a:lnTo>
                  <a:lnTo>
                    <a:pt x="9607" y="428804"/>
                  </a:lnTo>
                  <a:lnTo>
                    <a:pt x="11528" y="428804"/>
                  </a:lnTo>
                  <a:lnTo>
                    <a:pt x="13449" y="428804"/>
                  </a:lnTo>
                  <a:lnTo>
                    <a:pt x="15371" y="428804"/>
                  </a:lnTo>
                  <a:lnTo>
                    <a:pt x="17292" y="428804"/>
                  </a:lnTo>
                  <a:lnTo>
                    <a:pt x="19214" y="428804"/>
                  </a:lnTo>
                  <a:lnTo>
                    <a:pt x="21135" y="428804"/>
                  </a:lnTo>
                  <a:lnTo>
                    <a:pt x="23056" y="428804"/>
                  </a:lnTo>
                  <a:lnTo>
                    <a:pt x="24978" y="428804"/>
                  </a:lnTo>
                  <a:lnTo>
                    <a:pt x="26899" y="428803"/>
                  </a:lnTo>
                  <a:lnTo>
                    <a:pt x="28821" y="428803"/>
                  </a:lnTo>
                  <a:lnTo>
                    <a:pt x="30742" y="428803"/>
                  </a:lnTo>
                  <a:lnTo>
                    <a:pt x="32663" y="428803"/>
                  </a:lnTo>
                  <a:lnTo>
                    <a:pt x="34585" y="428802"/>
                  </a:lnTo>
                  <a:lnTo>
                    <a:pt x="36506" y="428800"/>
                  </a:lnTo>
                  <a:lnTo>
                    <a:pt x="38428" y="428797"/>
                  </a:lnTo>
                  <a:lnTo>
                    <a:pt x="40349" y="428792"/>
                  </a:lnTo>
                  <a:lnTo>
                    <a:pt x="42270" y="428782"/>
                  </a:lnTo>
                  <a:lnTo>
                    <a:pt x="44192" y="428767"/>
                  </a:lnTo>
                  <a:lnTo>
                    <a:pt x="46113" y="428741"/>
                  </a:lnTo>
                  <a:lnTo>
                    <a:pt x="48035" y="428700"/>
                  </a:lnTo>
                  <a:lnTo>
                    <a:pt x="49956" y="428635"/>
                  </a:lnTo>
                  <a:lnTo>
                    <a:pt x="51877" y="428527"/>
                  </a:lnTo>
                  <a:lnTo>
                    <a:pt x="53799" y="428359"/>
                  </a:lnTo>
                  <a:lnTo>
                    <a:pt x="55720" y="428102"/>
                  </a:lnTo>
                  <a:lnTo>
                    <a:pt x="57642" y="427720"/>
                  </a:lnTo>
                  <a:lnTo>
                    <a:pt x="59563" y="427161"/>
                  </a:lnTo>
                  <a:lnTo>
                    <a:pt x="61484" y="426362"/>
                  </a:lnTo>
                  <a:lnTo>
                    <a:pt x="63406" y="425240"/>
                  </a:lnTo>
                  <a:lnTo>
                    <a:pt x="65327" y="423696"/>
                  </a:lnTo>
                  <a:lnTo>
                    <a:pt x="67249" y="421609"/>
                  </a:lnTo>
                  <a:lnTo>
                    <a:pt x="69170" y="418790"/>
                  </a:lnTo>
                  <a:lnTo>
                    <a:pt x="71091" y="415019"/>
                  </a:lnTo>
                  <a:lnTo>
                    <a:pt x="73013" y="410165"/>
                  </a:lnTo>
                  <a:lnTo>
                    <a:pt x="74934" y="404038"/>
                  </a:lnTo>
                  <a:lnTo>
                    <a:pt x="76856" y="396449"/>
                  </a:lnTo>
                  <a:lnTo>
                    <a:pt x="78777" y="387219"/>
                  </a:lnTo>
                  <a:lnTo>
                    <a:pt x="80699" y="376193"/>
                  </a:lnTo>
                  <a:lnTo>
                    <a:pt x="82620" y="363249"/>
                  </a:lnTo>
                  <a:lnTo>
                    <a:pt x="84541" y="348312"/>
                  </a:lnTo>
                  <a:lnTo>
                    <a:pt x="86463" y="331361"/>
                  </a:lnTo>
                  <a:lnTo>
                    <a:pt x="88384" y="312244"/>
                  </a:lnTo>
                  <a:lnTo>
                    <a:pt x="90306" y="291308"/>
                  </a:lnTo>
                  <a:lnTo>
                    <a:pt x="92227" y="268821"/>
                  </a:lnTo>
                  <a:lnTo>
                    <a:pt x="94148" y="245084"/>
                  </a:lnTo>
                  <a:lnTo>
                    <a:pt x="96070" y="220451"/>
                  </a:lnTo>
                  <a:lnTo>
                    <a:pt x="97991" y="195328"/>
                  </a:lnTo>
                  <a:lnTo>
                    <a:pt x="99913" y="170152"/>
                  </a:lnTo>
                  <a:lnTo>
                    <a:pt x="101834" y="145376"/>
                  </a:lnTo>
                  <a:lnTo>
                    <a:pt x="103755" y="121456"/>
                  </a:lnTo>
                  <a:lnTo>
                    <a:pt x="105677" y="98898"/>
                  </a:lnTo>
                  <a:lnTo>
                    <a:pt x="107598" y="78273"/>
                  </a:lnTo>
                  <a:lnTo>
                    <a:pt x="109520" y="59778"/>
                  </a:lnTo>
                  <a:lnTo>
                    <a:pt x="111441" y="43662"/>
                  </a:lnTo>
                  <a:lnTo>
                    <a:pt x="113362" y="30094"/>
                  </a:lnTo>
                  <a:lnTo>
                    <a:pt x="115284" y="19151"/>
                  </a:lnTo>
                  <a:lnTo>
                    <a:pt x="117205" y="10819"/>
                  </a:lnTo>
                  <a:lnTo>
                    <a:pt x="119127" y="4992"/>
                  </a:lnTo>
                  <a:lnTo>
                    <a:pt x="121048" y="1476"/>
                  </a:lnTo>
                  <a:lnTo>
                    <a:pt x="122969" y="0"/>
                  </a:lnTo>
                  <a:lnTo>
                    <a:pt x="124891" y="341"/>
                  </a:lnTo>
                  <a:lnTo>
                    <a:pt x="126812" y="1942"/>
                  </a:lnTo>
                  <a:lnTo>
                    <a:pt x="128734" y="4345"/>
                  </a:lnTo>
                  <a:lnTo>
                    <a:pt x="130655" y="7179"/>
                  </a:lnTo>
                  <a:lnTo>
                    <a:pt x="132576" y="10124"/>
                  </a:lnTo>
                  <a:lnTo>
                    <a:pt x="134498" y="12928"/>
                  </a:lnTo>
                  <a:lnTo>
                    <a:pt x="136419" y="15431"/>
                  </a:lnTo>
                  <a:lnTo>
                    <a:pt x="138341" y="17570"/>
                  </a:lnTo>
                  <a:lnTo>
                    <a:pt x="140262" y="19387"/>
                  </a:lnTo>
                  <a:lnTo>
                    <a:pt x="142183" y="21031"/>
                  </a:lnTo>
                  <a:lnTo>
                    <a:pt x="144105" y="22806"/>
                  </a:lnTo>
                  <a:lnTo>
                    <a:pt x="146026" y="25062"/>
                  </a:lnTo>
                  <a:lnTo>
                    <a:pt x="147948" y="28157"/>
                  </a:lnTo>
                  <a:lnTo>
                    <a:pt x="149869" y="32446"/>
                  </a:lnTo>
                  <a:lnTo>
                    <a:pt x="151791" y="38249"/>
                  </a:lnTo>
                  <a:lnTo>
                    <a:pt x="153712" y="45831"/>
                  </a:lnTo>
                  <a:lnTo>
                    <a:pt x="155633" y="55380"/>
                  </a:lnTo>
                  <a:lnTo>
                    <a:pt x="157555" y="66986"/>
                  </a:lnTo>
                  <a:lnTo>
                    <a:pt x="159476" y="80641"/>
                  </a:lnTo>
                  <a:lnTo>
                    <a:pt x="161398" y="96363"/>
                  </a:lnTo>
                  <a:lnTo>
                    <a:pt x="163319" y="113821"/>
                  </a:lnTo>
                  <a:lnTo>
                    <a:pt x="165240" y="132595"/>
                  </a:lnTo>
                  <a:lnTo>
                    <a:pt x="167162" y="152322"/>
                  </a:lnTo>
                  <a:lnTo>
                    <a:pt x="169083" y="172621"/>
                  </a:lnTo>
                  <a:lnTo>
                    <a:pt x="171005" y="193111"/>
                  </a:lnTo>
                  <a:lnTo>
                    <a:pt x="172926" y="213437"/>
                  </a:lnTo>
                  <a:lnTo>
                    <a:pt x="174847" y="233281"/>
                  </a:lnTo>
                  <a:lnTo>
                    <a:pt x="176769" y="252378"/>
                  </a:lnTo>
                  <a:lnTo>
                    <a:pt x="178690" y="270516"/>
                  </a:lnTo>
                  <a:lnTo>
                    <a:pt x="180612" y="287406"/>
                  </a:lnTo>
                  <a:lnTo>
                    <a:pt x="182533" y="303107"/>
                  </a:lnTo>
                  <a:lnTo>
                    <a:pt x="184454" y="317603"/>
                  </a:lnTo>
                  <a:lnTo>
                    <a:pt x="186376" y="330912"/>
                  </a:lnTo>
                  <a:lnTo>
                    <a:pt x="188297" y="343075"/>
                  </a:lnTo>
                  <a:lnTo>
                    <a:pt x="190219" y="354145"/>
                  </a:lnTo>
                  <a:lnTo>
                    <a:pt x="192140" y="364184"/>
                  </a:lnTo>
                  <a:lnTo>
                    <a:pt x="194061" y="373254"/>
                  </a:lnTo>
                  <a:lnTo>
                    <a:pt x="195983" y="381414"/>
                  </a:lnTo>
                  <a:lnTo>
                    <a:pt x="197904" y="388668"/>
                  </a:lnTo>
                  <a:lnTo>
                    <a:pt x="199826" y="395071"/>
                  </a:lnTo>
                  <a:lnTo>
                    <a:pt x="201747" y="400724"/>
                  </a:lnTo>
                  <a:lnTo>
                    <a:pt x="203668" y="405671"/>
                  </a:lnTo>
                  <a:lnTo>
                    <a:pt x="205590" y="409956"/>
                  </a:lnTo>
                  <a:lnTo>
                    <a:pt x="207511" y="413625"/>
                  </a:lnTo>
                  <a:lnTo>
                    <a:pt x="209433" y="416725"/>
                  </a:lnTo>
                  <a:lnTo>
                    <a:pt x="211354" y="419307"/>
                  </a:lnTo>
                  <a:lnTo>
                    <a:pt x="213275" y="421423"/>
                  </a:lnTo>
                  <a:lnTo>
                    <a:pt x="215197" y="423125"/>
                  </a:lnTo>
                  <a:lnTo>
                    <a:pt x="217118" y="424429"/>
                  </a:lnTo>
                  <a:lnTo>
                    <a:pt x="219040" y="425431"/>
                  </a:lnTo>
                  <a:lnTo>
                    <a:pt x="220961" y="426180"/>
                  </a:lnTo>
                  <a:lnTo>
                    <a:pt x="222883" y="426715"/>
                  </a:lnTo>
                  <a:lnTo>
                    <a:pt x="224804" y="427070"/>
                  </a:lnTo>
                  <a:lnTo>
                    <a:pt x="226725" y="427273"/>
                  </a:lnTo>
                  <a:lnTo>
                    <a:pt x="228647" y="427350"/>
                  </a:lnTo>
                  <a:lnTo>
                    <a:pt x="230568" y="427317"/>
                  </a:lnTo>
                  <a:lnTo>
                    <a:pt x="232490" y="427188"/>
                  </a:lnTo>
                  <a:lnTo>
                    <a:pt x="234411" y="426970"/>
                  </a:lnTo>
                  <a:lnTo>
                    <a:pt x="236332" y="426665"/>
                  </a:lnTo>
                  <a:lnTo>
                    <a:pt x="238254" y="426281"/>
                  </a:lnTo>
                  <a:lnTo>
                    <a:pt x="240175" y="425816"/>
                  </a:lnTo>
                  <a:lnTo>
                    <a:pt x="242097" y="425268"/>
                  </a:lnTo>
                  <a:lnTo>
                    <a:pt x="244018" y="424632"/>
                  </a:lnTo>
                  <a:lnTo>
                    <a:pt x="245939" y="423901"/>
                  </a:lnTo>
                  <a:lnTo>
                    <a:pt x="247861" y="423070"/>
                  </a:lnTo>
                  <a:lnTo>
                    <a:pt x="249782" y="422132"/>
                  </a:lnTo>
                  <a:lnTo>
                    <a:pt x="251704" y="421080"/>
                  </a:lnTo>
                  <a:lnTo>
                    <a:pt x="253625" y="419900"/>
                  </a:lnTo>
                  <a:lnTo>
                    <a:pt x="255546" y="418597"/>
                  </a:lnTo>
                  <a:lnTo>
                    <a:pt x="257468" y="417179"/>
                  </a:lnTo>
                  <a:lnTo>
                    <a:pt x="259389" y="415651"/>
                  </a:lnTo>
                  <a:lnTo>
                    <a:pt x="261311" y="414025"/>
                  </a:lnTo>
                  <a:lnTo>
                    <a:pt x="263232" y="412317"/>
                  </a:lnTo>
                  <a:lnTo>
                    <a:pt x="265153" y="410547"/>
                  </a:lnTo>
                  <a:lnTo>
                    <a:pt x="267075" y="408740"/>
                  </a:lnTo>
                  <a:lnTo>
                    <a:pt x="268996" y="406925"/>
                  </a:lnTo>
                  <a:lnTo>
                    <a:pt x="270918" y="405135"/>
                  </a:lnTo>
                  <a:lnTo>
                    <a:pt x="272839" y="403413"/>
                  </a:lnTo>
                  <a:lnTo>
                    <a:pt x="274760" y="401791"/>
                  </a:lnTo>
                  <a:lnTo>
                    <a:pt x="276682" y="400297"/>
                  </a:lnTo>
                  <a:lnTo>
                    <a:pt x="278603" y="398960"/>
                  </a:lnTo>
                  <a:lnTo>
                    <a:pt x="280525" y="397803"/>
                  </a:lnTo>
                  <a:lnTo>
                    <a:pt x="282446" y="396846"/>
                  </a:lnTo>
                  <a:lnTo>
                    <a:pt x="284367" y="396106"/>
                  </a:lnTo>
                  <a:lnTo>
                    <a:pt x="286289" y="395593"/>
                  </a:lnTo>
                  <a:lnTo>
                    <a:pt x="288210" y="395316"/>
                  </a:lnTo>
                  <a:lnTo>
                    <a:pt x="290132" y="395302"/>
                  </a:lnTo>
                  <a:lnTo>
                    <a:pt x="292053" y="395542"/>
                  </a:lnTo>
                  <a:lnTo>
                    <a:pt x="293975" y="396025"/>
                  </a:lnTo>
                  <a:lnTo>
                    <a:pt x="295896" y="396746"/>
                  </a:lnTo>
                  <a:lnTo>
                    <a:pt x="297817" y="397699"/>
                  </a:lnTo>
                  <a:lnTo>
                    <a:pt x="299739" y="398872"/>
                  </a:lnTo>
                  <a:lnTo>
                    <a:pt x="301660" y="400249"/>
                  </a:lnTo>
                  <a:lnTo>
                    <a:pt x="303582" y="401809"/>
                  </a:lnTo>
                  <a:lnTo>
                    <a:pt x="305503" y="403525"/>
                  </a:lnTo>
                  <a:lnTo>
                    <a:pt x="307424" y="405368"/>
                  </a:lnTo>
                  <a:lnTo>
                    <a:pt x="309346" y="407303"/>
                  </a:lnTo>
                  <a:lnTo>
                    <a:pt x="311267" y="409274"/>
                  </a:lnTo>
                  <a:lnTo>
                    <a:pt x="313189" y="411242"/>
                  </a:lnTo>
                  <a:lnTo>
                    <a:pt x="315110" y="413167"/>
                  </a:lnTo>
                  <a:lnTo>
                    <a:pt x="317031" y="415014"/>
                  </a:lnTo>
                  <a:lnTo>
                    <a:pt x="318953" y="416751"/>
                  </a:lnTo>
                  <a:lnTo>
                    <a:pt x="320874" y="418354"/>
                  </a:lnTo>
                  <a:lnTo>
                    <a:pt x="322796" y="419804"/>
                  </a:lnTo>
                  <a:lnTo>
                    <a:pt x="324717" y="421090"/>
                  </a:lnTo>
                  <a:lnTo>
                    <a:pt x="326638" y="422197"/>
                  </a:lnTo>
                  <a:lnTo>
                    <a:pt x="328560" y="423130"/>
                  </a:lnTo>
                  <a:lnTo>
                    <a:pt x="330481" y="423910"/>
                  </a:lnTo>
                  <a:lnTo>
                    <a:pt x="332403" y="424550"/>
                  </a:lnTo>
                  <a:lnTo>
                    <a:pt x="334324" y="425066"/>
                  </a:lnTo>
                  <a:lnTo>
                    <a:pt x="336245" y="425475"/>
                  </a:lnTo>
                  <a:lnTo>
                    <a:pt x="338167" y="425794"/>
                  </a:lnTo>
                  <a:lnTo>
                    <a:pt x="340088" y="426041"/>
                  </a:lnTo>
                  <a:lnTo>
                    <a:pt x="342010" y="426230"/>
                  </a:lnTo>
                  <a:lnTo>
                    <a:pt x="343931" y="426378"/>
                  </a:lnTo>
                  <a:lnTo>
                    <a:pt x="345852" y="426493"/>
                  </a:lnTo>
                  <a:lnTo>
                    <a:pt x="347774" y="426593"/>
                  </a:lnTo>
                  <a:lnTo>
                    <a:pt x="349695" y="426684"/>
                  </a:lnTo>
                  <a:lnTo>
                    <a:pt x="351617" y="426773"/>
                  </a:lnTo>
                  <a:lnTo>
                    <a:pt x="353538" y="426864"/>
                  </a:lnTo>
                  <a:lnTo>
                    <a:pt x="355459" y="426960"/>
                  </a:lnTo>
                  <a:lnTo>
                    <a:pt x="357381" y="427062"/>
                  </a:lnTo>
                  <a:lnTo>
                    <a:pt x="359302" y="427171"/>
                  </a:lnTo>
                  <a:lnTo>
                    <a:pt x="361224" y="427285"/>
                  </a:lnTo>
                  <a:lnTo>
                    <a:pt x="363145" y="427401"/>
                  </a:lnTo>
                  <a:lnTo>
                    <a:pt x="365067" y="427517"/>
                  </a:lnTo>
                  <a:lnTo>
                    <a:pt x="366988" y="427628"/>
                  </a:lnTo>
                  <a:lnTo>
                    <a:pt x="368909" y="427730"/>
                  </a:lnTo>
                  <a:lnTo>
                    <a:pt x="370831" y="427820"/>
                  </a:lnTo>
                  <a:lnTo>
                    <a:pt x="372752" y="427892"/>
                  </a:lnTo>
                  <a:lnTo>
                    <a:pt x="374674" y="427943"/>
                  </a:lnTo>
                  <a:lnTo>
                    <a:pt x="376595" y="427971"/>
                  </a:lnTo>
                  <a:lnTo>
                    <a:pt x="378516" y="427972"/>
                  </a:lnTo>
                  <a:lnTo>
                    <a:pt x="380438" y="427945"/>
                  </a:lnTo>
                  <a:lnTo>
                    <a:pt x="382359" y="427885"/>
                  </a:lnTo>
                  <a:lnTo>
                    <a:pt x="384281" y="427796"/>
                  </a:lnTo>
                  <a:lnTo>
                    <a:pt x="386202" y="427679"/>
                  </a:lnTo>
                  <a:lnTo>
                    <a:pt x="388123" y="427538"/>
                  </a:lnTo>
                  <a:lnTo>
                    <a:pt x="390045" y="427374"/>
                  </a:lnTo>
                  <a:lnTo>
                    <a:pt x="391966" y="427193"/>
                  </a:lnTo>
                  <a:lnTo>
                    <a:pt x="393888" y="426998"/>
                  </a:lnTo>
                  <a:lnTo>
                    <a:pt x="395809" y="426793"/>
                  </a:lnTo>
                  <a:lnTo>
                    <a:pt x="397730" y="426584"/>
                  </a:lnTo>
                  <a:lnTo>
                    <a:pt x="399652" y="426374"/>
                  </a:lnTo>
                  <a:lnTo>
                    <a:pt x="401573" y="426169"/>
                  </a:lnTo>
                  <a:lnTo>
                    <a:pt x="403495" y="425972"/>
                  </a:lnTo>
                  <a:lnTo>
                    <a:pt x="405416" y="425786"/>
                  </a:lnTo>
                  <a:lnTo>
                    <a:pt x="407337" y="425613"/>
                  </a:lnTo>
                  <a:lnTo>
                    <a:pt x="409259" y="425454"/>
                  </a:lnTo>
                  <a:lnTo>
                    <a:pt x="411180" y="425313"/>
                  </a:lnTo>
                  <a:lnTo>
                    <a:pt x="413102" y="425189"/>
                  </a:lnTo>
                  <a:lnTo>
                    <a:pt x="415023" y="425085"/>
                  </a:lnTo>
                  <a:lnTo>
                    <a:pt x="416944" y="425002"/>
                  </a:lnTo>
                  <a:lnTo>
                    <a:pt x="418866" y="424944"/>
                  </a:lnTo>
                  <a:lnTo>
                    <a:pt x="420787" y="424911"/>
                  </a:lnTo>
                  <a:lnTo>
                    <a:pt x="422709" y="424905"/>
                  </a:lnTo>
                  <a:lnTo>
                    <a:pt x="424630" y="424925"/>
                  </a:lnTo>
                  <a:lnTo>
                    <a:pt x="426551" y="424973"/>
                  </a:lnTo>
                  <a:lnTo>
                    <a:pt x="428473" y="425047"/>
                  </a:lnTo>
                  <a:lnTo>
                    <a:pt x="430394" y="425146"/>
                  </a:lnTo>
                  <a:lnTo>
                    <a:pt x="432316" y="425269"/>
                  </a:lnTo>
                  <a:lnTo>
                    <a:pt x="434237" y="425414"/>
                  </a:lnTo>
                  <a:lnTo>
                    <a:pt x="436159" y="425576"/>
                  </a:lnTo>
                  <a:lnTo>
                    <a:pt x="438080" y="425754"/>
                  </a:lnTo>
                  <a:lnTo>
                    <a:pt x="440001" y="425943"/>
                  </a:lnTo>
                  <a:lnTo>
                    <a:pt x="441923" y="426137"/>
                  </a:lnTo>
                  <a:lnTo>
                    <a:pt x="443844" y="426336"/>
                  </a:lnTo>
                  <a:lnTo>
                    <a:pt x="445766" y="426535"/>
                  </a:lnTo>
                  <a:lnTo>
                    <a:pt x="447687" y="426732"/>
                  </a:lnTo>
                  <a:lnTo>
                    <a:pt x="449608" y="426925"/>
                  </a:lnTo>
                  <a:lnTo>
                    <a:pt x="451530" y="427111"/>
                  </a:lnTo>
                  <a:lnTo>
                    <a:pt x="453451" y="427290"/>
                  </a:lnTo>
                  <a:lnTo>
                    <a:pt x="455373" y="427458"/>
                  </a:lnTo>
                  <a:lnTo>
                    <a:pt x="457294" y="427614"/>
                  </a:lnTo>
                  <a:lnTo>
                    <a:pt x="459215" y="427756"/>
                  </a:lnTo>
                  <a:lnTo>
                    <a:pt x="461137" y="427883"/>
                  </a:lnTo>
                  <a:lnTo>
                    <a:pt x="463058" y="427994"/>
                  </a:lnTo>
                  <a:lnTo>
                    <a:pt x="464980" y="428086"/>
                  </a:lnTo>
                  <a:lnTo>
                    <a:pt x="466901" y="428159"/>
                  </a:lnTo>
                  <a:lnTo>
                    <a:pt x="468822" y="428212"/>
                  </a:lnTo>
                  <a:lnTo>
                    <a:pt x="470744" y="428245"/>
                  </a:lnTo>
                  <a:lnTo>
                    <a:pt x="472665" y="428258"/>
                  </a:lnTo>
                  <a:lnTo>
                    <a:pt x="474587" y="428250"/>
                  </a:lnTo>
                  <a:lnTo>
                    <a:pt x="476508" y="428226"/>
                  </a:lnTo>
                  <a:lnTo>
                    <a:pt x="478429" y="428188"/>
                  </a:lnTo>
                  <a:lnTo>
                    <a:pt x="480351" y="428138"/>
                  </a:lnTo>
                  <a:lnTo>
                    <a:pt x="482272" y="428082"/>
                  </a:lnTo>
                  <a:lnTo>
                    <a:pt x="484194" y="428022"/>
                  </a:lnTo>
                  <a:lnTo>
                    <a:pt x="486115" y="427963"/>
                  </a:lnTo>
                  <a:lnTo>
                    <a:pt x="488036" y="427908"/>
                  </a:lnTo>
                  <a:lnTo>
                    <a:pt x="489958" y="427862"/>
                  </a:lnTo>
                  <a:lnTo>
                    <a:pt x="491879" y="427828"/>
                  </a:lnTo>
                  <a:lnTo>
                    <a:pt x="493801" y="427809"/>
                  </a:lnTo>
                  <a:lnTo>
                    <a:pt x="495722" y="427807"/>
                  </a:lnTo>
                  <a:lnTo>
                    <a:pt x="497643" y="427821"/>
                  </a:lnTo>
                  <a:lnTo>
                    <a:pt x="499565" y="427852"/>
                  </a:lnTo>
                  <a:lnTo>
                    <a:pt x="501486" y="427897"/>
                  </a:lnTo>
                  <a:lnTo>
                    <a:pt x="503408" y="427955"/>
                  </a:lnTo>
                  <a:lnTo>
                    <a:pt x="505329" y="428023"/>
                  </a:lnTo>
                  <a:lnTo>
                    <a:pt x="507250" y="428098"/>
                  </a:lnTo>
                  <a:lnTo>
                    <a:pt x="509172" y="428177"/>
                  </a:lnTo>
                  <a:lnTo>
                    <a:pt x="511093" y="428258"/>
                  </a:lnTo>
                  <a:lnTo>
                    <a:pt x="513015" y="428336"/>
                  </a:lnTo>
                  <a:lnTo>
                    <a:pt x="514936" y="428409"/>
                  </a:lnTo>
                  <a:lnTo>
                    <a:pt x="516858" y="428477"/>
                  </a:lnTo>
                  <a:lnTo>
                    <a:pt x="518779" y="428537"/>
                  </a:lnTo>
                  <a:lnTo>
                    <a:pt x="520700" y="428589"/>
                  </a:lnTo>
                  <a:lnTo>
                    <a:pt x="522622" y="428633"/>
                  </a:lnTo>
                  <a:lnTo>
                    <a:pt x="524543" y="428669"/>
                  </a:lnTo>
                  <a:lnTo>
                    <a:pt x="526465" y="428696"/>
                  </a:lnTo>
                  <a:lnTo>
                    <a:pt x="528386" y="428715"/>
                  </a:lnTo>
                  <a:lnTo>
                    <a:pt x="530307" y="428726"/>
                  </a:lnTo>
                  <a:lnTo>
                    <a:pt x="532229" y="428730"/>
                  </a:lnTo>
                  <a:lnTo>
                    <a:pt x="534150" y="428726"/>
                  </a:lnTo>
                  <a:lnTo>
                    <a:pt x="536072" y="428716"/>
                  </a:lnTo>
                  <a:lnTo>
                    <a:pt x="537993" y="428697"/>
                  </a:lnTo>
                  <a:lnTo>
                    <a:pt x="539914" y="428671"/>
                  </a:lnTo>
                  <a:lnTo>
                    <a:pt x="541836" y="428636"/>
                  </a:lnTo>
                  <a:lnTo>
                    <a:pt x="543757" y="428593"/>
                  </a:lnTo>
                  <a:lnTo>
                    <a:pt x="545679" y="428542"/>
                  </a:lnTo>
                  <a:lnTo>
                    <a:pt x="547600" y="428482"/>
                  </a:lnTo>
                  <a:lnTo>
                    <a:pt x="549521" y="428414"/>
                  </a:lnTo>
                  <a:lnTo>
                    <a:pt x="551443" y="428340"/>
                  </a:lnTo>
                  <a:lnTo>
                    <a:pt x="553364" y="428262"/>
                  </a:lnTo>
                  <a:lnTo>
                    <a:pt x="555286" y="428181"/>
                  </a:lnTo>
                  <a:lnTo>
                    <a:pt x="557207" y="428102"/>
                  </a:lnTo>
                  <a:lnTo>
                    <a:pt x="559128" y="428026"/>
                  </a:lnTo>
                  <a:lnTo>
                    <a:pt x="561050" y="427957"/>
                  </a:lnTo>
                  <a:lnTo>
                    <a:pt x="562971" y="427897"/>
                  </a:lnTo>
                  <a:lnTo>
                    <a:pt x="564893" y="427851"/>
                  </a:lnTo>
                  <a:lnTo>
                    <a:pt x="566814" y="427822"/>
                  </a:lnTo>
                  <a:lnTo>
                    <a:pt x="568735" y="427809"/>
                  </a:lnTo>
                  <a:lnTo>
                    <a:pt x="570657" y="427814"/>
                  </a:lnTo>
                  <a:lnTo>
                    <a:pt x="572578" y="427836"/>
                  </a:lnTo>
                  <a:lnTo>
                    <a:pt x="574500" y="427874"/>
                  </a:lnTo>
                  <a:lnTo>
                    <a:pt x="576421" y="427926"/>
                  </a:lnTo>
                  <a:lnTo>
                    <a:pt x="578342" y="427990"/>
                  </a:lnTo>
                  <a:lnTo>
                    <a:pt x="580264" y="428063"/>
                  </a:lnTo>
                  <a:lnTo>
                    <a:pt x="582185" y="428141"/>
                  </a:lnTo>
                  <a:lnTo>
                    <a:pt x="584107" y="428222"/>
                  </a:lnTo>
                  <a:lnTo>
                    <a:pt x="586028" y="428302"/>
                  </a:lnTo>
                  <a:lnTo>
                    <a:pt x="587950" y="428378"/>
                  </a:lnTo>
                  <a:lnTo>
                    <a:pt x="589871" y="428450"/>
                  </a:lnTo>
                  <a:lnTo>
                    <a:pt x="591792" y="428514"/>
                  </a:lnTo>
                  <a:lnTo>
                    <a:pt x="593714" y="428571"/>
                  </a:lnTo>
                  <a:lnTo>
                    <a:pt x="595635" y="428620"/>
                  </a:lnTo>
                  <a:lnTo>
                    <a:pt x="597557" y="428662"/>
                  </a:lnTo>
                  <a:lnTo>
                    <a:pt x="599478" y="428696"/>
                  </a:lnTo>
                  <a:lnTo>
                    <a:pt x="601399" y="428723"/>
                  </a:lnTo>
                  <a:lnTo>
                    <a:pt x="603321" y="428744"/>
                  </a:lnTo>
                  <a:lnTo>
                    <a:pt x="605242" y="428760"/>
                  </a:lnTo>
                  <a:lnTo>
                    <a:pt x="607164" y="428773"/>
                  </a:lnTo>
                  <a:lnTo>
                    <a:pt x="609085" y="428781"/>
                  </a:lnTo>
                  <a:lnTo>
                    <a:pt x="611006" y="428787"/>
                  </a:lnTo>
                  <a:lnTo>
                    <a:pt x="612928" y="428791"/>
                  </a:lnTo>
                  <a:lnTo>
                    <a:pt x="614849" y="428793"/>
                  </a:lnTo>
                  <a:lnTo>
                    <a:pt x="616771" y="428793"/>
                  </a:lnTo>
                  <a:lnTo>
                    <a:pt x="618692" y="428792"/>
                  </a:lnTo>
                  <a:lnTo>
                    <a:pt x="620613" y="428788"/>
                  </a:lnTo>
                  <a:lnTo>
                    <a:pt x="622535" y="428782"/>
                  </a:lnTo>
                  <a:lnTo>
                    <a:pt x="624456" y="428774"/>
                  </a:lnTo>
                  <a:lnTo>
                    <a:pt x="626378" y="428762"/>
                  </a:lnTo>
                  <a:lnTo>
                    <a:pt x="628299" y="428746"/>
                  </a:lnTo>
                  <a:lnTo>
                    <a:pt x="630220" y="428725"/>
                  </a:lnTo>
                  <a:lnTo>
                    <a:pt x="632142" y="428699"/>
                  </a:lnTo>
                  <a:lnTo>
                    <a:pt x="634063" y="428666"/>
                  </a:lnTo>
                  <a:lnTo>
                    <a:pt x="635985" y="428626"/>
                  </a:lnTo>
                  <a:lnTo>
                    <a:pt x="637906" y="428579"/>
                  </a:lnTo>
                  <a:lnTo>
                    <a:pt x="639827" y="428522"/>
                  </a:lnTo>
                  <a:lnTo>
                    <a:pt x="641749" y="428459"/>
                  </a:lnTo>
                  <a:lnTo>
                    <a:pt x="643670" y="428388"/>
                  </a:lnTo>
                  <a:lnTo>
                    <a:pt x="645592" y="428313"/>
                  </a:lnTo>
                  <a:lnTo>
                    <a:pt x="647513" y="428234"/>
                  </a:lnTo>
                  <a:lnTo>
                    <a:pt x="649434" y="428154"/>
                  </a:lnTo>
                  <a:lnTo>
                    <a:pt x="651356" y="428075"/>
                  </a:lnTo>
                  <a:lnTo>
                    <a:pt x="653277" y="428002"/>
                  </a:lnTo>
                  <a:lnTo>
                    <a:pt x="655199" y="427936"/>
                  </a:lnTo>
                  <a:lnTo>
                    <a:pt x="657120" y="427881"/>
                  </a:lnTo>
                  <a:lnTo>
                    <a:pt x="659042" y="427842"/>
                  </a:lnTo>
                  <a:lnTo>
                    <a:pt x="660963" y="427818"/>
                  </a:lnTo>
                  <a:lnTo>
                    <a:pt x="662884" y="427812"/>
                  </a:lnTo>
                  <a:lnTo>
                    <a:pt x="664806" y="427822"/>
                  </a:lnTo>
                  <a:lnTo>
                    <a:pt x="666727" y="427850"/>
                  </a:lnTo>
                  <a:lnTo>
                    <a:pt x="668649" y="427893"/>
                  </a:lnTo>
                  <a:lnTo>
                    <a:pt x="670570" y="427949"/>
                  </a:lnTo>
                  <a:lnTo>
                    <a:pt x="672491" y="428016"/>
                  </a:lnTo>
                  <a:lnTo>
                    <a:pt x="674413" y="428090"/>
                  </a:lnTo>
                  <a:lnTo>
                    <a:pt x="676334" y="428170"/>
                  </a:lnTo>
                  <a:lnTo>
                    <a:pt x="678256" y="428250"/>
                  </a:lnTo>
                  <a:lnTo>
                    <a:pt x="680177" y="428329"/>
                  </a:lnTo>
                  <a:lnTo>
                    <a:pt x="682098" y="428403"/>
                  </a:lnTo>
                  <a:lnTo>
                    <a:pt x="684020" y="428472"/>
                  </a:lnTo>
                  <a:lnTo>
                    <a:pt x="685941" y="428534"/>
                  </a:lnTo>
                  <a:lnTo>
                    <a:pt x="687863" y="428588"/>
                  </a:lnTo>
                  <a:lnTo>
                    <a:pt x="689784" y="428635"/>
                  </a:lnTo>
                  <a:lnTo>
                    <a:pt x="691705" y="428674"/>
                  </a:lnTo>
                  <a:lnTo>
                    <a:pt x="693627" y="428705"/>
                  </a:lnTo>
                  <a:lnTo>
                    <a:pt x="695548" y="428730"/>
                  </a:lnTo>
                  <a:lnTo>
                    <a:pt x="697470" y="428750"/>
                  </a:lnTo>
                  <a:lnTo>
                    <a:pt x="699391" y="428765"/>
                  </a:lnTo>
                  <a:lnTo>
                    <a:pt x="701312" y="428776"/>
                  </a:lnTo>
                  <a:lnTo>
                    <a:pt x="703234" y="428785"/>
                  </a:lnTo>
                  <a:lnTo>
                    <a:pt x="705155" y="428791"/>
                  </a:lnTo>
                  <a:lnTo>
                    <a:pt x="707077" y="428795"/>
                  </a:lnTo>
                  <a:lnTo>
                    <a:pt x="708998" y="428798"/>
                  </a:lnTo>
                  <a:lnTo>
                    <a:pt x="710919" y="428800"/>
                  </a:lnTo>
                  <a:lnTo>
                    <a:pt x="712841" y="428801"/>
                  </a:lnTo>
                  <a:lnTo>
                    <a:pt x="714762" y="428802"/>
                  </a:lnTo>
                  <a:lnTo>
                    <a:pt x="716684" y="428803"/>
                  </a:lnTo>
                  <a:lnTo>
                    <a:pt x="718605" y="428803"/>
                  </a:lnTo>
                  <a:lnTo>
                    <a:pt x="720526" y="428803"/>
                  </a:lnTo>
                  <a:lnTo>
                    <a:pt x="722448" y="428803"/>
                  </a:lnTo>
                  <a:lnTo>
                    <a:pt x="724369" y="428804"/>
                  </a:lnTo>
                  <a:lnTo>
                    <a:pt x="726291" y="428804"/>
                  </a:lnTo>
                  <a:lnTo>
                    <a:pt x="728212" y="428804"/>
                  </a:lnTo>
                  <a:lnTo>
                    <a:pt x="730134" y="428804"/>
                  </a:lnTo>
                  <a:lnTo>
                    <a:pt x="732055" y="428804"/>
                  </a:lnTo>
                  <a:lnTo>
                    <a:pt x="733976" y="428804"/>
                  </a:lnTo>
                  <a:lnTo>
                    <a:pt x="735898" y="428804"/>
                  </a:lnTo>
                  <a:lnTo>
                    <a:pt x="737819" y="428804"/>
                  </a:lnTo>
                  <a:lnTo>
                    <a:pt x="739741" y="428804"/>
                  </a:lnTo>
                  <a:lnTo>
                    <a:pt x="741662" y="428804"/>
                  </a:lnTo>
                  <a:lnTo>
                    <a:pt x="743583" y="428804"/>
                  </a:lnTo>
                  <a:lnTo>
                    <a:pt x="745505" y="428804"/>
                  </a:lnTo>
                  <a:lnTo>
                    <a:pt x="747426" y="428804"/>
                  </a:lnTo>
                  <a:lnTo>
                    <a:pt x="749348" y="428804"/>
                  </a:lnTo>
                  <a:lnTo>
                    <a:pt x="751269" y="428804"/>
                  </a:lnTo>
                  <a:lnTo>
                    <a:pt x="753190" y="428804"/>
                  </a:lnTo>
                  <a:lnTo>
                    <a:pt x="755112" y="428804"/>
                  </a:lnTo>
                  <a:lnTo>
                    <a:pt x="757033" y="428804"/>
                  </a:lnTo>
                  <a:lnTo>
                    <a:pt x="758955" y="428804"/>
                  </a:lnTo>
                  <a:lnTo>
                    <a:pt x="760876" y="428804"/>
                  </a:lnTo>
                  <a:lnTo>
                    <a:pt x="762797" y="428804"/>
                  </a:lnTo>
                  <a:lnTo>
                    <a:pt x="764719" y="428804"/>
                  </a:lnTo>
                  <a:lnTo>
                    <a:pt x="766640" y="428804"/>
                  </a:lnTo>
                  <a:lnTo>
                    <a:pt x="768562" y="428804"/>
                  </a:lnTo>
                  <a:lnTo>
                    <a:pt x="770483" y="428804"/>
                  </a:lnTo>
                  <a:lnTo>
                    <a:pt x="772404" y="428804"/>
                  </a:lnTo>
                  <a:lnTo>
                    <a:pt x="774326" y="428804"/>
                  </a:lnTo>
                  <a:lnTo>
                    <a:pt x="776247" y="428804"/>
                  </a:lnTo>
                  <a:lnTo>
                    <a:pt x="778169" y="428804"/>
                  </a:lnTo>
                  <a:lnTo>
                    <a:pt x="780090" y="428804"/>
                  </a:lnTo>
                  <a:lnTo>
                    <a:pt x="782011" y="428804"/>
                  </a:lnTo>
                  <a:lnTo>
                    <a:pt x="783933" y="428804"/>
                  </a:lnTo>
                  <a:lnTo>
                    <a:pt x="785854" y="428804"/>
                  </a:lnTo>
                  <a:lnTo>
                    <a:pt x="787776" y="428804"/>
                  </a:lnTo>
                  <a:lnTo>
                    <a:pt x="789697" y="428804"/>
                  </a:lnTo>
                  <a:lnTo>
                    <a:pt x="791618" y="428804"/>
                  </a:lnTo>
                  <a:lnTo>
                    <a:pt x="793540" y="428804"/>
                  </a:lnTo>
                  <a:lnTo>
                    <a:pt x="795461" y="428804"/>
                  </a:lnTo>
                  <a:lnTo>
                    <a:pt x="797383" y="428804"/>
                  </a:lnTo>
                  <a:lnTo>
                    <a:pt x="799304" y="428804"/>
                  </a:lnTo>
                  <a:lnTo>
                    <a:pt x="801226" y="428804"/>
                  </a:lnTo>
                  <a:lnTo>
                    <a:pt x="803147" y="428804"/>
                  </a:lnTo>
                  <a:lnTo>
                    <a:pt x="805068" y="428804"/>
                  </a:lnTo>
                  <a:lnTo>
                    <a:pt x="806990" y="428804"/>
                  </a:lnTo>
                  <a:lnTo>
                    <a:pt x="808911" y="428804"/>
                  </a:lnTo>
                  <a:lnTo>
                    <a:pt x="810833" y="428804"/>
                  </a:lnTo>
                  <a:lnTo>
                    <a:pt x="812754" y="428804"/>
                  </a:lnTo>
                  <a:lnTo>
                    <a:pt x="814675" y="428804"/>
                  </a:lnTo>
                  <a:lnTo>
                    <a:pt x="816597" y="428804"/>
                  </a:lnTo>
                  <a:lnTo>
                    <a:pt x="818518" y="428804"/>
                  </a:lnTo>
                  <a:lnTo>
                    <a:pt x="820440" y="428804"/>
                  </a:lnTo>
                  <a:lnTo>
                    <a:pt x="822361" y="428804"/>
                  </a:lnTo>
                  <a:lnTo>
                    <a:pt x="824282" y="428804"/>
                  </a:lnTo>
                  <a:lnTo>
                    <a:pt x="826204" y="428804"/>
                  </a:lnTo>
                  <a:lnTo>
                    <a:pt x="828125" y="428804"/>
                  </a:lnTo>
                  <a:lnTo>
                    <a:pt x="830047" y="428804"/>
                  </a:lnTo>
                  <a:lnTo>
                    <a:pt x="831968" y="428804"/>
                  </a:lnTo>
                  <a:lnTo>
                    <a:pt x="833889" y="428804"/>
                  </a:lnTo>
                  <a:lnTo>
                    <a:pt x="835811" y="428804"/>
                  </a:lnTo>
                  <a:lnTo>
                    <a:pt x="837732" y="428804"/>
                  </a:lnTo>
                  <a:lnTo>
                    <a:pt x="839654" y="428804"/>
                  </a:lnTo>
                  <a:lnTo>
                    <a:pt x="841575" y="428804"/>
                  </a:lnTo>
                  <a:lnTo>
                    <a:pt x="843496" y="428804"/>
                  </a:lnTo>
                  <a:lnTo>
                    <a:pt x="845418" y="428804"/>
                  </a:lnTo>
                  <a:lnTo>
                    <a:pt x="847339" y="428804"/>
                  </a:lnTo>
                  <a:lnTo>
                    <a:pt x="849261" y="428804"/>
                  </a:lnTo>
                  <a:lnTo>
                    <a:pt x="851182" y="428804"/>
                  </a:lnTo>
                  <a:lnTo>
                    <a:pt x="853103" y="428804"/>
                  </a:lnTo>
                  <a:lnTo>
                    <a:pt x="855025" y="428804"/>
                  </a:lnTo>
                  <a:lnTo>
                    <a:pt x="856946" y="428804"/>
                  </a:lnTo>
                  <a:lnTo>
                    <a:pt x="858868" y="428804"/>
                  </a:lnTo>
                  <a:lnTo>
                    <a:pt x="860789" y="428804"/>
                  </a:lnTo>
                  <a:lnTo>
                    <a:pt x="862710" y="428804"/>
                  </a:lnTo>
                  <a:lnTo>
                    <a:pt x="864632" y="428804"/>
                  </a:lnTo>
                  <a:lnTo>
                    <a:pt x="866553" y="428804"/>
                  </a:lnTo>
                  <a:lnTo>
                    <a:pt x="868475" y="428804"/>
                  </a:lnTo>
                  <a:lnTo>
                    <a:pt x="870396" y="428804"/>
                  </a:lnTo>
                  <a:lnTo>
                    <a:pt x="872318" y="428804"/>
                  </a:lnTo>
                  <a:lnTo>
                    <a:pt x="874239" y="428804"/>
                  </a:lnTo>
                  <a:lnTo>
                    <a:pt x="876160" y="428804"/>
                  </a:lnTo>
                  <a:lnTo>
                    <a:pt x="878082" y="428804"/>
                  </a:lnTo>
                  <a:lnTo>
                    <a:pt x="880003" y="428804"/>
                  </a:lnTo>
                  <a:lnTo>
                    <a:pt x="881925" y="428804"/>
                  </a:lnTo>
                  <a:lnTo>
                    <a:pt x="883846" y="428804"/>
                  </a:lnTo>
                  <a:lnTo>
                    <a:pt x="885767" y="428804"/>
                  </a:lnTo>
                  <a:lnTo>
                    <a:pt x="887689" y="428804"/>
                  </a:lnTo>
                  <a:lnTo>
                    <a:pt x="889610" y="428804"/>
                  </a:lnTo>
                  <a:lnTo>
                    <a:pt x="891532" y="428804"/>
                  </a:lnTo>
                  <a:lnTo>
                    <a:pt x="893453" y="428804"/>
                  </a:lnTo>
                  <a:lnTo>
                    <a:pt x="895374" y="428804"/>
                  </a:lnTo>
                  <a:lnTo>
                    <a:pt x="897296" y="428804"/>
                  </a:lnTo>
                  <a:lnTo>
                    <a:pt x="899217" y="428804"/>
                  </a:lnTo>
                  <a:lnTo>
                    <a:pt x="901139" y="428804"/>
                  </a:lnTo>
                  <a:lnTo>
                    <a:pt x="903060" y="428804"/>
                  </a:lnTo>
                  <a:lnTo>
                    <a:pt x="904981" y="428804"/>
                  </a:lnTo>
                  <a:lnTo>
                    <a:pt x="906903" y="428804"/>
                  </a:lnTo>
                  <a:lnTo>
                    <a:pt x="908824" y="428804"/>
                  </a:lnTo>
                  <a:lnTo>
                    <a:pt x="910746" y="428804"/>
                  </a:lnTo>
                  <a:lnTo>
                    <a:pt x="912667" y="428804"/>
                  </a:lnTo>
                  <a:lnTo>
                    <a:pt x="914588" y="428804"/>
                  </a:lnTo>
                  <a:lnTo>
                    <a:pt x="916510" y="428804"/>
                  </a:lnTo>
                  <a:lnTo>
                    <a:pt x="918431" y="428804"/>
                  </a:lnTo>
                  <a:lnTo>
                    <a:pt x="920353" y="428804"/>
                  </a:lnTo>
                  <a:lnTo>
                    <a:pt x="922274" y="428804"/>
                  </a:lnTo>
                  <a:lnTo>
                    <a:pt x="924195" y="428804"/>
                  </a:lnTo>
                  <a:lnTo>
                    <a:pt x="926117" y="428804"/>
                  </a:lnTo>
                  <a:lnTo>
                    <a:pt x="928038" y="428804"/>
                  </a:lnTo>
                  <a:lnTo>
                    <a:pt x="929960" y="428804"/>
                  </a:lnTo>
                  <a:lnTo>
                    <a:pt x="931881" y="428804"/>
                  </a:lnTo>
                  <a:lnTo>
                    <a:pt x="933802" y="428804"/>
                  </a:lnTo>
                  <a:lnTo>
                    <a:pt x="935724" y="428804"/>
                  </a:lnTo>
                  <a:lnTo>
                    <a:pt x="937645" y="428804"/>
                  </a:lnTo>
                  <a:lnTo>
                    <a:pt x="939567" y="428804"/>
                  </a:lnTo>
                  <a:lnTo>
                    <a:pt x="941488" y="428804"/>
                  </a:lnTo>
                  <a:lnTo>
                    <a:pt x="943410" y="428804"/>
                  </a:lnTo>
                  <a:lnTo>
                    <a:pt x="945331" y="428804"/>
                  </a:lnTo>
                  <a:lnTo>
                    <a:pt x="947252" y="428804"/>
                  </a:lnTo>
                  <a:lnTo>
                    <a:pt x="949174" y="428804"/>
                  </a:lnTo>
                  <a:lnTo>
                    <a:pt x="951095" y="428804"/>
                  </a:lnTo>
                  <a:lnTo>
                    <a:pt x="953017" y="428804"/>
                  </a:lnTo>
                  <a:lnTo>
                    <a:pt x="954938" y="428804"/>
                  </a:lnTo>
                  <a:lnTo>
                    <a:pt x="956859" y="428804"/>
                  </a:lnTo>
                  <a:lnTo>
                    <a:pt x="958781" y="428804"/>
                  </a:lnTo>
                  <a:lnTo>
                    <a:pt x="960702" y="428804"/>
                  </a:lnTo>
                  <a:lnTo>
                    <a:pt x="962624" y="428804"/>
                  </a:lnTo>
                  <a:lnTo>
                    <a:pt x="964545" y="428804"/>
                  </a:lnTo>
                  <a:lnTo>
                    <a:pt x="966466" y="428804"/>
                  </a:lnTo>
                  <a:lnTo>
                    <a:pt x="968388" y="428804"/>
                  </a:lnTo>
                  <a:lnTo>
                    <a:pt x="970309" y="428804"/>
                  </a:lnTo>
                  <a:lnTo>
                    <a:pt x="972231" y="428804"/>
                  </a:lnTo>
                  <a:lnTo>
                    <a:pt x="974152" y="428804"/>
                  </a:lnTo>
                  <a:lnTo>
                    <a:pt x="976073" y="428804"/>
                  </a:lnTo>
                  <a:lnTo>
                    <a:pt x="977995" y="428804"/>
                  </a:lnTo>
                  <a:lnTo>
                    <a:pt x="979916" y="428804"/>
                  </a:lnTo>
                  <a:lnTo>
                    <a:pt x="981838" y="428804"/>
                  </a:lnTo>
                </a:path>
              </a:pathLst>
            </a:cu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6686962" y="4749813"/>
              <a:ext cx="981838" cy="1233609"/>
            </a:xfrm>
            <a:custGeom>
              <a:avLst/>
              <a:pathLst>
                <a:path w="981838" h="1233609">
                  <a:moveTo>
                    <a:pt x="0" y="1233609"/>
                  </a:moveTo>
                  <a:lnTo>
                    <a:pt x="1921" y="1233609"/>
                  </a:lnTo>
                  <a:lnTo>
                    <a:pt x="3842" y="1233609"/>
                  </a:lnTo>
                  <a:lnTo>
                    <a:pt x="5764" y="1233609"/>
                  </a:lnTo>
                  <a:lnTo>
                    <a:pt x="7685" y="1233609"/>
                  </a:lnTo>
                  <a:lnTo>
                    <a:pt x="9607" y="1233609"/>
                  </a:lnTo>
                  <a:lnTo>
                    <a:pt x="11528" y="1233609"/>
                  </a:lnTo>
                  <a:lnTo>
                    <a:pt x="13449" y="1233609"/>
                  </a:lnTo>
                  <a:lnTo>
                    <a:pt x="15371" y="1233609"/>
                  </a:lnTo>
                  <a:lnTo>
                    <a:pt x="17292" y="1233609"/>
                  </a:lnTo>
                  <a:lnTo>
                    <a:pt x="19214" y="1233609"/>
                  </a:lnTo>
                  <a:lnTo>
                    <a:pt x="21135" y="1233609"/>
                  </a:lnTo>
                  <a:lnTo>
                    <a:pt x="23056" y="1233609"/>
                  </a:lnTo>
                  <a:lnTo>
                    <a:pt x="24978" y="1233609"/>
                  </a:lnTo>
                  <a:lnTo>
                    <a:pt x="26899" y="1233609"/>
                  </a:lnTo>
                  <a:lnTo>
                    <a:pt x="28821" y="1233609"/>
                  </a:lnTo>
                  <a:lnTo>
                    <a:pt x="30742" y="1233609"/>
                  </a:lnTo>
                  <a:lnTo>
                    <a:pt x="32663" y="1233609"/>
                  </a:lnTo>
                  <a:lnTo>
                    <a:pt x="34585" y="1233609"/>
                  </a:lnTo>
                  <a:lnTo>
                    <a:pt x="36506" y="1233609"/>
                  </a:lnTo>
                  <a:lnTo>
                    <a:pt x="38428" y="1233609"/>
                  </a:lnTo>
                  <a:lnTo>
                    <a:pt x="40349" y="1233609"/>
                  </a:lnTo>
                  <a:lnTo>
                    <a:pt x="42270" y="1233609"/>
                  </a:lnTo>
                  <a:lnTo>
                    <a:pt x="44192" y="1233609"/>
                  </a:lnTo>
                  <a:lnTo>
                    <a:pt x="46113" y="1233609"/>
                  </a:lnTo>
                  <a:lnTo>
                    <a:pt x="48035" y="1233609"/>
                  </a:lnTo>
                  <a:lnTo>
                    <a:pt x="49956" y="1233609"/>
                  </a:lnTo>
                  <a:lnTo>
                    <a:pt x="51877" y="1233609"/>
                  </a:lnTo>
                  <a:lnTo>
                    <a:pt x="53799" y="1233609"/>
                  </a:lnTo>
                  <a:lnTo>
                    <a:pt x="55720" y="1233609"/>
                  </a:lnTo>
                  <a:lnTo>
                    <a:pt x="57642" y="1233609"/>
                  </a:lnTo>
                  <a:lnTo>
                    <a:pt x="59563" y="1233609"/>
                  </a:lnTo>
                  <a:lnTo>
                    <a:pt x="61484" y="1233609"/>
                  </a:lnTo>
                  <a:lnTo>
                    <a:pt x="63406" y="1233609"/>
                  </a:lnTo>
                  <a:lnTo>
                    <a:pt x="65327" y="1233609"/>
                  </a:lnTo>
                  <a:lnTo>
                    <a:pt x="67249" y="1233609"/>
                  </a:lnTo>
                  <a:lnTo>
                    <a:pt x="69170" y="1233609"/>
                  </a:lnTo>
                  <a:lnTo>
                    <a:pt x="71091" y="1233609"/>
                  </a:lnTo>
                  <a:lnTo>
                    <a:pt x="73013" y="1233609"/>
                  </a:lnTo>
                  <a:lnTo>
                    <a:pt x="74934" y="1233609"/>
                  </a:lnTo>
                  <a:lnTo>
                    <a:pt x="76856" y="1233609"/>
                  </a:lnTo>
                  <a:lnTo>
                    <a:pt x="78777" y="1233609"/>
                  </a:lnTo>
                  <a:lnTo>
                    <a:pt x="80699" y="1233609"/>
                  </a:lnTo>
                  <a:lnTo>
                    <a:pt x="82620" y="1233609"/>
                  </a:lnTo>
                  <a:lnTo>
                    <a:pt x="84541" y="1233609"/>
                  </a:lnTo>
                  <a:lnTo>
                    <a:pt x="86463" y="1233609"/>
                  </a:lnTo>
                  <a:lnTo>
                    <a:pt x="88384" y="1233609"/>
                  </a:lnTo>
                  <a:lnTo>
                    <a:pt x="90306" y="1233609"/>
                  </a:lnTo>
                  <a:lnTo>
                    <a:pt x="92227" y="1233609"/>
                  </a:lnTo>
                  <a:lnTo>
                    <a:pt x="94148" y="1233609"/>
                  </a:lnTo>
                  <a:lnTo>
                    <a:pt x="96070" y="1233609"/>
                  </a:lnTo>
                  <a:lnTo>
                    <a:pt x="97991" y="1233609"/>
                  </a:lnTo>
                  <a:lnTo>
                    <a:pt x="99913" y="1233609"/>
                  </a:lnTo>
                  <a:lnTo>
                    <a:pt x="101834" y="1233609"/>
                  </a:lnTo>
                  <a:lnTo>
                    <a:pt x="103755" y="1233609"/>
                  </a:lnTo>
                  <a:lnTo>
                    <a:pt x="105677" y="1233609"/>
                  </a:lnTo>
                  <a:lnTo>
                    <a:pt x="107598" y="1233609"/>
                  </a:lnTo>
                  <a:lnTo>
                    <a:pt x="109520" y="1233609"/>
                  </a:lnTo>
                  <a:lnTo>
                    <a:pt x="111441" y="1233609"/>
                  </a:lnTo>
                  <a:lnTo>
                    <a:pt x="113362" y="1233609"/>
                  </a:lnTo>
                  <a:lnTo>
                    <a:pt x="115284" y="1233608"/>
                  </a:lnTo>
                  <a:lnTo>
                    <a:pt x="117205" y="1233608"/>
                  </a:lnTo>
                  <a:lnTo>
                    <a:pt x="119127" y="1233605"/>
                  </a:lnTo>
                  <a:lnTo>
                    <a:pt x="121048" y="1233597"/>
                  </a:lnTo>
                  <a:lnTo>
                    <a:pt x="122969" y="1233574"/>
                  </a:lnTo>
                  <a:lnTo>
                    <a:pt x="124891" y="1233520"/>
                  </a:lnTo>
                  <a:lnTo>
                    <a:pt x="126812" y="1233405"/>
                  </a:lnTo>
                  <a:lnTo>
                    <a:pt x="128734" y="1233188"/>
                  </a:lnTo>
                  <a:lnTo>
                    <a:pt x="130655" y="1232833"/>
                  </a:lnTo>
                  <a:lnTo>
                    <a:pt x="132576" y="1232351"/>
                  </a:lnTo>
                  <a:lnTo>
                    <a:pt x="134498" y="1231810"/>
                  </a:lnTo>
                  <a:lnTo>
                    <a:pt x="136419" y="1231336"/>
                  </a:lnTo>
                  <a:lnTo>
                    <a:pt x="138341" y="1231067"/>
                  </a:lnTo>
                  <a:lnTo>
                    <a:pt x="140262" y="1231088"/>
                  </a:lnTo>
                  <a:lnTo>
                    <a:pt x="142183" y="1231386"/>
                  </a:lnTo>
                  <a:lnTo>
                    <a:pt x="144105" y="1231861"/>
                  </a:lnTo>
                  <a:lnTo>
                    <a:pt x="146026" y="1232374"/>
                  </a:lnTo>
                  <a:lnTo>
                    <a:pt x="147948" y="1232797"/>
                  </a:lnTo>
                  <a:lnTo>
                    <a:pt x="149869" y="1233046"/>
                  </a:lnTo>
                  <a:lnTo>
                    <a:pt x="151791" y="1233080"/>
                  </a:lnTo>
                  <a:lnTo>
                    <a:pt x="153712" y="1232876"/>
                  </a:lnTo>
                  <a:lnTo>
                    <a:pt x="155633" y="1232424"/>
                  </a:lnTo>
                  <a:lnTo>
                    <a:pt x="157555" y="1231722"/>
                  </a:lnTo>
                  <a:lnTo>
                    <a:pt x="159476" y="1230786"/>
                  </a:lnTo>
                  <a:lnTo>
                    <a:pt x="161398" y="1229643"/>
                  </a:lnTo>
                  <a:lnTo>
                    <a:pt x="163319" y="1228327"/>
                  </a:lnTo>
                  <a:lnTo>
                    <a:pt x="165240" y="1226885"/>
                  </a:lnTo>
                  <a:lnTo>
                    <a:pt x="167162" y="1225408"/>
                  </a:lnTo>
                  <a:lnTo>
                    <a:pt x="169083" y="1224050"/>
                  </a:lnTo>
                  <a:lnTo>
                    <a:pt x="171005" y="1222986"/>
                  </a:lnTo>
                  <a:lnTo>
                    <a:pt x="172926" y="1222307"/>
                  </a:lnTo>
                  <a:lnTo>
                    <a:pt x="174847" y="1221906"/>
                  </a:lnTo>
                  <a:lnTo>
                    <a:pt x="176769" y="1221449"/>
                  </a:lnTo>
                  <a:lnTo>
                    <a:pt x="178690" y="1220590"/>
                  </a:lnTo>
                  <a:lnTo>
                    <a:pt x="180612" y="1219189"/>
                  </a:lnTo>
                  <a:lnTo>
                    <a:pt x="182533" y="1217415"/>
                  </a:lnTo>
                  <a:lnTo>
                    <a:pt x="184454" y="1215682"/>
                  </a:lnTo>
                  <a:lnTo>
                    <a:pt x="186376" y="1214437"/>
                  </a:lnTo>
                  <a:lnTo>
                    <a:pt x="188297" y="1213940"/>
                  </a:lnTo>
                  <a:lnTo>
                    <a:pt x="190219" y="1214138"/>
                  </a:lnTo>
                  <a:lnTo>
                    <a:pt x="192140" y="1214692"/>
                  </a:lnTo>
                  <a:lnTo>
                    <a:pt x="194061" y="1215101"/>
                  </a:lnTo>
                  <a:lnTo>
                    <a:pt x="195983" y="1214858"/>
                  </a:lnTo>
                  <a:lnTo>
                    <a:pt x="197904" y="1213560"/>
                  </a:lnTo>
                  <a:lnTo>
                    <a:pt x="199826" y="1210964"/>
                  </a:lnTo>
                  <a:lnTo>
                    <a:pt x="201747" y="1206961"/>
                  </a:lnTo>
                  <a:lnTo>
                    <a:pt x="203668" y="1201468"/>
                  </a:lnTo>
                  <a:lnTo>
                    <a:pt x="205590" y="1194205"/>
                  </a:lnTo>
                  <a:lnTo>
                    <a:pt x="207511" y="1184373"/>
                  </a:lnTo>
                  <a:lnTo>
                    <a:pt x="209433" y="1170363"/>
                  </a:lnTo>
                  <a:lnTo>
                    <a:pt x="211354" y="1149794"/>
                  </a:lnTo>
                  <a:lnTo>
                    <a:pt x="213275" y="1120111"/>
                  </a:lnTo>
                  <a:lnTo>
                    <a:pt x="215197" y="1079608"/>
                  </a:lnTo>
                  <a:lnTo>
                    <a:pt x="217118" y="1028297"/>
                  </a:lnTo>
                  <a:lnTo>
                    <a:pt x="219040" y="967950"/>
                  </a:lnTo>
                  <a:lnTo>
                    <a:pt x="220961" y="901452"/>
                  </a:lnTo>
                  <a:lnTo>
                    <a:pt x="222883" y="832440"/>
                  </a:lnTo>
                  <a:lnTo>
                    <a:pt x="224804" y="764451"/>
                  </a:lnTo>
                  <a:lnTo>
                    <a:pt x="226725" y="701550"/>
                  </a:lnTo>
                  <a:lnTo>
                    <a:pt x="228647" y="647857"/>
                  </a:lnTo>
                  <a:lnTo>
                    <a:pt x="230568" y="605730"/>
                  </a:lnTo>
                  <a:lnTo>
                    <a:pt x="232490" y="573098"/>
                  </a:lnTo>
                  <a:lnTo>
                    <a:pt x="234411" y="541599"/>
                  </a:lnTo>
                  <a:lnTo>
                    <a:pt x="236332" y="497724"/>
                  </a:lnTo>
                  <a:lnTo>
                    <a:pt x="238254" y="428174"/>
                  </a:lnTo>
                  <a:lnTo>
                    <a:pt x="240175" y="328002"/>
                  </a:lnTo>
                  <a:lnTo>
                    <a:pt x="242097" y="207287"/>
                  </a:lnTo>
                  <a:lnTo>
                    <a:pt x="244018" y="91430"/>
                  </a:lnTo>
                  <a:lnTo>
                    <a:pt x="245939" y="13208"/>
                  </a:lnTo>
                  <a:lnTo>
                    <a:pt x="247861" y="0"/>
                  </a:lnTo>
                  <a:lnTo>
                    <a:pt x="249782" y="63032"/>
                  </a:lnTo>
                  <a:lnTo>
                    <a:pt x="251704" y="194225"/>
                  </a:lnTo>
                  <a:lnTo>
                    <a:pt x="253625" y="371082"/>
                  </a:lnTo>
                  <a:lnTo>
                    <a:pt x="255546" y="565460"/>
                  </a:lnTo>
                  <a:lnTo>
                    <a:pt x="257468" y="751446"/>
                  </a:lnTo>
                  <a:lnTo>
                    <a:pt x="259389" y="910165"/>
                  </a:lnTo>
                  <a:lnTo>
                    <a:pt x="261311" y="1031810"/>
                  </a:lnTo>
                  <a:lnTo>
                    <a:pt x="263232" y="1115476"/>
                  </a:lnTo>
                  <a:lnTo>
                    <a:pt x="265153" y="1166387"/>
                  </a:lnTo>
                  <a:lnTo>
                    <a:pt x="267075" y="1193963"/>
                  </a:lnTo>
                  <a:lnTo>
                    <a:pt x="268996" y="1206741"/>
                  </a:lnTo>
                  <a:lnTo>
                    <a:pt x="270918" y="1210075"/>
                  </a:lnTo>
                  <a:lnTo>
                    <a:pt x="272839" y="1207297"/>
                  </a:lnTo>
                  <a:lnTo>
                    <a:pt x="274760" y="1200970"/>
                  </a:lnTo>
                  <a:lnTo>
                    <a:pt x="276682" y="1193758"/>
                  </a:lnTo>
                  <a:lnTo>
                    <a:pt x="278603" y="1188332"/>
                  </a:lnTo>
                  <a:lnTo>
                    <a:pt x="280525" y="1186552"/>
                  </a:lnTo>
                  <a:lnTo>
                    <a:pt x="282446" y="1188686"/>
                  </a:lnTo>
                  <a:lnTo>
                    <a:pt x="284367" y="1193370"/>
                  </a:lnTo>
                  <a:lnTo>
                    <a:pt x="286289" y="1198398"/>
                  </a:lnTo>
                  <a:lnTo>
                    <a:pt x="288210" y="1201853"/>
                  </a:lnTo>
                  <a:lnTo>
                    <a:pt x="290132" y="1202866"/>
                  </a:lnTo>
                  <a:lnTo>
                    <a:pt x="292053" y="1201663"/>
                  </a:lnTo>
                  <a:lnTo>
                    <a:pt x="293975" y="1199069"/>
                  </a:lnTo>
                  <a:lnTo>
                    <a:pt x="295896" y="1195970"/>
                  </a:lnTo>
                  <a:lnTo>
                    <a:pt x="297817" y="1193093"/>
                  </a:lnTo>
                  <a:lnTo>
                    <a:pt x="299739" y="1191121"/>
                  </a:lnTo>
                  <a:lnTo>
                    <a:pt x="301660" y="1190801"/>
                  </a:lnTo>
                  <a:lnTo>
                    <a:pt x="303582" y="1192795"/>
                  </a:lnTo>
                  <a:lnTo>
                    <a:pt x="305503" y="1197298"/>
                  </a:lnTo>
                  <a:lnTo>
                    <a:pt x="307424" y="1203775"/>
                  </a:lnTo>
                  <a:lnTo>
                    <a:pt x="309346" y="1211096"/>
                  </a:lnTo>
                  <a:lnTo>
                    <a:pt x="311267" y="1217962"/>
                  </a:lnTo>
                  <a:lnTo>
                    <a:pt x="313189" y="1223530"/>
                  </a:lnTo>
                  <a:lnTo>
                    <a:pt x="315110" y="1227560"/>
                  </a:lnTo>
                  <a:lnTo>
                    <a:pt x="317031" y="1230214"/>
                  </a:lnTo>
                  <a:lnTo>
                    <a:pt x="318953" y="1231826"/>
                  </a:lnTo>
                  <a:lnTo>
                    <a:pt x="320874" y="1232735"/>
                  </a:lnTo>
                  <a:lnTo>
                    <a:pt x="322796" y="1233212"/>
                  </a:lnTo>
                  <a:lnTo>
                    <a:pt x="324717" y="1233443"/>
                  </a:lnTo>
                  <a:lnTo>
                    <a:pt x="326638" y="1233546"/>
                  </a:lnTo>
                  <a:lnTo>
                    <a:pt x="328560" y="1233587"/>
                  </a:lnTo>
                  <a:lnTo>
                    <a:pt x="330481" y="1233602"/>
                  </a:lnTo>
                  <a:lnTo>
                    <a:pt x="332403" y="1233607"/>
                  </a:lnTo>
                  <a:lnTo>
                    <a:pt x="334324" y="1233608"/>
                  </a:lnTo>
                  <a:lnTo>
                    <a:pt x="336245" y="1233609"/>
                  </a:lnTo>
                  <a:lnTo>
                    <a:pt x="338167" y="1233609"/>
                  </a:lnTo>
                  <a:lnTo>
                    <a:pt x="340088" y="1233609"/>
                  </a:lnTo>
                  <a:lnTo>
                    <a:pt x="342010" y="1233609"/>
                  </a:lnTo>
                  <a:lnTo>
                    <a:pt x="343931" y="1233609"/>
                  </a:lnTo>
                  <a:lnTo>
                    <a:pt x="345852" y="1233609"/>
                  </a:lnTo>
                  <a:lnTo>
                    <a:pt x="347774" y="1233609"/>
                  </a:lnTo>
                  <a:lnTo>
                    <a:pt x="349695" y="1233609"/>
                  </a:lnTo>
                  <a:lnTo>
                    <a:pt x="351617" y="1233609"/>
                  </a:lnTo>
                  <a:lnTo>
                    <a:pt x="353538" y="1233609"/>
                  </a:lnTo>
                  <a:lnTo>
                    <a:pt x="355459" y="1233609"/>
                  </a:lnTo>
                  <a:lnTo>
                    <a:pt x="357381" y="1233609"/>
                  </a:lnTo>
                  <a:lnTo>
                    <a:pt x="359302" y="1233609"/>
                  </a:lnTo>
                  <a:lnTo>
                    <a:pt x="361224" y="1233609"/>
                  </a:lnTo>
                  <a:lnTo>
                    <a:pt x="363145" y="1233609"/>
                  </a:lnTo>
                  <a:lnTo>
                    <a:pt x="365067" y="1233609"/>
                  </a:lnTo>
                  <a:lnTo>
                    <a:pt x="366988" y="1233609"/>
                  </a:lnTo>
                  <a:lnTo>
                    <a:pt x="368909" y="1233609"/>
                  </a:lnTo>
                  <a:lnTo>
                    <a:pt x="370831" y="1233609"/>
                  </a:lnTo>
                  <a:lnTo>
                    <a:pt x="372752" y="1233609"/>
                  </a:lnTo>
                  <a:lnTo>
                    <a:pt x="374674" y="1233609"/>
                  </a:lnTo>
                  <a:lnTo>
                    <a:pt x="376595" y="1233609"/>
                  </a:lnTo>
                  <a:lnTo>
                    <a:pt x="378516" y="1233609"/>
                  </a:lnTo>
                  <a:lnTo>
                    <a:pt x="380438" y="1233609"/>
                  </a:lnTo>
                  <a:lnTo>
                    <a:pt x="382359" y="1233609"/>
                  </a:lnTo>
                  <a:lnTo>
                    <a:pt x="384281" y="1233609"/>
                  </a:lnTo>
                  <a:lnTo>
                    <a:pt x="386202" y="1233609"/>
                  </a:lnTo>
                  <a:lnTo>
                    <a:pt x="388123" y="1233609"/>
                  </a:lnTo>
                  <a:lnTo>
                    <a:pt x="390045" y="1233609"/>
                  </a:lnTo>
                  <a:lnTo>
                    <a:pt x="391966" y="1233609"/>
                  </a:lnTo>
                  <a:lnTo>
                    <a:pt x="393888" y="1233609"/>
                  </a:lnTo>
                  <a:lnTo>
                    <a:pt x="395809" y="1233609"/>
                  </a:lnTo>
                  <a:lnTo>
                    <a:pt x="397730" y="1233609"/>
                  </a:lnTo>
                  <a:lnTo>
                    <a:pt x="399652" y="1233609"/>
                  </a:lnTo>
                  <a:lnTo>
                    <a:pt x="401573" y="1233609"/>
                  </a:lnTo>
                  <a:lnTo>
                    <a:pt x="403495" y="1233609"/>
                  </a:lnTo>
                  <a:lnTo>
                    <a:pt x="405416" y="1233609"/>
                  </a:lnTo>
                  <a:lnTo>
                    <a:pt x="407337" y="1233609"/>
                  </a:lnTo>
                  <a:lnTo>
                    <a:pt x="409259" y="1233609"/>
                  </a:lnTo>
                  <a:lnTo>
                    <a:pt x="411180" y="1233609"/>
                  </a:lnTo>
                  <a:lnTo>
                    <a:pt x="413102" y="1233609"/>
                  </a:lnTo>
                  <a:lnTo>
                    <a:pt x="415023" y="1233609"/>
                  </a:lnTo>
                  <a:lnTo>
                    <a:pt x="416944" y="1233609"/>
                  </a:lnTo>
                  <a:lnTo>
                    <a:pt x="418866" y="1233609"/>
                  </a:lnTo>
                  <a:lnTo>
                    <a:pt x="420787" y="1233609"/>
                  </a:lnTo>
                  <a:lnTo>
                    <a:pt x="422709" y="1233609"/>
                  </a:lnTo>
                  <a:lnTo>
                    <a:pt x="424630" y="1233609"/>
                  </a:lnTo>
                  <a:lnTo>
                    <a:pt x="426551" y="1233609"/>
                  </a:lnTo>
                  <a:lnTo>
                    <a:pt x="428473" y="1233609"/>
                  </a:lnTo>
                  <a:lnTo>
                    <a:pt x="430394" y="1233609"/>
                  </a:lnTo>
                  <a:lnTo>
                    <a:pt x="432316" y="1233609"/>
                  </a:lnTo>
                  <a:lnTo>
                    <a:pt x="434237" y="1233609"/>
                  </a:lnTo>
                  <a:lnTo>
                    <a:pt x="436159" y="1233609"/>
                  </a:lnTo>
                  <a:lnTo>
                    <a:pt x="438080" y="1233609"/>
                  </a:lnTo>
                  <a:lnTo>
                    <a:pt x="440001" y="1233609"/>
                  </a:lnTo>
                  <a:lnTo>
                    <a:pt x="441923" y="1233609"/>
                  </a:lnTo>
                  <a:lnTo>
                    <a:pt x="443844" y="1233609"/>
                  </a:lnTo>
                  <a:lnTo>
                    <a:pt x="445766" y="1233609"/>
                  </a:lnTo>
                  <a:lnTo>
                    <a:pt x="447687" y="1233609"/>
                  </a:lnTo>
                  <a:lnTo>
                    <a:pt x="449608" y="1233609"/>
                  </a:lnTo>
                  <a:lnTo>
                    <a:pt x="451530" y="1233609"/>
                  </a:lnTo>
                  <a:lnTo>
                    <a:pt x="453451" y="1233609"/>
                  </a:lnTo>
                  <a:lnTo>
                    <a:pt x="455373" y="1233609"/>
                  </a:lnTo>
                  <a:lnTo>
                    <a:pt x="457294" y="1233609"/>
                  </a:lnTo>
                  <a:lnTo>
                    <a:pt x="459215" y="1233609"/>
                  </a:lnTo>
                  <a:lnTo>
                    <a:pt x="461137" y="1233609"/>
                  </a:lnTo>
                  <a:lnTo>
                    <a:pt x="463058" y="1233609"/>
                  </a:lnTo>
                  <a:lnTo>
                    <a:pt x="464980" y="1233609"/>
                  </a:lnTo>
                  <a:lnTo>
                    <a:pt x="466901" y="1233609"/>
                  </a:lnTo>
                  <a:lnTo>
                    <a:pt x="468822" y="1233609"/>
                  </a:lnTo>
                  <a:lnTo>
                    <a:pt x="470744" y="1233609"/>
                  </a:lnTo>
                  <a:lnTo>
                    <a:pt x="472665" y="1233609"/>
                  </a:lnTo>
                  <a:lnTo>
                    <a:pt x="474587" y="1233609"/>
                  </a:lnTo>
                  <a:lnTo>
                    <a:pt x="476508" y="1233609"/>
                  </a:lnTo>
                  <a:lnTo>
                    <a:pt x="478429" y="1233609"/>
                  </a:lnTo>
                  <a:lnTo>
                    <a:pt x="480351" y="1233609"/>
                  </a:lnTo>
                  <a:lnTo>
                    <a:pt x="482272" y="1233609"/>
                  </a:lnTo>
                  <a:lnTo>
                    <a:pt x="484194" y="1233609"/>
                  </a:lnTo>
                  <a:lnTo>
                    <a:pt x="486115" y="1233609"/>
                  </a:lnTo>
                  <a:lnTo>
                    <a:pt x="488036" y="1233609"/>
                  </a:lnTo>
                  <a:lnTo>
                    <a:pt x="489958" y="1233609"/>
                  </a:lnTo>
                  <a:lnTo>
                    <a:pt x="491879" y="1233609"/>
                  </a:lnTo>
                  <a:lnTo>
                    <a:pt x="493801" y="1233609"/>
                  </a:lnTo>
                  <a:lnTo>
                    <a:pt x="495722" y="1233609"/>
                  </a:lnTo>
                  <a:lnTo>
                    <a:pt x="497643" y="1233609"/>
                  </a:lnTo>
                  <a:lnTo>
                    <a:pt x="499565" y="1233609"/>
                  </a:lnTo>
                  <a:lnTo>
                    <a:pt x="501486" y="1233609"/>
                  </a:lnTo>
                  <a:lnTo>
                    <a:pt x="503408" y="1233609"/>
                  </a:lnTo>
                  <a:lnTo>
                    <a:pt x="505329" y="1233609"/>
                  </a:lnTo>
                  <a:lnTo>
                    <a:pt x="507250" y="1233609"/>
                  </a:lnTo>
                  <a:lnTo>
                    <a:pt x="509172" y="1233609"/>
                  </a:lnTo>
                  <a:lnTo>
                    <a:pt x="511093" y="1233609"/>
                  </a:lnTo>
                  <a:lnTo>
                    <a:pt x="513015" y="1233609"/>
                  </a:lnTo>
                  <a:lnTo>
                    <a:pt x="514936" y="1233609"/>
                  </a:lnTo>
                  <a:lnTo>
                    <a:pt x="516858" y="1233609"/>
                  </a:lnTo>
                  <a:lnTo>
                    <a:pt x="518779" y="1233609"/>
                  </a:lnTo>
                  <a:lnTo>
                    <a:pt x="520700" y="1233609"/>
                  </a:lnTo>
                  <a:lnTo>
                    <a:pt x="522622" y="1233609"/>
                  </a:lnTo>
                  <a:lnTo>
                    <a:pt x="524543" y="1233609"/>
                  </a:lnTo>
                  <a:lnTo>
                    <a:pt x="526465" y="1233609"/>
                  </a:lnTo>
                  <a:lnTo>
                    <a:pt x="528386" y="1233609"/>
                  </a:lnTo>
                  <a:lnTo>
                    <a:pt x="530307" y="1233609"/>
                  </a:lnTo>
                  <a:lnTo>
                    <a:pt x="532229" y="1233609"/>
                  </a:lnTo>
                  <a:lnTo>
                    <a:pt x="534150" y="1233609"/>
                  </a:lnTo>
                  <a:lnTo>
                    <a:pt x="536072" y="1233609"/>
                  </a:lnTo>
                  <a:lnTo>
                    <a:pt x="537993" y="1233609"/>
                  </a:lnTo>
                  <a:lnTo>
                    <a:pt x="539914" y="1233609"/>
                  </a:lnTo>
                  <a:lnTo>
                    <a:pt x="541836" y="1233609"/>
                  </a:lnTo>
                  <a:lnTo>
                    <a:pt x="543757" y="1233609"/>
                  </a:lnTo>
                  <a:lnTo>
                    <a:pt x="545679" y="1233609"/>
                  </a:lnTo>
                  <a:lnTo>
                    <a:pt x="547600" y="1233609"/>
                  </a:lnTo>
                  <a:lnTo>
                    <a:pt x="549521" y="1233609"/>
                  </a:lnTo>
                  <a:lnTo>
                    <a:pt x="551443" y="1233609"/>
                  </a:lnTo>
                  <a:lnTo>
                    <a:pt x="553364" y="1233609"/>
                  </a:lnTo>
                  <a:lnTo>
                    <a:pt x="555286" y="1233609"/>
                  </a:lnTo>
                  <a:lnTo>
                    <a:pt x="557207" y="1233609"/>
                  </a:lnTo>
                  <a:lnTo>
                    <a:pt x="559128" y="1233609"/>
                  </a:lnTo>
                  <a:lnTo>
                    <a:pt x="561050" y="1233609"/>
                  </a:lnTo>
                  <a:lnTo>
                    <a:pt x="562971" y="1233609"/>
                  </a:lnTo>
                  <a:lnTo>
                    <a:pt x="564893" y="1233609"/>
                  </a:lnTo>
                  <a:lnTo>
                    <a:pt x="566814" y="1233609"/>
                  </a:lnTo>
                  <a:lnTo>
                    <a:pt x="568735" y="1233609"/>
                  </a:lnTo>
                  <a:lnTo>
                    <a:pt x="570657" y="1233609"/>
                  </a:lnTo>
                  <a:lnTo>
                    <a:pt x="572578" y="1233609"/>
                  </a:lnTo>
                  <a:lnTo>
                    <a:pt x="574500" y="1233609"/>
                  </a:lnTo>
                  <a:lnTo>
                    <a:pt x="576421" y="1233609"/>
                  </a:lnTo>
                  <a:lnTo>
                    <a:pt x="578342" y="1233609"/>
                  </a:lnTo>
                  <a:lnTo>
                    <a:pt x="580264" y="1233609"/>
                  </a:lnTo>
                  <a:lnTo>
                    <a:pt x="582185" y="1233609"/>
                  </a:lnTo>
                  <a:lnTo>
                    <a:pt x="584107" y="1233609"/>
                  </a:lnTo>
                  <a:lnTo>
                    <a:pt x="586028" y="1233609"/>
                  </a:lnTo>
                  <a:lnTo>
                    <a:pt x="587950" y="1233609"/>
                  </a:lnTo>
                  <a:lnTo>
                    <a:pt x="589871" y="1233609"/>
                  </a:lnTo>
                  <a:lnTo>
                    <a:pt x="591792" y="1233609"/>
                  </a:lnTo>
                  <a:lnTo>
                    <a:pt x="593714" y="1233609"/>
                  </a:lnTo>
                  <a:lnTo>
                    <a:pt x="595635" y="1233609"/>
                  </a:lnTo>
                  <a:lnTo>
                    <a:pt x="597557" y="1233609"/>
                  </a:lnTo>
                  <a:lnTo>
                    <a:pt x="599478" y="1233609"/>
                  </a:lnTo>
                  <a:lnTo>
                    <a:pt x="601399" y="1233609"/>
                  </a:lnTo>
                  <a:lnTo>
                    <a:pt x="603321" y="1233609"/>
                  </a:lnTo>
                  <a:lnTo>
                    <a:pt x="605242" y="1233609"/>
                  </a:lnTo>
                  <a:lnTo>
                    <a:pt x="607164" y="1233609"/>
                  </a:lnTo>
                  <a:lnTo>
                    <a:pt x="609085" y="1233609"/>
                  </a:lnTo>
                  <a:lnTo>
                    <a:pt x="611006" y="1233609"/>
                  </a:lnTo>
                  <a:lnTo>
                    <a:pt x="612928" y="1233609"/>
                  </a:lnTo>
                  <a:lnTo>
                    <a:pt x="614849" y="1233609"/>
                  </a:lnTo>
                  <a:lnTo>
                    <a:pt x="616771" y="1233609"/>
                  </a:lnTo>
                  <a:lnTo>
                    <a:pt x="618692" y="1233609"/>
                  </a:lnTo>
                  <a:lnTo>
                    <a:pt x="620613" y="1233609"/>
                  </a:lnTo>
                  <a:lnTo>
                    <a:pt x="622535" y="1233609"/>
                  </a:lnTo>
                  <a:lnTo>
                    <a:pt x="624456" y="1233609"/>
                  </a:lnTo>
                  <a:lnTo>
                    <a:pt x="626378" y="1233609"/>
                  </a:lnTo>
                  <a:lnTo>
                    <a:pt x="628299" y="1233609"/>
                  </a:lnTo>
                  <a:lnTo>
                    <a:pt x="630220" y="1233609"/>
                  </a:lnTo>
                  <a:lnTo>
                    <a:pt x="632142" y="1233609"/>
                  </a:lnTo>
                  <a:lnTo>
                    <a:pt x="634063" y="1233609"/>
                  </a:lnTo>
                  <a:lnTo>
                    <a:pt x="635985" y="1233609"/>
                  </a:lnTo>
                  <a:lnTo>
                    <a:pt x="637906" y="1233609"/>
                  </a:lnTo>
                  <a:lnTo>
                    <a:pt x="639827" y="1233609"/>
                  </a:lnTo>
                  <a:lnTo>
                    <a:pt x="641749" y="1233609"/>
                  </a:lnTo>
                  <a:lnTo>
                    <a:pt x="643670" y="1233609"/>
                  </a:lnTo>
                  <a:lnTo>
                    <a:pt x="645592" y="1233609"/>
                  </a:lnTo>
                  <a:lnTo>
                    <a:pt x="647513" y="1233609"/>
                  </a:lnTo>
                  <a:lnTo>
                    <a:pt x="649434" y="1233609"/>
                  </a:lnTo>
                  <a:lnTo>
                    <a:pt x="651356" y="1233609"/>
                  </a:lnTo>
                  <a:lnTo>
                    <a:pt x="653277" y="1233609"/>
                  </a:lnTo>
                  <a:lnTo>
                    <a:pt x="655199" y="1233609"/>
                  </a:lnTo>
                  <a:lnTo>
                    <a:pt x="657120" y="1233609"/>
                  </a:lnTo>
                  <a:lnTo>
                    <a:pt x="659042" y="1233609"/>
                  </a:lnTo>
                  <a:lnTo>
                    <a:pt x="660963" y="1233609"/>
                  </a:lnTo>
                  <a:lnTo>
                    <a:pt x="662884" y="1233609"/>
                  </a:lnTo>
                  <a:lnTo>
                    <a:pt x="664806" y="1233609"/>
                  </a:lnTo>
                  <a:lnTo>
                    <a:pt x="666727" y="1233609"/>
                  </a:lnTo>
                  <a:lnTo>
                    <a:pt x="668649" y="1233609"/>
                  </a:lnTo>
                  <a:lnTo>
                    <a:pt x="670570" y="1233609"/>
                  </a:lnTo>
                  <a:lnTo>
                    <a:pt x="672491" y="1233609"/>
                  </a:lnTo>
                  <a:lnTo>
                    <a:pt x="674413" y="1233609"/>
                  </a:lnTo>
                  <a:lnTo>
                    <a:pt x="676334" y="1233609"/>
                  </a:lnTo>
                  <a:lnTo>
                    <a:pt x="678256" y="1233609"/>
                  </a:lnTo>
                  <a:lnTo>
                    <a:pt x="680177" y="1233609"/>
                  </a:lnTo>
                  <a:lnTo>
                    <a:pt x="682098" y="1233609"/>
                  </a:lnTo>
                  <a:lnTo>
                    <a:pt x="684020" y="1233609"/>
                  </a:lnTo>
                  <a:lnTo>
                    <a:pt x="685941" y="1233609"/>
                  </a:lnTo>
                  <a:lnTo>
                    <a:pt x="687863" y="1233609"/>
                  </a:lnTo>
                  <a:lnTo>
                    <a:pt x="689784" y="1233609"/>
                  </a:lnTo>
                  <a:lnTo>
                    <a:pt x="691705" y="1233609"/>
                  </a:lnTo>
                  <a:lnTo>
                    <a:pt x="693627" y="1233609"/>
                  </a:lnTo>
                  <a:lnTo>
                    <a:pt x="695548" y="1233609"/>
                  </a:lnTo>
                  <a:lnTo>
                    <a:pt x="697470" y="1233609"/>
                  </a:lnTo>
                  <a:lnTo>
                    <a:pt x="699391" y="1233609"/>
                  </a:lnTo>
                  <a:lnTo>
                    <a:pt x="701312" y="1233609"/>
                  </a:lnTo>
                  <a:lnTo>
                    <a:pt x="703234" y="1233609"/>
                  </a:lnTo>
                  <a:lnTo>
                    <a:pt x="705155" y="1233609"/>
                  </a:lnTo>
                  <a:lnTo>
                    <a:pt x="707077" y="1233609"/>
                  </a:lnTo>
                  <a:lnTo>
                    <a:pt x="708998" y="1233609"/>
                  </a:lnTo>
                  <a:lnTo>
                    <a:pt x="710919" y="1233609"/>
                  </a:lnTo>
                  <a:lnTo>
                    <a:pt x="712841" y="1233609"/>
                  </a:lnTo>
                  <a:lnTo>
                    <a:pt x="714762" y="1233609"/>
                  </a:lnTo>
                  <a:lnTo>
                    <a:pt x="716684" y="1233609"/>
                  </a:lnTo>
                  <a:lnTo>
                    <a:pt x="718605" y="1233609"/>
                  </a:lnTo>
                  <a:lnTo>
                    <a:pt x="720526" y="1233609"/>
                  </a:lnTo>
                  <a:lnTo>
                    <a:pt x="722448" y="1233609"/>
                  </a:lnTo>
                  <a:lnTo>
                    <a:pt x="724369" y="1233609"/>
                  </a:lnTo>
                  <a:lnTo>
                    <a:pt x="726291" y="1233609"/>
                  </a:lnTo>
                  <a:lnTo>
                    <a:pt x="728212" y="1233609"/>
                  </a:lnTo>
                  <a:lnTo>
                    <a:pt x="730134" y="1233609"/>
                  </a:lnTo>
                  <a:lnTo>
                    <a:pt x="732055" y="1233609"/>
                  </a:lnTo>
                  <a:lnTo>
                    <a:pt x="733976" y="1233609"/>
                  </a:lnTo>
                  <a:lnTo>
                    <a:pt x="735898" y="1233609"/>
                  </a:lnTo>
                  <a:lnTo>
                    <a:pt x="737819" y="1233609"/>
                  </a:lnTo>
                  <a:lnTo>
                    <a:pt x="739741" y="1233609"/>
                  </a:lnTo>
                  <a:lnTo>
                    <a:pt x="741662" y="1233609"/>
                  </a:lnTo>
                  <a:lnTo>
                    <a:pt x="743583" y="1233609"/>
                  </a:lnTo>
                  <a:lnTo>
                    <a:pt x="745505" y="1233609"/>
                  </a:lnTo>
                  <a:lnTo>
                    <a:pt x="747426" y="1233609"/>
                  </a:lnTo>
                  <a:lnTo>
                    <a:pt x="749348" y="1233609"/>
                  </a:lnTo>
                  <a:lnTo>
                    <a:pt x="751269" y="1233609"/>
                  </a:lnTo>
                  <a:lnTo>
                    <a:pt x="753190" y="1233609"/>
                  </a:lnTo>
                  <a:lnTo>
                    <a:pt x="755112" y="1233609"/>
                  </a:lnTo>
                  <a:lnTo>
                    <a:pt x="757033" y="1233609"/>
                  </a:lnTo>
                  <a:lnTo>
                    <a:pt x="758955" y="1233609"/>
                  </a:lnTo>
                  <a:lnTo>
                    <a:pt x="760876" y="1233609"/>
                  </a:lnTo>
                  <a:lnTo>
                    <a:pt x="762797" y="1233609"/>
                  </a:lnTo>
                  <a:lnTo>
                    <a:pt x="764719" y="1233609"/>
                  </a:lnTo>
                  <a:lnTo>
                    <a:pt x="766640" y="1233609"/>
                  </a:lnTo>
                  <a:lnTo>
                    <a:pt x="768562" y="1233609"/>
                  </a:lnTo>
                  <a:lnTo>
                    <a:pt x="770483" y="1233609"/>
                  </a:lnTo>
                  <a:lnTo>
                    <a:pt x="772404" y="1233609"/>
                  </a:lnTo>
                  <a:lnTo>
                    <a:pt x="774326" y="1233609"/>
                  </a:lnTo>
                  <a:lnTo>
                    <a:pt x="776247" y="1233609"/>
                  </a:lnTo>
                  <a:lnTo>
                    <a:pt x="778169" y="1233609"/>
                  </a:lnTo>
                  <a:lnTo>
                    <a:pt x="780090" y="1233609"/>
                  </a:lnTo>
                  <a:lnTo>
                    <a:pt x="782011" y="1233609"/>
                  </a:lnTo>
                  <a:lnTo>
                    <a:pt x="783933" y="1233609"/>
                  </a:lnTo>
                  <a:lnTo>
                    <a:pt x="785854" y="1233609"/>
                  </a:lnTo>
                  <a:lnTo>
                    <a:pt x="787776" y="1233609"/>
                  </a:lnTo>
                  <a:lnTo>
                    <a:pt x="789697" y="1233609"/>
                  </a:lnTo>
                  <a:lnTo>
                    <a:pt x="791618" y="1233609"/>
                  </a:lnTo>
                  <a:lnTo>
                    <a:pt x="793540" y="1233609"/>
                  </a:lnTo>
                  <a:lnTo>
                    <a:pt x="795461" y="1233609"/>
                  </a:lnTo>
                  <a:lnTo>
                    <a:pt x="797383" y="1233609"/>
                  </a:lnTo>
                  <a:lnTo>
                    <a:pt x="799304" y="1233609"/>
                  </a:lnTo>
                  <a:lnTo>
                    <a:pt x="801226" y="1233609"/>
                  </a:lnTo>
                  <a:lnTo>
                    <a:pt x="803147" y="1233609"/>
                  </a:lnTo>
                  <a:lnTo>
                    <a:pt x="805068" y="1233609"/>
                  </a:lnTo>
                  <a:lnTo>
                    <a:pt x="806990" y="1233609"/>
                  </a:lnTo>
                  <a:lnTo>
                    <a:pt x="808911" y="1233609"/>
                  </a:lnTo>
                  <a:lnTo>
                    <a:pt x="810833" y="1233609"/>
                  </a:lnTo>
                  <a:lnTo>
                    <a:pt x="812754" y="1233609"/>
                  </a:lnTo>
                  <a:lnTo>
                    <a:pt x="814675" y="1233609"/>
                  </a:lnTo>
                  <a:lnTo>
                    <a:pt x="816597" y="1233609"/>
                  </a:lnTo>
                  <a:lnTo>
                    <a:pt x="818518" y="1233609"/>
                  </a:lnTo>
                  <a:lnTo>
                    <a:pt x="820440" y="1233609"/>
                  </a:lnTo>
                  <a:lnTo>
                    <a:pt x="822361" y="1233609"/>
                  </a:lnTo>
                  <a:lnTo>
                    <a:pt x="824282" y="1233609"/>
                  </a:lnTo>
                  <a:lnTo>
                    <a:pt x="826204" y="1233609"/>
                  </a:lnTo>
                  <a:lnTo>
                    <a:pt x="828125" y="1233609"/>
                  </a:lnTo>
                  <a:lnTo>
                    <a:pt x="830047" y="1233609"/>
                  </a:lnTo>
                  <a:lnTo>
                    <a:pt x="831968" y="1233609"/>
                  </a:lnTo>
                  <a:lnTo>
                    <a:pt x="833889" y="1233609"/>
                  </a:lnTo>
                  <a:lnTo>
                    <a:pt x="835811" y="1233609"/>
                  </a:lnTo>
                  <a:lnTo>
                    <a:pt x="837732" y="1233609"/>
                  </a:lnTo>
                  <a:lnTo>
                    <a:pt x="839654" y="1233609"/>
                  </a:lnTo>
                  <a:lnTo>
                    <a:pt x="841575" y="1233609"/>
                  </a:lnTo>
                  <a:lnTo>
                    <a:pt x="843496" y="1233609"/>
                  </a:lnTo>
                  <a:lnTo>
                    <a:pt x="845418" y="1233609"/>
                  </a:lnTo>
                  <a:lnTo>
                    <a:pt x="847339" y="1233609"/>
                  </a:lnTo>
                  <a:lnTo>
                    <a:pt x="849261" y="1233609"/>
                  </a:lnTo>
                  <a:lnTo>
                    <a:pt x="851182" y="1233609"/>
                  </a:lnTo>
                  <a:lnTo>
                    <a:pt x="853103" y="1233609"/>
                  </a:lnTo>
                  <a:lnTo>
                    <a:pt x="855025" y="1233609"/>
                  </a:lnTo>
                  <a:lnTo>
                    <a:pt x="856946" y="1233609"/>
                  </a:lnTo>
                  <a:lnTo>
                    <a:pt x="858868" y="1233609"/>
                  </a:lnTo>
                  <a:lnTo>
                    <a:pt x="860789" y="1233609"/>
                  </a:lnTo>
                  <a:lnTo>
                    <a:pt x="862710" y="1233609"/>
                  </a:lnTo>
                  <a:lnTo>
                    <a:pt x="864632" y="1233609"/>
                  </a:lnTo>
                  <a:lnTo>
                    <a:pt x="866553" y="1233609"/>
                  </a:lnTo>
                  <a:lnTo>
                    <a:pt x="868475" y="1233609"/>
                  </a:lnTo>
                  <a:lnTo>
                    <a:pt x="870396" y="1233609"/>
                  </a:lnTo>
                  <a:lnTo>
                    <a:pt x="872318" y="1233609"/>
                  </a:lnTo>
                  <a:lnTo>
                    <a:pt x="874239" y="1233609"/>
                  </a:lnTo>
                  <a:lnTo>
                    <a:pt x="876160" y="1233609"/>
                  </a:lnTo>
                  <a:lnTo>
                    <a:pt x="878082" y="1233609"/>
                  </a:lnTo>
                  <a:lnTo>
                    <a:pt x="880003" y="1233609"/>
                  </a:lnTo>
                  <a:lnTo>
                    <a:pt x="881925" y="1233609"/>
                  </a:lnTo>
                  <a:lnTo>
                    <a:pt x="883846" y="1233609"/>
                  </a:lnTo>
                  <a:lnTo>
                    <a:pt x="885767" y="1233609"/>
                  </a:lnTo>
                  <a:lnTo>
                    <a:pt x="887689" y="1233609"/>
                  </a:lnTo>
                  <a:lnTo>
                    <a:pt x="889610" y="1233609"/>
                  </a:lnTo>
                  <a:lnTo>
                    <a:pt x="891532" y="1233609"/>
                  </a:lnTo>
                  <a:lnTo>
                    <a:pt x="893453" y="1233609"/>
                  </a:lnTo>
                  <a:lnTo>
                    <a:pt x="895374" y="1233609"/>
                  </a:lnTo>
                  <a:lnTo>
                    <a:pt x="897296" y="1233609"/>
                  </a:lnTo>
                  <a:lnTo>
                    <a:pt x="899217" y="1233609"/>
                  </a:lnTo>
                  <a:lnTo>
                    <a:pt x="901139" y="1233609"/>
                  </a:lnTo>
                  <a:lnTo>
                    <a:pt x="903060" y="1233609"/>
                  </a:lnTo>
                  <a:lnTo>
                    <a:pt x="904981" y="1233609"/>
                  </a:lnTo>
                  <a:lnTo>
                    <a:pt x="906903" y="1233609"/>
                  </a:lnTo>
                  <a:lnTo>
                    <a:pt x="908824" y="1233609"/>
                  </a:lnTo>
                  <a:lnTo>
                    <a:pt x="910746" y="1233609"/>
                  </a:lnTo>
                  <a:lnTo>
                    <a:pt x="912667" y="1233609"/>
                  </a:lnTo>
                  <a:lnTo>
                    <a:pt x="914588" y="1233609"/>
                  </a:lnTo>
                  <a:lnTo>
                    <a:pt x="916510" y="1233609"/>
                  </a:lnTo>
                  <a:lnTo>
                    <a:pt x="918431" y="1233609"/>
                  </a:lnTo>
                  <a:lnTo>
                    <a:pt x="920353" y="1233609"/>
                  </a:lnTo>
                  <a:lnTo>
                    <a:pt x="922274" y="1233609"/>
                  </a:lnTo>
                  <a:lnTo>
                    <a:pt x="924195" y="1233609"/>
                  </a:lnTo>
                  <a:lnTo>
                    <a:pt x="926117" y="1233609"/>
                  </a:lnTo>
                  <a:lnTo>
                    <a:pt x="928038" y="1233609"/>
                  </a:lnTo>
                  <a:lnTo>
                    <a:pt x="929960" y="1233609"/>
                  </a:lnTo>
                  <a:lnTo>
                    <a:pt x="931881" y="1233609"/>
                  </a:lnTo>
                  <a:lnTo>
                    <a:pt x="933802" y="1233609"/>
                  </a:lnTo>
                  <a:lnTo>
                    <a:pt x="935724" y="1233609"/>
                  </a:lnTo>
                  <a:lnTo>
                    <a:pt x="937645" y="1233609"/>
                  </a:lnTo>
                  <a:lnTo>
                    <a:pt x="939567" y="1233609"/>
                  </a:lnTo>
                  <a:lnTo>
                    <a:pt x="941488" y="1233609"/>
                  </a:lnTo>
                  <a:lnTo>
                    <a:pt x="943410" y="1233609"/>
                  </a:lnTo>
                  <a:lnTo>
                    <a:pt x="945331" y="1233609"/>
                  </a:lnTo>
                  <a:lnTo>
                    <a:pt x="947252" y="1233609"/>
                  </a:lnTo>
                  <a:lnTo>
                    <a:pt x="949174" y="1233609"/>
                  </a:lnTo>
                  <a:lnTo>
                    <a:pt x="951095" y="1233609"/>
                  </a:lnTo>
                  <a:lnTo>
                    <a:pt x="953017" y="1233609"/>
                  </a:lnTo>
                  <a:lnTo>
                    <a:pt x="954938" y="1233609"/>
                  </a:lnTo>
                  <a:lnTo>
                    <a:pt x="956859" y="1233609"/>
                  </a:lnTo>
                  <a:lnTo>
                    <a:pt x="958781" y="1233609"/>
                  </a:lnTo>
                  <a:lnTo>
                    <a:pt x="960702" y="1233609"/>
                  </a:lnTo>
                  <a:lnTo>
                    <a:pt x="962624" y="1233609"/>
                  </a:lnTo>
                  <a:lnTo>
                    <a:pt x="964545" y="1233609"/>
                  </a:lnTo>
                  <a:lnTo>
                    <a:pt x="966466" y="1233609"/>
                  </a:lnTo>
                  <a:lnTo>
                    <a:pt x="968388" y="1233609"/>
                  </a:lnTo>
                  <a:lnTo>
                    <a:pt x="970309" y="1233609"/>
                  </a:lnTo>
                  <a:lnTo>
                    <a:pt x="972231" y="1233609"/>
                  </a:lnTo>
                  <a:lnTo>
                    <a:pt x="974152" y="1233609"/>
                  </a:lnTo>
                  <a:lnTo>
                    <a:pt x="976073" y="1233609"/>
                  </a:lnTo>
                  <a:lnTo>
                    <a:pt x="977995" y="1233609"/>
                  </a:lnTo>
                  <a:lnTo>
                    <a:pt x="979916" y="1233609"/>
                  </a:lnTo>
                  <a:lnTo>
                    <a:pt x="981838" y="1233609"/>
                  </a:lnTo>
                  <a:lnTo>
                    <a:pt x="979916" y="1233609"/>
                  </a:lnTo>
                  <a:lnTo>
                    <a:pt x="977995" y="1233609"/>
                  </a:lnTo>
                  <a:lnTo>
                    <a:pt x="976073" y="1233609"/>
                  </a:lnTo>
                  <a:lnTo>
                    <a:pt x="974152" y="1233609"/>
                  </a:lnTo>
                  <a:lnTo>
                    <a:pt x="972231" y="1233609"/>
                  </a:lnTo>
                  <a:lnTo>
                    <a:pt x="970309" y="1233609"/>
                  </a:lnTo>
                  <a:lnTo>
                    <a:pt x="968388" y="1233609"/>
                  </a:lnTo>
                  <a:lnTo>
                    <a:pt x="966466" y="1233609"/>
                  </a:lnTo>
                  <a:lnTo>
                    <a:pt x="964545" y="1233609"/>
                  </a:lnTo>
                  <a:lnTo>
                    <a:pt x="962624" y="1233609"/>
                  </a:lnTo>
                  <a:lnTo>
                    <a:pt x="960702" y="1233609"/>
                  </a:lnTo>
                  <a:lnTo>
                    <a:pt x="958781" y="1233609"/>
                  </a:lnTo>
                  <a:lnTo>
                    <a:pt x="956859" y="1233609"/>
                  </a:lnTo>
                  <a:lnTo>
                    <a:pt x="954938" y="1233609"/>
                  </a:lnTo>
                  <a:lnTo>
                    <a:pt x="953017" y="1233609"/>
                  </a:lnTo>
                  <a:lnTo>
                    <a:pt x="951095" y="1233609"/>
                  </a:lnTo>
                  <a:lnTo>
                    <a:pt x="949174" y="1233609"/>
                  </a:lnTo>
                  <a:lnTo>
                    <a:pt x="947252" y="1233609"/>
                  </a:lnTo>
                  <a:lnTo>
                    <a:pt x="945331" y="1233609"/>
                  </a:lnTo>
                  <a:lnTo>
                    <a:pt x="943410" y="1233609"/>
                  </a:lnTo>
                  <a:lnTo>
                    <a:pt x="941488" y="1233609"/>
                  </a:lnTo>
                  <a:lnTo>
                    <a:pt x="939567" y="1233609"/>
                  </a:lnTo>
                  <a:lnTo>
                    <a:pt x="937645" y="1233609"/>
                  </a:lnTo>
                  <a:lnTo>
                    <a:pt x="935724" y="1233609"/>
                  </a:lnTo>
                  <a:lnTo>
                    <a:pt x="933802" y="1233609"/>
                  </a:lnTo>
                  <a:lnTo>
                    <a:pt x="931881" y="1233609"/>
                  </a:lnTo>
                  <a:lnTo>
                    <a:pt x="929960" y="1233609"/>
                  </a:lnTo>
                  <a:lnTo>
                    <a:pt x="928038" y="1233609"/>
                  </a:lnTo>
                  <a:lnTo>
                    <a:pt x="926117" y="1233609"/>
                  </a:lnTo>
                  <a:lnTo>
                    <a:pt x="924195" y="1233609"/>
                  </a:lnTo>
                  <a:lnTo>
                    <a:pt x="922274" y="1233609"/>
                  </a:lnTo>
                  <a:lnTo>
                    <a:pt x="920353" y="1233609"/>
                  </a:lnTo>
                  <a:lnTo>
                    <a:pt x="918431" y="1233609"/>
                  </a:lnTo>
                  <a:lnTo>
                    <a:pt x="916510" y="1233609"/>
                  </a:lnTo>
                  <a:lnTo>
                    <a:pt x="914588" y="1233609"/>
                  </a:lnTo>
                  <a:lnTo>
                    <a:pt x="912667" y="1233609"/>
                  </a:lnTo>
                  <a:lnTo>
                    <a:pt x="910746" y="1233609"/>
                  </a:lnTo>
                  <a:lnTo>
                    <a:pt x="908824" y="1233609"/>
                  </a:lnTo>
                  <a:lnTo>
                    <a:pt x="906903" y="1233609"/>
                  </a:lnTo>
                  <a:lnTo>
                    <a:pt x="904981" y="1233609"/>
                  </a:lnTo>
                  <a:lnTo>
                    <a:pt x="903060" y="1233609"/>
                  </a:lnTo>
                  <a:lnTo>
                    <a:pt x="901139" y="1233609"/>
                  </a:lnTo>
                  <a:lnTo>
                    <a:pt x="899217" y="1233609"/>
                  </a:lnTo>
                  <a:lnTo>
                    <a:pt x="897296" y="1233609"/>
                  </a:lnTo>
                  <a:lnTo>
                    <a:pt x="895374" y="1233609"/>
                  </a:lnTo>
                  <a:lnTo>
                    <a:pt x="893453" y="1233609"/>
                  </a:lnTo>
                  <a:lnTo>
                    <a:pt x="891532" y="1233609"/>
                  </a:lnTo>
                  <a:lnTo>
                    <a:pt x="889610" y="1233609"/>
                  </a:lnTo>
                  <a:lnTo>
                    <a:pt x="887689" y="1233609"/>
                  </a:lnTo>
                  <a:lnTo>
                    <a:pt x="885767" y="1233609"/>
                  </a:lnTo>
                  <a:lnTo>
                    <a:pt x="883846" y="1233609"/>
                  </a:lnTo>
                  <a:lnTo>
                    <a:pt x="881925" y="1233609"/>
                  </a:lnTo>
                  <a:lnTo>
                    <a:pt x="880003" y="1233609"/>
                  </a:lnTo>
                  <a:lnTo>
                    <a:pt x="878082" y="1233609"/>
                  </a:lnTo>
                  <a:lnTo>
                    <a:pt x="876160" y="1233609"/>
                  </a:lnTo>
                  <a:lnTo>
                    <a:pt x="874239" y="1233609"/>
                  </a:lnTo>
                  <a:lnTo>
                    <a:pt x="872318" y="1233609"/>
                  </a:lnTo>
                  <a:lnTo>
                    <a:pt x="870396" y="1233609"/>
                  </a:lnTo>
                  <a:lnTo>
                    <a:pt x="868475" y="1233609"/>
                  </a:lnTo>
                  <a:lnTo>
                    <a:pt x="866553" y="1233609"/>
                  </a:lnTo>
                  <a:lnTo>
                    <a:pt x="864632" y="1233609"/>
                  </a:lnTo>
                  <a:lnTo>
                    <a:pt x="862710" y="1233609"/>
                  </a:lnTo>
                  <a:lnTo>
                    <a:pt x="860789" y="1233609"/>
                  </a:lnTo>
                  <a:lnTo>
                    <a:pt x="858868" y="1233609"/>
                  </a:lnTo>
                  <a:lnTo>
                    <a:pt x="856946" y="1233609"/>
                  </a:lnTo>
                  <a:lnTo>
                    <a:pt x="855025" y="1233609"/>
                  </a:lnTo>
                  <a:lnTo>
                    <a:pt x="853103" y="1233609"/>
                  </a:lnTo>
                  <a:lnTo>
                    <a:pt x="851182" y="1233609"/>
                  </a:lnTo>
                  <a:lnTo>
                    <a:pt x="849261" y="1233609"/>
                  </a:lnTo>
                  <a:lnTo>
                    <a:pt x="847339" y="1233609"/>
                  </a:lnTo>
                  <a:lnTo>
                    <a:pt x="845418" y="1233609"/>
                  </a:lnTo>
                  <a:lnTo>
                    <a:pt x="843496" y="1233609"/>
                  </a:lnTo>
                  <a:lnTo>
                    <a:pt x="841575" y="1233609"/>
                  </a:lnTo>
                  <a:lnTo>
                    <a:pt x="839654" y="1233609"/>
                  </a:lnTo>
                  <a:lnTo>
                    <a:pt x="837732" y="1233609"/>
                  </a:lnTo>
                  <a:lnTo>
                    <a:pt x="835811" y="1233609"/>
                  </a:lnTo>
                  <a:lnTo>
                    <a:pt x="833889" y="1233609"/>
                  </a:lnTo>
                  <a:lnTo>
                    <a:pt x="831968" y="1233609"/>
                  </a:lnTo>
                  <a:lnTo>
                    <a:pt x="830047" y="1233609"/>
                  </a:lnTo>
                  <a:lnTo>
                    <a:pt x="828125" y="1233609"/>
                  </a:lnTo>
                  <a:lnTo>
                    <a:pt x="826204" y="1233609"/>
                  </a:lnTo>
                  <a:lnTo>
                    <a:pt x="824282" y="1233609"/>
                  </a:lnTo>
                  <a:lnTo>
                    <a:pt x="822361" y="1233609"/>
                  </a:lnTo>
                  <a:lnTo>
                    <a:pt x="820440" y="1233609"/>
                  </a:lnTo>
                  <a:lnTo>
                    <a:pt x="818518" y="1233609"/>
                  </a:lnTo>
                  <a:lnTo>
                    <a:pt x="816597" y="1233609"/>
                  </a:lnTo>
                  <a:lnTo>
                    <a:pt x="814675" y="1233609"/>
                  </a:lnTo>
                  <a:lnTo>
                    <a:pt x="812754" y="1233609"/>
                  </a:lnTo>
                  <a:lnTo>
                    <a:pt x="810833" y="1233609"/>
                  </a:lnTo>
                  <a:lnTo>
                    <a:pt x="808911" y="1233609"/>
                  </a:lnTo>
                  <a:lnTo>
                    <a:pt x="806990" y="1233609"/>
                  </a:lnTo>
                  <a:lnTo>
                    <a:pt x="805068" y="1233609"/>
                  </a:lnTo>
                  <a:lnTo>
                    <a:pt x="803147" y="1233609"/>
                  </a:lnTo>
                  <a:lnTo>
                    <a:pt x="801226" y="1233609"/>
                  </a:lnTo>
                  <a:lnTo>
                    <a:pt x="799304" y="1233609"/>
                  </a:lnTo>
                  <a:lnTo>
                    <a:pt x="797383" y="1233609"/>
                  </a:lnTo>
                  <a:lnTo>
                    <a:pt x="795461" y="1233609"/>
                  </a:lnTo>
                  <a:lnTo>
                    <a:pt x="793540" y="1233609"/>
                  </a:lnTo>
                  <a:lnTo>
                    <a:pt x="791618" y="1233609"/>
                  </a:lnTo>
                  <a:lnTo>
                    <a:pt x="789697" y="1233609"/>
                  </a:lnTo>
                  <a:lnTo>
                    <a:pt x="787776" y="1233609"/>
                  </a:lnTo>
                  <a:lnTo>
                    <a:pt x="785854" y="1233609"/>
                  </a:lnTo>
                  <a:lnTo>
                    <a:pt x="783933" y="1233609"/>
                  </a:lnTo>
                  <a:lnTo>
                    <a:pt x="782011" y="1233609"/>
                  </a:lnTo>
                  <a:lnTo>
                    <a:pt x="780090" y="1233609"/>
                  </a:lnTo>
                  <a:lnTo>
                    <a:pt x="778169" y="1233609"/>
                  </a:lnTo>
                  <a:lnTo>
                    <a:pt x="776247" y="1233609"/>
                  </a:lnTo>
                  <a:lnTo>
                    <a:pt x="774326" y="1233609"/>
                  </a:lnTo>
                  <a:lnTo>
                    <a:pt x="772404" y="1233609"/>
                  </a:lnTo>
                  <a:lnTo>
                    <a:pt x="770483" y="1233609"/>
                  </a:lnTo>
                  <a:lnTo>
                    <a:pt x="768562" y="1233609"/>
                  </a:lnTo>
                  <a:lnTo>
                    <a:pt x="766640" y="1233609"/>
                  </a:lnTo>
                  <a:lnTo>
                    <a:pt x="764719" y="1233609"/>
                  </a:lnTo>
                  <a:lnTo>
                    <a:pt x="762797" y="1233609"/>
                  </a:lnTo>
                  <a:lnTo>
                    <a:pt x="760876" y="1233609"/>
                  </a:lnTo>
                  <a:lnTo>
                    <a:pt x="758955" y="1233609"/>
                  </a:lnTo>
                  <a:lnTo>
                    <a:pt x="757033" y="1233609"/>
                  </a:lnTo>
                  <a:lnTo>
                    <a:pt x="755112" y="1233609"/>
                  </a:lnTo>
                  <a:lnTo>
                    <a:pt x="753190" y="1233609"/>
                  </a:lnTo>
                  <a:lnTo>
                    <a:pt x="751269" y="1233609"/>
                  </a:lnTo>
                  <a:lnTo>
                    <a:pt x="749348" y="1233609"/>
                  </a:lnTo>
                  <a:lnTo>
                    <a:pt x="747426" y="1233609"/>
                  </a:lnTo>
                  <a:lnTo>
                    <a:pt x="745505" y="1233609"/>
                  </a:lnTo>
                  <a:lnTo>
                    <a:pt x="743583" y="1233609"/>
                  </a:lnTo>
                  <a:lnTo>
                    <a:pt x="741662" y="1233609"/>
                  </a:lnTo>
                  <a:lnTo>
                    <a:pt x="739741" y="1233609"/>
                  </a:lnTo>
                  <a:lnTo>
                    <a:pt x="737819" y="1233609"/>
                  </a:lnTo>
                  <a:lnTo>
                    <a:pt x="735898" y="1233609"/>
                  </a:lnTo>
                  <a:lnTo>
                    <a:pt x="733976" y="1233609"/>
                  </a:lnTo>
                  <a:lnTo>
                    <a:pt x="732055" y="1233609"/>
                  </a:lnTo>
                  <a:lnTo>
                    <a:pt x="730134" y="1233609"/>
                  </a:lnTo>
                  <a:lnTo>
                    <a:pt x="728212" y="1233609"/>
                  </a:lnTo>
                  <a:lnTo>
                    <a:pt x="726291" y="1233609"/>
                  </a:lnTo>
                  <a:lnTo>
                    <a:pt x="724369" y="1233609"/>
                  </a:lnTo>
                  <a:lnTo>
                    <a:pt x="722448" y="1233609"/>
                  </a:lnTo>
                  <a:lnTo>
                    <a:pt x="720526" y="1233609"/>
                  </a:lnTo>
                  <a:lnTo>
                    <a:pt x="718605" y="1233609"/>
                  </a:lnTo>
                  <a:lnTo>
                    <a:pt x="716684" y="1233609"/>
                  </a:lnTo>
                  <a:lnTo>
                    <a:pt x="714762" y="1233609"/>
                  </a:lnTo>
                  <a:lnTo>
                    <a:pt x="712841" y="1233609"/>
                  </a:lnTo>
                  <a:lnTo>
                    <a:pt x="710919" y="1233609"/>
                  </a:lnTo>
                  <a:lnTo>
                    <a:pt x="708998" y="1233609"/>
                  </a:lnTo>
                  <a:lnTo>
                    <a:pt x="707077" y="1233609"/>
                  </a:lnTo>
                  <a:lnTo>
                    <a:pt x="705155" y="1233609"/>
                  </a:lnTo>
                  <a:lnTo>
                    <a:pt x="703234" y="1233609"/>
                  </a:lnTo>
                  <a:lnTo>
                    <a:pt x="701312" y="1233609"/>
                  </a:lnTo>
                  <a:lnTo>
                    <a:pt x="699391" y="1233609"/>
                  </a:lnTo>
                  <a:lnTo>
                    <a:pt x="697470" y="1233609"/>
                  </a:lnTo>
                  <a:lnTo>
                    <a:pt x="695548" y="1233609"/>
                  </a:lnTo>
                  <a:lnTo>
                    <a:pt x="693627" y="1233609"/>
                  </a:lnTo>
                  <a:lnTo>
                    <a:pt x="691705" y="1233609"/>
                  </a:lnTo>
                  <a:lnTo>
                    <a:pt x="689784" y="1233609"/>
                  </a:lnTo>
                  <a:lnTo>
                    <a:pt x="687863" y="1233609"/>
                  </a:lnTo>
                  <a:lnTo>
                    <a:pt x="685941" y="1233609"/>
                  </a:lnTo>
                  <a:lnTo>
                    <a:pt x="684020" y="1233609"/>
                  </a:lnTo>
                  <a:lnTo>
                    <a:pt x="682098" y="1233609"/>
                  </a:lnTo>
                  <a:lnTo>
                    <a:pt x="680177" y="1233609"/>
                  </a:lnTo>
                  <a:lnTo>
                    <a:pt x="678256" y="1233609"/>
                  </a:lnTo>
                  <a:lnTo>
                    <a:pt x="676334" y="1233609"/>
                  </a:lnTo>
                  <a:lnTo>
                    <a:pt x="674413" y="1233609"/>
                  </a:lnTo>
                  <a:lnTo>
                    <a:pt x="672491" y="1233609"/>
                  </a:lnTo>
                  <a:lnTo>
                    <a:pt x="670570" y="1233609"/>
                  </a:lnTo>
                  <a:lnTo>
                    <a:pt x="668649" y="1233609"/>
                  </a:lnTo>
                  <a:lnTo>
                    <a:pt x="666727" y="1233609"/>
                  </a:lnTo>
                  <a:lnTo>
                    <a:pt x="664806" y="1233609"/>
                  </a:lnTo>
                  <a:lnTo>
                    <a:pt x="662884" y="1233609"/>
                  </a:lnTo>
                  <a:lnTo>
                    <a:pt x="660963" y="1233609"/>
                  </a:lnTo>
                  <a:lnTo>
                    <a:pt x="659042" y="1233609"/>
                  </a:lnTo>
                  <a:lnTo>
                    <a:pt x="657120" y="1233609"/>
                  </a:lnTo>
                  <a:lnTo>
                    <a:pt x="655199" y="1233609"/>
                  </a:lnTo>
                  <a:lnTo>
                    <a:pt x="653277" y="1233609"/>
                  </a:lnTo>
                  <a:lnTo>
                    <a:pt x="651356" y="1233609"/>
                  </a:lnTo>
                  <a:lnTo>
                    <a:pt x="649434" y="1233609"/>
                  </a:lnTo>
                  <a:lnTo>
                    <a:pt x="647513" y="1233609"/>
                  </a:lnTo>
                  <a:lnTo>
                    <a:pt x="645592" y="1233609"/>
                  </a:lnTo>
                  <a:lnTo>
                    <a:pt x="643670" y="1233609"/>
                  </a:lnTo>
                  <a:lnTo>
                    <a:pt x="641749" y="1233609"/>
                  </a:lnTo>
                  <a:lnTo>
                    <a:pt x="639827" y="1233609"/>
                  </a:lnTo>
                  <a:lnTo>
                    <a:pt x="637906" y="1233609"/>
                  </a:lnTo>
                  <a:lnTo>
                    <a:pt x="635985" y="1233609"/>
                  </a:lnTo>
                  <a:lnTo>
                    <a:pt x="634063" y="1233609"/>
                  </a:lnTo>
                  <a:lnTo>
                    <a:pt x="632142" y="1233609"/>
                  </a:lnTo>
                  <a:lnTo>
                    <a:pt x="630220" y="1233609"/>
                  </a:lnTo>
                  <a:lnTo>
                    <a:pt x="628299" y="1233609"/>
                  </a:lnTo>
                  <a:lnTo>
                    <a:pt x="626378" y="1233609"/>
                  </a:lnTo>
                  <a:lnTo>
                    <a:pt x="624456" y="1233609"/>
                  </a:lnTo>
                  <a:lnTo>
                    <a:pt x="622535" y="1233609"/>
                  </a:lnTo>
                  <a:lnTo>
                    <a:pt x="620613" y="1233609"/>
                  </a:lnTo>
                  <a:lnTo>
                    <a:pt x="618692" y="1233609"/>
                  </a:lnTo>
                  <a:lnTo>
                    <a:pt x="616771" y="1233609"/>
                  </a:lnTo>
                  <a:lnTo>
                    <a:pt x="614849" y="1233609"/>
                  </a:lnTo>
                  <a:lnTo>
                    <a:pt x="612928" y="1233609"/>
                  </a:lnTo>
                  <a:lnTo>
                    <a:pt x="611006" y="1233609"/>
                  </a:lnTo>
                  <a:lnTo>
                    <a:pt x="609085" y="1233609"/>
                  </a:lnTo>
                  <a:lnTo>
                    <a:pt x="607164" y="1233609"/>
                  </a:lnTo>
                  <a:lnTo>
                    <a:pt x="605242" y="1233609"/>
                  </a:lnTo>
                  <a:lnTo>
                    <a:pt x="603321" y="1233609"/>
                  </a:lnTo>
                  <a:lnTo>
                    <a:pt x="601399" y="1233609"/>
                  </a:lnTo>
                  <a:lnTo>
                    <a:pt x="599478" y="1233609"/>
                  </a:lnTo>
                  <a:lnTo>
                    <a:pt x="597557" y="1233609"/>
                  </a:lnTo>
                  <a:lnTo>
                    <a:pt x="595635" y="1233609"/>
                  </a:lnTo>
                  <a:lnTo>
                    <a:pt x="593714" y="1233609"/>
                  </a:lnTo>
                  <a:lnTo>
                    <a:pt x="591792" y="1233609"/>
                  </a:lnTo>
                  <a:lnTo>
                    <a:pt x="589871" y="1233609"/>
                  </a:lnTo>
                  <a:lnTo>
                    <a:pt x="587950" y="1233609"/>
                  </a:lnTo>
                  <a:lnTo>
                    <a:pt x="586028" y="1233609"/>
                  </a:lnTo>
                  <a:lnTo>
                    <a:pt x="584107" y="1233609"/>
                  </a:lnTo>
                  <a:lnTo>
                    <a:pt x="582185" y="1233609"/>
                  </a:lnTo>
                  <a:lnTo>
                    <a:pt x="580264" y="1233609"/>
                  </a:lnTo>
                  <a:lnTo>
                    <a:pt x="578342" y="1233609"/>
                  </a:lnTo>
                  <a:lnTo>
                    <a:pt x="576421" y="1233609"/>
                  </a:lnTo>
                  <a:lnTo>
                    <a:pt x="574500" y="1233609"/>
                  </a:lnTo>
                  <a:lnTo>
                    <a:pt x="572578" y="1233609"/>
                  </a:lnTo>
                  <a:lnTo>
                    <a:pt x="570657" y="1233609"/>
                  </a:lnTo>
                  <a:lnTo>
                    <a:pt x="568735" y="1233609"/>
                  </a:lnTo>
                  <a:lnTo>
                    <a:pt x="566814" y="1233609"/>
                  </a:lnTo>
                  <a:lnTo>
                    <a:pt x="564893" y="1233609"/>
                  </a:lnTo>
                  <a:lnTo>
                    <a:pt x="562971" y="1233609"/>
                  </a:lnTo>
                  <a:lnTo>
                    <a:pt x="561050" y="1233609"/>
                  </a:lnTo>
                  <a:lnTo>
                    <a:pt x="559128" y="1233609"/>
                  </a:lnTo>
                  <a:lnTo>
                    <a:pt x="557207" y="1233609"/>
                  </a:lnTo>
                  <a:lnTo>
                    <a:pt x="555286" y="1233609"/>
                  </a:lnTo>
                  <a:lnTo>
                    <a:pt x="553364" y="1233609"/>
                  </a:lnTo>
                  <a:lnTo>
                    <a:pt x="551443" y="1233609"/>
                  </a:lnTo>
                  <a:lnTo>
                    <a:pt x="549521" y="1233609"/>
                  </a:lnTo>
                  <a:lnTo>
                    <a:pt x="547600" y="1233609"/>
                  </a:lnTo>
                  <a:lnTo>
                    <a:pt x="545679" y="1233609"/>
                  </a:lnTo>
                  <a:lnTo>
                    <a:pt x="543757" y="1233609"/>
                  </a:lnTo>
                  <a:lnTo>
                    <a:pt x="541836" y="1233609"/>
                  </a:lnTo>
                  <a:lnTo>
                    <a:pt x="539914" y="1233609"/>
                  </a:lnTo>
                  <a:lnTo>
                    <a:pt x="537993" y="1233609"/>
                  </a:lnTo>
                  <a:lnTo>
                    <a:pt x="536072" y="1233609"/>
                  </a:lnTo>
                  <a:lnTo>
                    <a:pt x="534150" y="1233609"/>
                  </a:lnTo>
                  <a:lnTo>
                    <a:pt x="532229" y="1233609"/>
                  </a:lnTo>
                  <a:lnTo>
                    <a:pt x="530307" y="1233609"/>
                  </a:lnTo>
                  <a:lnTo>
                    <a:pt x="528386" y="1233609"/>
                  </a:lnTo>
                  <a:lnTo>
                    <a:pt x="526465" y="1233609"/>
                  </a:lnTo>
                  <a:lnTo>
                    <a:pt x="524543" y="1233609"/>
                  </a:lnTo>
                  <a:lnTo>
                    <a:pt x="522622" y="1233609"/>
                  </a:lnTo>
                  <a:lnTo>
                    <a:pt x="520700" y="1233609"/>
                  </a:lnTo>
                  <a:lnTo>
                    <a:pt x="518779" y="1233609"/>
                  </a:lnTo>
                  <a:lnTo>
                    <a:pt x="516858" y="1233609"/>
                  </a:lnTo>
                  <a:lnTo>
                    <a:pt x="514936" y="1233609"/>
                  </a:lnTo>
                  <a:lnTo>
                    <a:pt x="513015" y="1233609"/>
                  </a:lnTo>
                  <a:lnTo>
                    <a:pt x="511093" y="1233609"/>
                  </a:lnTo>
                  <a:lnTo>
                    <a:pt x="509172" y="1233609"/>
                  </a:lnTo>
                  <a:lnTo>
                    <a:pt x="507250" y="1233609"/>
                  </a:lnTo>
                  <a:lnTo>
                    <a:pt x="505329" y="1233609"/>
                  </a:lnTo>
                  <a:lnTo>
                    <a:pt x="503408" y="1233609"/>
                  </a:lnTo>
                  <a:lnTo>
                    <a:pt x="501486" y="1233609"/>
                  </a:lnTo>
                  <a:lnTo>
                    <a:pt x="499565" y="1233609"/>
                  </a:lnTo>
                  <a:lnTo>
                    <a:pt x="497643" y="1233609"/>
                  </a:lnTo>
                  <a:lnTo>
                    <a:pt x="495722" y="1233609"/>
                  </a:lnTo>
                  <a:lnTo>
                    <a:pt x="493801" y="1233609"/>
                  </a:lnTo>
                  <a:lnTo>
                    <a:pt x="491879" y="1233609"/>
                  </a:lnTo>
                  <a:lnTo>
                    <a:pt x="489958" y="1233609"/>
                  </a:lnTo>
                  <a:lnTo>
                    <a:pt x="488036" y="1233609"/>
                  </a:lnTo>
                  <a:lnTo>
                    <a:pt x="486115" y="1233609"/>
                  </a:lnTo>
                  <a:lnTo>
                    <a:pt x="484194" y="1233609"/>
                  </a:lnTo>
                  <a:lnTo>
                    <a:pt x="482272" y="1233609"/>
                  </a:lnTo>
                  <a:lnTo>
                    <a:pt x="480351" y="1233609"/>
                  </a:lnTo>
                  <a:lnTo>
                    <a:pt x="478429" y="1233609"/>
                  </a:lnTo>
                  <a:lnTo>
                    <a:pt x="476508" y="1233609"/>
                  </a:lnTo>
                  <a:lnTo>
                    <a:pt x="474587" y="1233609"/>
                  </a:lnTo>
                  <a:lnTo>
                    <a:pt x="472665" y="1233609"/>
                  </a:lnTo>
                  <a:lnTo>
                    <a:pt x="470744" y="1233609"/>
                  </a:lnTo>
                  <a:lnTo>
                    <a:pt x="468822" y="1233609"/>
                  </a:lnTo>
                  <a:lnTo>
                    <a:pt x="466901" y="1233609"/>
                  </a:lnTo>
                  <a:lnTo>
                    <a:pt x="464980" y="1233609"/>
                  </a:lnTo>
                  <a:lnTo>
                    <a:pt x="463058" y="1233609"/>
                  </a:lnTo>
                  <a:lnTo>
                    <a:pt x="461137" y="1233609"/>
                  </a:lnTo>
                  <a:lnTo>
                    <a:pt x="459215" y="1233609"/>
                  </a:lnTo>
                  <a:lnTo>
                    <a:pt x="457294" y="1233609"/>
                  </a:lnTo>
                  <a:lnTo>
                    <a:pt x="455373" y="1233609"/>
                  </a:lnTo>
                  <a:lnTo>
                    <a:pt x="453451" y="1233609"/>
                  </a:lnTo>
                  <a:lnTo>
                    <a:pt x="451530" y="1233609"/>
                  </a:lnTo>
                  <a:lnTo>
                    <a:pt x="449608" y="1233609"/>
                  </a:lnTo>
                  <a:lnTo>
                    <a:pt x="447687" y="1233609"/>
                  </a:lnTo>
                  <a:lnTo>
                    <a:pt x="445766" y="1233609"/>
                  </a:lnTo>
                  <a:lnTo>
                    <a:pt x="443844" y="1233609"/>
                  </a:lnTo>
                  <a:lnTo>
                    <a:pt x="441923" y="1233609"/>
                  </a:lnTo>
                  <a:lnTo>
                    <a:pt x="440001" y="1233609"/>
                  </a:lnTo>
                  <a:lnTo>
                    <a:pt x="438080" y="1233609"/>
                  </a:lnTo>
                  <a:lnTo>
                    <a:pt x="436159" y="1233609"/>
                  </a:lnTo>
                  <a:lnTo>
                    <a:pt x="434237" y="1233609"/>
                  </a:lnTo>
                  <a:lnTo>
                    <a:pt x="432316" y="1233609"/>
                  </a:lnTo>
                  <a:lnTo>
                    <a:pt x="430394" y="1233609"/>
                  </a:lnTo>
                  <a:lnTo>
                    <a:pt x="428473" y="1233609"/>
                  </a:lnTo>
                  <a:lnTo>
                    <a:pt x="426551" y="1233609"/>
                  </a:lnTo>
                  <a:lnTo>
                    <a:pt x="424630" y="1233609"/>
                  </a:lnTo>
                  <a:lnTo>
                    <a:pt x="422709" y="1233609"/>
                  </a:lnTo>
                  <a:lnTo>
                    <a:pt x="420787" y="1233609"/>
                  </a:lnTo>
                  <a:lnTo>
                    <a:pt x="418866" y="1233609"/>
                  </a:lnTo>
                  <a:lnTo>
                    <a:pt x="416944" y="1233609"/>
                  </a:lnTo>
                  <a:lnTo>
                    <a:pt x="415023" y="1233609"/>
                  </a:lnTo>
                  <a:lnTo>
                    <a:pt x="413102" y="1233609"/>
                  </a:lnTo>
                  <a:lnTo>
                    <a:pt x="411180" y="1233609"/>
                  </a:lnTo>
                  <a:lnTo>
                    <a:pt x="409259" y="1233609"/>
                  </a:lnTo>
                  <a:lnTo>
                    <a:pt x="407337" y="1233609"/>
                  </a:lnTo>
                  <a:lnTo>
                    <a:pt x="405416" y="1233609"/>
                  </a:lnTo>
                  <a:lnTo>
                    <a:pt x="403495" y="1233609"/>
                  </a:lnTo>
                  <a:lnTo>
                    <a:pt x="401573" y="1233609"/>
                  </a:lnTo>
                  <a:lnTo>
                    <a:pt x="399652" y="1233609"/>
                  </a:lnTo>
                  <a:lnTo>
                    <a:pt x="397730" y="1233609"/>
                  </a:lnTo>
                  <a:lnTo>
                    <a:pt x="395809" y="1233609"/>
                  </a:lnTo>
                  <a:lnTo>
                    <a:pt x="393888" y="1233609"/>
                  </a:lnTo>
                  <a:lnTo>
                    <a:pt x="391966" y="1233609"/>
                  </a:lnTo>
                  <a:lnTo>
                    <a:pt x="390045" y="1233609"/>
                  </a:lnTo>
                  <a:lnTo>
                    <a:pt x="388123" y="1233609"/>
                  </a:lnTo>
                  <a:lnTo>
                    <a:pt x="386202" y="1233609"/>
                  </a:lnTo>
                  <a:lnTo>
                    <a:pt x="384281" y="1233609"/>
                  </a:lnTo>
                  <a:lnTo>
                    <a:pt x="382359" y="1233609"/>
                  </a:lnTo>
                  <a:lnTo>
                    <a:pt x="380438" y="1233609"/>
                  </a:lnTo>
                  <a:lnTo>
                    <a:pt x="378516" y="1233609"/>
                  </a:lnTo>
                  <a:lnTo>
                    <a:pt x="376595" y="1233609"/>
                  </a:lnTo>
                  <a:lnTo>
                    <a:pt x="374674" y="1233609"/>
                  </a:lnTo>
                  <a:lnTo>
                    <a:pt x="372752" y="1233609"/>
                  </a:lnTo>
                  <a:lnTo>
                    <a:pt x="370831" y="1233609"/>
                  </a:lnTo>
                  <a:lnTo>
                    <a:pt x="368909" y="1233609"/>
                  </a:lnTo>
                  <a:lnTo>
                    <a:pt x="366988" y="1233609"/>
                  </a:lnTo>
                  <a:lnTo>
                    <a:pt x="365067" y="1233609"/>
                  </a:lnTo>
                  <a:lnTo>
                    <a:pt x="363145" y="1233609"/>
                  </a:lnTo>
                  <a:lnTo>
                    <a:pt x="361224" y="1233609"/>
                  </a:lnTo>
                  <a:lnTo>
                    <a:pt x="359302" y="1233609"/>
                  </a:lnTo>
                  <a:lnTo>
                    <a:pt x="357381" y="1233609"/>
                  </a:lnTo>
                  <a:lnTo>
                    <a:pt x="355459" y="1233609"/>
                  </a:lnTo>
                  <a:lnTo>
                    <a:pt x="353538" y="1233609"/>
                  </a:lnTo>
                  <a:lnTo>
                    <a:pt x="351617" y="1233609"/>
                  </a:lnTo>
                  <a:lnTo>
                    <a:pt x="349695" y="1233609"/>
                  </a:lnTo>
                  <a:lnTo>
                    <a:pt x="347774" y="1233609"/>
                  </a:lnTo>
                  <a:lnTo>
                    <a:pt x="345852" y="1233609"/>
                  </a:lnTo>
                  <a:lnTo>
                    <a:pt x="343931" y="1233609"/>
                  </a:lnTo>
                  <a:lnTo>
                    <a:pt x="342010" y="1233609"/>
                  </a:lnTo>
                  <a:lnTo>
                    <a:pt x="340088" y="1233609"/>
                  </a:lnTo>
                  <a:lnTo>
                    <a:pt x="338167" y="1233609"/>
                  </a:lnTo>
                  <a:lnTo>
                    <a:pt x="336245" y="1233609"/>
                  </a:lnTo>
                  <a:lnTo>
                    <a:pt x="334324" y="1233609"/>
                  </a:lnTo>
                  <a:lnTo>
                    <a:pt x="332403" y="1233609"/>
                  </a:lnTo>
                  <a:lnTo>
                    <a:pt x="330481" y="1233609"/>
                  </a:lnTo>
                  <a:lnTo>
                    <a:pt x="328560" y="1233609"/>
                  </a:lnTo>
                  <a:lnTo>
                    <a:pt x="326638" y="1233609"/>
                  </a:lnTo>
                  <a:lnTo>
                    <a:pt x="324717" y="1233609"/>
                  </a:lnTo>
                  <a:lnTo>
                    <a:pt x="322796" y="1233609"/>
                  </a:lnTo>
                  <a:lnTo>
                    <a:pt x="320874" y="1233609"/>
                  </a:lnTo>
                  <a:lnTo>
                    <a:pt x="318953" y="1233609"/>
                  </a:lnTo>
                  <a:lnTo>
                    <a:pt x="317031" y="1233609"/>
                  </a:lnTo>
                  <a:lnTo>
                    <a:pt x="315110" y="1233609"/>
                  </a:lnTo>
                  <a:lnTo>
                    <a:pt x="313189" y="1233609"/>
                  </a:lnTo>
                  <a:lnTo>
                    <a:pt x="311267" y="1233609"/>
                  </a:lnTo>
                  <a:lnTo>
                    <a:pt x="309346" y="1233609"/>
                  </a:lnTo>
                  <a:lnTo>
                    <a:pt x="307424" y="1233609"/>
                  </a:lnTo>
                  <a:lnTo>
                    <a:pt x="305503" y="1233609"/>
                  </a:lnTo>
                  <a:lnTo>
                    <a:pt x="303582" y="1233609"/>
                  </a:lnTo>
                  <a:lnTo>
                    <a:pt x="301660" y="1233609"/>
                  </a:lnTo>
                  <a:lnTo>
                    <a:pt x="299739" y="1233609"/>
                  </a:lnTo>
                  <a:lnTo>
                    <a:pt x="297817" y="1233609"/>
                  </a:lnTo>
                  <a:lnTo>
                    <a:pt x="295896" y="1233609"/>
                  </a:lnTo>
                  <a:lnTo>
                    <a:pt x="293975" y="1233609"/>
                  </a:lnTo>
                  <a:lnTo>
                    <a:pt x="292053" y="1233609"/>
                  </a:lnTo>
                  <a:lnTo>
                    <a:pt x="290132" y="1233609"/>
                  </a:lnTo>
                  <a:lnTo>
                    <a:pt x="288210" y="1233609"/>
                  </a:lnTo>
                  <a:lnTo>
                    <a:pt x="286289" y="1233609"/>
                  </a:lnTo>
                  <a:lnTo>
                    <a:pt x="284367" y="1233609"/>
                  </a:lnTo>
                  <a:lnTo>
                    <a:pt x="282446" y="1233609"/>
                  </a:lnTo>
                  <a:lnTo>
                    <a:pt x="280525" y="1233609"/>
                  </a:lnTo>
                  <a:lnTo>
                    <a:pt x="278603" y="1233609"/>
                  </a:lnTo>
                  <a:lnTo>
                    <a:pt x="276682" y="1233609"/>
                  </a:lnTo>
                  <a:lnTo>
                    <a:pt x="274760" y="1233609"/>
                  </a:lnTo>
                  <a:lnTo>
                    <a:pt x="272839" y="1233609"/>
                  </a:lnTo>
                  <a:lnTo>
                    <a:pt x="270918" y="1233609"/>
                  </a:lnTo>
                  <a:lnTo>
                    <a:pt x="268996" y="1233609"/>
                  </a:lnTo>
                  <a:lnTo>
                    <a:pt x="267075" y="1233609"/>
                  </a:lnTo>
                  <a:lnTo>
                    <a:pt x="265153" y="1233609"/>
                  </a:lnTo>
                  <a:lnTo>
                    <a:pt x="263232" y="1233609"/>
                  </a:lnTo>
                  <a:lnTo>
                    <a:pt x="261311" y="1233609"/>
                  </a:lnTo>
                  <a:lnTo>
                    <a:pt x="259389" y="1233609"/>
                  </a:lnTo>
                  <a:lnTo>
                    <a:pt x="257468" y="1233609"/>
                  </a:lnTo>
                  <a:lnTo>
                    <a:pt x="255546" y="1233609"/>
                  </a:lnTo>
                  <a:lnTo>
                    <a:pt x="253625" y="1233609"/>
                  </a:lnTo>
                  <a:lnTo>
                    <a:pt x="251704" y="1233609"/>
                  </a:lnTo>
                  <a:lnTo>
                    <a:pt x="249782" y="1233609"/>
                  </a:lnTo>
                  <a:lnTo>
                    <a:pt x="247861" y="1233609"/>
                  </a:lnTo>
                  <a:lnTo>
                    <a:pt x="245939" y="1233609"/>
                  </a:lnTo>
                  <a:lnTo>
                    <a:pt x="244018" y="1233609"/>
                  </a:lnTo>
                  <a:lnTo>
                    <a:pt x="242097" y="1233609"/>
                  </a:lnTo>
                  <a:lnTo>
                    <a:pt x="240175" y="1233609"/>
                  </a:lnTo>
                  <a:lnTo>
                    <a:pt x="238254" y="1233609"/>
                  </a:lnTo>
                  <a:lnTo>
                    <a:pt x="236332" y="1233609"/>
                  </a:lnTo>
                  <a:lnTo>
                    <a:pt x="234411" y="1233609"/>
                  </a:lnTo>
                  <a:lnTo>
                    <a:pt x="232490" y="1233609"/>
                  </a:lnTo>
                  <a:lnTo>
                    <a:pt x="230568" y="1233609"/>
                  </a:lnTo>
                  <a:lnTo>
                    <a:pt x="228647" y="1233609"/>
                  </a:lnTo>
                  <a:lnTo>
                    <a:pt x="226725" y="1233609"/>
                  </a:lnTo>
                  <a:lnTo>
                    <a:pt x="224804" y="1233609"/>
                  </a:lnTo>
                  <a:lnTo>
                    <a:pt x="222883" y="1233609"/>
                  </a:lnTo>
                  <a:lnTo>
                    <a:pt x="220961" y="1233609"/>
                  </a:lnTo>
                  <a:lnTo>
                    <a:pt x="219040" y="1233609"/>
                  </a:lnTo>
                  <a:lnTo>
                    <a:pt x="217118" y="1233609"/>
                  </a:lnTo>
                  <a:lnTo>
                    <a:pt x="215197" y="1233609"/>
                  </a:lnTo>
                  <a:lnTo>
                    <a:pt x="213275" y="1233609"/>
                  </a:lnTo>
                  <a:lnTo>
                    <a:pt x="211354" y="1233609"/>
                  </a:lnTo>
                  <a:lnTo>
                    <a:pt x="209433" y="1233609"/>
                  </a:lnTo>
                  <a:lnTo>
                    <a:pt x="207511" y="1233609"/>
                  </a:lnTo>
                  <a:lnTo>
                    <a:pt x="205590" y="1233609"/>
                  </a:lnTo>
                  <a:lnTo>
                    <a:pt x="203668" y="1233609"/>
                  </a:lnTo>
                  <a:lnTo>
                    <a:pt x="201747" y="1233609"/>
                  </a:lnTo>
                  <a:lnTo>
                    <a:pt x="199826" y="1233609"/>
                  </a:lnTo>
                  <a:lnTo>
                    <a:pt x="197904" y="1233609"/>
                  </a:lnTo>
                  <a:lnTo>
                    <a:pt x="195983" y="1233609"/>
                  </a:lnTo>
                  <a:lnTo>
                    <a:pt x="194061" y="1233609"/>
                  </a:lnTo>
                  <a:lnTo>
                    <a:pt x="192140" y="1233609"/>
                  </a:lnTo>
                  <a:lnTo>
                    <a:pt x="190219" y="1233609"/>
                  </a:lnTo>
                  <a:lnTo>
                    <a:pt x="188297" y="1233609"/>
                  </a:lnTo>
                  <a:lnTo>
                    <a:pt x="186376" y="1233609"/>
                  </a:lnTo>
                  <a:lnTo>
                    <a:pt x="184454" y="1233609"/>
                  </a:lnTo>
                  <a:lnTo>
                    <a:pt x="182533" y="1233609"/>
                  </a:lnTo>
                  <a:lnTo>
                    <a:pt x="180612" y="1233609"/>
                  </a:lnTo>
                  <a:lnTo>
                    <a:pt x="178690" y="1233609"/>
                  </a:lnTo>
                  <a:lnTo>
                    <a:pt x="176769" y="1233609"/>
                  </a:lnTo>
                  <a:lnTo>
                    <a:pt x="174847" y="1233609"/>
                  </a:lnTo>
                  <a:lnTo>
                    <a:pt x="172926" y="1233609"/>
                  </a:lnTo>
                  <a:lnTo>
                    <a:pt x="171005" y="1233609"/>
                  </a:lnTo>
                  <a:lnTo>
                    <a:pt x="169083" y="1233609"/>
                  </a:lnTo>
                  <a:lnTo>
                    <a:pt x="167162" y="1233609"/>
                  </a:lnTo>
                  <a:lnTo>
                    <a:pt x="165240" y="1233609"/>
                  </a:lnTo>
                  <a:lnTo>
                    <a:pt x="163319" y="1233609"/>
                  </a:lnTo>
                  <a:lnTo>
                    <a:pt x="161398" y="1233609"/>
                  </a:lnTo>
                  <a:lnTo>
                    <a:pt x="159476" y="1233609"/>
                  </a:lnTo>
                  <a:lnTo>
                    <a:pt x="157555" y="1233609"/>
                  </a:lnTo>
                  <a:lnTo>
                    <a:pt x="155633" y="1233609"/>
                  </a:lnTo>
                  <a:lnTo>
                    <a:pt x="153712" y="1233609"/>
                  </a:lnTo>
                  <a:lnTo>
                    <a:pt x="151791" y="1233609"/>
                  </a:lnTo>
                  <a:lnTo>
                    <a:pt x="149869" y="1233609"/>
                  </a:lnTo>
                  <a:lnTo>
                    <a:pt x="147948" y="1233609"/>
                  </a:lnTo>
                  <a:lnTo>
                    <a:pt x="146026" y="1233609"/>
                  </a:lnTo>
                  <a:lnTo>
                    <a:pt x="144105" y="1233609"/>
                  </a:lnTo>
                  <a:lnTo>
                    <a:pt x="142183" y="1233609"/>
                  </a:lnTo>
                  <a:lnTo>
                    <a:pt x="140262" y="1233609"/>
                  </a:lnTo>
                  <a:lnTo>
                    <a:pt x="138341" y="1233609"/>
                  </a:lnTo>
                  <a:lnTo>
                    <a:pt x="136419" y="1233609"/>
                  </a:lnTo>
                  <a:lnTo>
                    <a:pt x="134498" y="1233609"/>
                  </a:lnTo>
                  <a:lnTo>
                    <a:pt x="132576" y="1233609"/>
                  </a:lnTo>
                  <a:lnTo>
                    <a:pt x="130655" y="1233609"/>
                  </a:lnTo>
                  <a:lnTo>
                    <a:pt x="128734" y="1233609"/>
                  </a:lnTo>
                  <a:lnTo>
                    <a:pt x="126812" y="1233609"/>
                  </a:lnTo>
                  <a:lnTo>
                    <a:pt x="124891" y="1233609"/>
                  </a:lnTo>
                  <a:lnTo>
                    <a:pt x="122969" y="1233609"/>
                  </a:lnTo>
                  <a:lnTo>
                    <a:pt x="121048" y="1233609"/>
                  </a:lnTo>
                  <a:lnTo>
                    <a:pt x="119127" y="1233609"/>
                  </a:lnTo>
                  <a:lnTo>
                    <a:pt x="117205" y="1233609"/>
                  </a:lnTo>
                  <a:lnTo>
                    <a:pt x="115284" y="1233609"/>
                  </a:lnTo>
                  <a:lnTo>
                    <a:pt x="113362" y="1233609"/>
                  </a:lnTo>
                  <a:lnTo>
                    <a:pt x="111441" y="1233609"/>
                  </a:lnTo>
                  <a:lnTo>
                    <a:pt x="109520" y="1233609"/>
                  </a:lnTo>
                  <a:lnTo>
                    <a:pt x="107598" y="1233609"/>
                  </a:lnTo>
                  <a:lnTo>
                    <a:pt x="105677" y="1233609"/>
                  </a:lnTo>
                  <a:lnTo>
                    <a:pt x="103755" y="1233609"/>
                  </a:lnTo>
                  <a:lnTo>
                    <a:pt x="101834" y="1233609"/>
                  </a:lnTo>
                  <a:lnTo>
                    <a:pt x="99913" y="1233609"/>
                  </a:lnTo>
                  <a:lnTo>
                    <a:pt x="97991" y="1233609"/>
                  </a:lnTo>
                  <a:lnTo>
                    <a:pt x="96070" y="1233609"/>
                  </a:lnTo>
                  <a:lnTo>
                    <a:pt x="94148" y="1233609"/>
                  </a:lnTo>
                  <a:lnTo>
                    <a:pt x="92227" y="1233609"/>
                  </a:lnTo>
                  <a:lnTo>
                    <a:pt x="90306" y="1233609"/>
                  </a:lnTo>
                  <a:lnTo>
                    <a:pt x="88384" y="1233609"/>
                  </a:lnTo>
                  <a:lnTo>
                    <a:pt x="86463" y="1233609"/>
                  </a:lnTo>
                  <a:lnTo>
                    <a:pt x="84541" y="1233609"/>
                  </a:lnTo>
                  <a:lnTo>
                    <a:pt x="82620" y="1233609"/>
                  </a:lnTo>
                  <a:lnTo>
                    <a:pt x="80699" y="1233609"/>
                  </a:lnTo>
                  <a:lnTo>
                    <a:pt x="78777" y="1233609"/>
                  </a:lnTo>
                  <a:lnTo>
                    <a:pt x="76856" y="1233609"/>
                  </a:lnTo>
                  <a:lnTo>
                    <a:pt x="74934" y="1233609"/>
                  </a:lnTo>
                  <a:lnTo>
                    <a:pt x="73013" y="1233609"/>
                  </a:lnTo>
                  <a:lnTo>
                    <a:pt x="71091" y="1233609"/>
                  </a:lnTo>
                  <a:lnTo>
                    <a:pt x="69170" y="1233609"/>
                  </a:lnTo>
                  <a:lnTo>
                    <a:pt x="67249" y="1233609"/>
                  </a:lnTo>
                  <a:lnTo>
                    <a:pt x="65327" y="1233609"/>
                  </a:lnTo>
                  <a:lnTo>
                    <a:pt x="63406" y="1233609"/>
                  </a:lnTo>
                  <a:lnTo>
                    <a:pt x="61484" y="1233609"/>
                  </a:lnTo>
                  <a:lnTo>
                    <a:pt x="59563" y="1233609"/>
                  </a:lnTo>
                  <a:lnTo>
                    <a:pt x="57642" y="1233609"/>
                  </a:lnTo>
                  <a:lnTo>
                    <a:pt x="55720" y="1233609"/>
                  </a:lnTo>
                  <a:lnTo>
                    <a:pt x="53799" y="1233609"/>
                  </a:lnTo>
                  <a:lnTo>
                    <a:pt x="51877" y="1233609"/>
                  </a:lnTo>
                  <a:lnTo>
                    <a:pt x="49956" y="1233609"/>
                  </a:lnTo>
                  <a:lnTo>
                    <a:pt x="48035" y="1233609"/>
                  </a:lnTo>
                  <a:lnTo>
                    <a:pt x="46113" y="1233609"/>
                  </a:lnTo>
                  <a:lnTo>
                    <a:pt x="44192" y="1233609"/>
                  </a:lnTo>
                  <a:lnTo>
                    <a:pt x="42270" y="1233609"/>
                  </a:lnTo>
                  <a:lnTo>
                    <a:pt x="40349" y="1233609"/>
                  </a:lnTo>
                  <a:lnTo>
                    <a:pt x="38428" y="1233609"/>
                  </a:lnTo>
                  <a:lnTo>
                    <a:pt x="36506" y="1233609"/>
                  </a:lnTo>
                  <a:lnTo>
                    <a:pt x="34585" y="1233609"/>
                  </a:lnTo>
                  <a:lnTo>
                    <a:pt x="32663" y="1233609"/>
                  </a:lnTo>
                  <a:lnTo>
                    <a:pt x="30742" y="1233609"/>
                  </a:lnTo>
                  <a:lnTo>
                    <a:pt x="28821" y="1233609"/>
                  </a:lnTo>
                  <a:lnTo>
                    <a:pt x="26899" y="1233609"/>
                  </a:lnTo>
                  <a:lnTo>
                    <a:pt x="24978" y="1233609"/>
                  </a:lnTo>
                  <a:lnTo>
                    <a:pt x="23056" y="1233609"/>
                  </a:lnTo>
                  <a:lnTo>
                    <a:pt x="21135" y="1233609"/>
                  </a:lnTo>
                  <a:lnTo>
                    <a:pt x="19214" y="1233609"/>
                  </a:lnTo>
                  <a:lnTo>
                    <a:pt x="17292" y="1233609"/>
                  </a:lnTo>
                  <a:lnTo>
                    <a:pt x="15371" y="1233609"/>
                  </a:lnTo>
                  <a:lnTo>
                    <a:pt x="13449" y="1233609"/>
                  </a:lnTo>
                  <a:lnTo>
                    <a:pt x="11528" y="1233609"/>
                  </a:lnTo>
                  <a:lnTo>
                    <a:pt x="9607" y="1233609"/>
                  </a:lnTo>
                  <a:lnTo>
                    <a:pt x="7685" y="1233609"/>
                  </a:lnTo>
                  <a:lnTo>
                    <a:pt x="5764" y="1233609"/>
                  </a:lnTo>
                  <a:lnTo>
                    <a:pt x="3842" y="1233609"/>
                  </a:lnTo>
                  <a:lnTo>
                    <a:pt x="1921" y="123360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6686962" y="4749813"/>
              <a:ext cx="981838" cy="1233609"/>
            </a:xfrm>
            <a:custGeom>
              <a:avLst/>
              <a:pathLst>
                <a:path w="981838" h="1233609">
                  <a:moveTo>
                    <a:pt x="0" y="1233609"/>
                  </a:moveTo>
                  <a:lnTo>
                    <a:pt x="1921" y="1233609"/>
                  </a:lnTo>
                  <a:lnTo>
                    <a:pt x="3842" y="1233609"/>
                  </a:lnTo>
                  <a:lnTo>
                    <a:pt x="5764" y="1233609"/>
                  </a:lnTo>
                  <a:lnTo>
                    <a:pt x="7685" y="1233609"/>
                  </a:lnTo>
                  <a:lnTo>
                    <a:pt x="9607" y="1233609"/>
                  </a:lnTo>
                  <a:lnTo>
                    <a:pt x="11528" y="1233609"/>
                  </a:lnTo>
                  <a:lnTo>
                    <a:pt x="13449" y="1233609"/>
                  </a:lnTo>
                  <a:lnTo>
                    <a:pt x="15371" y="1233609"/>
                  </a:lnTo>
                  <a:lnTo>
                    <a:pt x="17292" y="1233609"/>
                  </a:lnTo>
                  <a:lnTo>
                    <a:pt x="19214" y="1233609"/>
                  </a:lnTo>
                  <a:lnTo>
                    <a:pt x="21135" y="1233609"/>
                  </a:lnTo>
                  <a:lnTo>
                    <a:pt x="23056" y="1233609"/>
                  </a:lnTo>
                  <a:lnTo>
                    <a:pt x="24978" y="1233609"/>
                  </a:lnTo>
                  <a:lnTo>
                    <a:pt x="26899" y="1233609"/>
                  </a:lnTo>
                  <a:lnTo>
                    <a:pt x="28821" y="1233609"/>
                  </a:lnTo>
                  <a:lnTo>
                    <a:pt x="30742" y="1233609"/>
                  </a:lnTo>
                  <a:lnTo>
                    <a:pt x="32663" y="1233609"/>
                  </a:lnTo>
                  <a:lnTo>
                    <a:pt x="34585" y="1233609"/>
                  </a:lnTo>
                  <a:lnTo>
                    <a:pt x="36506" y="1233609"/>
                  </a:lnTo>
                  <a:lnTo>
                    <a:pt x="38428" y="1233609"/>
                  </a:lnTo>
                  <a:lnTo>
                    <a:pt x="40349" y="1233609"/>
                  </a:lnTo>
                  <a:lnTo>
                    <a:pt x="42270" y="1233609"/>
                  </a:lnTo>
                  <a:lnTo>
                    <a:pt x="44192" y="1233609"/>
                  </a:lnTo>
                  <a:lnTo>
                    <a:pt x="46113" y="1233609"/>
                  </a:lnTo>
                  <a:lnTo>
                    <a:pt x="48035" y="1233609"/>
                  </a:lnTo>
                  <a:lnTo>
                    <a:pt x="49956" y="1233609"/>
                  </a:lnTo>
                  <a:lnTo>
                    <a:pt x="51877" y="1233609"/>
                  </a:lnTo>
                  <a:lnTo>
                    <a:pt x="53799" y="1233609"/>
                  </a:lnTo>
                  <a:lnTo>
                    <a:pt x="55720" y="1233609"/>
                  </a:lnTo>
                  <a:lnTo>
                    <a:pt x="57642" y="1233609"/>
                  </a:lnTo>
                  <a:lnTo>
                    <a:pt x="59563" y="1233609"/>
                  </a:lnTo>
                  <a:lnTo>
                    <a:pt x="61484" y="1233609"/>
                  </a:lnTo>
                  <a:lnTo>
                    <a:pt x="63406" y="1233609"/>
                  </a:lnTo>
                  <a:lnTo>
                    <a:pt x="65327" y="1233609"/>
                  </a:lnTo>
                  <a:lnTo>
                    <a:pt x="67249" y="1233609"/>
                  </a:lnTo>
                  <a:lnTo>
                    <a:pt x="69170" y="1233609"/>
                  </a:lnTo>
                  <a:lnTo>
                    <a:pt x="71091" y="1233609"/>
                  </a:lnTo>
                  <a:lnTo>
                    <a:pt x="73013" y="1233609"/>
                  </a:lnTo>
                  <a:lnTo>
                    <a:pt x="74934" y="1233609"/>
                  </a:lnTo>
                  <a:lnTo>
                    <a:pt x="76856" y="1233609"/>
                  </a:lnTo>
                  <a:lnTo>
                    <a:pt x="78777" y="1233609"/>
                  </a:lnTo>
                  <a:lnTo>
                    <a:pt x="80699" y="1233609"/>
                  </a:lnTo>
                  <a:lnTo>
                    <a:pt x="82620" y="1233609"/>
                  </a:lnTo>
                  <a:lnTo>
                    <a:pt x="84541" y="1233609"/>
                  </a:lnTo>
                  <a:lnTo>
                    <a:pt x="86463" y="1233609"/>
                  </a:lnTo>
                  <a:lnTo>
                    <a:pt x="88384" y="1233609"/>
                  </a:lnTo>
                  <a:lnTo>
                    <a:pt x="90306" y="1233609"/>
                  </a:lnTo>
                  <a:lnTo>
                    <a:pt x="92227" y="1233609"/>
                  </a:lnTo>
                  <a:lnTo>
                    <a:pt x="94148" y="1233609"/>
                  </a:lnTo>
                  <a:lnTo>
                    <a:pt x="96070" y="1233609"/>
                  </a:lnTo>
                  <a:lnTo>
                    <a:pt x="97991" y="1233609"/>
                  </a:lnTo>
                  <a:lnTo>
                    <a:pt x="99913" y="1233609"/>
                  </a:lnTo>
                  <a:lnTo>
                    <a:pt x="101834" y="1233609"/>
                  </a:lnTo>
                  <a:lnTo>
                    <a:pt x="103755" y="1233609"/>
                  </a:lnTo>
                  <a:lnTo>
                    <a:pt x="105677" y="1233609"/>
                  </a:lnTo>
                  <a:lnTo>
                    <a:pt x="107598" y="1233609"/>
                  </a:lnTo>
                  <a:lnTo>
                    <a:pt x="109520" y="1233609"/>
                  </a:lnTo>
                  <a:lnTo>
                    <a:pt x="111441" y="1233609"/>
                  </a:lnTo>
                  <a:lnTo>
                    <a:pt x="113362" y="1233609"/>
                  </a:lnTo>
                  <a:lnTo>
                    <a:pt x="115284" y="1233608"/>
                  </a:lnTo>
                  <a:lnTo>
                    <a:pt x="117205" y="1233608"/>
                  </a:lnTo>
                  <a:lnTo>
                    <a:pt x="119127" y="1233605"/>
                  </a:lnTo>
                  <a:lnTo>
                    <a:pt x="121048" y="1233597"/>
                  </a:lnTo>
                  <a:lnTo>
                    <a:pt x="122969" y="1233574"/>
                  </a:lnTo>
                  <a:lnTo>
                    <a:pt x="124891" y="1233520"/>
                  </a:lnTo>
                  <a:lnTo>
                    <a:pt x="126812" y="1233405"/>
                  </a:lnTo>
                  <a:lnTo>
                    <a:pt x="128734" y="1233188"/>
                  </a:lnTo>
                  <a:lnTo>
                    <a:pt x="130655" y="1232833"/>
                  </a:lnTo>
                  <a:lnTo>
                    <a:pt x="132576" y="1232351"/>
                  </a:lnTo>
                  <a:lnTo>
                    <a:pt x="134498" y="1231810"/>
                  </a:lnTo>
                  <a:lnTo>
                    <a:pt x="136419" y="1231336"/>
                  </a:lnTo>
                  <a:lnTo>
                    <a:pt x="138341" y="1231067"/>
                  </a:lnTo>
                  <a:lnTo>
                    <a:pt x="140262" y="1231088"/>
                  </a:lnTo>
                  <a:lnTo>
                    <a:pt x="142183" y="1231386"/>
                  </a:lnTo>
                  <a:lnTo>
                    <a:pt x="144105" y="1231861"/>
                  </a:lnTo>
                  <a:lnTo>
                    <a:pt x="146026" y="1232374"/>
                  </a:lnTo>
                  <a:lnTo>
                    <a:pt x="147948" y="1232797"/>
                  </a:lnTo>
                  <a:lnTo>
                    <a:pt x="149869" y="1233046"/>
                  </a:lnTo>
                  <a:lnTo>
                    <a:pt x="151791" y="1233080"/>
                  </a:lnTo>
                  <a:lnTo>
                    <a:pt x="153712" y="1232876"/>
                  </a:lnTo>
                  <a:lnTo>
                    <a:pt x="155633" y="1232424"/>
                  </a:lnTo>
                  <a:lnTo>
                    <a:pt x="157555" y="1231722"/>
                  </a:lnTo>
                  <a:lnTo>
                    <a:pt x="159476" y="1230786"/>
                  </a:lnTo>
                  <a:lnTo>
                    <a:pt x="161398" y="1229643"/>
                  </a:lnTo>
                  <a:lnTo>
                    <a:pt x="163319" y="1228327"/>
                  </a:lnTo>
                  <a:lnTo>
                    <a:pt x="165240" y="1226885"/>
                  </a:lnTo>
                  <a:lnTo>
                    <a:pt x="167162" y="1225408"/>
                  </a:lnTo>
                  <a:lnTo>
                    <a:pt x="169083" y="1224050"/>
                  </a:lnTo>
                  <a:lnTo>
                    <a:pt x="171005" y="1222986"/>
                  </a:lnTo>
                  <a:lnTo>
                    <a:pt x="172926" y="1222307"/>
                  </a:lnTo>
                  <a:lnTo>
                    <a:pt x="174847" y="1221906"/>
                  </a:lnTo>
                  <a:lnTo>
                    <a:pt x="176769" y="1221449"/>
                  </a:lnTo>
                  <a:lnTo>
                    <a:pt x="178690" y="1220590"/>
                  </a:lnTo>
                  <a:lnTo>
                    <a:pt x="180612" y="1219189"/>
                  </a:lnTo>
                  <a:lnTo>
                    <a:pt x="182533" y="1217415"/>
                  </a:lnTo>
                  <a:lnTo>
                    <a:pt x="184454" y="1215682"/>
                  </a:lnTo>
                  <a:lnTo>
                    <a:pt x="186376" y="1214437"/>
                  </a:lnTo>
                  <a:lnTo>
                    <a:pt x="188297" y="1213940"/>
                  </a:lnTo>
                  <a:lnTo>
                    <a:pt x="190219" y="1214138"/>
                  </a:lnTo>
                  <a:lnTo>
                    <a:pt x="192140" y="1214692"/>
                  </a:lnTo>
                  <a:lnTo>
                    <a:pt x="194061" y="1215101"/>
                  </a:lnTo>
                  <a:lnTo>
                    <a:pt x="195983" y="1214858"/>
                  </a:lnTo>
                  <a:lnTo>
                    <a:pt x="197904" y="1213560"/>
                  </a:lnTo>
                  <a:lnTo>
                    <a:pt x="199826" y="1210964"/>
                  </a:lnTo>
                  <a:lnTo>
                    <a:pt x="201747" y="1206961"/>
                  </a:lnTo>
                  <a:lnTo>
                    <a:pt x="203668" y="1201468"/>
                  </a:lnTo>
                  <a:lnTo>
                    <a:pt x="205590" y="1194205"/>
                  </a:lnTo>
                  <a:lnTo>
                    <a:pt x="207511" y="1184373"/>
                  </a:lnTo>
                  <a:lnTo>
                    <a:pt x="209433" y="1170363"/>
                  </a:lnTo>
                  <a:lnTo>
                    <a:pt x="211354" y="1149794"/>
                  </a:lnTo>
                  <a:lnTo>
                    <a:pt x="213275" y="1120111"/>
                  </a:lnTo>
                  <a:lnTo>
                    <a:pt x="215197" y="1079608"/>
                  </a:lnTo>
                  <a:lnTo>
                    <a:pt x="217118" y="1028297"/>
                  </a:lnTo>
                  <a:lnTo>
                    <a:pt x="219040" y="967950"/>
                  </a:lnTo>
                  <a:lnTo>
                    <a:pt x="220961" y="901452"/>
                  </a:lnTo>
                  <a:lnTo>
                    <a:pt x="222883" y="832440"/>
                  </a:lnTo>
                  <a:lnTo>
                    <a:pt x="224804" y="764451"/>
                  </a:lnTo>
                  <a:lnTo>
                    <a:pt x="226725" y="701550"/>
                  </a:lnTo>
                  <a:lnTo>
                    <a:pt x="228647" y="647857"/>
                  </a:lnTo>
                  <a:lnTo>
                    <a:pt x="230568" y="605730"/>
                  </a:lnTo>
                  <a:lnTo>
                    <a:pt x="232490" y="573098"/>
                  </a:lnTo>
                  <a:lnTo>
                    <a:pt x="234411" y="541599"/>
                  </a:lnTo>
                  <a:lnTo>
                    <a:pt x="236332" y="497724"/>
                  </a:lnTo>
                  <a:lnTo>
                    <a:pt x="238254" y="428174"/>
                  </a:lnTo>
                  <a:lnTo>
                    <a:pt x="240175" y="328002"/>
                  </a:lnTo>
                  <a:lnTo>
                    <a:pt x="242097" y="207287"/>
                  </a:lnTo>
                  <a:lnTo>
                    <a:pt x="244018" y="91430"/>
                  </a:lnTo>
                  <a:lnTo>
                    <a:pt x="245939" y="13208"/>
                  </a:lnTo>
                  <a:lnTo>
                    <a:pt x="247861" y="0"/>
                  </a:lnTo>
                  <a:lnTo>
                    <a:pt x="249782" y="63032"/>
                  </a:lnTo>
                  <a:lnTo>
                    <a:pt x="251704" y="194225"/>
                  </a:lnTo>
                  <a:lnTo>
                    <a:pt x="253625" y="371082"/>
                  </a:lnTo>
                  <a:lnTo>
                    <a:pt x="255546" y="565460"/>
                  </a:lnTo>
                  <a:lnTo>
                    <a:pt x="257468" y="751446"/>
                  </a:lnTo>
                  <a:lnTo>
                    <a:pt x="259389" y="910165"/>
                  </a:lnTo>
                  <a:lnTo>
                    <a:pt x="261311" y="1031810"/>
                  </a:lnTo>
                  <a:lnTo>
                    <a:pt x="263232" y="1115476"/>
                  </a:lnTo>
                  <a:lnTo>
                    <a:pt x="265153" y="1166387"/>
                  </a:lnTo>
                  <a:lnTo>
                    <a:pt x="267075" y="1193963"/>
                  </a:lnTo>
                  <a:lnTo>
                    <a:pt x="268996" y="1206741"/>
                  </a:lnTo>
                  <a:lnTo>
                    <a:pt x="270918" y="1210075"/>
                  </a:lnTo>
                  <a:lnTo>
                    <a:pt x="272839" y="1207297"/>
                  </a:lnTo>
                  <a:lnTo>
                    <a:pt x="274760" y="1200970"/>
                  </a:lnTo>
                  <a:lnTo>
                    <a:pt x="276682" y="1193758"/>
                  </a:lnTo>
                  <a:lnTo>
                    <a:pt x="278603" y="1188332"/>
                  </a:lnTo>
                  <a:lnTo>
                    <a:pt x="280525" y="1186552"/>
                  </a:lnTo>
                  <a:lnTo>
                    <a:pt x="282446" y="1188686"/>
                  </a:lnTo>
                  <a:lnTo>
                    <a:pt x="284367" y="1193370"/>
                  </a:lnTo>
                  <a:lnTo>
                    <a:pt x="286289" y="1198398"/>
                  </a:lnTo>
                  <a:lnTo>
                    <a:pt x="288210" y="1201853"/>
                  </a:lnTo>
                  <a:lnTo>
                    <a:pt x="290132" y="1202866"/>
                  </a:lnTo>
                  <a:lnTo>
                    <a:pt x="292053" y="1201663"/>
                  </a:lnTo>
                  <a:lnTo>
                    <a:pt x="293975" y="1199069"/>
                  </a:lnTo>
                  <a:lnTo>
                    <a:pt x="295896" y="1195970"/>
                  </a:lnTo>
                  <a:lnTo>
                    <a:pt x="297817" y="1193093"/>
                  </a:lnTo>
                  <a:lnTo>
                    <a:pt x="299739" y="1191121"/>
                  </a:lnTo>
                  <a:lnTo>
                    <a:pt x="301660" y="1190801"/>
                  </a:lnTo>
                  <a:lnTo>
                    <a:pt x="303582" y="1192795"/>
                  </a:lnTo>
                  <a:lnTo>
                    <a:pt x="305503" y="1197298"/>
                  </a:lnTo>
                  <a:lnTo>
                    <a:pt x="307424" y="1203775"/>
                  </a:lnTo>
                  <a:lnTo>
                    <a:pt x="309346" y="1211096"/>
                  </a:lnTo>
                  <a:lnTo>
                    <a:pt x="311267" y="1217962"/>
                  </a:lnTo>
                  <a:lnTo>
                    <a:pt x="313189" y="1223530"/>
                  </a:lnTo>
                  <a:lnTo>
                    <a:pt x="315110" y="1227560"/>
                  </a:lnTo>
                  <a:lnTo>
                    <a:pt x="317031" y="1230214"/>
                  </a:lnTo>
                  <a:lnTo>
                    <a:pt x="318953" y="1231826"/>
                  </a:lnTo>
                  <a:lnTo>
                    <a:pt x="320874" y="1232735"/>
                  </a:lnTo>
                  <a:lnTo>
                    <a:pt x="322796" y="1233212"/>
                  </a:lnTo>
                  <a:lnTo>
                    <a:pt x="324717" y="1233443"/>
                  </a:lnTo>
                  <a:lnTo>
                    <a:pt x="326638" y="1233546"/>
                  </a:lnTo>
                  <a:lnTo>
                    <a:pt x="328560" y="1233587"/>
                  </a:lnTo>
                  <a:lnTo>
                    <a:pt x="330481" y="1233602"/>
                  </a:lnTo>
                  <a:lnTo>
                    <a:pt x="332403" y="1233607"/>
                  </a:lnTo>
                  <a:lnTo>
                    <a:pt x="334324" y="1233608"/>
                  </a:lnTo>
                  <a:lnTo>
                    <a:pt x="336245" y="1233609"/>
                  </a:lnTo>
                  <a:lnTo>
                    <a:pt x="338167" y="1233609"/>
                  </a:lnTo>
                  <a:lnTo>
                    <a:pt x="340088" y="1233609"/>
                  </a:lnTo>
                  <a:lnTo>
                    <a:pt x="342010" y="1233609"/>
                  </a:lnTo>
                  <a:lnTo>
                    <a:pt x="343931" y="1233609"/>
                  </a:lnTo>
                  <a:lnTo>
                    <a:pt x="345852" y="1233609"/>
                  </a:lnTo>
                  <a:lnTo>
                    <a:pt x="347774" y="1233609"/>
                  </a:lnTo>
                  <a:lnTo>
                    <a:pt x="349695" y="1233609"/>
                  </a:lnTo>
                  <a:lnTo>
                    <a:pt x="351617" y="1233609"/>
                  </a:lnTo>
                  <a:lnTo>
                    <a:pt x="353538" y="1233609"/>
                  </a:lnTo>
                  <a:lnTo>
                    <a:pt x="355459" y="1233609"/>
                  </a:lnTo>
                  <a:lnTo>
                    <a:pt x="357381" y="1233609"/>
                  </a:lnTo>
                  <a:lnTo>
                    <a:pt x="359302" y="1233609"/>
                  </a:lnTo>
                  <a:lnTo>
                    <a:pt x="361224" y="1233609"/>
                  </a:lnTo>
                  <a:lnTo>
                    <a:pt x="363145" y="1233609"/>
                  </a:lnTo>
                  <a:lnTo>
                    <a:pt x="365067" y="1233609"/>
                  </a:lnTo>
                  <a:lnTo>
                    <a:pt x="366988" y="1233609"/>
                  </a:lnTo>
                  <a:lnTo>
                    <a:pt x="368909" y="1233609"/>
                  </a:lnTo>
                  <a:lnTo>
                    <a:pt x="370831" y="1233609"/>
                  </a:lnTo>
                  <a:lnTo>
                    <a:pt x="372752" y="1233609"/>
                  </a:lnTo>
                  <a:lnTo>
                    <a:pt x="374674" y="1233609"/>
                  </a:lnTo>
                  <a:lnTo>
                    <a:pt x="376595" y="1233609"/>
                  </a:lnTo>
                  <a:lnTo>
                    <a:pt x="378516" y="1233609"/>
                  </a:lnTo>
                  <a:lnTo>
                    <a:pt x="380438" y="1233609"/>
                  </a:lnTo>
                  <a:lnTo>
                    <a:pt x="382359" y="1233609"/>
                  </a:lnTo>
                  <a:lnTo>
                    <a:pt x="384281" y="1233609"/>
                  </a:lnTo>
                  <a:lnTo>
                    <a:pt x="386202" y="1233609"/>
                  </a:lnTo>
                  <a:lnTo>
                    <a:pt x="388123" y="1233609"/>
                  </a:lnTo>
                  <a:lnTo>
                    <a:pt x="390045" y="1233609"/>
                  </a:lnTo>
                  <a:lnTo>
                    <a:pt x="391966" y="1233609"/>
                  </a:lnTo>
                  <a:lnTo>
                    <a:pt x="393888" y="1233609"/>
                  </a:lnTo>
                  <a:lnTo>
                    <a:pt x="395809" y="1233609"/>
                  </a:lnTo>
                  <a:lnTo>
                    <a:pt x="397730" y="1233609"/>
                  </a:lnTo>
                  <a:lnTo>
                    <a:pt x="399652" y="1233609"/>
                  </a:lnTo>
                  <a:lnTo>
                    <a:pt x="401573" y="1233609"/>
                  </a:lnTo>
                  <a:lnTo>
                    <a:pt x="403495" y="1233609"/>
                  </a:lnTo>
                  <a:lnTo>
                    <a:pt x="405416" y="1233609"/>
                  </a:lnTo>
                  <a:lnTo>
                    <a:pt x="407337" y="1233609"/>
                  </a:lnTo>
                  <a:lnTo>
                    <a:pt x="409259" y="1233609"/>
                  </a:lnTo>
                  <a:lnTo>
                    <a:pt x="411180" y="1233609"/>
                  </a:lnTo>
                  <a:lnTo>
                    <a:pt x="413102" y="1233609"/>
                  </a:lnTo>
                  <a:lnTo>
                    <a:pt x="415023" y="1233609"/>
                  </a:lnTo>
                  <a:lnTo>
                    <a:pt x="416944" y="1233609"/>
                  </a:lnTo>
                  <a:lnTo>
                    <a:pt x="418866" y="1233609"/>
                  </a:lnTo>
                  <a:lnTo>
                    <a:pt x="420787" y="1233609"/>
                  </a:lnTo>
                  <a:lnTo>
                    <a:pt x="422709" y="1233609"/>
                  </a:lnTo>
                  <a:lnTo>
                    <a:pt x="424630" y="1233609"/>
                  </a:lnTo>
                  <a:lnTo>
                    <a:pt x="426551" y="1233609"/>
                  </a:lnTo>
                  <a:lnTo>
                    <a:pt x="428473" y="1233609"/>
                  </a:lnTo>
                  <a:lnTo>
                    <a:pt x="430394" y="1233609"/>
                  </a:lnTo>
                  <a:lnTo>
                    <a:pt x="432316" y="1233609"/>
                  </a:lnTo>
                  <a:lnTo>
                    <a:pt x="434237" y="1233609"/>
                  </a:lnTo>
                  <a:lnTo>
                    <a:pt x="436159" y="1233609"/>
                  </a:lnTo>
                  <a:lnTo>
                    <a:pt x="438080" y="1233609"/>
                  </a:lnTo>
                  <a:lnTo>
                    <a:pt x="440001" y="1233609"/>
                  </a:lnTo>
                  <a:lnTo>
                    <a:pt x="441923" y="1233609"/>
                  </a:lnTo>
                  <a:lnTo>
                    <a:pt x="443844" y="1233609"/>
                  </a:lnTo>
                  <a:lnTo>
                    <a:pt x="445766" y="1233609"/>
                  </a:lnTo>
                  <a:lnTo>
                    <a:pt x="447687" y="1233609"/>
                  </a:lnTo>
                  <a:lnTo>
                    <a:pt x="449608" y="1233609"/>
                  </a:lnTo>
                  <a:lnTo>
                    <a:pt x="451530" y="1233609"/>
                  </a:lnTo>
                  <a:lnTo>
                    <a:pt x="453451" y="1233609"/>
                  </a:lnTo>
                  <a:lnTo>
                    <a:pt x="455373" y="1233609"/>
                  </a:lnTo>
                  <a:lnTo>
                    <a:pt x="457294" y="1233609"/>
                  </a:lnTo>
                  <a:lnTo>
                    <a:pt x="459215" y="1233609"/>
                  </a:lnTo>
                  <a:lnTo>
                    <a:pt x="461137" y="1233609"/>
                  </a:lnTo>
                  <a:lnTo>
                    <a:pt x="463058" y="1233609"/>
                  </a:lnTo>
                  <a:lnTo>
                    <a:pt x="464980" y="1233609"/>
                  </a:lnTo>
                  <a:lnTo>
                    <a:pt x="466901" y="1233609"/>
                  </a:lnTo>
                  <a:lnTo>
                    <a:pt x="468822" y="1233609"/>
                  </a:lnTo>
                  <a:lnTo>
                    <a:pt x="470744" y="1233609"/>
                  </a:lnTo>
                  <a:lnTo>
                    <a:pt x="472665" y="1233609"/>
                  </a:lnTo>
                  <a:lnTo>
                    <a:pt x="474587" y="1233609"/>
                  </a:lnTo>
                  <a:lnTo>
                    <a:pt x="476508" y="1233609"/>
                  </a:lnTo>
                  <a:lnTo>
                    <a:pt x="478429" y="1233609"/>
                  </a:lnTo>
                  <a:lnTo>
                    <a:pt x="480351" y="1233609"/>
                  </a:lnTo>
                  <a:lnTo>
                    <a:pt x="482272" y="1233609"/>
                  </a:lnTo>
                  <a:lnTo>
                    <a:pt x="484194" y="1233609"/>
                  </a:lnTo>
                  <a:lnTo>
                    <a:pt x="486115" y="1233609"/>
                  </a:lnTo>
                  <a:lnTo>
                    <a:pt x="488036" y="1233609"/>
                  </a:lnTo>
                  <a:lnTo>
                    <a:pt x="489958" y="1233609"/>
                  </a:lnTo>
                  <a:lnTo>
                    <a:pt x="491879" y="1233609"/>
                  </a:lnTo>
                  <a:lnTo>
                    <a:pt x="493801" y="1233609"/>
                  </a:lnTo>
                  <a:lnTo>
                    <a:pt x="495722" y="1233609"/>
                  </a:lnTo>
                  <a:lnTo>
                    <a:pt x="497643" y="1233609"/>
                  </a:lnTo>
                  <a:lnTo>
                    <a:pt x="499565" y="1233609"/>
                  </a:lnTo>
                  <a:lnTo>
                    <a:pt x="501486" y="1233609"/>
                  </a:lnTo>
                  <a:lnTo>
                    <a:pt x="503408" y="1233609"/>
                  </a:lnTo>
                  <a:lnTo>
                    <a:pt x="505329" y="1233609"/>
                  </a:lnTo>
                  <a:lnTo>
                    <a:pt x="507250" y="1233609"/>
                  </a:lnTo>
                  <a:lnTo>
                    <a:pt x="509172" y="1233609"/>
                  </a:lnTo>
                  <a:lnTo>
                    <a:pt x="511093" y="1233609"/>
                  </a:lnTo>
                  <a:lnTo>
                    <a:pt x="513015" y="1233609"/>
                  </a:lnTo>
                  <a:lnTo>
                    <a:pt x="514936" y="1233609"/>
                  </a:lnTo>
                  <a:lnTo>
                    <a:pt x="516858" y="1233609"/>
                  </a:lnTo>
                  <a:lnTo>
                    <a:pt x="518779" y="1233609"/>
                  </a:lnTo>
                  <a:lnTo>
                    <a:pt x="520700" y="1233609"/>
                  </a:lnTo>
                  <a:lnTo>
                    <a:pt x="522622" y="1233609"/>
                  </a:lnTo>
                  <a:lnTo>
                    <a:pt x="524543" y="1233609"/>
                  </a:lnTo>
                  <a:lnTo>
                    <a:pt x="526465" y="1233609"/>
                  </a:lnTo>
                  <a:lnTo>
                    <a:pt x="528386" y="1233609"/>
                  </a:lnTo>
                  <a:lnTo>
                    <a:pt x="530307" y="1233609"/>
                  </a:lnTo>
                  <a:lnTo>
                    <a:pt x="532229" y="1233609"/>
                  </a:lnTo>
                  <a:lnTo>
                    <a:pt x="534150" y="1233609"/>
                  </a:lnTo>
                  <a:lnTo>
                    <a:pt x="536072" y="1233609"/>
                  </a:lnTo>
                  <a:lnTo>
                    <a:pt x="537993" y="1233609"/>
                  </a:lnTo>
                  <a:lnTo>
                    <a:pt x="539914" y="1233609"/>
                  </a:lnTo>
                  <a:lnTo>
                    <a:pt x="541836" y="1233609"/>
                  </a:lnTo>
                  <a:lnTo>
                    <a:pt x="543757" y="1233609"/>
                  </a:lnTo>
                  <a:lnTo>
                    <a:pt x="545679" y="1233609"/>
                  </a:lnTo>
                  <a:lnTo>
                    <a:pt x="547600" y="1233609"/>
                  </a:lnTo>
                  <a:lnTo>
                    <a:pt x="549521" y="1233609"/>
                  </a:lnTo>
                  <a:lnTo>
                    <a:pt x="551443" y="1233609"/>
                  </a:lnTo>
                  <a:lnTo>
                    <a:pt x="553364" y="1233609"/>
                  </a:lnTo>
                  <a:lnTo>
                    <a:pt x="555286" y="1233609"/>
                  </a:lnTo>
                  <a:lnTo>
                    <a:pt x="557207" y="1233609"/>
                  </a:lnTo>
                  <a:lnTo>
                    <a:pt x="559128" y="1233609"/>
                  </a:lnTo>
                  <a:lnTo>
                    <a:pt x="561050" y="1233609"/>
                  </a:lnTo>
                  <a:lnTo>
                    <a:pt x="562971" y="1233609"/>
                  </a:lnTo>
                  <a:lnTo>
                    <a:pt x="564893" y="1233609"/>
                  </a:lnTo>
                  <a:lnTo>
                    <a:pt x="566814" y="1233609"/>
                  </a:lnTo>
                  <a:lnTo>
                    <a:pt x="568735" y="1233609"/>
                  </a:lnTo>
                  <a:lnTo>
                    <a:pt x="570657" y="1233609"/>
                  </a:lnTo>
                  <a:lnTo>
                    <a:pt x="572578" y="1233609"/>
                  </a:lnTo>
                  <a:lnTo>
                    <a:pt x="574500" y="1233609"/>
                  </a:lnTo>
                  <a:lnTo>
                    <a:pt x="576421" y="1233609"/>
                  </a:lnTo>
                  <a:lnTo>
                    <a:pt x="578342" y="1233609"/>
                  </a:lnTo>
                  <a:lnTo>
                    <a:pt x="580264" y="1233609"/>
                  </a:lnTo>
                  <a:lnTo>
                    <a:pt x="582185" y="1233609"/>
                  </a:lnTo>
                  <a:lnTo>
                    <a:pt x="584107" y="1233609"/>
                  </a:lnTo>
                  <a:lnTo>
                    <a:pt x="586028" y="1233609"/>
                  </a:lnTo>
                  <a:lnTo>
                    <a:pt x="587950" y="1233609"/>
                  </a:lnTo>
                  <a:lnTo>
                    <a:pt x="589871" y="1233609"/>
                  </a:lnTo>
                  <a:lnTo>
                    <a:pt x="591792" y="1233609"/>
                  </a:lnTo>
                  <a:lnTo>
                    <a:pt x="593714" y="1233609"/>
                  </a:lnTo>
                  <a:lnTo>
                    <a:pt x="595635" y="1233609"/>
                  </a:lnTo>
                  <a:lnTo>
                    <a:pt x="597557" y="1233609"/>
                  </a:lnTo>
                  <a:lnTo>
                    <a:pt x="599478" y="1233609"/>
                  </a:lnTo>
                  <a:lnTo>
                    <a:pt x="601399" y="1233609"/>
                  </a:lnTo>
                  <a:lnTo>
                    <a:pt x="603321" y="1233609"/>
                  </a:lnTo>
                  <a:lnTo>
                    <a:pt x="605242" y="1233609"/>
                  </a:lnTo>
                  <a:lnTo>
                    <a:pt x="607164" y="1233609"/>
                  </a:lnTo>
                  <a:lnTo>
                    <a:pt x="609085" y="1233609"/>
                  </a:lnTo>
                  <a:lnTo>
                    <a:pt x="611006" y="1233609"/>
                  </a:lnTo>
                  <a:lnTo>
                    <a:pt x="612928" y="1233609"/>
                  </a:lnTo>
                  <a:lnTo>
                    <a:pt x="614849" y="1233609"/>
                  </a:lnTo>
                  <a:lnTo>
                    <a:pt x="616771" y="1233609"/>
                  </a:lnTo>
                  <a:lnTo>
                    <a:pt x="618692" y="1233609"/>
                  </a:lnTo>
                  <a:lnTo>
                    <a:pt x="620613" y="1233609"/>
                  </a:lnTo>
                  <a:lnTo>
                    <a:pt x="622535" y="1233609"/>
                  </a:lnTo>
                  <a:lnTo>
                    <a:pt x="624456" y="1233609"/>
                  </a:lnTo>
                  <a:lnTo>
                    <a:pt x="626378" y="1233609"/>
                  </a:lnTo>
                  <a:lnTo>
                    <a:pt x="628299" y="1233609"/>
                  </a:lnTo>
                  <a:lnTo>
                    <a:pt x="630220" y="1233609"/>
                  </a:lnTo>
                  <a:lnTo>
                    <a:pt x="632142" y="1233609"/>
                  </a:lnTo>
                  <a:lnTo>
                    <a:pt x="634063" y="1233609"/>
                  </a:lnTo>
                  <a:lnTo>
                    <a:pt x="635985" y="1233609"/>
                  </a:lnTo>
                  <a:lnTo>
                    <a:pt x="637906" y="1233609"/>
                  </a:lnTo>
                  <a:lnTo>
                    <a:pt x="639827" y="1233609"/>
                  </a:lnTo>
                  <a:lnTo>
                    <a:pt x="641749" y="1233609"/>
                  </a:lnTo>
                  <a:lnTo>
                    <a:pt x="643670" y="1233609"/>
                  </a:lnTo>
                  <a:lnTo>
                    <a:pt x="645592" y="1233609"/>
                  </a:lnTo>
                  <a:lnTo>
                    <a:pt x="647513" y="1233609"/>
                  </a:lnTo>
                  <a:lnTo>
                    <a:pt x="649434" y="1233609"/>
                  </a:lnTo>
                  <a:lnTo>
                    <a:pt x="651356" y="1233609"/>
                  </a:lnTo>
                  <a:lnTo>
                    <a:pt x="653277" y="1233609"/>
                  </a:lnTo>
                  <a:lnTo>
                    <a:pt x="655199" y="1233609"/>
                  </a:lnTo>
                  <a:lnTo>
                    <a:pt x="657120" y="1233609"/>
                  </a:lnTo>
                  <a:lnTo>
                    <a:pt x="659042" y="1233609"/>
                  </a:lnTo>
                  <a:lnTo>
                    <a:pt x="660963" y="1233609"/>
                  </a:lnTo>
                  <a:lnTo>
                    <a:pt x="662884" y="1233609"/>
                  </a:lnTo>
                  <a:lnTo>
                    <a:pt x="664806" y="1233609"/>
                  </a:lnTo>
                  <a:lnTo>
                    <a:pt x="666727" y="1233609"/>
                  </a:lnTo>
                  <a:lnTo>
                    <a:pt x="668649" y="1233609"/>
                  </a:lnTo>
                  <a:lnTo>
                    <a:pt x="670570" y="1233609"/>
                  </a:lnTo>
                  <a:lnTo>
                    <a:pt x="672491" y="1233609"/>
                  </a:lnTo>
                  <a:lnTo>
                    <a:pt x="674413" y="1233609"/>
                  </a:lnTo>
                  <a:lnTo>
                    <a:pt x="676334" y="1233609"/>
                  </a:lnTo>
                  <a:lnTo>
                    <a:pt x="678256" y="1233609"/>
                  </a:lnTo>
                  <a:lnTo>
                    <a:pt x="680177" y="1233609"/>
                  </a:lnTo>
                  <a:lnTo>
                    <a:pt x="682098" y="1233609"/>
                  </a:lnTo>
                  <a:lnTo>
                    <a:pt x="684020" y="1233609"/>
                  </a:lnTo>
                  <a:lnTo>
                    <a:pt x="685941" y="1233609"/>
                  </a:lnTo>
                  <a:lnTo>
                    <a:pt x="687863" y="1233609"/>
                  </a:lnTo>
                  <a:lnTo>
                    <a:pt x="689784" y="1233609"/>
                  </a:lnTo>
                  <a:lnTo>
                    <a:pt x="691705" y="1233609"/>
                  </a:lnTo>
                  <a:lnTo>
                    <a:pt x="693627" y="1233609"/>
                  </a:lnTo>
                  <a:lnTo>
                    <a:pt x="695548" y="1233609"/>
                  </a:lnTo>
                  <a:lnTo>
                    <a:pt x="697470" y="1233609"/>
                  </a:lnTo>
                  <a:lnTo>
                    <a:pt x="699391" y="1233609"/>
                  </a:lnTo>
                  <a:lnTo>
                    <a:pt x="701312" y="1233609"/>
                  </a:lnTo>
                  <a:lnTo>
                    <a:pt x="703234" y="1233609"/>
                  </a:lnTo>
                  <a:lnTo>
                    <a:pt x="705155" y="1233609"/>
                  </a:lnTo>
                  <a:lnTo>
                    <a:pt x="707077" y="1233609"/>
                  </a:lnTo>
                  <a:lnTo>
                    <a:pt x="708998" y="1233609"/>
                  </a:lnTo>
                  <a:lnTo>
                    <a:pt x="710919" y="1233609"/>
                  </a:lnTo>
                  <a:lnTo>
                    <a:pt x="712841" y="1233609"/>
                  </a:lnTo>
                  <a:lnTo>
                    <a:pt x="714762" y="1233609"/>
                  </a:lnTo>
                  <a:lnTo>
                    <a:pt x="716684" y="1233609"/>
                  </a:lnTo>
                  <a:lnTo>
                    <a:pt x="718605" y="1233609"/>
                  </a:lnTo>
                  <a:lnTo>
                    <a:pt x="720526" y="1233609"/>
                  </a:lnTo>
                  <a:lnTo>
                    <a:pt x="722448" y="1233609"/>
                  </a:lnTo>
                  <a:lnTo>
                    <a:pt x="724369" y="1233609"/>
                  </a:lnTo>
                  <a:lnTo>
                    <a:pt x="726291" y="1233609"/>
                  </a:lnTo>
                  <a:lnTo>
                    <a:pt x="728212" y="1233609"/>
                  </a:lnTo>
                  <a:lnTo>
                    <a:pt x="730134" y="1233609"/>
                  </a:lnTo>
                  <a:lnTo>
                    <a:pt x="732055" y="1233609"/>
                  </a:lnTo>
                  <a:lnTo>
                    <a:pt x="733976" y="1233609"/>
                  </a:lnTo>
                  <a:lnTo>
                    <a:pt x="735898" y="1233609"/>
                  </a:lnTo>
                  <a:lnTo>
                    <a:pt x="737819" y="1233609"/>
                  </a:lnTo>
                  <a:lnTo>
                    <a:pt x="739741" y="1233609"/>
                  </a:lnTo>
                  <a:lnTo>
                    <a:pt x="741662" y="1233609"/>
                  </a:lnTo>
                  <a:lnTo>
                    <a:pt x="743583" y="1233609"/>
                  </a:lnTo>
                  <a:lnTo>
                    <a:pt x="745505" y="1233609"/>
                  </a:lnTo>
                  <a:lnTo>
                    <a:pt x="747426" y="1233609"/>
                  </a:lnTo>
                  <a:lnTo>
                    <a:pt x="749348" y="1233609"/>
                  </a:lnTo>
                  <a:lnTo>
                    <a:pt x="751269" y="1233609"/>
                  </a:lnTo>
                  <a:lnTo>
                    <a:pt x="753190" y="1233609"/>
                  </a:lnTo>
                  <a:lnTo>
                    <a:pt x="755112" y="1233609"/>
                  </a:lnTo>
                  <a:lnTo>
                    <a:pt x="757033" y="1233609"/>
                  </a:lnTo>
                  <a:lnTo>
                    <a:pt x="758955" y="1233609"/>
                  </a:lnTo>
                  <a:lnTo>
                    <a:pt x="760876" y="1233609"/>
                  </a:lnTo>
                  <a:lnTo>
                    <a:pt x="762797" y="1233609"/>
                  </a:lnTo>
                  <a:lnTo>
                    <a:pt x="764719" y="1233609"/>
                  </a:lnTo>
                  <a:lnTo>
                    <a:pt x="766640" y="1233609"/>
                  </a:lnTo>
                  <a:lnTo>
                    <a:pt x="768562" y="1233609"/>
                  </a:lnTo>
                  <a:lnTo>
                    <a:pt x="770483" y="1233609"/>
                  </a:lnTo>
                  <a:lnTo>
                    <a:pt x="772404" y="1233609"/>
                  </a:lnTo>
                  <a:lnTo>
                    <a:pt x="774326" y="1233609"/>
                  </a:lnTo>
                  <a:lnTo>
                    <a:pt x="776247" y="1233609"/>
                  </a:lnTo>
                  <a:lnTo>
                    <a:pt x="778169" y="1233609"/>
                  </a:lnTo>
                  <a:lnTo>
                    <a:pt x="780090" y="1233609"/>
                  </a:lnTo>
                  <a:lnTo>
                    <a:pt x="782011" y="1233609"/>
                  </a:lnTo>
                  <a:lnTo>
                    <a:pt x="783933" y="1233609"/>
                  </a:lnTo>
                  <a:lnTo>
                    <a:pt x="785854" y="1233609"/>
                  </a:lnTo>
                  <a:lnTo>
                    <a:pt x="787776" y="1233609"/>
                  </a:lnTo>
                  <a:lnTo>
                    <a:pt x="789697" y="1233609"/>
                  </a:lnTo>
                  <a:lnTo>
                    <a:pt x="791618" y="1233609"/>
                  </a:lnTo>
                  <a:lnTo>
                    <a:pt x="793540" y="1233609"/>
                  </a:lnTo>
                  <a:lnTo>
                    <a:pt x="795461" y="1233609"/>
                  </a:lnTo>
                  <a:lnTo>
                    <a:pt x="797383" y="1233609"/>
                  </a:lnTo>
                  <a:lnTo>
                    <a:pt x="799304" y="1233609"/>
                  </a:lnTo>
                  <a:lnTo>
                    <a:pt x="801226" y="1233609"/>
                  </a:lnTo>
                  <a:lnTo>
                    <a:pt x="803147" y="1233609"/>
                  </a:lnTo>
                  <a:lnTo>
                    <a:pt x="805068" y="1233609"/>
                  </a:lnTo>
                  <a:lnTo>
                    <a:pt x="806990" y="1233609"/>
                  </a:lnTo>
                  <a:lnTo>
                    <a:pt x="808911" y="1233609"/>
                  </a:lnTo>
                  <a:lnTo>
                    <a:pt x="810833" y="1233609"/>
                  </a:lnTo>
                  <a:lnTo>
                    <a:pt x="812754" y="1233609"/>
                  </a:lnTo>
                  <a:lnTo>
                    <a:pt x="814675" y="1233609"/>
                  </a:lnTo>
                  <a:lnTo>
                    <a:pt x="816597" y="1233609"/>
                  </a:lnTo>
                  <a:lnTo>
                    <a:pt x="818518" y="1233609"/>
                  </a:lnTo>
                  <a:lnTo>
                    <a:pt x="820440" y="1233609"/>
                  </a:lnTo>
                  <a:lnTo>
                    <a:pt x="822361" y="1233609"/>
                  </a:lnTo>
                  <a:lnTo>
                    <a:pt x="824282" y="1233609"/>
                  </a:lnTo>
                  <a:lnTo>
                    <a:pt x="826204" y="1233609"/>
                  </a:lnTo>
                  <a:lnTo>
                    <a:pt x="828125" y="1233609"/>
                  </a:lnTo>
                  <a:lnTo>
                    <a:pt x="830047" y="1233609"/>
                  </a:lnTo>
                  <a:lnTo>
                    <a:pt x="831968" y="1233609"/>
                  </a:lnTo>
                  <a:lnTo>
                    <a:pt x="833889" y="1233609"/>
                  </a:lnTo>
                  <a:lnTo>
                    <a:pt x="835811" y="1233609"/>
                  </a:lnTo>
                  <a:lnTo>
                    <a:pt x="837732" y="1233609"/>
                  </a:lnTo>
                  <a:lnTo>
                    <a:pt x="839654" y="1233609"/>
                  </a:lnTo>
                  <a:lnTo>
                    <a:pt x="841575" y="1233609"/>
                  </a:lnTo>
                  <a:lnTo>
                    <a:pt x="843496" y="1233609"/>
                  </a:lnTo>
                  <a:lnTo>
                    <a:pt x="845418" y="1233609"/>
                  </a:lnTo>
                  <a:lnTo>
                    <a:pt x="847339" y="1233609"/>
                  </a:lnTo>
                  <a:lnTo>
                    <a:pt x="849261" y="1233609"/>
                  </a:lnTo>
                  <a:lnTo>
                    <a:pt x="851182" y="1233609"/>
                  </a:lnTo>
                  <a:lnTo>
                    <a:pt x="853103" y="1233609"/>
                  </a:lnTo>
                  <a:lnTo>
                    <a:pt x="855025" y="1233609"/>
                  </a:lnTo>
                  <a:lnTo>
                    <a:pt x="856946" y="1233609"/>
                  </a:lnTo>
                  <a:lnTo>
                    <a:pt x="858868" y="1233609"/>
                  </a:lnTo>
                  <a:lnTo>
                    <a:pt x="860789" y="1233609"/>
                  </a:lnTo>
                  <a:lnTo>
                    <a:pt x="862710" y="1233609"/>
                  </a:lnTo>
                  <a:lnTo>
                    <a:pt x="864632" y="1233609"/>
                  </a:lnTo>
                  <a:lnTo>
                    <a:pt x="866553" y="1233609"/>
                  </a:lnTo>
                  <a:lnTo>
                    <a:pt x="868475" y="1233609"/>
                  </a:lnTo>
                  <a:lnTo>
                    <a:pt x="870396" y="1233609"/>
                  </a:lnTo>
                  <a:lnTo>
                    <a:pt x="872318" y="1233609"/>
                  </a:lnTo>
                  <a:lnTo>
                    <a:pt x="874239" y="1233609"/>
                  </a:lnTo>
                  <a:lnTo>
                    <a:pt x="876160" y="1233609"/>
                  </a:lnTo>
                  <a:lnTo>
                    <a:pt x="878082" y="1233609"/>
                  </a:lnTo>
                  <a:lnTo>
                    <a:pt x="880003" y="1233609"/>
                  </a:lnTo>
                  <a:lnTo>
                    <a:pt x="881925" y="1233609"/>
                  </a:lnTo>
                  <a:lnTo>
                    <a:pt x="883846" y="1233609"/>
                  </a:lnTo>
                  <a:lnTo>
                    <a:pt x="885767" y="1233609"/>
                  </a:lnTo>
                  <a:lnTo>
                    <a:pt x="887689" y="1233609"/>
                  </a:lnTo>
                  <a:lnTo>
                    <a:pt x="889610" y="1233609"/>
                  </a:lnTo>
                  <a:lnTo>
                    <a:pt x="891532" y="1233609"/>
                  </a:lnTo>
                  <a:lnTo>
                    <a:pt x="893453" y="1233609"/>
                  </a:lnTo>
                  <a:lnTo>
                    <a:pt x="895374" y="1233609"/>
                  </a:lnTo>
                  <a:lnTo>
                    <a:pt x="897296" y="1233609"/>
                  </a:lnTo>
                  <a:lnTo>
                    <a:pt x="899217" y="1233609"/>
                  </a:lnTo>
                  <a:lnTo>
                    <a:pt x="901139" y="1233609"/>
                  </a:lnTo>
                  <a:lnTo>
                    <a:pt x="903060" y="1233609"/>
                  </a:lnTo>
                  <a:lnTo>
                    <a:pt x="904981" y="1233609"/>
                  </a:lnTo>
                  <a:lnTo>
                    <a:pt x="906903" y="1233609"/>
                  </a:lnTo>
                  <a:lnTo>
                    <a:pt x="908824" y="1233609"/>
                  </a:lnTo>
                  <a:lnTo>
                    <a:pt x="910746" y="1233609"/>
                  </a:lnTo>
                  <a:lnTo>
                    <a:pt x="912667" y="1233609"/>
                  </a:lnTo>
                  <a:lnTo>
                    <a:pt x="914588" y="1233609"/>
                  </a:lnTo>
                  <a:lnTo>
                    <a:pt x="916510" y="1233609"/>
                  </a:lnTo>
                  <a:lnTo>
                    <a:pt x="918431" y="1233609"/>
                  </a:lnTo>
                  <a:lnTo>
                    <a:pt x="920353" y="1233609"/>
                  </a:lnTo>
                  <a:lnTo>
                    <a:pt x="922274" y="1233609"/>
                  </a:lnTo>
                  <a:lnTo>
                    <a:pt x="924195" y="1233609"/>
                  </a:lnTo>
                  <a:lnTo>
                    <a:pt x="926117" y="1233609"/>
                  </a:lnTo>
                  <a:lnTo>
                    <a:pt x="928038" y="1233609"/>
                  </a:lnTo>
                  <a:lnTo>
                    <a:pt x="929960" y="1233609"/>
                  </a:lnTo>
                  <a:lnTo>
                    <a:pt x="931881" y="1233609"/>
                  </a:lnTo>
                  <a:lnTo>
                    <a:pt x="933802" y="1233609"/>
                  </a:lnTo>
                  <a:lnTo>
                    <a:pt x="935724" y="1233609"/>
                  </a:lnTo>
                  <a:lnTo>
                    <a:pt x="937645" y="1233609"/>
                  </a:lnTo>
                  <a:lnTo>
                    <a:pt x="939567" y="1233609"/>
                  </a:lnTo>
                  <a:lnTo>
                    <a:pt x="941488" y="1233609"/>
                  </a:lnTo>
                  <a:lnTo>
                    <a:pt x="943410" y="1233609"/>
                  </a:lnTo>
                  <a:lnTo>
                    <a:pt x="945331" y="1233609"/>
                  </a:lnTo>
                  <a:lnTo>
                    <a:pt x="947252" y="1233609"/>
                  </a:lnTo>
                  <a:lnTo>
                    <a:pt x="949174" y="1233609"/>
                  </a:lnTo>
                  <a:lnTo>
                    <a:pt x="951095" y="1233609"/>
                  </a:lnTo>
                  <a:lnTo>
                    <a:pt x="953017" y="1233609"/>
                  </a:lnTo>
                  <a:lnTo>
                    <a:pt x="954938" y="1233609"/>
                  </a:lnTo>
                  <a:lnTo>
                    <a:pt x="956859" y="1233609"/>
                  </a:lnTo>
                  <a:lnTo>
                    <a:pt x="958781" y="1233609"/>
                  </a:lnTo>
                  <a:lnTo>
                    <a:pt x="960702" y="1233609"/>
                  </a:lnTo>
                  <a:lnTo>
                    <a:pt x="962624" y="1233609"/>
                  </a:lnTo>
                  <a:lnTo>
                    <a:pt x="964545" y="1233609"/>
                  </a:lnTo>
                  <a:lnTo>
                    <a:pt x="966466" y="1233609"/>
                  </a:lnTo>
                  <a:lnTo>
                    <a:pt x="968388" y="1233609"/>
                  </a:lnTo>
                  <a:lnTo>
                    <a:pt x="970309" y="1233609"/>
                  </a:lnTo>
                  <a:lnTo>
                    <a:pt x="972231" y="1233609"/>
                  </a:lnTo>
                  <a:lnTo>
                    <a:pt x="974152" y="1233609"/>
                  </a:lnTo>
                  <a:lnTo>
                    <a:pt x="976073" y="1233609"/>
                  </a:lnTo>
                  <a:lnTo>
                    <a:pt x="977995" y="1233609"/>
                  </a:lnTo>
                  <a:lnTo>
                    <a:pt x="979916" y="1233609"/>
                  </a:lnTo>
                  <a:lnTo>
                    <a:pt x="981838" y="1233609"/>
                  </a:lnTo>
                </a:path>
              </a:pathLst>
            </a:cu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6686962" y="5409064"/>
              <a:ext cx="981838" cy="574358"/>
            </a:xfrm>
            <a:custGeom>
              <a:avLst/>
              <a:pathLst>
                <a:path w="981838" h="574358">
                  <a:moveTo>
                    <a:pt x="0" y="574358"/>
                  </a:moveTo>
                  <a:lnTo>
                    <a:pt x="1921" y="574358"/>
                  </a:lnTo>
                  <a:lnTo>
                    <a:pt x="3842" y="574358"/>
                  </a:lnTo>
                  <a:lnTo>
                    <a:pt x="5764" y="574358"/>
                  </a:lnTo>
                  <a:lnTo>
                    <a:pt x="7685" y="574358"/>
                  </a:lnTo>
                  <a:lnTo>
                    <a:pt x="9607" y="574358"/>
                  </a:lnTo>
                  <a:lnTo>
                    <a:pt x="11528" y="574358"/>
                  </a:lnTo>
                  <a:lnTo>
                    <a:pt x="13449" y="574358"/>
                  </a:lnTo>
                  <a:lnTo>
                    <a:pt x="15371" y="574358"/>
                  </a:lnTo>
                  <a:lnTo>
                    <a:pt x="17292" y="574358"/>
                  </a:lnTo>
                  <a:lnTo>
                    <a:pt x="19214" y="574358"/>
                  </a:lnTo>
                  <a:lnTo>
                    <a:pt x="21135" y="574358"/>
                  </a:lnTo>
                  <a:lnTo>
                    <a:pt x="23056" y="574358"/>
                  </a:lnTo>
                  <a:lnTo>
                    <a:pt x="24978" y="574358"/>
                  </a:lnTo>
                  <a:lnTo>
                    <a:pt x="26899" y="574358"/>
                  </a:lnTo>
                  <a:lnTo>
                    <a:pt x="28821" y="574358"/>
                  </a:lnTo>
                  <a:lnTo>
                    <a:pt x="30742" y="574358"/>
                  </a:lnTo>
                  <a:lnTo>
                    <a:pt x="32663" y="574358"/>
                  </a:lnTo>
                  <a:lnTo>
                    <a:pt x="34585" y="574358"/>
                  </a:lnTo>
                  <a:lnTo>
                    <a:pt x="36506" y="574358"/>
                  </a:lnTo>
                  <a:lnTo>
                    <a:pt x="38428" y="574358"/>
                  </a:lnTo>
                  <a:lnTo>
                    <a:pt x="40349" y="574358"/>
                  </a:lnTo>
                  <a:lnTo>
                    <a:pt x="42270" y="574358"/>
                  </a:lnTo>
                  <a:lnTo>
                    <a:pt x="44192" y="574358"/>
                  </a:lnTo>
                  <a:lnTo>
                    <a:pt x="46113" y="574358"/>
                  </a:lnTo>
                  <a:lnTo>
                    <a:pt x="48035" y="574358"/>
                  </a:lnTo>
                  <a:lnTo>
                    <a:pt x="49956" y="574358"/>
                  </a:lnTo>
                  <a:lnTo>
                    <a:pt x="51877" y="574358"/>
                  </a:lnTo>
                  <a:lnTo>
                    <a:pt x="53799" y="574358"/>
                  </a:lnTo>
                  <a:lnTo>
                    <a:pt x="55720" y="574358"/>
                  </a:lnTo>
                  <a:lnTo>
                    <a:pt x="57642" y="574358"/>
                  </a:lnTo>
                  <a:lnTo>
                    <a:pt x="59563" y="574358"/>
                  </a:lnTo>
                  <a:lnTo>
                    <a:pt x="61484" y="574358"/>
                  </a:lnTo>
                  <a:lnTo>
                    <a:pt x="63406" y="574358"/>
                  </a:lnTo>
                  <a:lnTo>
                    <a:pt x="65327" y="574358"/>
                  </a:lnTo>
                  <a:lnTo>
                    <a:pt x="67249" y="574358"/>
                  </a:lnTo>
                  <a:lnTo>
                    <a:pt x="69170" y="574358"/>
                  </a:lnTo>
                  <a:lnTo>
                    <a:pt x="71091" y="574358"/>
                  </a:lnTo>
                  <a:lnTo>
                    <a:pt x="73013" y="574358"/>
                  </a:lnTo>
                  <a:lnTo>
                    <a:pt x="74934" y="574358"/>
                  </a:lnTo>
                  <a:lnTo>
                    <a:pt x="76856" y="574358"/>
                  </a:lnTo>
                  <a:lnTo>
                    <a:pt x="78777" y="574358"/>
                  </a:lnTo>
                  <a:lnTo>
                    <a:pt x="80699" y="574358"/>
                  </a:lnTo>
                  <a:lnTo>
                    <a:pt x="82620" y="574358"/>
                  </a:lnTo>
                  <a:lnTo>
                    <a:pt x="84541" y="574358"/>
                  </a:lnTo>
                  <a:lnTo>
                    <a:pt x="86463" y="574358"/>
                  </a:lnTo>
                  <a:lnTo>
                    <a:pt x="88384" y="574358"/>
                  </a:lnTo>
                  <a:lnTo>
                    <a:pt x="90306" y="574358"/>
                  </a:lnTo>
                  <a:lnTo>
                    <a:pt x="92227" y="574358"/>
                  </a:lnTo>
                  <a:lnTo>
                    <a:pt x="94148" y="574358"/>
                  </a:lnTo>
                  <a:lnTo>
                    <a:pt x="96070" y="574358"/>
                  </a:lnTo>
                  <a:lnTo>
                    <a:pt x="97991" y="574358"/>
                  </a:lnTo>
                  <a:lnTo>
                    <a:pt x="99913" y="574358"/>
                  </a:lnTo>
                  <a:lnTo>
                    <a:pt x="101834" y="574358"/>
                  </a:lnTo>
                  <a:lnTo>
                    <a:pt x="103755" y="574358"/>
                  </a:lnTo>
                  <a:lnTo>
                    <a:pt x="105677" y="574358"/>
                  </a:lnTo>
                  <a:lnTo>
                    <a:pt x="107598" y="574358"/>
                  </a:lnTo>
                  <a:lnTo>
                    <a:pt x="109520" y="574358"/>
                  </a:lnTo>
                  <a:lnTo>
                    <a:pt x="111441" y="574358"/>
                  </a:lnTo>
                  <a:lnTo>
                    <a:pt x="113362" y="574358"/>
                  </a:lnTo>
                  <a:lnTo>
                    <a:pt x="115284" y="574358"/>
                  </a:lnTo>
                  <a:lnTo>
                    <a:pt x="117205" y="574358"/>
                  </a:lnTo>
                  <a:lnTo>
                    <a:pt x="119127" y="574358"/>
                  </a:lnTo>
                  <a:lnTo>
                    <a:pt x="121048" y="574358"/>
                  </a:lnTo>
                  <a:lnTo>
                    <a:pt x="122969" y="574358"/>
                  </a:lnTo>
                  <a:lnTo>
                    <a:pt x="124891" y="574358"/>
                  </a:lnTo>
                  <a:lnTo>
                    <a:pt x="126812" y="574358"/>
                  </a:lnTo>
                  <a:lnTo>
                    <a:pt x="128734" y="574358"/>
                  </a:lnTo>
                  <a:lnTo>
                    <a:pt x="130655" y="574358"/>
                  </a:lnTo>
                  <a:lnTo>
                    <a:pt x="132576" y="574358"/>
                  </a:lnTo>
                  <a:lnTo>
                    <a:pt x="134498" y="574358"/>
                  </a:lnTo>
                  <a:lnTo>
                    <a:pt x="136419" y="574358"/>
                  </a:lnTo>
                  <a:lnTo>
                    <a:pt x="138341" y="574358"/>
                  </a:lnTo>
                  <a:lnTo>
                    <a:pt x="140262" y="574358"/>
                  </a:lnTo>
                  <a:lnTo>
                    <a:pt x="142183" y="574358"/>
                  </a:lnTo>
                  <a:lnTo>
                    <a:pt x="144105" y="574358"/>
                  </a:lnTo>
                  <a:lnTo>
                    <a:pt x="146026" y="574358"/>
                  </a:lnTo>
                  <a:lnTo>
                    <a:pt x="147948" y="574358"/>
                  </a:lnTo>
                  <a:lnTo>
                    <a:pt x="149869" y="574358"/>
                  </a:lnTo>
                  <a:lnTo>
                    <a:pt x="151791" y="574358"/>
                  </a:lnTo>
                  <a:lnTo>
                    <a:pt x="153712" y="574358"/>
                  </a:lnTo>
                  <a:lnTo>
                    <a:pt x="155633" y="574358"/>
                  </a:lnTo>
                  <a:lnTo>
                    <a:pt x="157555" y="574358"/>
                  </a:lnTo>
                  <a:lnTo>
                    <a:pt x="159476" y="574358"/>
                  </a:lnTo>
                  <a:lnTo>
                    <a:pt x="161398" y="574358"/>
                  </a:lnTo>
                  <a:lnTo>
                    <a:pt x="163319" y="574358"/>
                  </a:lnTo>
                  <a:lnTo>
                    <a:pt x="165240" y="574358"/>
                  </a:lnTo>
                  <a:lnTo>
                    <a:pt x="167162" y="574358"/>
                  </a:lnTo>
                  <a:lnTo>
                    <a:pt x="169083" y="574358"/>
                  </a:lnTo>
                  <a:lnTo>
                    <a:pt x="171005" y="574358"/>
                  </a:lnTo>
                  <a:lnTo>
                    <a:pt x="172926" y="574358"/>
                  </a:lnTo>
                  <a:lnTo>
                    <a:pt x="174847" y="574358"/>
                  </a:lnTo>
                  <a:lnTo>
                    <a:pt x="176769" y="574358"/>
                  </a:lnTo>
                  <a:lnTo>
                    <a:pt x="178690" y="574358"/>
                  </a:lnTo>
                  <a:lnTo>
                    <a:pt x="180612" y="574358"/>
                  </a:lnTo>
                  <a:lnTo>
                    <a:pt x="182533" y="574358"/>
                  </a:lnTo>
                  <a:lnTo>
                    <a:pt x="184454" y="574358"/>
                  </a:lnTo>
                  <a:lnTo>
                    <a:pt x="186376" y="574358"/>
                  </a:lnTo>
                  <a:lnTo>
                    <a:pt x="188297" y="574358"/>
                  </a:lnTo>
                  <a:lnTo>
                    <a:pt x="190219" y="574358"/>
                  </a:lnTo>
                  <a:lnTo>
                    <a:pt x="192140" y="574358"/>
                  </a:lnTo>
                  <a:lnTo>
                    <a:pt x="194061" y="574358"/>
                  </a:lnTo>
                  <a:lnTo>
                    <a:pt x="195983" y="574358"/>
                  </a:lnTo>
                  <a:lnTo>
                    <a:pt x="197904" y="574358"/>
                  </a:lnTo>
                  <a:lnTo>
                    <a:pt x="199826" y="574358"/>
                  </a:lnTo>
                  <a:lnTo>
                    <a:pt x="201747" y="574358"/>
                  </a:lnTo>
                  <a:lnTo>
                    <a:pt x="203668" y="574358"/>
                  </a:lnTo>
                  <a:lnTo>
                    <a:pt x="205590" y="574358"/>
                  </a:lnTo>
                  <a:lnTo>
                    <a:pt x="207511" y="574358"/>
                  </a:lnTo>
                  <a:lnTo>
                    <a:pt x="209433" y="574358"/>
                  </a:lnTo>
                  <a:lnTo>
                    <a:pt x="211354" y="574358"/>
                  </a:lnTo>
                  <a:lnTo>
                    <a:pt x="213275" y="574358"/>
                  </a:lnTo>
                  <a:lnTo>
                    <a:pt x="215197" y="574358"/>
                  </a:lnTo>
                  <a:lnTo>
                    <a:pt x="217118" y="574358"/>
                  </a:lnTo>
                  <a:lnTo>
                    <a:pt x="219040" y="574358"/>
                  </a:lnTo>
                  <a:lnTo>
                    <a:pt x="220961" y="574358"/>
                  </a:lnTo>
                  <a:lnTo>
                    <a:pt x="222883" y="574358"/>
                  </a:lnTo>
                  <a:lnTo>
                    <a:pt x="224804" y="574357"/>
                  </a:lnTo>
                  <a:lnTo>
                    <a:pt x="226725" y="574356"/>
                  </a:lnTo>
                  <a:lnTo>
                    <a:pt x="228647" y="574353"/>
                  </a:lnTo>
                  <a:lnTo>
                    <a:pt x="230568" y="574348"/>
                  </a:lnTo>
                  <a:lnTo>
                    <a:pt x="232490" y="574340"/>
                  </a:lnTo>
                  <a:lnTo>
                    <a:pt x="234411" y="574324"/>
                  </a:lnTo>
                  <a:lnTo>
                    <a:pt x="236332" y="574297"/>
                  </a:lnTo>
                  <a:lnTo>
                    <a:pt x="238254" y="574251"/>
                  </a:lnTo>
                  <a:lnTo>
                    <a:pt x="240175" y="574179"/>
                  </a:lnTo>
                  <a:lnTo>
                    <a:pt x="242097" y="574069"/>
                  </a:lnTo>
                  <a:lnTo>
                    <a:pt x="244018" y="573909"/>
                  </a:lnTo>
                  <a:lnTo>
                    <a:pt x="245939" y="573686"/>
                  </a:lnTo>
                  <a:lnTo>
                    <a:pt x="247861" y="573387"/>
                  </a:lnTo>
                  <a:lnTo>
                    <a:pt x="249782" y="572999"/>
                  </a:lnTo>
                  <a:lnTo>
                    <a:pt x="251704" y="572517"/>
                  </a:lnTo>
                  <a:lnTo>
                    <a:pt x="253625" y="571936"/>
                  </a:lnTo>
                  <a:lnTo>
                    <a:pt x="255546" y="571261"/>
                  </a:lnTo>
                  <a:lnTo>
                    <a:pt x="257468" y="570500"/>
                  </a:lnTo>
                  <a:lnTo>
                    <a:pt x="259389" y="569665"/>
                  </a:lnTo>
                  <a:lnTo>
                    <a:pt x="261311" y="568770"/>
                  </a:lnTo>
                  <a:lnTo>
                    <a:pt x="263232" y="567837"/>
                  </a:lnTo>
                  <a:lnTo>
                    <a:pt x="265153" y="566887"/>
                  </a:lnTo>
                  <a:lnTo>
                    <a:pt x="267075" y="565941"/>
                  </a:lnTo>
                  <a:lnTo>
                    <a:pt x="268996" y="565026"/>
                  </a:lnTo>
                  <a:lnTo>
                    <a:pt x="270918" y="564172"/>
                  </a:lnTo>
                  <a:lnTo>
                    <a:pt x="272839" y="563416"/>
                  </a:lnTo>
                  <a:lnTo>
                    <a:pt x="274760" y="562792"/>
                  </a:lnTo>
                  <a:lnTo>
                    <a:pt x="276682" y="562331"/>
                  </a:lnTo>
                  <a:lnTo>
                    <a:pt x="278603" y="562049"/>
                  </a:lnTo>
                  <a:lnTo>
                    <a:pt x="280525" y="561941"/>
                  </a:lnTo>
                  <a:lnTo>
                    <a:pt x="282446" y="561975"/>
                  </a:lnTo>
                  <a:lnTo>
                    <a:pt x="284367" y="562093"/>
                  </a:lnTo>
                  <a:lnTo>
                    <a:pt x="286289" y="562215"/>
                  </a:lnTo>
                  <a:lnTo>
                    <a:pt x="288210" y="562240"/>
                  </a:lnTo>
                  <a:lnTo>
                    <a:pt x="290132" y="562096"/>
                  </a:lnTo>
                  <a:lnTo>
                    <a:pt x="292053" y="561741"/>
                  </a:lnTo>
                  <a:lnTo>
                    <a:pt x="293975" y="561168"/>
                  </a:lnTo>
                  <a:lnTo>
                    <a:pt x="295896" y="560413"/>
                  </a:lnTo>
                  <a:lnTo>
                    <a:pt x="297817" y="559542"/>
                  </a:lnTo>
                  <a:lnTo>
                    <a:pt x="299739" y="558643"/>
                  </a:lnTo>
                  <a:lnTo>
                    <a:pt x="301660" y="557807"/>
                  </a:lnTo>
                  <a:lnTo>
                    <a:pt x="303582" y="557116"/>
                  </a:lnTo>
                  <a:lnTo>
                    <a:pt x="305503" y="556624"/>
                  </a:lnTo>
                  <a:lnTo>
                    <a:pt x="307424" y="556352"/>
                  </a:lnTo>
                  <a:lnTo>
                    <a:pt x="309346" y="556289"/>
                  </a:lnTo>
                  <a:lnTo>
                    <a:pt x="311267" y="556391"/>
                  </a:lnTo>
                  <a:lnTo>
                    <a:pt x="313189" y="556601"/>
                  </a:lnTo>
                  <a:lnTo>
                    <a:pt x="315110" y="556836"/>
                  </a:lnTo>
                  <a:lnTo>
                    <a:pt x="317031" y="557040"/>
                  </a:lnTo>
                  <a:lnTo>
                    <a:pt x="318953" y="557173"/>
                  </a:lnTo>
                  <a:lnTo>
                    <a:pt x="320874" y="557218"/>
                  </a:lnTo>
                  <a:lnTo>
                    <a:pt x="322796" y="557179"/>
                  </a:lnTo>
                  <a:lnTo>
                    <a:pt x="324717" y="557079"/>
                  </a:lnTo>
                  <a:lnTo>
                    <a:pt x="326638" y="556951"/>
                  </a:lnTo>
                  <a:lnTo>
                    <a:pt x="328560" y="556837"/>
                  </a:lnTo>
                  <a:lnTo>
                    <a:pt x="330481" y="556776"/>
                  </a:lnTo>
                  <a:lnTo>
                    <a:pt x="332403" y="556800"/>
                  </a:lnTo>
                  <a:lnTo>
                    <a:pt x="334324" y="556930"/>
                  </a:lnTo>
                  <a:lnTo>
                    <a:pt x="336245" y="557176"/>
                  </a:lnTo>
                  <a:lnTo>
                    <a:pt x="338167" y="557537"/>
                  </a:lnTo>
                  <a:lnTo>
                    <a:pt x="340088" y="557996"/>
                  </a:lnTo>
                  <a:lnTo>
                    <a:pt x="342010" y="558527"/>
                  </a:lnTo>
                  <a:lnTo>
                    <a:pt x="343931" y="559107"/>
                  </a:lnTo>
                  <a:lnTo>
                    <a:pt x="345852" y="559715"/>
                  </a:lnTo>
                  <a:lnTo>
                    <a:pt x="347774" y="560334"/>
                  </a:lnTo>
                  <a:lnTo>
                    <a:pt x="349695" y="560951"/>
                  </a:lnTo>
                  <a:lnTo>
                    <a:pt x="351617" y="561559"/>
                  </a:lnTo>
                  <a:lnTo>
                    <a:pt x="353538" y="562156"/>
                  </a:lnTo>
                  <a:lnTo>
                    <a:pt x="355459" y="562746"/>
                  </a:lnTo>
                  <a:lnTo>
                    <a:pt x="357381" y="563335"/>
                  </a:lnTo>
                  <a:lnTo>
                    <a:pt x="359302" y="563932"/>
                  </a:lnTo>
                  <a:lnTo>
                    <a:pt x="361224" y="564547"/>
                  </a:lnTo>
                  <a:lnTo>
                    <a:pt x="363145" y="565187"/>
                  </a:lnTo>
                  <a:lnTo>
                    <a:pt x="365067" y="565851"/>
                  </a:lnTo>
                  <a:lnTo>
                    <a:pt x="366988" y="566530"/>
                  </a:lnTo>
                  <a:lnTo>
                    <a:pt x="368909" y="567205"/>
                  </a:lnTo>
                  <a:lnTo>
                    <a:pt x="370831" y="567855"/>
                  </a:lnTo>
                  <a:lnTo>
                    <a:pt x="372752" y="568457"/>
                  </a:lnTo>
                  <a:lnTo>
                    <a:pt x="374674" y="568988"/>
                  </a:lnTo>
                  <a:lnTo>
                    <a:pt x="376595" y="569433"/>
                  </a:lnTo>
                  <a:lnTo>
                    <a:pt x="378516" y="569783"/>
                  </a:lnTo>
                  <a:lnTo>
                    <a:pt x="380438" y="570040"/>
                  </a:lnTo>
                  <a:lnTo>
                    <a:pt x="382359" y="570216"/>
                  </a:lnTo>
                  <a:lnTo>
                    <a:pt x="384281" y="570329"/>
                  </a:lnTo>
                  <a:lnTo>
                    <a:pt x="386202" y="570404"/>
                  </a:lnTo>
                  <a:lnTo>
                    <a:pt x="388123" y="570464"/>
                  </a:lnTo>
                  <a:lnTo>
                    <a:pt x="390045" y="570536"/>
                  </a:lnTo>
                  <a:lnTo>
                    <a:pt x="391966" y="570632"/>
                  </a:lnTo>
                  <a:lnTo>
                    <a:pt x="393888" y="570757"/>
                  </a:lnTo>
                  <a:lnTo>
                    <a:pt x="395809" y="570900"/>
                  </a:lnTo>
                  <a:lnTo>
                    <a:pt x="397730" y="571045"/>
                  </a:lnTo>
                  <a:lnTo>
                    <a:pt x="399652" y="571167"/>
                  </a:lnTo>
                  <a:lnTo>
                    <a:pt x="401573" y="571238"/>
                  </a:lnTo>
                  <a:lnTo>
                    <a:pt x="403495" y="571233"/>
                  </a:lnTo>
                  <a:lnTo>
                    <a:pt x="405416" y="571129"/>
                  </a:lnTo>
                  <a:lnTo>
                    <a:pt x="407337" y="570911"/>
                  </a:lnTo>
                  <a:lnTo>
                    <a:pt x="409259" y="570575"/>
                  </a:lnTo>
                  <a:lnTo>
                    <a:pt x="411180" y="570119"/>
                  </a:lnTo>
                  <a:lnTo>
                    <a:pt x="413102" y="569550"/>
                  </a:lnTo>
                  <a:lnTo>
                    <a:pt x="415023" y="568867"/>
                  </a:lnTo>
                  <a:lnTo>
                    <a:pt x="416944" y="568071"/>
                  </a:lnTo>
                  <a:lnTo>
                    <a:pt x="418866" y="567154"/>
                  </a:lnTo>
                  <a:lnTo>
                    <a:pt x="420787" y="566092"/>
                  </a:lnTo>
                  <a:lnTo>
                    <a:pt x="422709" y="564849"/>
                  </a:lnTo>
                  <a:lnTo>
                    <a:pt x="424630" y="563372"/>
                  </a:lnTo>
                  <a:lnTo>
                    <a:pt x="426551" y="561599"/>
                  </a:lnTo>
                  <a:lnTo>
                    <a:pt x="428473" y="559457"/>
                  </a:lnTo>
                  <a:lnTo>
                    <a:pt x="430394" y="556865"/>
                  </a:lnTo>
                  <a:lnTo>
                    <a:pt x="432316" y="553737"/>
                  </a:lnTo>
                  <a:lnTo>
                    <a:pt x="434237" y="549981"/>
                  </a:lnTo>
                  <a:lnTo>
                    <a:pt x="436159" y="545501"/>
                  </a:lnTo>
                  <a:lnTo>
                    <a:pt x="438080" y="540197"/>
                  </a:lnTo>
                  <a:lnTo>
                    <a:pt x="440001" y="533946"/>
                  </a:lnTo>
                  <a:lnTo>
                    <a:pt x="441923" y="526566"/>
                  </a:lnTo>
                  <a:lnTo>
                    <a:pt x="443844" y="518015"/>
                  </a:lnTo>
                  <a:lnTo>
                    <a:pt x="445766" y="508184"/>
                  </a:lnTo>
                  <a:lnTo>
                    <a:pt x="447687" y="496974"/>
                  </a:lnTo>
                  <a:lnTo>
                    <a:pt x="449608" y="484296"/>
                  </a:lnTo>
                  <a:lnTo>
                    <a:pt x="451530" y="470078"/>
                  </a:lnTo>
                  <a:lnTo>
                    <a:pt x="453451" y="454268"/>
                  </a:lnTo>
                  <a:lnTo>
                    <a:pt x="455373" y="436828"/>
                  </a:lnTo>
                  <a:lnTo>
                    <a:pt x="457294" y="417744"/>
                  </a:lnTo>
                  <a:lnTo>
                    <a:pt x="459215" y="397013"/>
                  </a:lnTo>
                  <a:lnTo>
                    <a:pt x="461137" y="374653"/>
                  </a:lnTo>
                  <a:lnTo>
                    <a:pt x="463058" y="350699"/>
                  </a:lnTo>
                  <a:lnTo>
                    <a:pt x="464980" y="325210"/>
                  </a:lnTo>
                  <a:lnTo>
                    <a:pt x="466901" y="298183"/>
                  </a:lnTo>
                  <a:lnTo>
                    <a:pt x="468822" y="269877"/>
                  </a:lnTo>
                  <a:lnTo>
                    <a:pt x="470744" y="240542"/>
                  </a:lnTo>
                  <a:lnTo>
                    <a:pt x="472665" y="210500"/>
                  </a:lnTo>
                  <a:lnTo>
                    <a:pt x="474587" y="180170"/>
                  </a:lnTo>
                  <a:lnTo>
                    <a:pt x="476508" y="150075"/>
                  </a:lnTo>
                  <a:lnTo>
                    <a:pt x="478429" y="120830"/>
                  </a:lnTo>
                  <a:lnTo>
                    <a:pt x="480351" y="93128"/>
                  </a:lnTo>
                  <a:lnTo>
                    <a:pt x="482272" y="67713"/>
                  </a:lnTo>
                  <a:lnTo>
                    <a:pt x="484194" y="45340"/>
                  </a:lnTo>
                  <a:lnTo>
                    <a:pt x="486115" y="26744"/>
                  </a:lnTo>
                  <a:lnTo>
                    <a:pt x="488036" y="12592"/>
                  </a:lnTo>
                  <a:lnTo>
                    <a:pt x="489958" y="3451"/>
                  </a:lnTo>
                  <a:lnTo>
                    <a:pt x="491879" y="0"/>
                  </a:lnTo>
                  <a:lnTo>
                    <a:pt x="493801" y="2513"/>
                  </a:lnTo>
                  <a:lnTo>
                    <a:pt x="495722" y="10783"/>
                  </a:lnTo>
                  <a:lnTo>
                    <a:pt x="497643" y="24660"/>
                  </a:lnTo>
                  <a:lnTo>
                    <a:pt x="499565" y="43822"/>
                  </a:lnTo>
                  <a:lnTo>
                    <a:pt x="501486" y="67791"/>
                  </a:lnTo>
                  <a:lnTo>
                    <a:pt x="503408" y="95947"/>
                  </a:lnTo>
                  <a:lnTo>
                    <a:pt x="505329" y="127553"/>
                  </a:lnTo>
                  <a:lnTo>
                    <a:pt x="507250" y="161781"/>
                  </a:lnTo>
                  <a:lnTo>
                    <a:pt x="509172" y="197737"/>
                  </a:lnTo>
                  <a:lnTo>
                    <a:pt x="511093" y="234496"/>
                  </a:lnTo>
                  <a:lnTo>
                    <a:pt x="513015" y="271135"/>
                  </a:lnTo>
                  <a:lnTo>
                    <a:pt x="514936" y="306776"/>
                  </a:lnTo>
                  <a:lnTo>
                    <a:pt x="516858" y="340592"/>
                  </a:lnTo>
                  <a:lnTo>
                    <a:pt x="518779" y="371718"/>
                  </a:lnTo>
                  <a:lnTo>
                    <a:pt x="520700" y="399839"/>
                  </a:lnTo>
                  <a:lnTo>
                    <a:pt x="522622" y="424690"/>
                  </a:lnTo>
                  <a:lnTo>
                    <a:pt x="524543" y="446182"/>
                  </a:lnTo>
                  <a:lnTo>
                    <a:pt x="526465" y="464376"/>
                  </a:lnTo>
                  <a:lnTo>
                    <a:pt x="528386" y="479451"/>
                  </a:lnTo>
                  <a:lnTo>
                    <a:pt x="530307" y="491659"/>
                  </a:lnTo>
                  <a:lnTo>
                    <a:pt x="532229" y="501289"/>
                  </a:lnTo>
                  <a:lnTo>
                    <a:pt x="534150" y="508630"/>
                  </a:lnTo>
                  <a:lnTo>
                    <a:pt x="536072" y="513947"/>
                  </a:lnTo>
                  <a:lnTo>
                    <a:pt x="537993" y="517475"/>
                  </a:lnTo>
                  <a:lnTo>
                    <a:pt x="539914" y="519417"/>
                  </a:lnTo>
                  <a:lnTo>
                    <a:pt x="541836" y="519954"/>
                  </a:lnTo>
                  <a:lnTo>
                    <a:pt x="543757" y="519189"/>
                  </a:lnTo>
                  <a:lnTo>
                    <a:pt x="545679" y="517401"/>
                  </a:lnTo>
                  <a:lnTo>
                    <a:pt x="547600" y="514817"/>
                  </a:lnTo>
                  <a:lnTo>
                    <a:pt x="549521" y="511659"/>
                  </a:lnTo>
                  <a:lnTo>
                    <a:pt x="551443" y="508158"/>
                  </a:lnTo>
                  <a:lnTo>
                    <a:pt x="553364" y="504535"/>
                  </a:lnTo>
                  <a:lnTo>
                    <a:pt x="555286" y="500992"/>
                  </a:lnTo>
                  <a:lnTo>
                    <a:pt x="557207" y="497697"/>
                  </a:lnTo>
                  <a:lnTo>
                    <a:pt x="559128" y="494776"/>
                  </a:lnTo>
                  <a:lnTo>
                    <a:pt x="561050" y="492314"/>
                  </a:lnTo>
                  <a:lnTo>
                    <a:pt x="562971" y="490361"/>
                  </a:lnTo>
                  <a:lnTo>
                    <a:pt x="564893" y="488936"/>
                  </a:lnTo>
                  <a:lnTo>
                    <a:pt x="566814" y="488043"/>
                  </a:lnTo>
                  <a:lnTo>
                    <a:pt x="568735" y="487701"/>
                  </a:lnTo>
                  <a:lnTo>
                    <a:pt x="570657" y="487905"/>
                  </a:lnTo>
                  <a:lnTo>
                    <a:pt x="572578" y="488626"/>
                  </a:lnTo>
                  <a:lnTo>
                    <a:pt x="574500" y="489850"/>
                  </a:lnTo>
                  <a:lnTo>
                    <a:pt x="576421" y="491551"/>
                  </a:lnTo>
                  <a:lnTo>
                    <a:pt x="578342" y="493682"/>
                  </a:lnTo>
                  <a:lnTo>
                    <a:pt x="580264" y="496179"/>
                  </a:lnTo>
                  <a:lnTo>
                    <a:pt x="582185" y="498959"/>
                  </a:lnTo>
                  <a:lnTo>
                    <a:pt x="584107" y="501934"/>
                  </a:lnTo>
                  <a:lnTo>
                    <a:pt x="586028" y="505015"/>
                  </a:lnTo>
                  <a:lnTo>
                    <a:pt x="587950" y="508130"/>
                  </a:lnTo>
                  <a:lnTo>
                    <a:pt x="589871" y="511230"/>
                  </a:lnTo>
                  <a:lnTo>
                    <a:pt x="591792" y="514294"/>
                  </a:lnTo>
                  <a:lnTo>
                    <a:pt x="593714" y="517329"/>
                  </a:lnTo>
                  <a:lnTo>
                    <a:pt x="595635" y="520369"/>
                  </a:lnTo>
                  <a:lnTo>
                    <a:pt x="597557" y="523454"/>
                  </a:lnTo>
                  <a:lnTo>
                    <a:pt x="599478" y="526617"/>
                  </a:lnTo>
                  <a:lnTo>
                    <a:pt x="601399" y="529877"/>
                  </a:lnTo>
                  <a:lnTo>
                    <a:pt x="603321" y="533233"/>
                  </a:lnTo>
                  <a:lnTo>
                    <a:pt x="605242" y="536667"/>
                  </a:lnTo>
                  <a:lnTo>
                    <a:pt x="607164" y="540143"/>
                  </a:lnTo>
                  <a:lnTo>
                    <a:pt x="609085" y="543618"/>
                  </a:lnTo>
                  <a:lnTo>
                    <a:pt x="611006" y="547041"/>
                  </a:lnTo>
                  <a:lnTo>
                    <a:pt x="612928" y="550363"/>
                  </a:lnTo>
                  <a:lnTo>
                    <a:pt x="614849" y="553538"/>
                  </a:lnTo>
                  <a:lnTo>
                    <a:pt x="616771" y="556526"/>
                  </a:lnTo>
                  <a:lnTo>
                    <a:pt x="618692" y="559295"/>
                  </a:lnTo>
                  <a:lnTo>
                    <a:pt x="620613" y="561802"/>
                  </a:lnTo>
                  <a:lnTo>
                    <a:pt x="622535" y="564042"/>
                  </a:lnTo>
                  <a:lnTo>
                    <a:pt x="624456" y="566014"/>
                  </a:lnTo>
                  <a:lnTo>
                    <a:pt x="626378" y="567719"/>
                  </a:lnTo>
                  <a:lnTo>
                    <a:pt x="628299" y="569167"/>
                  </a:lnTo>
                  <a:lnTo>
                    <a:pt x="630220" y="570374"/>
                  </a:lnTo>
                  <a:lnTo>
                    <a:pt x="632142" y="571359"/>
                  </a:lnTo>
                  <a:lnTo>
                    <a:pt x="634063" y="572147"/>
                  </a:lnTo>
                  <a:lnTo>
                    <a:pt x="635985" y="572763"/>
                  </a:lnTo>
                  <a:lnTo>
                    <a:pt x="637906" y="573234"/>
                  </a:lnTo>
                  <a:lnTo>
                    <a:pt x="639827" y="573585"/>
                  </a:lnTo>
                  <a:lnTo>
                    <a:pt x="641749" y="573840"/>
                  </a:lnTo>
                  <a:lnTo>
                    <a:pt x="643670" y="574021"/>
                  </a:lnTo>
                  <a:lnTo>
                    <a:pt x="645592" y="574143"/>
                  </a:lnTo>
                  <a:lnTo>
                    <a:pt x="647513" y="574224"/>
                  </a:lnTo>
                  <a:lnTo>
                    <a:pt x="649434" y="574277"/>
                  </a:lnTo>
                  <a:lnTo>
                    <a:pt x="651356" y="574310"/>
                  </a:lnTo>
                  <a:lnTo>
                    <a:pt x="653277" y="574331"/>
                  </a:lnTo>
                  <a:lnTo>
                    <a:pt x="655199" y="574343"/>
                  </a:lnTo>
                  <a:lnTo>
                    <a:pt x="657120" y="574350"/>
                  </a:lnTo>
                  <a:lnTo>
                    <a:pt x="659042" y="574354"/>
                  </a:lnTo>
                  <a:lnTo>
                    <a:pt x="660963" y="574356"/>
                  </a:lnTo>
                  <a:lnTo>
                    <a:pt x="662884" y="574357"/>
                  </a:lnTo>
                  <a:lnTo>
                    <a:pt x="664806" y="574358"/>
                  </a:lnTo>
                  <a:lnTo>
                    <a:pt x="666727" y="574358"/>
                  </a:lnTo>
                  <a:lnTo>
                    <a:pt x="668649" y="574358"/>
                  </a:lnTo>
                  <a:lnTo>
                    <a:pt x="670570" y="574358"/>
                  </a:lnTo>
                  <a:lnTo>
                    <a:pt x="672491" y="574358"/>
                  </a:lnTo>
                  <a:lnTo>
                    <a:pt x="674413" y="574358"/>
                  </a:lnTo>
                  <a:lnTo>
                    <a:pt x="676334" y="574358"/>
                  </a:lnTo>
                  <a:lnTo>
                    <a:pt x="678256" y="574358"/>
                  </a:lnTo>
                  <a:lnTo>
                    <a:pt x="680177" y="574358"/>
                  </a:lnTo>
                  <a:lnTo>
                    <a:pt x="682098" y="574358"/>
                  </a:lnTo>
                  <a:lnTo>
                    <a:pt x="684020" y="574358"/>
                  </a:lnTo>
                  <a:lnTo>
                    <a:pt x="685941" y="574358"/>
                  </a:lnTo>
                  <a:lnTo>
                    <a:pt x="687863" y="574358"/>
                  </a:lnTo>
                  <a:lnTo>
                    <a:pt x="689784" y="574358"/>
                  </a:lnTo>
                  <a:lnTo>
                    <a:pt x="691705" y="574358"/>
                  </a:lnTo>
                  <a:lnTo>
                    <a:pt x="693627" y="574358"/>
                  </a:lnTo>
                  <a:lnTo>
                    <a:pt x="695548" y="574358"/>
                  </a:lnTo>
                  <a:lnTo>
                    <a:pt x="697470" y="574358"/>
                  </a:lnTo>
                  <a:lnTo>
                    <a:pt x="699391" y="574358"/>
                  </a:lnTo>
                  <a:lnTo>
                    <a:pt x="701312" y="574358"/>
                  </a:lnTo>
                  <a:lnTo>
                    <a:pt x="703234" y="574358"/>
                  </a:lnTo>
                  <a:lnTo>
                    <a:pt x="705155" y="574358"/>
                  </a:lnTo>
                  <a:lnTo>
                    <a:pt x="707077" y="574358"/>
                  </a:lnTo>
                  <a:lnTo>
                    <a:pt x="708998" y="574358"/>
                  </a:lnTo>
                  <a:lnTo>
                    <a:pt x="710919" y="574358"/>
                  </a:lnTo>
                  <a:lnTo>
                    <a:pt x="712841" y="574358"/>
                  </a:lnTo>
                  <a:lnTo>
                    <a:pt x="714762" y="574358"/>
                  </a:lnTo>
                  <a:lnTo>
                    <a:pt x="716684" y="574358"/>
                  </a:lnTo>
                  <a:lnTo>
                    <a:pt x="718605" y="574358"/>
                  </a:lnTo>
                  <a:lnTo>
                    <a:pt x="720526" y="574358"/>
                  </a:lnTo>
                  <a:lnTo>
                    <a:pt x="722448" y="574358"/>
                  </a:lnTo>
                  <a:lnTo>
                    <a:pt x="724369" y="574358"/>
                  </a:lnTo>
                  <a:lnTo>
                    <a:pt x="726291" y="574358"/>
                  </a:lnTo>
                  <a:lnTo>
                    <a:pt x="728212" y="574358"/>
                  </a:lnTo>
                  <a:lnTo>
                    <a:pt x="730134" y="574358"/>
                  </a:lnTo>
                  <a:lnTo>
                    <a:pt x="732055" y="574358"/>
                  </a:lnTo>
                  <a:lnTo>
                    <a:pt x="733976" y="574358"/>
                  </a:lnTo>
                  <a:lnTo>
                    <a:pt x="735898" y="574358"/>
                  </a:lnTo>
                  <a:lnTo>
                    <a:pt x="737819" y="574358"/>
                  </a:lnTo>
                  <a:lnTo>
                    <a:pt x="739741" y="574358"/>
                  </a:lnTo>
                  <a:lnTo>
                    <a:pt x="741662" y="574358"/>
                  </a:lnTo>
                  <a:lnTo>
                    <a:pt x="743583" y="574358"/>
                  </a:lnTo>
                  <a:lnTo>
                    <a:pt x="745505" y="574358"/>
                  </a:lnTo>
                  <a:lnTo>
                    <a:pt x="747426" y="574358"/>
                  </a:lnTo>
                  <a:lnTo>
                    <a:pt x="749348" y="574358"/>
                  </a:lnTo>
                  <a:lnTo>
                    <a:pt x="751269" y="574358"/>
                  </a:lnTo>
                  <a:lnTo>
                    <a:pt x="753190" y="574358"/>
                  </a:lnTo>
                  <a:lnTo>
                    <a:pt x="755112" y="574358"/>
                  </a:lnTo>
                  <a:lnTo>
                    <a:pt x="757033" y="574358"/>
                  </a:lnTo>
                  <a:lnTo>
                    <a:pt x="758955" y="574358"/>
                  </a:lnTo>
                  <a:lnTo>
                    <a:pt x="760876" y="574358"/>
                  </a:lnTo>
                  <a:lnTo>
                    <a:pt x="762797" y="574358"/>
                  </a:lnTo>
                  <a:lnTo>
                    <a:pt x="764719" y="574358"/>
                  </a:lnTo>
                  <a:lnTo>
                    <a:pt x="766640" y="574358"/>
                  </a:lnTo>
                  <a:lnTo>
                    <a:pt x="768562" y="574358"/>
                  </a:lnTo>
                  <a:lnTo>
                    <a:pt x="770483" y="574358"/>
                  </a:lnTo>
                  <a:lnTo>
                    <a:pt x="772404" y="574358"/>
                  </a:lnTo>
                  <a:lnTo>
                    <a:pt x="774326" y="574358"/>
                  </a:lnTo>
                  <a:lnTo>
                    <a:pt x="776247" y="574358"/>
                  </a:lnTo>
                  <a:lnTo>
                    <a:pt x="778169" y="574358"/>
                  </a:lnTo>
                  <a:lnTo>
                    <a:pt x="780090" y="574358"/>
                  </a:lnTo>
                  <a:lnTo>
                    <a:pt x="782011" y="574358"/>
                  </a:lnTo>
                  <a:lnTo>
                    <a:pt x="783933" y="574358"/>
                  </a:lnTo>
                  <a:lnTo>
                    <a:pt x="785854" y="574358"/>
                  </a:lnTo>
                  <a:lnTo>
                    <a:pt x="787776" y="574358"/>
                  </a:lnTo>
                  <a:lnTo>
                    <a:pt x="789697" y="574358"/>
                  </a:lnTo>
                  <a:lnTo>
                    <a:pt x="791618" y="574358"/>
                  </a:lnTo>
                  <a:lnTo>
                    <a:pt x="793540" y="574358"/>
                  </a:lnTo>
                  <a:lnTo>
                    <a:pt x="795461" y="574358"/>
                  </a:lnTo>
                  <a:lnTo>
                    <a:pt x="797383" y="574358"/>
                  </a:lnTo>
                  <a:lnTo>
                    <a:pt x="799304" y="574358"/>
                  </a:lnTo>
                  <a:lnTo>
                    <a:pt x="801226" y="574358"/>
                  </a:lnTo>
                  <a:lnTo>
                    <a:pt x="803147" y="574358"/>
                  </a:lnTo>
                  <a:lnTo>
                    <a:pt x="805068" y="574358"/>
                  </a:lnTo>
                  <a:lnTo>
                    <a:pt x="806990" y="574358"/>
                  </a:lnTo>
                  <a:lnTo>
                    <a:pt x="808911" y="574358"/>
                  </a:lnTo>
                  <a:lnTo>
                    <a:pt x="810833" y="574358"/>
                  </a:lnTo>
                  <a:lnTo>
                    <a:pt x="812754" y="574358"/>
                  </a:lnTo>
                  <a:lnTo>
                    <a:pt x="814675" y="574358"/>
                  </a:lnTo>
                  <a:lnTo>
                    <a:pt x="816597" y="574358"/>
                  </a:lnTo>
                  <a:lnTo>
                    <a:pt x="818518" y="574358"/>
                  </a:lnTo>
                  <a:lnTo>
                    <a:pt x="820440" y="574358"/>
                  </a:lnTo>
                  <a:lnTo>
                    <a:pt x="822361" y="574358"/>
                  </a:lnTo>
                  <a:lnTo>
                    <a:pt x="824282" y="574358"/>
                  </a:lnTo>
                  <a:lnTo>
                    <a:pt x="826204" y="574358"/>
                  </a:lnTo>
                  <a:lnTo>
                    <a:pt x="828125" y="574358"/>
                  </a:lnTo>
                  <a:lnTo>
                    <a:pt x="830047" y="574358"/>
                  </a:lnTo>
                  <a:lnTo>
                    <a:pt x="831968" y="574358"/>
                  </a:lnTo>
                  <a:lnTo>
                    <a:pt x="833889" y="574358"/>
                  </a:lnTo>
                  <a:lnTo>
                    <a:pt x="835811" y="574358"/>
                  </a:lnTo>
                  <a:lnTo>
                    <a:pt x="837732" y="574358"/>
                  </a:lnTo>
                  <a:lnTo>
                    <a:pt x="839654" y="574358"/>
                  </a:lnTo>
                  <a:lnTo>
                    <a:pt x="841575" y="574358"/>
                  </a:lnTo>
                  <a:lnTo>
                    <a:pt x="843496" y="574358"/>
                  </a:lnTo>
                  <a:lnTo>
                    <a:pt x="845418" y="574358"/>
                  </a:lnTo>
                  <a:lnTo>
                    <a:pt x="847339" y="574358"/>
                  </a:lnTo>
                  <a:lnTo>
                    <a:pt x="849261" y="574358"/>
                  </a:lnTo>
                  <a:lnTo>
                    <a:pt x="851182" y="574358"/>
                  </a:lnTo>
                  <a:lnTo>
                    <a:pt x="853103" y="574358"/>
                  </a:lnTo>
                  <a:lnTo>
                    <a:pt x="855025" y="574358"/>
                  </a:lnTo>
                  <a:lnTo>
                    <a:pt x="856946" y="574358"/>
                  </a:lnTo>
                  <a:lnTo>
                    <a:pt x="858868" y="574358"/>
                  </a:lnTo>
                  <a:lnTo>
                    <a:pt x="860789" y="574358"/>
                  </a:lnTo>
                  <a:lnTo>
                    <a:pt x="862710" y="574358"/>
                  </a:lnTo>
                  <a:lnTo>
                    <a:pt x="864632" y="574358"/>
                  </a:lnTo>
                  <a:lnTo>
                    <a:pt x="866553" y="574358"/>
                  </a:lnTo>
                  <a:lnTo>
                    <a:pt x="868475" y="574358"/>
                  </a:lnTo>
                  <a:lnTo>
                    <a:pt x="870396" y="574358"/>
                  </a:lnTo>
                  <a:lnTo>
                    <a:pt x="872318" y="574358"/>
                  </a:lnTo>
                  <a:lnTo>
                    <a:pt x="874239" y="574358"/>
                  </a:lnTo>
                  <a:lnTo>
                    <a:pt x="876160" y="574358"/>
                  </a:lnTo>
                  <a:lnTo>
                    <a:pt x="878082" y="574358"/>
                  </a:lnTo>
                  <a:lnTo>
                    <a:pt x="880003" y="574358"/>
                  </a:lnTo>
                  <a:lnTo>
                    <a:pt x="881925" y="574358"/>
                  </a:lnTo>
                  <a:lnTo>
                    <a:pt x="883846" y="574358"/>
                  </a:lnTo>
                  <a:lnTo>
                    <a:pt x="885767" y="574358"/>
                  </a:lnTo>
                  <a:lnTo>
                    <a:pt x="887689" y="574358"/>
                  </a:lnTo>
                  <a:lnTo>
                    <a:pt x="889610" y="574358"/>
                  </a:lnTo>
                  <a:lnTo>
                    <a:pt x="891532" y="574358"/>
                  </a:lnTo>
                  <a:lnTo>
                    <a:pt x="893453" y="574358"/>
                  </a:lnTo>
                  <a:lnTo>
                    <a:pt x="895374" y="574358"/>
                  </a:lnTo>
                  <a:lnTo>
                    <a:pt x="897296" y="574358"/>
                  </a:lnTo>
                  <a:lnTo>
                    <a:pt x="899217" y="574358"/>
                  </a:lnTo>
                  <a:lnTo>
                    <a:pt x="901139" y="574358"/>
                  </a:lnTo>
                  <a:lnTo>
                    <a:pt x="903060" y="574358"/>
                  </a:lnTo>
                  <a:lnTo>
                    <a:pt x="904981" y="574358"/>
                  </a:lnTo>
                  <a:lnTo>
                    <a:pt x="906903" y="574358"/>
                  </a:lnTo>
                  <a:lnTo>
                    <a:pt x="908824" y="574358"/>
                  </a:lnTo>
                  <a:lnTo>
                    <a:pt x="910746" y="574358"/>
                  </a:lnTo>
                  <a:lnTo>
                    <a:pt x="912667" y="574358"/>
                  </a:lnTo>
                  <a:lnTo>
                    <a:pt x="914588" y="574358"/>
                  </a:lnTo>
                  <a:lnTo>
                    <a:pt x="916510" y="574358"/>
                  </a:lnTo>
                  <a:lnTo>
                    <a:pt x="918431" y="574358"/>
                  </a:lnTo>
                  <a:lnTo>
                    <a:pt x="920353" y="574358"/>
                  </a:lnTo>
                  <a:lnTo>
                    <a:pt x="922274" y="574358"/>
                  </a:lnTo>
                  <a:lnTo>
                    <a:pt x="924195" y="574358"/>
                  </a:lnTo>
                  <a:lnTo>
                    <a:pt x="926117" y="574358"/>
                  </a:lnTo>
                  <a:lnTo>
                    <a:pt x="928038" y="574358"/>
                  </a:lnTo>
                  <a:lnTo>
                    <a:pt x="929960" y="574358"/>
                  </a:lnTo>
                  <a:lnTo>
                    <a:pt x="931881" y="574358"/>
                  </a:lnTo>
                  <a:lnTo>
                    <a:pt x="933802" y="574358"/>
                  </a:lnTo>
                  <a:lnTo>
                    <a:pt x="935724" y="574358"/>
                  </a:lnTo>
                  <a:lnTo>
                    <a:pt x="937645" y="574358"/>
                  </a:lnTo>
                  <a:lnTo>
                    <a:pt x="939567" y="574358"/>
                  </a:lnTo>
                  <a:lnTo>
                    <a:pt x="941488" y="574358"/>
                  </a:lnTo>
                  <a:lnTo>
                    <a:pt x="943410" y="574358"/>
                  </a:lnTo>
                  <a:lnTo>
                    <a:pt x="945331" y="574358"/>
                  </a:lnTo>
                  <a:lnTo>
                    <a:pt x="947252" y="574358"/>
                  </a:lnTo>
                  <a:lnTo>
                    <a:pt x="949174" y="574358"/>
                  </a:lnTo>
                  <a:lnTo>
                    <a:pt x="951095" y="574358"/>
                  </a:lnTo>
                  <a:lnTo>
                    <a:pt x="953017" y="574358"/>
                  </a:lnTo>
                  <a:lnTo>
                    <a:pt x="954938" y="574358"/>
                  </a:lnTo>
                  <a:lnTo>
                    <a:pt x="956859" y="574358"/>
                  </a:lnTo>
                  <a:lnTo>
                    <a:pt x="958781" y="574358"/>
                  </a:lnTo>
                  <a:lnTo>
                    <a:pt x="960702" y="574358"/>
                  </a:lnTo>
                  <a:lnTo>
                    <a:pt x="962624" y="574358"/>
                  </a:lnTo>
                  <a:lnTo>
                    <a:pt x="964545" y="574358"/>
                  </a:lnTo>
                  <a:lnTo>
                    <a:pt x="966466" y="574358"/>
                  </a:lnTo>
                  <a:lnTo>
                    <a:pt x="968388" y="574358"/>
                  </a:lnTo>
                  <a:lnTo>
                    <a:pt x="970309" y="574358"/>
                  </a:lnTo>
                  <a:lnTo>
                    <a:pt x="972231" y="574358"/>
                  </a:lnTo>
                  <a:lnTo>
                    <a:pt x="974152" y="574358"/>
                  </a:lnTo>
                  <a:lnTo>
                    <a:pt x="976073" y="574358"/>
                  </a:lnTo>
                  <a:lnTo>
                    <a:pt x="977995" y="574358"/>
                  </a:lnTo>
                  <a:lnTo>
                    <a:pt x="979916" y="574358"/>
                  </a:lnTo>
                  <a:lnTo>
                    <a:pt x="981838" y="574358"/>
                  </a:lnTo>
                  <a:lnTo>
                    <a:pt x="979916" y="574358"/>
                  </a:lnTo>
                  <a:lnTo>
                    <a:pt x="977995" y="574358"/>
                  </a:lnTo>
                  <a:lnTo>
                    <a:pt x="976073" y="574358"/>
                  </a:lnTo>
                  <a:lnTo>
                    <a:pt x="974152" y="574358"/>
                  </a:lnTo>
                  <a:lnTo>
                    <a:pt x="972231" y="574358"/>
                  </a:lnTo>
                  <a:lnTo>
                    <a:pt x="970309" y="574358"/>
                  </a:lnTo>
                  <a:lnTo>
                    <a:pt x="968388" y="574358"/>
                  </a:lnTo>
                  <a:lnTo>
                    <a:pt x="966466" y="574358"/>
                  </a:lnTo>
                  <a:lnTo>
                    <a:pt x="964545" y="574358"/>
                  </a:lnTo>
                  <a:lnTo>
                    <a:pt x="962624" y="574358"/>
                  </a:lnTo>
                  <a:lnTo>
                    <a:pt x="960702" y="574358"/>
                  </a:lnTo>
                  <a:lnTo>
                    <a:pt x="958781" y="574358"/>
                  </a:lnTo>
                  <a:lnTo>
                    <a:pt x="956859" y="574358"/>
                  </a:lnTo>
                  <a:lnTo>
                    <a:pt x="954938" y="574358"/>
                  </a:lnTo>
                  <a:lnTo>
                    <a:pt x="953017" y="574358"/>
                  </a:lnTo>
                  <a:lnTo>
                    <a:pt x="951095" y="574358"/>
                  </a:lnTo>
                  <a:lnTo>
                    <a:pt x="949174" y="574358"/>
                  </a:lnTo>
                  <a:lnTo>
                    <a:pt x="947252" y="574358"/>
                  </a:lnTo>
                  <a:lnTo>
                    <a:pt x="945331" y="574358"/>
                  </a:lnTo>
                  <a:lnTo>
                    <a:pt x="943410" y="574358"/>
                  </a:lnTo>
                  <a:lnTo>
                    <a:pt x="941488" y="574358"/>
                  </a:lnTo>
                  <a:lnTo>
                    <a:pt x="939567" y="574358"/>
                  </a:lnTo>
                  <a:lnTo>
                    <a:pt x="937645" y="574358"/>
                  </a:lnTo>
                  <a:lnTo>
                    <a:pt x="935724" y="574358"/>
                  </a:lnTo>
                  <a:lnTo>
                    <a:pt x="933802" y="574358"/>
                  </a:lnTo>
                  <a:lnTo>
                    <a:pt x="931881" y="574358"/>
                  </a:lnTo>
                  <a:lnTo>
                    <a:pt x="929960" y="574358"/>
                  </a:lnTo>
                  <a:lnTo>
                    <a:pt x="928038" y="574358"/>
                  </a:lnTo>
                  <a:lnTo>
                    <a:pt x="926117" y="574358"/>
                  </a:lnTo>
                  <a:lnTo>
                    <a:pt x="924195" y="574358"/>
                  </a:lnTo>
                  <a:lnTo>
                    <a:pt x="922274" y="574358"/>
                  </a:lnTo>
                  <a:lnTo>
                    <a:pt x="920353" y="574358"/>
                  </a:lnTo>
                  <a:lnTo>
                    <a:pt x="918431" y="574358"/>
                  </a:lnTo>
                  <a:lnTo>
                    <a:pt x="916510" y="574358"/>
                  </a:lnTo>
                  <a:lnTo>
                    <a:pt x="914588" y="574358"/>
                  </a:lnTo>
                  <a:lnTo>
                    <a:pt x="912667" y="574358"/>
                  </a:lnTo>
                  <a:lnTo>
                    <a:pt x="910746" y="574358"/>
                  </a:lnTo>
                  <a:lnTo>
                    <a:pt x="908824" y="574358"/>
                  </a:lnTo>
                  <a:lnTo>
                    <a:pt x="906903" y="574358"/>
                  </a:lnTo>
                  <a:lnTo>
                    <a:pt x="904981" y="574358"/>
                  </a:lnTo>
                  <a:lnTo>
                    <a:pt x="903060" y="574358"/>
                  </a:lnTo>
                  <a:lnTo>
                    <a:pt x="901139" y="574358"/>
                  </a:lnTo>
                  <a:lnTo>
                    <a:pt x="899217" y="574358"/>
                  </a:lnTo>
                  <a:lnTo>
                    <a:pt x="897296" y="574358"/>
                  </a:lnTo>
                  <a:lnTo>
                    <a:pt x="895374" y="574358"/>
                  </a:lnTo>
                  <a:lnTo>
                    <a:pt x="893453" y="574358"/>
                  </a:lnTo>
                  <a:lnTo>
                    <a:pt x="891532" y="574358"/>
                  </a:lnTo>
                  <a:lnTo>
                    <a:pt x="889610" y="574358"/>
                  </a:lnTo>
                  <a:lnTo>
                    <a:pt x="887689" y="574358"/>
                  </a:lnTo>
                  <a:lnTo>
                    <a:pt x="885767" y="574358"/>
                  </a:lnTo>
                  <a:lnTo>
                    <a:pt x="883846" y="574358"/>
                  </a:lnTo>
                  <a:lnTo>
                    <a:pt x="881925" y="574358"/>
                  </a:lnTo>
                  <a:lnTo>
                    <a:pt x="880003" y="574358"/>
                  </a:lnTo>
                  <a:lnTo>
                    <a:pt x="878082" y="574358"/>
                  </a:lnTo>
                  <a:lnTo>
                    <a:pt x="876160" y="574358"/>
                  </a:lnTo>
                  <a:lnTo>
                    <a:pt x="874239" y="574358"/>
                  </a:lnTo>
                  <a:lnTo>
                    <a:pt x="872318" y="574358"/>
                  </a:lnTo>
                  <a:lnTo>
                    <a:pt x="870396" y="574358"/>
                  </a:lnTo>
                  <a:lnTo>
                    <a:pt x="868475" y="574358"/>
                  </a:lnTo>
                  <a:lnTo>
                    <a:pt x="866553" y="574358"/>
                  </a:lnTo>
                  <a:lnTo>
                    <a:pt x="864632" y="574358"/>
                  </a:lnTo>
                  <a:lnTo>
                    <a:pt x="862710" y="574358"/>
                  </a:lnTo>
                  <a:lnTo>
                    <a:pt x="860789" y="574358"/>
                  </a:lnTo>
                  <a:lnTo>
                    <a:pt x="858868" y="574358"/>
                  </a:lnTo>
                  <a:lnTo>
                    <a:pt x="856946" y="574358"/>
                  </a:lnTo>
                  <a:lnTo>
                    <a:pt x="855025" y="574358"/>
                  </a:lnTo>
                  <a:lnTo>
                    <a:pt x="853103" y="574358"/>
                  </a:lnTo>
                  <a:lnTo>
                    <a:pt x="851182" y="574358"/>
                  </a:lnTo>
                  <a:lnTo>
                    <a:pt x="849261" y="574358"/>
                  </a:lnTo>
                  <a:lnTo>
                    <a:pt x="847339" y="574358"/>
                  </a:lnTo>
                  <a:lnTo>
                    <a:pt x="845418" y="574358"/>
                  </a:lnTo>
                  <a:lnTo>
                    <a:pt x="843496" y="574358"/>
                  </a:lnTo>
                  <a:lnTo>
                    <a:pt x="841575" y="574358"/>
                  </a:lnTo>
                  <a:lnTo>
                    <a:pt x="839654" y="574358"/>
                  </a:lnTo>
                  <a:lnTo>
                    <a:pt x="837732" y="574358"/>
                  </a:lnTo>
                  <a:lnTo>
                    <a:pt x="835811" y="574358"/>
                  </a:lnTo>
                  <a:lnTo>
                    <a:pt x="833889" y="574358"/>
                  </a:lnTo>
                  <a:lnTo>
                    <a:pt x="831968" y="574358"/>
                  </a:lnTo>
                  <a:lnTo>
                    <a:pt x="830047" y="574358"/>
                  </a:lnTo>
                  <a:lnTo>
                    <a:pt x="828125" y="574358"/>
                  </a:lnTo>
                  <a:lnTo>
                    <a:pt x="826204" y="574358"/>
                  </a:lnTo>
                  <a:lnTo>
                    <a:pt x="824282" y="574358"/>
                  </a:lnTo>
                  <a:lnTo>
                    <a:pt x="822361" y="574358"/>
                  </a:lnTo>
                  <a:lnTo>
                    <a:pt x="820440" y="574358"/>
                  </a:lnTo>
                  <a:lnTo>
                    <a:pt x="818518" y="574358"/>
                  </a:lnTo>
                  <a:lnTo>
                    <a:pt x="816597" y="574358"/>
                  </a:lnTo>
                  <a:lnTo>
                    <a:pt x="814675" y="574358"/>
                  </a:lnTo>
                  <a:lnTo>
                    <a:pt x="812754" y="574358"/>
                  </a:lnTo>
                  <a:lnTo>
                    <a:pt x="810833" y="574358"/>
                  </a:lnTo>
                  <a:lnTo>
                    <a:pt x="808911" y="574358"/>
                  </a:lnTo>
                  <a:lnTo>
                    <a:pt x="806990" y="574358"/>
                  </a:lnTo>
                  <a:lnTo>
                    <a:pt x="805068" y="574358"/>
                  </a:lnTo>
                  <a:lnTo>
                    <a:pt x="803147" y="574358"/>
                  </a:lnTo>
                  <a:lnTo>
                    <a:pt x="801226" y="574358"/>
                  </a:lnTo>
                  <a:lnTo>
                    <a:pt x="799304" y="574358"/>
                  </a:lnTo>
                  <a:lnTo>
                    <a:pt x="797383" y="574358"/>
                  </a:lnTo>
                  <a:lnTo>
                    <a:pt x="795461" y="574358"/>
                  </a:lnTo>
                  <a:lnTo>
                    <a:pt x="793540" y="574358"/>
                  </a:lnTo>
                  <a:lnTo>
                    <a:pt x="791618" y="574358"/>
                  </a:lnTo>
                  <a:lnTo>
                    <a:pt x="789697" y="574358"/>
                  </a:lnTo>
                  <a:lnTo>
                    <a:pt x="787776" y="574358"/>
                  </a:lnTo>
                  <a:lnTo>
                    <a:pt x="785854" y="574358"/>
                  </a:lnTo>
                  <a:lnTo>
                    <a:pt x="783933" y="574358"/>
                  </a:lnTo>
                  <a:lnTo>
                    <a:pt x="782011" y="574358"/>
                  </a:lnTo>
                  <a:lnTo>
                    <a:pt x="780090" y="574358"/>
                  </a:lnTo>
                  <a:lnTo>
                    <a:pt x="778169" y="574358"/>
                  </a:lnTo>
                  <a:lnTo>
                    <a:pt x="776247" y="574358"/>
                  </a:lnTo>
                  <a:lnTo>
                    <a:pt x="774326" y="574358"/>
                  </a:lnTo>
                  <a:lnTo>
                    <a:pt x="772404" y="574358"/>
                  </a:lnTo>
                  <a:lnTo>
                    <a:pt x="770483" y="574358"/>
                  </a:lnTo>
                  <a:lnTo>
                    <a:pt x="768562" y="574358"/>
                  </a:lnTo>
                  <a:lnTo>
                    <a:pt x="766640" y="574358"/>
                  </a:lnTo>
                  <a:lnTo>
                    <a:pt x="764719" y="574358"/>
                  </a:lnTo>
                  <a:lnTo>
                    <a:pt x="762797" y="574358"/>
                  </a:lnTo>
                  <a:lnTo>
                    <a:pt x="760876" y="574358"/>
                  </a:lnTo>
                  <a:lnTo>
                    <a:pt x="758955" y="574358"/>
                  </a:lnTo>
                  <a:lnTo>
                    <a:pt x="757033" y="574358"/>
                  </a:lnTo>
                  <a:lnTo>
                    <a:pt x="755112" y="574358"/>
                  </a:lnTo>
                  <a:lnTo>
                    <a:pt x="753190" y="574358"/>
                  </a:lnTo>
                  <a:lnTo>
                    <a:pt x="751269" y="574358"/>
                  </a:lnTo>
                  <a:lnTo>
                    <a:pt x="749348" y="574358"/>
                  </a:lnTo>
                  <a:lnTo>
                    <a:pt x="747426" y="574358"/>
                  </a:lnTo>
                  <a:lnTo>
                    <a:pt x="745505" y="574358"/>
                  </a:lnTo>
                  <a:lnTo>
                    <a:pt x="743583" y="574358"/>
                  </a:lnTo>
                  <a:lnTo>
                    <a:pt x="741662" y="574358"/>
                  </a:lnTo>
                  <a:lnTo>
                    <a:pt x="739741" y="574358"/>
                  </a:lnTo>
                  <a:lnTo>
                    <a:pt x="737819" y="574358"/>
                  </a:lnTo>
                  <a:lnTo>
                    <a:pt x="735898" y="574358"/>
                  </a:lnTo>
                  <a:lnTo>
                    <a:pt x="733976" y="574358"/>
                  </a:lnTo>
                  <a:lnTo>
                    <a:pt x="732055" y="574358"/>
                  </a:lnTo>
                  <a:lnTo>
                    <a:pt x="730134" y="574358"/>
                  </a:lnTo>
                  <a:lnTo>
                    <a:pt x="728212" y="574358"/>
                  </a:lnTo>
                  <a:lnTo>
                    <a:pt x="726291" y="574358"/>
                  </a:lnTo>
                  <a:lnTo>
                    <a:pt x="724369" y="574358"/>
                  </a:lnTo>
                  <a:lnTo>
                    <a:pt x="722448" y="574358"/>
                  </a:lnTo>
                  <a:lnTo>
                    <a:pt x="720526" y="574358"/>
                  </a:lnTo>
                  <a:lnTo>
                    <a:pt x="718605" y="574358"/>
                  </a:lnTo>
                  <a:lnTo>
                    <a:pt x="716684" y="574358"/>
                  </a:lnTo>
                  <a:lnTo>
                    <a:pt x="714762" y="574358"/>
                  </a:lnTo>
                  <a:lnTo>
                    <a:pt x="712841" y="574358"/>
                  </a:lnTo>
                  <a:lnTo>
                    <a:pt x="710919" y="574358"/>
                  </a:lnTo>
                  <a:lnTo>
                    <a:pt x="708998" y="574358"/>
                  </a:lnTo>
                  <a:lnTo>
                    <a:pt x="707077" y="574358"/>
                  </a:lnTo>
                  <a:lnTo>
                    <a:pt x="705155" y="574358"/>
                  </a:lnTo>
                  <a:lnTo>
                    <a:pt x="703234" y="574358"/>
                  </a:lnTo>
                  <a:lnTo>
                    <a:pt x="701312" y="574358"/>
                  </a:lnTo>
                  <a:lnTo>
                    <a:pt x="699391" y="574358"/>
                  </a:lnTo>
                  <a:lnTo>
                    <a:pt x="697470" y="574358"/>
                  </a:lnTo>
                  <a:lnTo>
                    <a:pt x="695548" y="574358"/>
                  </a:lnTo>
                  <a:lnTo>
                    <a:pt x="693627" y="574358"/>
                  </a:lnTo>
                  <a:lnTo>
                    <a:pt x="691705" y="574358"/>
                  </a:lnTo>
                  <a:lnTo>
                    <a:pt x="689784" y="574358"/>
                  </a:lnTo>
                  <a:lnTo>
                    <a:pt x="687863" y="574358"/>
                  </a:lnTo>
                  <a:lnTo>
                    <a:pt x="685941" y="574358"/>
                  </a:lnTo>
                  <a:lnTo>
                    <a:pt x="684020" y="574358"/>
                  </a:lnTo>
                  <a:lnTo>
                    <a:pt x="682098" y="574358"/>
                  </a:lnTo>
                  <a:lnTo>
                    <a:pt x="680177" y="574358"/>
                  </a:lnTo>
                  <a:lnTo>
                    <a:pt x="678256" y="574358"/>
                  </a:lnTo>
                  <a:lnTo>
                    <a:pt x="676334" y="574358"/>
                  </a:lnTo>
                  <a:lnTo>
                    <a:pt x="674413" y="574358"/>
                  </a:lnTo>
                  <a:lnTo>
                    <a:pt x="672491" y="574358"/>
                  </a:lnTo>
                  <a:lnTo>
                    <a:pt x="670570" y="574358"/>
                  </a:lnTo>
                  <a:lnTo>
                    <a:pt x="668649" y="574358"/>
                  </a:lnTo>
                  <a:lnTo>
                    <a:pt x="666727" y="574358"/>
                  </a:lnTo>
                  <a:lnTo>
                    <a:pt x="664806" y="574358"/>
                  </a:lnTo>
                  <a:lnTo>
                    <a:pt x="662884" y="574358"/>
                  </a:lnTo>
                  <a:lnTo>
                    <a:pt x="660963" y="574358"/>
                  </a:lnTo>
                  <a:lnTo>
                    <a:pt x="659042" y="574358"/>
                  </a:lnTo>
                  <a:lnTo>
                    <a:pt x="657120" y="574358"/>
                  </a:lnTo>
                  <a:lnTo>
                    <a:pt x="655199" y="574358"/>
                  </a:lnTo>
                  <a:lnTo>
                    <a:pt x="653277" y="574358"/>
                  </a:lnTo>
                  <a:lnTo>
                    <a:pt x="651356" y="574358"/>
                  </a:lnTo>
                  <a:lnTo>
                    <a:pt x="649434" y="574358"/>
                  </a:lnTo>
                  <a:lnTo>
                    <a:pt x="647513" y="574358"/>
                  </a:lnTo>
                  <a:lnTo>
                    <a:pt x="645592" y="574358"/>
                  </a:lnTo>
                  <a:lnTo>
                    <a:pt x="643670" y="574358"/>
                  </a:lnTo>
                  <a:lnTo>
                    <a:pt x="641749" y="574358"/>
                  </a:lnTo>
                  <a:lnTo>
                    <a:pt x="639827" y="574358"/>
                  </a:lnTo>
                  <a:lnTo>
                    <a:pt x="637906" y="574358"/>
                  </a:lnTo>
                  <a:lnTo>
                    <a:pt x="635985" y="574358"/>
                  </a:lnTo>
                  <a:lnTo>
                    <a:pt x="634063" y="574358"/>
                  </a:lnTo>
                  <a:lnTo>
                    <a:pt x="632142" y="574358"/>
                  </a:lnTo>
                  <a:lnTo>
                    <a:pt x="630220" y="574358"/>
                  </a:lnTo>
                  <a:lnTo>
                    <a:pt x="628299" y="574358"/>
                  </a:lnTo>
                  <a:lnTo>
                    <a:pt x="626378" y="574358"/>
                  </a:lnTo>
                  <a:lnTo>
                    <a:pt x="624456" y="574358"/>
                  </a:lnTo>
                  <a:lnTo>
                    <a:pt x="622535" y="574358"/>
                  </a:lnTo>
                  <a:lnTo>
                    <a:pt x="620613" y="574358"/>
                  </a:lnTo>
                  <a:lnTo>
                    <a:pt x="618692" y="574358"/>
                  </a:lnTo>
                  <a:lnTo>
                    <a:pt x="616771" y="574358"/>
                  </a:lnTo>
                  <a:lnTo>
                    <a:pt x="614849" y="574358"/>
                  </a:lnTo>
                  <a:lnTo>
                    <a:pt x="612928" y="574358"/>
                  </a:lnTo>
                  <a:lnTo>
                    <a:pt x="611006" y="574358"/>
                  </a:lnTo>
                  <a:lnTo>
                    <a:pt x="609085" y="574358"/>
                  </a:lnTo>
                  <a:lnTo>
                    <a:pt x="607164" y="574358"/>
                  </a:lnTo>
                  <a:lnTo>
                    <a:pt x="605242" y="574358"/>
                  </a:lnTo>
                  <a:lnTo>
                    <a:pt x="603321" y="574358"/>
                  </a:lnTo>
                  <a:lnTo>
                    <a:pt x="601399" y="574358"/>
                  </a:lnTo>
                  <a:lnTo>
                    <a:pt x="599478" y="574358"/>
                  </a:lnTo>
                  <a:lnTo>
                    <a:pt x="597557" y="574358"/>
                  </a:lnTo>
                  <a:lnTo>
                    <a:pt x="595635" y="574358"/>
                  </a:lnTo>
                  <a:lnTo>
                    <a:pt x="593714" y="574358"/>
                  </a:lnTo>
                  <a:lnTo>
                    <a:pt x="591792" y="574358"/>
                  </a:lnTo>
                  <a:lnTo>
                    <a:pt x="589871" y="574358"/>
                  </a:lnTo>
                  <a:lnTo>
                    <a:pt x="587950" y="574358"/>
                  </a:lnTo>
                  <a:lnTo>
                    <a:pt x="586028" y="574358"/>
                  </a:lnTo>
                  <a:lnTo>
                    <a:pt x="584107" y="574358"/>
                  </a:lnTo>
                  <a:lnTo>
                    <a:pt x="582185" y="574358"/>
                  </a:lnTo>
                  <a:lnTo>
                    <a:pt x="580264" y="574358"/>
                  </a:lnTo>
                  <a:lnTo>
                    <a:pt x="578342" y="574358"/>
                  </a:lnTo>
                  <a:lnTo>
                    <a:pt x="576421" y="574358"/>
                  </a:lnTo>
                  <a:lnTo>
                    <a:pt x="574500" y="574358"/>
                  </a:lnTo>
                  <a:lnTo>
                    <a:pt x="572578" y="574358"/>
                  </a:lnTo>
                  <a:lnTo>
                    <a:pt x="570657" y="574358"/>
                  </a:lnTo>
                  <a:lnTo>
                    <a:pt x="568735" y="574358"/>
                  </a:lnTo>
                  <a:lnTo>
                    <a:pt x="566814" y="574358"/>
                  </a:lnTo>
                  <a:lnTo>
                    <a:pt x="564893" y="574358"/>
                  </a:lnTo>
                  <a:lnTo>
                    <a:pt x="562971" y="574358"/>
                  </a:lnTo>
                  <a:lnTo>
                    <a:pt x="561050" y="574358"/>
                  </a:lnTo>
                  <a:lnTo>
                    <a:pt x="559128" y="574358"/>
                  </a:lnTo>
                  <a:lnTo>
                    <a:pt x="557207" y="574358"/>
                  </a:lnTo>
                  <a:lnTo>
                    <a:pt x="555286" y="574358"/>
                  </a:lnTo>
                  <a:lnTo>
                    <a:pt x="553364" y="574358"/>
                  </a:lnTo>
                  <a:lnTo>
                    <a:pt x="551443" y="574358"/>
                  </a:lnTo>
                  <a:lnTo>
                    <a:pt x="549521" y="574358"/>
                  </a:lnTo>
                  <a:lnTo>
                    <a:pt x="547600" y="574358"/>
                  </a:lnTo>
                  <a:lnTo>
                    <a:pt x="545679" y="574358"/>
                  </a:lnTo>
                  <a:lnTo>
                    <a:pt x="543757" y="574358"/>
                  </a:lnTo>
                  <a:lnTo>
                    <a:pt x="541836" y="574358"/>
                  </a:lnTo>
                  <a:lnTo>
                    <a:pt x="539914" y="574358"/>
                  </a:lnTo>
                  <a:lnTo>
                    <a:pt x="537993" y="574358"/>
                  </a:lnTo>
                  <a:lnTo>
                    <a:pt x="536072" y="574358"/>
                  </a:lnTo>
                  <a:lnTo>
                    <a:pt x="534150" y="574358"/>
                  </a:lnTo>
                  <a:lnTo>
                    <a:pt x="532229" y="574358"/>
                  </a:lnTo>
                  <a:lnTo>
                    <a:pt x="530307" y="574358"/>
                  </a:lnTo>
                  <a:lnTo>
                    <a:pt x="528386" y="574358"/>
                  </a:lnTo>
                  <a:lnTo>
                    <a:pt x="526465" y="574358"/>
                  </a:lnTo>
                  <a:lnTo>
                    <a:pt x="524543" y="574358"/>
                  </a:lnTo>
                  <a:lnTo>
                    <a:pt x="522622" y="574358"/>
                  </a:lnTo>
                  <a:lnTo>
                    <a:pt x="520700" y="574358"/>
                  </a:lnTo>
                  <a:lnTo>
                    <a:pt x="518779" y="574358"/>
                  </a:lnTo>
                  <a:lnTo>
                    <a:pt x="516858" y="574358"/>
                  </a:lnTo>
                  <a:lnTo>
                    <a:pt x="514936" y="574358"/>
                  </a:lnTo>
                  <a:lnTo>
                    <a:pt x="513015" y="574358"/>
                  </a:lnTo>
                  <a:lnTo>
                    <a:pt x="511093" y="574358"/>
                  </a:lnTo>
                  <a:lnTo>
                    <a:pt x="509172" y="574358"/>
                  </a:lnTo>
                  <a:lnTo>
                    <a:pt x="507250" y="574358"/>
                  </a:lnTo>
                  <a:lnTo>
                    <a:pt x="505329" y="574358"/>
                  </a:lnTo>
                  <a:lnTo>
                    <a:pt x="503408" y="574358"/>
                  </a:lnTo>
                  <a:lnTo>
                    <a:pt x="501486" y="574358"/>
                  </a:lnTo>
                  <a:lnTo>
                    <a:pt x="499565" y="574358"/>
                  </a:lnTo>
                  <a:lnTo>
                    <a:pt x="497643" y="574358"/>
                  </a:lnTo>
                  <a:lnTo>
                    <a:pt x="495722" y="574358"/>
                  </a:lnTo>
                  <a:lnTo>
                    <a:pt x="493801" y="574358"/>
                  </a:lnTo>
                  <a:lnTo>
                    <a:pt x="491879" y="574358"/>
                  </a:lnTo>
                  <a:lnTo>
                    <a:pt x="489958" y="574358"/>
                  </a:lnTo>
                  <a:lnTo>
                    <a:pt x="488036" y="574358"/>
                  </a:lnTo>
                  <a:lnTo>
                    <a:pt x="486115" y="574358"/>
                  </a:lnTo>
                  <a:lnTo>
                    <a:pt x="484194" y="574358"/>
                  </a:lnTo>
                  <a:lnTo>
                    <a:pt x="482272" y="574358"/>
                  </a:lnTo>
                  <a:lnTo>
                    <a:pt x="480351" y="574358"/>
                  </a:lnTo>
                  <a:lnTo>
                    <a:pt x="478429" y="574358"/>
                  </a:lnTo>
                  <a:lnTo>
                    <a:pt x="476508" y="574358"/>
                  </a:lnTo>
                  <a:lnTo>
                    <a:pt x="474587" y="574358"/>
                  </a:lnTo>
                  <a:lnTo>
                    <a:pt x="472665" y="574358"/>
                  </a:lnTo>
                  <a:lnTo>
                    <a:pt x="470744" y="574358"/>
                  </a:lnTo>
                  <a:lnTo>
                    <a:pt x="468822" y="574358"/>
                  </a:lnTo>
                  <a:lnTo>
                    <a:pt x="466901" y="574358"/>
                  </a:lnTo>
                  <a:lnTo>
                    <a:pt x="464980" y="574358"/>
                  </a:lnTo>
                  <a:lnTo>
                    <a:pt x="463058" y="574358"/>
                  </a:lnTo>
                  <a:lnTo>
                    <a:pt x="461137" y="574358"/>
                  </a:lnTo>
                  <a:lnTo>
                    <a:pt x="459215" y="574358"/>
                  </a:lnTo>
                  <a:lnTo>
                    <a:pt x="457294" y="574358"/>
                  </a:lnTo>
                  <a:lnTo>
                    <a:pt x="455373" y="574358"/>
                  </a:lnTo>
                  <a:lnTo>
                    <a:pt x="453451" y="574358"/>
                  </a:lnTo>
                  <a:lnTo>
                    <a:pt x="451530" y="574358"/>
                  </a:lnTo>
                  <a:lnTo>
                    <a:pt x="449608" y="574358"/>
                  </a:lnTo>
                  <a:lnTo>
                    <a:pt x="447687" y="574358"/>
                  </a:lnTo>
                  <a:lnTo>
                    <a:pt x="445766" y="574358"/>
                  </a:lnTo>
                  <a:lnTo>
                    <a:pt x="443844" y="574358"/>
                  </a:lnTo>
                  <a:lnTo>
                    <a:pt x="441923" y="574358"/>
                  </a:lnTo>
                  <a:lnTo>
                    <a:pt x="440001" y="574358"/>
                  </a:lnTo>
                  <a:lnTo>
                    <a:pt x="438080" y="574358"/>
                  </a:lnTo>
                  <a:lnTo>
                    <a:pt x="436159" y="574358"/>
                  </a:lnTo>
                  <a:lnTo>
                    <a:pt x="434237" y="574358"/>
                  </a:lnTo>
                  <a:lnTo>
                    <a:pt x="432316" y="574358"/>
                  </a:lnTo>
                  <a:lnTo>
                    <a:pt x="430394" y="574358"/>
                  </a:lnTo>
                  <a:lnTo>
                    <a:pt x="428473" y="574358"/>
                  </a:lnTo>
                  <a:lnTo>
                    <a:pt x="426551" y="574358"/>
                  </a:lnTo>
                  <a:lnTo>
                    <a:pt x="424630" y="574358"/>
                  </a:lnTo>
                  <a:lnTo>
                    <a:pt x="422709" y="574358"/>
                  </a:lnTo>
                  <a:lnTo>
                    <a:pt x="420787" y="574358"/>
                  </a:lnTo>
                  <a:lnTo>
                    <a:pt x="418866" y="574358"/>
                  </a:lnTo>
                  <a:lnTo>
                    <a:pt x="416944" y="574358"/>
                  </a:lnTo>
                  <a:lnTo>
                    <a:pt x="415023" y="574358"/>
                  </a:lnTo>
                  <a:lnTo>
                    <a:pt x="413102" y="574358"/>
                  </a:lnTo>
                  <a:lnTo>
                    <a:pt x="411180" y="574358"/>
                  </a:lnTo>
                  <a:lnTo>
                    <a:pt x="409259" y="574358"/>
                  </a:lnTo>
                  <a:lnTo>
                    <a:pt x="407337" y="574358"/>
                  </a:lnTo>
                  <a:lnTo>
                    <a:pt x="405416" y="574358"/>
                  </a:lnTo>
                  <a:lnTo>
                    <a:pt x="403495" y="574358"/>
                  </a:lnTo>
                  <a:lnTo>
                    <a:pt x="401573" y="574358"/>
                  </a:lnTo>
                  <a:lnTo>
                    <a:pt x="399652" y="574358"/>
                  </a:lnTo>
                  <a:lnTo>
                    <a:pt x="397730" y="574358"/>
                  </a:lnTo>
                  <a:lnTo>
                    <a:pt x="395809" y="574358"/>
                  </a:lnTo>
                  <a:lnTo>
                    <a:pt x="393888" y="574358"/>
                  </a:lnTo>
                  <a:lnTo>
                    <a:pt x="391966" y="574358"/>
                  </a:lnTo>
                  <a:lnTo>
                    <a:pt x="390045" y="574358"/>
                  </a:lnTo>
                  <a:lnTo>
                    <a:pt x="388123" y="574358"/>
                  </a:lnTo>
                  <a:lnTo>
                    <a:pt x="386202" y="574358"/>
                  </a:lnTo>
                  <a:lnTo>
                    <a:pt x="384281" y="574358"/>
                  </a:lnTo>
                  <a:lnTo>
                    <a:pt x="382359" y="574358"/>
                  </a:lnTo>
                  <a:lnTo>
                    <a:pt x="380438" y="574358"/>
                  </a:lnTo>
                  <a:lnTo>
                    <a:pt x="378516" y="574358"/>
                  </a:lnTo>
                  <a:lnTo>
                    <a:pt x="376595" y="574358"/>
                  </a:lnTo>
                  <a:lnTo>
                    <a:pt x="374674" y="574358"/>
                  </a:lnTo>
                  <a:lnTo>
                    <a:pt x="372752" y="574358"/>
                  </a:lnTo>
                  <a:lnTo>
                    <a:pt x="370831" y="574358"/>
                  </a:lnTo>
                  <a:lnTo>
                    <a:pt x="368909" y="574358"/>
                  </a:lnTo>
                  <a:lnTo>
                    <a:pt x="366988" y="574358"/>
                  </a:lnTo>
                  <a:lnTo>
                    <a:pt x="365067" y="574358"/>
                  </a:lnTo>
                  <a:lnTo>
                    <a:pt x="363145" y="574358"/>
                  </a:lnTo>
                  <a:lnTo>
                    <a:pt x="361224" y="574358"/>
                  </a:lnTo>
                  <a:lnTo>
                    <a:pt x="359302" y="574358"/>
                  </a:lnTo>
                  <a:lnTo>
                    <a:pt x="357381" y="574358"/>
                  </a:lnTo>
                  <a:lnTo>
                    <a:pt x="355459" y="574358"/>
                  </a:lnTo>
                  <a:lnTo>
                    <a:pt x="353538" y="574358"/>
                  </a:lnTo>
                  <a:lnTo>
                    <a:pt x="351617" y="574358"/>
                  </a:lnTo>
                  <a:lnTo>
                    <a:pt x="349695" y="574358"/>
                  </a:lnTo>
                  <a:lnTo>
                    <a:pt x="347774" y="574358"/>
                  </a:lnTo>
                  <a:lnTo>
                    <a:pt x="345852" y="574358"/>
                  </a:lnTo>
                  <a:lnTo>
                    <a:pt x="343931" y="574358"/>
                  </a:lnTo>
                  <a:lnTo>
                    <a:pt x="342010" y="574358"/>
                  </a:lnTo>
                  <a:lnTo>
                    <a:pt x="340088" y="574358"/>
                  </a:lnTo>
                  <a:lnTo>
                    <a:pt x="338167" y="574358"/>
                  </a:lnTo>
                  <a:lnTo>
                    <a:pt x="336245" y="574358"/>
                  </a:lnTo>
                  <a:lnTo>
                    <a:pt x="334324" y="574358"/>
                  </a:lnTo>
                  <a:lnTo>
                    <a:pt x="332403" y="574358"/>
                  </a:lnTo>
                  <a:lnTo>
                    <a:pt x="330481" y="574358"/>
                  </a:lnTo>
                  <a:lnTo>
                    <a:pt x="328560" y="574358"/>
                  </a:lnTo>
                  <a:lnTo>
                    <a:pt x="326638" y="574358"/>
                  </a:lnTo>
                  <a:lnTo>
                    <a:pt x="324717" y="574358"/>
                  </a:lnTo>
                  <a:lnTo>
                    <a:pt x="322796" y="574358"/>
                  </a:lnTo>
                  <a:lnTo>
                    <a:pt x="320874" y="574358"/>
                  </a:lnTo>
                  <a:lnTo>
                    <a:pt x="318953" y="574358"/>
                  </a:lnTo>
                  <a:lnTo>
                    <a:pt x="317031" y="574358"/>
                  </a:lnTo>
                  <a:lnTo>
                    <a:pt x="315110" y="574358"/>
                  </a:lnTo>
                  <a:lnTo>
                    <a:pt x="313189" y="574358"/>
                  </a:lnTo>
                  <a:lnTo>
                    <a:pt x="311267" y="574358"/>
                  </a:lnTo>
                  <a:lnTo>
                    <a:pt x="309346" y="574358"/>
                  </a:lnTo>
                  <a:lnTo>
                    <a:pt x="307424" y="574358"/>
                  </a:lnTo>
                  <a:lnTo>
                    <a:pt x="305503" y="574358"/>
                  </a:lnTo>
                  <a:lnTo>
                    <a:pt x="303582" y="574358"/>
                  </a:lnTo>
                  <a:lnTo>
                    <a:pt x="301660" y="574358"/>
                  </a:lnTo>
                  <a:lnTo>
                    <a:pt x="299739" y="574358"/>
                  </a:lnTo>
                  <a:lnTo>
                    <a:pt x="297817" y="574358"/>
                  </a:lnTo>
                  <a:lnTo>
                    <a:pt x="295896" y="574358"/>
                  </a:lnTo>
                  <a:lnTo>
                    <a:pt x="293975" y="574358"/>
                  </a:lnTo>
                  <a:lnTo>
                    <a:pt x="292053" y="574358"/>
                  </a:lnTo>
                  <a:lnTo>
                    <a:pt x="290132" y="574358"/>
                  </a:lnTo>
                  <a:lnTo>
                    <a:pt x="288210" y="574358"/>
                  </a:lnTo>
                  <a:lnTo>
                    <a:pt x="286289" y="574358"/>
                  </a:lnTo>
                  <a:lnTo>
                    <a:pt x="284367" y="574358"/>
                  </a:lnTo>
                  <a:lnTo>
                    <a:pt x="282446" y="574358"/>
                  </a:lnTo>
                  <a:lnTo>
                    <a:pt x="280525" y="574358"/>
                  </a:lnTo>
                  <a:lnTo>
                    <a:pt x="278603" y="574358"/>
                  </a:lnTo>
                  <a:lnTo>
                    <a:pt x="276682" y="574358"/>
                  </a:lnTo>
                  <a:lnTo>
                    <a:pt x="274760" y="574358"/>
                  </a:lnTo>
                  <a:lnTo>
                    <a:pt x="272839" y="574358"/>
                  </a:lnTo>
                  <a:lnTo>
                    <a:pt x="270918" y="574358"/>
                  </a:lnTo>
                  <a:lnTo>
                    <a:pt x="268996" y="574358"/>
                  </a:lnTo>
                  <a:lnTo>
                    <a:pt x="267075" y="574358"/>
                  </a:lnTo>
                  <a:lnTo>
                    <a:pt x="265153" y="574358"/>
                  </a:lnTo>
                  <a:lnTo>
                    <a:pt x="263232" y="574358"/>
                  </a:lnTo>
                  <a:lnTo>
                    <a:pt x="261311" y="574358"/>
                  </a:lnTo>
                  <a:lnTo>
                    <a:pt x="259389" y="574358"/>
                  </a:lnTo>
                  <a:lnTo>
                    <a:pt x="257468" y="574358"/>
                  </a:lnTo>
                  <a:lnTo>
                    <a:pt x="255546" y="574358"/>
                  </a:lnTo>
                  <a:lnTo>
                    <a:pt x="253625" y="574358"/>
                  </a:lnTo>
                  <a:lnTo>
                    <a:pt x="251704" y="574358"/>
                  </a:lnTo>
                  <a:lnTo>
                    <a:pt x="249782" y="574358"/>
                  </a:lnTo>
                  <a:lnTo>
                    <a:pt x="247861" y="574358"/>
                  </a:lnTo>
                  <a:lnTo>
                    <a:pt x="245939" y="574358"/>
                  </a:lnTo>
                  <a:lnTo>
                    <a:pt x="244018" y="574358"/>
                  </a:lnTo>
                  <a:lnTo>
                    <a:pt x="242097" y="574358"/>
                  </a:lnTo>
                  <a:lnTo>
                    <a:pt x="240175" y="574358"/>
                  </a:lnTo>
                  <a:lnTo>
                    <a:pt x="238254" y="574358"/>
                  </a:lnTo>
                  <a:lnTo>
                    <a:pt x="236332" y="574358"/>
                  </a:lnTo>
                  <a:lnTo>
                    <a:pt x="234411" y="574358"/>
                  </a:lnTo>
                  <a:lnTo>
                    <a:pt x="232490" y="574358"/>
                  </a:lnTo>
                  <a:lnTo>
                    <a:pt x="230568" y="574358"/>
                  </a:lnTo>
                  <a:lnTo>
                    <a:pt x="228647" y="574358"/>
                  </a:lnTo>
                  <a:lnTo>
                    <a:pt x="226725" y="574358"/>
                  </a:lnTo>
                  <a:lnTo>
                    <a:pt x="224804" y="574358"/>
                  </a:lnTo>
                  <a:lnTo>
                    <a:pt x="222883" y="574358"/>
                  </a:lnTo>
                  <a:lnTo>
                    <a:pt x="220961" y="574358"/>
                  </a:lnTo>
                  <a:lnTo>
                    <a:pt x="219040" y="574358"/>
                  </a:lnTo>
                  <a:lnTo>
                    <a:pt x="217118" y="574358"/>
                  </a:lnTo>
                  <a:lnTo>
                    <a:pt x="215197" y="574358"/>
                  </a:lnTo>
                  <a:lnTo>
                    <a:pt x="213275" y="574358"/>
                  </a:lnTo>
                  <a:lnTo>
                    <a:pt x="211354" y="574358"/>
                  </a:lnTo>
                  <a:lnTo>
                    <a:pt x="209433" y="574358"/>
                  </a:lnTo>
                  <a:lnTo>
                    <a:pt x="207511" y="574358"/>
                  </a:lnTo>
                  <a:lnTo>
                    <a:pt x="205590" y="574358"/>
                  </a:lnTo>
                  <a:lnTo>
                    <a:pt x="203668" y="574358"/>
                  </a:lnTo>
                  <a:lnTo>
                    <a:pt x="201747" y="574358"/>
                  </a:lnTo>
                  <a:lnTo>
                    <a:pt x="199826" y="574358"/>
                  </a:lnTo>
                  <a:lnTo>
                    <a:pt x="197904" y="574358"/>
                  </a:lnTo>
                  <a:lnTo>
                    <a:pt x="195983" y="574358"/>
                  </a:lnTo>
                  <a:lnTo>
                    <a:pt x="194061" y="574358"/>
                  </a:lnTo>
                  <a:lnTo>
                    <a:pt x="192140" y="574358"/>
                  </a:lnTo>
                  <a:lnTo>
                    <a:pt x="190219" y="574358"/>
                  </a:lnTo>
                  <a:lnTo>
                    <a:pt x="188297" y="574358"/>
                  </a:lnTo>
                  <a:lnTo>
                    <a:pt x="186376" y="574358"/>
                  </a:lnTo>
                  <a:lnTo>
                    <a:pt x="184454" y="574358"/>
                  </a:lnTo>
                  <a:lnTo>
                    <a:pt x="182533" y="574358"/>
                  </a:lnTo>
                  <a:lnTo>
                    <a:pt x="180612" y="574358"/>
                  </a:lnTo>
                  <a:lnTo>
                    <a:pt x="178690" y="574358"/>
                  </a:lnTo>
                  <a:lnTo>
                    <a:pt x="176769" y="574358"/>
                  </a:lnTo>
                  <a:lnTo>
                    <a:pt x="174847" y="574358"/>
                  </a:lnTo>
                  <a:lnTo>
                    <a:pt x="172926" y="574358"/>
                  </a:lnTo>
                  <a:lnTo>
                    <a:pt x="171005" y="574358"/>
                  </a:lnTo>
                  <a:lnTo>
                    <a:pt x="169083" y="574358"/>
                  </a:lnTo>
                  <a:lnTo>
                    <a:pt x="167162" y="574358"/>
                  </a:lnTo>
                  <a:lnTo>
                    <a:pt x="165240" y="574358"/>
                  </a:lnTo>
                  <a:lnTo>
                    <a:pt x="163319" y="574358"/>
                  </a:lnTo>
                  <a:lnTo>
                    <a:pt x="161398" y="574358"/>
                  </a:lnTo>
                  <a:lnTo>
                    <a:pt x="159476" y="574358"/>
                  </a:lnTo>
                  <a:lnTo>
                    <a:pt x="157555" y="574358"/>
                  </a:lnTo>
                  <a:lnTo>
                    <a:pt x="155633" y="574358"/>
                  </a:lnTo>
                  <a:lnTo>
                    <a:pt x="153712" y="574358"/>
                  </a:lnTo>
                  <a:lnTo>
                    <a:pt x="151791" y="574358"/>
                  </a:lnTo>
                  <a:lnTo>
                    <a:pt x="149869" y="574358"/>
                  </a:lnTo>
                  <a:lnTo>
                    <a:pt x="147948" y="574358"/>
                  </a:lnTo>
                  <a:lnTo>
                    <a:pt x="146026" y="574358"/>
                  </a:lnTo>
                  <a:lnTo>
                    <a:pt x="144105" y="574358"/>
                  </a:lnTo>
                  <a:lnTo>
                    <a:pt x="142183" y="574358"/>
                  </a:lnTo>
                  <a:lnTo>
                    <a:pt x="140262" y="574358"/>
                  </a:lnTo>
                  <a:lnTo>
                    <a:pt x="138341" y="574358"/>
                  </a:lnTo>
                  <a:lnTo>
                    <a:pt x="136419" y="574358"/>
                  </a:lnTo>
                  <a:lnTo>
                    <a:pt x="134498" y="574358"/>
                  </a:lnTo>
                  <a:lnTo>
                    <a:pt x="132576" y="574358"/>
                  </a:lnTo>
                  <a:lnTo>
                    <a:pt x="130655" y="574358"/>
                  </a:lnTo>
                  <a:lnTo>
                    <a:pt x="128734" y="574358"/>
                  </a:lnTo>
                  <a:lnTo>
                    <a:pt x="126812" y="574358"/>
                  </a:lnTo>
                  <a:lnTo>
                    <a:pt x="124891" y="574358"/>
                  </a:lnTo>
                  <a:lnTo>
                    <a:pt x="122969" y="574358"/>
                  </a:lnTo>
                  <a:lnTo>
                    <a:pt x="121048" y="574358"/>
                  </a:lnTo>
                  <a:lnTo>
                    <a:pt x="119127" y="574358"/>
                  </a:lnTo>
                  <a:lnTo>
                    <a:pt x="117205" y="574358"/>
                  </a:lnTo>
                  <a:lnTo>
                    <a:pt x="115284" y="574358"/>
                  </a:lnTo>
                  <a:lnTo>
                    <a:pt x="113362" y="574358"/>
                  </a:lnTo>
                  <a:lnTo>
                    <a:pt x="111441" y="574358"/>
                  </a:lnTo>
                  <a:lnTo>
                    <a:pt x="109520" y="574358"/>
                  </a:lnTo>
                  <a:lnTo>
                    <a:pt x="107598" y="574358"/>
                  </a:lnTo>
                  <a:lnTo>
                    <a:pt x="105677" y="574358"/>
                  </a:lnTo>
                  <a:lnTo>
                    <a:pt x="103755" y="574358"/>
                  </a:lnTo>
                  <a:lnTo>
                    <a:pt x="101834" y="574358"/>
                  </a:lnTo>
                  <a:lnTo>
                    <a:pt x="99913" y="574358"/>
                  </a:lnTo>
                  <a:lnTo>
                    <a:pt x="97991" y="574358"/>
                  </a:lnTo>
                  <a:lnTo>
                    <a:pt x="96070" y="574358"/>
                  </a:lnTo>
                  <a:lnTo>
                    <a:pt x="94148" y="574358"/>
                  </a:lnTo>
                  <a:lnTo>
                    <a:pt x="92227" y="574358"/>
                  </a:lnTo>
                  <a:lnTo>
                    <a:pt x="90306" y="574358"/>
                  </a:lnTo>
                  <a:lnTo>
                    <a:pt x="88384" y="574358"/>
                  </a:lnTo>
                  <a:lnTo>
                    <a:pt x="86463" y="574358"/>
                  </a:lnTo>
                  <a:lnTo>
                    <a:pt x="84541" y="574358"/>
                  </a:lnTo>
                  <a:lnTo>
                    <a:pt x="82620" y="574358"/>
                  </a:lnTo>
                  <a:lnTo>
                    <a:pt x="80699" y="574358"/>
                  </a:lnTo>
                  <a:lnTo>
                    <a:pt x="78777" y="574358"/>
                  </a:lnTo>
                  <a:lnTo>
                    <a:pt x="76856" y="574358"/>
                  </a:lnTo>
                  <a:lnTo>
                    <a:pt x="74934" y="574358"/>
                  </a:lnTo>
                  <a:lnTo>
                    <a:pt x="73013" y="574358"/>
                  </a:lnTo>
                  <a:lnTo>
                    <a:pt x="71091" y="574358"/>
                  </a:lnTo>
                  <a:lnTo>
                    <a:pt x="69170" y="574358"/>
                  </a:lnTo>
                  <a:lnTo>
                    <a:pt x="67249" y="574358"/>
                  </a:lnTo>
                  <a:lnTo>
                    <a:pt x="65327" y="574358"/>
                  </a:lnTo>
                  <a:lnTo>
                    <a:pt x="63406" y="574358"/>
                  </a:lnTo>
                  <a:lnTo>
                    <a:pt x="61484" y="574358"/>
                  </a:lnTo>
                  <a:lnTo>
                    <a:pt x="59563" y="574358"/>
                  </a:lnTo>
                  <a:lnTo>
                    <a:pt x="57642" y="574358"/>
                  </a:lnTo>
                  <a:lnTo>
                    <a:pt x="55720" y="574358"/>
                  </a:lnTo>
                  <a:lnTo>
                    <a:pt x="53799" y="574358"/>
                  </a:lnTo>
                  <a:lnTo>
                    <a:pt x="51877" y="574358"/>
                  </a:lnTo>
                  <a:lnTo>
                    <a:pt x="49956" y="574358"/>
                  </a:lnTo>
                  <a:lnTo>
                    <a:pt x="48035" y="574358"/>
                  </a:lnTo>
                  <a:lnTo>
                    <a:pt x="46113" y="574358"/>
                  </a:lnTo>
                  <a:lnTo>
                    <a:pt x="44192" y="574358"/>
                  </a:lnTo>
                  <a:lnTo>
                    <a:pt x="42270" y="574358"/>
                  </a:lnTo>
                  <a:lnTo>
                    <a:pt x="40349" y="574358"/>
                  </a:lnTo>
                  <a:lnTo>
                    <a:pt x="38428" y="574358"/>
                  </a:lnTo>
                  <a:lnTo>
                    <a:pt x="36506" y="574358"/>
                  </a:lnTo>
                  <a:lnTo>
                    <a:pt x="34585" y="574358"/>
                  </a:lnTo>
                  <a:lnTo>
                    <a:pt x="32663" y="574358"/>
                  </a:lnTo>
                  <a:lnTo>
                    <a:pt x="30742" y="574358"/>
                  </a:lnTo>
                  <a:lnTo>
                    <a:pt x="28821" y="574358"/>
                  </a:lnTo>
                  <a:lnTo>
                    <a:pt x="26899" y="574358"/>
                  </a:lnTo>
                  <a:lnTo>
                    <a:pt x="24978" y="574358"/>
                  </a:lnTo>
                  <a:lnTo>
                    <a:pt x="23056" y="574358"/>
                  </a:lnTo>
                  <a:lnTo>
                    <a:pt x="21135" y="574358"/>
                  </a:lnTo>
                  <a:lnTo>
                    <a:pt x="19214" y="574358"/>
                  </a:lnTo>
                  <a:lnTo>
                    <a:pt x="17292" y="574358"/>
                  </a:lnTo>
                  <a:lnTo>
                    <a:pt x="15371" y="574358"/>
                  </a:lnTo>
                  <a:lnTo>
                    <a:pt x="13449" y="574358"/>
                  </a:lnTo>
                  <a:lnTo>
                    <a:pt x="11528" y="574358"/>
                  </a:lnTo>
                  <a:lnTo>
                    <a:pt x="9607" y="574358"/>
                  </a:lnTo>
                  <a:lnTo>
                    <a:pt x="7685" y="574358"/>
                  </a:lnTo>
                  <a:lnTo>
                    <a:pt x="5764" y="574358"/>
                  </a:lnTo>
                  <a:lnTo>
                    <a:pt x="3842" y="574358"/>
                  </a:lnTo>
                  <a:lnTo>
                    <a:pt x="1921" y="57435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6686962" y="5409064"/>
              <a:ext cx="981838" cy="574358"/>
            </a:xfrm>
            <a:custGeom>
              <a:avLst/>
              <a:pathLst>
                <a:path w="981838" h="574358">
                  <a:moveTo>
                    <a:pt x="0" y="574358"/>
                  </a:moveTo>
                  <a:lnTo>
                    <a:pt x="1921" y="574358"/>
                  </a:lnTo>
                  <a:lnTo>
                    <a:pt x="3842" y="574358"/>
                  </a:lnTo>
                  <a:lnTo>
                    <a:pt x="5764" y="574358"/>
                  </a:lnTo>
                  <a:lnTo>
                    <a:pt x="7685" y="574358"/>
                  </a:lnTo>
                  <a:lnTo>
                    <a:pt x="9607" y="574358"/>
                  </a:lnTo>
                  <a:lnTo>
                    <a:pt x="11528" y="574358"/>
                  </a:lnTo>
                  <a:lnTo>
                    <a:pt x="13449" y="574358"/>
                  </a:lnTo>
                  <a:lnTo>
                    <a:pt x="15371" y="574358"/>
                  </a:lnTo>
                  <a:lnTo>
                    <a:pt x="17292" y="574358"/>
                  </a:lnTo>
                  <a:lnTo>
                    <a:pt x="19214" y="574358"/>
                  </a:lnTo>
                  <a:lnTo>
                    <a:pt x="21135" y="574358"/>
                  </a:lnTo>
                  <a:lnTo>
                    <a:pt x="23056" y="574358"/>
                  </a:lnTo>
                  <a:lnTo>
                    <a:pt x="24978" y="574358"/>
                  </a:lnTo>
                  <a:lnTo>
                    <a:pt x="26899" y="574358"/>
                  </a:lnTo>
                  <a:lnTo>
                    <a:pt x="28821" y="574358"/>
                  </a:lnTo>
                  <a:lnTo>
                    <a:pt x="30742" y="574358"/>
                  </a:lnTo>
                  <a:lnTo>
                    <a:pt x="32663" y="574358"/>
                  </a:lnTo>
                  <a:lnTo>
                    <a:pt x="34585" y="574358"/>
                  </a:lnTo>
                  <a:lnTo>
                    <a:pt x="36506" y="574358"/>
                  </a:lnTo>
                  <a:lnTo>
                    <a:pt x="38428" y="574358"/>
                  </a:lnTo>
                  <a:lnTo>
                    <a:pt x="40349" y="574358"/>
                  </a:lnTo>
                  <a:lnTo>
                    <a:pt x="42270" y="574358"/>
                  </a:lnTo>
                  <a:lnTo>
                    <a:pt x="44192" y="574358"/>
                  </a:lnTo>
                  <a:lnTo>
                    <a:pt x="46113" y="574358"/>
                  </a:lnTo>
                  <a:lnTo>
                    <a:pt x="48035" y="574358"/>
                  </a:lnTo>
                  <a:lnTo>
                    <a:pt x="49956" y="574358"/>
                  </a:lnTo>
                  <a:lnTo>
                    <a:pt x="51877" y="574358"/>
                  </a:lnTo>
                  <a:lnTo>
                    <a:pt x="53799" y="574358"/>
                  </a:lnTo>
                  <a:lnTo>
                    <a:pt x="55720" y="574358"/>
                  </a:lnTo>
                  <a:lnTo>
                    <a:pt x="57642" y="574358"/>
                  </a:lnTo>
                  <a:lnTo>
                    <a:pt x="59563" y="574358"/>
                  </a:lnTo>
                  <a:lnTo>
                    <a:pt x="61484" y="574358"/>
                  </a:lnTo>
                  <a:lnTo>
                    <a:pt x="63406" y="574358"/>
                  </a:lnTo>
                  <a:lnTo>
                    <a:pt x="65327" y="574358"/>
                  </a:lnTo>
                  <a:lnTo>
                    <a:pt x="67249" y="574358"/>
                  </a:lnTo>
                  <a:lnTo>
                    <a:pt x="69170" y="574358"/>
                  </a:lnTo>
                  <a:lnTo>
                    <a:pt x="71091" y="574358"/>
                  </a:lnTo>
                  <a:lnTo>
                    <a:pt x="73013" y="574358"/>
                  </a:lnTo>
                  <a:lnTo>
                    <a:pt x="74934" y="574358"/>
                  </a:lnTo>
                  <a:lnTo>
                    <a:pt x="76856" y="574358"/>
                  </a:lnTo>
                  <a:lnTo>
                    <a:pt x="78777" y="574358"/>
                  </a:lnTo>
                  <a:lnTo>
                    <a:pt x="80699" y="574358"/>
                  </a:lnTo>
                  <a:lnTo>
                    <a:pt x="82620" y="574358"/>
                  </a:lnTo>
                  <a:lnTo>
                    <a:pt x="84541" y="574358"/>
                  </a:lnTo>
                  <a:lnTo>
                    <a:pt x="86463" y="574358"/>
                  </a:lnTo>
                  <a:lnTo>
                    <a:pt x="88384" y="574358"/>
                  </a:lnTo>
                  <a:lnTo>
                    <a:pt x="90306" y="574358"/>
                  </a:lnTo>
                  <a:lnTo>
                    <a:pt x="92227" y="574358"/>
                  </a:lnTo>
                  <a:lnTo>
                    <a:pt x="94148" y="574358"/>
                  </a:lnTo>
                  <a:lnTo>
                    <a:pt x="96070" y="574358"/>
                  </a:lnTo>
                  <a:lnTo>
                    <a:pt x="97991" y="574358"/>
                  </a:lnTo>
                  <a:lnTo>
                    <a:pt x="99913" y="574358"/>
                  </a:lnTo>
                  <a:lnTo>
                    <a:pt x="101834" y="574358"/>
                  </a:lnTo>
                  <a:lnTo>
                    <a:pt x="103755" y="574358"/>
                  </a:lnTo>
                  <a:lnTo>
                    <a:pt x="105677" y="574358"/>
                  </a:lnTo>
                  <a:lnTo>
                    <a:pt x="107598" y="574358"/>
                  </a:lnTo>
                  <a:lnTo>
                    <a:pt x="109520" y="574358"/>
                  </a:lnTo>
                  <a:lnTo>
                    <a:pt x="111441" y="574358"/>
                  </a:lnTo>
                  <a:lnTo>
                    <a:pt x="113362" y="574358"/>
                  </a:lnTo>
                  <a:lnTo>
                    <a:pt x="115284" y="574358"/>
                  </a:lnTo>
                  <a:lnTo>
                    <a:pt x="117205" y="574358"/>
                  </a:lnTo>
                  <a:lnTo>
                    <a:pt x="119127" y="574358"/>
                  </a:lnTo>
                  <a:lnTo>
                    <a:pt x="121048" y="574358"/>
                  </a:lnTo>
                  <a:lnTo>
                    <a:pt x="122969" y="574358"/>
                  </a:lnTo>
                  <a:lnTo>
                    <a:pt x="124891" y="574358"/>
                  </a:lnTo>
                  <a:lnTo>
                    <a:pt x="126812" y="574358"/>
                  </a:lnTo>
                  <a:lnTo>
                    <a:pt x="128734" y="574358"/>
                  </a:lnTo>
                  <a:lnTo>
                    <a:pt x="130655" y="574358"/>
                  </a:lnTo>
                  <a:lnTo>
                    <a:pt x="132576" y="574358"/>
                  </a:lnTo>
                  <a:lnTo>
                    <a:pt x="134498" y="574358"/>
                  </a:lnTo>
                  <a:lnTo>
                    <a:pt x="136419" y="574358"/>
                  </a:lnTo>
                  <a:lnTo>
                    <a:pt x="138341" y="574358"/>
                  </a:lnTo>
                  <a:lnTo>
                    <a:pt x="140262" y="574358"/>
                  </a:lnTo>
                  <a:lnTo>
                    <a:pt x="142183" y="574358"/>
                  </a:lnTo>
                  <a:lnTo>
                    <a:pt x="144105" y="574358"/>
                  </a:lnTo>
                  <a:lnTo>
                    <a:pt x="146026" y="574358"/>
                  </a:lnTo>
                  <a:lnTo>
                    <a:pt x="147948" y="574358"/>
                  </a:lnTo>
                  <a:lnTo>
                    <a:pt x="149869" y="574358"/>
                  </a:lnTo>
                  <a:lnTo>
                    <a:pt x="151791" y="574358"/>
                  </a:lnTo>
                  <a:lnTo>
                    <a:pt x="153712" y="574358"/>
                  </a:lnTo>
                  <a:lnTo>
                    <a:pt x="155633" y="574358"/>
                  </a:lnTo>
                  <a:lnTo>
                    <a:pt x="157555" y="574358"/>
                  </a:lnTo>
                  <a:lnTo>
                    <a:pt x="159476" y="574358"/>
                  </a:lnTo>
                  <a:lnTo>
                    <a:pt x="161398" y="574358"/>
                  </a:lnTo>
                  <a:lnTo>
                    <a:pt x="163319" y="574358"/>
                  </a:lnTo>
                  <a:lnTo>
                    <a:pt x="165240" y="574358"/>
                  </a:lnTo>
                  <a:lnTo>
                    <a:pt x="167162" y="574358"/>
                  </a:lnTo>
                  <a:lnTo>
                    <a:pt x="169083" y="574358"/>
                  </a:lnTo>
                  <a:lnTo>
                    <a:pt x="171005" y="574358"/>
                  </a:lnTo>
                  <a:lnTo>
                    <a:pt x="172926" y="574358"/>
                  </a:lnTo>
                  <a:lnTo>
                    <a:pt x="174847" y="574358"/>
                  </a:lnTo>
                  <a:lnTo>
                    <a:pt x="176769" y="574358"/>
                  </a:lnTo>
                  <a:lnTo>
                    <a:pt x="178690" y="574358"/>
                  </a:lnTo>
                  <a:lnTo>
                    <a:pt x="180612" y="574358"/>
                  </a:lnTo>
                  <a:lnTo>
                    <a:pt x="182533" y="574358"/>
                  </a:lnTo>
                  <a:lnTo>
                    <a:pt x="184454" y="574358"/>
                  </a:lnTo>
                  <a:lnTo>
                    <a:pt x="186376" y="574358"/>
                  </a:lnTo>
                  <a:lnTo>
                    <a:pt x="188297" y="574358"/>
                  </a:lnTo>
                  <a:lnTo>
                    <a:pt x="190219" y="574358"/>
                  </a:lnTo>
                  <a:lnTo>
                    <a:pt x="192140" y="574358"/>
                  </a:lnTo>
                  <a:lnTo>
                    <a:pt x="194061" y="574358"/>
                  </a:lnTo>
                  <a:lnTo>
                    <a:pt x="195983" y="574358"/>
                  </a:lnTo>
                  <a:lnTo>
                    <a:pt x="197904" y="574358"/>
                  </a:lnTo>
                  <a:lnTo>
                    <a:pt x="199826" y="574358"/>
                  </a:lnTo>
                  <a:lnTo>
                    <a:pt x="201747" y="574358"/>
                  </a:lnTo>
                  <a:lnTo>
                    <a:pt x="203668" y="574358"/>
                  </a:lnTo>
                  <a:lnTo>
                    <a:pt x="205590" y="574358"/>
                  </a:lnTo>
                  <a:lnTo>
                    <a:pt x="207511" y="574358"/>
                  </a:lnTo>
                  <a:lnTo>
                    <a:pt x="209433" y="574358"/>
                  </a:lnTo>
                  <a:lnTo>
                    <a:pt x="211354" y="574358"/>
                  </a:lnTo>
                  <a:lnTo>
                    <a:pt x="213275" y="574358"/>
                  </a:lnTo>
                  <a:lnTo>
                    <a:pt x="215197" y="574358"/>
                  </a:lnTo>
                  <a:lnTo>
                    <a:pt x="217118" y="574358"/>
                  </a:lnTo>
                  <a:lnTo>
                    <a:pt x="219040" y="574358"/>
                  </a:lnTo>
                  <a:lnTo>
                    <a:pt x="220961" y="574358"/>
                  </a:lnTo>
                  <a:lnTo>
                    <a:pt x="222883" y="574358"/>
                  </a:lnTo>
                  <a:lnTo>
                    <a:pt x="224804" y="574357"/>
                  </a:lnTo>
                  <a:lnTo>
                    <a:pt x="226725" y="574356"/>
                  </a:lnTo>
                  <a:lnTo>
                    <a:pt x="228647" y="574353"/>
                  </a:lnTo>
                  <a:lnTo>
                    <a:pt x="230568" y="574348"/>
                  </a:lnTo>
                  <a:lnTo>
                    <a:pt x="232490" y="574340"/>
                  </a:lnTo>
                  <a:lnTo>
                    <a:pt x="234411" y="574324"/>
                  </a:lnTo>
                  <a:lnTo>
                    <a:pt x="236332" y="574297"/>
                  </a:lnTo>
                  <a:lnTo>
                    <a:pt x="238254" y="574251"/>
                  </a:lnTo>
                  <a:lnTo>
                    <a:pt x="240175" y="574179"/>
                  </a:lnTo>
                  <a:lnTo>
                    <a:pt x="242097" y="574069"/>
                  </a:lnTo>
                  <a:lnTo>
                    <a:pt x="244018" y="573909"/>
                  </a:lnTo>
                  <a:lnTo>
                    <a:pt x="245939" y="573686"/>
                  </a:lnTo>
                  <a:lnTo>
                    <a:pt x="247861" y="573387"/>
                  </a:lnTo>
                  <a:lnTo>
                    <a:pt x="249782" y="572999"/>
                  </a:lnTo>
                  <a:lnTo>
                    <a:pt x="251704" y="572517"/>
                  </a:lnTo>
                  <a:lnTo>
                    <a:pt x="253625" y="571936"/>
                  </a:lnTo>
                  <a:lnTo>
                    <a:pt x="255546" y="571261"/>
                  </a:lnTo>
                  <a:lnTo>
                    <a:pt x="257468" y="570500"/>
                  </a:lnTo>
                  <a:lnTo>
                    <a:pt x="259389" y="569665"/>
                  </a:lnTo>
                  <a:lnTo>
                    <a:pt x="261311" y="568770"/>
                  </a:lnTo>
                  <a:lnTo>
                    <a:pt x="263232" y="567837"/>
                  </a:lnTo>
                  <a:lnTo>
                    <a:pt x="265153" y="566887"/>
                  </a:lnTo>
                  <a:lnTo>
                    <a:pt x="267075" y="565941"/>
                  </a:lnTo>
                  <a:lnTo>
                    <a:pt x="268996" y="565026"/>
                  </a:lnTo>
                  <a:lnTo>
                    <a:pt x="270918" y="564172"/>
                  </a:lnTo>
                  <a:lnTo>
                    <a:pt x="272839" y="563416"/>
                  </a:lnTo>
                  <a:lnTo>
                    <a:pt x="274760" y="562792"/>
                  </a:lnTo>
                  <a:lnTo>
                    <a:pt x="276682" y="562331"/>
                  </a:lnTo>
                  <a:lnTo>
                    <a:pt x="278603" y="562049"/>
                  </a:lnTo>
                  <a:lnTo>
                    <a:pt x="280525" y="561941"/>
                  </a:lnTo>
                  <a:lnTo>
                    <a:pt x="282446" y="561975"/>
                  </a:lnTo>
                  <a:lnTo>
                    <a:pt x="284367" y="562093"/>
                  </a:lnTo>
                  <a:lnTo>
                    <a:pt x="286289" y="562215"/>
                  </a:lnTo>
                  <a:lnTo>
                    <a:pt x="288210" y="562240"/>
                  </a:lnTo>
                  <a:lnTo>
                    <a:pt x="290132" y="562096"/>
                  </a:lnTo>
                  <a:lnTo>
                    <a:pt x="292053" y="561741"/>
                  </a:lnTo>
                  <a:lnTo>
                    <a:pt x="293975" y="561168"/>
                  </a:lnTo>
                  <a:lnTo>
                    <a:pt x="295896" y="560413"/>
                  </a:lnTo>
                  <a:lnTo>
                    <a:pt x="297817" y="559542"/>
                  </a:lnTo>
                  <a:lnTo>
                    <a:pt x="299739" y="558643"/>
                  </a:lnTo>
                  <a:lnTo>
                    <a:pt x="301660" y="557807"/>
                  </a:lnTo>
                  <a:lnTo>
                    <a:pt x="303582" y="557116"/>
                  </a:lnTo>
                  <a:lnTo>
                    <a:pt x="305503" y="556624"/>
                  </a:lnTo>
                  <a:lnTo>
                    <a:pt x="307424" y="556352"/>
                  </a:lnTo>
                  <a:lnTo>
                    <a:pt x="309346" y="556289"/>
                  </a:lnTo>
                  <a:lnTo>
                    <a:pt x="311267" y="556391"/>
                  </a:lnTo>
                  <a:lnTo>
                    <a:pt x="313189" y="556601"/>
                  </a:lnTo>
                  <a:lnTo>
                    <a:pt x="315110" y="556836"/>
                  </a:lnTo>
                  <a:lnTo>
                    <a:pt x="317031" y="557040"/>
                  </a:lnTo>
                  <a:lnTo>
                    <a:pt x="318953" y="557173"/>
                  </a:lnTo>
                  <a:lnTo>
                    <a:pt x="320874" y="557218"/>
                  </a:lnTo>
                  <a:lnTo>
                    <a:pt x="322796" y="557179"/>
                  </a:lnTo>
                  <a:lnTo>
                    <a:pt x="324717" y="557079"/>
                  </a:lnTo>
                  <a:lnTo>
                    <a:pt x="326638" y="556951"/>
                  </a:lnTo>
                  <a:lnTo>
                    <a:pt x="328560" y="556837"/>
                  </a:lnTo>
                  <a:lnTo>
                    <a:pt x="330481" y="556776"/>
                  </a:lnTo>
                  <a:lnTo>
                    <a:pt x="332403" y="556800"/>
                  </a:lnTo>
                  <a:lnTo>
                    <a:pt x="334324" y="556930"/>
                  </a:lnTo>
                  <a:lnTo>
                    <a:pt x="336245" y="557176"/>
                  </a:lnTo>
                  <a:lnTo>
                    <a:pt x="338167" y="557537"/>
                  </a:lnTo>
                  <a:lnTo>
                    <a:pt x="340088" y="557996"/>
                  </a:lnTo>
                  <a:lnTo>
                    <a:pt x="342010" y="558527"/>
                  </a:lnTo>
                  <a:lnTo>
                    <a:pt x="343931" y="559107"/>
                  </a:lnTo>
                  <a:lnTo>
                    <a:pt x="345852" y="559715"/>
                  </a:lnTo>
                  <a:lnTo>
                    <a:pt x="347774" y="560334"/>
                  </a:lnTo>
                  <a:lnTo>
                    <a:pt x="349695" y="560951"/>
                  </a:lnTo>
                  <a:lnTo>
                    <a:pt x="351617" y="561559"/>
                  </a:lnTo>
                  <a:lnTo>
                    <a:pt x="353538" y="562156"/>
                  </a:lnTo>
                  <a:lnTo>
                    <a:pt x="355459" y="562746"/>
                  </a:lnTo>
                  <a:lnTo>
                    <a:pt x="357381" y="563335"/>
                  </a:lnTo>
                  <a:lnTo>
                    <a:pt x="359302" y="563932"/>
                  </a:lnTo>
                  <a:lnTo>
                    <a:pt x="361224" y="564547"/>
                  </a:lnTo>
                  <a:lnTo>
                    <a:pt x="363145" y="565187"/>
                  </a:lnTo>
                  <a:lnTo>
                    <a:pt x="365067" y="565851"/>
                  </a:lnTo>
                  <a:lnTo>
                    <a:pt x="366988" y="566530"/>
                  </a:lnTo>
                  <a:lnTo>
                    <a:pt x="368909" y="567205"/>
                  </a:lnTo>
                  <a:lnTo>
                    <a:pt x="370831" y="567855"/>
                  </a:lnTo>
                  <a:lnTo>
                    <a:pt x="372752" y="568457"/>
                  </a:lnTo>
                  <a:lnTo>
                    <a:pt x="374674" y="568988"/>
                  </a:lnTo>
                  <a:lnTo>
                    <a:pt x="376595" y="569433"/>
                  </a:lnTo>
                  <a:lnTo>
                    <a:pt x="378516" y="569783"/>
                  </a:lnTo>
                  <a:lnTo>
                    <a:pt x="380438" y="570040"/>
                  </a:lnTo>
                  <a:lnTo>
                    <a:pt x="382359" y="570216"/>
                  </a:lnTo>
                  <a:lnTo>
                    <a:pt x="384281" y="570329"/>
                  </a:lnTo>
                  <a:lnTo>
                    <a:pt x="386202" y="570404"/>
                  </a:lnTo>
                  <a:lnTo>
                    <a:pt x="388123" y="570464"/>
                  </a:lnTo>
                  <a:lnTo>
                    <a:pt x="390045" y="570536"/>
                  </a:lnTo>
                  <a:lnTo>
                    <a:pt x="391966" y="570632"/>
                  </a:lnTo>
                  <a:lnTo>
                    <a:pt x="393888" y="570757"/>
                  </a:lnTo>
                  <a:lnTo>
                    <a:pt x="395809" y="570900"/>
                  </a:lnTo>
                  <a:lnTo>
                    <a:pt x="397730" y="571045"/>
                  </a:lnTo>
                  <a:lnTo>
                    <a:pt x="399652" y="571167"/>
                  </a:lnTo>
                  <a:lnTo>
                    <a:pt x="401573" y="571238"/>
                  </a:lnTo>
                  <a:lnTo>
                    <a:pt x="403495" y="571233"/>
                  </a:lnTo>
                  <a:lnTo>
                    <a:pt x="405416" y="571129"/>
                  </a:lnTo>
                  <a:lnTo>
                    <a:pt x="407337" y="570911"/>
                  </a:lnTo>
                  <a:lnTo>
                    <a:pt x="409259" y="570575"/>
                  </a:lnTo>
                  <a:lnTo>
                    <a:pt x="411180" y="570119"/>
                  </a:lnTo>
                  <a:lnTo>
                    <a:pt x="413102" y="569550"/>
                  </a:lnTo>
                  <a:lnTo>
                    <a:pt x="415023" y="568867"/>
                  </a:lnTo>
                  <a:lnTo>
                    <a:pt x="416944" y="568071"/>
                  </a:lnTo>
                  <a:lnTo>
                    <a:pt x="418866" y="567154"/>
                  </a:lnTo>
                  <a:lnTo>
                    <a:pt x="420787" y="566092"/>
                  </a:lnTo>
                  <a:lnTo>
                    <a:pt x="422709" y="564849"/>
                  </a:lnTo>
                  <a:lnTo>
                    <a:pt x="424630" y="563372"/>
                  </a:lnTo>
                  <a:lnTo>
                    <a:pt x="426551" y="561599"/>
                  </a:lnTo>
                  <a:lnTo>
                    <a:pt x="428473" y="559457"/>
                  </a:lnTo>
                  <a:lnTo>
                    <a:pt x="430394" y="556865"/>
                  </a:lnTo>
                  <a:lnTo>
                    <a:pt x="432316" y="553737"/>
                  </a:lnTo>
                  <a:lnTo>
                    <a:pt x="434237" y="549981"/>
                  </a:lnTo>
                  <a:lnTo>
                    <a:pt x="436159" y="545501"/>
                  </a:lnTo>
                  <a:lnTo>
                    <a:pt x="438080" y="540197"/>
                  </a:lnTo>
                  <a:lnTo>
                    <a:pt x="440001" y="533946"/>
                  </a:lnTo>
                  <a:lnTo>
                    <a:pt x="441923" y="526566"/>
                  </a:lnTo>
                  <a:lnTo>
                    <a:pt x="443844" y="518015"/>
                  </a:lnTo>
                  <a:lnTo>
                    <a:pt x="445766" y="508184"/>
                  </a:lnTo>
                  <a:lnTo>
                    <a:pt x="447687" y="496974"/>
                  </a:lnTo>
                  <a:lnTo>
                    <a:pt x="449608" y="484296"/>
                  </a:lnTo>
                  <a:lnTo>
                    <a:pt x="451530" y="470078"/>
                  </a:lnTo>
                  <a:lnTo>
                    <a:pt x="453451" y="454268"/>
                  </a:lnTo>
                  <a:lnTo>
                    <a:pt x="455373" y="436828"/>
                  </a:lnTo>
                  <a:lnTo>
                    <a:pt x="457294" y="417744"/>
                  </a:lnTo>
                  <a:lnTo>
                    <a:pt x="459215" y="397013"/>
                  </a:lnTo>
                  <a:lnTo>
                    <a:pt x="461137" y="374653"/>
                  </a:lnTo>
                  <a:lnTo>
                    <a:pt x="463058" y="350699"/>
                  </a:lnTo>
                  <a:lnTo>
                    <a:pt x="464980" y="325210"/>
                  </a:lnTo>
                  <a:lnTo>
                    <a:pt x="466901" y="298183"/>
                  </a:lnTo>
                  <a:lnTo>
                    <a:pt x="468822" y="269877"/>
                  </a:lnTo>
                  <a:lnTo>
                    <a:pt x="470744" y="240542"/>
                  </a:lnTo>
                  <a:lnTo>
                    <a:pt x="472665" y="210500"/>
                  </a:lnTo>
                  <a:lnTo>
                    <a:pt x="474587" y="180170"/>
                  </a:lnTo>
                  <a:lnTo>
                    <a:pt x="476508" y="150075"/>
                  </a:lnTo>
                  <a:lnTo>
                    <a:pt x="478429" y="120830"/>
                  </a:lnTo>
                  <a:lnTo>
                    <a:pt x="480351" y="93128"/>
                  </a:lnTo>
                  <a:lnTo>
                    <a:pt x="482272" y="67713"/>
                  </a:lnTo>
                  <a:lnTo>
                    <a:pt x="484194" y="45340"/>
                  </a:lnTo>
                  <a:lnTo>
                    <a:pt x="486115" y="26744"/>
                  </a:lnTo>
                  <a:lnTo>
                    <a:pt x="488036" y="12592"/>
                  </a:lnTo>
                  <a:lnTo>
                    <a:pt x="489958" y="3451"/>
                  </a:lnTo>
                  <a:lnTo>
                    <a:pt x="491879" y="0"/>
                  </a:lnTo>
                  <a:lnTo>
                    <a:pt x="493801" y="2513"/>
                  </a:lnTo>
                  <a:lnTo>
                    <a:pt x="495722" y="10783"/>
                  </a:lnTo>
                  <a:lnTo>
                    <a:pt x="497643" y="24660"/>
                  </a:lnTo>
                  <a:lnTo>
                    <a:pt x="499565" y="43822"/>
                  </a:lnTo>
                  <a:lnTo>
                    <a:pt x="501486" y="67791"/>
                  </a:lnTo>
                  <a:lnTo>
                    <a:pt x="503408" y="95947"/>
                  </a:lnTo>
                  <a:lnTo>
                    <a:pt x="505329" y="127553"/>
                  </a:lnTo>
                  <a:lnTo>
                    <a:pt x="507250" y="161781"/>
                  </a:lnTo>
                  <a:lnTo>
                    <a:pt x="509172" y="197737"/>
                  </a:lnTo>
                  <a:lnTo>
                    <a:pt x="511093" y="234496"/>
                  </a:lnTo>
                  <a:lnTo>
                    <a:pt x="513015" y="271135"/>
                  </a:lnTo>
                  <a:lnTo>
                    <a:pt x="514936" y="306776"/>
                  </a:lnTo>
                  <a:lnTo>
                    <a:pt x="516858" y="340592"/>
                  </a:lnTo>
                  <a:lnTo>
                    <a:pt x="518779" y="371718"/>
                  </a:lnTo>
                  <a:lnTo>
                    <a:pt x="520700" y="399839"/>
                  </a:lnTo>
                  <a:lnTo>
                    <a:pt x="522622" y="424690"/>
                  </a:lnTo>
                  <a:lnTo>
                    <a:pt x="524543" y="446182"/>
                  </a:lnTo>
                  <a:lnTo>
                    <a:pt x="526465" y="464376"/>
                  </a:lnTo>
                  <a:lnTo>
                    <a:pt x="528386" y="479451"/>
                  </a:lnTo>
                  <a:lnTo>
                    <a:pt x="530307" y="491659"/>
                  </a:lnTo>
                  <a:lnTo>
                    <a:pt x="532229" y="501289"/>
                  </a:lnTo>
                  <a:lnTo>
                    <a:pt x="534150" y="508630"/>
                  </a:lnTo>
                  <a:lnTo>
                    <a:pt x="536072" y="513947"/>
                  </a:lnTo>
                  <a:lnTo>
                    <a:pt x="537993" y="517475"/>
                  </a:lnTo>
                  <a:lnTo>
                    <a:pt x="539914" y="519417"/>
                  </a:lnTo>
                  <a:lnTo>
                    <a:pt x="541836" y="519954"/>
                  </a:lnTo>
                  <a:lnTo>
                    <a:pt x="543757" y="519189"/>
                  </a:lnTo>
                  <a:lnTo>
                    <a:pt x="545679" y="517401"/>
                  </a:lnTo>
                  <a:lnTo>
                    <a:pt x="547600" y="514817"/>
                  </a:lnTo>
                  <a:lnTo>
                    <a:pt x="549521" y="511659"/>
                  </a:lnTo>
                  <a:lnTo>
                    <a:pt x="551443" y="508158"/>
                  </a:lnTo>
                  <a:lnTo>
                    <a:pt x="553364" y="504535"/>
                  </a:lnTo>
                  <a:lnTo>
                    <a:pt x="555286" y="500992"/>
                  </a:lnTo>
                  <a:lnTo>
                    <a:pt x="557207" y="497697"/>
                  </a:lnTo>
                  <a:lnTo>
                    <a:pt x="559128" y="494776"/>
                  </a:lnTo>
                  <a:lnTo>
                    <a:pt x="561050" y="492314"/>
                  </a:lnTo>
                  <a:lnTo>
                    <a:pt x="562971" y="490361"/>
                  </a:lnTo>
                  <a:lnTo>
                    <a:pt x="564893" y="488936"/>
                  </a:lnTo>
                  <a:lnTo>
                    <a:pt x="566814" y="488043"/>
                  </a:lnTo>
                  <a:lnTo>
                    <a:pt x="568735" y="487701"/>
                  </a:lnTo>
                  <a:lnTo>
                    <a:pt x="570657" y="487905"/>
                  </a:lnTo>
                  <a:lnTo>
                    <a:pt x="572578" y="488626"/>
                  </a:lnTo>
                  <a:lnTo>
                    <a:pt x="574500" y="489850"/>
                  </a:lnTo>
                  <a:lnTo>
                    <a:pt x="576421" y="491551"/>
                  </a:lnTo>
                  <a:lnTo>
                    <a:pt x="578342" y="493682"/>
                  </a:lnTo>
                  <a:lnTo>
                    <a:pt x="580264" y="496179"/>
                  </a:lnTo>
                  <a:lnTo>
                    <a:pt x="582185" y="498959"/>
                  </a:lnTo>
                  <a:lnTo>
                    <a:pt x="584107" y="501934"/>
                  </a:lnTo>
                  <a:lnTo>
                    <a:pt x="586028" y="505015"/>
                  </a:lnTo>
                  <a:lnTo>
                    <a:pt x="587950" y="508130"/>
                  </a:lnTo>
                  <a:lnTo>
                    <a:pt x="589871" y="511230"/>
                  </a:lnTo>
                  <a:lnTo>
                    <a:pt x="591792" y="514294"/>
                  </a:lnTo>
                  <a:lnTo>
                    <a:pt x="593714" y="517329"/>
                  </a:lnTo>
                  <a:lnTo>
                    <a:pt x="595635" y="520369"/>
                  </a:lnTo>
                  <a:lnTo>
                    <a:pt x="597557" y="523454"/>
                  </a:lnTo>
                  <a:lnTo>
                    <a:pt x="599478" y="526617"/>
                  </a:lnTo>
                  <a:lnTo>
                    <a:pt x="601399" y="529877"/>
                  </a:lnTo>
                  <a:lnTo>
                    <a:pt x="603321" y="533233"/>
                  </a:lnTo>
                  <a:lnTo>
                    <a:pt x="605242" y="536667"/>
                  </a:lnTo>
                  <a:lnTo>
                    <a:pt x="607164" y="540143"/>
                  </a:lnTo>
                  <a:lnTo>
                    <a:pt x="609085" y="543618"/>
                  </a:lnTo>
                  <a:lnTo>
                    <a:pt x="611006" y="547041"/>
                  </a:lnTo>
                  <a:lnTo>
                    <a:pt x="612928" y="550363"/>
                  </a:lnTo>
                  <a:lnTo>
                    <a:pt x="614849" y="553538"/>
                  </a:lnTo>
                  <a:lnTo>
                    <a:pt x="616771" y="556526"/>
                  </a:lnTo>
                  <a:lnTo>
                    <a:pt x="618692" y="559295"/>
                  </a:lnTo>
                  <a:lnTo>
                    <a:pt x="620613" y="561802"/>
                  </a:lnTo>
                  <a:lnTo>
                    <a:pt x="622535" y="564042"/>
                  </a:lnTo>
                  <a:lnTo>
                    <a:pt x="624456" y="566014"/>
                  </a:lnTo>
                  <a:lnTo>
                    <a:pt x="626378" y="567719"/>
                  </a:lnTo>
                  <a:lnTo>
                    <a:pt x="628299" y="569167"/>
                  </a:lnTo>
                  <a:lnTo>
                    <a:pt x="630220" y="570374"/>
                  </a:lnTo>
                  <a:lnTo>
                    <a:pt x="632142" y="571359"/>
                  </a:lnTo>
                  <a:lnTo>
                    <a:pt x="634063" y="572147"/>
                  </a:lnTo>
                  <a:lnTo>
                    <a:pt x="635985" y="572763"/>
                  </a:lnTo>
                  <a:lnTo>
                    <a:pt x="637906" y="573234"/>
                  </a:lnTo>
                  <a:lnTo>
                    <a:pt x="639827" y="573585"/>
                  </a:lnTo>
                  <a:lnTo>
                    <a:pt x="641749" y="573840"/>
                  </a:lnTo>
                  <a:lnTo>
                    <a:pt x="643670" y="574021"/>
                  </a:lnTo>
                  <a:lnTo>
                    <a:pt x="645592" y="574143"/>
                  </a:lnTo>
                  <a:lnTo>
                    <a:pt x="647513" y="574224"/>
                  </a:lnTo>
                  <a:lnTo>
                    <a:pt x="649434" y="574277"/>
                  </a:lnTo>
                  <a:lnTo>
                    <a:pt x="651356" y="574310"/>
                  </a:lnTo>
                  <a:lnTo>
                    <a:pt x="653277" y="574331"/>
                  </a:lnTo>
                  <a:lnTo>
                    <a:pt x="655199" y="574343"/>
                  </a:lnTo>
                  <a:lnTo>
                    <a:pt x="657120" y="574350"/>
                  </a:lnTo>
                  <a:lnTo>
                    <a:pt x="659042" y="574354"/>
                  </a:lnTo>
                  <a:lnTo>
                    <a:pt x="660963" y="574356"/>
                  </a:lnTo>
                  <a:lnTo>
                    <a:pt x="662884" y="574357"/>
                  </a:lnTo>
                  <a:lnTo>
                    <a:pt x="664806" y="574358"/>
                  </a:lnTo>
                  <a:lnTo>
                    <a:pt x="666727" y="574358"/>
                  </a:lnTo>
                  <a:lnTo>
                    <a:pt x="668649" y="574358"/>
                  </a:lnTo>
                  <a:lnTo>
                    <a:pt x="670570" y="574358"/>
                  </a:lnTo>
                  <a:lnTo>
                    <a:pt x="672491" y="574358"/>
                  </a:lnTo>
                  <a:lnTo>
                    <a:pt x="674413" y="574358"/>
                  </a:lnTo>
                  <a:lnTo>
                    <a:pt x="676334" y="574358"/>
                  </a:lnTo>
                  <a:lnTo>
                    <a:pt x="678256" y="574358"/>
                  </a:lnTo>
                  <a:lnTo>
                    <a:pt x="680177" y="574358"/>
                  </a:lnTo>
                  <a:lnTo>
                    <a:pt x="682098" y="574358"/>
                  </a:lnTo>
                  <a:lnTo>
                    <a:pt x="684020" y="574358"/>
                  </a:lnTo>
                  <a:lnTo>
                    <a:pt x="685941" y="574358"/>
                  </a:lnTo>
                  <a:lnTo>
                    <a:pt x="687863" y="574358"/>
                  </a:lnTo>
                  <a:lnTo>
                    <a:pt x="689784" y="574358"/>
                  </a:lnTo>
                  <a:lnTo>
                    <a:pt x="691705" y="574358"/>
                  </a:lnTo>
                  <a:lnTo>
                    <a:pt x="693627" y="574358"/>
                  </a:lnTo>
                  <a:lnTo>
                    <a:pt x="695548" y="574358"/>
                  </a:lnTo>
                  <a:lnTo>
                    <a:pt x="697470" y="574358"/>
                  </a:lnTo>
                  <a:lnTo>
                    <a:pt x="699391" y="574358"/>
                  </a:lnTo>
                  <a:lnTo>
                    <a:pt x="701312" y="574358"/>
                  </a:lnTo>
                  <a:lnTo>
                    <a:pt x="703234" y="574358"/>
                  </a:lnTo>
                  <a:lnTo>
                    <a:pt x="705155" y="574358"/>
                  </a:lnTo>
                  <a:lnTo>
                    <a:pt x="707077" y="574358"/>
                  </a:lnTo>
                  <a:lnTo>
                    <a:pt x="708998" y="574358"/>
                  </a:lnTo>
                  <a:lnTo>
                    <a:pt x="710919" y="574358"/>
                  </a:lnTo>
                  <a:lnTo>
                    <a:pt x="712841" y="574358"/>
                  </a:lnTo>
                  <a:lnTo>
                    <a:pt x="714762" y="574358"/>
                  </a:lnTo>
                  <a:lnTo>
                    <a:pt x="716684" y="574358"/>
                  </a:lnTo>
                  <a:lnTo>
                    <a:pt x="718605" y="574358"/>
                  </a:lnTo>
                  <a:lnTo>
                    <a:pt x="720526" y="574358"/>
                  </a:lnTo>
                  <a:lnTo>
                    <a:pt x="722448" y="574358"/>
                  </a:lnTo>
                  <a:lnTo>
                    <a:pt x="724369" y="574358"/>
                  </a:lnTo>
                  <a:lnTo>
                    <a:pt x="726291" y="574358"/>
                  </a:lnTo>
                  <a:lnTo>
                    <a:pt x="728212" y="574358"/>
                  </a:lnTo>
                  <a:lnTo>
                    <a:pt x="730134" y="574358"/>
                  </a:lnTo>
                  <a:lnTo>
                    <a:pt x="732055" y="574358"/>
                  </a:lnTo>
                  <a:lnTo>
                    <a:pt x="733976" y="574358"/>
                  </a:lnTo>
                  <a:lnTo>
                    <a:pt x="735898" y="574358"/>
                  </a:lnTo>
                  <a:lnTo>
                    <a:pt x="737819" y="574358"/>
                  </a:lnTo>
                  <a:lnTo>
                    <a:pt x="739741" y="574358"/>
                  </a:lnTo>
                  <a:lnTo>
                    <a:pt x="741662" y="574358"/>
                  </a:lnTo>
                  <a:lnTo>
                    <a:pt x="743583" y="574358"/>
                  </a:lnTo>
                  <a:lnTo>
                    <a:pt x="745505" y="574358"/>
                  </a:lnTo>
                  <a:lnTo>
                    <a:pt x="747426" y="574358"/>
                  </a:lnTo>
                  <a:lnTo>
                    <a:pt x="749348" y="574358"/>
                  </a:lnTo>
                  <a:lnTo>
                    <a:pt x="751269" y="574358"/>
                  </a:lnTo>
                  <a:lnTo>
                    <a:pt x="753190" y="574358"/>
                  </a:lnTo>
                  <a:lnTo>
                    <a:pt x="755112" y="574358"/>
                  </a:lnTo>
                  <a:lnTo>
                    <a:pt x="757033" y="574358"/>
                  </a:lnTo>
                  <a:lnTo>
                    <a:pt x="758955" y="574358"/>
                  </a:lnTo>
                  <a:lnTo>
                    <a:pt x="760876" y="574358"/>
                  </a:lnTo>
                  <a:lnTo>
                    <a:pt x="762797" y="574358"/>
                  </a:lnTo>
                  <a:lnTo>
                    <a:pt x="764719" y="574358"/>
                  </a:lnTo>
                  <a:lnTo>
                    <a:pt x="766640" y="574358"/>
                  </a:lnTo>
                  <a:lnTo>
                    <a:pt x="768562" y="574358"/>
                  </a:lnTo>
                  <a:lnTo>
                    <a:pt x="770483" y="574358"/>
                  </a:lnTo>
                  <a:lnTo>
                    <a:pt x="772404" y="574358"/>
                  </a:lnTo>
                  <a:lnTo>
                    <a:pt x="774326" y="574358"/>
                  </a:lnTo>
                  <a:lnTo>
                    <a:pt x="776247" y="574358"/>
                  </a:lnTo>
                  <a:lnTo>
                    <a:pt x="778169" y="574358"/>
                  </a:lnTo>
                  <a:lnTo>
                    <a:pt x="780090" y="574358"/>
                  </a:lnTo>
                  <a:lnTo>
                    <a:pt x="782011" y="574358"/>
                  </a:lnTo>
                  <a:lnTo>
                    <a:pt x="783933" y="574358"/>
                  </a:lnTo>
                  <a:lnTo>
                    <a:pt x="785854" y="574358"/>
                  </a:lnTo>
                  <a:lnTo>
                    <a:pt x="787776" y="574358"/>
                  </a:lnTo>
                  <a:lnTo>
                    <a:pt x="789697" y="574358"/>
                  </a:lnTo>
                  <a:lnTo>
                    <a:pt x="791618" y="574358"/>
                  </a:lnTo>
                  <a:lnTo>
                    <a:pt x="793540" y="574358"/>
                  </a:lnTo>
                  <a:lnTo>
                    <a:pt x="795461" y="574358"/>
                  </a:lnTo>
                  <a:lnTo>
                    <a:pt x="797383" y="574358"/>
                  </a:lnTo>
                  <a:lnTo>
                    <a:pt x="799304" y="574358"/>
                  </a:lnTo>
                  <a:lnTo>
                    <a:pt x="801226" y="574358"/>
                  </a:lnTo>
                  <a:lnTo>
                    <a:pt x="803147" y="574358"/>
                  </a:lnTo>
                  <a:lnTo>
                    <a:pt x="805068" y="574358"/>
                  </a:lnTo>
                  <a:lnTo>
                    <a:pt x="806990" y="574358"/>
                  </a:lnTo>
                  <a:lnTo>
                    <a:pt x="808911" y="574358"/>
                  </a:lnTo>
                  <a:lnTo>
                    <a:pt x="810833" y="574358"/>
                  </a:lnTo>
                  <a:lnTo>
                    <a:pt x="812754" y="574358"/>
                  </a:lnTo>
                  <a:lnTo>
                    <a:pt x="814675" y="574358"/>
                  </a:lnTo>
                  <a:lnTo>
                    <a:pt x="816597" y="574358"/>
                  </a:lnTo>
                  <a:lnTo>
                    <a:pt x="818518" y="574358"/>
                  </a:lnTo>
                  <a:lnTo>
                    <a:pt x="820440" y="574358"/>
                  </a:lnTo>
                  <a:lnTo>
                    <a:pt x="822361" y="574358"/>
                  </a:lnTo>
                  <a:lnTo>
                    <a:pt x="824282" y="574358"/>
                  </a:lnTo>
                  <a:lnTo>
                    <a:pt x="826204" y="574358"/>
                  </a:lnTo>
                  <a:lnTo>
                    <a:pt x="828125" y="574358"/>
                  </a:lnTo>
                  <a:lnTo>
                    <a:pt x="830047" y="574358"/>
                  </a:lnTo>
                  <a:lnTo>
                    <a:pt x="831968" y="574358"/>
                  </a:lnTo>
                  <a:lnTo>
                    <a:pt x="833889" y="574358"/>
                  </a:lnTo>
                  <a:lnTo>
                    <a:pt x="835811" y="574358"/>
                  </a:lnTo>
                  <a:lnTo>
                    <a:pt x="837732" y="574358"/>
                  </a:lnTo>
                  <a:lnTo>
                    <a:pt x="839654" y="574358"/>
                  </a:lnTo>
                  <a:lnTo>
                    <a:pt x="841575" y="574358"/>
                  </a:lnTo>
                  <a:lnTo>
                    <a:pt x="843496" y="574358"/>
                  </a:lnTo>
                  <a:lnTo>
                    <a:pt x="845418" y="574358"/>
                  </a:lnTo>
                  <a:lnTo>
                    <a:pt x="847339" y="574358"/>
                  </a:lnTo>
                  <a:lnTo>
                    <a:pt x="849261" y="574358"/>
                  </a:lnTo>
                  <a:lnTo>
                    <a:pt x="851182" y="574358"/>
                  </a:lnTo>
                  <a:lnTo>
                    <a:pt x="853103" y="574358"/>
                  </a:lnTo>
                  <a:lnTo>
                    <a:pt x="855025" y="574358"/>
                  </a:lnTo>
                  <a:lnTo>
                    <a:pt x="856946" y="574358"/>
                  </a:lnTo>
                  <a:lnTo>
                    <a:pt x="858868" y="574358"/>
                  </a:lnTo>
                  <a:lnTo>
                    <a:pt x="860789" y="574358"/>
                  </a:lnTo>
                  <a:lnTo>
                    <a:pt x="862710" y="574358"/>
                  </a:lnTo>
                  <a:lnTo>
                    <a:pt x="864632" y="574358"/>
                  </a:lnTo>
                  <a:lnTo>
                    <a:pt x="866553" y="574358"/>
                  </a:lnTo>
                  <a:lnTo>
                    <a:pt x="868475" y="574358"/>
                  </a:lnTo>
                  <a:lnTo>
                    <a:pt x="870396" y="574358"/>
                  </a:lnTo>
                  <a:lnTo>
                    <a:pt x="872318" y="574358"/>
                  </a:lnTo>
                  <a:lnTo>
                    <a:pt x="874239" y="574358"/>
                  </a:lnTo>
                  <a:lnTo>
                    <a:pt x="876160" y="574358"/>
                  </a:lnTo>
                  <a:lnTo>
                    <a:pt x="878082" y="574358"/>
                  </a:lnTo>
                  <a:lnTo>
                    <a:pt x="880003" y="574358"/>
                  </a:lnTo>
                  <a:lnTo>
                    <a:pt x="881925" y="574358"/>
                  </a:lnTo>
                  <a:lnTo>
                    <a:pt x="883846" y="574358"/>
                  </a:lnTo>
                  <a:lnTo>
                    <a:pt x="885767" y="574358"/>
                  </a:lnTo>
                  <a:lnTo>
                    <a:pt x="887689" y="574358"/>
                  </a:lnTo>
                  <a:lnTo>
                    <a:pt x="889610" y="574358"/>
                  </a:lnTo>
                  <a:lnTo>
                    <a:pt x="891532" y="574358"/>
                  </a:lnTo>
                  <a:lnTo>
                    <a:pt x="893453" y="574358"/>
                  </a:lnTo>
                  <a:lnTo>
                    <a:pt x="895374" y="574358"/>
                  </a:lnTo>
                  <a:lnTo>
                    <a:pt x="897296" y="574358"/>
                  </a:lnTo>
                  <a:lnTo>
                    <a:pt x="899217" y="574358"/>
                  </a:lnTo>
                  <a:lnTo>
                    <a:pt x="901139" y="574358"/>
                  </a:lnTo>
                  <a:lnTo>
                    <a:pt x="903060" y="574358"/>
                  </a:lnTo>
                  <a:lnTo>
                    <a:pt x="904981" y="574358"/>
                  </a:lnTo>
                  <a:lnTo>
                    <a:pt x="906903" y="574358"/>
                  </a:lnTo>
                  <a:lnTo>
                    <a:pt x="908824" y="574358"/>
                  </a:lnTo>
                  <a:lnTo>
                    <a:pt x="910746" y="574358"/>
                  </a:lnTo>
                  <a:lnTo>
                    <a:pt x="912667" y="574358"/>
                  </a:lnTo>
                  <a:lnTo>
                    <a:pt x="914588" y="574358"/>
                  </a:lnTo>
                  <a:lnTo>
                    <a:pt x="916510" y="574358"/>
                  </a:lnTo>
                  <a:lnTo>
                    <a:pt x="918431" y="574358"/>
                  </a:lnTo>
                  <a:lnTo>
                    <a:pt x="920353" y="574358"/>
                  </a:lnTo>
                  <a:lnTo>
                    <a:pt x="922274" y="574358"/>
                  </a:lnTo>
                  <a:lnTo>
                    <a:pt x="924195" y="574358"/>
                  </a:lnTo>
                  <a:lnTo>
                    <a:pt x="926117" y="574358"/>
                  </a:lnTo>
                  <a:lnTo>
                    <a:pt x="928038" y="574358"/>
                  </a:lnTo>
                  <a:lnTo>
                    <a:pt x="929960" y="574358"/>
                  </a:lnTo>
                  <a:lnTo>
                    <a:pt x="931881" y="574358"/>
                  </a:lnTo>
                  <a:lnTo>
                    <a:pt x="933802" y="574358"/>
                  </a:lnTo>
                  <a:lnTo>
                    <a:pt x="935724" y="574358"/>
                  </a:lnTo>
                  <a:lnTo>
                    <a:pt x="937645" y="574358"/>
                  </a:lnTo>
                  <a:lnTo>
                    <a:pt x="939567" y="574358"/>
                  </a:lnTo>
                  <a:lnTo>
                    <a:pt x="941488" y="574358"/>
                  </a:lnTo>
                  <a:lnTo>
                    <a:pt x="943410" y="574358"/>
                  </a:lnTo>
                  <a:lnTo>
                    <a:pt x="945331" y="574358"/>
                  </a:lnTo>
                  <a:lnTo>
                    <a:pt x="947252" y="574358"/>
                  </a:lnTo>
                  <a:lnTo>
                    <a:pt x="949174" y="574358"/>
                  </a:lnTo>
                  <a:lnTo>
                    <a:pt x="951095" y="574358"/>
                  </a:lnTo>
                  <a:lnTo>
                    <a:pt x="953017" y="574358"/>
                  </a:lnTo>
                  <a:lnTo>
                    <a:pt x="954938" y="574358"/>
                  </a:lnTo>
                  <a:lnTo>
                    <a:pt x="956859" y="574358"/>
                  </a:lnTo>
                  <a:lnTo>
                    <a:pt x="958781" y="574358"/>
                  </a:lnTo>
                  <a:lnTo>
                    <a:pt x="960702" y="574358"/>
                  </a:lnTo>
                  <a:lnTo>
                    <a:pt x="962624" y="574358"/>
                  </a:lnTo>
                  <a:lnTo>
                    <a:pt x="964545" y="574358"/>
                  </a:lnTo>
                  <a:lnTo>
                    <a:pt x="966466" y="574358"/>
                  </a:lnTo>
                  <a:lnTo>
                    <a:pt x="968388" y="574358"/>
                  </a:lnTo>
                  <a:lnTo>
                    <a:pt x="970309" y="574358"/>
                  </a:lnTo>
                  <a:lnTo>
                    <a:pt x="972231" y="574358"/>
                  </a:lnTo>
                  <a:lnTo>
                    <a:pt x="974152" y="574358"/>
                  </a:lnTo>
                  <a:lnTo>
                    <a:pt x="976073" y="574358"/>
                  </a:lnTo>
                  <a:lnTo>
                    <a:pt x="977995" y="574358"/>
                  </a:lnTo>
                  <a:lnTo>
                    <a:pt x="979916" y="574358"/>
                  </a:lnTo>
                  <a:lnTo>
                    <a:pt x="981838" y="574358"/>
                  </a:lnTo>
                </a:path>
              </a:pathLst>
            </a:cu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6686962" y="5459694"/>
              <a:ext cx="981838" cy="523728"/>
            </a:xfrm>
            <a:custGeom>
              <a:avLst/>
              <a:pathLst>
                <a:path w="981838" h="523728">
                  <a:moveTo>
                    <a:pt x="0" y="523728"/>
                  </a:moveTo>
                  <a:lnTo>
                    <a:pt x="1921" y="523728"/>
                  </a:lnTo>
                  <a:lnTo>
                    <a:pt x="3842" y="523728"/>
                  </a:lnTo>
                  <a:lnTo>
                    <a:pt x="5764" y="523728"/>
                  </a:lnTo>
                  <a:lnTo>
                    <a:pt x="7685" y="523728"/>
                  </a:lnTo>
                  <a:lnTo>
                    <a:pt x="9607" y="523728"/>
                  </a:lnTo>
                  <a:lnTo>
                    <a:pt x="11528" y="523728"/>
                  </a:lnTo>
                  <a:lnTo>
                    <a:pt x="13449" y="523728"/>
                  </a:lnTo>
                  <a:lnTo>
                    <a:pt x="15371" y="523728"/>
                  </a:lnTo>
                  <a:lnTo>
                    <a:pt x="17292" y="523728"/>
                  </a:lnTo>
                  <a:lnTo>
                    <a:pt x="19214" y="523728"/>
                  </a:lnTo>
                  <a:lnTo>
                    <a:pt x="21135" y="523728"/>
                  </a:lnTo>
                  <a:lnTo>
                    <a:pt x="23056" y="523728"/>
                  </a:lnTo>
                  <a:lnTo>
                    <a:pt x="24978" y="523728"/>
                  </a:lnTo>
                  <a:lnTo>
                    <a:pt x="26899" y="523728"/>
                  </a:lnTo>
                  <a:lnTo>
                    <a:pt x="28821" y="523728"/>
                  </a:lnTo>
                  <a:lnTo>
                    <a:pt x="30742" y="523728"/>
                  </a:lnTo>
                  <a:lnTo>
                    <a:pt x="32663" y="523728"/>
                  </a:lnTo>
                  <a:lnTo>
                    <a:pt x="34585" y="523728"/>
                  </a:lnTo>
                  <a:lnTo>
                    <a:pt x="36506" y="523728"/>
                  </a:lnTo>
                  <a:lnTo>
                    <a:pt x="38428" y="523728"/>
                  </a:lnTo>
                  <a:lnTo>
                    <a:pt x="40349" y="523728"/>
                  </a:lnTo>
                  <a:lnTo>
                    <a:pt x="42270" y="523728"/>
                  </a:lnTo>
                  <a:lnTo>
                    <a:pt x="44192" y="523728"/>
                  </a:lnTo>
                  <a:lnTo>
                    <a:pt x="46113" y="523728"/>
                  </a:lnTo>
                  <a:lnTo>
                    <a:pt x="48035" y="523728"/>
                  </a:lnTo>
                  <a:lnTo>
                    <a:pt x="49956" y="523728"/>
                  </a:lnTo>
                  <a:lnTo>
                    <a:pt x="51877" y="523728"/>
                  </a:lnTo>
                  <a:lnTo>
                    <a:pt x="53799" y="523728"/>
                  </a:lnTo>
                  <a:lnTo>
                    <a:pt x="55720" y="523728"/>
                  </a:lnTo>
                  <a:lnTo>
                    <a:pt x="57642" y="523728"/>
                  </a:lnTo>
                  <a:lnTo>
                    <a:pt x="59563" y="523728"/>
                  </a:lnTo>
                  <a:lnTo>
                    <a:pt x="61484" y="523728"/>
                  </a:lnTo>
                  <a:lnTo>
                    <a:pt x="63406" y="523728"/>
                  </a:lnTo>
                  <a:lnTo>
                    <a:pt x="65327" y="523728"/>
                  </a:lnTo>
                  <a:lnTo>
                    <a:pt x="67249" y="523728"/>
                  </a:lnTo>
                  <a:lnTo>
                    <a:pt x="69170" y="523728"/>
                  </a:lnTo>
                  <a:lnTo>
                    <a:pt x="71091" y="523728"/>
                  </a:lnTo>
                  <a:lnTo>
                    <a:pt x="73013" y="523728"/>
                  </a:lnTo>
                  <a:lnTo>
                    <a:pt x="74934" y="523728"/>
                  </a:lnTo>
                  <a:lnTo>
                    <a:pt x="76856" y="523728"/>
                  </a:lnTo>
                  <a:lnTo>
                    <a:pt x="78777" y="523728"/>
                  </a:lnTo>
                  <a:lnTo>
                    <a:pt x="80699" y="523728"/>
                  </a:lnTo>
                  <a:lnTo>
                    <a:pt x="82620" y="523728"/>
                  </a:lnTo>
                  <a:lnTo>
                    <a:pt x="84541" y="523728"/>
                  </a:lnTo>
                  <a:lnTo>
                    <a:pt x="86463" y="523728"/>
                  </a:lnTo>
                  <a:lnTo>
                    <a:pt x="88384" y="523728"/>
                  </a:lnTo>
                  <a:lnTo>
                    <a:pt x="90306" y="523728"/>
                  </a:lnTo>
                  <a:lnTo>
                    <a:pt x="92227" y="523728"/>
                  </a:lnTo>
                  <a:lnTo>
                    <a:pt x="94148" y="523728"/>
                  </a:lnTo>
                  <a:lnTo>
                    <a:pt x="96070" y="523728"/>
                  </a:lnTo>
                  <a:lnTo>
                    <a:pt x="97991" y="523728"/>
                  </a:lnTo>
                  <a:lnTo>
                    <a:pt x="99913" y="523728"/>
                  </a:lnTo>
                  <a:lnTo>
                    <a:pt x="101834" y="523728"/>
                  </a:lnTo>
                  <a:lnTo>
                    <a:pt x="103755" y="523728"/>
                  </a:lnTo>
                  <a:lnTo>
                    <a:pt x="105677" y="523728"/>
                  </a:lnTo>
                  <a:lnTo>
                    <a:pt x="107598" y="523728"/>
                  </a:lnTo>
                  <a:lnTo>
                    <a:pt x="109520" y="523728"/>
                  </a:lnTo>
                  <a:lnTo>
                    <a:pt x="111441" y="523728"/>
                  </a:lnTo>
                  <a:lnTo>
                    <a:pt x="113362" y="523728"/>
                  </a:lnTo>
                  <a:lnTo>
                    <a:pt x="115284" y="523728"/>
                  </a:lnTo>
                  <a:lnTo>
                    <a:pt x="117205" y="523728"/>
                  </a:lnTo>
                  <a:lnTo>
                    <a:pt x="119127" y="523728"/>
                  </a:lnTo>
                  <a:lnTo>
                    <a:pt x="121048" y="523728"/>
                  </a:lnTo>
                  <a:lnTo>
                    <a:pt x="122969" y="523728"/>
                  </a:lnTo>
                  <a:lnTo>
                    <a:pt x="124891" y="523728"/>
                  </a:lnTo>
                  <a:lnTo>
                    <a:pt x="126812" y="523728"/>
                  </a:lnTo>
                  <a:lnTo>
                    <a:pt x="128734" y="523728"/>
                  </a:lnTo>
                  <a:lnTo>
                    <a:pt x="130655" y="523728"/>
                  </a:lnTo>
                  <a:lnTo>
                    <a:pt x="132576" y="523728"/>
                  </a:lnTo>
                  <a:lnTo>
                    <a:pt x="134498" y="523728"/>
                  </a:lnTo>
                  <a:lnTo>
                    <a:pt x="136419" y="523728"/>
                  </a:lnTo>
                  <a:lnTo>
                    <a:pt x="138341" y="523728"/>
                  </a:lnTo>
                  <a:lnTo>
                    <a:pt x="140262" y="523728"/>
                  </a:lnTo>
                  <a:lnTo>
                    <a:pt x="142183" y="523728"/>
                  </a:lnTo>
                  <a:lnTo>
                    <a:pt x="144105" y="523728"/>
                  </a:lnTo>
                  <a:lnTo>
                    <a:pt x="146026" y="523728"/>
                  </a:lnTo>
                  <a:lnTo>
                    <a:pt x="147948" y="523728"/>
                  </a:lnTo>
                  <a:lnTo>
                    <a:pt x="149869" y="523728"/>
                  </a:lnTo>
                  <a:lnTo>
                    <a:pt x="151791" y="523728"/>
                  </a:lnTo>
                  <a:lnTo>
                    <a:pt x="153712" y="523728"/>
                  </a:lnTo>
                  <a:lnTo>
                    <a:pt x="155633" y="523728"/>
                  </a:lnTo>
                  <a:lnTo>
                    <a:pt x="157555" y="523728"/>
                  </a:lnTo>
                  <a:lnTo>
                    <a:pt x="159476" y="523728"/>
                  </a:lnTo>
                  <a:lnTo>
                    <a:pt x="161398" y="523728"/>
                  </a:lnTo>
                  <a:lnTo>
                    <a:pt x="163319" y="523728"/>
                  </a:lnTo>
                  <a:lnTo>
                    <a:pt x="165240" y="523728"/>
                  </a:lnTo>
                  <a:lnTo>
                    <a:pt x="167162" y="523728"/>
                  </a:lnTo>
                  <a:lnTo>
                    <a:pt x="169083" y="523728"/>
                  </a:lnTo>
                  <a:lnTo>
                    <a:pt x="171005" y="523728"/>
                  </a:lnTo>
                  <a:lnTo>
                    <a:pt x="172926" y="523728"/>
                  </a:lnTo>
                  <a:lnTo>
                    <a:pt x="174847" y="523728"/>
                  </a:lnTo>
                  <a:lnTo>
                    <a:pt x="176769" y="523728"/>
                  </a:lnTo>
                  <a:lnTo>
                    <a:pt x="178690" y="523728"/>
                  </a:lnTo>
                  <a:lnTo>
                    <a:pt x="180612" y="523728"/>
                  </a:lnTo>
                  <a:lnTo>
                    <a:pt x="182533" y="523728"/>
                  </a:lnTo>
                  <a:lnTo>
                    <a:pt x="184454" y="523728"/>
                  </a:lnTo>
                  <a:lnTo>
                    <a:pt x="186376" y="523728"/>
                  </a:lnTo>
                  <a:lnTo>
                    <a:pt x="188297" y="523728"/>
                  </a:lnTo>
                  <a:lnTo>
                    <a:pt x="190219" y="523728"/>
                  </a:lnTo>
                  <a:lnTo>
                    <a:pt x="192140" y="523728"/>
                  </a:lnTo>
                  <a:lnTo>
                    <a:pt x="194061" y="523728"/>
                  </a:lnTo>
                  <a:lnTo>
                    <a:pt x="195983" y="523728"/>
                  </a:lnTo>
                  <a:lnTo>
                    <a:pt x="197904" y="523728"/>
                  </a:lnTo>
                  <a:lnTo>
                    <a:pt x="199826" y="523728"/>
                  </a:lnTo>
                  <a:lnTo>
                    <a:pt x="201747" y="523728"/>
                  </a:lnTo>
                  <a:lnTo>
                    <a:pt x="203668" y="523728"/>
                  </a:lnTo>
                  <a:lnTo>
                    <a:pt x="205590" y="523728"/>
                  </a:lnTo>
                  <a:lnTo>
                    <a:pt x="207511" y="523728"/>
                  </a:lnTo>
                  <a:lnTo>
                    <a:pt x="209433" y="523728"/>
                  </a:lnTo>
                  <a:lnTo>
                    <a:pt x="211354" y="523728"/>
                  </a:lnTo>
                  <a:lnTo>
                    <a:pt x="213275" y="523728"/>
                  </a:lnTo>
                  <a:lnTo>
                    <a:pt x="215197" y="523728"/>
                  </a:lnTo>
                  <a:lnTo>
                    <a:pt x="217118" y="523728"/>
                  </a:lnTo>
                  <a:lnTo>
                    <a:pt x="219040" y="523728"/>
                  </a:lnTo>
                  <a:lnTo>
                    <a:pt x="220961" y="523728"/>
                  </a:lnTo>
                  <a:lnTo>
                    <a:pt x="222883" y="523728"/>
                  </a:lnTo>
                  <a:lnTo>
                    <a:pt x="224804" y="523728"/>
                  </a:lnTo>
                  <a:lnTo>
                    <a:pt x="226725" y="523728"/>
                  </a:lnTo>
                  <a:lnTo>
                    <a:pt x="228647" y="523728"/>
                  </a:lnTo>
                  <a:lnTo>
                    <a:pt x="230568" y="523728"/>
                  </a:lnTo>
                  <a:lnTo>
                    <a:pt x="232490" y="523728"/>
                  </a:lnTo>
                  <a:lnTo>
                    <a:pt x="234411" y="523728"/>
                  </a:lnTo>
                  <a:lnTo>
                    <a:pt x="236332" y="523728"/>
                  </a:lnTo>
                  <a:lnTo>
                    <a:pt x="238254" y="523728"/>
                  </a:lnTo>
                  <a:lnTo>
                    <a:pt x="240175" y="523728"/>
                  </a:lnTo>
                  <a:lnTo>
                    <a:pt x="242097" y="523728"/>
                  </a:lnTo>
                  <a:lnTo>
                    <a:pt x="244018" y="523728"/>
                  </a:lnTo>
                  <a:lnTo>
                    <a:pt x="245939" y="523728"/>
                  </a:lnTo>
                  <a:lnTo>
                    <a:pt x="247861" y="523728"/>
                  </a:lnTo>
                  <a:lnTo>
                    <a:pt x="249782" y="523728"/>
                  </a:lnTo>
                  <a:lnTo>
                    <a:pt x="251704" y="523728"/>
                  </a:lnTo>
                  <a:lnTo>
                    <a:pt x="253625" y="523728"/>
                  </a:lnTo>
                  <a:lnTo>
                    <a:pt x="255546" y="523728"/>
                  </a:lnTo>
                  <a:lnTo>
                    <a:pt x="257468" y="523728"/>
                  </a:lnTo>
                  <a:lnTo>
                    <a:pt x="259389" y="523728"/>
                  </a:lnTo>
                  <a:lnTo>
                    <a:pt x="261311" y="523728"/>
                  </a:lnTo>
                  <a:lnTo>
                    <a:pt x="263232" y="523728"/>
                  </a:lnTo>
                  <a:lnTo>
                    <a:pt x="265153" y="523728"/>
                  </a:lnTo>
                  <a:lnTo>
                    <a:pt x="267075" y="523728"/>
                  </a:lnTo>
                  <a:lnTo>
                    <a:pt x="268996" y="523728"/>
                  </a:lnTo>
                  <a:lnTo>
                    <a:pt x="270918" y="523728"/>
                  </a:lnTo>
                  <a:lnTo>
                    <a:pt x="272839" y="523728"/>
                  </a:lnTo>
                  <a:lnTo>
                    <a:pt x="274760" y="523728"/>
                  </a:lnTo>
                  <a:lnTo>
                    <a:pt x="276682" y="523728"/>
                  </a:lnTo>
                  <a:lnTo>
                    <a:pt x="278603" y="523728"/>
                  </a:lnTo>
                  <a:lnTo>
                    <a:pt x="280525" y="523728"/>
                  </a:lnTo>
                  <a:lnTo>
                    <a:pt x="282446" y="523728"/>
                  </a:lnTo>
                  <a:lnTo>
                    <a:pt x="284367" y="523728"/>
                  </a:lnTo>
                  <a:lnTo>
                    <a:pt x="286289" y="523728"/>
                  </a:lnTo>
                  <a:lnTo>
                    <a:pt x="288210" y="523728"/>
                  </a:lnTo>
                  <a:lnTo>
                    <a:pt x="290132" y="523728"/>
                  </a:lnTo>
                  <a:lnTo>
                    <a:pt x="292053" y="523728"/>
                  </a:lnTo>
                  <a:lnTo>
                    <a:pt x="293975" y="523728"/>
                  </a:lnTo>
                  <a:lnTo>
                    <a:pt x="295896" y="523728"/>
                  </a:lnTo>
                  <a:lnTo>
                    <a:pt x="297817" y="523728"/>
                  </a:lnTo>
                  <a:lnTo>
                    <a:pt x="299739" y="523728"/>
                  </a:lnTo>
                  <a:lnTo>
                    <a:pt x="301660" y="523728"/>
                  </a:lnTo>
                  <a:lnTo>
                    <a:pt x="303582" y="523728"/>
                  </a:lnTo>
                  <a:lnTo>
                    <a:pt x="305503" y="523728"/>
                  </a:lnTo>
                  <a:lnTo>
                    <a:pt x="307424" y="523728"/>
                  </a:lnTo>
                  <a:lnTo>
                    <a:pt x="309346" y="523728"/>
                  </a:lnTo>
                  <a:lnTo>
                    <a:pt x="311267" y="523728"/>
                  </a:lnTo>
                  <a:lnTo>
                    <a:pt x="313189" y="523728"/>
                  </a:lnTo>
                  <a:lnTo>
                    <a:pt x="315110" y="523728"/>
                  </a:lnTo>
                  <a:lnTo>
                    <a:pt x="317031" y="523728"/>
                  </a:lnTo>
                  <a:lnTo>
                    <a:pt x="318953" y="523728"/>
                  </a:lnTo>
                  <a:lnTo>
                    <a:pt x="320874" y="523728"/>
                  </a:lnTo>
                  <a:lnTo>
                    <a:pt x="322796" y="523728"/>
                  </a:lnTo>
                  <a:lnTo>
                    <a:pt x="324717" y="523728"/>
                  </a:lnTo>
                  <a:lnTo>
                    <a:pt x="326638" y="523728"/>
                  </a:lnTo>
                  <a:lnTo>
                    <a:pt x="328560" y="523728"/>
                  </a:lnTo>
                  <a:lnTo>
                    <a:pt x="330481" y="523728"/>
                  </a:lnTo>
                  <a:lnTo>
                    <a:pt x="332403" y="523728"/>
                  </a:lnTo>
                  <a:lnTo>
                    <a:pt x="334324" y="523728"/>
                  </a:lnTo>
                  <a:lnTo>
                    <a:pt x="336245" y="523728"/>
                  </a:lnTo>
                  <a:lnTo>
                    <a:pt x="338167" y="523728"/>
                  </a:lnTo>
                  <a:lnTo>
                    <a:pt x="340088" y="523728"/>
                  </a:lnTo>
                  <a:lnTo>
                    <a:pt x="342010" y="523728"/>
                  </a:lnTo>
                  <a:lnTo>
                    <a:pt x="343931" y="523728"/>
                  </a:lnTo>
                  <a:lnTo>
                    <a:pt x="345852" y="523728"/>
                  </a:lnTo>
                  <a:lnTo>
                    <a:pt x="347774" y="523728"/>
                  </a:lnTo>
                  <a:lnTo>
                    <a:pt x="349695" y="523728"/>
                  </a:lnTo>
                  <a:lnTo>
                    <a:pt x="351617" y="523728"/>
                  </a:lnTo>
                  <a:lnTo>
                    <a:pt x="353538" y="523728"/>
                  </a:lnTo>
                  <a:lnTo>
                    <a:pt x="355459" y="523728"/>
                  </a:lnTo>
                  <a:lnTo>
                    <a:pt x="357381" y="523728"/>
                  </a:lnTo>
                  <a:lnTo>
                    <a:pt x="359302" y="523728"/>
                  </a:lnTo>
                  <a:lnTo>
                    <a:pt x="361224" y="523728"/>
                  </a:lnTo>
                  <a:lnTo>
                    <a:pt x="363145" y="523728"/>
                  </a:lnTo>
                  <a:lnTo>
                    <a:pt x="365067" y="523728"/>
                  </a:lnTo>
                  <a:lnTo>
                    <a:pt x="366988" y="523728"/>
                  </a:lnTo>
                  <a:lnTo>
                    <a:pt x="368909" y="523728"/>
                  </a:lnTo>
                  <a:lnTo>
                    <a:pt x="370831" y="523728"/>
                  </a:lnTo>
                  <a:lnTo>
                    <a:pt x="372752" y="523728"/>
                  </a:lnTo>
                  <a:lnTo>
                    <a:pt x="374674" y="523728"/>
                  </a:lnTo>
                  <a:lnTo>
                    <a:pt x="376595" y="523728"/>
                  </a:lnTo>
                  <a:lnTo>
                    <a:pt x="378516" y="523728"/>
                  </a:lnTo>
                  <a:lnTo>
                    <a:pt x="380438" y="523728"/>
                  </a:lnTo>
                  <a:lnTo>
                    <a:pt x="382359" y="523728"/>
                  </a:lnTo>
                  <a:lnTo>
                    <a:pt x="384281" y="523728"/>
                  </a:lnTo>
                  <a:lnTo>
                    <a:pt x="386202" y="523728"/>
                  </a:lnTo>
                  <a:lnTo>
                    <a:pt x="388123" y="523728"/>
                  </a:lnTo>
                  <a:lnTo>
                    <a:pt x="390045" y="523728"/>
                  </a:lnTo>
                  <a:lnTo>
                    <a:pt x="391966" y="523728"/>
                  </a:lnTo>
                  <a:lnTo>
                    <a:pt x="393888" y="523728"/>
                  </a:lnTo>
                  <a:lnTo>
                    <a:pt x="395809" y="523728"/>
                  </a:lnTo>
                  <a:lnTo>
                    <a:pt x="397730" y="523728"/>
                  </a:lnTo>
                  <a:lnTo>
                    <a:pt x="399652" y="523728"/>
                  </a:lnTo>
                  <a:lnTo>
                    <a:pt x="401573" y="523728"/>
                  </a:lnTo>
                  <a:lnTo>
                    <a:pt x="403495" y="523728"/>
                  </a:lnTo>
                  <a:lnTo>
                    <a:pt x="405416" y="523728"/>
                  </a:lnTo>
                  <a:lnTo>
                    <a:pt x="407337" y="523728"/>
                  </a:lnTo>
                  <a:lnTo>
                    <a:pt x="409259" y="523728"/>
                  </a:lnTo>
                  <a:lnTo>
                    <a:pt x="411180" y="523728"/>
                  </a:lnTo>
                  <a:lnTo>
                    <a:pt x="413102" y="523728"/>
                  </a:lnTo>
                  <a:lnTo>
                    <a:pt x="415023" y="523728"/>
                  </a:lnTo>
                  <a:lnTo>
                    <a:pt x="416944" y="523728"/>
                  </a:lnTo>
                  <a:lnTo>
                    <a:pt x="418866" y="523728"/>
                  </a:lnTo>
                  <a:lnTo>
                    <a:pt x="420787" y="523727"/>
                  </a:lnTo>
                  <a:lnTo>
                    <a:pt x="422709" y="523726"/>
                  </a:lnTo>
                  <a:lnTo>
                    <a:pt x="424630" y="523725"/>
                  </a:lnTo>
                  <a:lnTo>
                    <a:pt x="426551" y="523722"/>
                  </a:lnTo>
                  <a:lnTo>
                    <a:pt x="428473" y="523717"/>
                  </a:lnTo>
                  <a:lnTo>
                    <a:pt x="430394" y="523709"/>
                  </a:lnTo>
                  <a:lnTo>
                    <a:pt x="432316" y="523696"/>
                  </a:lnTo>
                  <a:lnTo>
                    <a:pt x="434237" y="523675"/>
                  </a:lnTo>
                  <a:lnTo>
                    <a:pt x="436159" y="523644"/>
                  </a:lnTo>
                  <a:lnTo>
                    <a:pt x="438080" y="523599"/>
                  </a:lnTo>
                  <a:lnTo>
                    <a:pt x="440001" y="523536"/>
                  </a:lnTo>
                  <a:lnTo>
                    <a:pt x="441923" y="523450"/>
                  </a:lnTo>
                  <a:lnTo>
                    <a:pt x="443844" y="523336"/>
                  </a:lnTo>
                  <a:lnTo>
                    <a:pt x="445766" y="523190"/>
                  </a:lnTo>
                  <a:lnTo>
                    <a:pt x="447687" y="523007"/>
                  </a:lnTo>
                  <a:lnTo>
                    <a:pt x="449608" y="522790"/>
                  </a:lnTo>
                  <a:lnTo>
                    <a:pt x="451530" y="522543"/>
                  </a:lnTo>
                  <a:lnTo>
                    <a:pt x="453451" y="522274"/>
                  </a:lnTo>
                  <a:lnTo>
                    <a:pt x="455373" y="521992"/>
                  </a:lnTo>
                  <a:lnTo>
                    <a:pt x="457294" y="521712"/>
                  </a:lnTo>
                  <a:lnTo>
                    <a:pt x="459215" y="521448"/>
                  </a:lnTo>
                  <a:lnTo>
                    <a:pt x="461137" y="521215"/>
                  </a:lnTo>
                  <a:lnTo>
                    <a:pt x="463058" y="521025"/>
                  </a:lnTo>
                  <a:lnTo>
                    <a:pt x="464980" y="520888"/>
                  </a:lnTo>
                  <a:lnTo>
                    <a:pt x="466901" y="520806"/>
                  </a:lnTo>
                  <a:lnTo>
                    <a:pt x="468822" y="520777"/>
                  </a:lnTo>
                  <a:lnTo>
                    <a:pt x="470744" y="520789"/>
                  </a:lnTo>
                  <a:lnTo>
                    <a:pt x="472665" y="520822"/>
                  </a:lnTo>
                  <a:lnTo>
                    <a:pt x="474587" y="520854"/>
                  </a:lnTo>
                  <a:lnTo>
                    <a:pt x="476508" y="520864"/>
                  </a:lnTo>
                  <a:lnTo>
                    <a:pt x="478429" y="520834"/>
                  </a:lnTo>
                  <a:lnTo>
                    <a:pt x="480351" y="520747"/>
                  </a:lnTo>
                  <a:lnTo>
                    <a:pt x="482272" y="520594"/>
                  </a:lnTo>
                  <a:lnTo>
                    <a:pt x="484194" y="520372"/>
                  </a:lnTo>
                  <a:lnTo>
                    <a:pt x="486115" y="520085"/>
                  </a:lnTo>
                  <a:lnTo>
                    <a:pt x="488036" y="519743"/>
                  </a:lnTo>
                  <a:lnTo>
                    <a:pt x="489958" y="519359"/>
                  </a:lnTo>
                  <a:lnTo>
                    <a:pt x="491879" y="518952"/>
                  </a:lnTo>
                  <a:lnTo>
                    <a:pt x="493801" y="518546"/>
                  </a:lnTo>
                  <a:lnTo>
                    <a:pt x="495722" y="518160"/>
                  </a:lnTo>
                  <a:lnTo>
                    <a:pt x="497643" y="517812"/>
                  </a:lnTo>
                  <a:lnTo>
                    <a:pt x="499565" y="517516"/>
                  </a:lnTo>
                  <a:lnTo>
                    <a:pt x="501486" y="517281"/>
                  </a:lnTo>
                  <a:lnTo>
                    <a:pt x="503408" y="517112"/>
                  </a:lnTo>
                  <a:lnTo>
                    <a:pt x="505329" y="517012"/>
                  </a:lnTo>
                  <a:lnTo>
                    <a:pt x="507250" y="516978"/>
                  </a:lnTo>
                  <a:lnTo>
                    <a:pt x="509172" y="517001"/>
                  </a:lnTo>
                  <a:lnTo>
                    <a:pt x="511093" y="517071"/>
                  </a:lnTo>
                  <a:lnTo>
                    <a:pt x="513015" y="517175"/>
                  </a:lnTo>
                  <a:lnTo>
                    <a:pt x="514936" y="517293"/>
                  </a:lnTo>
                  <a:lnTo>
                    <a:pt x="516858" y="517402"/>
                  </a:lnTo>
                  <a:lnTo>
                    <a:pt x="518779" y="517478"/>
                  </a:lnTo>
                  <a:lnTo>
                    <a:pt x="520700" y="517499"/>
                  </a:lnTo>
                  <a:lnTo>
                    <a:pt x="522622" y="517441"/>
                  </a:lnTo>
                  <a:lnTo>
                    <a:pt x="524543" y="517283"/>
                  </a:lnTo>
                  <a:lnTo>
                    <a:pt x="526465" y="517009"/>
                  </a:lnTo>
                  <a:lnTo>
                    <a:pt x="528386" y="516609"/>
                  </a:lnTo>
                  <a:lnTo>
                    <a:pt x="530307" y="516081"/>
                  </a:lnTo>
                  <a:lnTo>
                    <a:pt x="532229" y="515433"/>
                  </a:lnTo>
                  <a:lnTo>
                    <a:pt x="534150" y="514684"/>
                  </a:lnTo>
                  <a:lnTo>
                    <a:pt x="536072" y="513863"/>
                  </a:lnTo>
                  <a:lnTo>
                    <a:pt x="537993" y="513008"/>
                  </a:lnTo>
                  <a:lnTo>
                    <a:pt x="539914" y="512172"/>
                  </a:lnTo>
                  <a:lnTo>
                    <a:pt x="541836" y="511401"/>
                  </a:lnTo>
                  <a:lnTo>
                    <a:pt x="543757" y="510737"/>
                  </a:lnTo>
                  <a:lnTo>
                    <a:pt x="545679" y="510213"/>
                  </a:lnTo>
                  <a:lnTo>
                    <a:pt x="547600" y="509853"/>
                  </a:lnTo>
                  <a:lnTo>
                    <a:pt x="549521" y="509668"/>
                  </a:lnTo>
                  <a:lnTo>
                    <a:pt x="551443" y="509657"/>
                  </a:lnTo>
                  <a:lnTo>
                    <a:pt x="553364" y="509803"/>
                  </a:lnTo>
                  <a:lnTo>
                    <a:pt x="555286" y="510079"/>
                  </a:lnTo>
                  <a:lnTo>
                    <a:pt x="557207" y="510447"/>
                  </a:lnTo>
                  <a:lnTo>
                    <a:pt x="559128" y="510863"/>
                  </a:lnTo>
                  <a:lnTo>
                    <a:pt x="561050" y="511277"/>
                  </a:lnTo>
                  <a:lnTo>
                    <a:pt x="562971" y="511637"/>
                  </a:lnTo>
                  <a:lnTo>
                    <a:pt x="564893" y="511906"/>
                  </a:lnTo>
                  <a:lnTo>
                    <a:pt x="566814" y="512056"/>
                  </a:lnTo>
                  <a:lnTo>
                    <a:pt x="568735" y="512072"/>
                  </a:lnTo>
                  <a:lnTo>
                    <a:pt x="570657" y="511953"/>
                  </a:lnTo>
                  <a:lnTo>
                    <a:pt x="572578" y="511710"/>
                  </a:lnTo>
                  <a:lnTo>
                    <a:pt x="574500" y="511368"/>
                  </a:lnTo>
                  <a:lnTo>
                    <a:pt x="576421" y="510964"/>
                  </a:lnTo>
                  <a:lnTo>
                    <a:pt x="578342" y="510541"/>
                  </a:lnTo>
                  <a:lnTo>
                    <a:pt x="580264" y="510147"/>
                  </a:lnTo>
                  <a:lnTo>
                    <a:pt x="582185" y="509828"/>
                  </a:lnTo>
                  <a:lnTo>
                    <a:pt x="584107" y="509642"/>
                  </a:lnTo>
                  <a:lnTo>
                    <a:pt x="586028" y="509614"/>
                  </a:lnTo>
                  <a:lnTo>
                    <a:pt x="587950" y="509758"/>
                  </a:lnTo>
                  <a:lnTo>
                    <a:pt x="589871" y="510079"/>
                  </a:lnTo>
                  <a:lnTo>
                    <a:pt x="591792" y="510562"/>
                  </a:lnTo>
                  <a:lnTo>
                    <a:pt x="593714" y="511185"/>
                  </a:lnTo>
                  <a:lnTo>
                    <a:pt x="595635" y="511911"/>
                  </a:lnTo>
                  <a:lnTo>
                    <a:pt x="597557" y="512699"/>
                  </a:lnTo>
                  <a:lnTo>
                    <a:pt x="599478" y="513502"/>
                  </a:lnTo>
                  <a:lnTo>
                    <a:pt x="601399" y="514277"/>
                  </a:lnTo>
                  <a:lnTo>
                    <a:pt x="603321" y="514985"/>
                  </a:lnTo>
                  <a:lnTo>
                    <a:pt x="605242" y="515596"/>
                  </a:lnTo>
                  <a:lnTo>
                    <a:pt x="607164" y="516079"/>
                  </a:lnTo>
                  <a:lnTo>
                    <a:pt x="609085" y="516444"/>
                  </a:lnTo>
                  <a:lnTo>
                    <a:pt x="611006" y="516702"/>
                  </a:lnTo>
                  <a:lnTo>
                    <a:pt x="612928" y="516877"/>
                  </a:lnTo>
                  <a:lnTo>
                    <a:pt x="614849" y="516997"/>
                  </a:lnTo>
                  <a:lnTo>
                    <a:pt x="616771" y="517096"/>
                  </a:lnTo>
                  <a:lnTo>
                    <a:pt x="618692" y="517206"/>
                  </a:lnTo>
                  <a:lnTo>
                    <a:pt x="620613" y="517356"/>
                  </a:lnTo>
                  <a:lnTo>
                    <a:pt x="622535" y="517565"/>
                  </a:lnTo>
                  <a:lnTo>
                    <a:pt x="624456" y="517843"/>
                  </a:lnTo>
                  <a:lnTo>
                    <a:pt x="626378" y="518190"/>
                  </a:lnTo>
                  <a:lnTo>
                    <a:pt x="628299" y="518592"/>
                  </a:lnTo>
                  <a:lnTo>
                    <a:pt x="630220" y="519022"/>
                  </a:lnTo>
                  <a:lnTo>
                    <a:pt x="632142" y="519443"/>
                  </a:lnTo>
                  <a:lnTo>
                    <a:pt x="634063" y="519815"/>
                  </a:lnTo>
                  <a:lnTo>
                    <a:pt x="635985" y="520101"/>
                  </a:lnTo>
                  <a:lnTo>
                    <a:pt x="637906" y="520265"/>
                  </a:lnTo>
                  <a:lnTo>
                    <a:pt x="639827" y="520274"/>
                  </a:lnTo>
                  <a:lnTo>
                    <a:pt x="641749" y="520103"/>
                  </a:lnTo>
                  <a:lnTo>
                    <a:pt x="643670" y="519732"/>
                  </a:lnTo>
                  <a:lnTo>
                    <a:pt x="645592" y="519144"/>
                  </a:lnTo>
                  <a:lnTo>
                    <a:pt x="647513" y="518331"/>
                  </a:lnTo>
                  <a:lnTo>
                    <a:pt x="649434" y="517286"/>
                  </a:lnTo>
                  <a:lnTo>
                    <a:pt x="651356" y="515996"/>
                  </a:lnTo>
                  <a:lnTo>
                    <a:pt x="653277" y="514437"/>
                  </a:lnTo>
                  <a:lnTo>
                    <a:pt x="655199" y="512614"/>
                  </a:lnTo>
                  <a:lnTo>
                    <a:pt x="657120" y="510503"/>
                  </a:lnTo>
                  <a:lnTo>
                    <a:pt x="659042" y="508067"/>
                  </a:lnTo>
                  <a:lnTo>
                    <a:pt x="660963" y="505260"/>
                  </a:lnTo>
                  <a:lnTo>
                    <a:pt x="662884" y="502017"/>
                  </a:lnTo>
                  <a:lnTo>
                    <a:pt x="664806" y="498265"/>
                  </a:lnTo>
                  <a:lnTo>
                    <a:pt x="666727" y="493915"/>
                  </a:lnTo>
                  <a:lnTo>
                    <a:pt x="668649" y="488870"/>
                  </a:lnTo>
                  <a:lnTo>
                    <a:pt x="670570" y="483027"/>
                  </a:lnTo>
                  <a:lnTo>
                    <a:pt x="672491" y="476280"/>
                  </a:lnTo>
                  <a:lnTo>
                    <a:pt x="674413" y="468488"/>
                  </a:lnTo>
                  <a:lnTo>
                    <a:pt x="676334" y="459492"/>
                  </a:lnTo>
                  <a:lnTo>
                    <a:pt x="678256" y="449266"/>
                  </a:lnTo>
                  <a:lnTo>
                    <a:pt x="680177" y="437723"/>
                  </a:lnTo>
                  <a:lnTo>
                    <a:pt x="682098" y="424781"/>
                  </a:lnTo>
                  <a:lnTo>
                    <a:pt x="684020" y="410369"/>
                  </a:lnTo>
                  <a:lnTo>
                    <a:pt x="685941" y="394428"/>
                  </a:lnTo>
                  <a:lnTo>
                    <a:pt x="687863" y="376920"/>
                  </a:lnTo>
                  <a:lnTo>
                    <a:pt x="689784" y="357836"/>
                  </a:lnTo>
                  <a:lnTo>
                    <a:pt x="691705" y="337204"/>
                  </a:lnTo>
                  <a:lnTo>
                    <a:pt x="693627" y="315097"/>
                  </a:lnTo>
                  <a:lnTo>
                    <a:pt x="695548" y="291645"/>
                  </a:lnTo>
                  <a:lnTo>
                    <a:pt x="697470" y="267006"/>
                  </a:lnTo>
                  <a:lnTo>
                    <a:pt x="699391" y="241470"/>
                  </a:lnTo>
                  <a:lnTo>
                    <a:pt x="701312" y="215440"/>
                  </a:lnTo>
                  <a:lnTo>
                    <a:pt x="703234" y="189291"/>
                  </a:lnTo>
                  <a:lnTo>
                    <a:pt x="705155" y="163426"/>
                  </a:lnTo>
                  <a:lnTo>
                    <a:pt x="707077" y="138259"/>
                  </a:lnTo>
                  <a:lnTo>
                    <a:pt x="708998" y="114201"/>
                  </a:lnTo>
                  <a:lnTo>
                    <a:pt x="710919" y="91639"/>
                  </a:lnTo>
                  <a:lnTo>
                    <a:pt x="712841" y="70928"/>
                  </a:lnTo>
                  <a:lnTo>
                    <a:pt x="714762" y="52384"/>
                  </a:lnTo>
                  <a:lnTo>
                    <a:pt x="716684" y="36279"/>
                  </a:lnTo>
                  <a:lnTo>
                    <a:pt x="718605" y="22841"/>
                  </a:lnTo>
                  <a:lnTo>
                    <a:pt x="720526" y="12410"/>
                  </a:lnTo>
                  <a:lnTo>
                    <a:pt x="722448" y="5139"/>
                  </a:lnTo>
                  <a:lnTo>
                    <a:pt x="724369" y="983"/>
                  </a:lnTo>
                  <a:lnTo>
                    <a:pt x="726291" y="0"/>
                  </a:lnTo>
                  <a:lnTo>
                    <a:pt x="728212" y="2207"/>
                  </a:lnTo>
                  <a:lnTo>
                    <a:pt x="730134" y="7584"/>
                  </a:lnTo>
                  <a:lnTo>
                    <a:pt x="732055" y="16064"/>
                  </a:lnTo>
                  <a:lnTo>
                    <a:pt x="733976" y="27532"/>
                  </a:lnTo>
                  <a:lnTo>
                    <a:pt x="735898" y="41828"/>
                  </a:lnTo>
                  <a:lnTo>
                    <a:pt x="737819" y="58743"/>
                  </a:lnTo>
                  <a:lnTo>
                    <a:pt x="739741" y="78027"/>
                  </a:lnTo>
                  <a:lnTo>
                    <a:pt x="741662" y="99391"/>
                  </a:lnTo>
                  <a:lnTo>
                    <a:pt x="743583" y="122599"/>
                  </a:lnTo>
                  <a:lnTo>
                    <a:pt x="745505" y="147208"/>
                  </a:lnTo>
                  <a:lnTo>
                    <a:pt x="747426" y="172786"/>
                  </a:lnTo>
                  <a:lnTo>
                    <a:pt x="749348" y="198963"/>
                  </a:lnTo>
                  <a:lnTo>
                    <a:pt x="751269" y="225372"/>
                  </a:lnTo>
                  <a:lnTo>
                    <a:pt x="753190" y="251655"/>
                  </a:lnTo>
                  <a:lnTo>
                    <a:pt x="755112" y="277473"/>
                  </a:lnTo>
                  <a:lnTo>
                    <a:pt x="757033" y="302516"/>
                  </a:lnTo>
                  <a:lnTo>
                    <a:pt x="758955" y="326507"/>
                  </a:lnTo>
                  <a:lnTo>
                    <a:pt x="760876" y="349211"/>
                  </a:lnTo>
                  <a:lnTo>
                    <a:pt x="762797" y="370439"/>
                  </a:lnTo>
                  <a:lnTo>
                    <a:pt x="764719" y="390050"/>
                  </a:lnTo>
                  <a:lnTo>
                    <a:pt x="766640" y="407827"/>
                  </a:lnTo>
                  <a:lnTo>
                    <a:pt x="768562" y="423808"/>
                  </a:lnTo>
                  <a:lnTo>
                    <a:pt x="770483" y="438057"/>
                  </a:lnTo>
                  <a:lnTo>
                    <a:pt x="772404" y="450625"/>
                  </a:lnTo>
                  <a:lnTo>
                    <a:pt x="774326" y="461596"/>
                  </a:lnTo>
                  <a:lnTo>
                    <a:pt x="776247" y="471075"/>
                  </a:lnTo>
                  <a:lnTo>
                    <a:pt x="778169" y="479184"/>
                  </a:lnTo>
                  <a:lnTo>
                    <a:pt x="780090" y="486057"/>
                  </a:lnTo>
                  <a:lnTo>
                    <a:pt x="782011" y="491831"/>
                  </a:lnTo>
                  <a:lnTo>
                    <a:pt x="783933" y="496643"/>
                  </a:lnTo>
                  <a:lnTo>
                    <a:pt x="785854" y="500626"/>
                  </a:lnTo>
                  <a:lnTo>
                    <a:pt x="787776" y="503904"/>
                  </a:lnTo>
                  <a:lnTo>
                    <a:pt x="789697" y="506551"/>
                  </a:lnTo>
                  <a:lnTo>
                    <a:pt x="791618" y="508718"/>
                  </a:lnTo>
                  <a:lnTo>
                    <a:pt x="793540" y="510500"/>
                  </a:lnTo>
                  <a:lnTo>
                    <a:pt x="795461" y="511970"/>
                  </a:lnTo>
                  <a:lnTo>
                    <a:pt x="797383" y="513189"/>
                  </a:lnTo>
                  <a:lnTo>
                    <a:pt x="799304" y="514211"/>
                  </a:lnTo>
                  <a:lnTo>
                    <a:pt x="801226" y="515077"/>
                  </a:lnTo>
                  <a:lnTo>
                    <a:pt x="803147" y="515821"/>
                  </a:lnTo>
                  <a:lnTo>
                    <a:pt x="805068" y="516472"/>
                  </a:lnTo>
                  <a:lnTo>
                    <a:pt x="806990" y="517049"/>
                  </a:lnTo>
                  <a:lnTo>
                    <a:pt x="808911" y="517569"/>
                  </a:lnTo>
                  <a:lnTo>
                    <a:pt x="810833" y="518044"/>
                  </a:lnTo>
                  <a:lnTo>
                    <a:pt x="812754" y="518479"/>
                  </a:lnTo>
                  <a:lnTo>
                    <a:pt x="814675" y="518882"/>
                  </a:lnTo>
                  <a:lnTo>
                    <a:pt x="816597" y="519256"/>
                  </a:lnTo>
                  <a:lnTo>
                    <a:pt x="818518" y="519605"/>
                  </a:lnTo>
                  <a:lnTo>
                    <a:pt x="820440" y="519929"/>
                  </a:lnTo>
                  <a:lnTo>
                    <a:pt x="822361" y="520231"/>
                  </a:lnTo>
                  <a:lnTo>
                    <a:pt x="824282" y="520513"/>
                  </a:lnTo>
                  <a:lnTo>
                    <a:pt x="826204" y="520778"/>
                  </a:lnTo>
                  <a:lnTo>
                    <a:pt x="828125" y="521030"/>
                  </a:lnTo>
                  <a:lnTo>
                    <a:pt x="830047" y="521272"/>
                  </a:lnTo>
                  <a:lnTo>
                    <a:pt x="831968" y="521507"/>
                  </a:lnTo>
                  <a:lnTo>
                    <a:pt x="833889" y="521739"/>
                  </a:lnTo>
                  <a:lnTo>
                    <a:pt x="835811" y="521967"/>
                  </a:lnTo>
                  <a:lnTo>
                    <a:pt x="837732" y="522192"/>
                  </a:lnTo>
                  <a:lnTo>
                    <a:pt x="839654" y="522409"/>
                  </a:lnTo>
                  <a:lnTo>
                    <a:pt x="841575" y="522617"/>
                  </a:lnTo>
                  <a:lnTo>
                    <a:pt x="843496" y="522811"/>
                  </a:lnTo>
                  <a:lnTo>
                    <a:pt x="845418" y="522988"/>
                  </a:lnTo>
                  <a:lnTo>
                    <a:pt x="847339" y="523145"/>
                  </a:lnTo>
                  <a:lnTo>
                    <a:pt x="849261" y="523279"/>
                  </a:lnTo>
                  <a:lnTo>
                    <a:pt x="851182" y="523392"/>
                  </a:lnTo>
                  <a:lnTo>
                    <a:pt x="853103" y="523483"/>
                  </a:lnTo>
                  <a:lnTo>
                    <a:pt x="855025" y="523554"/>
                  </a:lnTo>
                  <a:lnTo>
                    <a:pt x="856946" y="523606"/>
                  </a:lnTo>
                  <a:lnTo>
                    <a:pt x="858868" y="523643"/>
                  </a:lnTo>
                  <a:lnTo>
                    <a:pt x="860789" y="523667"/>
                  </a:lnTo>
                  <a:lnTo>
                    <a:pt x="862710" y="523680"/>
                  </a:lnTo>
                  <a:lnTo>
                    <a:pt x="864632" y="523684"/>
                  </a:lnTo>
                  <a:lnTo>
                    <a:pt x="866553" y="523679"/>
                  </a:lnTo>
                  <a:lnTo>
                    <a:pt x="868475" y="523663"/>
                  </a:lnTo>
                  <a:lnTo>
                    <a:pt x="870396" y="523637"/>
                  </a:lnTo>
                  <a:lnTo>
                    <a:pt x="872318" y="523599"/>
                  </a:lnTo>
                  <a:lnTo>
                    <a:pt x="874239" y="523546"/>
                  </a:lnTo>
                  <a:lnTo>
                    <a:pt x="876160" y="523477"/>
                  </a:lnTo>
                  <a:lnTo>
                    <a:pt x="878082" y="523390"/>
                  </a:lnTo>
                  <a:lnTo>
                    <a:pt x="880003" y="523286"/>
                  </a:lnTo>
                  <a:lnTo>
                    <a:pt x="881925" y="523163"/>
                  </a:lnTo>
                  <a:lnTo>
                    <a:pt x="883846" y="523029"/>
                  </a:lnTo>
                  <a:lnTo>
                    <a:pt x="885767" y="522886"/>
                  </a:lnTo>
                  <a:lnTo>
                    <a:pt x="887689" y="522743"/>
                  </a:lnTo>
                  <a:lnTo>
                    <a:pt x="889610" y="522607"/>
                  </a:lnTo>
                  <a:lnTo>
                    <a:pt x="891532" y="522484"/>
                  </a:lnTo>
                  <a:lnTo>
                    <a:pt x="893453" y="522381"/>
                  </a:lnTo>
                  <a:lnTo>
                    <a:pt x="895374" y="522300"/>
                  </a:lnTo>
                  <a:lnTo>
                    <a:pt x="897296" y="522241"/>
                  </a:lnTo>
                  <a:lnTo>
                    <a:pt x="899217" y="522198"/>
                  </a:lnTo>
                  <a:lnTo>
                    <a:pt x="901139" y="522160"/>
                  </a:lnTo>
                  <a:lnTo>
                    <a:pt x="903060" y="522110"/>
                  </a:lnTo>
                  <a:lnTo>
                    <a:pt x="904981" y="522024"/>
                  </a:lnTo>
                  <a:lnTo>
                    <a:pt x="906903" y="521876"/>
                  </a:lnTo>
                  <a:lnTo>
                    <a:pt x="908824" y="521642"/>
                  </a:lnTo>
                  <a:lnTo>
                    <a:pt x="910746" y="521296"/>
                  </a:lnTo>
                  <a:lnTo>
                    <a:pt x="912667" y="520817"/>
                  </a:lnTo>
                  <a:lnTo>
                    <a:pt x="914588" y="520189"/>
                  </a:lnTo>
                  <a:lnTo>
                    <a:pt x="916510" y="519399"/>
                  </a:lnTo>
                  <a:lnTo>
                    <a:pt x="918431" y="518442"/>
                  </a:lnTo>
                  <a:lnTo>
                    <a:pt x="920353" y="517320"/>
                  </a:lnTo>
                  <a:lnTo>
                    <a:pt x="922274" y="516038"/>
                  </a:lnTo>
                  <a:lnTo>
                    <a:pt x="924195" y="514608"/>
                  </a:lnTo>
                  <a:lnTo>
                    <a:pt x="926117" y="513039"/>
                  </a:lnTo>
                  <a:lnTo>
                    <a:pt x="928038" y="511344"/>
                  </a:lnTo>
                  <a:lnTo>
                    <a:pt x="929960" y="509544"/>
                  </a:lnTo>
                  <a:lnTo>
                    <a:pt x="931881" y="507646"/>
                  </a:lnTo>
                  <a:lnTo>
                    <a:pt x="933802" y="505656"/>
                  </a:lnTo>
                  <a:lnTo>
                    <a:pt x="935724" y="503577"/>
                  </a:lnTo>
                  <a:lnTo>
                    <a:pt x="937645" y="501407"/>
                  </a:lnTo>
                  <a:lnTo>
                    <a:pt x="939567" y="499146"/>
                  </a:lnTo>
                  <a:lnTo>
                    <a:pt x="941488" y="496796"/>
                  </a:lnTo>
                  <a:lnTo>
                    <a:pt x="943410" y="494362"/>
                  </a:lnTo>
                  <a:lnTo>
                    <a:pt x="945331" y="491852"/>
                  </a:lnTo>
                  <a:lnTo>
                    <a:pt x="947252" y="489287"/>
                  </a:lnTo>
                  <a:lnTo>
                    <a:pt x="949174" y="486691"/>
                  </a:lnTo>
                  <a:lnTo>
                    <a:pt x="951095" y="484110"/>
                  </a:lnTo>
                  <a:lnTo>
                    <a:pt x="953017" y="481590"/>
                  </a:lnTo>
                  <a:lnTo>
                    <a:pt x="954938" y="479186"/>
                  </a:lnTo>
                  <a:lnTo>
                    <a:pt x="956859" y="476957"/>
                  </a:lnTo>
                  <a:lnTo>
                    <a:pt x="958781" y="474969"/>
                  </a:lnTo>
                  <a:lnTo>
                    <a:pt x="960702" y="473291"/>
                  </a:lnTo>
                  <a:lnTo>
                    <a:pt x="962624" y="471994"/>
                  </a:lnTo>
                  <a:lnTo>
                    <a:pt x="964545" y="471148"/>
                  </a:lnTo>
                  <a:lnTo>
                    <a:pt x="966466" y="470822"/>
                  </a:lnTo>
                  <a:lnTo>
                    <a:pt x="968388" y="471078"/>
                  </a:lnTo>
                  <a:lnTo>
                    <a:pt x="970309" y="471961"/>
                  </a:lnTo>
                  <a:lnTo>
                    <a:pt x="972231" y="473543"/>
                  </a:lnTo>
                  <a:lnTo>
                    <a:pt x="974152" y="475802"/>
                  </a:lnTo>
                  <a:lnTo>
                    <a:pt x="976073" y="478670"/>
                  </a:lnTo>
                  <a:lnTo>
                    <a:pt x="977995" y="482072"/>
                  </a:lnTo>
                  <a:lnTo>
                    <a:pt x="979916" y="485900"/>
                  </a:lnTo>
                  <a:lnTo>
                    <a:pt x="981838" y="490021"/>
                  </a:lnTo>
                  <a:lnTo>
                    <a:pt x="981838" y="523728"/>
                  </a:lnTo>
                  <a:lnTo>
                    <a:pt x="979916" y="523728"/>
                  </a:lnTo>
                  <a:lnTo>
                    <a:pt x="977995" y="523728"/>
                  </a:lnTo>
                  <a:lnTo>
                    <a:pt x="976073" y="523728"/>
                  </a:lnTo>
                  <a:lnTo>
                    <a:pt x="974152" y="523728"/>
                  </a:lnTo>
                  <a:lnTo>
                    <a:pt x="972231" y="523728"/>
                  </a:lnTo>
                  <a:lnTo>
                    <a:pt x="970309" y="523728"/>
                  </a:lnTo>
                  <a:lnTo>
                    <a:pt x="968388" y="523728"/>
                  </a:lnTo>
                  <a:lnTo>
                    <a:pt x="966466" y="523728"/>
                  </a:lnTo>
                  <a:lnTo>
                    <a:pt x="964545" y="523728"/>
                  </a:lnTo>
                  <a:lnTo>
                    <a:pt x="962624" y="523728"/>
                  </a:lnTo>
                  <a:lnTo>
                    <a:pt x="960702" y="523728"/>
                  </a:lnTo>
                  <a:lnTo>
                    <a:pt x="958781" y="523728"/>
                  </a:lnTo>
                  <a:lnTo>
                    <a:pt x="956859" y="523728"/>
                  </a:lnTo>
                  <a:lnTo>
                    <a:pt x="954938" y="523728"/>
                  </a:lnTo>
                  <a:lnTo>
                    <a:pt x="953017" y="523728"/>
                  </a:lnTo>
                  <a:lnTo>
                    <a:pt x="951095" y="523728"/>
                  </a:lnTo>
                  <a:lnTo>
                    <a:pt x="949174" y="523728"/>
                  </a:lnTo>
                  <a:lnTo>
                    <a:pt x="947252" y="523728"/>
                  </a:lnTo>
                  <a:lnTo>
                    <a:pt x="945331" y="523728"/>
                  </a:lnTo>
                  <a:lnTo>
                    <a:pt x="943410" y="523728"/>
                  </a:lnTo>
                  <a:lnTo>
                    <a:pt x="941488" y="523728"/>
                  </a:lnTo>
                  <a:lnTo>
                    <a:pt x="939567" y="523728"/>
                  </a:lnTo>
                  <a:lnTo>
                    <a:pt x="937645" y="523728"/>
                  </a:lnTo>
                  <a:lnTo>
                    <a:pt x="935724" y="523728"/>
                  </a:lnTo>
                  <a:lnTo>
                    <a:pt x="933802" y="523728"/>
                  </a:lnTo>
                  <a:lnTo>
                    <a:pt x="931881" y="523728"/>
                  </a:lnTo>
                  <a:lnTo>
                    <a:pt x="929960" y="523728"/>
                  </a:lnTo>
                  <a:lnTo>
                    <a:pt x="928038" y="523728"/>
                  </a:lnTo>
                  <a:lnTo>
                    <a:pt x="926117" y="523728"/>
                  </a:lnTo>
                  <a:lnTo>
                    <a:pt x="924195" y="523728"/>
                  </a:lnTo>
                  <a:lnTo>
                    <a:pt x="922274" y="523728"/>
                  </a:lnTo>
                  <a:lnTo>
                    <a:pt x="920353" y="523728"/>
                  </a:lnTo>
                  <a:lnTo>
                    <a:pt x="918431" y="523728"/>
                  </a:lnTo>
                  <a:lnTo>
                    <a:pt x="916510" y="523728"/>
                  </a:lnTo>
                  <a:lnTo>
                    <a:pt x="914588" y="523728"/>
                  </a:lnTo>
                  <a:lnTo>
                    <a:pt x="912667" y="523728"/>
                  </a:lnTo>
                  <a:lnTo>
                    <a:pt x="910746" y="523728"/>
                  </a:lnTo>
                  <a:lnTo>
                    <a:pt x="908824" y="523728"/>
                  </a:lnTo>
                  <a:lnTo>
                    <a:pt x="906903" y="523728"/>
                  </a:lnTo>
                  <a:lnTo>
                    <a:pt x="904981" y="523728"/>
                  </a:lnTo>
                  <a:lnTo>
                    <a:pt x="903060" y="523728"/>
                  </a:lnTo>
                  <a:lnTo>
                    <a:pt x="901139" y="523728"/>
                  </a:lnTo>
                  <a:lnTo>
                    <a:pt x="899217" y="523728"/>
                  </a:lnTo>
                  <a:lnTo>
                    <a:pt x="897296" y="523728"/>
                  </a:lnTo>
                  <a:lnTo>
                    <a:pt x="895374" y="523728"/>
                  </a:lnTo>
                  <a:lnTo>
                    <a:pt x="893453" y="523728"/>
                  </a:lnTo>
                  <a:lnTo>
                    <a:pt x="891532" y="523728"/>
                  </a:lnTo>
                  <a:lnTo>
                    <a:pt x="889610" y="523728"/>
                  </a:lnTo>
                  <a:lnTo>
                    <a:pt x="887689" y="523728"/>
                  </a:lnTo>
                  <a:lnTo>
                    <a:pt x="885767" y="523728"/>
                  </a:lnTo>
                  <a:lnTo>
                    <a:pt x="883846" y="523728"/>
                  </a:lnTo>
                  <a:lnTo>
                    <a:pt x="881925" y="523728"/>
                  </a:lnTo>
                  <a:lnTo>
                    <a:pt x="880003" y="523728"/>
                  </a:lnTo>
                  <a:lnTo>
                    <a:pt x="878082" y="523728"/>
                  </a:lnTo>
                  <a:lnTo>
                    <a:pt x="876160" y="523728"/>
                  </a:lnTo>
                  <a:lnTo>
                    <a:pt x="874239" y="523728"/>
                  </a:lnTo>
                  <a:lnTo>
                    <a:pt x="872318" y="523728"/>
                  </a:lnTo>
                  <a:lnTo>
                    <a:pt x="870396" y="523728"/>
                  </a:lnTo>
                  <a:lnTo>
                    <a:pt x="868475" y="523728"/>
                  </a:lnTo>
                  <a:lnTo>
                    <a:pt x="866553" y="523728"/>
                  </a:lnTo>
                  <a:lnTo>
                    <a:pt x="864632" y="523728"/>
                  </a:lnTo>
                  <a:lnTo>
                    <a:pt x="862710" y="523728"/>
                  </a:lnTo>
                  <a:lnTo>
                    <a:pt x="860789" y="523728"/>
                  </a:lnTo>
                  <a:lnTo>
                    <a:pt x="858868" y="523728"/>
                  </a:lnTo>
                  <a:lnTo>
                    <a:pt x="856946" y="523728"/>
                  </a:lnTo>
                  <a:lnTo>
                    <a:pt x="855025" y="523728"/>
                  </a:lnTo>
                  <a:lnTo>
                    <a:pt x="853103" y="523728"/>
                  </a:lnTo>
                  <a:lnTo>
                    <a:pt x="851182" y="523728"/>
                  </a:lnTo>
                  <a:lnTo>
                    <a:pt x="849261" y="523728"/>
                  </a:lnTo>
                  <a:lnTo>
                    <a:pt x="847339" y="523728"/>
                  </a:lnTo>
                  <a:lnTo>
                    <a:pt x="845418" y="523728"/>
                  </a:lnTo>
                  <a:lnTo>
                    <a:pt x="843496" y="523728"/>
                  </a:lnTo>
                  <a:lnTo>
                    <a:pt x="841575" y="523728"/>
                  </a:lnTo>
                  <a:lnTo>
                    <a:pt x="839654" y="523728"/>
                  </a:lnTo>
                  <a:lnTo>
                    <a:pt x="837732" y="523728"/>
                  </a:lnTo>
                  <a:lnTo>
                    <a:pt x="835811" y="523728"/>
                  </a:lnTo>
                  <a:lnTo>
                    <a:pt x="833889" y="523728"/>
                  </a:lnTo>
                  <a:lnTo>
                    <a:pt x="831968" y="523728"/>
                  </a:lnTo>
                  <a:lnTo>
                    <a:pt x="830047" y="523728"/>
                  </a:lnTo>
                  <a:lnTo>
                    <a:pt x="828125" y="523728"/>
                  </a:lnTo>
                  <a:lnTo>
                    <a:pt x="826204" y="523728"/>
                  </a:lnTo>
                  <a:lnTo>
                    <a:pt x="824282" y="523728"/>
                  </a:lnTo>
                  <a:lnTo>
                    <a:pt x="822361" y="523728"/>
                  </a:lnTo>
                  <a:lnTo>
                    <a:pt x="820440" y="523728"/>
                  </a:lnTo>
                  <a:lnTo>
                    <a:pt x="818518" y="523728"/>
                  </a:lnTo>
                  <a:lnTo>
                    <a:pt x="816597" y="523728"/>
                  </a:lnTo>
                  <a:lnTo>
                    <a:pt x="814675" y="523728"/>
                  </a:lnTo>
                  <a:lnTo>
                    <a:pt x="812754" y="523728"/>
                  </a:lnTo>
                  <a:lnTo>
                    <a:pt x="810833" y="523728"/>
                  </a:lnTo>
                  <a:lnTo>
                    <a:pt x="808911" y="523728"/>
                  </a:lnTo>
                  <a:lnTo>
                    <a:pt x="806990" y="523728"/>
                  </a:lnTo>
                  <a:lnTo>
                    <a:pt x="805068" y="523728"/>
                  </a:lnTo>
                  <a:lnTo>
                    <a:pt x="803147" y="523728"/>
                  </a:lnTo>
                  <a:lnTo>
                    <a:pt x="801226" y="523728"/>
                  </a:lnTo>
                  <a:lnTo>
                    <a:pt x="799304" y="523728"/>
                  </a:lnTo>
                  <a:lnTo>
                    <a:pt x="797383" y="523728"/>
                  </a:lnTo>
                  <a:lnTo>
                    <a:pt x="795461" y="523728"/>
                  </a:lnTo>
                  <a:lnTo>
                    <a:pt x="793540" y="523728"/>
                  </a:lnTo>
                  <a:lnTo>
                    <a:pt x="791618" y="523728"/>
                  </a:lnTo>
                  <a:lnTo>
                    <a:pt x="789697" y="523728"/>
                  </a:lnTo>
                  <a:lnTo>
                    <a:pt x="787776" y="523728"/>
                  </a:lnTo>
                  <a:lnTo>
                    <a:pt x="785854" y="523728"/>
                  </a:lnTo>
                  <a:lnTo>
                    <a:pt x="783933" y="523728"/>
                  </a:lnTo>
                  <a:lnTo>
                    <a:pt x="782011" y="523728"/>
                  </a:lnTo>
                  <a:lnTo>
                    <a:pt x="780090" y="523728"/>
                  </a:lnTo>
                  <a:lnTo>
                    <a:pt x="778169" y="523728"/>
                  </a:lnTo>
                  <a:lnTo>
                    <a:pt x="776247" y="523728"/>
                  </a:lnTo>
                  <a:lnTo>
                    <a:pt x="774326" y="523728"/>
                  </a:lnTo>
                  <a:lnTo>
                    <a:pt x="772404" y="523728"/>
                  </a:lnTo>
                  <a:lnTo>
                    <a:pt x="770483" y="523728"/>
                  </a:lnTo>
                  <a:lnTo>
                    <a:pt x="768562" y="523728"/>
                  </a:lnTo>
                  <a:lnTo>
                    <a:pt x="766640" y="523728"/>
                  </a:lnTo>
                  <a:lnTo>
                    <a:pt x="764719" y="523728"/>
                  </a:lnTo>
                  <a:lnTo>
                    <a:pt x="762797" y="523728"/>
                  </a:lnTo>
                  <a:lnTo>
                    <a:pt x="760876" y="523728"/>
                  </a:lnTo>
                  <a:lnTo>
                    <a:pt x="758955" y="523728"/>
                  </a:lnTo>
                  <a:lnTo>
                    <a:pt x="757033" y="523728"/>
                  </a:lnTo>
                  <a:lnTo>
                    <a:pt x="755112" y="523728"/>
                  </a:lnTo>
                  <a:lnTo>
                    <a:pt x="753190" y="523728"/>
                  </a:lnTo>
                  <a:lnTo>
                    <a:pt x="751269" y="523728"/>
                  </a:lnTo>
                  <a:lnTo>
                    <a:pt x="749348" y="523728"/>
                  </a:lnTo>
                  <a:lnTo>
                    <a:pt x="747426" y="523728"/>
                  </a:lnTo>
                  <a:lnTo>
                    <a:pt x="745505" y="523728"/>
                  </a:lnTo>
                  <a:lnTo>
                    <a:pt x="743583" y="523728"/>
                  </a:lnTo>
                  <a:lnTo>
                    <a:pt x="741662" y="523728"/>
                  </a:lnTo>
                  <a:lnTo>
                    <a:pt x="739741" y="523728"/>
                  </a:lnTo>
                  <a:lnTo>
                    <a:pt x="737819" y="523728"/>
                  </a:lnTo>
                  <a:lnTo>
                    <a:pt x="735898" y="523728"/>
                  </a:lnTo>
                  <a:lnTo>
                    <a:pt x="733976" y="523728"/>
                  </a:lnTo>
                  <a:lnTo>
                    <a:pt x="732055" y="523728"/>
                  </a:lnTo>
                  <a:lnTo>
                    <a:pt x="730134" y="523728"/>
                  </a:lnTo>
                  <a:lnTo>
                    <a:pt x="728212" y="523728"/>
                  </a:lnTo>
                  <a:lnTo>
                    <a:pt x="726291" y="523728"/>
                  </a:lnTo>
                  <a:lnTo>
                    <a:pt x="724369" y="523728"/>
                  </a:lnTo>
                  <a:lnTo>
                    <a:pt x="722448" y="523728"/>
                  </a:lnTo>
                  <a:lnTo>
                    <a:pt x="720526" y="523728"/>
                  </a:lnTo>
                  <a:lnTo>
                    <a:pt x="718605" y="523728"/>
                  </a:lnTo>
                  <a:lnTo>
                    <a:pt x="716684" y="523728"/>
                  </a:lnTo>
                  <a:lnTo>
                    <a:pt x="714762" y="523728"/>
                  </a:lnTo>
                  <a:lnTo>
                    <a:pt x="712841" y="523728"/>
                  </a:lnTo>
                  <a:lnTo>
                    <a:pt x="710919" y="523728"/>
                  </a:lnTo>
                  <a:lnTo>
                    <a:pt x="708998" y="523728"/>
                  </a:lnTo>
                  <a:lnTo>
                    <a:pt x="707077" y="523728"/>
                  </a:lnTo>
                  <a:lnTo>
                    <a:pt x="705155" y="523728"/>
                  </a:lnTo>
                  <a:lnTo>
                    <a:pt x="703234" y="523728"/>
                  </a:lnTo>
                  <a:lnTo>
                    <a:pt x="701312" y="523728"/>
                  </a:lnTo>
                  <a:lnTo>
                    <a:pt x="699391" y="523728"/>
                  </a:lnTo>
                  <a:lnTo>
                    <a:pt x="697470" y="523728"/>
                  </a:lnTo>
                  <a:lnTo>
                    <a:pt x="695548" y="523728"/>
                  </a:lnTo>
                  <a:lnTo>
                    <a:pt x="693627" y="523728"/>
                  </a:lnTo>
                  <a:lnTo>
                    <a:pt x="691705" y="523728"/>
                  </a:lnTo>
                  <a:lnTo>
                    <a:pt x="689784" y="523728"/>
                  </a:lnTo>
                  <a:lnTo>
                    <a:pt x="687863" y="523728"/>
                  </a:lnTo>
                  <a:lnTo>
                    <a:pt x="685941" y="523728"/>
                  </a:lnTo>
                  <a:lnTo>
                    <a:pt x="684020" y="523728"/>
                  </a:lnTo>
                  <a:lnTo>
                    <a:pt x="682098" y="523728"/>
                  </a:lnTo>
                  <a:lnTo>
                    <a:pt x="680177" y="523728"/>
                  </a:lnTo>
                  <a:lnTo>
                    <a:pt x="678256" y="523728"/>
                  </a:lnTo>
                  <a:lnTo>
                    <a:pt x="676334" y="523728"/>
                  </a:lnTo>
                  <a:lnTo>
                    <a:pt x="674413" y="523728"/>
                  </a:lnTo>
                  <a:lnTo>
                    <a:pt x="672491" y="523728"/>
                  </a:lnTo>
                  <a:lnTo>
                    <a:pt x="670570" y="523728"/>
                  </a:lnTo>
                  <a:lnTo>
                    <a:pt x="668649" y="523728"/>
                  </a:lnTo>
                  <a:lnTo>
                    <a:pt x="666727" y="523728"/>
                  </a:lnTo>
                  <a:lnTo>
                    <a:pt x="664806" y="523728"/>
                  </a:lnTo>
                  <a:lnTo>
                    <a:pt x="662884" y="523728"/>
                  </a:lnTo>
                  <a:lnTo>
                    <a:pt x="660963" y="523728"/>
                  </a:lnTo>
                  <a:lnTo>
                    <a:pt x="659042" y="523728"/>
                  </a:lnTo>
                  <a:lnTo>
                    <a:pt x="657120" y="523728"/>
                  </a:lnTo>
                  <a:lnTo>
                    <a:pt x="655199" y="523728"/>
                  </a:lnTo>
                  <a:lnTo>
                    <a:pt x="653277" y="523728"/>
                  </a:lnTo>
                  <a:lnTo>
                    <a:pt x="651356" y="523728"/>
                  </a:lnTo>
                  <a:lnTo>
                    <a:pt x="649434" y="523728"/>
                  </a:lnTo>
                  <a:lnTo>
                    <a:pt x="647513" y="523728"/>
                  </a:lnTo>
                  <a:lnTo>
                    <a:pt x="645592" y="523728"/>
                  </a:lnTo>
                  <a:lnTo>
                    <a:pt x="643670" y="523728"/>
                  </a:lnTo>
                  <a:lnTo>
                    <a:pt x="641749" y="523728"/>
                  </a:lnTo>
                  <a:lnTo>
                    <a:pt x="639827" y="523728"/>
                  </a:lnTo>
                  <a:lnTo>
                    <a:pt x="637906" y="523728"/>
                  </a:lnTo>
                  <a:lnTo>
                    <a:pt x="635985" y="523728"/>
                  </a:lnTo>
                  <a:lnTo>
                    <a:pt x="634063" y="523728"/>
                  </a:lnTo>
                  <a:lnTo>
                    <a:pt x="632142" y="523728"/>
                  </a:lnTo>
                  <a:lnTo>
                    <a:pt x="630220" y="523728"/>
                  </a:lnTo>
                  <a:lnTo>
                    <a:pt x="628299" y="523728"/>
                  </a:lnTo>
                  <a:lnTo>
                    <a:pt x="626378" y="523728"/>
                  </a:lnTo>
                  <a:lnTo>
                    <a:pt x="624456" y="523728"/>
                  </a:lnTo>
                  <a:lnTo>
                    <a:pt x="622535" y="523728"/>
                  </a:lnTo>
                  <a:lnTo>
                    <a:pt x="620613" y="523728"/>
                  </a:lnTo>
                  <a:lnTo>
                    <a:pt x="618692" y="523728"/>
                  </a:lnTo>
                  <a:lnTo>
                    <a:pt x="616771" y="523728"/>
                  </a:lnTo>
                  <a:lnTo>
                    <a:pt x="614849" y="523728"/>
                  </a:lnTo>
                  <a:lnTo>
                    <a:pt x="612928" y="523728"/>
                  </a:lnTo>
                  <a:lnTo>
                    <a:pt x="611006" y="523728"/>
                  </a:lnTo>
                  <a:lnTo>
                    <a:pt x="609085" y="523728"/>
                  </a:lnTo>
                  <a:lnTo>
                    <a:pt x="607164" y="523728"/>
                  </a:lnTo>
                  <a:lnTo>
                    <a:pt x="605242" y="523728"/>
                  </a:lnTo>
                  <a:lnTo>
                    <a:pt x="603321" y="523728"/>
                  </a:lnTo>
                  <a:lnTo>
                    <a:pt x="601399" y="523728"/>
                  </a:lnTo>
                  <a:lnTo>
                    <a:pt x="599478" y="523728"/>
                  </a:lnTo>
                  <a:lnTo>
                    <a:pt x="597557" y="523728"/>
                  </a:lnTo>
                  <a:lnTo>
                    <a:pt x="595635" y="523728"/>
                  </a:lnTo>
                  <a:lnTo>
                    <a:pt x="593714" y="523728"/>
                  </a:lnTo>
                  <a:lnTo>
                    <a:pt x="591792" y="523728"/>
                  </a:lnTo>
                  <a:lnTo>
                    <a:pt x="589871" y="523728"/>
                  </a:lnTo>
                  <a:lnTo>
                    <a:pt x="587950" y="523728"/>
                  </a:lnTo>
                  <a:lnTo>
                    <a:pt x="586028" y="523728"/>
                  </a:lnTo>
                  <a:lnTo>
                    <a:pt x="584107" y="523728"/>
                  </a:lnTo>
                  <a:lnTo>
                    <a:pt x="582185" y="523728"/>
                  </a:lnTo>
                  <a:lnTo>
                    <a:pt x="580264" y="523728"/>
                  </a:lnTo>
                  <a:lnTo>
                    <a:pt x="578342" y="523728"/>
                  </a:lnTo>
                  <a:lnTo>
                    <a:pt x="576421" y="523728"/>
                  </a:lnTo>
                  <a:lnTo>
                    <a:pt x="574500" y="523728"/>
                  </a:lnTo>
                  <a:lnTo>
                    <a:pt x="572578" y="523728"/>
                  </a:lnTo>
                  <a:lnTo>
                    <a:pt x="570657" y="523728"/>
                  </a:lnTo>
                  <a:lnTo>
                    <a:pt x="568735" y="523728"/>
                  </a:lnTo>
                  <a:lnTo>
                    <a:pt x="566814" y="523728"/>
                  </a:lnTo>
                  <a:lnTo>
                    <a:pt x="564893" y="523728"/>
                  </a:lnTo>
                  <a:lnTo>
                    <a:pt x="562971" y="523728"/>
                  </a:lnTo>
                  <a:lnTo>
                    <a:pt x="561050" y="523728"/>
                  </a:lnTo>
                  <a:lnTo>
                    <a:pt x="559128" y="523728"/>
                  </a:lnTo>
                  <a:lnTo>
                    <a:pt x="557207" y="523728"/>
                  </a:lnTo>
                  <a:lnTo>
                    <a:pt x="555286" y="523728"/>
                  </a:lnTo>
                  <a:lnTo>
                    <a:pt x="553364" y="523728"/>
                  </a:lnTo>
                  <a:lnTo>
                    <a:pt x="551443" y="523728"/>
                  </a:lnTo>
                  <a:lnTo>
                    <a:pt x="549521" y="523728"/>
                  </a:lnTo>
                  <a:lnTo>
                    <a:pt x="547600" y="523728"/>
                  </a:lnTo>
                  <a:lnTo>
                    <a:pt x="545679" y="523728"/>
                  </a:lnTo>
                  <a:lnTo>
                    <a:pt x="543757" y="523728"/>
                  </a:lnTo>
                  <a:lnTo>
                    <a:pt x="541836" y="523728"/>
                  </a:lnTo>
                  <a:lnTo>
                    <a:pt x="539914" y="523728"/>
                  </a:lnTo>
                  <a:lnTo>
                    <a:pt x="537993" y="523728"/>
                  </a:lnTo>
                  <a:lnTo>
                    <a:pt x="536072" y="523728"/>
                  </a:lnTo>
                  <a:lnTo>
                    <a:pt x="534150" y="523728"/>
                  </a:lnTo>
                  <a:lnTo>
                    <a:pt x="532229" y="523728"/>
                  </a:lnTo>
                  <a:lnTo>
                    <a:pt x="530307" y="523728"/>
                  </a:lnTo>
                  <a:lnTo>
                    <a:pt x="528386" y="523728"/>
                  </a:lnTo>
                  <a:lnTo>
                    <a:pt x="526465" y="523728"/>
                  </a:lnTo>
                  <a:lnTo>
                    <a:pt x="524543" y="523728"/>
                  </a:lnTo>
                  <a:lnTo>
                    <a:pt x="522622" y="523728"/>
                  </a:lnTo>
                  <a:lnTo>
                    <a:pt x="520700" y="523728"/>
                  </a:lnTo>
                  <a:lnTo>
                    <a:pt x="518779" y="523728"/>
                  </a:lnTo>
                  <a:lnTo>
                    <a:pt x="516858" y="523728"/>
                  </a:lnTo>
                  <a:lnTo>
                    <a:pt x="514936" y="523728"/>
                  </a:lnTo>
                  <a:lnTo>
                    <a:pt x="513015" y="523728"/>
                  </a:lnTo>
                  <a:lnTo>
                    <a:pt x="511093" y="523728"/>
                  </a:lnTo>
                  <a:lnTo>
                    <a:pt x="509172" y="523728"/>
                  </a:lnTo>
                  <a:lnTo>
                    <a:pt x="507250" y="523728"/>
                  </a:lnTo>
                  <a:lnTo>
                    <a:pt x="505329" y="523728"/>
                  </a:lnTo>
                  <a:lnTo>
                    <a:pt x="503408" y="523728"/>
                  </a:lnTo>
                  <a:lnTo>
                    <a:pt x="501486" y="523728"/>
                  </a:lnTo>
                  <a:lnTo>
                    <a:pt x="499565" y="523728"/>
                  </a:lnTo>
                  <a:lnTo>
                    <a:pt x="497643" y="523728"/>
                  </a:lnTo>
                  <a:lnTo>
                    <a:pt x="495722" y="523728"/>
                  </a:lnTo>
                  <a:lnTo>
                    <a:pt x="493801" y="523728"/>
                  </a:lnTo>
                  <a:lnTo>
                    <a:pt x="491879" y="523728"/>
                  </a:lnTo>
                  <a:lnTo>
                    <a:pt x="489958" y="523728"/>
                  </a:lnTo>
                  <a:lnTo>
                    <a:pt x="488036" y="523728"/>
                  </a:lnTo>
                  <a:lnTo>
                    <a:pt x="486115" y="523728"/>
                  </a:lnTo>
                  <a:lnTo>
                    <a:pt x="484194" y="523728"/>
                  </a:lnTo>
                  <a:lnTo>
                    <a:pt x="482272" y="523728"/>
                  </a:lnTo>
                  <a:lnTo>
                    <a:pt x="480351" y="523728"/>
                  </a:lnTo>
                  <a:lnTo>
                    <a:pt x="478429" y="523728"/>
                  </a:lnTo>
                  <a:lnTo>
                    <a:pt x="476508" y="523728"/>
                  </a:lnTo>
                  <a:lnTo>
                    <a:pt x="474587" y="523728"/>
                  </a:lnTo>
                  <a:lnTo>
                    <a:pt x="472665" y="523728"/>
                  </a:lnTo>
                  <a:lnTo>
                    <a:pt x="470744" y="523728"/>
                  </a:lnTo>
                  <a:lnTo>
                    <a:pt x="468822" y="523728"/>
                  </a:lnTo>
                  <a:lnTo>
                    <a:pt x="466901" y="523728"/>
                  </a:lnTo>
                  <a:lnTo>
                    <a:pt x="464980" y="523728"/>
                  </a:lnTo>
                  <a:lnTo>
                    <a:pt x="463058" y="523728"/>
                  </a:lnTo>
                  <a:lnTo>
                    <a:pt x="461137" y="523728"/>
                  </a:lnTo>
                  <a:lnTo>
                    <a:pt x="459215" y="523728"/>
                  </a:lnTo>
                  <a:lnTo>
                    <a:pt x="457294" y="523728"/>
                  </a:lnTo>
                  <a:lnTo>
                    <a:pt x="455373" y="523728"/>
                  </a:lnTo>
                  <a:lnTo>
                    <a:pt x="453451" y="523728"/>
                  </a:lnTo>
                  <a:lnTo>
                    <a:pt x="451530" y="523728"/>
                  </a:lnTo>
                  <a:lnTo>
                    <a:pt x="449608" y="523728"/>
                  </a:lnTo>
                  <a:lnTo>
                    <a:pt x="447687" y="523728"/>
                  </a:lnTo>
                  <a:lnTo>
                    <a:pt x="445766" y="523728"/>
                  </a:lnTo>
                  <a:lnTo>
                    <a:pt x="443844" y="523728"/>
                  </a:lnTo>
                  <a:lnTo>
                    <a:pt x="441923" y="523728"/>
                  </a:lnTo>
                  <a:lnTo>
                    <a:pt x="440001" y="523728"/>
                  </a:lnTo>
                  <a:lnTo>
                    <a:pt x="438080" y="523728"/>
                  </a:lnTo>
                  <a:lnTo>
                    <a:pt x="436159" y="523728"/>
                  </a:lnTo>
                  <a:lnTo>
                    <a:pt x="434237" y="523728"/>
                  </a:lnTo>
                  <a:lnTo>
                    <a:pt x="432316" y="523728"/>
                  </a:lnTo>
                  <a:lnTo>
                    <a:pt x="430394" y="523728"/>
                  </a:lnTo>
                  <a:lnTo>
                    <a:pt x="428473" y="523728"/>
                  </a:lnTo>
                  <a:lnTo>
                    <a:pt x="426551" y="523728"/>
                  </a:lnTo>
                  <a:lnTo>
                    <a:pt x="424630" y="523728"/>
                  </a:lnTo>
                  <a:lnTo>
                    <a:pt x="422709" y="523728"/>
                  </a:lnTo>
                  <a:lnTo>
                    <a:pt x="420787" y="523728"/>
                  </a:lnTo>
                  <a:lnTo>
                    <a:pt x="418866" y="523728"/>
                  </a:lnTo>
                  <a:lnTo>
                    <a:pt x="416944" y="523728"/>
                  </a:lnTo>
                  <a:lnTo>
                    <a:pt x="415023" y="523728"/>
                  </a:lnTo>
                  <a:lnTo>
                    <a:pt x="413102" y="523728"/>
                  </a:lnTo>
                  <a:lnTo>
                    <a:pt x="411180" y="523728"/>
                  </a:lnTo>
                  <a:lnTo>
                    <a:pt x="409259" y="523728"/>
                  </a:lnTo>
                  <a:lnTo>
                    <a:pt x="407337" y="523728"/>
                  </a:lnTo>
                  <a:lnTo>
                    <a:pt x="405416" y="523728"/>
                  </a:lnTo>
                  <a:lnTo>
                    <a:pt x="403495" y="523728"/>
                  </a:lnTo>
                  <a:lnTo>
                    <a:pt x="401573" y="523728"/>
                  </a:lnTo>
                  <a:lnTo>
                    <a:pt x="399652" y="523728"/>
                  </a:lnTo>
                  <a:lnTo>
                    <a:pt x="397730" y="523728"/>
                  </a:lnTo>
                  <a:lnTo>
                    <a:pt x="395809" y="523728"/>
                  </a:lnTo>
                  <a:lnTo>
                    <a:pt x="393888" y="523728"/>
                  </a:lnTo>
                  <a:lnTo>
                    <a:pt x="391966" y="523728"/>
                  </a:lnTo>
                  <a:lnTo>
                    <a:pt x="390045" y="523728"/>
                  </a:lnTo>
                  <a:lnTo>
                    <a:pt x="388123" y="523728"/>
                  </a:lnTo>
                  <a:lnTo>
                    <a:pt x="386202" y="523728"/>
                  </a:lnTo>
                  <a:lnTo>
                    <a:pt x="384281" y="523728"/>
                  </a:lnTo>
                  <a:lnTo>
                    <a:pt x="382359" y="523728"/>
                  </a:lnTo>
                  <a:lnTo>
                    <a:pt x="380438" y="523728"/>
                  </a:lnTo>
                  <a:lnTo>
                    <a:pt x="378516" y="523728"/>
                  </a:lnTo>
                  <a:lnTo>
                    <a:pt x="376595" y="523728"/>
                  </a:lnTo>
                  <a:lnTo>
                    <a:pt x="374674" y="523728"/>
                  </a:lnTo>
                  <a:lnTo>
                    <a:pt x="372752" y="523728"/>
                  </a:lnTo>
                  <a:lnTo>
                    <a:pt x="370831" y="523728"/>
                  </a:lnTo>
                  <a:lnTo>
                    <a:pt x="368909" y="523728"/>
                  </a:lnTo>
                  <a:lnTo>
                    <a:pt x="366988" y="523728"/>
                  </a:lnTo>
                  <a:lnTo>
                    <a:pt x="365067" y="523728"/>
                  </a:lnTo>
                  <a:lnTo>
                    <a:pt x="363145" y="523728"/>
                  </a:lnTo>
                  <a:lnTo>
                    <a:pt x="361224" y="523728"/>
                  </a:lnTo>
                  <a:lnTo>
                    <a:pt x="359302" y="523728"/>
                  </a:lnTo>
                  <a:lnTo>
                    <a:pt x="357381" y="523728"/>
                  </a:lnTo>
                  <a:lnTo>
                    <a:pt x="355459" y="523728"/>
                  </a:lnTo>
                  <a:lnTo>
                    <a:pt x="353538" y="523728"/>
                  </a:lnTo>
                  <a:lnTo>
                    <a:pt x="351617" y="523728"/>
                  </a:lnTo>
                  <a:lnTo>
                    <a:pt x="349695" y="523728"/>
                  </a:lnTo>
                  <a:lnTo>
                    <a:pt x="347774" y="523728"/>
                  </a:lnTo>
                  <a:lnTo>
                    <a:pt x="345852" y="523728"/>
                  </a:lnTo>
                  <a:lnTo>
                    <a:pt x="343931" y="523728"/>
                  </a:lnTo>
                  <a:lnTo>
                    <a:pt x="342010" y="523728"/>
                  </a:lnTo>
                  <a:lnTo>
                    <a:pt x="340088" y="523728"/>
                  </a:lnTo>
                  <a:lnTo>
                    <a:pt x="338167" y="523728"/>
                  </a:lnTo>
                  <a:lnTo>
                    <a:pt x="336245" y="523728"/>
                  </a:lnTo>
                  <a:lnTo>
                    <a:pt x="334324" y="523728"/>
                  </a:lnTo>
                  <a:lnTo>
                    <a:pt x="332403" y="523728"/>
                  </a:lnTo>
                  <a:lnTo>
                    <a:pt x="330481" y="523728"/>
                  </a:lnTo>
                  <a:lnTo>
                    <a:pt x="328560" y="523728"/>
                  </a:lnTo>
                  <a:lnTo>
                    <a:pt x="326638" y="523728"/>
                  </a:lnTo>
                  <a:lnTo>
                    <a:pt x="324717" y="523728"/>
                  </a:lnTo>
                  <a:lnTo>
                    <a:pt x="322796" y="523728"/>
                  </a:lnTo>
                  <a:lnTo>
                    <a:pt x="320874" y="523728"/>
                  </a:lnTo>
                  <a:lnTo>
                    <a:pt x="318953" y="523728"/>
                  </a:lnTo>
                  <a:lnTo>
                    <a:pt x="317031" y="523728"/>
                  </a:lnTo>
                  <a:lnTo>
                    <a:pt x="315110" y="523728"/>
                  </a:lnTo>
                  <a:lnTo>
                    <a:pt x="313189" y="523728"/>
                  </a:lnTo>
                  <a:lnTo>
                    <a:pt x="311267" y="523728"/>
                  </a:lnTo>
                  <a:lnTo>
                    <a:pt x="309346" y="523728"/>
                  </a:lnTo>
                  <a:lnTo>
                    <a:pt x="307424" y="523728"/>
                  </a:lnTo>
                  <a:lnTo>
                    <a:pt x="305503" y="523728"/>
                  </a:lnTo>
                  <a:lnTo>
                    <a:pt x="303582" y="523728"/>
                  </a:lnTo>
                  <a:lnTo>
                    <a:pt x="301660" y="523728"/>
                  </a:lnTo>
                  <a:lnTo>
                    <a:pt x="299739" y="523728"/>
                  </a:lnTo>
                  <a:lnTo>
                    <a:pt x="297817" y="523728"/>
                  </a:lnTo>
                  <a:lnTo>
                    <a:pt x="295896" y="523728"/>
                  </a:lnTo>
                  <a:lnTo>
                    <a:pt x="293975" y="523728"/>
                  </a:lnTo>
                  <a:lnTo>
                    <a:pt x="292053" y="523728"/>
                  </a:lnTo>
                  <a:lnTo>
                    <a:pt x="290132" y="523728"/>
                  </a:lnTo>
                  <a:lnTo>
                    <a:pt x="288210" y="523728"/>
                  </a:lnTo>
                  <a:lnTo>
                    <a:pt x="286289" y="523728"/>
                  </a:lnTo>
                  <a:lnTo>
                    <a:pt x="284367" y="523728"/>
                  </a:lnTo>
                  <a:lnTo>
                    <a:pt x="282446" y="523728"/>
                  </a:lnTo>
                  <a:lnTo>
                    <a:pt x="280525" y="523728"/>
                  </a:lnTo>
                  <a:lnTo>
                    <a:pt x="278603" y="523728"/>
                  </a:lnTo>
                  <a:lnTo>
                    <a:pt x="276682" y="523728"/>
                  </a:lnTo>
                  <a:lnTo>
                    <a:pt x="274760" y="523728"/>
                  </a:lnTo>
                  <a:lnTo>
                    <a:pt x="272839" y="523728"/>
                  </a:lnTo>
                  <a:lnTo>
                    <a:pt x="270918" y="523728"/>
                  </a:lnTo>
                  <a:lnTo>
                    <a:pt x="268996" y="523728"/>
                  </a:lnTo>
                  <a:lnTo>
                    <a:pt x="267075" y="523728"/>
                  </a:lnTo>
                  <a:lnTo>
                    <a:pt x="265153" y="523728"/>
                  </a:lnTo>
                  <a:lnTo>
                    <a:pt x="263232" y="523728"/>
                  </a:lnTo>
                  <a:lnTo>
                    <a:pt x="261311" y="523728"/>
                  </a:lnTo>
                  <a:lnTo>
                    <a:pt x="259389" y="523728"/>
                  </a:lnTo>
                  <a:lnTo>
                    <a:pt x="257468" y="523728"/>
                  </a:lnTo>
                  <a:lnTo>
                    <a:pt x="255546" y="523728"/>
                  </a:lnTo>
                  <a:lnTo>
                    <a:pt x="253625" y="523728"/>
                  </a:lnTo>
                  <a:lnTo>
                    <a:pt x="251704" y="523728"/>
                  </a:lnTo>
                  <a:lnTo>
                    <a:pt x="249782" y="523728"/>
                  </a:lnTo>
                  <a:lnTo>
                    <a:pt x="247861" y="523728"/>
                  </a:lnTo>
                  <a:lnTo>
                    <a:pt x="245939" y="523728"/>
                  </a:lnTo>
                  <a:lnTo>
                    <a:pt x="244018" y="523728"/>
                  </a:lnTo>
                  <a:lnTo>
                    <a:pt x="242097" y="523728"/>
                  </a:lnTo>
                  <a:lnTo>
                    <a:pt x="240175" y="523728"/>
                  </a:lnTo>
                  <a:lnTo>
                    <a:pt x="238254" y="523728"/>
                  </a:lnTo>
                  <a:lnTo>
                    <a:pt x="236332" y="523728"/>
                  </a:lnTo>
                  <a:lnTo>
                    <a:pt x="234411" y="523728"/>
                  </a:lnTo>
                  <a:lnTo>
                    <a:pt x="232490" y="523728"/>
                  </a:lnTo>
                  <a:lnTo>
                    <a:pt x="230568" y="523728"/>
                  </a:lnTo>
                  <a:lnTo>
                    <a:pt x="228647" y="523728"/>
                  </a:lnTo>
                  <a:lnTo>
                    <a:pt x="226725" y="523728"/>
                  </a:lnTo>
                  <a:lnTo>
                    <a:pt x="224804" y="523728"/>
                  </a:lnTo>
                  <a:lnTo>
                    <a:pt x="222883" y="523728"/>
                  </a:lnTo>
                  <a:lnTo>
                    <a:pt x="220961" y="523728"/>
                  </a:lnTo>
                  <a:lnTo>
                    <a:pt x="219040" y="523728"/>
                  </a:lnTo>
                  <a:lnTo>
                    <a:pt x="217118" y="523728"/>
                  </a:lnTo>
                  <a:lnTo>
                    <a:pt x="215197" y="523728"/>
                  </a:lnTo>
                  <a:lnTo>
                    <a:pt x="213275" y="523728"/>
                  </a:lnTo>
                  <a:lnTo>
                    <a:pt x="211354" y="523728"/>
                  </a:lnTo>
                  <a:lnTo>
                    <a:pt x="209433" y="523728"/>
                  </a:lnTo>
                  <a:lnTo>
                    <a:pt x="207511" y="523728"/>
                  </a:lnTo>
                  <a:lnTo>
                    <a:pt x="205590" y="523728"/>
                  </a:lnTo>
                  <a:lnTo>
                    <a:pt x="203668" y="523728"/>
                  </a:lnTo>
                  <a:lnTo>
                    <a:pt x="201747" y="523728"/>
                  </a:lnTo>
                  <a:lnTo>
                    <a:pt x="199826" y="523728"/>
                  </a:lnTo>
                  <a:lnTo>
                    <a:pt x="197904" y="523728"/>
                  </a:lnTo>
                  <a:lnTo>
                    <a:pt x="195983" y="523728"/>
                  </a:lnTo>
                  <a:lnTo>
                    <a:pt x="194061" y="523728"/>
                  </a:lnTo>
                  <a:lnTo>
                    <a:pt x="192140" y="523728"/>
                  </a:lnTo>
                  <a:lnTo>
                    <a:pt x="190219" y="523728"/>
                  </a:lnTo>
                  <a:lnTo>
                    <a:pt x="188297" y="523728"/>
                  </a:lnTo>
                  <a:lnTo>
                    <a:pt x="186376" y="523728"/>
                  </a:lnTo>
                  <a:lnTo>
                    <a:pt x="184454" y="523728"/>
                  </a:lnTo>
                  <a:lnTo>
                    <a:pt x="182533" y="523728"/>
                  </a:lnTo>
                  <a:lnTo>
                    <a:pt x="180612" y="523728"/>
                  </a:lnTo>
                  <a:lnTo>
                    <a:pt x="178690" y="523728"/>
                  </a:lnTo>
                  <a:lnTo>
                    <a:pt x="176769" y="523728"/>
                  </a:lnTo>
                  <a:lnTo>
                    <a:pt x="174847" y="523728"/>
                  </a:lnTo>
                  <a:lnTo>
                    <a:pt x="172926" y="523728"/>
                  </a:lnTo>
                  <a:lnTo>
                    <a:pt x="171005" y="523728"/>
                  </a:lnTo>
                  <a:lnTo>
                    <a:pt x="169083" y="523728"/>
                  </a:lnTo>
                  <a:lnTo>
                    <a:pt x="167162" y="523728"/>
                  </a:lnTo>
                  <a:lnTo>
                    <a:pt x="165240" y="523728"/>
                  </a:lnTo>
                  <a:lnTo>
                    <a:pt x="163319" y="523728"/>
                  </a:lnTo>
                  <a:lnTo>
                    <a:pt x="161398" y="523728"/>
                  </a:lnTo>
                  <a:lnTo>
                    <a:pt x="159476" y="523728"/>
                  </a:lnTo>
                  <a:lnTo>
                    <a:pt x="157555" y="523728"/>
                  </a:lnTo>
                  <a:lnTo>
                    <a:pt x="155633" y="523728"/>
                  </a:lnTo>
                  <a:lnTo>
                    <a:pt x="153712" y="523728"/>
                  </a:lnTo>
                  <a:lnTo>
                    <a:pt x="151791" y="523728"/>
                  </a:lnTo>
                  <a:lnTo>
                    <a:pt x="149869" y="523728"/>
                  </a:lnTo>
                  <a:lnTo>
                    <a:pt x="147948" y="523728"/>
                  </a:lnTo>
                  <a:lnTo>
                    <a:pt x="146026" y="523728"/>
                  </a:lnTo>
                  <a:lnTo>
                    <a:pt x="144105" y="523728"/>
                  </a:lnTo>
                  <a:lnTo>
                    <a:pt x="142183" y="523728"/>
                  </a:lnTo>
                  <a:lnTo>
                    <a:pt x="140262" y="523728"/>
                  </a:lnTo>
                  <a:lnTo>
                    <a:pt x="138341" y="523728"/>
                  </a:lnTo>
                  <a:lnTo>
                    <a:pt x="136419" y="523728"/>
                  </a:lnTo>
                  <a:lnTo>
                    <a:pt x="134498" y="523728"/>
                  </a:lnTo>
                  <a:lnTo>
                    <a:pt x="132576" y="523728"/>
                  </a:lnTo>
                  <a:lnTo>
                    <a:pt x="130655" y="523728"/>
                  </a:lnTo>
                  <a:lnTo>
                    <a:pt x="128734" y="523728"/>
                  </a:lnTo>
                  <a:lnTo>
                    <a:pt x="126812" y="523728"/>
                  </a:lnTo>
                  <a:lnTo>
                    <a:pt x="124891" y="523728"/>
                  </a:lnTo>
                  <a:lnTo>
                    <a:pt x="122969" y="523728"/>
                  </a:lnTo>
                  <a:lnTo>
                    <a:pt x="121048" y="523728"/>
                  </a:lnTo>
                  <a:lnTo>
                    <a:pt x="119127" y="523728"/>
                  </a:lnTo>
                  <a:lnTo>
                    <a:pt x="117205" y="523728"/>
                  </a:lnTo>
                  <a:lnTo>
                    <a:pt x="115284" y="523728"/>
                  </a:lnTo>
                  <a:lnTo>
                    <a:pt x="113362" y="523728"/>
                  </a:lnTo>
                  <a:lnTo>
                    <a:pt x="111441" y="523728"/>
                  </a:lnTo>
                  <a:lnTo>
                    <a:pt x="109520" y="523728"/>
                  </a:lnTo>
                  <a:lnTo>
                    <a:pt x="107598" y="523728"/>
                  </a:lnTo>
                  <a:lnTo>
                    <a:pt x="105677" y="523728"/>
                  </a:lnTo>
                  <a:lnTo>
                    <a:pt x="103755" y="523728"/>
                  </a:lnTo>
                  <a:lnTo>
                    <a:pt x="101834" y="523728"/>
                  </a:lnTo>
                  <a:lnTo>
                    <a:pt x="99913" y="523728"/>
                  </a:lnTo>
                  <a:lnTo>
                    <a:pt x="97991" y="523728"/>
                  </a:lnTo>
                  <a:lnTo>
                    <a:pt x="96070" y="523728"/>
                  </a:lnTo>
                  <a:lnTo>
                    <a:pt x="94148" y="523728"/>
                  </a:lnTo>
                  <a:lnTo>
                    <a:pt x="92227" y="523728"/>
                  </a:lnTo>
                  <a:lnTo>
                    <a:pt x="90306" y="523728"/>
                  </a:lnTo>
                  <a:lnTo>
                    <a:pt x="88384" y="523728"/>
                  </a:lnTo>
                  <a:lnTo>
                    <a:pt x="86463" y="523728"/>
                  </a:lnTo>
                  <a:lnTo>
                    <a:pt x="84541" y="523728"/>
                  </a:lnTo>
                  <a:lnTo>
                    <a:pt x="82620" y="523728"/>
                  </a:lnTo>
                  <a:lnTo>
                    <a:pt x="80699" y="523728"/>
                  </a:lnTo>
                  <a:lnTo>
                    <a:pt x="78777" y="523728"/>
                  </a:lnTo>
                  <a:lnTo>
                    <a:pt x="76856" y="523728"/>
                  </a:lnTo>
                  <a:lnTo>
                    <a:pt x="74934" y="523728"/>
                  </a:lnTo>
                  <a:lnTo>
                    <a:pt x="73013" y="523728"/>
                  </a:lnTo>
                  <a:lnTo>
                    <a:pt x="71091" y="523728"/>
                  </a:lnTo>
                  <a:lnTo>
                    <a:pt x="69170" y="523728"/>
                  </a:lnTo>
                  <a:lnTo>
                    <a:pt x="67249" y="523728"/>
                  </a:lnTo>
                  <a:lnTo>
                    <a:pt x="65327" y="523728"/>
                  </a:lnTo>
                  <a:lnTo>
                    <a:pt x="63406" y="523728"/>
                  </a:lnTo>
                  <a:lnTo>
                    <a:pt x="61484" y="523728"/>
                  </a:lnTo>
                  <a:lnTo>
                    <a:pt x="59563" y="523728"/>
                  </a:lnTo>
                  <a:lnTo>
                    <a:pt x="57642" y="523728"/>
                  </a:lnTo>
                  <a:lnTo>
                    <a:pt x="55720" y="523728"/>
                  </a:lnTo>
                  <a:lnTo>
                    <a:pt x="53799" y="523728"/>
                  </a:lnTo>
                  <a:lnTo>
                    <a:pt x="51877" y="523728"/>
                  </a:lnTo>
                  <a:lnTo>
                    <a:pt x="49956" y="523728"/>
                  </a:lnTo>
                  <a:lnTo>
                    <a:pt x="48035" y="523728"/>
                  </a:lnTo>
                  <a:lnTo>
                    <a:pt x="46113" y="523728"/>
                  </a:lnTo>
                  <a:lnTo>
                    <a:pt x="44192" y="523728"/>
                  </a:lnTo>
                  <a:lnTo>
                    <a:pt x="42270" y="523728"/>
                  </a:lnTo>
                  <a:lnTo>
                    <a:pt x="40349" y="523728"/>
                  </a:lnTo>
                  <a:lnTo>
                    <a:pt x="38428" y="523728"/>
                  </a:lnTo>
                  <a:lnTo>
                    <a:pt x="36506" y="523728"/>
                  </a:lnTo>
                  <a:lnTo>
                    <a:pt x="34585" y="523728"/>
                  </a:lnTo>
                  <a:lnTo>
                    <a:pt x="32663" y="523728"/>
                  </a:lnTo>
                  <a:lnTo>
                    <a:pt x="30742" y="523728"/>
                  </a:lnTo>
                  <a:lnTo>
                    <a:pt x="28821" y="523728"/>
                  </a:lnTo>
                  <a:lnTo>
                    <a:pt x="26899" y="523728"/>
                  </a:lnTo>
                  <a:lnTo>
                    <a:pt x="24978" y="523728"/>
                  </a:lnTo>
                  <a:lnTo>
                    <a:pt x="23056" y="523728"/>
                  </a:lnTo>
                  <a:lnTo>
                    <a:pt x="21135" y="523728"/>
                  </a:lnTo>
                  <a:lnTo>
                    <a:pt x="19214" y="523728"/>
                  </a:lnTo>
                  <a:lnTo>
                    <a:pt x="17292" y="523728"/>
                  </a:lnTo>
                  <a:lnTo>
                    <a:pt x="15371" y="523728"/>
                  </a:lnTo>
                  <a:lnTo>
                    <a:pt x="13449" y="523728"/>
                  </a:lnTo>
                  <a:lnTo>
                    <a:pt x="11528" y="523728"/>
                  </a:lnTo>
                  <a:lnTo>
                    <a:pt x="9607" y="523728"/>
                  </a:lnTo>
                  <a:lnTo>
                    <a:pt x="7685" y="523728"/>
                  </a:lnTo>
                  <a:lnTo>
                    <a:pt x="5764" y="523728"/>
                  </a:lnTo>
                  <a:lnTo>
                    <a:pt x="3842" y="523728"/>
                  </a:lnTo>
                  <a:lnTo>
                    <a:pt x="1921" y="52372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6686962" y="5459694"/>
              <a:ext cx="981838" cy="523728"/>
            </a:xfrm>
            <a:custGeom>
              <a:avLst/>
              <a:pathLst>
                <a:path w="981838" h="523728">
                  <a:moveTo>
                    <a:pt x="0" y="523728"/>
                  </a:moveTo>
                  <a:lnTo>
                    <a:pt x="1921" y="523728"/>
                  </a:lnTo>
                  <a:lnTo>
                    <a:pt x="3842" y="523728"/>
                  </a:lnTo>
                  <a:lnTo>
                    <a:pt x="5764" y="523728"/>
                  </a:lnTo>
                  <a:lnTo>
                    <a:pt x="7685" y="523728"/>
                  </a:lnTo>
                  <a:lnTo>
                    <a:pt x="9607" y="523728"/>
                  </a:lnTo>
                  <a:lnTo>
                    <a:pt x="11528" y="523728"/>
                  </a:lnTo>
                  <a:lnTo>
                    <a:pt x="13449" y="523728"/>
                  </a:lnTo>
                  <a:lnTo>
                    <a:pt x="15371" y="523728"/>
                  </a:lnTo>
                  <a:lnTo>
                    <a:pt x="17292" y="523728"/>
                  </a:lnTo>
                  <a:lnTo>
                    <a:pt x="19214" y="523728"/>
                  </a:lnTo>
                  <a:lnTo>
                    <a:pt x="21135" y="523728"/>
                  </a:lnTo>
                  <a:lnTo>
                    <a:pt x="23056" y="523728"/>
                  </a:lnTo>
                  <a:lnTo>
                    <a:pt x="24978" y="523728"/>
                  </a:lnTo>
                  <a:lnTo>
                    <a:pt x="26899" y="523728"/>
                  </a:lnTo>
                  <a:lnTo>
                    <a:pt x="28821" y="523728"/>
                  </a:lnTo>
                  <a:lnTo>
                    <a:pt x="30742" y="523728"/>
                  </a:lnTo>
                  <a:lnTo>
                    <a:pt x="32663" y="523728"/>
                  </a:lnTo>
                  <a:lnTo>
                    <a:pt x="34585" y="523728"/>
                  </a:lnTo>
                  <a:lnTo>
                    <a:pt x="36506" y="523728"/>
                  </a:lnTo>
                  <a:lnTo>
                    <a:pt x="38428" y="523728"/>
                  </a:lnTo>
                  <a:lnTo>
                    <a:pt x="40349" y="523728"/>
                  </a:lnTo>
                  <a:lnTo>
                    <a:pt x="42270" y="523728"/>
                  </a:lnTo>
                  <a:lnTo>
                    <a:pt x="44192" y="523728"/>
                  </a:lnTo>
                  <a:lnTo>
                    <a:pt x="46113" y="523728"/>
                  </a:lnTo>
                  <a:lnTo>
                    <a:pt x="48035" y="523728"/>
                  </a:lnTo>
                  <a:lnTo>
                    <a:pt x="49956" y="523728"/>
                  </a:lnTo>
                  <a:lnTo>
                    <a:pt x="51877" y="523728"/>
                  </a:lnTo>
                  <a:lnTo>
                    <a:pt x="53799" y="523728"/>
                  </a:lnTo>
                  <a:lnTo>
                    <a:pt x="55720" y="523728"/>
                  </a:lnTo>
                  <a:lnTo>
                    <a:pt x="57642" y="523728"/>
                  </a:lnTo>
                  <a:lnTo>
                    <a:pt x="59563" y="523728"/>
                  </a:lnTo>
                  <a:lnTo>
                    <a:pt x="61484" y="523728"/>
                  </a:lnTo>
                  <a:lnTo>
                    <a:pt x="63406" y="523728"/>
                  </a:lnTo>
                  <a:lnTo>
                    <a:pt x="65327" y="523728"/>
                  </a:lnTo>
                  <a:lnTo>
                    <a:pt x="67249" y="523728"/>
                  </a:lnTo>
                  <a:lnTo>
                    <a:pt x="69170" y="523728"/>
                  </a:lnTo>
                  <a:lnTo>
                    <a:pt x="71091" y="523728"/>
                  </a:lnTo>
                  <a:lnTo>
                    <a:pt x="73013" y="523728"/>
                  </a:lnTo>
                  <a:lnTo>
                    <a:pt x="74934" y="523728"/>
                  </a:lnTo>
                  <a:lnTo>
                    <a:pt x="76856" y="523728"/>
                  </a:lnTo>
                  <a:lnTo>
                    <a:pt x="78777" y="523728"/>
                  </a:lnTo>
                  <a:lnTo>
                    <a:pt x="80699" y="523728"/>
                  </a:lnTo>
                  <a:lnTo>
                    <a:pt x="82620" y="523728"/>
                  </a:lnTo>
                  <a:lnTo>
                    <a:pt x="84541" y="523728"/>
                  </a:lnTo>
                  <a:lnTo>
                    <a:pt x="86463" y="523728"/>
                  </a:lnTo>
                  <a:lnTo>
                    <a:pt x="88384" y="523728"/>
                  </a:lnTo>
                  <a:lnTo>
                    <a:pt x="90306" y="523728"/>
                  </a:lnTo>
                  <a:lnTo>
                    <a:pt x="92227" y="523728"/>
                  </a:lnTo>
                  <a:lnTo>
                    <a:pt x="94148" y="523728"/>
                  </a:lnTo>
                  <a:lnTo>
                    <a:pt x="96070" y="523728"/>
                  </a:lnTo>
                  <a:lnTo>
                    <a:pt x="97991" y="523728"/>
                  </a:lnTo>
                  <a:lnTo>
                    <a:pt x="99913" y="523728"/>
                  </a:lnTo>
                  <a:lnTo>
                    <a:pt x="101834" y="523728"/>
                  </a:lnTo>
                  <a:lnTo>
                    <a:pt x="103755" y="523728"/>
                  </a:lnTo>
                  <a:lnTo>
                    <a:pt x="105677" y="523728"/>
                  </a:lnTo>
                  <a:lnTo>
                    <a:pt x="107598" y="523728"/>
                  </a:lnTo>
                  <a:lnTo>
                    <a:pt x="109520" y="523728"/>
                  </a:lnTo>
                  <a:lnTo>
                    <a:pt x="111441" y="523728"/>
                  </a:lnTo>
                  <a:lnTo>
                    <a:pt x="113362" y="523728"/>
                  </a:lnTo>
                  <a:lnTo>
                    <a:pt x="115284" y="523728"/>
                  </a:lnTo>
                  <a:lnTo>
                    <a:pt x="117205" y="523728"/>
                  </a:lnTo>
                  <a:lnTo>
                    <a:pt x="119127" y="523728"/>
                  </a:lnTo>
                  <a:lnTo>
                    <a:pt x="121048" y="523728"/>
                  </a:lnTo>
                  <a:lnTo>
                    <a:pt x="122969" y="523728"/>
                  </a:lnTo>
                  <a:lnTo>
                    <a:pt x="124891" y="523728"/>
                  </a:lnTo>
                  <a:lnTo>
                    <a:pt x="126812" y="523728"/>
                  </a:lnTo>
                  <a:lnTo>
                    <a:pt x="128734" y="523728"/>
                  </a:lnTo>
                  <a:lnTo>
                    <a:pt x="130655" y="523728"/>
                  </a:lnTo>
                  <a:lnTo>
                    <a:pt x="132576" y="523728"/>
                  </a:lnTo>
                  <a:lnTo>
                    <a:pt x="134498" y="523728"/>
                  </a:lnTo>
                  <a:lnTo>
                    <a:pt x="136419" y="523728"/>
                  </a:lnTo>
                  <a:lnTo>
                    <a:pt x="138341" y="523728"/>
                  </a:lnTo>
                  <a:lnTo>
                    <a:pt x="140262" y="523728"/>
                  </a:lnTo>
                  <a:lnTo>
                    <a:pt x="142183" y="523728"/>
                  </a:lnTo>
                  <a:lnTo>
                    <a:pt x="144105" y="523728"/>
                  </a:lnTo>
                  <a:lnTo>
                    <a:pt x="146026" y="523728"/>
                  </a:lnTo>
                  <a:lnTo>
                    <a:pt x="147948" y="523728"/>
                  </a:lnTo>
                  <a:lnTo>
                    <a:pt x="149869" y="523728"/>
                  </a:lnTo>
                  <a:lnTo>
                    <a:pt x="151791" y="523728"/>
                  </a:lnTo>
                  <a:lnTo>
                    <a:pt x="153712" y="523728"/>
                  </a:lnTo>
                  <a:lnTo>
                    <a:pt x="155633" y="523728"/>
                  </a:lnTo>
                  <a:lnTo>
                    <a:pt x="157555" y="523728"/>
                  </a:lnTo>
                  <a:lnTo>
                    <a:pt x="159476" y="523728"/>
                  </a:lnTo>
                  <a:lnTo>
                    <a:pt x="161398" y="523728"/>
                  </a:lnTo>
                  <a:lnTo>
                    <a:pt x="163319" y="523728"/>
                  </a:lnTo>
                  <a:lnTo>
                    <a:pt x="165240" y="523728"/>
                  </a:lnTo>
                  <a:lnTo>
                    <a:pt x="167162" y="523728"/>
                  </a:lnTo>
                  <a:lnTo>
                    <a:pt x="169083" y="523728"/>
                  </a:lnTo>
                  <a:lnTo>
                    <a:pt x="171005" y="523728"/>
                  </a:lnTo>
                  <a:lnTo>
                    <a:pt x="172926" y="523728"/>
                  </a:lnTo>
                  <a:lnTo>
                    <a:pt x="174847" y="523728"/>
                  </a:lnTo>
                  <a:lnTo>
                    <a:pt x="176769" y="523728"/>
                  </a:lnTo>
                  <a:lnTo>
                    <a:pt x="178690" y="523728"/>
                  </a:lnTo>
                  <a:lnTo>
                    <a:pt x="180612" y="523728"/>
                  </a:lnTo>
                  <a:lnTo>
                    <a:pt x="182533" y="523728"/>
                  </a:lnTo>
                  <a:lnTo>
                    <a:pt x="184454" y="523728"/>
                  </a:lnTo>
                  <a:lnTo>
                    <a:pt x="186376" y="523728"/>
                  </a:lnTo>
                  <a:lnTo>
                    <a:pt x="188297" y="523728"/>
                  </a:lnTo>
                  <a:lnTo>
                    <a:pt x="190219" y="523728"/>
                  </a:lnTo>
                  <a:lnTo>
                    <a:pt x="192140" y="523728"/>
                  </a:lnTo>
                  <a:lnTo>
                    <a:pt x="194061" y="523728"/>
                  </a:lnTo>
                  <a:lnTo>
                    <a:pt x="195983" y="523728"/>
                  </a:lnTo>
                  <a:lnTo>
                    <a:pt x="197904" y="523728"/>
                  </a:lnTo>
                  <a:lnTo>
                    <a:pt x="199826" y="523728"/>
                  </a:lnTo>
                  <a:lnTo>
                    <a:pt x="201747" y="523728"/>
                  </a:lnTo>
                  <a:lnTo>
                    <a:pt x="203668" y="523728"/>
                  </a:lnTo>
                  <a:lnTo>
                    <a:pt x="205590" y="523728"/>
                  </a:lnTo>
                  <a:lnTo>
                    <a:pt x="207511" y="523728"/>
                  </a:lnTo>
                  <a:lnTo>
                    <a:pt x="209433" y="523728"/>
                  </a:lnTo>
                  <a:lnTo>
                    <a:pt x="211354" y="523728"/>
                  </a:lnTo>
                  <a:lnTo>
                    <a:pt x="213275" y="523728"/>
                  </a:lnTo>
                  <a:lnTo>
                    <a:pt x="215197" y="523728"/>
                  </a:lnTo>
                  <a:lnTo>
                    <a:pt x="217118" y="523728"/>
                  </a:lnTo>
                  <a:lnTo>
                    <a:pt x="219040" y="523728"/>
                  </a:lnTo>
                  <a:lnTo>
                    <a:pt x="220961" y="523728"/>
                  </a:lnTo>
                  <a:lnTo>
                    <a:pt x="222883" y="523728"/>
                  </a:lnTo>
                  <a:lnTo>
                    <a:pt x="224804" y="523728"/>
                  </a:lnTo>
                  <a:lnTo>
                    <a:pt x="226725" y="523728"/>
                  </a:lnTo>
                  <a:lnTo>
                    <a:pt x="228647" y="523728"/>
                  </a:lnTo>
                  <a:lnTo>
                    <a:pt x="230568" y="523728"/>
                  </a:lnTo>
                  <a:lnTo>
                    <a:pt x="232490" y="523728"/>
                  </a:lnTo>
                  <a:lnTo>
                    <a:pt x="234411" y="523728"/>
                  </a:lnTo>
                  <a:lnTo>
                    <a:pt x="236332" y="523728"/>
                  </a:lnTo>
                  <a:lnTo>
                    <a:pt x="238254" y="523728"/>
                  </a:lnTo>
                  <a:lnTo>
                    <a:pt x="240175" y="523728"/>
                  </a:lnTo>
                  <a:lnTo>
                    <a:pt x="242097" y="523728"/>
                  </a:lnTo>
                  <a:lnTo>
                    <a:pt x="244018" y="523728"/>
                  </a:lnTo>
                  <a:lnTo>
                    <a:pt x="245939" y="523728"/>
                  </a:lnTo>
                  <a:lnTo>
                    <a:pt x="247861" y="523728"/>
                  </a:lnTo>
                  <a:lnTo>
                    <a:pt x="249782" y="523728"/>
                  </a:lnTo>
                  <a:lnTo>
                    <a:pt x="251704" y="523728"/>
                  </a:lnTo>
                  <a:lnTo>
                    <a:pt x="253625" y="523728"/>
                  </a:lnTo>
                  <a:lnTo>
                    <a:pt x="255546" y="523728"/>
                  </a:lnTo>
                  <a:lnTo>
                    <a:pt x="257468" y="523728"/>
                  </a:lnTo>
                  <a:lnTo>
                    <a:pt x="259389" y="523728"/>
                  </a:lnTo>
                  <a:lnTo>
                    <a:pt x="261311" y="523728"/>
                  </a:lnTo>
                  <a:lnTo>
                    <a:pt x="263232" y="523728"/>
                  </a:lnTo>
                  <a:lnTo>
                    <a:pt x="265153" y="523728"/>
                  </a:lnTo>
                  <a:lnTo>
                    <a:pt x="267075" y="523728"/>
                  </a:lnTo>
                  <a:lnTo>
                    <a:pt x="268996" y="523728"/>
                  </a:lnTo>
                  <a:lnTo>
                    <a:pt x="270918" y="523728"/>
                  </a:lnTo>
                  <a:lnTo>
                    <a:pt x="272839" y="523728"/>
                  </a:lnTo>
                  <a:lnTo>
                    <a:pt x="274760" y="523728"/>
                  </a:lnTo>
                  <a:lnTo>
                    <a:pt x="276682" y="523728"/>
                  </a:lnTo>
                  <a:lnTo>
                    <a:pt x="278603" y="523728"/>
                  </a:lnTo>
                  <a:lnTo>
                    <a:pt x="280525" y="523728"/>
                  </a:lnTo>
                  <a:lnTo>
                    <a:pt x="282446" y="523728"/>
                  </a:lnTo>
                  <a:lnTo>
                    <a:pt x="284367" y="523728"/>
                  </a:lnTo>
                  <a:lnTo>
                    <a:pt x="286289" y="523728"/>
                  </a:lnTo>
                  <a:lnTo>
                    <a:pt x="288210" y="523728"/>
                  </a:lnTo>
                  <a:lnTo>
                    <a:pt x="290132" y="523728"/>
                  </a:lnTo>
                  <a:lnTo>
                    <a:pt x="292053" y="523728"/>
                  </a:lnTo>
                  <a:lnTo>
                    <a:pt x="293975" y="523728"/>
                  </a:lnTo>
                  <a:lnTo>
                    <a:pt x="295896" y="523728"/>
                  </a:lnTo>
                  <a:lnTo>
                    <a:pt x="297817" y="523728"/>
                  </a:lnTo>
                  <a:lnTo>
                    <a:pt x="299739" y="523728"/>
                  </a:lnTo>
                  <a:lnTo>
                    <a:pt x="301660" y="523728"/>
                  </a:lnTo>
                  <a:lnTo>
                    <a:pt x="303582" y="523728"/>
                  </a:lnTo>
                  <a:lnTo>
                    <a:pt x="305503" y="523728"/>
                  </a:lnTo>
                  <a:lnTo>
                    <a:pt x="307424" y="523728"/>
                  </a:lnTo>
                  <a:lnTo>
                    <a:pt x="309346" y="523728"/>
                  </a:lnTo>
                  <a:lnTo>
                    <a:pt x="311267" y="523728"/>
                  </a:lnTo>
                  <a:lnTo>
                    <a:pt x="313189" y="523728"/>
                  </a:lnTo>
                  <a:lnTo>
                    <a:pt x="315110" y="523728"/>
                  </a:lnTo>
                  <a:lnTo>
                    <a:pt x="317031" y="523728"/>
                  </a:lnTo>
                  <a:lnTo>
                    <a:pt x="318953" y="523728"/>
                  </a:lnTo>
                  <a:lnTo>
                    <a:pt x="320874" y="523728"/>
                  </a:lnTo>
                  <a:lnTo>
                    <a:pt x="322796" y="523728"/>
                  </a:lnTo>
                  <a:lnTo>
                    <a:pt x="324717" y="523728"/>
                  </a:lnTo>
                  <a:lnTo>
                    <a:pt x="326638" y="523728"/>
                  </a:lnTo>
                  <a:lnTo>
                    <a:pt x="328560" y="523728"/>
                  </a:lnTo>
                  <a:lnTo>
                    <a:pt x="330481" y="523728"/>
                  </a:lnTo>
                  <a:lnTo>
                    <a:pt x="332403" y="523728"/>
                  </a:lnTo>
                  <a:lnTo>
                    <a:pt x="334324" y="523728"/>
                  </a:lnTo>
                  <a:lnTo>
                    <a:pt x="336245" y="523728"/>
                  </a:lnTo>
                  <a:lnTo>
                    <a:pt x="338167" y="523728"/>
                  </a:lnTo>
                  <a:lnTo>
                    <a:pt x="340088" y="523728"/>
                  </a:lnTo>
                  <a:lnTo>
                    <a:pt x="342010" y="523728"/>
                  </a:lnTo>
                  <a:lnTo>
                    <a:pt x="343931" y="523728"/>
                  </a:lnTo>
                  <a:lnTo>
                    <a:pt x="345852" y="523728"/>
                  </a:lnTo>
                  <a:lnTo>
                    <a:pt x="347774" y="523728"/>
                  </a:lnTo>
                  <a:lnTo>
                    <a:pt x="349695" y="523728"/>
                  </a:lnTo>
                  <a:lnTo>
                    <a:pt x="351617" y="523728"/>
                  </a:lnTo>
                  <a:lnTo>
                    <a:pt x="353538" y="523728"/>
                  </a:lnTo>
                  <a:lnTo>
                    <a:pt x="355459" y="523728"/>
                  </a:lnTo>
                  <a:lnTo>
                    <a:pt x="357381" y="523728"/>
                  </a:lnTo>
                  <a:lnTo>
                    <a:pt x="359302" y="523728"/>
                  </a:lnTo>
                  <a:lnTo>
                    <a:pt x="361224" y="523728"/>
                  </a:lnTo>
                  <a:lnTo>
                    <a:pt x="363145" y="523728"/>
                  </a:lnTo>
                  <a:lnTo>
                    <a:pt x="365067" y="523728"/>
                  </a:lnTo>
                  <a:lnTo>
                    <a:pt x="366988" y="523728"/>
                  </a:lnTo>
                  <a:lnTo>
                    <a:pt x="368909" y="523728"/>
                  </a:lnTo>
                  <a:lnTo>
                    <a:pt x="370831" y="523728"/>
                  </a:lnTo>
                  <a:lnTo>
                    <a:pt x="372752" y="523728"/>
                  </a:lnTo>
                  <a:lnTo>
                    <a:pt x="374674" y="523728"/>
                  </a:lnTo>
                  <a:lnTo>
                    <a:pt x="376595" y="523728"/>
                  </a:lnTo>
                  <a:lnTo>
                    <a:pt x="378516" y="523728"/>
                  </a:lnTo>
                  <a:lnTo>
                    <a:pt x="380438" y="523728"/>
                  </a:lnTo>
                  <a:lnTo>
                    <a:pt x="382359" y="523728"/>
                  </a:lnTo>
                  <a:lnTo>
                    <a:pt x="384281" y="523728"/>
                  </a:lnTo>
                  <a:lnTo>
                    <a:pt x="386202" y="523728"/>
                  </a:lnTo>
                  <a:lnTo>
                    <a:pt x="388123" y="523728"/>
                  </a:lnTo>
                  <a:lnTo>
                    <a:pt x="390045" y="523728"/>
                  </a:lnTo>
                  <a:lnTo>
                    <a:pt x="391966" y="523728"/>
                  </a:lnTo>
                  <a:lnTo>
                    <a:pt x="393888" y="523728"/>
                  </a:lnTo>
                  <a:lnTo>
                    <a:pt x="395809" y="523728"/>
                  </a:lnTo>
                  <a:lnTo>
                    <a:pt x="397730" y="523728"/>
                  </a:lnTo>
                  <a:lnTo>
                    <a:pt x="399652" y="523728"/>
                  </a:lnTo>
                  <a:lnTo>
                    <a:pt x="401573" y="523728"/>
                  </a:lnTo>
                  <a:lnTo>
                    <a:pt x="403495" y="523728"/>
                  </a:lnTo>
                  <a:lnTo>
                    <a:pt x="405416" y="523728"/>
                  </a:lnTo>
                  <a:lnTo>
                    <a:pt x="407337" y="523728"/>
                  </a:lnTo>
                  <a:lnTo>
                    <a:pt x="409259" y="523728"/>
                  </a:lnTo>
                  <a:lnTo>
                    <a:pt x="411180" y="523728"/>
                  </a:lnTo>
                  <a:lnTo>
                    <a:pt x="413102" y="523728"/>
                  </a:lnTo>
                  <a:lnTo>
                    <a:pt x="415023" y="523728"/>
                  </a:lnTo>
                  <a:lnTo>
                    <a:pt x="416944" y="523728"/>
                  </a:lnTo>
                  <a:lnTo>
                    <a:pt x="418866" y="523728"/>
                  </a:lnTo>
                  <a:lnTo>
                    <a:pt x="420787" y="523727"/>
                  </a:lnTo>
                  <a:lnTo>
                    <a:pt x="422709" y="523726"/>
                  </a:lnTo>
                  <a:lnTo>
                    <a:pt x="424630" y="523725"/>
                  </a:lnTo>
                  <a:lnTo>
                    <a:pt x="426551" y="523722"/>
                  </a:lnTo>
                  <a:lnTo>
                    <a:pt x="428473" y="523717"/>
                  </a:lnTo>
                  <a:lnTo>
                    <a:pt x="430394" y="523709"/>
                  </a:lnTo>
                  <a:lnTo>
                    <a:pt x="432316" y="523696"/>
                  </a:lnTo>
                  <a:lnTo>
                    <a:pt x="434237" y="523675"/>
                  </a:lnTo>
                  <a:lnTo>
                    <a:pt x="436159" y="523644"/>
                  </a:lnTo>
                  <a:lnTo>
                    <a:pt x="438080" y="523599"/>
                  </a:lnTo>
                  <a:lnTo>
                    <a:pt x="440001" y="523536"/>
                  </a:lnTo>
                  <a:lnTo>
                    <a:pt x="441923" y="523450"/>
                  </a:lnTo>
                  <a:lnTo>
                    <a:pt x="443844" y="523336"/>
                  </a:lnTo>
                  <a:lnTo>
                    <a:pt x="445766" y="523190"/>
                  </a:lnTo>
                  <a:lnTo>
                    <a:pt x="447687" y="523007"/>
                  </a:lnTo>
                  <a:lnTo>
                    <a:pt x="449608" y="522790"/>
                  </a:lnTo>
                  <a:lnTo>
                    <a:pt x="451530" y="522543"/>
                  </a:lnTo>
                  <a:lnTo>
                    <a:pt x="453451" y="522274"/>
                  </a:lnTo>
                  <a:lnTo>
                    <a:pt x="455373" y="521992"/>
                  </a:lnTo>
                  <a:lnTo>
                    <a:pt x="457294" y="521712"/>
                  </a:lnTo>
                  <a:lnTo>
                    <a:pt x="459215" y="521448"/>
                  </a:lnTo>
                  <a:lnTo>
                    <a:pt x="461137" y="521215"/>
                  </a:lnTo>
                  <a:lnTo>
                    <a:pt x="463058" y="521025"/>
                  </a:lnTo>
                  <a:lnTo>
                    <a:pt x="464980" y="520888"/>
                  </a:lnTo>
                  <a:lnTo>
                    <a:pt x="466901" y="520806"/>
                  </a:lnTo>
                  <a:lnTo>
                    <a:pt x="468822" y="520777"/>
                  </a:lnTo>
                  <a:lnTo>
                    <a:pt x="470744" y="520789"/>
                  </a:lnTo>
                  <a:lnTo>
                    <a:pt x="472665" y="520822"/>
                  </a:lnTo>
                  <a:lnTo>
                    <a:pt x="474587" y="520854"/>
                  </a:lnTo>
                  <a:lnTo>
                    <a:pt x="476508" y="520864"/>
                  </a:lnTo>
                  <a:lnTo>
                    <a:pt x="478429" y="520834"/>
                  </a:lnTo>
                  <a:lnTo>
                    <a:pt x="480351" y="520747"/>
                  </a:lnTo>
                  <a:lnTo>
                    <a:pt x="482272" y="520594"/>
                  </a:lnTo>
                  <a:lnTo>
                    <a:pt x="484194" y="520372"/>
                  </a:lnTo>
                  <a:lnTo>
                    <a:pt x="486115" y="520085"/>
                  </a:lnTo>
                  <a:lnTo>
                    <a:pt x="488036" y="519743"/>
                  </a:lnTo>
                  <a:lnTo>
                    <a:pt x="489958" y="519359"/>
                  </a:lnTo>
                  <a:lnTo>
                    <a:pt x="491879" y="518952"/>
                  </a:lnTo>
                  <a:lnTo>
                    <a:pt x="493801" y="518546"/>
                  </a:lnTo>
                  <a:lnTo>
                    <a:pt x="495722" y="518160"/>
                  </a:lnTo>
                  <a:lnTo>
                    <a:pt x="497643" y="517812"/>
                  </a:lnTo>
                  <a:lnTo>
                    <a:pt x="499565" y="517516"/>
                  </a:lnTo>
                  <a:lnTo>
                    <a:pt x="501486" y="517281"/>
                  </a:lnTo>
                  <a:lnTo>
                    <a:pt x="503408" y="517112"/>
                  </a:lnTo>
                  <a:lnTo>
                    <a:pt x="505329" y="517012"/>
                  </a:lnTo>
                  <a:lnTo>
                    <a:pt x="507250" y="516978"/>
                  </a:lnTo>
                  <a:lnTo>
                    <a:pt x="509172" y="517001"/>
                  </a:lnTo>
                  <a:lnTo>
                    <a:pt x="511093" y="517071"/>
                  </a:lnTo>
                  <a:lnTo>
                    <a:pt x="513015" y="517175"/>
                  </a:lnTo>
                  <a:lnTo>
                    <a:pt x="514936" y="517293"/>
                  </a:lnTo>
                  <a:lnTo>
                    <a:pt x="516858" y="517402"/>
                  </a:lnTo>
                  <a:lnTo>
                    <a:pt x="518779" y="517478"/>
                  </a:lnTo>
                  <a:lnTo>
                    <a:pt x="520700" y="517499"/>
                  </a:lnTo>
                  <a:lnTo>
                    <a:pt x="522622" y="517441"/>
                  </a:lnTo>
                  <a:lnTo>
                    <a:pt x="524543" y="517283"/>
                  </a:lnTo>
                  <a:lnTo>
                    <a:pt x="526465" y="517009"/>
                  </a:lnTo>
                  <a:lnTo>
                    <a:pt x="528386" y="516609"/>
                  </a:lnTo>
                  <a:lnTo>
                    <a:pt x="530307" y="516081"/>
                  </a:lnTo>
                  <a:lnTo>
                    <a:pt x="532229" y="515433"/>
                  </a:lnTo>
                  <a:lnTo>
                    <a:pt x="534150" y="514684"/>
                  </a:lnTo>
                  <a:lnTo>
                    <a:pt x="536072" y="513863"/>
                  </a:lnTo>
                  <a:lnTo>
                    <a:pt x="537993" y="513008"/>
                  </a:lnTo>
                  <a:lnTo>
                    <a:pt x="539914" y="512172"/>
                  </a:lnTo>
                  <a:lnTo>
                    <a:pt x="541836" y="511401"/>
                  </a:lnTo>
                  <a:lnTo>
                    <a:pt x="543757" y="510737"/>
                  </a:lnTo>
                  <a:lnTo>
                    <a:pt x="545679" y="510213"/>
                  </a:lnTo>
                  <a:lnTo>
                    <a:pt x="547600" y="509853"/>
                  </a:lnTo>
                  <a:lnTo>
                    <a:pt x="549521" y="509668"/>
                  </a:lnTo>
                  <a:lnTo>
                    <a:pt x="551443" y="509657"/>
                  </a:lnTo>
                  <a:lnTo>
                    <a:pt x="553364" y="509803"/>
                  </a:lnTo>
                  <a:lnTo>
                    <a:pt x="555286" y="510079"/>
                  </a:lnTo>
                  <a:lnTo>
                    <a:pt x="557207" y="510447"/>
                  </a:lnTo>
                  <a:lnTo>
                    <a:pt x="559128" y="510863"/>
                  </a:lnTo>
                  <a:lnTo>
                    <a:pt x="561050" y="511277"/>
                  </a:lnTo>
                  <a:lnTo>
                    <a:pt x="562971" y="511637"/>
                  </a:lnTo>
                  <a:lnTo>
                    <a:pt x="564893" y="511906"/>
                  </a:lnTo>
                  <a:lnTo>
                    <a:pt x="566814" y="512056"/>
                  </a:lnTo>
                  <a:lnTo>
                    <a:pt x="568735" y="512072"/>
                  </a:lnTo>
                  <a:lnTo>
                    <a:pt x="570657" y="511953"/>
                  </a:lnTo>
                  <a:lnTo>
                    <a:pt x="572578" y="511710"/>
                  </a:lnTo>
                  <a:lnTo>
                    <a:pt x="574500" y="511368"/>
                  </a:lnTo>
                  <a:lnTo>
                    <a:pt x="576421" y="510964"/>
                  </a:lnTo>
                  <a:lnTo>
                    <a:pt x="578342" y="510541"/>
                  </a:lnTo>
                  <a:lnTo>
                    <a:pt x="580264" y="510147"/>
                  </a:lnTo>
                  <a:lnTo>
                    <a:pt x="582185" y="509828"/>
                  </a:lnTo>
                  <a:lnTo>
                    <a:pt x="584107" y="509642"/>
                  </a:lnTo>
                  <a:lnTo>
                    <a:pt x="586028" y="509614"/>
                  </a:lnTo>
                  <a:lnTo>
                    <a:pt x="587950" y="509758"/>
                  </a:lnTo>
                  <a:lnTo>
                    <a:pt x="589871" y="510079"/>
                  </a:lnTo>
                  <a:lnTo>
                    <a:pt x="591792" y="510562"/>
                  </a:lnTo>
                  <a:lnTo>
                    <a:pt x="593714" y="511185"/>
                  </a:lnTo>
                  <a:lnTo>
                    <a:pt x="595635" y="511911"/>
                  </a:lnTo>
                  <a:lnTo>
                    <a:pt x="597557" y="512699"/>
                  </a:lnTo>
                  <a:lnTo>
                    <a:pt x="599478" y="513502"/>
                  </a:lnTo>
                  <a:lnTo>
                    <a:pt x="601399" y="514277"/>
                  </a:lnTo>
                  <a:lnTo>
                    <a:pt x="603321" y="514985"/>
                  </a:lnTo>
                  <a:lnTo>
                    <a:pt x="605242" y="515596"/>
                  </a:lnTo>
                  <a:lnTo>
                    <a:pt x="607164" y="516079"/>
                  </a:lnTo>
                  <a:lnTo>
                    <a:pt x="609085" y="516444"/>
                  </a:lnTo>
                  <a:lnTo>
                    <a:pt x="611006" y="516702"/>
                  </a:lnTo>
                  <a:lnTo>
                    <a:pt x="612928" y="516877"/>
                  </a:lnTo>
                  <a:lnTo>
                    <a:pt x="614849" y="516997"/>
                  </a:lnTo>
                  <a:lnTo>
                    <a:pt x="616771" y="517096"/>
                  </a:lnTo>
                  <a:lnTo>
                    <a:pt x="618692" y="517206"/>
                  </a:lnTo>
                  <a:lnTo>
                    <a:pt x="620613" y="517356"/>
                  </a:lnTo>
                  <a:lnTo>
                    <a:pt x="622535" y="517565"/>
                  </a:lnTo>
                  <a:lnTo>
                    <a:pt x="624456" y="517843"/>
                  </a:lnTo>
                  <a:lnTo>
                    <a:pt x="626378" y="518190"/>
                  </a:lnTo>
                  <a:lnTo>
                    <a:pt x="628299" y="518592"/>
                  </a:lnTo>
                  <a:lnTo>
                    <a:pt x="630220" y="519022"/>
                  </a:lnTo>
                  <a:lnTo>
                    <a:pt x="632142" y="519443"/>
                  </a:lnTo>
                  <a:lnTo>
                    <a:pt x="634063" y="519815"/>
                  </a:lnTo>
                  <a:lnTo>
                    <a:pt x="635985" y="520101"/>
                  </a:lnTo>
                  <a:lnTo>
                    <a:pt x="637906" y="520265"/>
                  </a:lnTo>
                  <a:lnTo>
                    <a:pt x="639827" y="520274"/>
                  </a:lnTo>
                  <a:lnTo>
                    <a:pt x="641749" y="520103"/>
                  </a:lnTo>
                  <a:lnTo>
                    <a:pt x="643670" y="519732"/>
                  </a:lnTo>
                  <a:lnTo>
                    <a:pt x="645592" y="519144"/>
                  </a:lnTo>
                  <a:lnTo>
                    <a:pt x="647513" y="518331"/>
                  </a:lnTo>
                  <a:lnTo>
                    <a:pt x="649434" y="517286"/>
                  </a:lnTo>
                  <a:lnTo>
                    <a:pt x="651356" y="515996"/>
                  </a:lnTo>
                  <a:lnTo>
                    <a:pt x="653277" y="514437"/>
                  </a:lnTo>
                  <a:lnTo>
                    <a:pt x="655199" y="512614"/>
                  </a:lnTo>
                  <a:lnTo>
                    <a:pt x="657120" y="510503"/>
                  </a:lnTo>
                  <a:lnTo>
                    <a:pt x="659042" y="508067"/>
                  </a:lnTo>
                  <a:lnTo>
                    <a:pt x="660963" y="505260"/>
                  </a:lnTo>
                  <a:lnTo>
                    <a:pt x="662884" y="502017"/>
                  </a:lnTo>
                  <a:lnTo>
                    <a:pt x="664806" y="498265"/>
                  </a:lnTo>
                  <a:lnTo>
                    <a:pt x="666727" y="493915"/>
                  </a:lnTo>
                  <a:lnTo>
                    <a:pt x="668649" y="488870"/>
                  </a:lnTo>
                  <a:lnTo>
                    <a:pt x="670570" y="483027"/>
                  </a:lnTo>
                  <a:lnTo>
                    <a:pt x="672491" y="476280"/>
                  </a:lnTo>
                  <a:lnTo>
                    <a:pt x="674413" y="468488"/>
                  </a:lnTo>
                  <a:lnTo>
                    <a:pt x="676334" y="459492"/>
                  </a:lnTo>
                  <a:lnTo>
                    <a:pt x="678256" y="449266"/>
                  </a:lnTo>
                  <a:lnTo>
                    <a:pt x="680177" y="437723"/>
                  </a:lnTo>
                  <a:lnTo>
                    <a:pt x="682098" y="424781"/>
                  </a:lnTo>
                  <a:lnTo>
                    <a:pt x="684020" y="410369"/>
                  </a:lnTo>
                  <a:lnTo>
                    <a:pt x="685941" y="394428"/>
                  </a:lnTo>
                  <a:lnTo>
                    <a:pt x="687863" y="376920"/>
                  </a:lnTo>
                  <a:lnTo>
                    <a:pt x="689784" y="357836"/>
                  </a:lnTo>
                  <a:lnTo>
                    <a:pt x="691705" y="337204"/>
                  </a:lnTo>
                  <a:lnTo>
                    <a:pt x="693627" y="315097"/>
                  </a:lnTo>
                  <a:lnTo>
                    <a:pt x="695548" y="291645"/>
                  </a:lnTo>
                  <a:lnTo>
                    <a:pt x="697470" y="267006"/>
                  </a:lnTo>
                  <a:lnTo>
                    <a:pt x="699391" y="241470"/>
                  </a:lnTo>
                  <a:lnTo>
                    <a:pt x="701312" y="215440"/>
                  </a:lnTo>
                  <a:lnTo>
                    <a:pt x="703234" y="189291"/>
                  </a:lnTo>
                  <a:lnTo>
                    <a:pt x="705155" y="163426"/>
                  </a:lnTo>
                  <a:lnTo>
                    <a:pt x="707077" y="138259"/>
                  </a:lnTo>
                  <a:lnTo>
                    <a:pt x="708998" y="114201"/>
                  </a:lnTo>
                  <a:lnTo>
                    <a:pt x="710919" y="91639"/>
                  </a:lnTo>
                  <a:lnTo>
                    <a:pt x="712841" y="70928"/>
                  </a:lnTo>
                  <a:lnTo>
                    <a:pt x="714762" y="52384"/>
                  </a:lnTo>
                  <a:lnTo>
                    <a:pt x="716684" y="36279"/>
                  </a:lnTo>
                  <a:lnTo>
                    <a:pt x="718605" y="22841"/>
                  </a:lnTo>
                  <a:lnTo>
                    <a:pt x="720526" y="12410"/>
                  </a:lnTo>
                  <a:lnTo>
                    <a:pt x="722448" y="5139"/>
                  </a:lnTo>
                  <a:lnTo>
                    <a:pt x="724369" y="983"/>
                  </a:lnTo>
                  <a:lnTo>
                    <a:pt x="726291" y="0"/>
                  </a:lnTo>
                  <a:lnTo>
                    <a:pt x="728212" y="2207"/>
                  </a:lnTo>
                  <a:lnTo>
                    <a:pt x="730134" y="7584"/>
                  </a:lnTo>
                  <a:lnTo>
                    <a:pt x="732055" y="16064"/>
                  </a:lnTo>
                  <a:lnTo>
                    <a:pt x="733976" y="27532"/>
                  </a:lnTo>
                  <a:lnTo>
                    <a:pt x="735898" y="41828"/>
                  </a:lnTo>
                  <a:lnTo>
                    <a:pt x="737819" y="58743"/>
                  </a:lnTo>
                  <a:lnTo>
                    <a:pt x="739741" y="78027"/>
                  </a:lnTo>
                  <a:lnTo>
                    <a:pt x="741662" y="99391"/>
                  </a:lnTo>
                  <a:lnTo>
                    <a:pt x="743583" y="122599"/>
                  </a:lnTo>
                  <a:lnTo>
                    <a:pt x="745505" y="147208"/>
                  </a:lnTo>
                  <a:lnTo>
                    <a:pt x="747426" y="172786"/>
                  </a:lnTo>
                  <a:lnTo>
                    <a:pt x="749348" y="198963"/>
                  </a:lnTo>
                  <a:lnTo>
                    <a:pt x="751269" y="225372"/>
                  </a:lnTo>
                  <a:lnTo>
                    <a:pt x="753190" y="251655"/>
                  </a:lnTo>
                  <a:lnTo>
                    <a:pt x="755112" y="277473"/>
                  </a:lnTo>
                  <a:lnTo>
                    <a:pt x="757033" y="302516"/>
                  </a:lnTo>
                  <a:lnTo>
                    <a:pt x="758955" y="326507"/>
                  </a:lnTo>
                  <a:lnTo>
                    <a:pt x="760876" y="349211"/>
                  </a:lnTo>
                  <a:lnTo>
                    <a:pt x="762797" y="370439"/>
                  </a:lnTo>
                  <a:lnTo>
                    <a:pt x="764719" y="390050"/>
                  </a:lnTo>
                  <a:lnTo>
                    <a:pt x="766640" y="407827"/>
                  </a:lnTo>
                  <a:lnTo>
                    <a:pt x="768562" y="423808"/>
                  </a:lnTo>
                  <a:lnTo>
                    <a:pt x="770483" y="438057"/>
                  </a:lnTo>
                  <a:lnTo>
                    <a:pt x="772404" y="450625"/>
                  </a:lnTo>
                  <a:lnTo>
                    <a:pt x="774326" y="461596"/>
                  </a:lnTo>
                  <a:lnTo>
                    <a:pt x="776247" y="471075"/>
                  </a:lnTo>
                  <a:lnTo>
                    <a:pt x="778169" y="479184"/>
                  </a:lnTo>
                  <a:lnTo>
                    <a:pt x="780090" y="486057"/>
                  </a:lnTo>
                  <a:lnTo>
                    <a:pt x="782011" y="491831"/>
                  </a:lnTo>
                  <a:lnTo>
                    <a:pt x="783933" y="496643"/>
                  </a:lnTo>
                  <a:lnTo>
                    <a:pt x="785854" y="500626"/>
                  </a:lnTo>
                  <a:lnTo>
                    <a:pt x="787776" y="503904"/>
                  </a:lnTo>
                  <a:lnTo>
                    <a:pt x="789697" y="506551"/>
                  </a:lnTo>
                  <a:lnTo>
                    <a:pt x="791618" y="508718"/>
                  </a:lnTo>
                  <a:lnTo>
                    <a:pt x="793540" y="510500"/>
                  </a:lnTo>
                  <a:lnTo>
                    <a:pt x="795461" y="511970"/>
                  </a:lnTo>
                  <a:lnTo>
                    <a:pt x="797383" y="513189"/>
                  </a:lnTo>
                  <a:lnTo>
                    <a:pt x="799304" y="514211"/>
                  </a:lnTo>
                  <a:lnTo>
                    <a:pt x="801226" y="515077"/>
                  </a:lnTo>
                  <a:lnTo>
                    <a:pt x="803147" y="515821"/>
                  </a:lnTo>
                  <a:lnTo>
                    <a:pt x="805068" y="516472"/>
                  </a:lnTo>
                  <a:lnTo>
                    <a:pt x="806990" y="517049"/>
                  </a:lnTo>
                  <a:lnTo>
                    <a:pt x="808911" y="517569"/>
                  </a:lnTo>
                  <a:lnTo>
                    <a:pt x="810833" y="518044"/>
                  </a:lnTo>
                  <a:lnTo>
                    <a:pt x="812754" y="518479"/>
                  </a:lnTo>
                  <a:lnTo>
                    <a:pt x="814675" y="518882"/>
                  </a:lnTo>
                  <a:lnTo>
                    <a:pt x="816597" y="519256"/>
                  </a:lnTo>
                  <a:lnTo>
                    <a:pt x="818518" y="519605"/>
                  </a:lnTo>
                  <a:lnTo>
                    <a:pt x="820440" y="519929"/>
                  </a:lnTo>
                  <a:lnTo>
                    <a:pt x="822361" y="520231"/>
                  </a:lnTo>
                  <a:lnTo>
                    <a:pt x="824282" y="520513"/>
                  </a:lnTo>
                  <a:lnTo>
                    <a:pt x="826204" y="520778"/>
                  </a:lnTo>
                  <a:lnTo>
                    <a:pt x="828125" y="521030"/>
                  </a:lnTo>
                  <a:lnTo>
                    <a:pt x="830047" y="521272"/>
                  </a:lnTo>
                  <a:lnTo>
                    <a:pt x="831968" y="521507"/>
                  </a:lnTo>
                  <a:lnTo>
                    <a:pt x="833889" y="521739"/>
                  </a:lnTo>
                  <a:lnTo>
                    <a:pt x="835811" y="521967"/>
                  </a:lnTo>
                  <a:lnTo>
                    <a:pt x="837732" y="522192"/>
                  </a:lnTo>
                  <a:lnTo>
                    <a:pt x="839654" y="522409"/>
                  </a:lnTo>
                  <a:lnTo>
                    <a:pt x="841575" y="522617"/>
                  </a:lnTo>
                  <a:lnTo>
                    <a:pt x="843496" y="522811"/>
                  </a:lnTo>
                  <a:lnTo>
                    <a:pt x="845418" y="522988"/>
                  </a:lnTo>
                  <a:lnTo>
                    <a:pt x="847339" y="523145"/>
                  </a:lnTo>
                  <a:lnTo>
                    <a:pt x="849261" y="523279"/>
                  </a:lnTo>
                  <a:lnTo>
                    <a:pt x="851182" y="523392"/>
                  </a:lnTo>
                  <a:lnTo>
                    <a:pt x="853103" y="523483"/>
                  </a:lnTo>
                  <a:lnTo>
                    <a:pt x="855025" y="523554"/>
                  </a:lnTo>
                  <a:lnTo>
                    <a:pt x="856946" y="523606"/>
                  </a:lnTo>
                  <a:lnTo>
                    <a:pt x="858868" y="523643"/>
                  </a:lnTo>
                  <a:lnTo>
                    <a:pt x="860789" y="523667"/>
                  </a:lnTo>
                  <a:lnTo>
                    <a:pt x="862710" y="523680"/>
                  </a:lnTo>
                  <a:lnTo>
                    <a:pt x="864632" y="523684"/>
                  </a:lnTo>
                  <a:lnTo>
                    <a:pt x="866553" y="523679"/>
                  </a:lnTo>
                  <a:lnTo>
                    <a:pt x="868475" y="523663"/>
                  </a:lnTo>
                  <a:lnTo>
                    <a:pt x="870396" y="523637"/>
                  </a:lnTo>
                  <a:lnTo>
                    <a:pt x="872318" y="523599"/>
                  </a:lnTo>
                  <a:lnTo>
                    <a:pt x="874239" y="523546"/>
                  </a:lnTo>
                  <a:lnTo>
                    <a:pt x="876160" y="523477"/>
                  </a:lnTo>
                  <a:lnTo>
                    <a:pt x="878082" y="523390"/>
                  </a:lnTo>
                  <a:lnTo>
                    <a:pt x="880003" y="523286"/>
                  </a:lnTo>
                  <a:lnTo>
                    <a:pt x="881925" y="523163"/>
                  </a:lnTo>
                  <a:lnTo>
                    <a:pt x="883846" y="523029"/>
                  </a:lnTo>
                  <a:lnTo>
                    <a:pt x="885767" y="522886"/>
                  </a:lnTo>
                  <a:lnTo>
                    <a:pt x="887689" y="522743"/>
                  </a:lnTo>
                  <a:lnTo>
                    <a:pt x="889610" y="522607"/>
                  </a:lnTo>
                  <a:lnTo>
                    <a:pt x="891532" y="522484"/>
                  </a:lnTo>
                  <a:lnTo>
                    <a:pt x="893453" y="522381"/>
                  </a:lnTo>
                  <a:lnTo>
                    <a:pt x="895374" y="522300"/>
                  </a:lnTo>
                  <a:lnTo>
                    <a:pt x="897296" y="522241"/>
                  </a:lnTo>
                  <a:lnTo>
                    <a:pt x="899217" y="522198"/>
                  </a:lnTo>
                  <a:lnTo>
                    <a:pt x="901139" y="522160"/>
                  </a:lnTo>
                  <a:lnTo>
                    <a:pt x="903060" y="522110"/>
                  </a:lnTo>
                  <a:lnTo>
                    <a:pt x="904981" y="522024"/>
                  </a:lnTo>
                  <a:lnTo>
                    <a:pt x="906903" y="521876"/>
                  </a:lnTo>
                  <a:lnTo>
                    <a:pt x="908824" y="521642"/>
                  </a:lnTo>
                  <a:lnTo>
                    <a:pt x="910746" y="521296"/>
                  </a:lnTo>
                  <a:lnTo>
                    <a:pt x="912667" y="520817"/>
                  </a:lnTo>
                  <a:lnTo>
                    <a:pt x="914588" y="520189"/>
                  </a:lnTo>
                  <a:lnTo>
                    <a:pt x="916510" y="519399"/>
                  </a:lnTo>
                  <a:lnTo>
                    <a:pt x="918431" y="518442"/>
                  </a:lnTo>
                  <a:lnTo>
                    <a:pt x="920353" y="517320"/>
                  </a:lnTo>
                  <a:lnTo>
                    <a:pt x="922274" y="516038"/>
                  </a:lnTo>
                  <a:lnTo>
                    <a:pt x="924195" y="514608"/>
                  </a:lnTo>
                  <a:lnTo>
                    <a:pt x="926117" y="513039"/>
                  </a:lnTo>
                  <a:lnTo>
                    <a:pt x="928038" y="511344"/>
                  </a:lnTo>
                  <a:lnTo>
                    <a:pt x="929960" y="509544"/>
                  </a:lnTo>
                  <a:lnTo>
                    <a:pt x="931881" y="507646"/>
                  </a:lnTo>
                  <a:lnTo>
                    <a:pt x="933802" y="505656"/>
                  </a:lnTo>
                  <a:lnTo>
                    <a:pt x="935724" y="503577"/>
                  </a:lnTo>
                  <a:lnTo>
                    <a:pt x="937645" y="501407"/>
                  </a:lnTo>
                  <a:lnTo>
                    <a:pt x="939567" y="499146"/>
                  </a:lnTo>
                  <a:lnTo>
                    <a:pt x="941488" y="496796"/>
                  </a:lnTo>
                  <a:lnTo>
                    <a:pt x="943410" y="494362"/>
                  </a:lnTo>
                  <a:lnTo>
                    <a:pt x="945331" y="491852"/>
                  </a:lnTo>
                  <a:lnTo>
                    <a:pt x="947252" y="489287"/>
                  </a:lnTo>
                  <a:lnTo>
                    <a:pt x="949174" y="486691"/>
                  </a:lnTo>
                  <a:lnTo>
                    <a:pt x="951095" y="484110"/>
                  </a:lnTo>
                  <a:lnTo>
                    <a:pt x="953017" y="481590"/>
                  </a:lnTo>
                  <a:lnTo>
                    <a:pt x="954938" y="479186"/>
                  </a:lnTo>
                  <a:lnTo>
                    <a:pt x="956859" y="476957"/>
                  </a:lnTo>
                  <a:lnTo>
                    <a:pt x="958781" y="474969"/>
                  </a:lnTo>
                  <a:lnTo>
                    <a:pt x="960702" y="473291"/>
                  </a:lnTo>
                  <a:lnTo>
                    <a:pt x="962624" y="471994"/>
                  </a:lnTo>
                  <a:lnTo>
                    <a:pt x="964545" y="471148"/>
                  </a:lnTo>
                  <a:lnTo>
                    <a:pt x="966466" y="470822"/>
                  </a:lnTo>
                  <a:lnTo>
                    <a:pt x="968388" y="471078"/>
                  </a:lnTo>
                  <a:lnTo>
                    <a:pt x="970309" y="471961"/>
                  </a:lnTo>
                  <a:lnTo>
                    <a:pt x="972231" y="473543"/>
                  </a:lnTo>
                  <a:lnTo>
                    <a:pt x="974152" y="475802"/>
                  </a:lnTo>
                  <a:lnTo>
                    <a:pt x="976073" y="478670"/>
                  </a:lnTo>
                  <a:lnTo>
                    <a:pt x="977995" y="482072"/>
                  </a:lnTo>
                  <a:lnTo>
                    <a:pt x="979916" y="485900"/>
                  </a:lnTo>
                  <a:lnTo>
                    <a:pt x="981838" y="490021"/>
                  </a:lnTo>
                </a:path>
              </a:pathLst>
            </a:cu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6686962" y="5299606"/>
              <a:ext cx="981838" cy="683816"/>
            </a:xfrm>
            <a:custGeom>
              <a:avLst/>
              <a:pathLst>
                <a:path w="981838" h="683816">
                  <a:moveTo>
                    <a:pt x="0" y="683816"/>
                  </a:moveTo>
                  <a:lnTo>
                    <a:pt x="1921" y="683816"/>
                  </a:lnTo>
                  <a:lnTo>
                    <a:pt x="3842" y="683816"/>
                  </a:lnTo>
                  <a:lnTo>
                    <a:pt x="5764" y="683816"/>
                  </a:lnTo>
                  <a:lnTo>
                    <a:pt x="7685" y="683816"/>
                  </a:lnTo>
                  <a:lnTo>
                    <a:pt x="9607" y="683816"/>
                  </a:lnTo>
                  <a:lnTo>
                    <a:pt x="11528" y="683816"/>
                  </a:lnTo>
                  <a:lnTo>
                    <a:pt x="13449" y="683816"/>
                  </a:lnTo>
                  <a:lnTo>
                    <a:pt x="15371" y="683816"/>
                  </a:lnTo>
                  <a:lnTo>
                    <a:pt x="17292" y="683816"/>
                  </a:lnTo>
                  <a:lnTo>
                    <a:pt x="19214" y="683816"/>
                  </a:lnTo>
                  <a:lnTo>
                    <a:pt x="21135" y="683816"/>
                  </a:lnTo>
                  <a:lnTo>
                    <a:pt x="23056" y="683816"/>
                  </a:lnTo>
                  <a:lnTo>
                    <a:pt x="24978" y="683816"/>
                  </a:lnTo>
                  <a:lnTo>
                    <a:pt x="26899" y="683816"/>
                  </a:lnTo>
                  <a:lnTo>
                    <a:pt x="28821" y="683816"/>
                  </a:lnTo>
                  <a:lnTo>
                    <a:pt x="30742" y="683816"/>
                  </a:lnTo>
                  <a:lnTo>
                    <a:pt x="32663" y="683816"/>
                  </a:lnTo>
                  <a:lnTo>
                    <a:pt x="34585" y="683816"/>
                  </a:lnTo>
                  <a:lnTo>
                    <a:pt x="36506" y="683816"/>
                  </a:lnTo>
                  <a:lnTo>
                    <a:pt x="38428" y="683816"/>
                  </a:lnTo>
                  <a:lnTo>
                    <a:pt x="40349" y="683816"/>
                  </a:lnTo>
                  <a:lnTo>
                    <a:pt x="42270" y="683816"/>
                  </a:lnTo>
                  <a:lnTo>
                    <a:pt x="44192" y="683816"/>
                  </a:lnTo>
                  <a:lnTo>
                    <a:pt x="46113" y="683816"/>
                  </a:lnTo>
                  <a:lnTo>
                    <a:pt x="48035" y="683816"/>
                  </a:lnTo>
                  <a:lnTo>
                    <a:pt x="49956" y="683816"/>
                  </a:lnTo>
                  <a:lnTo>
                    <a:pt x="51877" y="683816"/>
                  </a:lnTo>
                  <a:lnTo>
                    <a:pt x="53799" y="683816"/>
                  </a:lnTo>
                  <a:lnTo>
                    <a:pt x="55720" y="683816"/>
                  </a:lnTo>
                  <a:lnTo>
                    <a:pt x="57642" y="683816"/>
                  </a:lnTo>
                  <a:lnTo>
                    <a:pt x="59563" y="683816"/>
                  </a:lnTo>
                  <a:lnTo>
                    <a:pt x="61484" y="683816"/>
                  </a:lnTo>
                  <a:lnTo>
                    <a:pt x="63406" y="683816"/>
                  </a:lnTo>
                  <a:lnTo>
                    <a:pt x="65327" y="683816"/>
                  </a:lnTo>
                  <a:lnTo>
                    <a:pt x="67249" y="683816"/>
                  </a:lnTo>
                  <a:lnTo>
                    <a:pt x="69170" y="683816"/>
                  </a:lnTo>
                  <a:lnTo>
                    <a:pt x="71091" y="683816"/>
                  </a:lnTo>
                  <a:lnTo>
                    <a:pt x="73013" y="683816"/>
                  </a:lnTo>
                  <a:lnTo>
                    <a:pt x="74934" y="683816"/>
                  </a:lnTo>
                  <a:lnTo>
                    <a:pt x="76856" y="683816"/>
                  </a:lnTo>
                  <a:lnTo>
                    <a:pt x="78777" y="683816"/>
                  </a:lnTo>
                  <a:lnTo>
                    <a:pt x="80699" y="683816"/>
                  </a:lnTo>
                  <a:lnTo>
                    <a:pt x="82620" y="683816"/>
                  </a:lnTo>
                  <a:lnTo>
                    <a:pt x="84541" y="683816"/>
                  </a:lnTo>
                  <a:lnTo>
                    <a:pt x="86463" y="683816"/>
                  </a:lnTo>
                  <a:lnTo>
                    <a:pt x="88384" y="683816"/>
                  </a:lnTo>
                  <a:lnTo>
                    <a:pt x="90306" y="683816"/>
                  </a:lnTo>
                  <a:lnTo>
                    <a:pt x="92227" y="683816"/>
                  </a:lnTo>
                  <a:lnTo>
                    <a:pt x="94148" y="683816"/>
                  </a:lnTo>
                  <a:lnTo>
                    <a:pt x="96070" y="683816"/>
                  </a:lnTo>
                  <a:lnTo>
                    <a:pt x="97991" y="683816"/>
                  </a:lnTo>
                  <a:lnTo>
                    <a:pt x="99913" y="683816"/>
                  </a:lnTo>
                  <a:lnTo>
                    <a:pt x="101834" y="683816"/>
                  </a:lnTo>
                  <a:lnTo>
                    <a:pt x="103755" y="683816"/>
                  </a:lnTo>
                  <a:lnTo>
                    <a:pt x="105677" y="683816"/>
                  </a:lnTo>
                  <a:lnTo>
                    <a:pt x="107598" y="683816"/>
                  </a:lnTo>
                  <a:lnTo>
                    <a:pt x="109520" y="683816"/>
                  </a:lnTo>
                  <a:lnTo>
                    <a:pt x="111441" y="683816"/>
                  </a:lnTo>
                  <a:lnTo>
                    <a:pt x="113362" y="683816"/>
                  </a:lnTo>
                  <a:lnTo>
                    <a:pt x="115284" y="683816"/>
                  </a:lnTo>
                  <a:lnTo>
                    <a:pt x="117205" y="683816"/>
                  </a:lnTo>
                  <a:lnTo>
                    <a:pt x="119127" y="683816"/>
                  </a:lnTo>
                  <a:lnTo>
                    <a:pt x="121048" y="683816"/>
                  </a:lnTo>
                  <a:lnTo>
                    <a:pt x="122969" y="683816"/>
                  </a:lnTo>
                  <a:lnTo>
                    <a:pt x="124891" y="683816"/>
                  </a:lnTo>
                  <a:lnTo>
                    <a:pt x="126812" y="683816"/>
                  </a:lnTo>
                  <a:lnTo>
                    <a:pt x="128734" y="683816"/>
                  </a:lnTo>
                  <a:lnTo>
                    <a:pt x="130655" y="683816"/>
                  </a:lnTo>
                  <a:lnTo>
                    <a:pt x="132576" y="683816"/>
                  </a:lnTo>
                  <a:lnTo>
                    <a:pt x="134498" y="683816"/>
                  </a:lnTo>
                  <a:lnTo>
                    <a:pt x="136419" y="683816"/>
                  </a:lnTo>
                  <a:lnTo>
                    <a:pt x="138341" y="683816"/>
                  </a:lnTo>
                  <a:lnTo>
                    <a:pt x="140262" y="683816"/>
                  </a:lnTo>
                  <a:lnTo>
                    <a:pt x="142183" y="683816"/>
                  </a:lnTo>
                  <a:lnTo>
                    <a:pt x="144105" y="683816"/>
                  </a:lnTo>
                  <a:lnTo>
                    <a:pt x="146026" y="683816"/>
                  </a:lnTo>
                  <a:lnTo>
                    <a:pt x="147948" y="683816"/>
                  </a:lnTo>
                  <a:lnTo>
                    <a:pt x="149869" y="683816"/>
                  </a:lnTo>
                  <a:lnTo>
                    <a:pt x="151791" y="683816"/>
                  </a:lnTo>
                  <a:lnTo>
                    <a:pt x="153712" y="683816"/>
                  </a:lnTo>
                  <a:lnTo>
                    <a:pt x="155633" y="683816"/>
                  </a:lnTo>
                  <a:lnTo>
                    <a:pt x="157555" y="683816"/>
                  </a:lnTo>
                  <a:lnTo>
                    <a:pt x="159476" y="683816"/>
                  </a:lnTo>
                  <a:lnTo>
                    <a:pt x="161398" y="683816"/>
                  </a:lnTo>
                  <a:lnTo>
                    <a:pt x="163319" y="683816"/>
                  </a:lnTo>
                  <a:lnTo>
                    <a:pt x="165240" y="683816"/>
                  </a:lnTo>
                  <a:lnTo>
                    <a:pt x="167162" y="683816"/>
                  </a:lnTo>
                  <a:lnTo>
                    <a:pt x="169083" y="683816"/>
                  </a:lnTo>
                  <a:lnTo>
                    <a:pt x="171005" y="683816"/>
                  </a:lnTo>
                  <a:lnTo>
                    <a:pt x="172926" y="683816"/>
                  </a:lnTo>
                  <a:lnTo>
                    <a:pt x="174847" y="683816"/>
                  </a:lnTo>
                  <a:lnTo>
                    <a:pt x="176769" y="683816"/>
                  </a:lnTo>
                  <a:lnTo>
                    <a:pt x="178690" y="683816"/>
                  </a:lnTo>
                  <a:lnTo>
                    <a:pt x="180612" y="683816"/>
                  </a:lnTo>
                  <a:lnTo>
                    <a:pt x="182533" y="683816"/>
                  </a:lnTo>
                  <a:lnTo>
                    <a:pt x="184454" y="683816"/>
                  </a:lnTo>
                  <a:lnTo>
                    <a:pt x="186376" y="683816"/>
                  </a:lnTo>
                  <a:lnTo>
                    <a:pt x="188297" y="683816"/>
                  </a:lnTo>
                  <a:lnTo>
                    <a:pt x="190219" y="683816"/>
                  </a:lnTo>
                  <a:lnTo>
                    <a:pt x="192140" y="683816"/>
                  </a:lnTo>
                  <a:lnTo>
                    <a:pt x="194061" y="683816"/>
                  </a:lnTo>
                  <a:lnTo>
                    <a:pt x="195983" y="683816"/>
                  </a:lnTo>
                  <a:lnTo>
                    <a:pt x="197904" y="683816"/>
                  </a:lnTo>
                  <a:lnTo>
                    <a:pt x="199826" y="683816"/>
                  </a:lnTo>
                  <a:lnTo>
                    <a:pt x="201747" y="683816"/>
                  </a:lnTo>
                  <a:lnTo>
                    <a:pt x="203668" y="683816"/>
                  </a:lnTo>
                  <a:lnTo>
                    <a:pt x="205590" y="683816"/>
                  </a:lnTo>
                  <a:lnTo>
                    <a:pt x="207511" y="683816"/>
                  </a:lnTo>
                  <a:lnTo>
                    <a:pt x="209433" y="683816"/>
                  </a:lnTo>
                  <a:lnTo>
                    <a:pt x="211354" y="683816"/>
                  </a:lnTo>
                  <a:lnTo>
                    <a:pt x="213275" y="683816"/>
                  </a:lnTo>
                  <a:lnTo>
                    <a:pt x="215197" y="683816"/>
                  </a:lnTo>
                  <a:lnTo>
                    <a:pt x="217118" y="683816"/>
                  </a:lnTo>
                  <a:lnTo>
                    <a:pt x="219040" y="683816"/>
                  </a:lnTo>
                  <a:lnTo>
                    <a:pt x="220961" y="683816"/>
                  </a:lnTo>
                  <a:lnTo>
                    <a:pt x="222883" y="683816"/>
                  </a:lnTo>
                  <a:lnTo>
                    <a:pt x="224804" y="683816"/>
                  </a:lnTo>
                  <a:lnTo>
                    <a:pt x="226725" y="683816"/>
                  </a:lnTo>
                  <a:lnTo>
                    <a:pt x="228647" y="683816"/>
                  </a:lnTo>
                  <a:lnTo>
                    <a:pt x="230568" y="683816"/>
                  </a:lnTo>
                  <a:lnTo>
                    <a:pt x="232490" y="683816"/>
                  </a:lnTo>
                  <a:lnTo>
                    <a:pt x="234411" y="683816"/>
                  </a:lnTo>
                  <a:lnTo>
                    <a:pt x="236332" y="683816"/>
                  </a:lnTo>
                  <a:lnTo>
                    <a:pt x="238254" y="683816"/>
                  </a:lnTo>
                  <a:lnTo>
                    <a:pt x="240175" y="683816"/>
                  </a:lnTo>
                  <a:lnTo>
                    <a:pt x="242097" y="683816"/>
                  </a:lnTo>
                  <a:lnTo>
                    <a:pt x="244018" y="683816"/>
                  </a:lnTo>
                  <a:lnTo>
                    <a:pt x="245939" y="683816"/>
                  </a:lnTo>
                  <a:lnTo>
                    <a:pt x="247861" y="683816"/>
                  </a:lnTo>
                  <a:lnTo>
                    <a:pt x="249782" y="683816"/>
                  </a:lnTo>
                  <a:lnTo>
                    <a:pt x="251704" y="683816"/>
                  </a:lnTo>
                  <a:lnTo>
                    <a:pt x="253625" y="683816"/>
                  </a:lnTo>
                  <a:lnTo>
                    <a:pt x="255546" y="683816"/>
                  </a:lnTo>
                  <a:lnTo>
                    <a:pt x="257468" y="683816"/>
                  </a:lnTo>
                  <a:lnTo>
                    <a:pt x="259389" y="683816"/>
                  </a:lnTo>
                  <a:lnTo>
                    <a:pt x="261311" y="683816"/>
                  </a:lnTo>
                  <a:lnTo>
                    <a:pt x="263232" y="683816"/>
                  </a:lnTo>
                  <a:lnTo>
                    <a:pt x="265153" y="683816"/>
                  </a:lnTo>
                  <a:lnTo>
                    <a:pt x="267075" y="683816"/>
                  </a:lnTo>
                  <a:lnTo>
                    <a:pt x="268996" y="683816"/>
                  </a:lnTo>
                  <a:lnTo>
                    <a:pt x="270918" y="683816"/>
                  </a:lnTo>
                  <a:lnTo>
                    <a:pt x="272839" y="683816"/>
                  </a:lnTo>
                  <a:lnTo>
                    <a:pt x="274760" y="683816"/>
                  </a:lnTo>
                  <a:lnTo>
                    <a:pt x="276682" y="683816"/>
                  </a:lnTo>
                  <a:lnTo>
                    <a:pt x="278603" y="683816"/>
                  </a:lnTo>
                  <a:lnTo>
                    <a:pt x="280525" y="683816"/>
                  </a:lnTo>
                  <a:lnTo>
                    <a:pt x="282446" y="683816"/>
                  </a:lnTo>
                  <a:lnTo>
                    <a:pt x="284367" y="683816"/>
                  </a:lnTo>
                  <a:lnTo>
                    <a:pt x="286289" y="683816"/>
                  </a:lnTo>
                  <a:lnTo>
                    <a:pt x="288210" y="683816"/>
                  </a:lnTo>
                  <a:lnTo>
                    <a:pt x="290132" y="683816"/>
                  </a:lnTo>
                  <a:lnTo>
                    <a:pt x="292053" y="683816"/>
                  </a:lnTo>
                  <a:lnTo>
                    <a:pt x="293975" y="683816"/>
                  </a:lnTo>
                  <a:lnTo>
                    <a:pt x="295896" y="683816"/>
                  </a:lnTo>
                  <a:lnTo>
                    <a:pt x="297817" y="683816"/>
                  </a:lnTo>
                  <a:lnTo>
                    <a:pt x="299739" y="683816"/>
                  </a:lnTo>
                  <a:lnTo>
                    <a:pt x="301660" y="683816"/>
                  </a:lnTo>
                  <a:lnTo>
                    <a:pt x="303582" y="683816"/>
                  </a:lnTo>
                  <a:lnTo>
                    <a:pt x="305503" y="683816"/>
                  </a:lnTo>
                  <a:lnTo>
                    <a:pt x="307424" y="683816"/>
                  </a:lnTo>
                  <a:lnTo>
                    <a:pt x="309346" y="683816"/>
                  </a:lnTo>
                  <a:lnTo>
                    <a:pt x="311267" y="683816"/>
                  </a:lnTo>
                  <a:lnTo>
                    <a:pt x="313189" y="683816"/>
                  </a:lnTo>
                  <a:lnTo>
                    <a:pt x="315110" y="683816"/>
                  </a:lnTo>
                  <a:lnTo>
                    <a:pt x="317031" y="683816"/>
                  </a:lnTo>
                  <a:lnTo>
                    <a:pt x="318953" y="683816"/>
                  </a:lnTo>
                  <a:lnTo>
                    <a:pt x="320874" y="683816"/>
                  </a:lnTo>
                  <a:lnTo>
                    <a:pt x="322796" y="683816"/>
                  </a:lnTo>
                  <a:lnTo>
                    <a:pt x="324717" y="683816"/>
                  </a:lnTo>
                  <a:lnTo>
                    <a:pt x="326638" y="683816"/>
                  </a:lnTo>
                  <a:lnTo>
                    <a:pt x="328560" y="683816"/>
                  </a:lnTo>
                  <a:lnTo>
                    <a:pt x="330481" y="683816"/>
                  </a:lnTo>
                  <a:lnTo>
                    <a:pt x="332403" y="683816"/>
                  </a:lnTo>
                  <a:lnTo>
                    <a:pt x="334324" y="683816"/>
                  </a:lnTo>
                  <a:lnTo>
                    <a:pt x="336245" y="683816"/>
                  </a:lnTo>
                  <a:lnTo>
                    <a:pt x="338167" y="683816"/>
                  </a:lnTo>
                  <a:lnTo>
                    <a:pt x="340088" y="683816"/>
                  </a:lnTo>
                  <a:lnTo>
                    <a:pt x="342010" y="683816"/>
                  </a:lnTo>
                  <a:lnTo>
                    <a:pt x="343931" y="683816"/>
                  </a:lnTo>
                  <a:lnTo>
                    <a:pt x="345852" y="683816"/>
                  </a:lnTo>
                  <a:lnTo>
                    <a:pt x="347774" y="683816"/>
                  </a:lnTo>
                  <a:lnTo>
                    <a:pt x="349695" y="683816"/>
                  </a:lnTo>
                  <a:lnTo>
                    <a:pt x="351617" y="683816"/>
                  </a:lnTo>
                  <a:lnTo>
                    <a:pt x="353538" y="683816"/>
                  </a:lnTo>
                  <a:lnTo>
                    <a:pt x="355459" y="683816"/>
                  </a:lnTo>
                  <a:lnTo>
                    <a:pt x="357381" y="683816"/>
                  </a:lnTo>
                  <a:lnTo>
                    <a:pt x="359302" y="683816"/>
                  </a:lnTo>
                  <a:lnTo>
                    <a:pt x="361224" y="683816"/>
                  </a:lnTo>
                  <a:lnTo>
                    <a:pt x="363145" y="683816"/>
                  </a:lnTo>
                  <a:lnTo>
                    <a:pt x="365067" y="683816"/>
                  </a:lnTo>
                  <a:lnTo>
                    <a:pt x="366988" y="683816"/>
                  </a:lnTo>
                  <a:lnTo>
                    <a:pt x="368909" y="683816"/>
                  </a:lnTo>
                  <a:lnTo>
                    <a:pt x="370831" y="683816"/>
                  </a:lnTo>
                  <a:lnTo>
                    <a:pt x="372752" y="683816"/>
                  </a:lnTo>
                  <a:lnTo>
                    <a:pt x="374674" y="683816"/>
                  </a:lnTo>
                  <a:lnTo>
                    <a:pt x="376595" y="683816"/>
                  </a:lnTo>
                  <a:lnTo>
                    <a:pt x="378516" y="683816"/>
                  </a:lnTo>
                  <a:lnTo>
                    <a:pt x="380438" y="683816"/>
                  </a:lnTo>
                  <a:lnTo>
                    <a:pt x="382359" y="683816"/>
                  </a:lnTo>
                  <a:lnTo>
                    <a:pt x="384281" y="683816"/>
                  </a:lnTo>
                  <a:lnTo>
                    <a:pt x="386202" y="683816"/>
                  </a:lnTo>
                  <a:lnTo>
                    <a:pt x="388123" y="683816"/>
                  </a:lnTo>
                  <a:lnTo>
                    <a:pt x="390045" y="683816"/>
                  </a:lnTo>
                  <a:lnTo>
                    <a:pt x="391966" y="683816"/>
                  </a:lnTo>
                  <a:lnTo>
                    <a:pt x="393888" y="683816"/>
                  </a:lnTo>
                  <a:lnTo>
                    <a:pt x="395809" y="683816"/>
                  </a:lnTo>
                  <a:lnTo>
                    <a:pt x="397730" y="683816"/>
                  </a:lnTo>
                  <a:lnTo>
                    <a:pt x="399652" y="683816"/>
                  </a:lnTo>
                  <a:lnTo>
                    <a:pt x="401573" y="683816"/>
                  </a:lnTo>
                  <a:lnTo>
                    <a:pt x="403495" y="683816"/>
                  </a:lnTo>
                  <a:lnTo>
                    <a:pt x="405416" y="683816"/>
                  </a:lnTo>
                  <a:lnTo>
                    <a:pt x="407337" y="683816"/>
                  </a:lnTo>
                  <a:lnTo>
                    <a:pt x="409259" y="683816"/>
                  </a:lnTo>
                  <a:lnTo>
                    <a:pt x="411180" y="683816"/>
                  </a:lnTo>
                  <a:lnTo>
                    <a:pt x="413102" y="683816"/>
                  </a:lnTo>
                  <a:lnTo>
                    <a:pt x="415023" y="683816"/>
                  </a:lnTo>
                  <a:lnTo>
                    <a:pt x="416944" y="683816"/>
                  </a:lnTo>
                  <a:lnTo>
                    <a:pt x="418866" y="683816"/>
                  </a:lnTo>
                  <a:lnTo>
                    <a:pt x="420787" y="683816"/>
                  </a:lnTo>
                  <a:lnTo>
                    <a:pt x="422709" y="683816"/>
                  </a:lnTo>
                  <a:lnTo>
                    <a:pt x="424630" y="683816"/>
                  </a:lnTo>
                  <a:lnTo>
                    <a:pt x="426551" y="683816"/>
                  </a:lnTo>
                  <a:lnTo>
                    <a:pt x="428473" y="683816"/>
                  </a:lnTo>
                  <a:lnTo>
                    <a:pt x="430394" y="683816"/>
                  </a:lnTo>
                  <a:lnTo>
                    <a:pt x="432316" y="683816"/>
                  </a:lnTo>
                  <a:lnTo>
                    <a:pt x="434237" y="683816"/>
                  </a:lnTo>
                  <a:lnTo>
                    <a:pt x="436159" y="683816"/>
                  </a:lnTo>
                  <a:lnTo>
                    <a:pt x="438080" y="683816"/>
                  </a:lnTo>
                  <a:lnTo>
                    <a:pt x="440001" y="683816"/>
                  </a:lnTo>
                  <a:lnTo>
                    <a:pt x="441923" y="683816"/>
                  </a:lnTo>
                  <a:lnTo>
                    <a:pt x="443844" y="683816"/>
                  </a:lnTo>
                  <a:lnTo>
                    <a:pt x="445766" y="683816"/>
                  </a:lnTo>
                  <a:lnTo>
                    <a:pt x="447687" y="683816"/>
                  </a:lnTo>
                  <a:lnTo>
                    <a:pt x="449608" y="683816"/>
                  </a:lnTo>
                  <a:lnTo>
                    <a:pt x="451530" y="683816"/>
                  </a:lnTo>
                  <a:lnTo>
                    <a:pt x="453451" y="683816"/>
                  </a:lnTo>
                  <a:lnTo>
                    <a:pt x="455373" y="683816"/>
                  </a:lnTo>
                  <a:lnTo>
                    <a:pt x="457294" y="683816"/>
                  </a:lnTo>
                  <a:lnTo>
                    <a:pt x="459215" y="683816"/>
                  </a:lnTo>
                  <a:lnTo>
                    <a:pt x="461137" y="683816"/>
                  </a:lnTo>
                  <a:lnTo>
                    <a:pt x="463058" y="683816"/>
                  </a:lnTo>
                  <a:lnTo>
                    <a:pt x="464980" y="683816"/>
                  </a:lnTo>
                  <a:lnTo>
                    <a:pt x="466901" y="683816"/>
                  </a:lnTo>
                  <a:lnTo>
                    <a:pt x="468822" y="683816"/>
                  </a:lnTo>
                  <a:lnTo>
                    <a:pt x="470744" y="683816"/>
                  </a:lnTo>
                  <a:lnTo>
                    <a:pt x="472665" y="683816"/>
                  </a:lnTo>
                  <a:lnTo>
                    <a:pt x="474587" y="683816"/>
                  </a:lnTo>
                  <a:lnTo>
                    <a:pt x="476508" y="683816"/>
                  </a:lnTo>
                  <a:lnTo>
                    <a:pt x="478429" y="683816"/>
                  </a:lnTo>
                  <a:lnTo>
                    <a:pt x="480351" y="683816"/>
                  </a:lnTo>
                  <a:lnTo>
                    <a:pt x="482272" y="683816"/>
                  </a:lnTo>
                  <a:lnTo>
                    <a:pt x="484194" y="683816"/>
                  </a:lnTo>
                  <a:lnTo>
                    <a:pt x="486115" y="683816"/>
                  </a:lnTo>
                  <a:lnTo>
                    <a:pt x="488036" y="683816"/>
                  </a:lnTo>
                  <a:lnTo>
                    <a:pt x="489958" y="683816"/>
                  </a:lnTo>
                  <a:lnTo>
                    <a:pt x="491879" y="683816"/>
                  </a:lnTo>
                  <a:lnTo>
                    <a:pt x="493801" y="683816"/>
                  </a:lnTo>
                  <a:lnTo>
                    <a:pt x="495722" y="683816"/>
                  </a:lnTo>
                  <a:lnTo>
                    <a:pt x="497643" y="683816"/>
                  </a:lnTo>
                  <a:lnTo>
                    <a:pt x="499565" y="683816"/>
                  </a:lnTo>
                  <a:lnTo>
                    <a:pt x="501486" y="683816"/>
                  </a:lnTo>
                  <a:lnTo>
                    <a:pt x="503408" y="683816"/>
                  </a:lnTo>
                  <a:lnTo>
                    <a:pt x="505329" y="683816"/>
                  </a:lnTo>
                  <a:lnTo>
                    <a:pt x="507250" y="683816"/>
                  </a:lnTo>
                  <a:lnTo>
                    <a:pt x="509172" y="683816"/>
                  </a:lnTo>
                  <a:lnTo>
                    <a:pt x="511093" y="683816"/>
                  </a:lnTo>
                  <a:lnTo>
                    <a:pt x="513015" y="683816"/>
                  </a:lnTo>
                  <a:lnTo>
                    <a:pt x="514936" y="683816"/>
                  </a:lnTo>
                  <a:lnTo>
                    <a:pt x="516858" y="683816"/>
                  </a:lnTo>
                  <a:lnTo>
                    <a:pt x="518779" y="683816"/>
                  </a:lnTo>
                  <a:lnTo>
                    <a:pt x="520700" y="683816"/>
                  </a:lnTo>
                  <a:lnTo>
                    <a:pt x="522622" y="683816"/>
                  </a:lnTo>
                  <a:lnTo>
                    <a:pt x="524543" y="683816"/>
                  </a:lnTo>
                  <a:lnTo>
                    <a:pt x="526465" y="683816"/>
                  </a:lnTo>
                  <a:lnTo>
                    <a:pt x="528386" y="683816"/>
                  </a:lnTo>
                  <a:lnTo>
                    <a:pt x="530307" y="683816"/>
                  </a:lnTo>
                  <a:lnTo>
                    <a:pt x="532229" y="683816"/>
                  </a:lnTo>
                  <a:lnTo>
                    <a:pt x="534150" y="683816"/>
                  </a:lnTo>
                  <a:lnTo>
                    <a:pt x="536072" y="683816"/>
                  </a:lnTo>
                  <a:lnTo>
                    <a:pt x="537993" y="683816"/>
                  </a:lnTo>
                  <a:lnTo>
                    <a:pt x="539914" y="683816"/>
                  </a:lnTo>
                  <a:lnTo>
                    <a:pt x="541836" y="683816"/>
                  </a:lnTo>
                  <a:lnTo>
                    <a:pt x="543757" y="683816"/>
                  </a:lnTo>
                  <a:lnTo>
                    <a:pt x="545679" y="683816"/>
                  </a:lnTo>
                  <a:lnTo>
                    <a:pt x="547600" y="683816"/>
                  </a:lnTo>
                  <a:lnTo>
                    <a:pt x="549521" y="683816"/>
                  </a:lnTo>
                  <a:lnTo>
                    <a:pt x="551443" y="683816"/>
                  </a:lnTo>
                  <a:lnTo>
                    <a:pt x="553364" y="683816"/>
                  </a:lnTo>
                  <a:lnTo>
                    <a:pt x="555286" y="683816"/>
                  </a:lnTo>
                  <a:lnTo>
                    <a:pt x="557207" y="683816"/>
                  </a:lnTo>
                  <a:lnTo>
                    <a:pt x="559128" y="683816"/>
                  </a:lnTo>
                  <a:lnTo>
                    <a:pt x="561050" y="683816"/>
                  </a:lnTo>
                  <a:lnTo>
                    <a:pt x="562971" y="683816"/>
                  </a:lnTo>
                  <a:lnTo>
                    <a:pt x="564893" y="683816"/>
                  </a:lnTo>
                  <a:lnTo>
                    <a:pt x="566814" y="683816"/>
                  </a:lnTo>
                  <a:lnTo>
                    <a:pt x="568735" y="683816"/>
                  </a:lnTo>
                  <a:lnTo>
                    <a:pt x="570657" y="683816"/>
                  </a:lnTo>
                  <a:lnTo>
                    <a:pt x="572578" y="683816"/>
                  </a:lnTo>
                  <a:lnTo>
                    <a:pt x="574500" y="683816"/>
                  </a:lnTo>
                  <a:lnTo>
                    <a:pt x="576421" y="683816"/>
                  </a:lnTo>
                  <a:lnTo>
                    <a:pt x="578342" y="683816"/>
                  </a:lnTo>
                  <a:lnTo>
                    <a:pt x="580264" y="683816"/>
                  </a:lnTo>
                  <a:lnTo>
                    <a:pt x="582185" y="683816"/>
                  </a:lnTo>
                  <a:lnTo>
                    <a:pt x="584107" y="683816"/>
                  </a:lnTo>
                  <a:lnTo>
                    <a:pt x="586028" y="683816"/>
                  </a:lnTo>
                  <a:lnTo>
                    <a:pt x="587950" y="683816"/>
                  </a:lnTo>
                  <a:lnTo>
                    <a:pt x="589871" y="683816"/>
                  </a:lnTo>
                  <a:lnTo>
                    <a:pt x="591792" y="683816"/>
                  </a:lnTo>
                  <a:lnTo>
                    <a:pt x="593714" y="683816"/>
                  </a:lnTo>
                  <a:lnTo>
                    <a:pt x="595635" y="683816"/>
                  </a:lnTo>
                  <a:lnTo>
                    <a:pt x="597557" y="683816"/>
                  </a:lnTo>
                  <a:lnTo>
                    <a:pt x="599478" y="683816"/>
                  </a:lnTo>
                  <a:lnTo>
                    <a:pt x="601399" y="683816"/>
                  </a:lnTo>
                  <a:lnTo>
                    <a:pt x="603321" y="683816"/>
                  </a:lnTo>
                  <a:lnTo>
                    <a:pt x="605242" y="683816"/>
                  </a:lnTo>
                  <a:lnTo>
                    <a:pt x="607164" y="683816"/>
                  </a:lnTo>
                  <a:lnTo>
                    <a:pt x="609085" y="683816"/>
                  </a:lnTo>
                  <a:lnTo>
                    <a:pt x="611006" y="683816"/>
                  </a:lnTo>
                  <a:lnTo>
                    <a:pt x="612928" y="683816"/>
                  </a:lnTo>
                  <a:lnTo>
                    <a:pt x="614849" y="683816"/>
                  </a:lnTo>
                  <a:lnTo>
                    <a:pt x="616771" y="683816"/>
                  </a:lnTo>
                  <a:lnTo>
                    <a:pt x="618692" y="683816"/>
                  </a:lnTo>
                  <a:lnTo>
                    <a:pt x="620613" y="683816"/>
                  </a:lnTo>
                  <a:lnTo>
                    <a:pt x="622535" y="683816"/>
                  </a:lnTo>
                  <a:lnTo>
                    <a:pt x="624456" y="683816"/>
                  </a:lnTo>
                  <a:lnTo>
                    <a:pt x="626378" y="683816"/>
                  </a:lnTo>
                  <a:lnTo>
                    <a:pt x="628299" y="683816"/>
                  </a:lnTo>
                  <a:lnTo>
                    <a:pt x="630220" y="683816"/>
                  </a:lnTo>
                  <a:lnTo>
                    <a:pt x="632142" y="683816"/>
                  </a:lnTo>
                  <a:lnTo>
                    <a:pt x="634063" y="683816"/>
                  </a:lnTo>
                  <a:lnTo>
                    <a:pt x="635985" y="683816"/>
                  </a:lnTo>
                  <a:lnTo>
                    <a:pt x="637906" y="683816"/>
                  </a:lnTo>
                  <a:lnTo>
                    <a:pt x="639827" y="683816"/>
                  </a:lnTo>
                  <a:lnTo>
                    <a:pt x="641749" y="683816"/>
                  </a:lnTo>
                  <a:lnTo>
                    <a:pt x="643670" y="683816"/>
                  </a:lnTo>
                  <a:lnTo>
                    <a:pt x="645592" y="683816"/>
                  </a:lnTo>
                  <a:lnTo>
                    <a:pt x="647513" y="683816"/>
                  </a:lnTo>
                  <a:lnTo>
                    <a:pt x="649434" y="683816"/>
                  </a:lnTo>
                  <a:lnTo>
                    <a:pt x="651356" y="683816"/>
                  </a:lnTo>
                  <a:lnTo>
                    <a:pt x="653277" y="683816"/>
                  </a:lnTo>
                  <a:lnTo>
                    <a:pt x="655199" y="683816"/>
                  </a:lnTo>
                  <a:lnTo>
                    <a:pt x="657120" y="683815"/>
                  </a:lnTo>
                  <a:lnTo>
                    <a:pt x="659042" y="683814"/>
                  </a:lnTo>
                  <a:lnTo>
                    <a:pt x="660963" y="683813"/>
                  </a:lnTo>
                  <a:lnTo>
                    <a:pt x="662884" y="683809"/>
                  </a:lnTo>
                  <a:lnTo>
                    <a:pt x="664806" y="683803"/>
                  </a:lnTo>
                  <a:lnTo>
                    <a:pt x="666727" y="683792"/>
                  </a:lnTo>
                  <a:lnTo>
                    <a:pt x="668649" y="683774"/>
                  </a:lnTo>
                  <a:lnTo>
                    <a:pt x="670570" y="683744"/>
                  </a:lnTo>
                  <a:lnTo>
                    <a:pt x="672491" y="683696"/>
                  </a:lnTo>
                  <a:lnTo>
                    <a:pt x="674413" y="683623"/>
                  </a:lnTo>
                  <a:lnTo>
                    <a:pt x="676334" y="683516"/>
                  </a:lnTo>
                  <a:lnTo>
                    <a:pt x="678256" y="683364"/>
                  </a:lnTo>
                  <a:lnTo>
                    <a:pt x="680177" y="683156"/>
                  </a:lnTo>
                  <a:lnTo>
                    <a:pt x="682098" y="682883"/>
                  </a:lnTo>
                  <a:lnTo>
                    <a:pt x="684020" y="682534"/>
                  </a:lnTo>
                  <a:lnTo>
                    <a:pt x="685941" y="682106"/>
                  </a:lnTo>
                  <a:lnTo>
                    <a:pt x="687863" y="681595"/>
                  </a:lnTo>
                  <a:lnTo>
                    <a:pt x="689784" y="681019"/>
                  </a:lnTo>
                  <a:lnTo>
                    <a:pt x="691705" y="680398"/>
                  </a:lnTo>
                  <a:lnTo>
                    <a:pt x="693627" y="679757"/>
                  </a:lnTo>
                  <a:lnTo>
                    <a:pt x="695548" y="679127"/>
                  </a:lnTo>
                  <a:lnTo>
                    <a:pt x="697470" y="678537"/>
                  </a:lnTo>
                  <a:lnTo>
                    <a:pt x="699391" y="678015"/>
                  </a:lnTo>
                  <a:lnTo>
                    <a:pt x="701312" y="677578"/>
                  </a:lnTo>
                  <a:lnTo>
                    <a:pt x="703234" y="677238"/>
                  </a:lnTo>
                  <a:lnTo>
                    <a:pt x="705155" y="676994"/>
                  </a:lnTo>
                  <a:lnTo>
                    <a:pt x="707077" y="676833"/>
                  </a:lnTo>
                  <a:lnTo>
                    <a:pt x="708998" y="676737"/>
                  </a:lnTo>
                  <a:lnTo>
                    <a:pt x="710919" y="676684"/>
                  </a:lnTo>
                  <a:lnTo>
                    <a:pt x="712841" y="676648"/>
                  </a:lnTo>
                  <a:lnTo>
                    <a:pt x="714762" y="676612"/>
                  </a:lnTo>
                  <a:lnTo>
                    <a:pt x="716684" y="676563"/>
                  </a:lnTo>
                  <a:lnTo>
                    <a:pt x="718605" y="676501"/>
                  </a:lnTo>
                  <a:lnTo>
                    <a:pt x="720526" y="676426"/>
                  </a:lnTo>
                  <a:lnTo>
                    <a:pt x="722448" y="676344"/>
                  </a:lnTo>
                  <a:lnTo>
                    <a:pt x="724369" y="676260"/>
                  </a:lnTo>
                  <a:lnTo>
                    <a:pt x="726291" y="676179"/>
                  </a:lnTo>
                  <a:lnTo>
                    <a:pt x="728212" y="676102"/>
                  </a:lnTo>
                  <a:lnTo>
                    <a:pt x="730134" y="676026"/>
                  </a:lnTo>
                  <a:lnTo>
                    <a:pt x="732055" y="675948"/>
                  </a:lnTo>
                  <a:lnTo>
                    <a:pt x="733976" y="675860"/>
                  </a:lnTo>
                  <a:lnTo>
                    <a:pt x="735898" y="675754"/>
                  </a:lnTo>
                  <a:lnTo>
                    <a:pt x="737819" y="675627"/>
                  </a:lnTo>
                  <a:lnTo>
                    <a:pt x="739741" y="675477"/>
                  </a:lnTo>
                  <a:lnTo>
                    <a:pt x="741662" y="675306"/>
                  </a:lnTo>
                  <a:lnTo>
                    <a:pt x="743583" y="675116"/>
                  </a:lnTo>
                  <a:lnTo>
                    <a:pt x="745505" y="674906"/>
                  </a:lnTo>
                  <a:lnTo>
                    <a:pt x="747426" y="674673"/>
                  </a:lnTo>
                  <a:lnTo>
                    <a:pt x="749348" y="674407"/>
                  </a:lnTo>
                  <a:lnTo>
                    <a:pt x="751269" y="674091"/>
                  </a:lnTo>
                  <a:lnTo>
                    <a:pt x="753190" y="673701"/>
                  </a:lnTo>
                  <a:lnTo>
                    <a:pt x="755112" y="673208"/>
                  </a:lnTo>
                  <a:lnTo>
                    <a:pt x="757033" y="672583"/>
                  </a:lnTo>
                  <a:lnTo>
                    <a:pt x="758955" y="671797"/>
                  </a:lnTo>
                  <a:lnTo>
                    <a:pt x="760876" y="670817"/>
                  </a:lnTo>
                  <a:lnTo>
                    <a:pt x="762797" y="669657"/>
                  </a:lnTo>
                  <a:lnTo>
                    <a:pt x="764719" y="668332"/>
                  </a:lnTo>
                  <a:lnTo>
                    <a:pt x="766640" y="666874"/>
                  </a:lnTo>
                  <a:lnTo>
                    <a:pt x="768562" y="665330"/>
                  </a:lnTo>
                  <a:lnTo>
                    <a:pt x="770483" y="663757"/>
                  </a:lnTo>
                  <a:lnTo>
                    <a:pt x="772404" y="662222"/>
                  </a:lnTo>
                  <a:lnTo>
                    <a:pt x="774326" y="660791"/>
                  </a:lnTo>
                  <a:lnTo>
                    <a:pt x="776247" y="659531"/>
                  </a:lnTo>
                  <a:lnTo>
                    <a:pt x="778169" y="658503"/>
                  </a:lnTo>
                  <a:lnTo>
                    <a:pt x="780090" y="657757"/>
                  </a:lnTo>
                  <a:lnTo>
                    <a:pt x="782011" y="657330"/>
                  </a:lnTo>
                  <a:lnTo>
                    <a:pt x="783933" y="657258"/>
                  </a:lnTo>
                  <a:lnTo>
                    <a:pt x="785854" y="657547"/>
                  </a:lnTo>
                  <a:lnTo>
                    <a:pt x="787776" y="658156"/>
                  </a:lnTo>
                  <a:lnTo>
                    <a:pt x="789697" y="659041"/>
                  </a:lnTo>
                  <a:lnTo>
                    <a:pt x="791618" y="660143"/>
                  </a:lnTo>
                  <a:lnTo>
                    <a:pt x="793540" y="661388"/>
                  </a:lnTo>
                  <a:lnTo>
                    <a:pt x="795461" y="662693"/>
                  </a:lnTo>
                  <a:lnTo>
                    <a:pt x="797383" y="663974"/>
                  </a:lnTo>
                  <a:lnTo>
                    <a:pt x="799304" y="665151"/>
                  </a:lnTo>
                  <a:lnTo>
                    <a:pt x="801226" y="666153"/>
                  </a:lnTo>
                  <a:lnTo>
                    <a:pt x="803147" y="666926"/>
                  </a:lnTo>
                  <a:lnTo>
                    <a:pt x="805068" y="667435"/>
                  </a:lnTo>
                  <a:lnTo>
                    <a:pt x="806990" y="667666"/>
                  </a:lnTo>
                  <a:lnTo>
                    <a:pt x="808911" y="667615"/>
                  </a:lnTo>
                  <a:lnTo>
                    <a:pt x="810833" y="667328"/>
                  </a:lnTo>
                  <a:lnTo>
                    <a:pt x="812754" y="666865"/>
                  </a:lnTo>
                  <a:lnTo>
                    <a:pt x="814675" y="666292"/>
                  </a:lnTo>
                  <a:lnTo>
                    <a:pt x="816597" y="665676"/>
                  </a:lnTo>
                  <a:lnTo>
                    <a:pt x="818518" y="665086"/>
                  </a:lnTo>
                  <a:lnTo>
                    <a:pt x="820440" y="664581"/>
                  </a:lnTo>
                  <a:lnTo>
                    <a:pt x="822361" y="664209"/>
                  </a:lnTo>
                  <a:lnTo>
                    <a:pt x="824282" y="663996"/>
                  </a:lnTo>
                  <a:lnTo>
                    <a:pt x="826204" y="663952"/>
                  </a:lnTo>
                  <a:lnTo>
                    <a:pt x="828125" y="664062"/>
                  </a:lnTo>
                  <a:lnTo>
                    <a:pt x="830047" y="664296"/>
                  </a:lnTo>
                  <a:lnTo>
                    <a:pt x="831968" y="664608"/>
                  </a:lnTo>
                  <a:lnTo>
                    <a:pt x="833889" y="664943"/>
                  </a:lnTo>
                  <a:lnTo>
                    <a:pt x="835811" y="665247"/>
                  </a:lnTo>
                  <a:lnTo>
                    <a:pt x="837732" y="665483"/>
                  </a:lnTo>
                  <a:lnTo>
                    <a:pt x="839654" y="665634"/>
                  </a:lnTo>
                  <a:lnTo>
                    <a:pt x="841575" y="665702"/>
                  </a:lnTo>
                  <a:lnTo>
                    <a:pt x="843496" y="665706"/>
                  </a:lnTo>
                  <a:lnTo>
                    <a:pt x="845418" y="665681"/>
                  </a:lnTo>
                  <a:lnTo>
                    <a:pt x="847339" y="665673"/>
                  </a:lnTo>
                  <a:lnTo>
                    <a:pt x="849261" y="665724"/>
                  </a:lnTo>
                  <a:lnTo>
                    <a:pt x="851182" y="665873"/>
                  </a:lnTo>
                  <a:lnTo>
                    <a:pt x="853103" y="666143"/>
                  </a:lnTo>
                  <a:lnTo>
                    <a:pt x="855025" y="666541"/>
                  </a:lnTo>
                  <a:lnTo>
                    <a:pt x="856946" y="667056"/>
                  </a:lnTo>
                  <a:lnTo>
                    <a:pt x="858868" y="667659"/>
                  </a:lnTo>
                  <a:lnTo>
                    <a:pt x="860789" y="668306"/>
                  </a:lnTo>
                  <a:lnTo>
                    <a:pt x="862710" y="668962"/>
                  </a:lnTo>
                  <a:lnTo>
                    <a:pt x="864632" y="669600"/>
                  </a:lnTo>
                  <a:lnTo>
                    <a:pt x="866553" y="670203"/>
                  </a:lnTo>
                  <a:lnTo>
                    <a:pt x="868475" y="670767"/>
                  </a:lnTo>
                  <a:lnTo>
                    <a:pt x="870396" y="671295"/>
                  </a:lnTo>
                  <a:lnTo>
                    <a:pt x="872318" y="671791"/>
                  </a:lnTo>
                  <a:lnTo>
                    <a:pt x="874239" y="672254"/>
                  </a:lnTo>
                  <a:lnTo>
                    <a:pt x="876160" y="672673"/>
                  </a:lnTo>
                  <a:lnTo>
                    <a:pt x="878082" y="673019"/>
                  </a:lnTo>
                  <a:lnTo>
                    <a:pt x="880003" y="673248"/>
                  </a:lnTo>
                  <a:lnTo>
                    <a:pt x="881925" y="673284"/>
                  </a:lnTo>
                  <a:lnTo>
                    <a:pt x="883846" y="673056"/>
                  </a:lnTo>
                  <a:lnTo>
                    <a:pt x="885767" y="672499"/>
                  </a:lnTo>
                  <a:lnTo>
                    <a:pt x="887689" y="671548"/>
                  </a:lnTo>
                  <a:lnTo>
                    <a:pt x="889610" y="670145"/>
                  </a:lnTo>
                  <a:lnTo>
                    <a:pt x="891532" y="668237"/>
                  </a:lnTo>
                  <a:lnTo>
                    <a:pt x="893453" y="665778"/>
                  </a:lnTo>
                  <a:lnTo>
                    <a:pt x="895374" y="662717"/>
                  </a:lnTo>
                  <a:lnTo>
                    <a:pt x="897296" y="659005"/>
                  </a:lnTo>
                  <a:lnTo>
                    <a:pt x="899217" y="654587"/>
                  </a:lnTo>
                  <a:lnTo>
                    <a:pt x="901139" y="649408"/>
                  </a:lnTo>
                  <a:lnTo>
                    <a:pt x="903060" y="643421"/>
                  </a:lnTo>
                  <a:lnTo>
                    <a:pt x="904981" y="636591"/>
                  </a:lnTo>
                  <a:lnTo>
                    <a:pt x="906903" y="628828"/>
                  </a:lnTo>
                  <a:lnTo>
                    <a:pt x="908824" y="620238"/>
                  </a:lnTo>
                  <a:lnTo>
                    <a:pt x="910746" y="610878"/>
                  </a:lnTo>
                  <a:lnTo>
                    <a:pt x="912667" y="600826"/>
                  </a:lnTo>
                  <a:lnTo>
                    <a:pt x="914588" y="590169"/>
                  </a:lnTo>
                  <a:lnTo>
                    <a:pt x="916510" y="578989"/>
                  </a:lnTo>
                  <a:lnTo>
                    <a:pt x="918431" y="567344"/>
                  </a:lnTo>
                  <a:lnTo>
                    <a:pt x="920353" y="555248"/>
                  </a:lnTo>
                  <a:lnTo>
                    <a:pt x="922274" y="542658"/>
                  </a:lnTo>
                  <a:lnTo>
                    <a:pt x="924195" y="529462"/>
                  </a:lnTo>
                  <a:lnTo>
                    <a:pt x="926117" y="515467"/>
                  </a:lnTo>
                  <a:lnTo>
                    <a:pt x="928038" y="500405"/>
                  </a:lnTo>
                  <a:lnTo>
                    <a:pt x="929960" y="483887"/>
                  </a:lnTo>
                  <a:lnTo>
                    <a:pt x="931881" y="465415"/>
                  </a:lnTo>
                  <a:lnTo>
                    <a:pt x="933802" y="444707"/>
                  </a:lnTo>
                  <a:lnTo>
                    <a:pt x="935724" y="421447"/>
                  </a:lnTo>
                  <a:lnTo>
                    <a:pt x="937645" y="395437"/>
                  </a:lnTo>
                  <a:lnTo>
                    <a:pt x="939567" y="366633"/>
                  </a:lnTo>
                  <a:lnTo>
                    <a:pt x="941488" y="335188"/>
                  </a:lnTo>
                  <a:lnTo>
                    <a:pt x="943410" y="301453"/>
                  </a:lnTo>
                  <a:lnTo>
                    <a:pt x="945331" y="265975"/>
                  </a:lnTo>
                  <a:lnTo>
                    <a:pt x="947252" y="229464"/>
                  </a:lnTo>
                  <a:lnTo>
                    <a:pt x="949174" y="192751"/>
                  </a:lnTo>
                  <a:lnTo>
                    <a:pt x="951095" y="156729"/>
                  </a:lnTo>
                  <a:lnTo>
                    <a:pt x="953017" y="122309"/>
                  </a:lnTo>
                  <a:lnTo>
                    <a:pt x="954938" y="90585"/>
                  </a:lnTo>
                  <a:lnTo>
                    <a:pt x="956859" y="62444"/>
                  </a:lnTo>
                  <a:lnTo>
                    <a:pt x="958781" y="38579"/>
                  </a:lnTo>
                  <a:lnTo>
                    <a:pt x="960702" y="19738"/>
                  </a:lnTo>
                  <a:lnTo>
                    <a:pt x="962624" y="6645"/>
                  </a:lnTo>
                  <a:lnTo>
                    <a:pt x="964545" y="0"/>
                  </a:lnTo>
                  <a:lnTo>
                    <a:pt x="966466" y="453"/>
                  </a:lnTo>
                  <a:lnTo>
                    <a:pt x="968388" y="8563"/>
                  </a:lnTo>
                  <a:lnTo>
                    <a:pt x="970309" y="24727"/>
                  </a:lnTo>
                  <a:lnTo>
                    <a:pt x="972231" y="49107"/>
                  </a:lnTo>
                  <a:lnTo>
                    <a:pt x="974152" y="81543"/>
                  </a:lnTo>
                  <a:lnTo>
                    <a:pt x="976073" y="121492"/>
                  </a:lnTo>
                  <a:lnTo>
                    <a:pt x="977995" y="167985"/>
                  </a:lnTo>
                  <a:lnTo>
                    <a:pt x="979916" y="219910"/>
                  </a:lnTo>
                  <a:lnTo>
                    <a:pt x="981838" y="274867"/>
                  </a:lnTo>
                  <a:lnTo>
                    <a:pt x="981838" y="683816"/>
                  </a:lnTo>
                  <a:lnTo>
                    <a:pt x="979916" y="683816"/>
                  </a:lnTo>
                  <a:lnTo>
                    <a:pt x="977995" y="683816"/>
                  </a:lnTo>
                  <a:lnTo>
                    <a:pt x="976073" y="683816"/>
                  </a:lnTo>
                  <a:lnTo>
                    <a:pt x="974152" y="683816"/>
                  </a:lnTo>
                  <a:lnTo>
                    <a:pt x="972231" y="683816"/>
                  </a:lnTo>
                  <a:lnTo>
                    <a:pt x="970309" y="683816"/>
                  </a:lnTo>
                  <a:lnTo>
                    <a:pt x="968388" y="683816"/>
                  </a:lnTo>
                  <a:lnTo>
                    <a:pt x="966466" y="683816"/>
                  </a:lnTo>
                  <a:lnTo>
                    <a:pt x="964545" y="683816"/>
                  </a:lnTo>
                  <a:lnTo>
                    <a:pt x="962624" y="683816"/>
                  </a:lnTo>
                  <a:lnTo>
                    <a:pt x="960702" y="683816"/>
                  </a:lnTo>
                  <a:lnTo>
                    <a:pt x="958781" y="683816"/>
                  </a:lnTo>
                  <a:lnTo>
                    <a:pt x="956859" y="683816"/>
                  </a:lnTo>
                  <a:lnTo>
                    <a:pt x="954938" y="683816"/>
                  </a:lnTo>
                  <a:lnTo>
                    <a:pt x="953017" y="683816"/>
                  </a:lnTo>
                  <a:lnTo>
                    <a:pt x="951095" y="683816"/>
                  </a:lnTo>
                  <a:lnTo>
                    <a:pt x="949174" y="683816"/>
                  </a:lnTo>
                  <a:lnTo>
                    <a:pt x="947252" y="683816"/>
                  </a:lnTo>
                  <a:lnTo>
                    <a:pt x="945331" y="683816"/>
                  </a:lnTo>
                  <a:lnTo>
                    <a:pt x="943410" y="683816"/>
                  </a:lnTo>
                  <a:lnTo>
                    <a:pt x="941488" y="683816"/>
                  </a:lnTo>
                  <a:lnTo>
                    <a:pt x="939567" y="683816"/>
                  </a:lnTo>
                  <a:lnTo>
                    <a:pt x="937645" y="683816"/>
                  </a:lnTo>
                  <a:lnTo>
                    <a:pt x="935724" y="683816"/>
                  </a:lnTo>
                  <a:lnTo>
                    <a:pt x="933802" y="683816"/>
                  </a:lnTo>
                  <a:lnTo>
                    <a:pt x="931881" y="683816"/>
                  </a:lnTo>
                  <a:lnTo>
                    <a:pt x="929960" y="683816"/>
                  </a:lnTo>
                  <a:lnTo>
                    <a:pt x="928038" y="683816"/>
                  </a:lnTo>
                  <a:lnTo>
                    <a:pt x="926117" y="683816"/>
                  </a:lnTo>
                  <a:lnTo>
                    <a:pt x="924195" y="683816"/>
                  </a:lnTo>
                  <a:lnTo>
                    <a:pt x="922274" y="683816"/>
                  </a:lnTo>
                  <a:lnTo>
                    <a:pt x="920353" y="683816"/>
                  </a:lnTo>
                  <a:lnTo>
                    <a:pt x="918431" y="683816"/>
                  </a:lnTo>
                  <a:lnTo>
                    <a:pt x="916510" y="683816"/>
                  </a:lnTo>
                  <a:lnTo>
                    <a:pt x="914588" y="683816"/>
                  </a:lnTo>
                  <a:lnTo>
                    <a:pt x="912667" y="683816"/>
                  </a:lnTo>
                  <a:lnTo>
                    <a:pt x="910746" y="683816"/>
                  </a:lnTo>
                  <a:lnTo>
                    <a:pt x="908824" y="683816"/>
                  </a:lnTo>
                  <a:lnTo>
                    <a:pt x="906903" y="683816"/>
                  </a:lnTo>
                  <a:lnTo>
                    <a:pt x="904981" y="683816"/>
                  </a:lnTo>
                  <a:lnTo>
                    <a:pt x="903060" y="683816"/>
                  </a:lnTo>
                  <a:lnTo>
                    <a:pt x="901139" y="683816"/>
                  </a:lnTo>
                  <a:lnTo>
                    <a:pt x="899217" y="683816"/>
                  </a:lnTo>
                  <a:lnTo>
                    <a:pt x="897296" y="683816"/>
                  </a:lnTo>
                  <a:lnTo>
                    <a:pt x="895374" y="683816"/>
                  </a:lnTo>
                  <a:lnTo>
                    <a:pt x="893453" y="683816"/>
                  </a:lnTo>
                  <a:lnTo>
                    <a:pt x="891532" y="683816"/>
                  </a:lnTo>
                  <a:lnTo>
                    <a:pt x="889610" y="683816"/>
                  </a:lnTo>
                  <a:lnTo>
                    <a:pt x="887689" y="683816"/>
                  </a:lnTo>
                  <a:lnTo>
                    <a:pt x="885767" y="683816"/>
                  </a:lnTo>
                  <a:lnTo>
                    <a:pt x="883846" y="683816"/>
                  </a:lnTo>
                  <a:lnTo>
                    <a:pt x="881925" y="683816"/>
                  </a:lnTo>
                  <a:lnTo>
                    <a:pt x="880003" y="683816"/>
                  </a:lnTo>
                  <a:lnTo>
                    <a:pt x="878082" y="683816"/>
                  </a:lnTo>
                  <a:lnTo>
                    <a:pt x="876160" y="683816"/>
                  </a:lnTo>
                  <a:lnTo>
                    <a:pt x="874239" y="683816"/>
                  </a:lnTo>
                  <a:lnTo>
                    <a:pt x="872318" y="683816"/>
                  </a:lnTo>
                  <a:lnTo>
                    <a:pt x="870396" y="683816"/>
                  </a:lnTo>
                  <a:lnTo>
                    <a:pt x="868475" y="683816"/>
                  </a:lnTo>
                  <a:lnTo>
                    <a:pt x="866553" y="683816"/>
                  </a:lnTo>
                  <a:lnTo>
                    <a:pt x="864632" y="683816"/>
                  </a:lnTo>
                  <a:lnTo>
                    <a:pt x="862710" y="683816"/>
                  </a:lnTo>
                  <a:lnTo>
                    <a:pt x="860789" y="683816"/>
                  </a:lnTo>
                  <a:lnTo>
                    <a:pt x="858868" y="683816"/>
                  </a:lnTo>
                  <a:lnTo>
                    <a:pt x="856946" y="683816"/>
                  </a:lnTo>
                  <a:lnTo>
                    <a:pt x="855025" y="683816"/>
                  </a:lnTo>
                  <a:lnTo>
                    <a:pt x="853103" y="683816"/>
                  </a:lnTo>
                  <a:lnTo>
                    <a:pt x="851182" y="683816"/>
                  </a:lnTo>
                  <a:lnTo>
                    <a:pt x="849261" y="683816"/>
                  </a:lnTo>
                  <a:lnTo>
                    <a:pt x="847339" y="683816"/>
                  </a:lnTo>
                  <a:lnTo>
                    <a:pt x="845418" y="683816"/>
                  </a:lnTo>
                  <a:lnTo>
                    <a:pt x="843496" y="683816"/>
                  </a:lnTo>
                  <a:lnTo>
                    <a:pt x="841575" y="683816"/>
                  </a:lnTo>
                  <a:lnTo>
                    <a:pt x="839654" y="683816"/>
                  </a:lnTo>
                  <a:lnTo>
                    <a:pt x="837732" y="683816"/>
                  </a:lnTo>
                  <a:lnTo>
                    <a:pt x="835811" y="683816"/>
                  </a:lnTo>
                  <a:lnTo>
                    <a:pt x="833889" y="683816"/>
                  </a:lnTo>
                  <a:lnTo>
                    <a:pt x="831968" y="683816"/>
                  </a:lnTo>
                  <a:lnTo>
                    <a:pt x="830047" y="683816"/>
                  </a:lnTo>
                  <a:lnTo>
                    <a:pt x="828125" y="683816"/>
                  </a:lnTo>
                  <a:lnTo>
                    <a:pt x="826204" y="683816"/>
                  </a:lnTo>
                  <a:lnTo>
                    <a:pt x="824282" y="683816"/>
                  </a:lnTo>
                  <a:lnTo>
                    <a:pt x="822361" y="683816"/>
                  </a:lnTo>
                  <a:lnTo>
                    <a:pt x="820440" y="683816"/>
                  </a:lnTo>
                  <a:lnTo>
                    <a:pt x="818518" y="683816"/>
                  </a:lnTo>
                  <a:lnTo>
                    <a:pt x="816597" y="683816"/>
                  </a:lnTo>
                  <a:lnTo>
                    <a:pt x="814675" y="683816"/>
                  </a:lnTo>
                  <a:lnTo>
                    <a:pt x="812754" y="683816"/>
                  </a:lnTo>
                  <a:lnTo>
                    <a:pt x="810833" y="683816"/>
                  </a:lnTo>
                  <a:lnTo>
                    <a:pt x="808911" y="683816"/>
                  </a:lnTo>
                  <a:lnTo>
                    <a:pt x="806990" y="683816"/>
                  </a:lnTo>
                  <a:lnTo>
                    <a:pt x="805068" y="683816"/>
                  </a:lnTo>
                  <a:lnTo>
                    <a:pt x="803147" y="683816"/>
                  </a:lnTo>
                  <a:lnTo>
                    <a:pt x="801226" y="683816"/>
                  </a:lnTo>
                  <a:lnTo>
                    <a:pt x="799304" y="683816"/>
                  </a:lnTo>
                  <a:lnTo>
                    <a:pt x="797383" y="683816"/>
                  </a:lnTo>
                  <a:lnTo>
                    <a:pt x="795461" y="683816"/>
                  </a:lnTo>
                  <a:lnTo>
                    <a:pt x="793540" y="683816"/>
                  </a:lnTo>
                  <a:lnTo>
                    <a:pt x="791618" y="683816"/>
                  </a:lnTo>
                  <a:lnTo>
                    <a:pt x="789697" y="683816"/>
                  </a:lnTo>
                  <a:lnTo>
                    <a:pt x="787776" y="683816"/>
                  </a:lnTo>
                  <a:lnTo>
                    <a:pt x="785854" y="683816"/>
                  </a:lnTo>
                  <a:lnTo>
                    <a:pt x="783933" y="683816"/>
                  </a:lnTo>
                  <a:lnTo>
                    <a:pt x="782011" y="683816"/>
                  </a:lnTo>
                  <a:lnTo>
                    <a:pt x="780090" y="683816"/>
                  </a:lnTo>
                  <a:lnTo>
                    <a:pt x="778169" y="683816"/>
                  </a:lnTo>
                  <a:lnTo>
                    <a:pt x="776247" y="683816"/>
                  </a:lnTo>
                  <a:lnTo>
                    <a:pt x="774326" y="683816"/>
                  </a:lnTo>
                  <a:lnTo>
                    <a:pt x="772404" y="683816"/>
                  </a:lnTo>
                  <a:lnTo>
                    <a:pt x="770483" y="683816"/>
                  </a:lnTo>
                  <a:lnTo>
                    <a:pt x="768562" y="683816"/>
                  </a:lnTo>
                  <a:lnTo>
                    <a:pt x="766640" y="683816"/>
                  </a:lnTo>
                  <a:lnTo>
                    <a:pt x="764719" y="683816"/>
                  </a:lnTo>
                  <a:lnTo>
                    <a:pt x="762797" y="683816"/>
                  </a:lnTo>
                  <a:lnTo>
                    <a:pt x="760876" y="683816"/>
                  </a:lnTo>
                  <a:lnTo>
                    <a:pt x="758955" y="683816"/>
                  </a:lnTo>
                  <a:lnTo>
                    <a:pt x="757033" y="683816"/>
                  </a:lnTo>
                  <a:lnTo>
                    <a:pt x="755112" y="683816"/>
                  </a:lnTo>
                  <a:lnTo>
                    <a:pt x="753190" y="683816"/>
                  </a:lnTo>
                  <a:lnTo>
                    <a:pt x="751269" y="683816"/>
                  </a:lnTo>
                  <a:lnTo>
                    <a:pt x="749348" y="683816"/>
                  </a:lnTo>
                  <a:lnTo>
                    <a:pt x="747426" y="683816"/>
                  </a:lnTo>
                  <a:lnTo>
                    <a:pt x="745505" y="683816"/>
                  </a:lnTo>
                  <a:lnTo>
                    <a:pt x="743583" y="683816"/>
                  </a:lnTo>
                  <a:lnTo>
                    <a:pt x="741662" y="683816"/>
                  </a:lnTo>
                  <a:lnTo>
                    <a:pt x="739741" y="683816"/>
                  </a:lnTo>
                  <a:lnTo>
                    <a:pt x="737819" y="683816"/>
                  </a:lnTo>
                  <a:lnTo>
                    <a:pt x="735898" y="683816"/>
                  </a:lnTo>
                  <a:lnTo>
                    <a:pt x="733976" y="683816"/>
                  </a:lnTo>
                  <a:lnTo>
                    <a:pt x="732055" y="683816"/>
                  </a:lnTo>
                  <a:lnTo>
                    <a:pt x="730134" y="683816"/>
                  </a:lnTo>
                  <a:lnTo>
                    <a:pt x="728212" y="683816"/>
                  </a:lnTo>
                  <a:lnTo>
                    <a:pt x="726291" y="683816"/>
                  </a:lnTo>
                  <a:lnTo>
                    <a:pt x="724369" y="683816"/>
                  </a:lnTo>
                  <a:lnTo>
                    <a:pt x="722448" y="683816"/>
                  </a:lnTo>
                  <a:lnTo>
                    <a:pt x="720526" y="683816"/>
                  </a:lnTo>
                  <a:lnTo>
                    <a:pt x="718605" y="683816"/>
                  </a:lnTo>
                  <a:lnTo>
                    <a:pt x="716684" y="683816"/>
                  </a:lnTo>
                  <a:lnTo>
                    <a:pt x="714762" y="683816"/>
                  </a:lnTo>
                  <a:lnTo>
                    <a:pt x="712841" y="683816"/>
                  </a:lnTo>
                  <a:lnTo>
                    <a:pt x="710919" y="683816"/>
                  </a:lnTo>
                  <a:lnTo>
                    <a:pt x="708998" y="683816"/>
                  </a:lnTo>
                  <a:lnTo>
                    <a:pt x="707077" y="683816"/>
                  </a:lnTo>
                  <a:lnTo>
                    <a:pt x="705155" y="683816"/>
                  </a:lnTo>
                  <a:lnTo>
                    <a:pt x="703234" y="683816"/>
                  </a:lnTo>
                  <a:lnTo>
                    <a:pt x="701312" y="683816"/>
                  </a:lnTo>
                  <a:lnTo>
                    <a:pt x="699391" y="683816"/>
                  </a:lnTo>
                  <a:lnTo>
                    <a:pt x="697470" y="683816"/>
                  </a:lnTo>
                  <a:lnTo>
                    <a:pt x="695548" y="683816"/>
                  </a:lnTo>
                  <a:lnTo>
                    <a:pt x="693627" y="683816"/>
                  </a:lnTo>
                  <a:lnTo>
                    <a:pt x="691705" y="683816"/>
                  </a:lnTo>
                  <a:lnTo>
                    <a:pt x="689784" y="683816"/>
                  </a:lnTo>
                  <a:lnTo>
                    <a:pt x="687863" y="683816"/>
                  </a:lnTo>
                  <a:lnTo>
                    <a:pt x="685941" y="683816"/>
                  </a:lnTo>
                  <a:lnTo>
                    <a:pt x="684020" y="683816"/>
                  </a:lnTo>
                  <a:lnTo>
                    <a:pt x="682098" y="683816"/>
                  </a:lnTo>
                  <a:lnTo>
                    <a:pt x="680177" y="683816"/>
                  </a:lnTo>
                  <a:lnTo>
                    <a:pt x="678256" y="683816"/>
                  </a:lnTo>
                  <a:lnTo>
                    <a:pt x="676334" y="683816"/>
                  </a:lnTo>
                  <a:lnTo>
                    <a:pt x="674413" y="683816"/>
                  </a:lnTo>
                  <a:lnTo>
                    <a:pt x="672491" y="683816"/>
                  </a:lnTo>
                  <a:lnTo>
                    <a:pt x="670570" y="683816"/>
                  </a:lnTo>
                  <a:lnTo>
                    <a:pt x="668649" y="683816"/>
                  </a:lnTo>
                  <a:lnTo>
                    <a:pt x="666727" y="683816"/>
                  </a:lnTo>
                  <a:lnTo>
                    <a:pt x="664806" y="683816"/>
                  </a:lnTo>
                  <a:lnTo>
                    <a:pt x="662884" y="683816"/>
                  </a:lnTo>
                  <a:lnTo>
                    <a:pt x="660963" y="683816"/>
                  </a:lnTo>
                  <a:lnTo>
                    <a:pt x="659042" y="683816"/>
                  </a:lnTo>
                  <a:lnTo>
                    <a:pt x="657120" y="683816"/>
                  </a:lnTo>
                  <a:lnTo>
                    <a:pt x="655199" y="683816"/>
                  </a:lnTo>
                  <a:lnTo>
                    <a:pt x="653277" y="683816"/>
                  </a:lnTo>
                  <a:lnTo>
                    <a:pt x="651356" y="683816"/>
                  </a:lnTo>
                  <a:lnTo>
                    <a:pt x="649434" y="683816"/>
                  </a:lnTo>
                  <a:lnTo>
                    <a:pt x="647513" y="683816"/>
                  </a:lnTo>
                  <a:lnTo>
                    <a:pt x="645592" y="683816"/>
                  </a:lnTo>
                  <a:lnTo>
                    <a:pt x="643670" y="683816"/>
                  </a:lnTo>
                  <a:lnTo>
                    <a:pt x="641749" y="683816"/>
                  </a:lnTo>
                  <a:lnTo>
                    <a:pt x="639827" y="683816"/>
                  </a:lnTo>
                  <a:lnTo>
                    <a:pt x="637906" y="683816"/>
                  </a:lnTo>
                  <a:lnTo>
                    <a:pt x="635985" y="683816"/>
                  </a:lnTo>
                  <a:lnTo>
                    <a:pt x="634063" y="683816"/>
                  </a:lnTo>
                  <a:lnTo>
                    <a:pt x="632142" y="683816"/>
                  </a:lnTo>
                  <a:lnTo>
                    <a:pt x="630220" y="683816"/>
                  </a:lnTo>
                  <a:lnTo>
                    <a:pt x="628299" y="683816"/>
                  </a:lnTo>
                  <a:lnTo>
                    <a:pt x="626378" y="683816"/>
                  </a:lnTo>
                  <a:lnTo>
                    <a:pt x="624456" y="683816"/>
                  </a:lnTo>
                  <a:lnTo>
                    <a:pt x="622535" y="683816"/>
                  </a:lnTo>
                  <a:lnTo>
                    <a:pt x="620613" y="683816"/>
                  </a:lnTo>
                  <a:lnTo>
                    <a:pt x="618692" y="683816"/>
                  </a:lnTo>
                  <a:lnTo>
                    <a:pt x="616771" y="683816"/>
                  </a:lnTo>
                  <a:lnTo>
                    <a:pt x="614849" y="683816"/>
                  </a:lnTo>
                  <a:lnTo>
                    <a:pt x="612928" y="683816"/>
                  </a:lnTo>
                  <a:lnTo>
                    <a:pt x="611006" y="683816"/>
                  </a:lnTo>
                  <a:lnTo>
                    <a:pt x="609085" y="683816"/>
                  </a:lnTo>
                  <a:lnTo>
                    <a:pt x="607164" y="683816"/>
                  </a:lnTo>
                  <a:lnTo>
                    <a:pt x="605242" y="683816"/>
                  </a:lnTo>
                  <a:lnTo>
                    <a:pt x="603321" y="683816"/>
                  </a:lnTo>
                  <a:lnTo>
                    <a:pt x="601399" y="683816"/>
                  </a:lnTo>
                  <a:lnTo>
                    <a:pt x="599478" y="683816"/>
                  </a:lnTo>
                  <a:lnTo>
                    <a:pt x="597557" y="683816"/>
                  </a:lnTo>
                  <a:lnTo>
                    <a:pt x="595635" y="683816"/>
                  </a:lnTo>
                  <a:lnTo>
                    <a:pt x="593714" y="683816"/>
                  </a:lnTo>
                  <a:lnTo>
                    <a:pt x="591792" y="683816"/>
                  </a:lnTo>
                  <a:lnTo>
                    <a:pt x="589871" y="683816"/>
                  </a:lnTo>
                  <a:lnTo>
                    <a:pt x="587950" y="683816"/>
                  </a:lnTo>
                  <a:lnTo>
                    <a:pt x="586028" y="683816"/>
                  </a:lnTo>
                  <a:lnTo>
                    <a:pt x="584107" y="683816"/>
                  </a:lnTo>
                  <a:lnTo>
                    <a:pt x="582185" y="683816"/>
                  </a:lnTo>
                  <a:lnTo>
                    <a:pt x="580264" y="683816"/>
                  </a:lnTo>
                  <a:lnTo>
                    <a:pt x="578342" y="683816"/>
                  </a:lnTo>
                  <a:lnTo>
                    <a:pt x="576421" y="683816"/>
                  </a:lnTo>
                  <a:lnTo>
                    <a:pt x="574500" y="683816"/>
                  </a:lnTo>
                  <a:lnTo>
                    <a:pt x="572578" y="683816"/>
                  </a:lnTo>
                  <a:lnTo>
                    <a:pt x="570657" y="683816"/>
                  </a:lnTo>
                  <a:lnTo>
                    <a:pt x="568735" y="683816"/>
                  </a:lnTo>
                  <a:lnTo>
                    <a:pt x="566814" y="683816"/>
                  </a:lnTo>
                  <a:lnTo>
                    <a:pt x="564893" y="683816"/>
                  </a:lnTo>
                  <a:lnTo>
                    <a:pt x="562971" y="683816"/>
                  </a:lnTo>
                  <a:lnTo>
                    <a:pt x="561050" y="683816"/>
                  </a:lnTo>
                  <a:lnTo>
                    <a:pt x="559128" y="683816"/>
                  </a:lnTo>
                  <a:lnTo>
                    <a:pt x="557207" y="683816"/>
                  </a:lnTo>
                  <a:lnTo>
                    <a:pt x="555286" y="683816"/>
                  </a:lnTo>
                  <a:lnTo>
                    <a:pt x="553364" y="683816"/>
                  </a:lnTo>
                  <a:lnTo>
                    <a:pt x="551443" y="683816"/>
                  </a:lnTo>
                  <a:lnTo>
                    <a:pt x="549521" y="683816"/>
                  </a:lnTo>
                  <a:lnTo>
                    <a:pt x="547600" y="683816"/>
                  </a:lnTo>
                  <a:lnTo>
                    <a:pt x="545679" y="683816"/>
                  </a:lnTo>
                  <a:lnTo>
                    <a:pt x="543757" y="683816"/>
                  </a:lnTo>
                  <a:lnTo>
                    <a:pt x="541836" y="683816"/>
                  </a:lnTo>
                  <a:lnTo>
                    <a:pt x="539914" y="683816"/>
                  </a:lnTo>
                  <a:lnTo>
                    <a:pt x="537993" y="683816"/>
                  </a:lnTo>
                  <a:lnTo>
                    <a:pt x="536072" y="683816"/>
                  </a:lnTo>
                  <a:lnTo>
                    <a:pt x="534150" y="683816"/>
                  </a:lnTo>
                  <a:lnTo>
                    <a:pt x="532229" y="683816"/>
                  </a:lnTo>
                  <a:lnTo>
                    <a:pt x="530307" y="683816"/>
                  </a:lnTo>
                  <a:lnTo>
                    <a:pt x="528386" y="683816"/>
                  </a:lnTo>
                  <a:lnTo>
                    <a:pt x="526465" y="683816"/>
                  </a:lnTo>
                  <a:lnTo>
                    <a:pt x="524543" y="683816"/>
                  </a:lnTo>
                  <a:lnTo>
                    <a:pt x="522622" y="683816"/>
                  </a:lnTo>
                  <a:lnTo>
                    <a:pt x="520700" y="683816"/>
                  </a:lnTo>
                  <a:lnTo>
                    <a:pt x="518779" y="683816"/>
                  </a:lnTo>
                  <a:lnTo>
                    <a:pt x="516858" y="683816"/>
                  </a:lnTo>
                  <a:lnTo>
                    <a:pt x="514936" y="683816"/>
                  </a:lnTo>
                  <a:lnTo>
                    <a:pt x="513015" y="683816"/>
                  </a:lnTo>
                  <a:lnTo>
                    <a:pt x="511093" y="683816"/>
                  </a:lnTo>
                  <a:lnTo>
                    <a:pt x="509172" y="683816"/>
                  </a:lnTo>
                  <a:lnTo>
                    <a:pt x="507250" y="683816"/>
                  </a:lnTo>
                  <a:lnTo>
                    <a:pt x="505329" y="683816"/>
                  </a:lnTo>
                  <a:lnTo>
                    <a:pt x="503408" y="683816"/>
                  </a:lnTo>
                  <a:lnTo>
                    <a:pt x="501486" y="683816"/>
                  </a:lnTo>
                  <a:lnTo>
                    <a:pt x="499565" y="683816"/>
                  </a:lnTo>
                  <a:lnTo>
                    <a:pt x="497643" y="683816"/>
                  </a:lnTo>
                  <a:lnTo>
                    <a:pt x="495722" y="683816"/>
                  </a:lnTo>
                  <a:lnTo>
                    <a:pt x="493801" y="683816"/>
                  </a:lnTo>
                  <a:lnTo>
                    <a:pt x="491879" y="683816"/>
                  </a:lnTo>
                  <a:lnTo>
                    <a:pt x="489958" y="683816"/>
                  </a:lnTo>
                  <a:lnTo>
                    <a:pt x="488036" y="683816"/>
                  </a:lnTo>
                  <a:lnTo>
                    <a:pt x="486115" y="683816"/>
                  </a:lnTo>
                  <a:lnTo>
                    <a:pt x="484194" y="683816"/>
                  </a:lnTo>
                  <a:lnTo>
                    <a:pt x="482272" y="683816"/>
                  </a:lnTo>
                  <a:lnTo>
                    <a:pt x="480351" y="683816"/>
                  </a:lnTo>
                  <a:lnTo>
                    <a:pt x="478429" y="683816"/>
                  </a:lnTo>
                  <a:lnTo>
                    <a:pt x="476508" y="683816"/>
                  </a:lnTo>
                  <a:lnTo>
                    <a:pt x="474587" y="683816"/>
                  </a:lnTo>
                  <a:lnTo>
                    <a:pt x="472665" y="683816"/>
                  </a:lnTo>
                  <a:lnTo>
                    <a:pt x="470744" y="683816"/>
                  </a:lnTo>
                  <a:lnTo>
                    <a:pt x="468822" y="683816"/>
                  </a:lnTo>
                  <a:lnTo>
                    <a:pt x="466901" y="683816"/>
                  </a:lnTo>
                  <a:lnTo>
                    <a:pt x="464980" y="683816"/>
                  </a:lnTo>
                  <a:lnTo>
                    <a:pt x="463058" y="683816"/>
                  </a:lnTo>
                  <a:lnTo>
                    <a:pt x="461137" y="683816"/>
                  </a:lnTo>
                  <a:lnTo>
                    <a:pt x="459215" y="683816"/>
                  </a:lnTo>
                  <a:lnTo>
                    <a:pt x="457294" y="683816"/>
                  </a:lnTo>
                  <a:lnTo>
                    <a:pt x="455373" y="683816"/>
                  </a:lnTo>
                  <a:lnTo>
                    <a:pt x="453451" y="683816"/>
                  </a:lnTo>
                  <a:lnTo>
                    <a:pt x="451530" y="683816"/>
                  </a:lnTo>
                  <a:lnTo>
                    <a:pt x="449608" y="683816"/>
                  </a:lnTo>
                  <a:lnTo>
                    <a:pt x="447687" y="683816"/>
                  </a:lnTo>
                  <a:lnTo>
                    <a:pt x="445766" y="683816"/>
                  </a:lnTo>
                  <a:lnTo>
                    <a:pt x="443844" y="683816"/>
                  </a:lnTo>
                  <a:lnTo>
                    <a:pt x="441923" y="683816"/>
                  </a:lnTo>
                  <a:lnTo>
                    <a:pt x="440001" y="683816"/>
                  </a:lnTo>
                  <a:lnTo>
                    <a:pt x="438080" y="683816"/>
                  </a:lnTo>
                  <a:lnTo>
                    <a:pt x="436159" y="683816"/>
                  </a:lnTo>
                  <a:lnTo>
                    <a:pt x="434237" y="683816"/>
                  </a:lnTo>
                  <a:lnTo>
                    <a:pt x="432316" y="683816"/>
                  </a:lnTo>
                  <a:lnTo>
                    <a:pt x="430394" y="683816"/>
                  </a:lnTo>
                  <a:lnTo>
                    <a:pt x="428473" y="683816"/>
                  </a:lnTo>
                  <a:lnTo>
                    <a:pt x="426551" y="683816"/>
                  </a:lnTo>
                  <a:lnTo>
                    <a:pt x="424630" y="683816"/>
                  </a:lnTo>
                  <a:lnTo>
                    <a:pt x="422709" y="683816"/>
                  </a:lnTo>
                  <a:lnTo>
                    <a:pt x="420787" y="683816"/>
                  </a:lnTo>
                  <a:lnTo>
                    <a:pt x="418866" y="683816"/>
                  </a:lnTo>
                  <a:lnTo>
                    <a:pt x="416944" y="683816"/>
                  </a:lnTo>
                  <a:lnTo>
                    <a:pt x="415023" y="683816"/>
                  </a:lnTo>
                  <a:lnTo>
                    <a:pt x="413102" y="683816"/>
                  </a:lnTo>
                  <a:lnTo>
                    <a:pt x="411180" y="683816"/>
                  </a:lnTo>
                  <a:lnTo>
                    <a:pt x="409259" y="683816"/>
                  </a:lnTo>
                  <a:lnTo>
                    <a:pt x="407337" y="683816"/>
                  </a:lnTo>
                  <a:lnTo>
                    <a:pt x="405416" y="683816"/>
                  </a:lnTo>
                  <a:lnTo>
                    <a:pt x="403495" y="683816"/>
                  </a:lnTo>
                  <a:lnTo>
                    <a:pt x="401573" y="683816"/>
                  </a:lnTo>
                  <a:lnTo>
                    <a:pt x="399652" y="683816"/>
                  </a:lnTo>
                  <a:lnTo>
                    <a:pt x="397730" y="683816"/>
                  </a:lnTo>
                  <a:lnTo>
                    <a:pt x="395809" y="683816"/>
                  </a:lnTo>
                  <a:lnTo>
                    <a:pt x="393888" y="683816"/>
                  </a:lnTo>
                  <a:lnTo>
                    <a:pt x="391966" y="683816"/>
                  </a:lnTo>
                  <a:lnTo>
                    <a:pt x="390045" y="683816"/>
                  </a:lnTo>
                  <a:lnTo>
                    <a:pt x="388123" y="683816"/>
                  </a:lnTo>
                  <a:lnTo>
                    <a:pt x="386202" y="683816"/>
                  </a:lnTo>
                  <a:lnTo>
                    <a:pt x="384281" y="683816"/>
                  </a:lnTo>
                  <a:lnTo>
                    <a:pt x="382359" y="683816"/>
                  </a:lnTo>
                  <a:lnTo>
                    <a:pt x="380438" y="683816"/>
                  </a:lnTo>
                  <a:lnTo>
                    <a:pt x="378516" y="683816"/>
                  </a:lnTo>
                  <a:lnTo>
                    <a:pt x="376595" y="683816"/>
                  </a:lnTo>
                  <a:lnTo>
                    <a:pt x="374674" y="683816"/>
                  </a:lnTo>
                  <a:lnTo>
                    <a:pt x="372752" y="683816"/>
                  </a:lnTo>
                  <a:lnTo>
                    <a:pt x="370831" y="683816"/>
                  </a:lnTo>
                  <a:lnTo>
                    <a:pt x="368909" y="683816"/>
                  </a:lnTo>
                  <a:lnTo>
                    <a:pt x="366988" y="683816"/>
                  </a:lnTo>
                  <a:lnTo>
                    <a:pt x="365067" y="683816"/>
                  </a:lnTo>
                  <a:lnTo>
                    <a:pt x="363145" y="683816"/>
                  </a:lnTo>
                  <a:lnTo>
                    <a:pt x="361224" y="683816"/>
                  </a:lnTo>
                  <a:lnTo>
                    <a:pt x="359302" y="683816"/>
                  </a:lnTo>
                  <a:lnTo>
                    <a:pt x="357381" y="683816"/>
                  </a:lnTo>
                  <a:lnTo>
                    <a:pt x="355459" y="683816"/>
                  </a:lnTo>
                  <a:lnTo>
                    <a:pt x="353538" y="683816"/>
                  </a:lnTo>
                  <a:lnTo>
                    <a:pt x="351617" y="683816"/>
                  </a:lnTo>
                  <a:lnTo>
                    <a:pt x="349695" y="683816"/>
                  </a:lnTo>
                  <a:lnTo>
                    <a:pt x="347774" y="683816"/>
                  </a:lnTo>
                  <a:lnTo>
                    <a:pt x="345852" y="683816"/>
                  </a:lnTo>
                  <a:lnTo>
                    <a:pt x="343931" y="683816"/>
                  </a:lnTo>
                  <a:lnTo>
                    <a:pt x="342010" y="683816"/>
                  </a:lnTo>
                  <a:lnTo>
                    <a:pt x="340088" y="683816"/>
                  </a:lnTo>
                  <a:lnTo>
                    <a:pt x="338167" y="683816"/>
                  </a:lnTo>
                  <a:lnTo>
                    <a:pt x="336245" y="683816"/>
                  </a:lnTo>
                  <a:lnTo>
                    <a:pt x="334324" y="683816"/>
                  </a:lnTo>
                  <a:lnTo>
                    <a:pt x="332403" y="683816"/>
                  </a:lnTo>
                  <a:lnTo>
                    <a:pt x="330481" y="683816"/>
                  </a:lnTo>
                  <a:lnTo>
                    <a:pt x="328560" y="683816"/>
                  </a:lnTo>
                  <a:lnTo>
                    <a:pt x="326638" y="683816"/>
                  </a:lnTo>
                  <a:lnTo>
                    <a:pt x="324717" y="683816"/>
                  </a:lnTo>
                  <a:lnTo>
                    <a:pt x="322796" y="683816"/>
                  </a:lnTo>
                  <a:lnTo>
                    <a:pt x="320874" y="683816"/>
                  </a:lnTo>
                  <a:lnTo>
                    <a:pt x="318953" y="683816"/>
                  </a:lnTo>
                  <a:lnTo>
                    <a:pt x="317031" y="683816"/>
                  </a:lnTo>
                  <a:lnTo>
                    <a:pt x="315110" y="683816"/>
                  </a:lnTo>
                  <a:lnTo>
                    <a:pt x="313189" y="683816"/>
                  </a:lnTo>
                  <a:lnTo>
                    <a:pt x="311267" y="683816"/>
                  </a:lnTo>
                  <a:lnTo>
                    <a:pt x="309346" y="683816"/>
                  </a:lnTo>
                  <a:lnTo>
                    <a:pt x="307424" y="683816"/>
                  </a:lnTo>
                  <a:lnTo>
                    <a:pt x="305503" y="683816"/>
                  </a:lnTo>
                  <a:lnTo>
                    <a:pt x="303582" y="683816"/>
                  </a:lnTo>
                  <a:lnTo>
                    <a:pt x="301660" y="683816"/>
                  </a:lnTo>
                  <a:lnTo>
                    <a:pt x="299739" y="683816"/>
                  </a:lnTo>
                  <a:lnTo>
                    <a:pt x="297817" y="683816"/>
                  </a:lnTo>
                  <a:lnTo>
                    <a:pt x="295896" y="683816"/>
                  </a:lnTo>
                  <a:lnTo>
                    <a:pt x="293975" y="683816"/>
                  </a:lnTo>
                  <a:lnTo>
                    <a:pt x="292053" y="683816"/>
                  </a:lnTo>
                  <a:lnTo>
                    <a:pt x="290132" y="683816"/>
                  </a:lnTo>
                  <a:lnTo>
                    <a:pt x="288210" y="683816"/>
                  </a:lnTo>
                  <a:lnTo>
                    <a:pt x="286289" y="683816"/>
                  </a:lnTo>
                  <a:lnTo>
                    <a:pt x="284367" y="683816"/>
                  </a:lnTo>
                  <a:lnTo>
                    <a:pt x="282446" y="683816"/>
                  </a:lnTo>
                  <a:lnTo>
                    <a:pt x="280525" y="683816"/>
                  </a:lnTo>
                  <a:lnTo>
                    <a:pt x="278603" y="683816"/>
                  </a:lnTo>
                  <a:lnTo>
                    <a:pt x="276682" y="683816"/>
                  </a:lnTo>
                  <a:lnTo>
                    <a:pt x="274760" y="683816"/>
                  </a:lnTo>
                  <a:lnTo>
                    <a:pt x="272839" y="683816"/>
                  </a:lnTo>
                  <a:lnTo>
                    <a:pt x="270918" y="683816"/>
                  </a:lnTo>
                  <a:lnTo>
                    <a:pt x="268996" y="683816"/>
                  </a:lnTo>
                  <a:lnTo>
                    <a:pt x="267075" y="683816"/>
                  </a:lnTo>
                  <a:lnTo>
                    <a:pt x="265153" y="683816"/>
                  </a:lnTo>
                  <a:lnTo>
                    <a:pt x="263232" y="683816"/>
                  </a:lnTo>
                  <a:lnTo>
                    <a:pt x="261311" y="683816"/>
                  </a:lnTo>
                  <a:lnTo>
                    <a:pt x="259389" y="683816"/>
                  </a:lnTo>
                  <a:lnTo>
                    <a:pt x="257468" y="683816"/>
                  </a:lnTo>
                  <a:lnTo>
                    <a:pt x="255546" y="683816"/>
                  </a:lnTo>
                  <a:lnTo>
                    <a:pt x="253625" y="683816"/>
                  </a:lnTo>
                  <a:lnTo>
                    <a:pt x="251704" y="683816"/>
                  </a:lnTo>
                  <a:lnTo>
                    <a:pt x="249782" y="683816"/>
                  </a:lnTo>
                  <a:lnTo>
                    <a:pt x="247861" y="683816"/>
                  </a:lnTo>
                  <a:lnTo>
                    <a:pt x="245939" y="683816"/>
                  </a:lnTo>
                  <a:lnTo>
                    <a:pt x="244018" y="683816"/>
                  </a:lnTo>
                  <a:lnTo>
                    <a:pt x="242097" y="683816"/>
                  </a:lnTo>
                  <a:lnTo>
                    <a:pt x="240175" y="683816"/>
                  </a:lnTo>
                  <a:lnTo>
                    <a:pt x="238254" y="683816"/>
                  </a:lnTo>
                  <a:lnTo>
                    <a:pt x="236332" y="683816"/>
                  </a:lnTo>
                  <a:lnTo>
                    <a:pt x="234411" y="683816"/>
                  </a:lnTo>
                  <a:lnTo>
                    <a:pt x="232490" y="683816"/>
                  </a:lnTo>
                  <a:lnTo>
                    <a:pt x="230568" y="683816"/>
                  </a:lnTo>
                  <a:lnTo>
                    <a:pt x="228647" y="683816"/>
                  </a:lnTo>
                  <a:lnTo>
                    <a:pt x="226725" y="683816"/>
                  </a:lnTo>
                  <a:lnTo>
                    <a:pt x="224804" y="683816"/>
                  </a:lnTo>
                  <a:lnTo>
                    <a:pt x="222883" y="683816"/>
                  </a:lnTo>
                  <a:lnTo>
                    <a:pt x="220961" y="683816"/>
                  </a:lnTo>
                  <a:lnTo>
                    <a:pt x="219040" y="683816"/>
                  </a:lnTo>
                  <a:lnTo>
                    <a:pt x="217118" y="683816"/>
                  </a:lnTo>
                  <a:lnTo>
                    <a:pt x="215197" y="683816"/>
                  </a:lnTo>
                  <a:lnTo>
                    <a:pt x="213275" y="683816"/>
                  </a:lnTo>
                  <a:lnTo>
                    <a:pt x="211354" y="683816"/>
                  </a:lnTo>
                  <a:lnTo>
                    <a:pt x="209433" y="683816"/>
                  </a:lnTo>
                  <a:lnTo>
                    <a:pt x="207511" y="683816"/>
                  </a:lnTo>
                  <a:lnTo>
                    <a:pt x="205590" y="683816"/>
                  </a:lnTo>
                  <a:lnTo>
                    <a:pt x="203668" y="683816"/>
                  </a:lnTo>
                  <a:lnTo>
                    <a:pt x="201747" y="683816"/>
                  </a:lnTo>
                  <a:lnTo>
                    <a:pt x="199826" y="683816"/>
                  </a:lnTo>
                  <a:lnTo>
                    <a:pt x="197904" y="683816"/>
                  </a:lnTo>
                  <a:lnTo>
                    <a:pt x="195983" y="683816"/>
                  </a:lnTo>
                  <a:lnTo>
                    <a:pt x="194061" y="683816"/>
                  </a:lnTo>
                  <a:lnTo>
                    <a:pt x="192140" y="683816"/>
                  </a:lnTo>
                  <a:lnTo>
                    <a:pt x="190219" y="683816"/>
                  </a:lnTo>
                  <a:lnTo>
                    <a:pt x="188297" y="683816"/>
                  </a:lnTo>
                  <a:lnTo>
                    <a:pt x="186376" y="683816"/>
                  </a:lnTo>
                  <a:lnTo>
                    <a:pt x="184454" y="683816"/>
                  </a:lnTo>
                  <a:lnTo>
                    <a:pt x="182533" y="683816"/>
                  </a:lnTo>
                  <a:lnTo>
                    <a:pt x="180612" y="683816"/>
                  </a:lnTo>
                  <a:lnTo>
                    <a:pt x="178690" y="683816"/>
                  </a:lnTo>
                  <a:lnTo>
                    <a:pt x="176769" y="683816"/>
                  </a:lnTo>
                  <a:lnTo>
                    <a:pt x="174847" y="683816"/>
                  </a:lnTo>
                  <a:lnTo>
                    <a:pt x="172926" y="683816"/>
                  </a:lnTo>
                  <a:lnTo>
                    <a:pt x="171005" y="683816"/>
                  </a:lnTo>
                  <a:lnTo>
                    <a:pt x="169083" y="683816"/>
                  </a:lnTo>
                  <a:lnTo>
                    <a:pt x="167162" y="683816"/>
                  </a:lnTo>
                  <a:lnTo>
                    <a:pt x="165240" y="683816"/>
                  </a:lnTo>
                  <a:lnTo>
                    <a:pt x="163319" y="683816"/>
                  </a:lnTo>
                  <a:lnTo>
                    <a:pt x="161398" y="683816"/>
                  </a:lnTo>
                  <a:lnTo>
                    <a:pt x="159476" y="683816"/>
                  </a:lnTo>
                  <a:lnTo>
                    <a:pt x="157555" y="683816"/>
                  </a:lnTo>
                  <a:lnTo>
                    <a:pt x="155633" y="683816"/>
                  </a:lnTo>
                  <a:lnTo>
                    <a:pt x="153712" y="683816"/>
                  </a:lnTo>
                  <a:lnTo>
                    <a:pt x="151791" y="683816"/>
                  </a:lnTo>
                  <a:lnTo>
                    <a:pt x="149869" y="683816"/>
                  </a:lnTo>
                  <a:lnTo>
                    <a:pt x="147948" y="683816"/>
                  </a:lnTo>
                  <a:lnTo>
                    <a:pt x="146026" y="683816"/>
                  </a:lnTo>
                  <a:lnTo>
                    <a:pt x="144105" y="683816"/>
                  </a:lnTo>
                  <a:lnTo>
                    <a:pt x="142183" y="683816"/>
                  </a:lnTo>
                  <a:lnTo>
                    <a:pt x="140262" y="683816"/>
                  </a:lnTo>
                  <a:lnTo>
                    <a:pt x="138341" y="683816"/>
                  </a:lnTo>
                  <a:lnTo>
                    <a:pt x="136419" y="683816"/>
                  </a:lnTo>
                  <a:lnTo>
                    <a:pt x="134498" y="683816"/>
                  </a:lnTo>
                  <a:lnTo>
                    <a:pt x="132576" y="683816"/>
                  </a:lnTo>
                  <a:lnTo>
                    <a:pt x="130655" y="683816"/>
                  </a:lnTo>
                  <a:lnTo>
                    <a:pt x="128734" y="683816"/>
                  </a:lnTo>
                  <a:lnTo>
                    <a:pt x="126812" y="683816"/>
                  </a:lnTo>
                  <a:lnTo>
                    <a:pt x="124891" y="683816"/>
                  </a:lnTo>
                  <a:lnTo>
                    <a:pt x="122969" y="683816"/>
                  </a:lnTo>
                  <a:lnTo>
                    <a:pt x="121048" y="683816"/>
                  </a:lnTo>
                  <a:lnTo>
                    <a:pt x="119127" y="683816"/>
                  </a:lnTo>
                  <a:lnTo>
                    <a:pt x="117205" y="683816"/>
                  </a:lnTo>
                  <a:lnTo>
                    <a:pt x="115284" y="683816"/>
                  </a:lnTo>
                  <a:lnTo>
                    <a:pt x="113362" y="683816"/>
                  </a:lnTo>
                  <a:lnTo>
                    <a:pt x="111441" y="683816"/>
                  </a:lnTo>
                  <a:lnTo>
                    <a:pt x="109520" y="683816"/>
                  </a:lnTo>
                  <a:lnTo>
                    <a:pt x="107598" y="683816"/>
                  </a:lnTo>
                  <a:lnTo>
                    <a:pt x="105677" y="683816"/>
                  </a:lnTo>
                  <a:lnTo>
                    <a:pt x="103755" y="683816"/>
                  </a:lnTo>
                  <a:lnTo>
                    <a:pt x="101834" y="683816"/>
                  </a:lnTo>
                  <a:lnTo>
                    <a:pt x="99913" y="683816"/>
                  </a:lnTo>
                  <a:lnTo>
                    <a:pt x="97991" y="683816"/>
                  </a:lnTo>
                  <a:lnTo>
                    <a:pt x="96070" y="683816"/>
                  </a:lnTo>
                  <a:lnTo>
                    <a:pt x="94148" y="683816"/>
                  </a:lnTo>
                  <a:lnTo>
                    <a:pt x="92227" y="683816"/>
                  </a:lnTo>
                  <a:lnTo>
                    <a:pt x="90306" y="683816"/>
                  </a:lnTo>
                  <a:lnTo>
                    <a:pt x="88384" y="683816"/>
                  </a:lnTo>
                  <a:lnTo>
                    <a:pt x="86463" y="683816"/>
                  </a:lnTo>
                  <a:lnTo>
                    <a:pt x="84541" y="683816"/>
                  </a:lnTo>
                  <a:lnTo>
                    <a:pt x="82620" y="683816"/>
                  </a:lnTo>
                  <a:lnTo>
                    <a:pt x="80699" y="683816"/>
                  </a:lnTo>
                  <a:lnTo>
                    <a:pt x="78777" y="683816"/>
                  </a:lnTo>
                  <a:lnTo>
                    <a:pt x="76856" y="683816"/>
                  </a:lnTo>
                  <a:lnTo>
                    <a:pt x="74934" y="683816"/>
                  </a:lnTo>
                  <a:lnTo>
                    <a:pt x="73013" y="683816"/>
                  </a:lnTo>
                  <a:lnTo>
                    <a:pt x="71091" y="683816"/>
                  </a:lnTo>
                  <a:lnTo>
                    <a:pt x="69170" y="683816"/>
                  </a:lnTo>
                  <a:lnTo>
                    <a:pt x="67249" y="683816"/>
                  </a:lnTo>
                  <a:lnTo>
                    <a:pt x="65327" y="683816"/>
                  </a:lnTo>
                  <a:lnTo>
                    <a:pt x="63406" y="683816"/>
                  </a:lnTo>
                  <a:lnTo>
                    <a:pt x="61484" y="683816"/>
                  </a:lnTo>
                  <a:lnTo>
                    <a:pt x="59563" y="683816"/>
                  </a:lnTo>
                  <a:lnTo>
                    <a:pt x="57642" y="683816"/>
                  </a:lnTo>
                  <a:lnTo>
                    <a:pt x="55720" y="683816"/>
                  </a:lnTo>
                  <a:lnTo>
                    <a:pt x="53799" y="683816"/>
                  </a:lnTo>
                  <a:lnTo>
                    <a:pt x="51877" y="683816"/>
                  </a:lnTo>
                  <a:lnTo>
                    <a:pt x="49956" y="683816"/>
                  </a:lnTo>
                  <a:lnTo>
                    <a:pt x="48035" y="683816"/>
                  </a:lnTo>
                  <a:lnTo>
                    <a:pt x="46113" y="683816"/>
                  </a:lnTo>
                  <a:lnTo>
                    <a:pt x="44192" y="683816"/>
                  </a:lnTo>
                  <a:lnTo>
                    <a:pt x="42270" y="683816"/>
                  </a:lnTo>
                  <a:lnTo>
                    <a:pt x="40349" y="683816"/>
                  </a:lnTo>
                  <a:lnTo>
                    <a:pt x="38428" y="683816"/>
                  </a:lnTo>
                  <a:lnTo>
                    <a:pt x="36506" y="683816"/>
                  </a:lnTo>
                  <a:lnTo>
                    <a:pt x="34585" y="683816"/>
                  </a:lnTo>
                  <a:lnTo>
                    <a:pt x="32663" y="683816"/>
                  </a:lnTo>
                  <a:lnTo>
                    <a:pt x="30742" y="683816"/>
                  </a:lnTo>
                  <a:lnTo>
                    <a:pt x="28821" y="683816"/>
                  </a:lnTo>
                  <a:lnTo>
                    <a:pt x="26899" y="683816"/>
                  </a:lnTo>
                  <a:lnTo>
                    <a:pt x="24978" y="683816"/>
                  </a:lnTo>
                  <a:lnTo>
                    <a:pt x="23056" y="683816"/>
                  </a:lnTo>
                  <a:lnTo>
                    <a:pt x="21135" y="683816"/>
                  </a:lnTo>
                  <a:lnTo>
                    <a:pt x="19214" y="683816"/>
                  </a:lnTo>
                  <a:lnTo>
                    <a:pt x="17292" y="683816"/>
                  </a:lnTo>
                  <a:lnTo>
                    <a:pt x="15371" y="683816"/>
                  </a:lnTo>
                  <a:lnTo>
                    <a:pt x="13449" y="683816"/>
                  </a:lnTo>
                  <a:lnTo>
                    <a:pt x="11528" y="683816"/>
                  </a:lnTo>
                  <a:lnTo>
                    <a:pt x="9607" y="683816"/>
                  </a:lnTo>
                  <a:lnTo>
                    <a:pt x="7685" y="683816"/>
                  </a:lnTo>
                  <a:lnTo>
                    <a:pt x="5764" y="683816"/>
                  </a:lnTo>
                  <a:lnTo>
                    <a:pt x="3842" y="683816"/>
                  </a:lnTo>
                  <a:lnTo>
                    <a:pt x="1921" y="68381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6686962" y="5299606"/>
              <a:ext cx="981838" cy="683816"/>
            </a:xfrm>
            <a:custGeom>
              <a:avLst/>
              <a:pathLst>
                <a:path w="981838" h="683816">
                  <a:moveTo>
                    <a:pt x="0" y="683816"/>
                  </a:moveTo>
                  <a:lnTo>
                    <a:pt x="1921" y="683816"/>
                  </a:lnTo>
                  <a:lnTo>
                    <a:pt x="3842" y="683816"/>
                  </a:lnTo>
                  <a:lnTo>
                    <a:pt x="5764" y="683816"/>
                  </a:lnTo>
                  <a:lnTo>
                    <a:pt x="7685" y="683816"/>
                  </a:lnTo>
                  <a:lnTo>
                    <a:pt x="9607" y="683816"/>
                  </a:lnTo>
                  <a:lnTo>
                    <a:pt x="11528" y="683816"/>
                  </a:lnTo>
                  <a:lnTo>
                    <a:pt x="13449" y="683816"/>
                  </a:lnTo>
                  <a:lnTo>
                    <a:pt x="15371" y="683816"/>
                  </a:lnTo>
                  <a:lnTo>
                    <a:pt x="17292" y="683816"/>
                  </a:lnTo>
                  <a:lnTo>
                    <a:pt x="19214" y="683816"/>
                  </a:lnTo>
                  <a:lnTo>
                    <a:pt x="21135" y="683816"/>
                  </a:lnTo>
                  <a:lnTo>
                    <a:pt x="23056" y="683816"/>
                  </a:lnTo>
                  <a:lnTo>
                    <a:pt x="24978" y="683816"/>
                  </a:lnTo>
                  <a:lnTo>
                    <a:pt x="26899" y="683816"/>
                  </a:lnTo>
                  <a:lnTo>
                    <a:pt x="28821" y="683816"/>
                  </a:lnTo>
                  <a:lnTo>
                    <a:pt x="30742" y="683816"/>
                  </a:lnTo>
                  <a:lnTo>
                    <a:pt x="32663" y="683816"/>
                  </a:lnTo>
                  <a:lnTo>
                    <a:pt x="34585" y="683816"/>
                  </a:lnTo>
                  <a:lnTo>
                    <a:pt x="36506" y="683816"/>
                  </a:lnTo>
                  <a:lnTo>
                    <a:pt x="38428" y="683816"/>
                  </a:lnTo>
                  <a:lnTo>
                    <a:pt x="40349" y="683816"/>
                  </a:lnTo>
                  <a:lnTo>
                    <a:pt x="42270" y="683816"/>
                  </a:lnTo>
                  <a:lnTo>
                    <a:pt x="44192" y="683816"/>
                  </a:lnTo>
                  <a:lnTo>
                    <a:pt x="46113" y="683816"/>
                  </a:lnTo>
                  <a:lnTo>
                    <a:pt x="48035" y="683816"/>
                  </a:lnTo>
                  <a:lnTo>
                    <a:pt x="49956" y="683816"/>
                  </a:lnTo>
                  <a:lnTo>
                    <a:pt x="51877" y="683816"/>
                  </a:lnTo>
                  <a:lnTo>
                    <a:pt x="53799" y="683816"/>
                  </a:lnTo>
                  <a:lnTo>
                    <a:pt x="55720" y="683816"/>
                  </a:lnTo>
                  <a:lnTo>
                    <a:pt x="57642" y="683816"/>
                  </a:lnTo>
                  <a:lnTo>
                    <a:pt x="59563" y="683816"/>
                  </a:lnTo>
                  <a:lnTo>
                    <a:pt x="61484" y="683816"/>
                  </a:lnTo>
                  <a:lnTo>
                    <a:pt x="63406" y="683816"/>
                  </a:lnTo>
                  <a:lnTo>
                    <a:pt x="65327" y="683816"/>
                  </a:lnTo>
                  <a:lnTo>
                    <a:pt x="67249" y="683816"/>
                  </a:lnTo>
                  <a:lnTo>
                    <a:pt x="69170" y="683816"/>
                  </a:lnTo>
                  <a:lnTo>
                    <a:pt x="71091" y="683816"/>
                  </a:lnTo>
                  <a:lnTo>
                    <a:pt x="73013" y="683816"/>
                  </a:lnTo>
                  <a:lnTo>
                    <a:pt x="74934" y="683816"/>
                  </a:lnTo>
                  <a:lnTo>
                    <a:pt x="76856" y="683816"/>
                  </a:lnTo>
                  <a:lnTo>
                    <a:pt x="78777" y="683816"/>
                  </a:lnTo>
                  <a:lnTo>
                    <a:pt x="80699" y="683816"/>
                  </a:lnTo>
                  <a:lnTo>
                    <a:pt x="82620" y="683816"/>
                  </a:lnTo>
                  <a:lnTo>
                    <a:pt x="84541" y="683816"/>
                  </a:lnTo>
                  <a:lnTo>
                    <a:pt x="86463" y="683816"/>
                  </a:lnTo>
                  <a:lnTo>
                    <a:pt x="88384" y="683816"/>
                  </a:lnTo>
                  <a:lnTo>
                    <a:pt x="90306" y="683816"/>
                  </a:lnTo>
                  <a:lnTo>
                    <a:pt x="92227" y="683816"/>
                  </a:lnTo>
                  <a:lnTo>
                    <a:pt x="94148" y="683816"/>
                  </a:lnTo>
                  <a:lnTo>
                    <a:pt x="96070" y="683816"/>
                  </a:lnTo>
                  <a:lnTo>
                    <a:pt x="97991" y="683816"/>
                  </a:lnTo>
                  <a:lnTo>
                    <a:pt x="99913" y="683816"/>
                  </a:lnTo>
                  <a:lnTo>
                    <a:pt x="101834" y="683816"/>
                  </a:lnTo>
                  <a:lnTo>
                    <a:pt x="103755" y="683816"/>
                  </a:lnTo>
                  <a:lnTo>
                    <a:pt x="105677" y="683816"/>
                  </a:lnTo>
                  <a:lnTo>
                    <a:pt x="107598" y="683816"/>
                  </a:lnTo>
                  <a:lnTo>
                    <a:pt x="109520" y="683816"/>
                  </a:lnTo>
                  <a:lnTo>
                    <a:pt x="111441" y="683816"/>
                  </a:lnTo>
                  <a:lnTo>
                    <a:pt x="113362" y="683816"/>
                  </a:lnTo>
                  <a:lnTo>
                    <a:pt x="115284" y="683816"/>
                  </a:lnTo>
                  <a:lnTo>
                    <a:pt x="117205" y="683816"/>
                  </a:lnTo>
                  <a:lnTo>
                    <a:pt x="119127" y="683816"/>
                  </a:lnTo>
                  <a:lnTo>
                    <a:pt x="121048" y="683816"/>
                  </a:lnTo>
                  <a:lnTo>
                    <a:pt x="122969" y="683816"/>
                  </a:lnTo>
                  <a:lnTo>
                    <a:pt x="124891" y="683816"/>
                  </a:lnTo>
                  <a:lnTo>
                    <a:pt x="126812" y="683816"/>
                  </a:lnTo>
                  <a:lnTo>
                    <a:pt x="128734" y="683816"/>
                  </a:lnTo>
                  <a:lnTo>
                    <a:pt x="130655" y="683816"/>
                  </a:lnTo>
                  <a:lnTo>
                    <a:pt x="132576" y="683816"/>
                  </a:lnTo>
                  <a:lnTo>
                    <a:pt x="134498" y="683816"/>
                  </a:lnTo>
                  <a:lnTo>
                    <a:pt x="136419" y="683816"/>
                  </a:lnTo>
                  <a:lnTo>
                    <a:pt x="138341" y="683816"/>
                  </a:lnTo>
                  <a:lnTo>
                    <a:pt x="140262" y="683816"/>
                  </a:lnTo>
                  <a:lnTo>
                    <a:pt x="142183" y="683816"/>
                  </a:lnTo>
                  <a:lnTo>
                    <a:pt x="144105" y="683816"/>
                  </a:lnTo>
                  <a:lnTo>
                    <a:pt x="146026" y="683816"/>
                  </a:lnTo>
                  <a:lnTo>
                    <a:pt x="147948" y="683816"/>
                  </a:lnTo>
                  <a:lnTo>
                    <a:pt x="149869" y="683816"/>
                  </a:lnTo>
                  <a:lnTo>
                    <a:pt x="151791" y="683816"/>
                  </a:lnTo>
                  <a:lnTo>
                    <a:pt x="153712" y="683816"/>
                  </a:lnTo>
                  <a:lnTo>
                    <a:pt x="155633" y="683816"/>
                  </a:lnTo>
                  <a:lnTo>
                    <a:pt x="157555" y="683816"/>
                  </a:lnTo>
                  <a:lnTo>
                    <a:pt x="159476" y="683816"/>
                  </a:lnTo>
                  <a:lnTo>
                    <a:pt x="161398" y="683816"/>
                  </a:lnTo>
                  <a:lnTo>
                    <a:pt x="163319" y="683816"/>
                  </a:lnTo>
                  <a:lnTo>
                    <a:pt x="165240" y="683816"/>
                  </a:lnTo>
                  <a:lnTo>
                    <a:pt x="167162" y="683816"/>
                  </a:lnTo>
                  <a:lnTo>
                    <a:pt x="169083" y="683816"/>
                  </a:lnTo>
                  <a:lnTo>
                    <a:pt x="171005" y="683816"/>
                  </a:lnTo>
                  <a:lnTo>
                    <a:pt x="172926" y="683816"/>
                  </a:lnTo>
                  <a:lnTo>
                    <a:pt x="174847" y="683816"/>
                  </a:lnTo>
                  <a:lnTo>
                    <a:pt x="176769" y="683816"/>
                  </a:lnTo>
                  <a:lnTo>
                    <a:pt x="178690" y="683816"/>
                  </a:lnTo>
                  <a:lnTo>
                    <a:pt x="180612" y="683816"/>
                  </a:lnTo>
                  <a:lnTo>
                    <a:pt x="182533" y="683816"/>
                  </a:lnTo>
                  <a:lnTo>
                    <a:pt x="184454" y="683816"/>
                  </a:lnTo>
                  <a:lnTo>
                    <a:pt x="186376" y="683816"/>
                  </a:lnTo>
                  <a:lnTo>
                    <a:pt x="188297" y="683816"/>
                  </a:lnTo>
                  <a:lnTo>
                    <a:pt x="190219" y="683816"/>
                  </a:lnTo>
                  <a:lnTo>
                    <a:pt x="192140" y="683816"/>
                  </a:lnTo>
                  <a:lnTo>
                    <a:pt x="194061" y="683816"/>
                  </a:lnTo>
                  <a:lnTo>
                    <a:pt x="195983" y="683816"/>
                  </a:lnTo>
                  <a:lnTo>
                    <a:pt x="197904" y="683816"/>
                  </a:lnTo>
                  <a:lnTo>
                    <a:pt x="199826" y="683816"/>
                  </a:lnTo>
                  <a:lnTo>
                    <a:pt x="201747" y="683816"/>
                  </a:lnTo>
                  <a:lnTo>
                    <a:pt x="203668" y="683816"/>
                  </a:lnTo>
                  <a:lnTo>
                    <a:pt x="205590" y="683816"/>
                  </a:lnTo>
                  <a:lnTo>
                    <a:pt x="207511" y="683816"/>
                  </a:lnTo>
                  <a:lnTo>
                    <a:pt x="209433" y="683816"/>
                  </a:lnTo>
                  <a:lnTo>
                    <a:pt x="211354" y="683816"/>
                  </a:lnTo>
                  <a:lnTo>
                    <a:pt x="213275" y="683816"/>
                  </a:lnTo>
                  <a:lnTo>
                    <a:pt x="215197" y="683816"/>
                  </a:lnTo>
                  <a:lnTo>
                    <a:pt x="217118" y="683816"/>
                  </a:lnTo>
                  <a:lnTo>
                    <a:pt x="219040" y="683816"/>
                  </a:lnTo>
                  <a:lnTo>
                    <a:pt x="220961" y="683816"/>
                  </a:lnTo>
                  <a:lnTo>
                    <a:pt x="222883" y="683816"/>
                  </a:lnTo>
                  <a:lnTo>
                    <a:pt x="224804" y="683816"/>
                  </a:lnTo>
                  <a:lnTo>
                    <a:pt x="226725" y="683816"/>
                  </a:lnTo>
                  <a:lnTo>
                    <a:pt x="228647" y="683816"/>
                  </a:lnTo>
                  <a:lnTo>
                    <a:pt x="230568" y="683816"/>
                  </a:lnTo>
                  <a:lnTo>
                    <a:pt x="232490" y="683816"/>
                  </a:lnTo>
                  <a:lnTo>
                    <a:pt x="234411" y="683816"/>
                  </a:lnTo>
                  <a:lnTo>
                    <a:pt x="236332" y="683816"/>
                  </a:lnTo>
                  <a:lnTo>
                    <a:pt x="238254" y="683816"/>
                  </a:lnTo>
                  <a:lnTo>
                    <a:pt x="240175" y="683816"/>
                  </a:lnTo>
                  <a:lnTo>
                    <a:pt x="242097" y="683816"/>
                  </a:lnTo>
                  <a:lnTo>
                    <a:pt x="244018" y="683816"/>
                  </a:lnTo>
                  <a:lnTo>
                    <a:pt x="245939" y="683816"/>
                  </a:lnTo>
                  <a:lnTo>
                    <a:pt x="247861" y="683816"/>
                  </a:lnTo>
                  <a:lnTo>
                    <a:pt x="249782" y="683816"/>
                  </a:lnTo>
                  <a:lnTo>
                    <a:pt x="251704" y="683816"/>
                  </a:lnTo>
                  <a:lnTo>
                    <a:pt x="253625" y="683816"/>
                  </a:lnTo>
                  <a:lnTo>
                    <a:pt x="255546" y="683816"/>
                  </a:lnTo>
                  <a:lnTo>
                    <a:pt x="257468" y="683816"/>
                  </a:lnTo>
                  <a:lnTo>
                    <a:pt x="259389" y="683816"/>
                  </a:lnTo>
                  <a:lnTo>
                    <a:pt x="261311" y="683816"/>
                  </a:lnTo>
                  <a:lnTo>
                    <a:pt x="263232" y="683816"/>
                  </a:lnTo>
                  <a:lnTo>
                    <a:pt x="265153" y="683816"/>
                  </a:lnTo>
                  <a:lnTo>
                    <a:pt x="267075" y="683816"/>
                  </a:lnTo>
                  <a:lnTo>
                    <a:pt x="268996" y="683816"/>
                  </a:lnTo>
                  <a:lnTo>
                    <a:pt x="270918" y="683816"/>
                  </a:lnTo>
                  <a:lnTo>
                    <a:pt x="272839" y="683816"/>
                  </a:lnTo>
                  <a:lnTo>
                    <a:pt x="274760" y="683816"/>
                  </a:lnTo>
                  <a:lnTo>
                    <a:pt x="276682" y="683816"/>
                  </a:lnTo>
                  <a:lnTo>
                    <a:pt x="278603" y="683816"/>
                  </a:lnTo>
                  <a:lnTo>
                    <a:pt x="280525" y="683816"/>
                  </a:lnTo>
                  <a:lnTo>
                    <a:pt x="282446" y="683816"/>
                  </a:lnTo>
                  <a:lnTo>
                    <a:pt x="284367" y="683816"/>
                  </a:lnTo>
                  <a:lnTo>
                    <a:pt x="286289" y="683816"/>
                  </a:lnTo>
                  <a:lnTo>
                    <a:pt x="288210" y="683816"/>
                  </a:lnTo>
                  <a:lnTo>
                    <a:pt x="290132" y="683816"/>
                  </a:lnTo>
                  <a:lnTo>
                    <a:pt x="292053" y="683816"/>
                  </a:lnTo>
                  <a:lnTo>
                    <a:pt x="293975" y="683816"/>
                  </a:lnTo>
                  <a:lnTo>
                    <a:pt x="295896" y="683816"/>
                  </a:lnTo>
                  <a:lnTo>
                    <a:pt x="297817" y="683816"/>
                  </a:lnTo>
                  <a:lnTo>
                    <a:pt x="299739" y="683816"/>
                  </a:lnTo>
                  <a:lnTo>
                    <a:pt x="301660" y="683816"/>
                  </a:lnTo>
                  <a:lnTo>
                    <a:pt x="303582" y="683816"/>
                  </a:lnTo>
                  <a:lnTo>
                    <a:pt x="305503" y="683816"/>
                  </a:lnTo>
                  <a:lnTo>
                    <a:pt x="307424" y="683816"/>
                  </a:lnTo>
                  <a:lnTo>
                    <a:pt x="309346" y="683816"/>
                  </a:lnTo>
                  <a:lnTo>
                    <a:pt x="311267" y="683816"/>
                  </a:lnTo>
                  <a:lnTo>
                    <a:pt x="313189" y="683816"/>
                  </a:lnTo>
                  <a:lnTo>
                    <a:pt x="315110" y="683816"/>
                  </a:lnTo>
                  <a:lnTo>
                    <a:pt x="317031" y="683816"/>
                  </a:lnTo>
                  <a:lnTo>
                    <a:pt x="318953" y="683816"/>
                  </a:lnTo>
                  <a:lnTo>
                    <a:pt x="320874" y="683816"/>
                  </a:lnTo>
                  <a:lnTo>
                    <a:pt x="322796" y="683816"/>
                  </a:lnTo>
                  <a:lnTo>
                    <a:pt x="324717" y="683816"/>
                  </a:lnTo>
                  <a:lnTo>
                    <a:pt x="326638" y="683816"/>
                  </a:lnTo>
                  <a:lnTo>
                    <a:pt x="328560" y="683816"/>
                  </a:lnTo>
                  <a:lnTo>
                    <a:pt x="330481" y="683816"/>
                  </a:lnTo>
                  <a:lnTo>
                    <a:pt x="332403" y="683816"/>
                  </a:lnTo>
                  <a:lnTo>
                    <a:pt x="334324" y="683816"/>
                  </a:lnTo>
                  <a:lnTo>
                    <a:pt x="336245" y="683816"/>
                  </a:lnTo>
                  <a:lnTo>
                    <a:pt x="338167" y="683816"/>
                  </a:lnTo>
                  <a:lnTo>
                    <a:pt x="340088" y="683816"/>
                  </a:lnTo>
                  <a:lnTo>
                    <a:pt x="342010" y="683816"/>
                  </a:lnTo>
                  <a:lnTo>
                    <a:pt x="343931" y="683816"/>
                  </a:lnTo>
                  <a:lnTo>
                    <a:pt x="345852" y="683816"/>
                  </a:lnTo>
                  <a:lnTo>
                    <a:pt x="347774" y="683816"/>
                  </a:lnTo>
                  <a:lnTo>
                    <a:pt x="349695" y="683816"/>
                  </a:lnTo>
                  <a:lnTo>
                    <a:pt x="351617" y="683816"/>
                  </a:lnTo>
                  <a:lnTo>
                    <a:pt x="353538" y="683816"/>
                  </a:lnTo>
                  <a:lnTo>
                    <a:pt x="355459" y="683816"/>
                  </a:lnTo>
                  <a:lnTo>
                    <a:pt x="357381" y="683816"/>
                  </a:lnTo>
                  <a:lnTo>
                    <a:pt x="359302" y="683816"/>
                  </a:lnTo>
                  <a:lnTo>
                    <a:pt x="361224" y="683816"/>
                  </a:lnTo>
                  <a:lnTo>
                    <a:pt x="363145" y="683816"/>
                  </a:lnTo>
                  <a:lnTo>
                    <a:pt x="365067" y="683816"/>
                  </a:lnTo>
                  <a:lnTo>
                    <a:pt x="366988" y="683816"/>
                  </a:lnTo>
                  <a:lnTo>
                    <a:pt x="368909" y="683816"/>
                  </a:lnTo>
                  <a:lnTo>
                    <a:pt x="370831" y="683816"/>
                  </a:lnTo>
                  <a:lnTo>
                    <a:pt x="372752" y="683816"/>
                  </a:lnTo>
                  <a:lnTo>
                    <a:pt x="374674" y="683816"/>
                  </a:lnTo>
                  <a:lnTo>
                    <a:pt x="376595" y="683816"/>
                  </a:lnTo>
                  <a:lnTo>
                    <a:pt x="378516" y="683816"/>
                  </a:lnTo>
                  <a:lnTo>
                    <a:pt x="380438" y="683816"/>
                  </a:lnTo>
                  <a:lnTo>
                    <a:pt x="382359" y="683816"/>
                  </a:lnTo>
                  <a:lnTo>
                    <a:pt x="384281" y="683816"/>
                  </a:lnTo>
                  <a:lnTo>
                    <a:pt x="386202" y="683816"/>
                  </a:lnTo>
                  <a:lnTo>
                    <a:pt x="388123" y="683816"/>
                  </a:lnTo>
                  <a:lnTo>
                    <a:pt x="390045" y="683816"/>
                  </a:lnTo>
                  <a:lnTo>
                    <a:pt x="391966" y="683816"/>
                  </a:lnTo>
                  <a:lnTo>
                    <a:pt x="393888" y="683816"/>
                  </a:lnTo>
                  <a:lnTo>
                    <a:pt x="395809" y="683816"/>
                  </a:lnTo>
                  <a:lnTo>
                    <a:pt x="397730" y="683816"/>
                  </a:lnTo>
                  <a:lnTo>
                    <a:pt x="399652" y="683816"/>
                  </a:lnTo>
                  <a:lnTo>
                    <a:pt x="401573" y="683816"/>
                  </a:lnTo>
                  <a:lnTo>
                    <a:pt x="403495" y="683816"/>
                  </a:lnTo>
                  <a:lnTo>
                    <a:pt x="405416" y="683816"/>
                  </a:lnTo>
                  <a:lnTo>
                    <a:pt x="407337" y="683816"/>
                  </a:lnTo>
                  <a:lnTo>
                    <a:pt x="409259" y="683816"/>
                  </a:lnTo>
                  <a:lnTo>
                    <a:pt x="411180" y="683816"/>
                  </a:lnTo>
                  <a:lnTo>
                    <a:pt x="413102" y="683816"/>
                  </a:lnTo>
                  <a:lnTo>
                    <a:pt x="415023" y="683816"/>
                  </a:lnTo>
                  <a:lnTo>
                    <a:pt x="416944" y="683816"/>
                  </a:lnTo>
                  <a:lnTo>
                    <a:pt x="418866" y="683816"/>
                  </a:lnTo>
                  <a:lnTo>
                    <a:pt x="420787" y="683816"/>
                  </a:lnTo>
                  <a:lnTo>
                    <a:pt x="422709" y="683816"/>
                  </a:lnTo>
                  <a:lnTo>
                    <a:pt x="424630" y="683816"/>
                  </a:lnTo>
                  <a:lnTo>
                    <a:pt x="426551" y="683816"/>
                  </a:lnTo>
                  <a:lnTo>
                    <a:pt x="428473" y="683816"/>
                  </a:lnTo>
                  <a:lnTo>
                    <a:pt x="430394" y="683816"/>
                  </a:lnTo>
                  <a:lnTo>
                    <a:pt x="432316" y="683816"/>
                  </a:lnTo>
                  <a:lnTo>
                    <a:pt x="434237" y="683816"/>
                  </a:lnTo>
                  <a:lnTo>
                    <a:pt x="436159" y="683816"/>
                  </a:lnTo>
                  <a:lnTo>
                    <a:pt x="438080" y="683816"/>
                  </a:lnTo>
                  <a:lnTo>
                    <a:pt x="440001" y="683816"/>
                  </a:lnTo>
                  <a:lnTo>
                    <a:pt x="441923" y="683816"/>
                  </a:lnTo>
                  <a:lnTo>
                    <a:pt x="443844" y="683816"/>
                  </a:lnTo>
                  <a:lnTo>
                    <a:pt x="445766" y="683816"/>
                  </a:lnTo>
                  <a:lnTo>
                    <a:pt x="447687" y="683816"/>
                  </a:lnTo>
                  <a:lnTo>
                    <a:pt x="449608" y="683816"/>
                  </a:lnTo>
                  <a:lnTo>
                    <a:pt x="451530" y="683816"/>
                  </a:lnTo>
                  <a:lnTo>
                    <a:pt x="453451" y="683816"/>
                  </a:lnTo>
                  <a:lnTo>
                    <a:pt x="455373" y="683816"/>
                  </a:lnTo>
                  <a:lnTo>
                    <a:pt x="457294" y="683816"/>
                  </a:lnTo>
                  <a:lnTo>
                    <a:pt x="459215" y="683816"/>
                  </a:lnTo>
                  <a:lnTo>
                    <a:pt x="461137" y="683816"/>
                  </a:lnTo>
                  <a:lnTo>
                    <a:pt x="463058" y="683816"/>
                  </a:lnTo>
                  <a:lnTo>
                    <a:pt x="464980" y="683816"/>
                  </a:lnTo>
                  <a:lnTo>
                    <a:pt x="466901" y="683816"/>
                  </a:lnTo>
                  <a:lnTo>
                    <a:pt x="468822" y="683816"/>
                  </a:lnTo>
                  <a:lnTo>
                    <a:pt x="470744" y="683816"/>
                  </a:lnTo>
                  <a:lnTo>
                    <a:pt x="472665" y="683816"/>
                  </a:lnTo>
                  <a:lnTo>
                    <a:pt x="474587" y="683816"/>
                  </a:lnTo>
                  <a:lnTo>
                    <a:pt x="476508" y="683816"/>
                  </a:lnTo>
                  <a:lnTo>
                    <a:pt x="478429" y="683816"/>
                  </a:lnTo>
                  <a:lnTo>
                    <a:pt x="480351" y="683816"/>
                  </a:lnTo>
                  <a:lnTo>
                    <a:pt x="482272" y="683816"/>
                  </a:lnTo>
                  <a:lnTo>
                    <a:pt x="484194" y="683816"/>
                  </a:lnTo>
                  <a:lnTo>
                    <a:pt x="486115" y="683816"/>
                  </a:lnTo>
                  <a:lnTo>
                    <a:pt x="488036" y="683816"/>
                  </a:lnTo>
                  <a:lnTo>
                    <a:pt x="489958" y="683816"/>
                  </a:lnTo>
                  <a:lnTo>
                    <a:pt x="491879" y="683816"/>
                  </a:lnTo>
                  <a:lnTo>
                    <a:pt x="493801" y="683816"/>
                  </a:lnTo>
                  <a:lnTo>
                    <a:pt x="495722" y="683816"/>
                  </a:lnTo>
                  <a:lnTo>
                    <a:pt x="497643" y="683816"/>
                  </a:lnTo>
                  <a:lnTo>
                    <a:pt x="499565" y="683816"/>
                  </a:lnTo>
                  <a:lnTo>
                    <a:pt x="501486" y="683816"/>
                  </a:lnTo>
                  <a:lnTo>
                    <a:pt x="503408" y="683816"/>
                  </a:lnTo>
                  <a:lnTo>
                    <a:pt x="505329" y="683816"/>
                  </a:lnTo>
                  <a:lnTo>
                    <a:pt x="507250" y="683816"/>
                  </a:lnTo>
                  <a:lnTo>
                    <a:pt x="509172" y="683816"/>
                  </a:lnTo>
                  <a:lnTo>
                    <a:pt x="511093" y="683816"/>
                  </a:lnTo>
                  <a:lnTo>
                    <a:pt x="513015" y="683816"/>
                  </a:lnTo>
                  <a:lnTo>
                    <a:pt x="514936" y="683816"/>
                  </a:lnTo>
                  <a:lnTo>
                    <a:pt x="516858" y="683816"/>
                  </a:lnTo>
                  <a:lnTo>
                    <a:pt x="518779" y="683816"/>
                  </a:lnTo>
                  <a:lnTo>
                    <a:pt x="520700" y="683816"/>
                  </a:lnTo>
                  <a:lnTo>
                    <a:pt x="522622" y="683816"/>
                  </a:lnTo>
                  <a:lnTo>
                    <a:pt x="524543" y="683816"/>
                  </a:lnTo>
                  <a:lnTo>
                    <a:pt x="526465" y="683816"/>
                  </a:lnTo>
                  <a:lnTo>
                    <a:pt x="528386" y="683816"/>
                  </a:lnTo>
                  <a:lnTo>
                    <a:pt x="530307" y="683816"/>
                  </a:lnTo>
                  <a:lnTo>
                    <a:pt x="532229" y="683816"/>
                  </a:lnTo>
                  <a:lnTo>
                    <a:pt x="534150" y="683816"/>
                  </a:lnTo>
                  <a:lnTo>
                    <a:pt x="536072" y="683816"/>
                  </a:lnTo>
                  <a:lnTo>
                    <a:pt x="537993" y="683816"/>
                  </a:lnTo>
                  <a:lnTo>
                    <a:pt x="539914" y="683816"/>
                  </a:lnTo>
                  <a:lnTo>
                    <a:pt x="541836" y="683816"/>
                  </a:lnTo>
                  <a:lnTo>
                    <a:pt x="543757" y="683816"/>
                  </a:lnTo>
                  <a:lnTo>
                    <a:pt x="545679" y="683816"/>
                  </a:lnTo>
                  <a:lnTo>
                    <a:pt x="547600" y="683816"/>
                  </a:lnTo>
                  <a:lnTo>
                    <a:pt x="549521" y="683816"/>
                  </a:lnTo>
                  <a:lnTo>
                    <a:pt x="551443" y="683816"/>
                  </a:lnTo>
                  <a:lnTo>
                    <a:pt x="553364" y="683816"/>
                  </a:lnTo>
                  <a:lnTo>
                    <a:pt x="555286" y="683816"/>
                  </a:lnTo>
                  <a:lnTo>
                    <a:pt x="557207" y="683816"/>
                  </a:lnTo>
                  <a:lnTo>
                    <a:pt x="559128" y="683816"/>
                  </a:lnTo>
                  <a:lnTo>
                    <a:pt x="561050" y="683816"/>
                  </a:lnTo>
                  <a:lnTo>
                    <a:pt x="562971" y="683816"/>
                  </a:lnTo>
                  <a:lnTo>
                    <a:pt x="564893" y="683816"/>
                  </a:lnTo>
                  <a:lnTo>
                    <a:pt x="566814" y="683816"/>
                  </a:lnTo>
                  <a:lnTo>
                    <a:pt x="568735" y="683816"/>
                  </a:lnTo>
                  <a:lnTo>
                    <a:pt x="570657" y="683816"/>
                  </a:lnTo>
                  <a:lnTo>
                    <a:pt x="572578" y="683816"/>
                  </a:lnTo>
                  <a:lnTo>
                    <a:pt x="574500" y="683816"/>
                  </a:lnTo>
                  <a:lnTo>
                    <a:pt x="576421" y="683816"/>
                  </a:lnTo>
                  <a:lnTo>
                    <a:pt x="578342" y="683816"/>
                  </a:lnTo>
                  <a:lnTo>
                    <a:pt x="580264" y="683816"/>
                  </a:lnTo>
                  <a:lnTo>
                    <a:pt x="582185" y="683816"/>
                  </a:lnTo>
                  <a:lnTo>
                    <a:pt x="584107" y="683816"/>
                  </a:lnTo>
                  <a:lnTo>
                    <a:pt x="586028" y="683816"/>
                  </a:lnTo>
                  <a:lnTo>
                    <a:pt x="587950" y="683816"/>
                  </a:lnTo>
                  <a:lnTo>
                    <a:pt x="589871" y="683816"/>
                  </a:lnTo>
                  <a:lnTo>
                    <a:pt x="591792" y="683816"/>
                  </a:lnTo>
                  <a:lnTo>
                    <a:pt x="593714" y="683816"/>
                  </a:lnTo>
                  <a:lnTo>
                    <a:pt x="595635" y="683816"/>
                  </a:lnTo>
                  <a:lnTo>
                    <a:pt x="597557" y="683816"/>
                  </a:lnTo>
                  <a:lnTo>
                    <a:pt x="599478" y="683816"/>
                  </a:lnTo>
                  <a:lnTo>
                    <a:pt x="601399" y="683816"/>
                  </a:lnTo>
                  <a:lnTo>
                    <a:pt x="603321" y="683816"/>
                  </a:lnTo>
                  <a:lnTo>
                    <a:pt x="605242" y="683816"/>
                  </a:lnTo>
                  <a:lnTo>
                    <a:pt x="607164" y="683816"/>
                  </a:lnTo>
                  <a:lnTo>
                    <a:pt x="609085" y="683816"/>
                  </a:lnTo>
                  <a:lnTo>
                    <a:pt x="611006" y="683816"/>
                  </a:lnTo>
                  <a:lnTo>
                    <a:pt x="612928" y="683816"/>
                  </a:lnTo>
                  <a:lnTo>
                    <a:pt x="614849" y="683816"/>
                  </a:lnTo>
                  <a:lnTo>
                    <a:pt x="616771" y="683816"/>
                  </a:lnTo>
                  <a:lnTo>
                    <a:pt x="618692" y="683816"/>
                  </a:lnTo>
                  <a:lnTo>
                    <a:pt x="620613" y="683816"/>
                  </a:lnTo>
                  <a:lnTo>
                    <a:pt x="622535" y="683816"/>
                  </a:lnTo>
                  <a:lnTo>
                    <a:pt x="624456" y="683816"/>
                  </a:lnTo>
                  <a:lnTo>
                    <a:pt x="626378" y="683816"/>
                  </a:lnTo>
                  <a:lnTo>
                    <a:pt x="628299" y="683816"/>
                  </a:lnTo>
                  <a:lnTo>
                    <a:pt x="630220" y="683816"/>
                  </a:lnTo>
                  <a:lnTo>
                    <a:pt x="632142" y="683816"/>
                  </a:lnTo>
                  <a:lnTo>
                    <a:pt x="634063" y="683816"/>
                  </a:lnTo>
                  <a:lnTo>
                    <a:pt x="635985" y="683816"/>
                  </a:lnTo>
                  <a:lnTo>
                    <a:pt x="637906" y="683816"/>
                  </a:lnTo>
                  <a:lnTo>
                    <a:pt x="639827" y="683816"/>
                  </a:lnTo>
                  <a:lnTo>
                    <a:pt x="641749" y="683816"/>
                  </a:lnTo>
                  <a:lnTo>
                    <a:pt x="643670" y="683816"/>
                  </a:lnTo>
                  <a:lnTo>
                    <a:pt x="645592" y="683816"/>
                  </a:lnTo>
                  <a:lnTo>
                    <a:pt x="647513" y="683816"/>
                  </a:lnTo>
                  <a:lnTo>
                    <a:pt x="649434" y="683816"/>
                  </a:lnTo>
                  <a:lnTo>
                    <a:pt x="651356" y="683816"/>
                  </a:lnTo>
                  <a:lnTo>
                    <a:pt x="653277" y="683816"/>
                  </a:lnTo>
                  <a:lnTo>
                    <a:pt x="655199" y="683816"/>
                  </a:lnTo>
                  <a:lnTo>
                    <a:pt x="657120" y="683815"/>
                  </a:lnTo>
                  <a:lnTo>
                    <a:pt x="659042" y="683814"/>
                  </a:lnTo>
                  <a:lnTo>
                    <a:pt x="660963" y="683813"/>
                  </a:lnTo>
                  <a:lnTo>
                    <a:pt x="662884" y="683809"/>
                  </a:lnTo>
                  <a:lnTo>
                    <a:pt x="664806" y="683803"/>
                  </a:lnTo>
                  <a:lnTo>
                    <a:pt x="666727" y="683792"/>
                  </a:lnTo>
                  <a:lnTo>
                    <a:pt x="668649" y="683774"/>
                  </a:lnTo>
                  <a:lnTo>
                    <a:pt x="670570" y="683744"/>
                  </a:lnTo>
                  <a:lnTo>
                    <a:pt x="672491" y="683696"/>
                  </a:lnTo>
                  <a:lnTo>
                    <a:pt x="674413" y="683623"/>
                  </a:lnTo>
                  <a:lnTo>
                    <a:pt x="676334" y="683516"/>
                  </a:lnTo>
                  <a:lnTo>
                    <a:pt x="678256" y="683364"/>
                  </a:lnTo>
                  <a:lnTo>
                    <a:pt x="680177" y="683156"/>
                  </a:lnTo>
                  <a:lnTo>
                    <a:pt x="682098" y="682883"/>
                  </a:lnTo>
                  <a:lnTo>
                    <a:pt x="684020" y="682534"/>
                  </a:lnTo>
                  <a:lnTo>
                    <a:pt x="685941" y="682106"/>
                  </a:lnTo>
                  <a:lnTo>
                    <a:pt x="687863" y="681595"/>
                  </a:lnTo>
                  <a:lnTo>
                    <a:pt x="689784" y="681019"/>
                  </a:lnTo>
                  <a:lnTo>
                    <a:pt x="691705" y="680398"/>
                  </a:lnTo>
                  <a:lnTo>
                    <a:pt x="693627" y="679757"/>
                  </a:lnTo>
                  <a:lnTo>
                    <a:pt x="695548" y="679127"/>
                  </a:lnTo>
                  <a:lnTo>
                    <a:pt x="697470" y="678537"/>
                  </a:lnTo>
                  <a:lnTo>
                    <a:pt x="699391" y="678015"/>
                  </a:lnTo>
                  <a:lnTo>
                    <a:pt x="701312" y="677578"/>
                  </a:lnTo>
                  <a:lnTo>
                    <a:pt x="703234" y="677238"/>
                  </a:lnTo>
                  <a:lnTo>
                    <a:pt x="705155" y="676994"/>
                  </a:lnTo>
                  <a:lnTo>
                    <a:pt x="707077" y="676833"/>
                  </a:lnTo>
                  <a:lnTo>
                    <a:pt x="708998" y="676737"/>
                  </a:lnTo>
                  <a:lnTo>
                    <a:pt x="710919" y="676684"/>
                  </a:lnTo>
                  <a:lnTo>
                    <a:pt x="712841" y="676648"/>
                  </a:lnTo>
                  <a:lnTo>
                    <a:pt x="714762" y="676612"/>
                  </a:lnTo>
                  <a:lnTo>
                    <a:pt x="716684" y="676563"/>
                  </a:lnTo>
                  <a:lnTo>
                    <a:pt x="718605" y="676501"/>
                  </a:lnTo>
                  <a:lnTo>
                    <a:pt x="720526" y="676426"/>
                  </a:lnTo>
                  <a:lnTo>
                    <a:pt x="722448" y="676344"/>
                  </a:lnTo>
                  <a:lnTo>
                    <a:pt x="724369" y="676260"/>
                  </a:lnTo>
                  <a:lnTo>
                    <a:pt x="726291" y="676179"/>
                  </a:lnTo>
                  <a:lnTo>
                    <a:pt x="728212" y="676102"/>
                  </a:lnTo>
                  <a:lnTo>
                    <a:pt x="730134" y="676026"/>
                  </a:lnTo>
                  <a:lnTo>
                    <a:pt x="732055" y="675948"/>
                  </a:lnTo>
                  <a:lnTo>
                    <a:pt x="733976" y="675860"/>
                  </a:lnTo>
                  <a:lnTo>
                    <a:pt x="735898" y="675754"/>
                  </a:lnTo>
                  <a:lnTo>
                    <a:pt x="737819" y="675627"/>
                  </a:lnTo>
                  <a:lnTo>
                    <a:pt x="739741" y="675477"/>
                  </a:lnTo>
                  <a:lnTo>
                    <a:pt x="741662" y="675306"/>
                  </a:lnTo>
                  <a:lnTo>
                    <a:pt x="743583" y="675116"/>
                  </a:lnTo>
                  <a:lnTo>
                    <a:pt x="745505" y="674906"/>
                  </a:lnTo>
                  <a:lnTo>
                    <a:pt x="747426" y="674673"/>
                  </a:lnTo>
                  <a:lnTo>
                    <a:pt x="749348" y="674407"/>
                  </a:lnTo>
                  <a:lnTo>
                    <a:pt x="751269" y="674091"/>
                  </a:lnTo>
                  <a:lnTo>
                    <a:pt x="753190" y="673701"/>
                  </a:lnTo>
                  <a:lnTo>
                    <a:pt x="755112" y="673208"/>
                  </a:lnTo>
                  <a:lnTo>
                    <a:pt x="757033" y="672583"/>
                  </a:lnTo>
                  <a:lnTo>
                    <a:pt x="758955" y="671797"/>
                  </a:lnTo>
                  <a:lnTo>
                    <a:pt x="760876" y="670817"/>
                  </a:lnTo>
                  <a:lnTo>
                    <a:pt x="762797" y="669657"/>
                  </a:lnTo>
                  <a:lnTo>
                    <a:pt x="764719" y="668332"/>
                  </a:lnTo>
                  <a:lnTo>
                    <a:pt x="766640" y="666874"/>
                  </a:lnTo>
                  <a:lnTo>
                    <a:pt x="768562" y="665330"/>
                  </a:lnTo>
                  <a:lnTo>
                    <a:pt x="770483" y="663757"/>
                  </a:lnTo>
                  <a:lnTo>
                    <a:pt x="772404" y="662222"/>
                  </a:lnTo>
                  <a:lnTo>
                    <a:pt x="774326" y="660791"/>
                  </a:lnTo>
                  <a:lnTo>
                    <a:pt x="776247" y="659531"/>
                  </a:lnTo>
                  <a:lnTo>
                    <a:pt x="778169" y="658503"/>
                  </a:lnTo>
                  <a:lnTo>
                    <a:pt x="780090" y="657757"/>
                  </a:lnTo>
                  <a:lnTo>
                    <a:pt x="782011" y="657330"/>
                  </a:lnTo>
                  <a:lnTo>
                    <a:pt x="783933" y="657258"/>
                  </a:lnTo>
                  <a:lnTo>
                    <a:pt x="785854" y="657547"/>
                  </a:lnTo>
                  <a:lnTo>
                    <a:pt x="787776" y="658156"/>
                  </a:lnTo>
                  <a:lnTo>
                    <a:pt x="789697" y="659041"/>
                  </a:lnTo>
                  <a:lnTo>
                    <a:pt x="791618" y="660143"/>
                  </a:lnTo>
                  <a:lnTo>
                    <a:pt x="793540" y="661388"/>
                  </a:lnTo>
                  <a:lnTo>
                    <a:pt x="795461" y="662693"/>
                  </a:lnTo>
                  <a:lnTo>
                    <a:pt x="797383" y="663974"/>
                  </a:lnTo>
                  <a:lnTo>
                    <a:pt x="799304" y="665151"/>
                  </a:lnTo>
                  <a:lnTo>
                    <a:pt x="801226" y="666153"/>
                  </a:lnTo>
                  <a:lnTo>
                    <a:pt x="803147" y="666926"/>
                  </a:lnTo>
                  <a:lnTo>
                    <a:pt x="805068" y="667435"/>
                  </a:lnTo>
                  <a:lnTo>
                    <a:pt x="806990" y="667666"/>
                  </a:lnTo>
                  <a:lnTo>
                    <a:pt x="808911" y="667615"/>
                  </a:lnTo>
                  <a:lnTo>
                    <a:pt x="810833" y="667328"/>
                  </a:lnTo>
                  <a:lnTo>
                    <a:pt x="812754" y="666865"/>
                  </a:lnTo>
                  <a:lnTo>
                    <a:pt x="814675" y="666292"/>
                  </a:lnTo>
                  <a:lnTo>
                    <a:pt x="816597" y="665676"/>
                  </a:lnTo>
                  <a:lnTo>
                    <a:pt x="818518" y="665086"/>
                  </a:lnTo>
                  <a:lnTo>
                    <a:pt x="820440" y="664581"/>
                  </a:lnTo>
                  <a:lnTo>
                    <a:pt x="822361" y="664209"/>
                  </a:lnTo>
                  <a:lnTo>
                    <a:pt x="824282" y="663996"/>
                  </a:lnTo>
                  <a:lnTo>
                    <a:pt x="826204" y="663952"/>
                  </a:lnTo>
                  <a:lnTo>
                    <a:pt x="828125" y="664062"/>
                  </a:lnTo>
                  <a:lnTo>
                    <a:pt x="830047" y="664296"/>
                  </a:lnTo>
                  <a:lnTo>
                    <a:pt x="831968" y="664608"/>
                  </a:lnTo>
                  <a:lnTo>
                    <a:pt x="833889" y="664943"/>
                  </a:lnTo>
                  <a:lnTo>
                    <a:pt x="835811" y="665247"/>
                  </a:lnTo>
                  <a:lnTo>
                    <a:pt x="837732" y="665483"/>
                  </a:lnTo>
                  <a:lnTo>
                    <a:pt x="839654" y="665634"/>
                  </a:lnTo>
                  <a:lnTo>
                    <a:pt x="841575" y="665702"/>
                  </a:lnTo>
                  <a:lnTo>
                    <a:pt x="843496" y="665706"/>
                  </a:lnTo>
                  <a:lnTo>
                    <a:pt x="845418" y="665681"/>
                  </a:lnTo>
                  <a:lnTo>
                    <a:pt x="847339" y="665673"/>
                  </a:lnTo>
                  <a:lnTo>
                    <a:pt x="849261" y="665724"/>
                  </a:lnTo>
                  <a:lnTo>
                    <a:pt x="851182" y="665873"/>
                  </a:lnTo>
                  <a:lnTo>
                    <a:pt x="853103" y="666143"/>
                  </a:lnTo>
                  <a:lnTo>
                    <a:pt x="855025" y="666541"/>
                  </a:lnTo>
                  <a:lnTo>
                    <a:pt x="856946" y="667056"/>
                  </a:lnTo>
                  <a:lnTo>
                    <a:pt x="858868" y="667659"/>
                  </a:lnTo>
                  <a:lnTo>
                    <a:pt x="860789" y="668306"/>
                  </a:lnTo>
                  <a:lnTo>
                    <a:pt x="862710" y="668962"/>
                  </a:lnTo>
                  <a:lnTo>
                    <a:pt x="864632" y="669600"/>
                  </a:lnTo>
                  <a:lnTo>
                    <a:pt x="866553" y="670203"/>
                  </a:lnTo>
                  <a:lnTo>
                    <a:pt x="868475" y="670767"/>
                  </a:lnTo>
                  <a:lnTo>
                    <a:pt x="870396" y="671295"/>
                  </a:lnTo>
                  <a:lnTo>
                    <a:pt x="872318" y="671791"/>
                  </a:lnTo>
                  <a:lnTo>
                    <a:pt x="874239" y="672254"/>
                  </a:lnTo>
                  <a:lnTo>
                    <a:pt x="876160" y="672673"/>
                  </a:lnTo>
                  <a:lnTo>
                    <a:pt x="878082" y="673019"/>
                  </a:lnTo>
                  <a:lnTo>
                    <a:pt x="880003" y="673248"/>
                  </a:lnTo>
                  <a:lnTo>
                    <a:pt x="881925" y="673284"/>
                  </a:lnTo>
                  <a:lnTo>
                    <a:pt x="883846" y="673056"/>
                  </a:lnTo>
                  <a:lnTo>
                    <a:pt x="885767" y="672499"/>
                  </a:lnTo>
                  <a:lnTo>
                    <a:pt x="887689" y="671548"/>
                  </a:lnTo>
                  <a:lnTo>
                    <a:pt x="889610" y="670145"/>
                  </a:lnTo>
                  <a:lnTo>
                    <a:pt x="891532" y="668237"/>
                  </a:lnTo>
                  <a:lnTo>
                    <a:pt x="893453" y="665778"/>
                  </a:lnTo>
                  <a:lnTo>
                    <a:pt x="895374" y="662717"/>
                  </a:lnTo>
                  <a:lnTo>
                    <a:pt x="897296" y="659005"/>
                  </a:lnTo>
                  <a:lnTo>
                    <a:pt x="899217" y="654587"/>
                  </a:lnTo>
                  <a:lnTo>
                    <a:pt x="901139" y="649408"/>
                  </a:lnTo>
                  <a:lnTo>
                    <a:pt x="903060" y="643421"/>
                  </a:lnTo>
                  <a:lnTo>
                    <a:pt x="904981" y="636591"/>
                  </a:lnTo>
                  <a:lnTo>
                    <a:pt x="906903" y="628828"/>
                  </a:lnTo>
                  <a:lnTo>
                    <a:pt x="908824" y="620238"/>
                  </a:lnTo>
                  <a:lnTo>
                    <a:pt x="910746" y="610878"/>
                  </a:lnTo>
                  <a:lnTo>
                    <a:pt x="912667" y="600826"/>
                  </a:lnTo>
                  <a:lnTo>
                    <a:pt x="914588" y="590169"/>
                  </a:lnTo>
                  <a:lnTo>
                    <a:pt x="916510" y="578989"/>
                  </a:lnTo>
                  <a:lnTo>
                    <a:pt x="918431" y="567344"/>
                  </a:lnTo>
                  <a:lnTo>
                    <a:pt x="920353" y="555248"/>
                  </a:lnTo>
                  <a:lnTo>
                    <a:pt x="922274" y="542658"/>
                  </a:lnTo>
                  <a:lnTo>
                    <a:pt x="924195" y="529462"/>
                  </a:lnTo>
                  <a:lnTo>
                    <a:pt x="926117" y="515467"/>
                  </a:lnTo>
                  <a:lnTo>
                    <a:pt x="928038" y="500405"/>
                  </a:lnTo>
                  <a:lnTo>
                    <a:pt x="929960" y="483887"/>
                  </a:lnTo>
                  <a:lnTo>
                    <a:pt x="931881" y="465415"/>
                  </a:lnTo>
                  <a:lnTo>
                    <a:pt x="933802" y="444707"/>
                  </a:lnTo>
                  <a:lnTo>
                    <a:pt x="935724" y="421447"/>
                  </a:lnTo>
                  <a:lnTo>
                    <a:pt x="937645" y="395437"/>
                  </a:lnTo>
                  <a:lnTo>
                    <a:pt x="939567" y="366633"/>
                  </a:lnTo>
                  <a:lnTo>
                    <a:pt x="941488" y="335188"/>
                  </a:lnTo>
                  <a:lnTo>
                    <a:pt x="943410" y="301453"/>
                  </a:lnTo>
                  <a:lnTo>
                    <a:pt x="945331" y="265975"/>
                  </a:lnTo>
                  <a:lnTo>
                    <a:pt x="947252" y="229464"/>
                  </a:lnTo>
                  <a:lnTo>
                    <a:pt x="949174" y="192751"/>
                  </a:lnTo>
                  <a:lnTo>
                    <a:pt x="951095" y="156729"/>
                  </a:lnTo>
                  <a:lnTo>
                    <a:pt x="953017" y="122309"/>
                  </a:lnTo>
                  <a:lnTo>
                    <a:pt x="954938" y="90585"/>
                  </a:lnTo>
                  <a:lnTo>
                    <a:pt x="956859" y="62444"/>
                  </a:lnTo>
                  <a:lnTo>
                    <a:pt x="958781" y="38579"/>
                  </a:lnTo>
                  <a:lnTo>
                    <a:pt x="960702" y="19738"/>
                  </a:lnTo>
                  <a:lnTo>
                    <a:pt x="962624" y="6645"/>
                  </a:lnTo>
                  <a:lnTo>
                    <a:pt x="964545" y="0"/>
                  </a:lnTo>
                  <a:lnTo>
                    <a:pt x="966466" y="453"/>
                  </a:lnTo>
                  <a:lnTo>
                    <a:pt x="968388" y="8563"/>
                  </a:lnTo>
                  <a:lnTo>
                    <a:pt x="970309" y="24727"/>
                  </a:lnTo>
                  <a:lnTo>
                    <a:pt x="972231" y="49107"/>
                  </a:lnTo>
                  <a:lnTo>
                    <a:pt x="974152" y="81543"/>
                  </a:lnTo>
                  <a:lnTo>
                    <a:pt x="976073" y="121492"/>
                  </a:lnTo>
                  <a:lnTo>
                    <a:pt x="977995" y="167985"/>
                  </a:lnTo>
                  <a:lnTo>
                    <a:pt x="979916" y="219910"/>
                  </a:lnTo>
                  <a:lnTo>
                    <a:pt x="981838" y="274867"/>
                  </a:lnTo>
                </a:path>
              </a:pathLst>
            </a:cu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6637870" y="6074124"/>
              <a:ext cx="1080021" cy="0"/>
            </a:xfrm>
            <a:custGeom>
              <a:avLst/>
              <a:pathLst>
                <a:path w="1080021" h="0">
                  <a:moveTo>
                    <a:pt x="0" y="0"/>
                  </a:moveTo>
                  <a:lnTo>
                    <a:pt x="10800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l422"/>
            <p:cNvSpPr/>
            <p:nvPr/>
          </p:nvSpPr>
          <p:spPr>
            <a:xfrm>
              <a:off x="6686962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l423"/>
            <p:cNvSpPr/>
            <p:nvPr/>
          </p:nvSpPr>
          <p:spPr>
            <a:xfrm>
              <a:off x="6932421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4"/>
            <p:cNvSpPr/>
            <p:nvPr/>
          </p:nvSpPr>
          <p:spPr>
            <a:xfrm>
              <a:off x="7177881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7423341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7668800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tx427"/>
            <p:cNvSpPr/>
            <p:nvPr/>
          </p:nvSpPr>
          <p:spPr>
            <a:xfrm>
              <a:off x="6609281" y="61350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6854741" y="61350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429" name="tx429"/>
            <p:cNvSpPr/>
            <p:nvPr/>
          </p:nvSpPr>
          <p:spPr>
            <a:xfrm>
              <a:off x="7100200" y="61350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430" name="tx430"/>
            <p:cNvSpPr/>
            <p:nvPr/>
          </p:nvSpPr>
          <p:spPr>
            <a:xfrm>
              <a:off x="7345660" y="6136426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7560041" y="6135062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7135214" y="6285848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433" name="rc433"/>
            <p:cNvSpPr/>
            <p:nvPr/>
          </p:nvSpPr>
          <p:spPr>
            <a:xfrm>
              <a:off x="5597344" y="6553601"/>
              <a:ext cx="3161073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4" name="tx434"/>
            <p:cNvSpPr/>
            <p:nvPr/>
          </p:nvSpPr>
          <p:spPr>
            <a:xfrm>
              <a:off x="5666933" y="6681281"/>
              <a:ext cx="8461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Window</a:t>
              </a:r>
            </a:p>
          </p:txBody>
        </p:sp>
        <p:sp>
          <p:nvSpPr>
            <p:cNvPr id="435" name="rc435"/>
            <p:cNvSpPr/>
            <p:nvPr/>
          </p:nvSpPr>
          <p:spPr>
            <a:xfrm>
              <a:off x="6593772" y="66231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6" name="rc436"/>
            <p:cNvSpPr/>
            <p:nvPr/>
          </p:nvSpPr>
          <p:spPr>
            <a:xfrm>
              <a:off x="6611772" y="6641190"/>
              <a:ext cx="183456" cy="183455"/>
            </a:xfrm>
            <a:prstGeom prst="rect">
              <a:avLst/>
            </a:prstGeom>
            <a:ln w="27101" cap="flat">
              <a:solidFill>
                <a:srgbClr val="A93E3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rc437"/>
            <p:cNvSpPr/>
            <p:nvPr/>
          </p:nvSpPr>
          <p:spPr>
            <a:xfrm>
              <a:off x="7057181" y="66231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8" name="rc438"/>
            <p:cNvSpPr/>
            <p:nvPr/>
          </p:nvSpPr>
          <p:spPr>
            <a:xfrm>
              <a:off x="7075181" y="6641190"/>
              <a:ext cx="183456" cy="183455"/>
            </a:xfrm>
            <a:prstGeom prst="rect">
              <a:avLst/>
            </a:prstGeom>
            <a:ln w="27101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rc439"/>
            <p:cNvSpPr/>
            <p:nvPr/>
          </p:nvSpPr>
          <p:spPr>
            <a:xfrm>
              <a:off x="7482490" y="66231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" name="rc440"/>
            <p:cNvSpPr/>
            <p:nvPr/>
          </p:nvSpPr>
          <p:spPr>
            <a:xfrm>
              <a:off x="7500491" y="6641190"/>
              <a:ext cx="183455" cy="183455"/>
            </a:xfrm>
            <a:prstGeom prst="rect">
              <a:avLst/>
            </a:prstGeom>
            <a:ln w="27101" cap="flat">
              <a:solidFill>
                <a:srgbClr val="FB9A9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rc441"/>
            <p:cNvSpPr/>
            <p:nvPr/>
          </p:nvSpPr>
          <p:spPr>
            <a:xfrm>
              <a:off x="7907800" y="66231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2" name="rc442"/>
            <p:cNvSpPr/>
            <p:nvPr/>
          </p:nvSpPr>
          <p:spPr>
            <a:xfrm>
              <a:off x="7925800" y="6641190"/>
              <a:ext cx="183455" cy="183455"/>
            </a:xfrm>
            <a:prstGeom prst="rect">
              <a:avLst/>
            </a:prstGeom>
            <a:ln w="27101" cap="flat">
              <a:solidFill>
                <a:srgbClr val="FDC1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rc443"/>
            <p:cNvSpPr/>
            <p:nvPr/>
          </p:nvSpPr>
          <p:spPr>
            <a:xfrm>
              <a:off x="8333109" y="66231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4" name="rc444"/>
            <p:cNvSpPr/>
            <p:nvPr/>
          </p:nvSpPr>
          <p:spPr>
            <a:xfrm>
              <a:off x="8351109" y="6641190"/>
              <a:ext cx="183456" cy="183455"/>
            </a:xfrm>
            <a:prstGeom prst="rect">
              <a:avLst/>
            </a:prstGeom>
            <a:ln w="27101" cap="flat">
              <a:solidFill>
                <a:srgbClr val="FFE5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tx445"/>
            <p:cNvSpPr/>
            <p:nvPr/>
          </p:nvSpPr>
          <p:spPr>
            <a:xfrm>
              <a:off x="6882817" y="6692591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446" name="tx446"/>
            <p:cNvSpPr/>
            <p:nvPr/>
          </p:nvSpPr>
          <p:spPr>
            <a:xfrm>
              <a:off x="7346226" y="66912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47" name="tx447"/>
            <p:cNvSpPr/>
            <p:nvPr/>
          </p:nvSpPr>
          <p:spPr>
            <a:xfrm>
              <a:off x="7771536" y="669259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8196845" y="6692918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8622154" y="66912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450" name="rc450"/>
            <p:cNvSpPr/>
            <p:nvPr/>
          </p:nvSpPr>
          <p:spPr>
            <a:xfrm>
              <a:off x="7787481" y="3781425"/>
              <a:ext cx="1219199" cy="3200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rc451"/>
            <p:cNvSpPr/>
            <p:nvPr/>
          </p:nvSpPr>
          <p:spPr>
            <a:xfrm>
              <a:off x="7857070" y="4078703"/>
              <a:ext cx="1080021" cy="199542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7906162" y="5528589"/>
              <a:ext cx="981838" cy="454833"/>
            </a:xfrm>
            <a:custGeom>
              <a:avLst/>
              <a:pathLst>
                <a:path w="981838" h="454833">
                  <a:moveTo>
                    <a:pt x="0" y="454833"/>
                  </a:moveTo>
                  <a:lnTo>
                    <a:pt x="1921" y="454833"/>
                  </a:lnTo>
                  <a:lnTo>
                    <a:pt x="3842" y="454833"/>
                  </a:lnTo>
                  <a:lnTo>
                    <a:pt x="5764" y="454833"/>
                  </a:lnTo>
                  <a:lnTo>
                    <a:pt x="7685" y="454833"/>
                  </a:lnTo>
                  <a:lnTo>
                    <a:pt x="9607" y="454833"/>
                  </a:lnTo>
                  <a:lnTo>
                    <a:pt x="11528" y="454833"/>
                  </a:lnTo>
                  <a:lnTo>
                    <a:pt x="13449" y="454833"/>
                  </a:lnTo>
                  <a:lnTo>
                    <a:pt x="15371" y="454833"/>
                  </a:lnTo>
                  <a:lnTo>
                    <a:pt x="17292" y="454833"/>
                  </a:lnTo>
                  <a:lnTo>
                    <a:pt x="19214" y="454833"/>
                  </a:lnTo>
                  <a:lnTo>
                    <a:pt x="21135" y="454833"/>
                  </a:lnTo>
                  <a:lnTo>
                    <a:pt x="23056" y="454833"/>
                  </a:lnTo>
                  <a:lnTo>
                    <a:pt x="24978" y="454832"/>
                  </a:lnTo>
                  <a:lnTo>
                    <a:pt x="26899" y="454831"/>
                  </a:lnTo>
                  <a:lnTo>
                    <a:pt x="28821" y="454830"/>
                  </a:lnTo>
                  <a:lnTo>
                    <a:pt x="30742" y="454828"/>
                  </a:lnTo>
                  <a:lnTo>
                    <a:pt x="32663" y="454824"/>
                  </a:lnTo>
                  <a:lnTo>
                    <a:pt x="34585" y="454819"/>
                  </a:lnTo>
                  <a:lnTo>
                    <a:pt x="36506" y="454810"/>
                  </a:lnTo>
                  <a:lnTo>
                    <a:pt x="38428" y="454796"/>
                  </a:lnTo>
                  <a:lnTo>
                    <a:pt x="40349" y="454773"/>
                  </a:lnTo>
                  <a:lnTo>
                    <a:pt x="42270" y="454738"/>
                  </a:lnTo>
                  <a:lnTo>
                    <a:pt x="44192" y="454685"/>
                  </a:lnTo>
                  <a:lnTo>
                    <a:pt x="46113" y="454606"/>
                  </a:lnTo>
                  <a:lnTo>
                    <a:pt x="48035" y="454489"/>
                  </a:lnTo>
                  <a:lnTo>
                    <a:pt x="49956" y="454321"/>
                  </a:lnTo>
                  <a:lnTo>
                    <a:pt x="51877" y="454083"/>
                  </a:lnTo>
                  <a:lnTo>
                    <a:pt x="53799" y="453749"/>
                  </a:lnTo>
                  <a:lnTo>
                    <a:pt x="55720" y="453276"/>
                  </a:lnTo>
                  <a:lnTo>
                    <a:pt x="57642" y="452606"/>
                  </a:lnTo>
                  <a:lnTo>
                    <a:pt x="59563" y="451693"/>
                  </a:lnTo>
                  <a:lnTo>
                    <a:pt x="61484" y="450470"/>
                  </a:lnTo>
                  <a:lnTo>
                    <a:pt x="63406" y="448854"/>
                  </a:lnTo>
                  <a:lnTo>
                    <a:pt x="65327" y="446749"/>
                  </a:lnTo>
                  <a:lnTo>
                    <a:pt x="67249" y="444045"/>
                  </a:lnTo>
                  <a:lnTo>
                    <a:pt x="69170" y="440617"/>
                  </a:lnTo>
                  <a:lnTo>
                    <a:pt x="71091" y="436325"/>
                  </a:lnTo>
                  <a:lnTo>
                    <a:pt x="73013" y="430834"/>
                  </a:lnTo>
                  <a:lnTo>
                    <a:pt x="74934" y="424114"/>
                  </a:lnTo>
                  <a:lnTo>
                    <a:pt x="76856" y="416004"/>
                  </a:lnTo>
                  <a:lnTo>
                    <a:pt x="78777" y="406350"/>
                  </a:lnTo>
                  <a:lnTo>
                    <a:pt x="80699" y="395012"/>
                  </a:lnTo>
                  <a:lnTo>
                    <a:pt x="82620" y="381869"/>
                  </a:lnTo>
                  <a:lnTo>
                    <a:pt x="84541" y="366831"/>
                  </a:lnTo>
                  <a:lnTo>
                    <a:pt x="86463" y="349844"/>
                  </a:lnTo>
                  <a:lnTo>
                    <a:pt x="88384" y="330721"/>
                  </a:lnTo>
                  <a:lnTo>
                    <a:pt x="90306" y="309618"/>
                  </a:lnTo>
                  <a:lnTo>
                    <a:pt x="92227" y="286805"/>
                  </a:lnTo>
                  <a:lnTo>
                    <a:pt x="94148" y="262501"/>
                  </a:lnTo>
                  <a:lnTo>
                    <a:pt x="96070" y="236990"/>
                  </a:lnTo>
                  <a:lnTo>
                    <a:pt x="97991" y="210623"/>
                  </a:lnTo>
                  <a:lnTo>
                    <a:pt x="99913" y="183806"/>
                  </a:lnTo>
                  <a:lnTo>
                    <a:pt x="101834" y="156995"/>
                  </a:lnTo>
                  <a:lnTo>
                    <a:pt x="103755" y="130720"/>
                  </a:lnTo>
                  <a:lnTo>
                    <a:pt x="105677" y="105716"/>
                  </a:lnTo>
                  <a:lnTo>
                    <a:pt x="107598" y="82430"/>
                  </a:lnTo>
                  <a:lnTo>
                    <a:pt x="109520" y="61341"/>
                  </a:lnTo>
                  <a:lnTo>
                    <a:pt x="111441" y="42878"/>
                  </a:lnTo>
                  <a:lnTo>
                    <a:pt x="113362" y="27403"/>
                  </a:lnTo>
                  <a:lnTo>
                    <a:pt x="115284" y="15198"/>
                  </a:lnTo>
                  <a:lnTo>
                    <a:pt x="117205" y="6451"/>
                  </a:lnTo>
                  <a:lnTo>
                    <a:pt x="119127" y="1252"/>
                  </a:lnTo>
                  <a:lnTo>
                    <a:pt x="121048" y="0"/>
                  </a:lnTo>
                  <a:lnTo>
                    <a:pt x="122969" y="2159"/>
                  </a:lnTo>
                  <a:lnTo>
                    <a:pt x="124891" y="7348"/>
                  </a:lnTo>
                  <a:lnTo>
                    <a:pt x="126812" y="15215"/>
                  </a:lnTo>
                  <a:lnTo>
                    <a:pt x="128734" y="25352"/>
                  </a:lnTo>
                  <a:lnTo>
                    <a:pt x="130655" y="37314"/>
                  </a:lnTo>
                  <a:lnTo>
                    <a:pt x="132576" y="50639"/>
                  </a:lnTo>
                  <a:lnTo>
                    <a:pt x="134498" y="64868"/>
                  </a:lnTo>
                  <a:lnTo>
                    <a:pt x="136419" y="79563"/>
                  </a:lnTo>
                  <a:lnTo>
                    <a:pt x="138341" y="94246"/>
                  </a:lnTo>
                  <a:lnTo>
                    <a:pt x="140262" y="108576"/>
                  </a:lnTo>
                  <a:lnTo>
                    <a:pt x="142183" y="122329"/>
                  </a:lnTo>
                  <a:lnTo>
                    <a:pt x="144105" y="135348"/>
                  </a:lnTo>
                  <a:lnTo>
                    <a:pt x="146026" y="147550"/>
                  </a:lnTo>
                  <a:lnTo>
                    <a:pt x="147948" y="158915"/>
                  </a:lnTo>
                  <a:lnTo>
                    <a:pt x="149869" y="169484"/>
                  </a:lnTo>
                  <a:lnTo>
                    <a:pt x="151791" y="179348"/>
                  </a:lnTo>
                  <a:lnTo>
                    <a:pt x="153712" y="188581"/>
                  </a:lnTo>
                  <a:lnTo>
                    <a:pt x="155633" y="197458"/>
                  </a:lnTo>
                  <a:lnTo>
                    <a:pt x="157555" y="206145"/>
                  </a:lnTo>
                  <a:lnTo>
                    <a:pt x="159476" y="214801"/>
                  </a:lnTo>
                  <a:lnTo>
                    <a:pt x="161398" y="223570"/>
                  </a:lnTo>
                  <a:lnTo>
                    <a:pt x="163319" y="232569"/>
                  </a:lnTo>
                  <a:lnTo>
                    <a:pt x="165240" y="241890"/>
                  </a:lnTo>
                  <a:lnTo>
                    <a:pt x="167162" y="251588"/>
                  </a:lnTo>
                  <a:lnTo>
                    <a:pt x="169083" y="261719"/>
                  </a:lnTo>
                  <a:lnTo>
                    <a:pt x="171005" y="272241"/>
                  </a:lnTo>
                  <a:lnTo>
                    <a:pt x="172926" y="283063"/>
                  </a:lnTo>
                  <a:lnTo>
                    <a:pt x="174847" y="294097"/>
                  </a:lnTo>
                  <a:lnTo>
                    <a:pt x="176769" y="305237"/>
                  </a:lnTo>
                  <a:lnTo>
                    <a:pt x="178690" y="316366"/>
                  </a:lnTo>
                  <a:lnTo>
                    <a:pt x="180612" y="327361"/>
                  </a:lnTo>
                  <a:lnTo>
                    <a:pt x="182533" y="338102"/>
                  </a:lnTo>
                  <a:lnTo>
                    <a:pt x="184454" y="348461"/>
                  </a:lnTo>
                  <a:lnTo>
                    <a:pt x="186376" y="358274"/>
                  </a:lnTo>
                  <a:lnTo>
                    <a:pt x="188297" y="367518"/>
                  </a:lnTo>
                  <a:lnTo>
                    <a:pt x="190219" y="376143"/>
                  </a:lnTo>
                  <a:lnTo>
                    <a:pt x="192140" y="384120"/>
                  </a:lnTo>
                  <a:lnTo>
                    <a:pt x="194061" y="391436"/>
                  </a:lnTo>
                  <a:lnTo>
                    <a:pt x="195983" y="398099"/>
                  </a:lnTo>
                  <a:lnTo>
                    <a:pt x="197904" y="404129"/>
                  </a:lnTo>
                  <a:lnTo>
                    <a:pt x="199826" y="409558"/>
                  </a:lnTo>
                  <a:lnTo>
                    <a:pt x="201747" y="414365"/>
                  </a:lnTo>
                  <a:lnTo>
                    <a:pt x="203668" y="418655"/>
                  </a:lnTo>
                  <a:lnTo>
                    <a:pt x="205590" y="422494"/>
                  </a:lnTo>
                  <a:lnTo>
                    <a:pt x="207511" y="425926"/>
                  </a:lnTo>
                  <a:lnTo>
                    <a:pt x="209433" y="428994"/>
                  </a:lnTo>
                  <a:lnTo>
                    <a:pt x="211354" y="431738"/>
                  </a:lnTo>
                  <a:lnTo>
                    <a:pt x="213275" y="434190"/>
                  </a:lnTo>
                  <a:lnTo>
                    <a:pt x="215197" y="436383"/>
                  </a:lnTo>
                  <a:lnTo>
                    <a:pt x="217118" y="438330"/>
                  </a:lnTo>
                  <a:lnTo>
                    <a:pt x="219040" y="440054"/>
                  </a:lnTo>
                  <a:lnTo>
                    <a:pt x="220961" y="441594"/>
                  </a:lnTo>
                  <a:lnTo>
                    <a:pt x="222883" y="442969"/>
                  </a:lnTo>
                  <a:lnTo>
                    <a:pt x="224804" y="444193"/>
                  </a:lnTo>
                  <a:lnTo>
                    <a:pt x="226725" y="445280"/>
                  </a:lnTo>
                  <a:lnTo>
                    <a:pt x="228647" y="446241"/>
                  </a:lnTo>
                  <a:lnTo>
                    <a:pt x="230568" y="447086"/>
                  </a:lnTo>
                  <a:lnTo>
                    <a:pt x="232490" y="447825"/>
                  </a:lnTo>
                  <a:lnTo>
                    <a:pt x="234411" y="448453"/>
                  </a:lnTo>
                  <a:lnTo>
                    <a:pt x="236332" y="448990"/>
                  </a:lnTo>
                  <a:lnTo>
                    <a:pt x="238254" y="449442"/>
                  </a:lnTo>
                  <a:lnTo>
                    <a:pt x="240175" y="449814"/>
                  </a:lnTo>
                  <a:lnTo>
                    <a:pt x="242097" y="450110"/>
                  </a:lnTo>
                  <a:lnTo>
                    <a:pt x="244018" y="450332"/>
                  </a:lnTo>
                  <a:lnTo>
                    <a:pt x="245939" y="450484"/>
                  </a:lnTo>
                  <a:lnTo>
                    <a:pt x="247861" y="450569"/>
                  </a:lnTo>
                  <a:lnTo>
                    <a:pt x="249782" y="450584"/>
                  </a:lnTo>
                  <a:lnTo>
                    <a:pt x="251704" y="450535"/>
                  </a:lnTo>
                  <a:lnTo>
                    <a:pt x="253625" y="450429"/>
                  </a:lnTo>
                  <a:lnTo>
                    <a:pt x="255546" y="450269"/>
                  </a:lnTo>
                  <a:lnTo>
                    <a:pt x="257468" y="450058"/>
                  </a:lnTo>
                  <a:lnTo>
                    <a:pt x="259389" y="449797"/>
                  </a:lnTo>
                  <a:lnTo>
                    <a:pt x="261311" y="449490"/>
                  </a:lnTo>
                  <a:lnTo>
                    <a:pt x="263232" y="449138"/>
                  </a:lnTo>
                  <a:lnTo>
                    <a:pt x="265153" y="448741"/>
                  </a:lnTo>
                  <a:lnTo>
                    <a:pt x="267075" y="448295"/>
                  </a:lnTo>
                  <a:lnTo>
                    <a:pt x="268996" y="447805"/>
                  </a:lnTo>
                  <a:lnTo>
                    <a:pt x="270918" y="447269"/>
                  </a:lnTo>
                  <a:lnTo>
                    <a:pt x="272839" y="446686"/>
                  </a:lnTo>
                  <a:lnTo>
                    <a:pt x="274760" y="446052"/>
                  </a:lnTo>
                  <a:lnTo>
                    <a:pt x="276682" y="445365"/>
                  </a:lnTo>
                  <a:lnTo>
                    <a:pt x="278603" y="444621"/>
                  </a:lnTo>
                  <a:lnTo>
                    <a:pt x="280525" y="443817"/>
                  </a:lnTo>
                  <a:lnTo>
                    <a:pt x="282446" y="442941"/>
                  </a:lnTo>
                  <a:lnTo>
                    <a:pt x="284367" y="441995"/>
                  </a:lnTo>
                  <a:lnTo>
                    <a:pt x="286289" y="440977"/>
                  </a:lnTo>
                  <a:lnTo>
                    <a:pt x="288210" y="439887"/>
                  </a:lnTo>
                  <a:lnTo>
                    <a:pt x="290132" y="438722"/>
                  </a:lnTo>
                  <a:lnTo>
                    <a:pt x="292053" y="437485"/>
                  </a:lnTo>
                  <a:lnTo>
                    <a:pt x="293975" y="436177"/>
                  </a:lnTo>
                  <a:lnTo>
                    <a:pt x="295896" y="434800"/>
                  </a:lnTo>
                  <a:lnTo>
                    <a:pt x="297817" y="433359"/>
                  </a:lnTo>
                  <a:lnTo>
                    <a:pt x="299739" y="431861"/>
                  </a:lnTo>
                  <a:lnTo>
                    <a:pt x="301660" y="430323"/>
                  </a:lnTo>
                  <a:lnTo>
                    <a:pt x="303582" y="428759"/>
                  </a:lnTo>
                  <a:lnTo>
                    <a:pt x="305503" y="427184"/>
                  </a:lnTo>
                  <a:lnTo>
                    <a:pt x="307424" y="425616"/>
                  </a:lnTo>
                  <a:lnTo>
                    <a:pt x="309346" y="424073"/>
                  </a:lnTo>
                  <a:lnTo>
                    <a:pt x="311267" y="422576"/>
                  </a:lnTo>
                  <a:lnTo>
                    <a:pt x="313189" y="421146"/>
                  </a:lnTo>
                  <a:lnTo>
                    <a:pt x="315110" y="419821"/>
                  </a:lnTo>
                  <a:lnTo>
                    <a:pt x="317031" y="418612"/>
                  </a:lnTo>
                  <a:lnTo>
                    <a:pt x="318953" y="417538"/>
                  </a:lnTo>
                  <a:lnTo>
                    <a:pt x="320874" y="416614"/>
                  </a:lnTo>
                  <a:lnTo>
                    <a:pt x="322796" y="415855"/>
                  </a:lnTo>
                  <a:lnTo>
                    <a:pt x="324717" y="415270"/>
                  </a:lnTo>
                  <a:lnTo>
                    <a:pt x="326638" y="414868"/>
                  </a:lnTo>
                  <a:lnTo>
                    <a:pt x="328560" y="414653"/>
                  </a:lnTo>
                  <a:lnTo>
                    <a:pt x="330481" y="414639"/>
                  </a:lnTo>
                  <a:lnTo>
                    <a:pt x="332403" y="414818"/>
                  </a:lnTo>
                  <a:lnTo>
                    <a:pt x="334324" y="415168"/>
                  </a:lnTo>
                  <a:lnTo>
                    <a:pt x="336245" y="415678"/>
                  </a:lnTo>
                  <a:lnTo>
                    <a:pt x="338167" y="416333"/>
                  </a:lnTo>
                  <a:lnTo>
                    <a:pt x="340088" y="417120"/>
                  </a:lnTo>
                  <a:lnTo>
                    <a:pt x="342010" y="418019"/>
                  </a:lnTo>
                  <a:lnTo>
                    <a:pt x="343931" y="419016"/>
                  </a:lnTo>
                  <a:lnTo>
                    <a:pt x="345852" y="420092"/>
                  </a:lnTo>
                  <a:lnTo>
                    <a:pt x="347774" y="421234"/>
                  </a:lnTo>
                  <a:lnTo>
                    <a:pt x="349695" y="422415"/>
                  </a:lnTo>
                  <a:lnTo>
                    <a:pt x="351617" y="423619"/>
                  </a:lnTo>
                  <a:lnTo>
                    <a:pt x="353538" y="424832"/>
                  </a:lnTo>
                  <a:lnTo>
                    <a:pt x="355459" y="426042"/>
                  </a:lnTo>
                  <a:lnTo>
                    <a:pt x="357381" y="427237"/>
                  </a:lnTo>
                  <a:lnTo>
                    <a:pt x="359302" y="428407"/>
                  </a:lnTo>
                  <a:lnTo>
                    <a:pt x="361224" y="429543"/>
                  </a:lnTo>
                  <a:lnTo>
                    <a:pt x="363145" y="430634"/>
                  </a:lnTo>
                  <a:lnTo>
                    <a:pt x="365067" y="431677"/>
                  </a:lnTo>
                  <a:lnTo>
                    <a:pt x="366988" y="432670"/>
                  </a:lnTo>
                  <a:lnTo>
                    <a:pt x="368909" y="433612"/>
                  </a:lnTo>
                  <a:lnTo>
                    <a:pt x="370831" y="434505"/>
                  </a:lnTo>
                  <a:lnTo>
                    <a:pt x="372752" y="435349"/>
                  </a:lnTo>
                  <a:lnTo>
                    <a:pt x="374674" y="436148"/>
                  </a:lnTo>
                  <a:lnTo>
                    <a:pt x="376595" y="436907"/>
                  </a:lnTo>
                  <a:lnTo>
                    <a:pt x="378516" y="437628"/>
                  </a:lnTo>
                  <a:lnTo>
                    <a:pt x="380438" y="438319"/>
                  </a:lnTo>
                  <a:lnTo>
                    <a:pt x="382359" y="438987"/>
                  </a:lnTo>
                  <a:lnTo>
                    <a:pt x="384281" y="439638"/>
                  </a:lnTo>
                  <a:lnTo>
                    <a:pt x="386202" y="440278"/>
                  </a:lnTo>
                  <a:lnTo>
                    <a:pt x="388123" y="440909"/>
                  </a:lnTo>
                  <a:lnTo>
                    <a:pt x="390045" y="441535"/>
                  </a:lnTo>
                  <a:lnTo>
                    <a:pt x="391966" y="442157"/>
                  </a:lnTo>
                  <a:lnTo>
                    <a:pt x="393888" y="442775"/>
                  </a:lnTo>
                  <a:lnTo>
                    <a:pt x="395809" y="443386"/>
                  </a:lnTo>
                  <a:lnTo>
                    <a:pt x="397730" y="443989"/>
                  </a:lnTo>
                  <a:lnTo>
                    <a:pt x="399652" y="444579"/>
                  </a:lnTo>
                  <a:lnTo>
                    <a:pt x="401573" y="445152"/>
                  </a:lnTo>
                  <a:lnTo>
                    <a:pt x="403495" y="445705"/>
                  </a:lnTo>
                  <a:lnTo>
                    <a:pt x="405416" y="446233"/>
                  </a:lnTo>
                  <a:lnTo>
                    <a:pt x="407337" y="446733"/>
                  </a:lnTo>
                  <a:lnTo>
                    <a:pt x="409259" y="447201"/>
                  </a:lnTo>
                  <a:lnTo>
                    <a:pt x="411180" y="447633"/>
                  </a:lnTo>
                  <a:lnTo>
                    <a:pt x="413102" y="448027"/>
                  </a:lnTo>
                  <a:lnTo>
                    <a:pt x="415023" y="448385"/>
                  </a:lnTo>
                  <a:lnTo>
                    <a:pt x="416944" y="448710"/>
                  </a:lnTo>
                  <a:lnTo>
                    <a:pt x="418866" y="449003"/>
                  </a:lnTo>
                  <a:lnTo>
                    <a:pt x="420787" y="449266"/>
                  </a:lnTo>
                  <a:lnTo>
                    <a:pt x="422709" y="449504"/>
                  </a:lnTo>
                  <a:lnTo>
                    <a:pt x="424630" y="449718"/>
                  </a:lnTo>
                  <a:lnTo>
                    <a:pt x="426551" y="449915"/>
                  </a:lnTo>
                  <a:lnTo>
                    <a:pt x="428473" y="450095"/>
                  </a:lnTo>
                  <a:lnTo>
                    <a:pt x="430394" y="450267"/>
                  </a:lnTo>
                  <a:lnTo>
                    <a:pt x="432316" y="450432"/>
                  </a:lnTo>
                  <a:lnTo>
                    <a:pt x="434237" y="450595"/>
                  </a:lnTo>
                  <a:lnTo>
                    <a:pt x="436159" y="450758"/>
                  </a:lnTo>
                  <a:lnTo>
                    <a:pt x="438080" y="450922"/>
                  </a:lnTo>
                  <a:lnTo>
                    <a:pt x="440001" y="451088"/>
                  </a:lnTo>
                  <a:lnTo>
                    <a:pt x="441923" y="451256"/>
                  </a:lnTo>
                  <a:lnTo>
                    <a:pt x="443844" y="451424"/>
                  </a:lnTo>
                  <a:lnTo>
                    <a:pt x="445766" y="451592"/>
                  </a:lnTo>
                  <a:lnTo>
                    <a:pt x="447687" y="451755"/>
                  </a:lnTo>
                  <a:lnTo>
                    <a:pt x="449608" y="451911"/>
                  </a:lnTo>
                  <a:lnTo>
                    <a:pt x="451530" y="452055"/>
                  </a:lnTo>
                  <a:lnTo>
                    <a:pt x="453451" y="452183"/>
                  </a:lnTo>
                  <a:lnTo>
                    <a:pt x="455373" y="452292"/>
                  </a:lnTo>
                  <a:lnTo>
                    <a:pt x="457294" y="452377"/>
                  </a:lnTo>
                  <a:lnTo>
                    <a:pt x="459215" y="452433"/>
                  </a:lnTo>
                  <a:lnTo>
                    <a:pt x="461137" y="452453"/>
                  </a:lnTo>
                  <a:lnTo>
                    <a:pt x="463058" y="452439"/>
                  </a:lnTo>
                  <a:lnTo>
                    <a:pt x="464980" y="452390"/>
                  </a:lnTo>
                  <a:lnTo>
                    <a:pt x="466901" y="452304"/>
                  </a:lnTo>
                  <a:lnTo>
                    <a:pt x="468822" y="452183"/>
                  </a:lnTo>
                  <a:lnTo>
                    <a:pt x="470744" y="452027"/>
                  </a:lnTo>
                  <a:lnTo>
                    <a:pt x="472665" y="451840"/>
                  </a:lnTo>
                  <a:lnTo>
                    <a:pt x="474587" y="451626"/>
                  </a:lnTo>
                  <a:lnTo>
                    <a:pt x="476508" y="451387"/>
                  </a:lnTo>
                  <a:lnTo>
                    <a:pt x="478429" y="451134"/>
                  </a:lnTo>
                  <a:lnTo>
                    <a:pt x="480351" y="450873"/>
                  </a:lnTo>
                  <a:lnTo>
                    <a:pt x="482272" y="450612"/>
                  </a:lnTo>
                  <a:lnTo>
                    <a:pt x="484194" y="450360"/>
                  </a:lnTo>
                  <a:lnTo>
                    <a:pt x="486115" y="450124"/>
                  </a:lnTo>
                  <a:lnTo>
                    <a:pt x="488036" y="449912"/>
                  </a:lnTo>
                  <a:lnTo>
                    <a:pt x="489958" y="449731"/>
                  </a:lnTo>
                  <a:lnTo>
                    <a:pt x="491879" y="449593"/>
                  </a:lnTo>
                  <a:lnTo>
                    <a:pt x="493801" y="449504"/>
                  </a:lnTo>
                  <a:lnTo>
                    <a:pt x="495722" y="449464"/>
                  </a:lnTo>
                  <a:lnTo>
                    <a:pt x="497643" y="449476"/>
                  </a:lnTo>
                  <a:lnTo>
                    <a:pt x="499565" y="449541"/>
                  </a:lnTo>
                  <a:lnTo>
                    <a:pt x="501486" y="449658"/>
                  </a:lnTo>
                  <a:lnTo>
                    <a:pt x="503408" y="449824"/>
                  </a:lnTo>
                  <a:lnTo>
                    <a:pt x="505329" y="450035"/>
                  </a:lnTo>
                  <a:lnTo>
                    <a:pt x="507250" y="450287"/>
                  </a:lnTo>
                  <a:lnTo>
                    <a:pt x="509172" y="450576"/>
                  </a:lnTo>
                  <a:lnTo>
                    <a:pt x="511093" y="450889"/>
                  </a:lnTo>
                  <a:lnTo>
                    <a:pt x="513015" y="451217"/>
                  </a:lnTo>
                  <a:lnTo>
                    <a:pt x="514936" y="451555"/>
                  </a:lnTo>
                  <a:lnTo>
                    <a:pt x="516858" y="451894"/>
                  </a:lnTo>
                  <a:lnTo>
                    <a:pt x="518779" y="452227"/>
                  </a:lnTo>
                  <a:lnTo>
                    <a:pt x="520700" y="452549"/>
                  </a:lnTo>
                  <a:lnTo>
                    <a:pt x="522622" y="452855"/>
                  </a:lnTo>
                  <a:lnTo>
                    <a:pt x="524543" y="453138"/>
                  </a:lnTo>
                  <a:lnTo>
                    <a:pt x="526465" y="453396"/>
                  </a:lnTo>
                  <a:lnTo>
                    <a:pt x="528386" y="453628"/>
                  </a:lnTo>
                  <a:lnTo>
                    <a:pt x="530307" y="453835"/>
                  </a:lnTo>
                  <a:lnTo>
                    <a:pt x="532229" y="454016"/>
                  </a:lnTo>
                  <a:lnTo>
                    <a:pt x="534150" y="454172"/>
                  </a:lnTo>
                  <a:lnTo>
                    <a:pt x="536072" y="454305"/>
                  </a:lnTo>
                  <a:lnTo>
                    <a:pt x="537993" y="454417"/>
                  </a:lnTo>
                  <a:lnTo>
                    <a:pt x="539914" y="454509"/>
                  </a:lnTo>
                  <a:lnTo>
                    <a:pt x="541836" y="454582"/>
                  </a:lnTo>
                  <a:lnTo>
                    <a:pt x="543757" y="454641"/>
                  </a:lnTo>
                  <a:lnTo>
                    <a:pt x="545679" y="454688"/>
                  </a:lnTo>
                  <a:lnTo>
                    <a:pt x="547600" y="454725"/>
                  </a:lnTo>
                  <a:lnTo>
                    <a:pt x="549521" y="454753"/>
                  </a:lnTo>
                  <a:lnTo>
                    <a:pt x="551443" y="454775"/>
                  </a:lnTo>
                  <a:lnTo>
                    <a:pt x="553364" y="454792"/>
                  </a:lnTo>
                  <a:lnTo>
                    <a:pt x="555286" y="454804"/>
                  </a:lnTo>
                  <a:lnTo>
                    <a:pt x="557207" y="454813"/>
                  </a:lnTo>
                  <a:lnTo>
                    <a:pt x="559128" y="454819"/>
                  </a:lnTo>
                  <a:lnTo>
                    <a:pt x="561050" y="454823"/>
                  </a:lnTo>
                  <a:lnTo>
                    <a:pt x="562971" y="454826"/>
                  </a:lnTo>
                  <a:lnTo>
                    <a:pt x="564893" y="454829"/>
                  </a:lnTo>
                  <a:lnTo>
                    <a:pt x="566814" y="454830"/>
                  </a:lnTo>
                  <a:lnTo>
                    <a:pt x="568735" y="454831"/>
                  </a:lnTo>
                  <a:lnTo>
                    <a:pt x="570657" y="454831"/>
                  </a:lnTo>
                  <a:lnTo>
                    <a:pt x="572578" y="454832"/>
                  </a:lnTo>
                  <a:lnTo>
                    <a:pt x="574500" y="454831"/>
                  </a:lnTo>
                  <a:lnTo>
                    <a:pt x="576421" y="454831"/>
                  </a:lnTo>
                  <a:lnTo>
                    <a:pt x="578342" y="454830"/>
                  </a:lnTo>
                  <a:lnTo>
                    <a:pt x="580264" y="454829"/>
                  </a:lnTo>
                  <a:lnTo>
                    <a:pt x="582185" y="454827"/>
                  </a:lnTo>
                  <a:lnTo>
                    <a:pt x="584107" y="454824"/>
                  </a:lnTo>
                  <a:lnTo>
                    <a:pt x="586028" y="454821"/>
                  </a:lnTo>
                  <a:lnTo>
                    <a:pt x="587950" y="454816"/>
                  </a:lnTo>
                  <a:lnTo>
                    <a:pt x="589871" y="454809"/>
                  </a:lnTo>
                  <a:lnTo>
                    <a:pt x="591792" y="454801"/>
                  </a:lnTo>
                  <a:lnTo>
                    <a:pt x="593714" y="454790"/>
                  </a:lnTo>
                  <a:lnTo>
                    <a:pt x="595635" y="454776"/>
                  </a:lnTo>
                  <a:lnTo>
                    <a:pt x="597557" y="454759"/>
                  </a:lnTo>
                  <a:lnTo>
                    <a:pt x="599478" y="454738"/>
                  </a:lnTo>
                  <a:lnTo>
                    <a:pt x="601399" y="454712"/>
                  </a:lnTo>
                  <a:lnTo>
                    <a:pt x="603321" y="454682"/>
                  </a:lnTo>
                  <a:lnTo>
                    <a:pt x="605242" y="454646"/>
                  </a:lnTo>
                  <a:lnTo>
                    <a:pt x="607164" y="454605"/>
                  </a:lnTo>
                  <a:lnTo>
                    <a:pt x="609085" y="454558"/>
                  </a:lnTo>
                  <a:lnTo>
                    <a:pt x="611006" y="454507"/>
                  </a:lnTo>
                  <a:lnTo>
                    <a:pt x="612928" y="454450"/>
                  </a:lnTo>
                  <a:lnTo>
                    <a:pt x="614849" y="454390"/>
                  </a:lnTo>
                  <a:lnTo>
                    <a:pt x="616771" y="454326"/>
                  </a:lnTo>
                  <a:lnTo>
                    <a:pt x="618692" y="454260"/>
                  </a:lnTo>
                  <a:lnTo>
                    <a:pt x="620613" y="454192"/>
                  </a:lnTo>
                  <a:lnTo>
                    <a:pt x="622535" y="454124"/>
                  </a:lnTo>
                  <a:lnTo>
                    <a:pt x="624456" y="454057"/>
                  </a:lnTo>
                  <a:lnTo>
                    <a:pt x="626378" y="453992"/>
                  </a:lnTo>
                  <a:lnTo>
                    <a:pt x="628299" y="453928"/>
                  </a:lnTo>
                  <a:lnTo>
                    <a:pt x="630220" y="453867"/>
                  </a:lnTo>
                  <a:lnTo>
                    <a:pt x="632142" y="453807"/>
                  </a:lnTo>
                  <a:lnTo>
                    <a:pt x="634063" y="453747"/>
                  </a:lnTo>
                  <a:lnTo>
                    <a:pt x="635985" y="453688"/>
                  </a:lnTo>
                  <a:lnTo>
                    <a:pt x="637906" y="453625"/>
                  </a:lnTo>
                  <a:lnTo>
                    <a:pt x="639827" y="453556"/>
                  </a:lnTo>
                  <a:lnTo>
                    <a:pt x="641749" y="453479"/>
                  </a:lnTo>
                  <a:lnTo>
                    <a:pt x="643670" y="453392"/>
                  </a:lnTo>
                  <a:lnTo>
                    <a:pt x="645592" y="453293"/>
                  </a:lnTo>
                  <a:lnTo>
                    <a:pt x="647513" y="453179"/>
                  </a:lnTo>
                  <a:lnTo>
                    <a:pt x="649434" y="453051"/>
                  </a:lnTo>
                  <a:lnTo>
                    <a:pt x="651356" y="452906"/>
                  </a:lnTo>
                  <a:lnTo>
                    <a:pt x="653277" y="452747"/>
                  </a:lnTo>
                  <a:lnTo>
                    <a:pt x="655199" y="452575"/>
                  </a:lnTo>
                  <a:lnTo>
                    <a:pt x="657120" y="452395"/>
                  </a:lnTo>
                  <a:lnTo>
                    <a:pt x="659042" y="452212"/>
                  </a:lnTo>
                  <a:lnTo>
                    <a:pt x="660963" y="452031"/>
                  </a:lnTo>
                  <a:lnTo>
                    <a:pt x="662884" y="451858"/>
                  </a:lnTo>
                  <a:lnTo>
                    <a:pt x="664806" y="451701"/>
                  </a:lnTo>
                  <a:lnTo>
                    <a:pt x="666727" y="451563"/>
                  </a:lnTo>
                  <a:lnTo>
                    <a:pt x="668649" y="451453"/>
                  </a:lnTo>
                  <a:lnTo>
                    <a:pt x="670570" y="451381"/>
                  </a:lnTo>
                  <a:lnTo>
                    <a:pt x="672491" y="451346"/>
                  </a:lnTo>
                  <a:lnTo>
                    <a:pt x="674413" y="451350"/>
                  </a:lnTo>
                  <a:lnTo>
                    <a:pt x="676334" y="451394"/>
                  </a:lnTo>
                  <a:lnTo>
                    <a:pt x="678256" y="451478"/>
                  </a:lnTo>
                  <a:lnTo>
                    <a:pt x="680177" y="451598"/>
                  </a:lnTo>
                  <a:lnTo>
                    <a:pt x="682098" y="451752"/>
                  </a:lnTo>
                  <a:lnTo>
                    <a:pt x="684020" y="451935"/>
                  </a:lnTo>
                  <a:lnTo>
                    <a:pt x="685941" y="452143"/>
                  </a:lnTo>
                  <a:lnTo>
                    <a:pt x="687863" y="452368"/>
                  </a:lnTo>
                  <a:lnTo>
                    <a:pt x="689784" y="452601"/>
                  </a:lnTo>
                  <a:lnTo>
                    <a:pt x="691705" y="452837"/>
                  </a:lnTo>
                  <a:lnTo>
                    <a:pt x="693627" y="453071"/>
                  </a:lnTo>
                  <a:lnTo>
                    <a:pt x="695548" y="453297"/>
                  </a:lnTo>
                  <a:lnTo>
                    <a:pt x="697470" y="453511"/>
                  </a:lnTo>
                  <a:lnTo>
                    <a:pt x="699391" y="453711"/>
                  </a:lnTo>
                  <a:lnTo>
                    <a:pt x="701312" y="453893"/>
                  </a:lnTo>
                  <a:lnTo>
                    <a:pt x="703234" y="454053"/>
                  </a:lnTo>
                  <a:lnTo>
                    <a:pt x="705155" y="454194"/>
                  </a:lnTo>
                  <a:lnTo>
                    <a:pt x="707077" y="454317"/>
                  </a:lnTo>
                  <a:lnTo>
                    <a:pt x="708998" y="454421"/>
                  </a:lnTo>
                  <a:lnTo>
                    <a:pt x="710919" y="454509"/>
                  </a:lnTo>
                  <a:lnTo>
                    <a:pt x="712841" y="454581"/>
                  </a:lnTo>
                  <a:lnTo>
                    <a:pt x="714762" y="454640"/>
                  </a:lnTo>
                  <a:lnTo>
                    <a:pt x="716684" y="454687"/>
                  </a:lnTo>
                  <a:lnTo>
                    <a:pt x="718605" y="454723"/>
                  </a:lnTo>
                  <a:lnTo>
                    <a:pt x="720526" y="454751"/>
                  </a:lnTo>
                  <a:lnTo>
                    <a:pt x="722448" y="454771"/>
                  </a:lnTo>
                  <a:lnTo>
                    <a:pt x="724369" y="454787"/>
                  </a:lnTo>
                  <a:lnTo>
                    <a:pt x="726291" y="454797"/>
                  </a:lnTo>
                  <a:lnTo>
                    <a:pt x="728212" y="454804"/>
                  </a:lnTo>
                  <a:lnTo>
                    <a:pt x="730134" y="454807"/>
                  </a:lnTo>
                  <a:lnTo>
                    <a:pt x="732055" y="454807"/>
                  </a:lnTo>
                  <a:lnTo>
                    <a:pt x="733976" y="454804"/>
                  </a:lnTo>
                  <a:lnTo>
                    <a:pt x="735898" y="454798"/>
                  </a:lnTo>
                  <a:lnTo>
                    <a:pt x="737819" y="454788"/>
                  </a:lnTo>
                  <a:lnTo>
                    <a:pt x="739741" y="454774"/>
                  </a:lnTo>
                  <a:lnTo>
                    <a:pt x="741662" y="454756"/>
                  </a:lnTo>
                  <a:lnTo>
                    <a:pt x="743583" y="454732"/>
                  </a:lnTo>
                  <a:lnTo>
                    <a:pt x="745505" y="454703"/>
                  </a:lnTo>
                  <a:lnTo>
                    <a:pt x="747426" y="454667"/>
                  </a:lnTo>
                  <a:lnTo>
                    <a:pt x="749348" y="454623"/>
                  </a:lnTo>
                  <a:lnTo>
                    <a:pt x="751269" y="454570"/>
                  </a:lnTo>
                  <a:lnTo>
                    <a:pt x="753190" y="454508"/>
                  </a:lnTo>
                  <a:lnTo>
                    <a:pt x="755112" y="454437"/>
                  </a:lnTo>
                  <a:lnTo>
                    <a:pt x="757033" y="454355"/>
                  </a:lnTo>
                  <a:lnTo>
                    <a:pt x="758955" y="454265"/>
                  </a:lnTo>
                  <a:lnTo>
                    <a:pt x="760876" y="454165"/>
                  </a:lnTo>
                  <a:lnTo>
                    <a:pt x="762797" y="454057"/>
                  </a:lnTo>
                  <a:lnTo>
                    <a:pt x="764719" y="453942"/>
                  </a:lnTo>
                  <a:lnTo>
                    <a:pt x="766640" y="453822"/>
                  </a:lnTo>
                  <a:lnTo>
                    <a:pt x="768562" y="453698"/>
                  </a:lnTo>
                  <a:lnTo>
                    <a:pt x="770483" y="453573"/>
                  </a:lnTo>
                  <a:lnTo>
                    <a:pt x="772404" y="453451"/>
                  </a:lnTo>
                  <a:lnTo>
                    <a:pt x="774326" y="453333"/>
                  </a:lnTo>
                  <a:lnTo>
                    <a:pt x="776247" y="453221"/>
                  </a:lnTo>
                  <a:lnTo>
                    <a:pt x="778169" y="453118"/>
                  </a:lnTo>
                  <a:lnTo>
                    <a:pt x="780090" y="453026"/>
                  </a:lnTo>
                  <a:lnTo>
                    <a:pt x="782011" y="452946"/>
                  </a:lnTo>
                  <a:lnTo>
                    <a:pt x="783933" y="452882"/>
                  </a:lnTo>
                  <a:lnTo>
                    <a:pt x="785854" y="452831"/>
                  </a:lnTo>
                  <a:lnTo>
                    <a:pt x="787776" y="452794"/>
                  </a:lnTo>
                  <a:lnTo>
                    <a:pt x="789697" y="452770"/>
                  </a:lnTo>
                  <a:lnTo>
                    <a:pt x="791618" y="452758"/>
                  </a:lnTo>
                  <a:lnTo>
                    <a:pt x="793540" y="452757"/>
                  </a:lnTo>
                  <a:lnTo>
                    <a:pt x="795461" y="452765"/>
                  </a:lnTo>
                  <a:lnTo>
                    <a:pt x="797383" y="452781"/>
                  </a:lnTo>
                  <a:lnTo>
                    <a:pt x="799304" y="452803"/>
                  </a:lnTo>
                  <a:lnTo>
                    <a:pt x="801226" y="452828"/>
                  </a:lnTo>
                  <a:lnTo>
                    <a:pt x="803147" y="452856"/>
                  </a:lnTo>
                  <a:lnTo>
                    <a:pt x="805068" y="452885"/>
                  </a:lnTo>
                  <a:lnTo>
                    <a:pt x="806990" y="452914"/>
                  </a:lnTo>
                  <a:lnTo>
                    <a:pt x="808911" y="452942"/>
                  </a:lnTo>
                  <a:lnTo>
                    <a:pt x="810833" y="452969"/>
                  </a:lnTo>
                  <a:lnTo>
                    <a:pt x="812754" y="452994"/>
                  </a:lnTo>
                  <a:lnTo>
                    <a:pt x="814675" y="453018"/>
                  </a:lnTo>
                  <a:lnTo>
                    <a:pt x="816597" y="453040"/>
                  </a:lnTo>
                  <a:lnTo>
                    <a:pt x="818518" y="453059"/>
                  </a:lnTo>
                  <a:lnTo>
                    <a:pt x="820440" y="453078"/>
                  </a:lnTo>
                  <a:lnTo>
                    <a:pt x="822361" y="453094"/>
                  </a:lnTo>
                  <a:lnTo>
                    <a:pt x="824282" y="453108"/>
                  </a:lnTo>
                  <a:lnTo>
                    <a:pt x="826204" y="453119"/>
                  </a:lnTo>
                  <a:lnTo>
                    <a:pt x="828125" y="453128"/>
                  </a:lnTo>
                  <a:lnTo>
                    <a:pt x="830047" y="453132"/>
                  </a:lnTo>
                  <a:lnTo>
                    <a:pt x="831968" y="453130"/>
                  </a:lnTo>
                  <a:lnTo>
                    <a:pt x="833889" y="453122"/>
                  </a:lnTo>
                  <a:lnTo>
                    <a:pt x="835811" y="453107"/>
                  </a:lnTo>
                  <a:lnTo>
                    <a:pt x="837732" y="453082"/>
                  </a:lnTo>
                  <a:lnTo>
                    <a:pt x="839654" y="453047"/>
                  </a:lnTo>
                  <a:lnTo>
                    <a:pt x="841575" y="453002"/>
                  </a:lnTo>
                  <a:lnTo>
                    <a:pt x="843496" y="452944"/>
                  </a:lnTo>
                  <a:lnTo>
                    <a:pt x="845418" y="452875"/>
                  </a:lnTo>
                  <a:lnTo>
                    <a:pt x="847339" y="452792"/>
                  </a:lnTo>
                  <a:lnTo>
                    <a:pt x="849261" y="452696"/>
                  </a:lnTo>
                  <a:lnTo>
                    <a:pt x="851182" y="452591"/>
                  </a:lnTo>
                  <a:lnTo>
                    <a:pt x="853103" y="452477"/>
                  </a:lnTo>
                  <a:lnTo>
                    <a:pt x="855025" y="452359"/>
                  </a:lnTo>
                  <a:lnTo>
                    <a:pt x="856946" y="452237"/>
                  </a:lnTo>
                  <a:lnTo>
                    <a:pt x="858868" y="452117"/>
                  </a:lnTo>
                  <a:lnTo>
                    <a:pt x="860789" y="452002"/>
                  </a:lnTo>
                  <a:lnTo>
                    <a:pt x="862710" y="451897"/>
                  </a:lnTo>
                  <a:lnTo>
                    <a:pt x="864632" y="451809"/>
                  </a:lnTo>
                  <a:lnTo>
                    <a:pt x="866553" y="451740"/>
                  </a:lnTo>
                  <a:lnTo>
                    <a:pt x="868475" y="451694"/>
                  </a:lnTo>
                  <a:lnTo>
                    <a:pt x="870396" y="451675"/>
                  </a:lnTo>
                  <a:lnTo>
                    <a:pt x="872318" y="451684"/>
                  </a:lnTo>
                  <a:lnTo>
                    <a:pt x="874239" y="451722"/>
                  </a:lnTo>
                  <a:lnTo>
                    <a:pt x="876160" y="451791"/>
                  </a:lnTo>
                  <a:lnTo>
                    <a:pt x="878082" y="451890"/>
                  </a:lnTo>
                  <a:lnTo>
                    <a:pt x="880003" y="452019"/>
                  </a:lnTo>
                  <a:lnTo>
                    <a:pt x="881925" y="452173"/>
                  </a:lnTo>
                  <a:lnTo>
                    <a:pt x="883846" y="452347"/>
                  </a:lnTo>
                  <a:lnTo>
                    <a:pt x="885767" y="452536"/>
                  </a:lnTo>
                  <a:lnTo>
                    <a:pt x="887689" y="452735"/>
                  </a:lnTo>
                  <a:lnTo>
                    <a:pt x="889610" y="452940"/>
                  </a:lnTo>
                  <a:lnTo>
                    <a:pt x="891532" y="453147"/>
                  </a:lnTo>
                  <a:lnTo>
                    <a:pt x="893453" y="453350"/>
                  </a:lnTo>
                  <a:lnTo>
                    <a:pt x="895374" y="453545"/>
                  </a:lnTo>
                  <a:lnTo>
                    <a:pt x="897296" y="453727"/>
                  </a:lnTo>
                  <a:lnTo>
                    <a:pt x="899217" y="453895"/>
                  </a:lnTo>
                  <a:lnTo>
                    <a:pt x="901139" y="454048"/>
                  </a:lnTo>
                  <a:lnTo>
                    <a:pt x="903060" y="454185"/>
                  </a:lnTo>
                  <a:lnTo>
                    <a:pt x="904981" y="454305"/>
                  </a:lnTo>
                  <a:lnTo>
                    <a:pt x="906903" y="454408"/>
                  </a:lnTo>
                  <a:lnTo>
                    <a:pt x="908824" y="454496"/>
                  </a:lnTo>
                  <a:lnTo>
                    <a:pt x="910746" y="454570"/>
                  </a:lnTo>
                  <a:lnTo>
                    <a:pt x="912667" y="454629"/>
                  </a:lnTo>
                  <a:lnTo>
                    <a:pt x="914588" y="454677"/>
                  </a:lnTo>
                  <a:lnTo>
                    <a:pt x="916510" y="454715"/>
                  </a:lnTo>
                  <a:lnTo>
                    <a:pt x="918431" y="454745"/>
                  </a:lnTo>
                  <a:lnTo>
                    <a:pt x="920353" y="454769"/>
                  </a:lnTo>
                  <a:lnTo>
                    <a:pt x="922274" y="454787"/>
                  </a:lnTo>
                  <a:lnTo>
                    <a:pt x="924195" y="454800"/>
                  </a:lnTo>
                  <a:lnTo>
                    <a:pt x="926117" y="454810"/>
                  </a:lnTo>
                  <a:lnTo>
                    <a:pt x="928038" y="454817"/>
                  </a:lnTo>
                  <a:lnTo>
                    <a:pt x="929960" y="454822"/>
                  </a:lnTo>
                  <a:lnTo>
                    <a:pt x="931881" y="454826"/>
                  </a:lnTo>
                  <a:lnTo>
                    <a:pt x="933802" y="454828"/>
                  </a:lnTo>
                  <a:lnTo>
                    <a:pt x="935724" y="454830"/>
                  </a:lnTo>
                  <a:lnTo>
                    <a:pt x="937645" y="454831"/>
                  </a:lnTo>
                  <a:lnTo>
                    <a:pt x="939567" y="454832"/>
                  </a:lnTo>
                  <a:lnTo>
                    <a:pt x="941488" y="454832"/>
                  </a:lnTo>
                  <a:lnTo>
                    <a:pt x="943410" y="454833"/>
                  </a:lnTo>
                  <a:lnTo>
                    <a:pt x="945331" y="454833"/>
                  </a:lnTo>
                  <a:lnTo>
                    <a:pt x="947252" y="454833"/>
                  </a:lnTo>
                  <a:lnTo>
                    <a:pt x="949174" y="454833"/>
                  </a:lnTo>
                  <a:lnTo>
                    <a:pt x="951095" y="454833"/>
                  </a:lnTo>
                  <a:lnTo>
                    <a:pt x="953017" y="454833"/>
                  </a:lnTo>
                  <a:lnTo>
                    <a:pt x="954938" y="454833"/>
                  </a:lnTo>
                  <a:lnTo>
                    <a:pt x="956859" y="454833"/>
                  </a:lnTo>
                  <a:lnTo>
                    <a:pt x="958781" y="454833"/>
                  </a:lnTo>
                  <a:lnTo>
                    <a:pt x="960702" y="454833"/>
                  </a:lnTo>
                  <a:lnTo>
                    <a:pt x="962624" y="454833"/>
                  </a:lnTo>
                  <a:lnTo>
                    <a:pt x="964545" y="454833"/>
                  </a:lnTo>
                  <a:lnTo>
                    <a:pt x="966466" y="454833"/>
                  </a:lnTo>
                  <a:lnTo>
                    <a:pt x="968388" y="454833"/>
                  </a:lnTo>
                  <a:lnTo>
                    <a:pt x="970309" y="454833"/>
                  </a:lnTo>
                  <a:lnTo>
                    <a:pt x="972231" y="454833"/>
                  </a:lnTo>
                  <a:lnTo>
                    <a:pt x="974152" y="454833"/>
                  </a:lnTo>
                  <a:lnTo>
                    <a:pt x="976073" y="454833"/>
                  </a:lnTo>
                  <a:lnTo>
                    <a:pt x="977995" y="454833"/>
                  </a:lnTo>
                  <a:lnTo>
                    <a:pt x="979916" y="454833"/>
                  </a:lnTo>
                  <a:lnTo>
                    <a:pt x="981838" y="454833"/>
                  </a:lnTo>
                  <a:lnTo>
                    <a:pt x="979916" y="454833"/>
                  </a:lnTo>
                  <a:lnTo>
                    <a:pt x="977995" y="454833"/>
                  </a:lnTo>
                  <a:lnTo>
                    <a:pt x="976073" y="454833"/>
                  </a:lnTo>
                  <a:lnTo>
                    <a:pt x="974152" y="454833"/>
                  </a:lnTo>
                  <a:lnTo>
                    <a:pt x="972231" y="454833"/>
                  </a:lnTo>
                  <a:lnTo>
                    <a:pt x="970309" y="454833"/>
                  </a:lnTo>
                  <a:lnTo>
                    <a:pt x="968388" y="454833"/>
                  </a:lnTo>
                  <a:lnTo>
                    <a:pt x="966466" y="454833"/>
                  </a:lnTo>
                  <a:lnTo>
                    <a:pt x="964545" y="454833"/>
                  </a:lnTo>
                  <a:lnTo>
                    <a:pt x="962624" y="454833"/>
                  </a:lnTo>
                  <a:lnTo>
                    <a:pt x="960702" y="454833"/>
                  </a:lnTo>
                  <a:lnTo>
                    <a:pt x="958781" y="454833"/>
                  </a:lnTo>
                  <a:lnTo>
                    <a:pt x="956859" y="454833"/>
                  </a:lnTo>
                  <a:lnTo>
                    <a:pt x="954938" y="454833"/>
                  </a:lnTo>
                  <a:lnTo>
                    <a:pt x="953017" y="454833"/>
                  </a:lnTo>
                  <a:lnTo>
                    <a:pt x="951095" y="454833"/>
                  </a:lnTo>
                  <a:lnTo>
                    <a:pt x="949174" y="454833"/>
                  </a:lnTo>
                  <a:lnTo>
                    <a:pt x="947252" y="454833"/>
                  </a:lnTo>
                  <a:lnTo>
                    <a:pt x="945331" y="454833"/>
                  </a:lnTo>
                  <a:lnTo>
                    <a:pt x="943410" y="454833"/>
                  </a:lnTo>
                  <a:lnTo>
                    <a:pt x="941488" y="454833"/>
                  </a:lnTo>
                  <a:lnTo>
                    <a:pt x="939567" y="454833"/>
                  </a:lnTo>
                  <a:lnTo>
                    <a:pt x="937645" y="454833"/>
                  </a:lnTo>
                  <a:lnTo>
                    <a:pt x="935724" y="454833"/>
                  </a:lnTo>
                  <a:lnTo>
                    <a:pt x="933802" y="454833"/>
                  </a:lnTo>
                  <a:lnTo>
                    <a:pt x="931881" y="454833"/>
                  </a:lnTo>
                  <a:lnTo>
                    <a:pt x="929960" y="454833"/>
                  </a:lnTo>
                  <a:lnTo>
                    <a:pt x="928038" y="454833"/>
                  </a:lnTo>
                  <a:lnTo>
                    <a:pt x="926117" y="454833"/>
                  </a:lnTo>
                  <a:lnTo>
                    <a:pt x="924195" y="454833"/>
                  </a:lnTo>
                  <a:lnTo>
                    <a:pt x="922274" y="454833"/>
                  </a:lnTo>
                  <a:lnTo>
                    <a:pt x="920353" y="454833"/>
                  </a:lnTo>
                  <a:lnTo>
                    <a:pt x="918431" y="454833"/>
                  </a:lnTo>
                  <a:lnTo>
                    <a:pt x="916510" y="454833"/>
                  </a:lnTo>
                  <a:lnTo>
                    <a:pt x="914588" y="454833"/>
                  </a:lnTo>
                  <a:lnTo>
                    <a:pt x="912667" y="454833"/>
                  </a:lnTo>
                  <a:lnTo>
                    <a:pt x="910746" y="454833"/>
                  </a:lnTo>
                  <a:lnTo>
                    <a:pt x="908824" y="454833"/>
                  </a:lnTo>
                  <a:lnTo>
                    <a:pt x="906903" y="454833"/>
                  </a:lnTo>
                  <a:lnTo>
                    <a:pt x="904981" y="454833"/>
                  </a:lnTo>
                  <a:lnTo>
                    <a:pt x="903060" y="454833"/>
                  </a:lnTo>
                  <a:lnTo>
                    <a:pt x="901139" y="454833"/>
                  </a:lnTo>
                  <a:lnTo>
                    <a:pt x="899217" y="454833"/>
                  </a:lnTo>
                  <a:lnTo>
                    <a:pt x="897296" y="454833"/>
                  </a:lnTo>
                  <a:lnTo>
                    <a:pt x="895374" y="454833"/>
                  </a:lnTo>
                  <a:lnTo>
                    <a:pt x="893453" y="454833"/>
                  </a:lnTo>
                  <a:lnTo>
                    <a:pt x="891532" y="454833"/>
                  </a:lnTo>
                  <a:lnTo>
                    <a:pt x="889610" y="454833"/>
                  </a:lnTo>
                  <a:lnTo>
                    <a:pt x="887689" y="454833"/>
                  </a:lnTo>
                  <a:lnTo>
                    <a:pt x="885767" y="454833"/>
                  </a:lnTo>
                  <a:lnTo>
                    <a:pt x="883846" y="454833"/>
                  </a:lnTo>
                  <a:lnTo>
                    <a:pt x="881925" y="454833"/>
                  </a:lnTo>
                  <a:lnTo>
                    <a:pt x="880003" y="454833"/>
                  </a:lnTo>
                  <a:lnTo>
                    <a:pt x="878082" y="454833"/>
                  </a:lnTo>
                  <a:lnTo>
                    <a:pt x="876160" y="454833"/>
                  </a:lnTo>
                  <a:lnTo>
                    <a:pt x="874239" y="454833"/>
                  </a:lnTo>
                  <a:lnTo>
                    <a:pt x="872318" y="454833"/>
                  </a:lnTo>
                  <a:lnTo>
                    <a:pt x="870396" y="454833"/>
                  </a:lnTo>
                  <a:lnTo>
                    <a:pt x="868475" y="454833"/>
                  </a:lnTo>
                  <a:lnTo>
                    <a:pt x="866553" y="454833"/>
                  </a:lnTo>
                  <a:lnTo>
                    <a:pt x="864632" y="454833"/>
                  </a:lnTo>
                  <a:lnTo>
                    <a:pt x="862710" y="454833"/>
                  </a:lnTo>
                  <a:lnTo>
                    <a:pt x="860789" y="454833"/>
                  </a:lnTo>
                  <a:lnTo>
                    <a:pt x="858868" y="454833"/>
                  </a:lnTo>
                  <a:lnTo>
                    <a:pt x="856946" y="454833"/>
                  </a:lnTo>
                  <a:lnTo>
                    <a:pt x="855025" y="454833"/>
                  </a:lnTo>
                  <a:lnTo>
                    <a:pt x="853103" y="454833"/>
                  </a:lnTo>
                  <a:lnTo>
                    <a:pt x="851182" y="454833"/>
                  </a:lnTo>
                  <a:lnTo>
                    <a:pt x="849261" y="454833"/>
                  </a:lnTo>
                  <a:lnTo>
                    <a:pt x="847339" y="454833"/>
                  </a:lnTo>
                  <a:lnTo>
                    <a:pt x="845418" y="454833"/>
                  </a:lnTo>
                  <a:lnTo>
                    <a:pt x="843496" y="454833"/>
                  </a:lnTo>
                  <a:lnTo>
                    <a:pt x="841575" y="454833"/>
                  </a:lnTo>
                  <a:lnTo>
                    <a:pt x="839654" y="454833"/>
                  </a:lnTo>
                  <a:lnTo>
                    <a:pt x="837732" y="454833"/>
                  </a:lnTo>
                  <a:lnTo>
                    <a:pt x="835811" y="454833"/>
                  </a:lnTo>
                  <a:lnTo>
                    <a:pt x="833889" y="454833"/>
                  </a:lnTo>
                  <a:lnTo>
                    <a:pt x="831968" y="454833"/>
                  </a:lnTo>
                  <a:lnTo>
                    <a:pt x="830047" y="454833"/>
                  </a:lnTo>
                  <a:lnTo>
                    <a:pt x="828125" y="454833"/>
                  </a:lnTo>
                  <a:lnTo>
                    <a:pt x="826204" y="454833"/>
                  </a:lnTo>
                  <a:lnTo>
                    <a:pt x="824282" y="454833"/>
                  </a:lnTo>
                  <a:lnTo>
                    <a:pt x="822361" y="454833"/>
                  </a:lnTo>
                  <a:lnTo>
                    <a:pt x="820440" y="454833"/>
                  </a:lnTo>
                  <a:lnTo>
                    <a:pt x="818518" y="454833"/>
                  </a:lnTo>
                  <a:lnTo>
                    <a:pt x="816597" y="454833"/>
                  </a:lnTo>
                  <a:lnTo>
                    <a:pt x="814675" y="454833"/>
                  </a:lnTo>
                  <a:lnTo>
                    <a:pt x="812754" y="454833"/>
                  </a:lnTo>
                  <a:lnTo>
                    <a:pt x="810833" y="454833"/>
                  </a:lnTo>
                  <a:lnTo>
                    <a:pt x="808911" y="454833"/>
                  </a:lnTo>
                  <a:lnTo>
                    <a:pt x="806990" y="454833"/>
                  </a:lnTo>
                  <a:lnTo>
                    <a:pt x="805068" y="454833"/>
                  </a:lnTo>
                  <a:lnTo>
                    <a:pt x="803147" y="454833"/>
                  </a:lnTo>
                  <a:lnTo>
                    <a:pt x="801226" y="454833"/>
                  </a:lnTo>
                  <a:lnTo>
                    <a:pt x="799304" y="454833"/>
                  </a:lnTo>
                  <a:lnTo>
                    <a:pt x="797383" y="454833"/>
                  </a:lnTo>
                  <a:lnTo>
                    <a:pt x="795461" y="454833"/>
                  </a:lnTo>
                  <a:lnTo>
                    <a:pt x="793540" y="454833"/>
                  </a:lnTo>
                  <a:lnTo>
                    <a:pt x="791618" y="454833"/>
                  </a:lnTo>
                  <a:lnTo>
                    <a:pt x="789697" y="454833"/>
                  </a:lnTo>
                  <a:lnTo>
                    <a:pt x="787776" y="454833"/>
                  </a:lnTo>
                  <a:lnTo>
                    <a:pt x="785854" y="454833"/>
                  </a:lnTo>
                  <a:lnTo>
                    <a:pt x="783933" y="454833"/>
                  </a:lnTo>
                  <a:lnTo>
                    <a:pt x="782011" y="454833"/>
                  </a:lnTo>
                  <a:lnTo>
                    <a:pt x="780090" y="454833"/>
                  </a:lnTo>
                  <a:lnTo>
                    <a:pt x="778169" y="454833"/>
                  </a:lnTo>
                  <a:lnTo>
                    <a:pt x="776247" y="454833"/>
                  </a:lnTo>
                  <a:lnTo>
                    <a:pt x="774326" y="454833"/>
                  </a:lnTo>
                  <a:lnTo>
                    <a:pt x="772404" y="454833"/>
                  </a:lnTo>
                  <a:lnTo>
                    <a:pt x="770483" y="454833"/>
                  </a:lnTo>
                  <a:lnTo>
                    <a:pt x="768562" y="454833"/>
                  </a:lnTo>
                  <a:lnTo>
                    <a:pt x="766640" y="454833"/>
                  </a:lnTo>
                  <a:lnTo>
                    <a:pt x="764719" y="454833"/>
                  </a:lnTo>
                  <a:lnTo>
                    <a:pt x="762797" y="454833"/>
                  </a:lnTo>
                  <a:lnTo>
                    <a:pt x="760876" y="454833"/>
                  </a:lnTo>
                  <a:lnTo>
                    <a:pt x="758955" y="454833"/>
                  </a:lnTo>
                  <a:lnTo>
                    <a:pt x="757033" y="454833"/>
                  </a:lnTo>
                  <a:lnTo>
                    <a:pt x="755112" y="454833"/>
                  </a:lnTo>
                  <a:lnTo>
                    <a:pt x="753190" y="454833"/>
                  </a:lnTo>
                  <a:lnTo>
                    <a:pt x="751269" y="454833"/>
                  </a:lnTo>
                  <a:lnTo>
                    <a:pt x="749348" y="454833"/>
                  </a:lnTo>
                  <a:lnTo>
                    <a:pt x="747426" y="454833"/>
                  </a:lnTo>
                  <a:lnTo>
                    <a:pt x="745505" y="454833"/>
                  </a:lnTo>
                  <a:lnTo>
                    <a:pt x="743583" y="454833"/>
                  </a:lnTo>
                  <a:lnTo>
                    <a:pt x="741662" y="454833"/>
                  </a:lnTo>
                  <a:lnTo>
                    <a:pt x="739741" y="454833"/>
                  </a:lnTo>
                  <a:lnTo>
                    <a:pt x="737819" y="454833"/>
                  </a:lnTo>
                  <a:lnTo>
                    <a:pt x="735898" y="454833"/>
                  </a:lnTo>
                  <a:lnTo>
                    <a:pt x="733976" y="454833"/>
                  </a:lnTo>
                  <a:lnTo>
                    <a:pt x="732055" y="454833"/>
                  </a:lnTo>
                  <a:lnTo>
                    <a:pt x="730134" y="454833"/>
                  </a:lnTo>
                  <a:lnTo>
                    <a:pt x="728212" y="454833"/>
                  </a:lnTo>
                  <a:lnTo>
                    <a:pt x="726291" y="454833"/>
                  </a:lnTo>
                  <a:lnTo>
                    <a:pt x="724369" y="454833"/>
                  </a:lnTo>
                  <a:lnTo>
                    <a:pt x="722448" y="454833"/>
                  </a:lnTo>
                  <a:lnTo>
                    <a:pt x="720526" y="454833"/>
                  </a:lnTo>
                  <a:lnTo>
                    <a:pt x="718605" y="454833"/>
                  </a:lnTo>
                  <a:lnTo>
                    <a:pt x="716684" y="454833"/>
                  </a:lnTo>
                  <a:lnTo>
                    <a:pt x="714762" y="454833"/>
                  </a:lnTo>
                  <a:lnTo>
                    <a:pt x="712841" y="454833"/>
                  </a:lnTo>
                  <a:lnTo>
                    <a:pt x="710919" y="454833"/>
                  </a:lnTo>
                  <a:lnTo>
                    <a:pt x="708998" y="454833"/>
                  </a:lnTo>
                  <a:lnTo>
                    <a:pt x="707077" y="454833"/>
                  </a:lnTo>
                  <a:lnTo>
                    <a:pt x="705155" y="454833"/>
                  </a:lnTo>
                  <a:lnTo>
                    <a:pt x="703234" y="454833"/>
                  </a:lnTo>
                  <a:lnTo>
                    <a:pt x="701312" y="454833"/>
                  </a:lnTo>
                  <a:lnTo>
                    <a:pt x="699391" y="454833"/>
                  </a:lnTo>
                  <a:lnTo>
                    <a:pt x="697470" y="454833"/>
                  </a:lnTo>
                  <a:lnTo>
                    <a:pt x="695548" y="454833"/>
                  </a:lnTo>
                  <a:lnTo>
                    <a:pt x="693627" y="454833"/>
                  </a:lnTo>
                  <a:lnTo>
                    <a:pt x="691705" y="454833"/>
                  </a:lnTo>
                  <a:lnTo>
                    <a:pt x="689784" y="454833"/>
                  </a:lnTo>
                  <a:lnTo>
                    <a:pt x="687863" y="454833"/>
                  </a:lnTo>
                  <a:lnTo>
                    <a:pt x="685941" y="454833"/>
                  </a:lnTo>
                  <a:lnTo>
                    <a:pt x="684020" y="454833"/>
                  </a:lnTo>
                  <a:lnTo>
                    <a:pt x="682098" y="454833"/>
                  </a:lnTo>
                  <a:lnTo>
                    <a:pt x="680177" y="454833"/>
                  </a:lnTo>
                  <a:lnTo>
                    <a:pt x="678256" y="454833"/>
                  </a:lnTo>
                  <a:lnTo>
                    <a:pt x="676334" y="454833"/>
                  </a:lnTo>
                  <a:lnTo>
                    <a:pt x="674413" y="454833"/>
                  </a:lnTo>
                  <a:lnTo>
                    <a:pt x="672491" y="454833"/>
                  </a:lnTo>
                  <a:lnTo>
                    <a:pt x="670570" y="454833"/>
                  </a:lnTo>
                  <a:lnTo>
                    <a:pt x="668649" y="454833"/>
                  </a:lnTo>
                  <a:lnTo>
                    <a:pt x="666727" y="454833"/>
                  </a:lnTo>
                  <a:lnTo>
                    <a:pt x="664806" y="454833"/>
                  </a:lnTo>
                  <a:lnTo>
                    <a:pt x="662884" y="454833"/>
                  </a:lnTo>
                  <a:lnTo>
                    <a:pt x="660963" y="454833"/>
                  </a:lnTo>
                  <a:lnTo>
                    <a:pt x="659042" y="454833"/>
                  </a:lnTo>
                  <a:lnTo>
                    <a:pt x="657120" y="454833"/>
                  </a:lnTo>
                  <a:lnTo>
                    <a:pt x="655199" y="454833"/>
                  </a:lnTo>
                  <a:lnTo>
                    <a:pt x="653277" y="454833"/>
                  </a:lnTo>
                  <a:lnTo>
                    <a:pt x="651356" y="454833"/>
                  </a:lnTo>
                  <a:lnTo>
                    <a:pt x="649434" y="454833"/>
                  </a:lnTo>
                  <a:lnTo>
                    <a:pt x="647513" y="454833"/>
                  </a:lnTo>
                  <a:lnTo>
                    <a:pt x="645592" y="454833"/>
                  </a:lnTo>
                  <a:lnTo>
                    <a:pt x="643670" y="454833"/>
                  </a:lnTo>
                  <a:lnTo>
                    <a:pt x="641749" y="454833"/>
                  </a:lnTo>
                  <a:lnTo>
                    <a:pt x="639827" y="454833"/>
                  </a:lnTo>
                  <a:lnTo>
                    <a:pt x="637906" y="454833"/>
                  </a:lnTo>
                  <a:lnTo>
                    <a:pt x="635985" y="454833"/>
                  </a:lnTo>
                  <a:lnTo>
                    <a:pt x="634063" y="454833"/>
                  </a:lnTo>
                  <a:lnTo>
                    <a:pt x="632142" y="454833"/>
                  </a:lnTo>
                  <a:lnTo>
                    <a:pt x="630220" y="454833"/>
                  </a:lnTo>
                  <a:lnTo>
                    <a:pt x="628299" y="454833"/>
                  </a:lnTo>
                  <a:lnTo>
                    <a:pt x="626378" y="454833"/>
                  </a:lnTo>
                  <a:lnTo>
                    <a:pt x="624456" y="454833"/>
                  </a:lnTo>
                  <a:lnTo>
                    <a:pt x="622535" y="454833"/>
                  </a:lnTo>
                  <a:lnTo>
                    <a:pt x="620613" y="454833"/>
                  </a:lnTo>
                  <a:lnTo>
                    <a:pt x="618692" y="454833"/>
                  </a:lnTo>
                  <a:lnTo>
                    <a:pt x="616771" y="454833"/>
                  </a:lnTo>
                  <a:lnTo>
                    <a:pt x="614849" y="454833"/>
                  </a:lnTo>
                  <a:lnTo>
                    <a:pt x="612928" y="454833"/>
                  </a:lnTo>
                  <a:lnTo>
                    <a:pt x="611006" y="454833"/>
                  </a:lnTo>
                  <a:lnTo>
                    <a:pt x="609085" y="454833"/>
                  </a:lnTo>
                  <a:lnTo>
                    <a:pt x="607164" y="454833"/>
                  </a:lnTo>
                  <a:lnTo>
                    <a:pt x="605242" y="454833"/>
                  </a:lnTo>
                  <a:lnTo>
                    <a:pt x="603321" y="454833"/>
                  </a:lnTo>
                  <a:lnTo>
                    <a:pt x="601399" y="454833"/>
                  </a:lnTo>
                  <a:lnTo>
                    <a:pt x="599478" y="454833"/>
                  </a:lnTo>
                  <a:lnTo>
                    <a:pt x="597557" y="454833"/>
                  </a:lnTo>
                  <a:lnTo>
                    <a:pt x="595635" y="454833"/>
                  </a:lnTo>
                  <a:lnTo>
                    <a:pt x="593714" y="454833"/>
                  </a:lnTo>
                  <a:lnTo>
                    <a:pt x="591792" y="454833"/>
                  </a:lnTo>
                  <a:lnTo>
                    <a:pt x="589871" y="454833"/>
                  </a:lnTo>
                  <a:lnTo>
                    <a:pt x="587950" y="454833"/>
                  </a:lnTo>
                  <a:lnTo>
                    <a:pt x="586028" y="454833"/>
                  </a:lnTo>
                  <a:lnTo>
                    <a:pt x="584107" y="454833"/>
                  </a:lnTo>
                  <a:lnTo>
                    <a:pt x="582185" y="454833"/>
                  </a:lnTo>
                  <a:lnTo>
                    <a:pt x="580264" y="454833"/>
                  </a:lnTo>
                  <a:lnTo>
                    <a:pt x="578342" y="454833"/>
                  </a:lnTo>
                  <a:lnTo>
                    <a:pt x="576421" y="454833"/>
                  </a:lnTo>
                  <a:lnTo>
                    <a:pt x="574500" y="454833"/>
                  </a:lnTo>
                  <a:lnTo>
                    <a:pt x="572578" y="454833"/>
                  </a:lnTo>
                  <a:lnTo>
                    <a:pt x="570657" y="454833"/>
                  </a:lnTo>
                  <a:lnTo>
                    <a:pt x="568735" y="454833"/>
                  </a:lnTo>
                  <a:lnTo>
                    <a:pt x="566814" y="454833"/>
                  </a:lnTo>
                  <a:lnTo>
                    <a:pt x="564893" y="454833"/>
                  </a:lnTo>
                  <a:lnTo>
                    <a:pt x="562971" y="454833"/>
                  </a:lnTo>
                  <a:lnTo>
                    <a:pt x="561050" y="454833"/>
                  </a:lnTo>
                  <a:lnTo>
                    <a:pt x="559128" y="454833"/>
                  </a:lnTo>
                  <a:lnTo>
                    <a:pt x="557207" y="454833"/>
                  </a:lnTo>
                  <a:lnTo>
                    <a:pt x="555286" y="454833"/>
                  </a:lnTo>
                  <a:lnTo>
                    <a:pt x="553364" y="454833"/>
                  </a:lnTo>
                  <a:lnTo>
                    <a:pt x="551443" y="454833"/>
                  </a:lnTo>
                  <a:lnTo>
                    <a:pt x="549521" y="454833"/>
                  </a:lnTo>
                  <a:lnTo>
                    <a:pt x="547600" y="454833"/>
                  </a:lnTo>
                  <a:lnTo>
                    <a:pt x="545679" y="454833"/>
                  </a:lnTo>
                  <a:lnTo>
                    <a:pt x="543757" y="454833"/>
                  </a:lnTo>
                  <a:lnTo>
                    <a:pt x="541836" y="454833"/>
                  </a:lnTo>
                  <a:lnTo>
                    <a:pt x="539914" y="454833"/>
                  </a:lnTo>
                  <a:lnTo>
                    <a:pt x="537993" y="454833"/>
                  </a:lnTo>
                  <a:lnTo>
                    <a:pt x="536072" y="454833"/>
                  </a:lnTo>
                  <a:lnTo>
                    <a:pt x="534150" y="454833"/>
                  </a:lnTo>
                  <a:lnTo>
                    <a:pt x="532229" y="454833"/>
                  </a:lnTo>
                  <a:lnTo>
                    <a:pt x="530307" y="454833"/>
                  </a:lnTo>
                  <a:lnTo>
                    <a:pt x="528386" y="454833"/>
                  </a:lnTo>
                  <a:lnTo>
                    <a:pt x="526465" y="454833"/>
                  </a:lnTo>
                  <a:lnTo>
                    <a:pt x="524543" y="454833"/>
                  </a:lnTo>
                  <a:lnTo>
                    <a:pt x="522622" y="454833"/>
                  </a:lnTo>
                  <a:lnTo>
                    <a:pt x="520700" y="454833"/>
                  </a:lnTo>
                  <a:lnTo>
                    <a:pt x="518779" y="454833"/>
                  </a:lnTo>
                  <a:lnTo>
                    <a:pt x="516858" y="454833"/>
                  </a:lnTo>
                  <a:lnTo>
                    <a:pt x="514936" y="454833"/>
                  </a:lnTo>
                  <a:lnTo>
                    <a:pt x="513015" y="454833"/>
                  </a:lnTo>
                  <a:lnTo>
                    <a:pt x="511093" y="454833"/>
                  </a:lnTo>
                  <a:lnTo>
                    <a:pt x="509172" y="454833"/>
                  </a:lnTo>
                  <a:lnTo>
                    <a:pt x="507250" y="454833"/>
                  </a:lnTo>
                  <a:lnTo>
                    <a:pt x="505329" y="454833"/>
                  </a:lnTo>
                  <a:lnTo>
                    <a:pt x="503408" y="454833"/>
                  </a:lnTo>
                  <a:lnTo>
                    <a:pt x="501486" y="454833"/>
                  </a:lnTo>
                  <a:lnTo>
                    <a:pt x="499565" y="454833"/>
                  </a:lnTo>
                  <a:lnTo>
                    <a:pt x="497643" y="454833"/>
                  </a:lnTo>
                  <a:lnTo>
                    <a:pt x="495722" y="454833"/>
                  </a:lnTo>
                  <a:lnTo>
                    <a:pt x="493801" y="454833"/>
                  </a:lnTo>
                  <a:lnTo>
                    <a:pt x="491879" y="454833"/>
                  </a:lnTo>
                  <a:lnTo>
                    <a:pt x="489958" y="454833"/>
                  </a:lnTo>
                  <a:lnTo>
                    <a:pt x="488036" y="454833"/>
                  </a:lnTo>
                  <a:lnTo>
                    <a:pt x="486115" y="454833"/>
                  </a:lnTo>
                  <a:lnTo>
                    <a:pt x="484194" y="454833"/>
                  </a:lnTo>
                  <a:lnTo>
                    <a:pt x="482272" y="454833"/>
                  </a:lnTo>
                  <a:lnTo>
                    <a:pt x="480351" y="454833"/>
                  </a:lnTo>
                  <a:lnTo>
                    <a:pt x="478429" y="454833"/>
                  </a:lnTo>
                  <a:lnTo>
                    <a:pt x="476508" y="454833"/>
                  </a:lnTo>
                  <a:lnTo>
                    <a:pt x="474587" y="454833"/>
                  </a:lnTo>
                  <a:lnTo>
                    <a:pt x="472665" y="454833"/>
                  </a:lnTo>
                  <a:lnTo>
                    <a:pt x="470744" y="454833"/>
                  </a:lnTo>
                  <a:lnTo>
                    <a:pt x="468822" y="454833"/>
                  </a:lnTo>
                  <a:lnTo>
                    <a:pt x="466901" y="454833"/>
                  </a:lnTo>
                  <a:lnTo>
                    <a:pt x="464980" y="454833"/>
                  </a:lnTo>
                  <a:lnTo>
                    <a:pt x="463058" y="454833"/>
                  </a:lnTo>
                  <a:lnTo>
                    <a:pt x="461137" y="454833"/>
                  </a:lnTo>
                  <a:lnTo>
                    <a:pt x="459215" y="454833"/>
                  </a:lnTo>
                  <a:lnTo>
                    <a:pt x="457294" y="454833"/>
                  </a:lnTo>
                  <a:lnTo>
                    <a:pt x="455373" y="454833"/>
                  </a:lnTo>
                  <a:lnTo>
                    <a:pt x="453451" y="454833"/>
                  </a:lnTo>
                  <a:lnTo>
                    <a:pt x="451530" y="454833"/>
                  </a:lnTo>
                  <a:lnTo>
                    <a:pt x="449608" y="454833"/>
                  </a:lnTo>
                  <a:lnTo>
                    <a:pt x="447687" y="454833"/>
                  </a:lnTo>
                  <a:lnTo>
                    <a:pt x="445766" y="454833"/>
                  </a:lnTo>
                  <a:lnTo>
                    <a:pt x="443844" y="454833"/>
                  </a:lnTo>
                  <a:lnTo>
                    <a:pt x="441923" y="454833"/>
                  </a:lnTo>
                  <a:lnTo>
                    <a:pt x="440001" y="454833"/>
                  </a:lnTo>
                  <a:lnTo>
                    <a:pt x="438080" y="454833"/>
                  </a:lnTo>
                  <a:lnTo>
                    <a:pt x="436159" y="454833"/>
                  </a:lnTo>
                  <a:lnTo>
                    <a:pt x="434237" y="454833"/>
                  </a:lnTo>
                  <a:lnTo>
                    <a:pt x="432316" y="454833"/>
                  </a:lnTo>
                  <a:lnTo>
                    <a:pt x="430394" y="454833"/>
                  </a:lnTo>
                  <a:lnTo>
                    <a:pt x="428473" y="454833"/>
                  </a:lnTo>
                  <a:lnTo>
                    <a:pt x="426551" y="454833"/>
                  </a:lnTo>
                  <a:lnTo>
                    <a:pt x="424630" y="454833"/>
                  </a:lnTo>
                  <a:lnTo>
                    <a:pt x="422709" y="454833"/>
                  </a:lnTo>
                  <a:lnTo>
                    <a:pt x="420787" y="454833"/>
                  </a:lnTo>
                  <a:lnTo>
                    <a:pt x="418866" y="454833"/>
                  </a:lnTo>
                  <a:lnTo>
                    <a:pt x="416944" y="454833"/>
                  </a:lnTo>
                  <a:lnTo>
                    <a:pt x="415023" y="454833"/>
                  </a:lnTo>
                  <a:lnTo>
                    <a:pt x="413102" y="454833"/>
                  </a:lnTo>
                  <a:lnTo>
                    <a:pt x="411180" y="454833"/>
                  </a:lnTo>
                  <a:lnTo>
                    <a:pt x="409259" y="454833"/>
                  </a:lnTo>
                  <a:lnTo>
                    <a:pt x="407337" y="454833"/>
                  </a:lnTo>
                  <a:lnTo>
                    <a:pt x="405416" y="454833"/>
                  </a:lnTo>
                  <a:lnTo>
                    <a:pt x="403495" y="454833"/>
                  </a:lnTo>
                  <a:lnTo>
                    <a:pt x="401573" y="454833"/>
                  </a:lnTo>
                  <a:lnTo>
                    <a:pt x="399652" y="454833"/>
                  </a:lnTo>
                  <a:lnTo>
                    <a:pt x="397730" y="454833"/>
                  </a:lnTo>
                  <a:lnTo>
                    <a:pt x="395809" y="454833"/>
                  </a:lnTo>
                  <a:lnTo>
                    <a:pt x="393888" y="454833"/>
                  </a:lnTo>
                  <a:lnTo>
                    <a:pt x="391966" y="454833"/>
                  </a:lnTo>
                  <a:lnTo>
                    <a:pt x="390045" y="454833"/>
                  </a:lnTo>
                  <a:lnTo>
                    <a:pt x="388123" y="454833"/>
                  </a:lnTo>
                  <a:lnTo>
                    <a:pt x="386202" y="454833"/>
                  </a:lnTo>
                  <a:lnTo>
                    <a:pt x="384281" y="454833"/>
                  </a:lnTo>
                  <a:lnTo>
                    <a:pt x="382359" y="454833"/>
                  </a:lnTo>
                  <a:lnTo>
                    <a:pt x="380438" y="454833"/>
                  </a:lnTo>
                  <a:lnTo>
                    <a:pt x="378516" y="454833"/>
                  </a:lnTo>
                  <a:lnTo>
                    <a:pt x="376595" y="454833"/>
                  </a:lnTo>
                  <a:lnTo>
                    <a:pt x="374674" y="454833"/>
                  </a:lnTo>
                  <a:lnTo>
                    <a:pt x="372752" y="454833"/>
                  </a:lnTo>
                  <a:lnTo>
                    <a:pt x="370831" y="454833"/>
                  </a:lnTo>
                  <a:lnTo>
                    <a:pt x="368909" y="454833"/>
                  </a:lnTo>
                  <a:lnTo>
                    <a:pt x="366988" y="454833"/>
                  </a:lnTo>
                  <a:lnTo>
                    <a:pt x="365067" y="454833"/>
                  </a:lnTo>
                  <a:lnTo>
                    <a:pt x="363145" y="454833"/>
                  </a:lnTo>
                  <a:lnTo>
                    <a:pt x="361224" y="454833"/>
                  </a:lnTo>
                  <a:lnTo>
                    <a:pt x="359302" y="454833"/>
                  </a:lnTo>
                  <a:lnTo>
                    <a:pt x="357381" y="454833"/>
                  </a:lnTo>
                  <a:lnTo>
                    <a:pt x="355459" y="454833"/>
                  </a:lnTo>
                  <a:lnTo>
                    <a:pt x="353538" y="454833"/>
                  </a:lnTo>
                  <a:lnTo>
                    <a:pt x="351617" y="454833"/>
                  </a:lnTo>
                  <a:lnTo>
                    <a:pt x="349695" y="454833"/>
                  </a:lnTo>
                  <a:lnTo>
                    <a:pt x="347774" y="454833"/>
                  </a:lnTo>
                  <a:lnTo>
                    <a:pt x="345852" y="454833"/>
                  </a:lnTo>
                  <a:lnTo>
                    <a:pt x="343931" y="454833"/>
                  </a:lnTo>
                  <a:lnTo>
                    <a:pt x="342010" y="454833"/>
                  </a:lnTo>
                  <a:lnTo>
                    <a:pt x="340088" y="454833"/>
                  </a:lnTo>
                  <a:lnTo>
                    <a:pt x="338167" y="454833"/>
                  </a:lnTo>
                  <a:lnTo>
                    <a:pt x="336245" y="454833"/>
                  </a:lnTo>
                  <a:lnTo>
                    <a:pt x="334324" y="454833"/>
                  </a:lnTo>
                  <a:lnTo>
                    <a:pt x="332403" y="454833"/>
                  </a:lnTo>
                  <a:lnTo>
                    <a:pt x="330481" y="454833"/>
                  </a:lnTo>
                  <a:lnTo>
                    <a:pt x="328560" y="454833"/>
                  </a:lnTo>
                  <a:lnTo>
                    <a:pt x="326638" y="454833"/>
                  </a:lnTo>
                  <a:lnTo>
                    <a:pt x="324717" y="454833"/>
                  </a:lnTo>
                  <a:lnTo>
                    <a:pt x="322796" y="454833"/>
                  </a:lnTo>
                  <a:lnTo>
                    <a:pt x="320874" y="454833"/>
                  </a:lnTo>
                  <a:lnTo>
                    <a:pt x="318953" y="454833"/>
                  </a:lnTo>
                  <a:lnTo>
                    <a:pt x="317031" y="454833"/>
                  </a:lnTo>
                  <a:lnTo>
                    <a:pt x="315110" y="454833"/>
                  </a:lnTo>
                  <a:lnTo>
                    <a:pt x="313189" y="454833"/>
                  </a:lnTo>
                  <a:lnTo>
                    <a:pt x="311267" y="454833"/>
                  </a:lnTo>
                  <a:lnTo>
                    <a:pt x="309346" y="454833"/>
                  </a:lnTo>
                  <a:lnTo>
                    <a:pt x="307424" y="454833"/>
                  </a:lnTo>
                  <a:lnTo>
                    <a:pt x="305503" y="454833"/>
                  </a:lnTo>
                  <a:lnTo>
                    <a:pt x="303582" y="454833"/>
                  </a:lnTo>
                  <a:lnTo>
                    <a:pt x="301660" y="454833"/>
                  </a:lnTo>
                  <a:lnTo>
                    <a:pt x="299739" y="454833"/>
                  </a:lnTo>
                  <a:lnTo>
                    <a:pt x="297817" y="454833"/>
                  </a:lnTo>
                  <a:lnTo>
                    <a:pt x="295896" y="454833"/>
                  </a:lnTo>
                  <a:lnTo>
                    <a:pt x="293975" y="454833"/>
                  </a:lnTo>
                  <a:lnTo>
                    <a:pt x="292053" y="454833"/>
                  </a:lnTo>
                  <a:lnTo>
                    <a:pt x="290132" y="454833"/>
                  </a:lnTo>
                  <a:lnTo>
                    <a:pt x="288210" y="454833"/>
                  </a:lnTo>
                  <a:lnTo>
                    <a:pt x="286289" y="454833"/>
                  </a:lnTo>
                  <a:lnTo>
                    <a:pt x="284367" y="454833"/>
                  </a:lnTo>
                  <a:lnTo>
                    <a:pt x="282446" y="454833"/>
                  </a:lnTo>
                  <a:lnTo>
                    <a:pt x="280525" y="454833"/>
                  </a:lnTo>
                  <a:lnTo>
                    <a:pt x="278603" y="454833"/>
                  </a:lnTo>
                  <a:lnTo>
                    <a:pt x="276682" y="454833"/>
                  </a:lnTo>
                  <a:lnTo>
                    <a:pt x="274760" y="454833"/>
                  </a:lnTo>
                  <a:lnTo>
                    <a:pt x="272839" y="454833"/>
                  </a:lnTo>
                  <a:lnTo>
                    <a:pt x="270918" y="454833"/>
                  </a:lnTo>
                  <a:lnTo>
                    <a:pt x="268996" y="454833"/>
                  </a:lnTo>
                  <a:lnTo>
                    <a:pt x="267075" y="454833"/>
                  </a:lnTo>
                  <a:lnTo>
                    <a:pt x="265153" y="454833"/>
                  </a:lnTo>
                  <a:lnTo>
                    <a:pt x="263232" y="454833"/>
                  </a:lnTo>
                  <a:lnTo>
                    <a:pt x="261311" y="454833"/>
                  </a:lnTo>
                  <a:lnTo>
                    <a:pt x="259389" y="454833"/>
                  </a:lnTo>
                  <a:lnTo>
                    <a:pt x="257468" y="454833"/>
                  </a:lnTo>
                  <a:lnTo>
                    <a:pt x="255546" y="454833"/>
                  </a:lnTo>
                  <a:lnTo>
                    <a:pt x="253625" y="454833"/>
                  </a:lnTo>
                  <a:lnTo>
                    <a:pt x="251704" y="454833"/>
                  </a:lnTo>
                  <a:lnTo>
                    <a:pt x="249782" y="454833"/>
                  </a:lnTo>
                  <a:lnTo>
                    <a:pt x="247861" y="454833"/>
                  </a:lnTo>
                  <a:lnTo>
                    <a:pt x="245939" y="454833"/>
                  </a:lnTo>
                  <a:lnTo>
                    <a:pt x="244018" y="454833"/>
                  </a:lnTo>
                  <a:lnTo>
                    <a:pt x="242097" y="454833"/>
                  </a:lnTo>
                  <a:lnTo>
                    <a:pt x="240175" y="454833"/>
                  </a:lnTo>
                  <a:lnTo>
                    <a:pt x="238254" y="454833"/>
                  </a:lnTo>
                  <a:lnTo>
                    <a:pt x="236332" y="454833"/>
                  </a:lnTo>
                  <a:lnTo>
                    <a:pt x="234411" y="454833"/>
                  </a:lnTo>
                  <a:lnTo>
                    <a:pt x="232490" y="454833"/>
                  </a:lnTo>
                  <a:lnTo>
                    <a:pt x="230568" y="454833"/>
                  </a:lnTo>
                  <a:lnTo>
                    <a:pt x="228647" y="454833"/>
                  </a:lnTo>
                  <a:lnTo>
                    <a:pt x="226725" y="454833"/>
                  </a:lnTo>
                  <a:lnTo>
                    <a:pt x="224804" y="454833"/>
                  </a:lnTo>
                  <a:lnTo>
                    <a:pt x="222883" y="454833"/>
                  </a:lnTo>
                  <a:lnTo>
                    <a:pt x="220961" y="454833"/>
                  </a:lnTo>
                  <a:lnTo>
                    <a:pt x="219040" y="454833"/>
                  </a:lnTo>
                  <a:lnTo>
                    <a:pt x="217118" y="454833"/>
                  </a:lnTo>
                  <a:lnTo>
                    <a:pt x="215197" y="454833"/>
                  </a:lnTo>
                  <a:lnTo>
                    <a:pt x="213275" y="454833"/>
                  </a:lnTo>
                  <a:lnTo>
                    <a:pt x="211354" y="454833"/>
                  </a:lnTo>
                  <a:lnTo>
                    <a:pt x="209433" y="454833"/>
                  </a:lnTo>
                  <a:lnTo>
                    <a:pt x="207511" y="454833"/>
                  </a:lnTo>
                  <a:lnTo>
                    <a:pt x="205590" y="454833"/>
                  </a:lnTo>
                  <a:lnTo>
                    <a:pt x="203668" y="454833"/>
                  </a:lnTo>
                  <a:lnTo>
                    <a:pt x="201747" y="454833"/>
                  </a:lnTo>
                  <a:lnTo>
                    <a:pt x="199826" y="454833"/>
                  </a:lnTo>
                  <a:lnTo>
                    <a:pt x="197904" y="454833"/>
                  </a:lnTo>
                  <a:lnTo>
                    <a:pt x="195983" y="454833"/>
                  </a:lnTo>
                  <a:lnTo>
                    <a:pt x="194061" y="454833"/>
                  </a:lnTo>
                  <a:lnTo>
                    <a:pt x="192140" y="454833"/>
                  </a:lnTo>
                  <a:lnTo>
                    <a:pt x="190219" y="454833"/>
                  </a:lnTo>
                  <a:lnTo>
                    <a:pt x="188297" y="454833"/>
                  </a:lnTo>
                  <a:lnTo>
                    <a:pt x="186376" y="454833"/>
                  </a:lnTo>
                  <a:lnTo>
                    <a:pt x="184454" y="454833"/>
                  </a:lnTo>
                  <a:lnTo>
                    <a:pt x="182533" y="454833"/>
                  </a:lnTo>
                  <a:lnTo>
                    <a:pt x="180612" y="454833"/>
                  </a:lnTo>
                  <a:lnTo>
                    <a:pt x="178690" y="454833"/>
                  </a:lnTo>
                  <a:lnTo>
                    <a:pt x="176769" y="454833"/>
                  </a:lnTo>
                  <a:lnTo>
                    <a:pt x="174847" y="454833"/>
                  </a:lnTo>
                  <a:lnTo>
                    <a:pt x="172926" y="454833"/>
                  </a:lnTo>
                  <a:lnTo>
                    <a:pt x="171005" y="454833"/>
                  </a:lnTo>
                  <a:lnTo>
                    <a:pt x="169083" y="454833"/>
                  </a:lnTo>
                  <a:lnTo>
                    <a:pt x="167162" y="454833"/>
                  </a:lnTo>
                  <a:lnTo>
                    <a:pt x="165240" y="454833"/>
                  </a:lnTo>
                  <a:lnTo>
                    <a:pt x="163319" y="454833"/>
                  </a:lnTo>
                  <a:lnTo>
                    <a:pt x="161398" y="454833"/>
                  </a:lnTo>
                  <a:lnTo>
                    <a:pt x="159476" y="454833"/>
                  </a:lnTo>
                  <a:lnTo>
                    <a:pt x="157555" y="454833"/>
                  </a:lnTo>
                  <a:lnTo>
                    <a:pt x="155633" y="454833"/>
                  </a:lnTo>
                  <a:lnTo>
                    <a:pt x="153712" y="454833"/>
                  </a:lnTo>
                  <a:lnTo>
                    <a:pt x="151791" y="454833"/>
                  </a:lnTo>
                  <a:lnTo>
                    <a:pt x="149869" y="454833"/>
                  </a:lnTo>
                  <a:lnTo>
                    <a:pt x="147948" y="454833"/>
                  </a:lnTo>
                  <a:lnTo>
                    <a:pt x="146026" y="454833"/>
                  </a:lnTo>
                  <a:lnTo>
                    <a:pt x="144105" y="454833"/>
                  </a:lnTo>
                  <a:lnTo>
                    <a:pt x="142183" y="454833"/>
                  </a:lnTo>
                  <a:lnTo>
                    <a:pt x="140262" y="454833"/>
                  </a:lnTo>
                  <a:lnTo>
                    <a:pt x="138341" y="454833"/>
                  </a:lnTo>
                  <a:lnTo>
                    <a:pt x="136419" y="454833"/>
                  </a:lnTo>
                  <a:lnTo>
                    <a:pt x="134498" y="454833"/>
                  </a:lnTo>
                  <a:lnTo>
                    <a:pt x="132576" y="454833"/>
                  </a:lnTo>
                  <a:lnTo>
                    <a:pt x="130655" y="454833"/>
                  </a:lnTo>
                  <a:lnTo>
                    <a:pt x="128734" y="454833"/>
                  </a:lnTo>
                  <a:lnTo>
                    <a:pt x="126812" y="454833"/>
                  </a:lnTo>
                  <a:lnTo>
                    <a:pt x="124891" y="454833"/>
                  </a:lnTo>
                  <a:lnTo>
                    <a:pt x="122969" y="454833"/>
                  </a:lnTo>
                  <a:lnTo>
                    <a:pt x="121048" y="454833"/>
                  </a:lnTo>
                  <a:lnTo>
                    <a:pt x="119127" y="454833"/>
                  </a:lnTo>
                  <a:lnTo>
                    <a:pt x="117205" y="454833"/>
                  </a:lnTo>
                  <a:lnTo>
                    <a:pt x="115284" y="454833"/>
                  </a:lnTo>
                  <a:lnTo>
                    <a:pt x="113362" y="454833"/>
                  </a:lnTo>
                  <a:lnTo>
                    <a:pt x="111441" y="454833"/>
                  </a:lnTo>
                  <a:lnTo>
                    <a:pt x="109520" y="454833"/>
                  </a:lnTo>
                  <a:lnTo>
                    <a:pt x="107598" y="454833"/>
                  </a:lnTo>
                  <a:lnTo>
                    <a:pt x="105677" y="454833"/>
                  </a:lnTo>
                  <a:lnTo>
                    <a:pt x="103755" y="454833"/>
                  </a:lnTo>
                  <a:lnTo>
                    <a:pt x="101834" y="454833"/>
                  </a:lnTo>
                  <a:lnTo>
                    <a:pt x="99913" y="454833"/>
                  </a:lnTo>
                  <a:lnTo>
                    <a:pt x="97991" y="454833"/>
                  </a:lnTo>
                  <a:lnTo>
                    <a:pt x="96070" y="454833"/>
                  </a:lnTo>
                  <a:lnTo>
                    <a:pt x="94148" y="454833"/>
                  </a:lnTo>
                  <a:lnTo>
                    <a:pt x="92227" y="454833"/>
                  </a:lnTo>
                  <a:lnTo>
                    <a:pt x="90306" y="454833"/>
                  </a:lnTo>
                  <a:lnTo>
                    <a:pt x="88384" y="454833"/>
                  </a:lnTo>
                  <a:lnTo>
                    <a:pt x="86463" y="454833"/>
                  </a:lnTo>
                  <a:lnTo>
                    <a:pt x="84541" y="454833"/>
                  </a:lnTo>
                  <a:lnTo>
                    <a:pt x="82620" y="454833"/>
                  </a:lnTo>
                  <a:lnTo>
                    <a:pt x="80699" y="454833"/>
                  </a:lnTo>
                  <a:lnTo>
                    <a:pt x="78777" y="454833"/>
                  </a:lnTo>
                  <a:lnTo>
                    <a:pt x="76856" y="454833"/>
                  </a:lnTo>
                  <a:lnTo>
                    <a:pt x="74934" y="454833"/>
                  </a:lnTo>
                  <a:lnTo>
                    <a:pt x="73013" y="454833"/>
                  </a:lnTo>
                  <a:lnTo>
                    <a:pt x="71091" y="454833"/>
                  </a:lnTo>
                  <a:lnTo>
                    <a:pt x="69170" y="454833"/>
                  </a:lnTo>
                  <a:lnTo>
                    <a:pt x="67249" y="454833"/>
                  </a:lnTo>
                  <a:lnTo>
                    <a:pt x="65327" y="454833"/>
                  </a:lnTo>
                  <a:lnTo>
                    <a:pt x="63406" y="454833"/>
                  </a:lnTo>
                  <a:lnTo>
                    <a:pt x="61484" y="454833"/>
                  </a:lnTo>
                  <a:lnTo>
                    <a:pt x="59563" y="454833"/>
                  </a:lnTo>
                  <a:lnTo>
                    <a:pt x="57642" y="454833"/>
                  </a:lnTo>
                  <a:lnTo>
                    <a:pt x="55720" y="454833"/>
                  </a:lnTo>
                  <a:lnTo>
                    <a:pt x="53799" y="454833"/>
                  </a:lnTo>
                  <a:lnTo>
                    <a:pt x="51877" y="454833"/>
                  </a:lnTo>
                  <a:lnTo>
                    <a:pt x="49956" y="454833"/>
                  </a:lnTo>
                  <a:lnTo>
                    <a:pt x="48035" y="454833"/>
                  </a:lnTo>
                  <a:lnTo>
                    <a:pt x="46113" y="454833"/>
                  </a:lnTo>
                  <a:lnTo>
                    <a:pt x="44192" y="454833"/>
                  </a:lnTo>
                  <a:lnTo>
                    <a:pt x="42270" y="454833"/>
                  </a:lnTo>
                  <a:lnTo>
                    <a:pt x="40349" y="454833"/>
                  </a:lnTo>
                  <a:lnTo>
                    <a:pt x="38428" y="454833"/>
                  </a:lnTo>
                  <a:lnTo>
                    <a:pt x="36506" y="454833"/>
                  </a:lnTo>
                  <a:lnTo>
                    <a:pt x="34585" y="454833"/>
                  </a:lnTo>
                  <a:lnTo>
                    <a:pt x="32663" y="454833"/>
                  </a:lnTo>
                  <a:lnTo>
                    <a:pt x="30742" y="454833"/>
                  </a:lnTo>
                  <a:lnTo>
                    <a:pt x="28821" y="454833"/>
                  </a:lnTo>
                  <a:lnTo>
                    <a:pt x="26899" y="454833"/>
                  </a:lnTo>
                  <a:lnTo>
                    <a:pt x="24978" y="454833"/>
                  </a:lnTo>
                  <a:lnTo>
                    <a:pt x="23056" y="454833"/>
                  </a:lnTo>
                  <a:lnTo>
                    <a:pt x="21135" y="454833"/>
                  </a:lnTo>
                  <a:lnTo>
                    <a:pt x="19214" y="454833"/>
                  </a:lnTo>
                  <a:lnTo>
                    <a:pt x="17292" y="454833"/>
                  </a:lnTo>
                  <a:lnTo>
                    <a:pt x="15371" y="454833"/>
                  </a:lnTo>
                  <a:lnTo>
                    <a:pt x="13449" y="454833"/>
                  </a:lnTo>
                  <a:lnTo>
                    <a:pt x="11528" y="454833"/>
                  </a:lnTo>
                  <a:lnTo>
                    <a:pt x="9607" y="454833"/>
                  </a:lnTo>
                  <a:lnTo>
                    <a:pt x="7685" y="454833"/>
                  </a:lnTo>
                  <a:lnTo>
                    <a:pt x="5764" y="454833"/>
                  </a:lnTo>
                  <a:lnTo>
                    <a:pt x="3842" y="454833"/>
                  </a:lnTo>
                  <a:lnTo>
                    <a:pt x="1921" y="454833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7906162" y="5528589"/>
              <a:ext cx="981838" cy="454833"/>
            </a:xfrm>
            <a:custGeom>
              <a:avLst/>
              <a:pathLst>
                <a:path w="981838" h="454833">
                  <a:moveTo>
                    <a:pt x="0" y="454833"/>
                  </a:moveTo>
                  <a:lnTo>
                    <a:pt x="1921" y="454833"/>
                  </a:lnTo>
                  <a:lnTo>
                    <a:pt x="3842" y="454833"/>
                  </a:lnTo>
                  <a:lnTo>
                    <a:pt x="5764" y="454833"/>
                  </a:lnTo>
                  <a:lnTo>
                    <a:pt x="7685" y="454833"/>
                  </a:lnTo>
                  <a:lnTo>
                    <a:pt x="9607" y="454833"/>
                  </a:lnTo>
                  <a:lnTo>
                    <a:pt x="11528" y="454833"/>
                  </a:lnTo>
                  <a:lnTo>
                    <a:pt x="13449" y="454833"/>
                  </a:lnTo>
                  <a:lnTo>
                    <a:pt x="15371" y="454833"/>
                  </a:lnTo>
                  <a:lnTo>
                    <a:pt x="17292" y="454833"/>
                  </a:lnTo>
                  <a:lnTo>
                    <a:pt x="19214" y="454833"/>
                  </a:lnTo>
                  <a:lnTo>
                    <a:pt x="21135" y="454833"/>
                  </a:lnTo>
                  <a:lnTo>
                    <a:pt x="23056" y="454833"/>
                  </a:lnTo>
                  <a:lnTo>
                    <a:pt x="24978" y="454832"/>
                  </a:lnTo>
                  <a:lnTo>
                    <a:pt x="26899" y="454831"/>
                  </a:lnTo>
                  <a:lnTo>
                    <a:pt x="28821" y="454830"/>
                  </a:lnTo>
                  <a:lnTo>
                    <a:pt x="30742" y="454828"/>
                  </a:lnTo>
                  <a:lnTo>
                    <a:pt x="32663" y="454824"/>
                  </a:lnTo>
                  <a:lnTo>
                    <a:pt x="34585" y="454819"/>
                  </a:lnTo>
                  <a:lnTo>
                    <a:pt x="36506" y="454810"/>
                  </a:lnTo>
                  <a:lnTo>
                    <a:pt x="38428" y="454796"/>
                  </a:lnTo>
                  <a:lnTo>
                    <a:pt x="40349" y="454773"/>
                  </a:lnTo>
                  <a:lnTo>
                    <a:pt x="42270" y="454738"/>
                  </a:lnTo>
                  <a:lnTo>
                    <a:pt x="44192" y="454685"/>
                  </a:lnTo>
                  <a:lnTo>
                    <a:pt x="46113" y="454606"/>
                  </a:lnTo>
                  <a:lnTo>
                    <a:pt x="48035" y="454489"/>
                  </a:lnTo>
                  <a:lnTo>
                    <a:pt x="49956" y="454321"/>
                  </a:lnTo>
                  <a:lnTo>
                    <a:pt x="51877" y="454083"/>
                  </a:lnTo>
                  <a:lnTo>
                    <a:pt x="53799" y="453749"/>
                  </a:lnTo>
                  <a:lnTo>
                    <a:pt x="55720" y="453276"/>
                  </a:lnTo>
                  <a:lnTo>
                    <a:pt x="57642" y="452606"/>
                  </a:lnTo>
                  <a:lnTo>
                    <a:pt x="59563" y="451693"/>
                  </a:lnTo>
                  <a:lnTo>
                    <a:pt x="61484" y="450470"/>
                  </a:lnTo>
                  <a:lnTo>
                    <a:pt x="63406" y="448854"/>
                  </a:lnTo>
                  <a:lnTo>
                    <a:pt x="65327" y="446749"/>
                  </a:lnTo>
                  <a:lnTo>
                    <a:pt x="67249" y="444045"/>
                  </a:lnTo>
                  <a:lnTo>
                    <a:pt x="69170" y="440617"/>
                  </a:lnTo>
                  <a:lnTo>
                    <a:pt x="71091" y="436325"/>
                  </a:lnTo>
                  <a:lnTo>
                    <a:pt x="73013" y="430834"/>
                  </a:lnTo>
                  <a:lnTo>
                    <a:pt x="74934" y="424114"/>
                  </a:lnTo>
                  <a:lnTo>
                    <a:pt x="76856" y="416004"/>
                  </a:lnTo>
                  <a:lnTo>
                    <a:pt x="78777" y="406350"/>
                  </a:lnTo>
                  <a:lnTo>
                    <a:pt x="80699" y="395012"/>
                  </a:lnTo>
                  <a:lnTo>
                    <a:pt x="82620" y="381869"/>
                  </a:lnTo>
                  <a:lnTo>
                    <a:pt x="84541" y="366831"/>
                  </a:lnTo>
                  <a:lnTo>
                    <a:pt x="86463" y="349844"/>
                  </a:lnTo>
                  <a:lnTo>
                    <a:pt x="88384" y="330721"/>
                  </a:lnTo>
                  <a:lnTo>
                    <a:pt x="90306" y="309618"/>
                  </a:lnTo>
                  <a:lnTo>
                    <a:pt x="92227" y="286805"/>
                  </a:lnTo>
                  <a:lnTo>
                    <a:pt x="94148" y="262501"/>
                  </a:lnTo>
                  <a:lnTo>
                    <a:pt x="96070" y="236990"/>
                  </a:lnTo>
                  <a:lnTo>
                    <a:pt x="97991" y="210623"/>
                  </a:lnTo>
                  <a:lnTo>
                    <a:pt x="99913" y="183806"/>
                  </a:lnTo>
                  <a:lnTo>
                    <a:pt x="101834" y="156995"/>
                  </a:lnTo>
                  <a:lnTo>
                    <a:pt x="103755" y="130720"/>
                  </a:lnTo>
                  <a:lnTo>
                    <a:pt x="105677" y="105716"/>
                  </a:lnTo>
                  <a:lnTo>
                    <a:pt x="107598" y="82430"/>
                  </a:lnTo>
                  <a:lnTo>
                    <a:pt x="109520" y="61341"/>
                  </a:lnTo>
                  <a:lnTo>
                    <a:pt x="111441" y="42878"/>
                  </a:lnTo>
                  <a:lnTo>
                    <a:pt x="113362" y="27403"/>
                  </a:lnTo>
                  <a:lnTo>
                    <a:pt x="115284" y="15198"/>
                  </a:lnTo>
                  <a:lnTo>
                    <a:pt x="117205" y="6451"/>
                  </a:lnTo>
                  <a:lnTo>
                    <a:pt x="119127" y="1252"/>
                  </a:lnTo>
                  <a:lnTo>
                    <a:pt x="121048" y="0"/>
                  </a:lnTo>
                  <a:lnTo>
                    <a:pt x="122969" y="2159"/>
                  </a:lnTo>
                  <a:lnTo>
                    <a:pt x="124891" y="7348"/>
                  </a:lnTo>
                  <a:lnTo>
                    <a:pt x="126812" y="15215"/>
                  </a:lnTo>
                  <a:lnTo>
                    <a:pt x="128734" y="25352"/>
                  </a:lnTo>
                  <a:lnTo>
                    <a:pt x="130655" y="37314"/>
                  </a:lnTo>
                  <a:lnTo>
                    <a:pt x="132576" y="50639"/>
                  </a:lnTo>
                  <a:lnTo>
                    <a:pt x="134498" y="64868"/>
                  </a:lnTo>
                  <a:lnTo>
                    <a:pt x="136419" y="79563"/>
                  </a:lnTo>
                  <a:lnTo>
                    <a:pt x="138341" y="94246"/>
                  </a:lnTo>
                  <a:lnTo>
                    <a:pt x="140262" y="108576"/>
                  </a:lnTo>
                  <a:lnTo>
                    <a:pt x="142183" y="122329"/>
                  </a:lnTo>
                  <a:lnTo>
                    <a:pt x="144105" y="135348"/>
                  </a:lnTo>
                  <a:lnTo>
                    <a:pt x="146026" y="147550"/>
                  </a:lnTo>
                  <a:lnTo>
                    <a:pt x="147948" y="158915"/>
                  </a:lnTo>
                  <a:lnTo>
                    <a:pt x="149869" y="169484"/>
                  </a:lnTo>
                  <a:lnTo>
                    <a:pt x="151791" y="179348"/>
                  </a:lnTo>
                  <a:lnTo>
                    <a:pt x="153712" y="188581"/>
                  </a:lnTo>
                  <a:lnTo>
                    <a:pt x="155633" y="197458"/>
                  </a:lnTo>
                  <a:lnTo>
                    <a:pt x="157555" y="206145"/>
                  </a:lnTo>
                  <a:lnTo>
                    <a:pt x="159476" y="214801"/>
                  </a:lnTo>
                  <a:lnTo>
                    <a:pt x="161398" y="223570"/>
                  </a:lnTo>
                  <a:lnTo>
                    <a:pt x="163319" y="232569"/>
                  </a:lnTo>
                  <a:lnTo>
                    <a:pt x="165240" y="241890"/>
                  </a:lnTo>
                  <a:lnTo>
                    <a:pt x="167162" y="251588"/>
                  </a:lnTo>
                  <a:lnTo>
                    <a:pt x="169083" y="261719"/>
                  </a:lnTo>
                  <a:lnTo>
                    <a:pt x="171005" y="272241"/>
                  </a:lnTo>
                  <a:lnTo>
                    <a:pt x="172926" y="283063"/>
                  </a:lnTo>
                  <a:lnTo>
                    <a:pt x="174847" y="294097"/>
                  </a:lnTo>
                  <a:lnTo>
                    <a:pt x="176769" y="305237"/>
                  </a:lnTo>
                  <a:lnTo>
                    <a:pt x="178690" y="316366"/>
                  </a:lnTo>
                  <a:lnTo>
                    <a:pt x="180612" y="327361"/>
                  </a:lnTo>
                  <a:lnTo>
                    <a:pt x="182533" y="338102"/>
                  </a:lnTo>
                  <a:lnTo>
                    <a:pt x="184454" y="348461"/>
                  </a:lnTo>
                  <a:lnTo>
                    <a:pt x="186376" y="358274"/>
                  </a:lnTo>
                  <a:lnTo>
                    <a:pt x="188297" y="367518"/>
                  </a:lnTo>
                  <a:lnTo>
                    <a:pt x="190219" y="376143"/>
                  </a:lnTo>
                  <a:lnTo>
                    <a:pt x="192140" y="384120"/>
                  </a:lnTo>
                  <a:lnTo>
                    <a:pt x="194061" y="391436"/>
                  </a:lnTo>
                  <a:lnTo>
                    <a:pt x="195983" y="398099"/>
                  </a:lnTo>
                  <a:lnTo>
                    <a:pt x="197904" y="404129"/>
                  </a:lnTo>
                  <a:lnTo>
                    <a:pt x="199826" y="409558"/>
                  </a:lnTo>
                  <a:lnTo>
                    <a:pt x="201747" y="414365"/>
                  </a:lnTo>
                  <a:lnTo>
                    <a:pt x="203668" y="418655"/>
                  </a:lnTo>
                  <a:lnTo>
                    <a:pt x="205590" y="422494"/>
                  </a:lnTo>
                  <a:lnTo>
                    <a:pt x="207511" y="425926"/>
                  </a:lnTo>
                  <a:lnTo>
                    <a:pt x="209433" y="428994"/>
                  </a:lnTo>
                  <a:lnTo>
                    <a:pt x="211354" y="431738"/>
                  </a:lnTo>
                  <a:lnTo>
                    <a:pt x="213275" y="434190"/>
                  </a:lnTo>
                  <a:lnTo>
                    <a:pt x="215197" y="436383"/>
                  </a:lnTo>
                  <a:lnTo>
                    <a:pt x="217118" y="438330"/>
                  </a:lnTo>
                  <a:lnTo>
                    <a:pt x="219040" y="440054"/>
                  </a:lnTo>
                  <a:lnTo>
                    <a:pt x="220961" y="441594"/>
                  </a:lnTo>
                  <a:lnTo>
                    <a:pt x="222883" y="442969"/>
                  </a:lnTo>
                  <a:lnTo>
                    <a:pt x="224804" y="444193"/>
                  </a:lnTo>
                  <a:lnTo>
                    <a:pt x="226725" y="445280"/>
                  </a:lnTo>
                  <a:lnTo>
                    <a:pt x="228647" y="446241"/>
                  </a:lnTo>
                  <a:lnTo>
                    <a:pt x="230568" y="447086"/>
                  </a:lnTo>
                  <a:lnTo>
                    <a:pt x="232490" y="447825"/>
                  </a:lnTo>
                  <a:lnTo>
                    <a:pt x="234411" y="448453"/>
                  </a:lnTo>
                  <a:lnTo>
                    <a:pt x="236332" y="448990"/>
                  </a:lnTo>
                  <a:lnTo>
                    <a:pt x="238254" y="449442"/>
                  </a:lnTo>
                  <a:lnTo>
                    <a:pt x="240175" y="449814"/>
                  </a:lnTo>
                  <a:lnTo>
                    <a:pt x="242097" y="450110"/>
                  </a:lnTo>
                  <a:lnTo>
                    <a:pt x="244018" y="450332"/>
                  </a:lnTo>
                  <a:lnTo>
                    <a:pt x="245939" y="450484"/>
                  </a:lnTo>
                  <a:lnTo>
                    <a:pt x="247861" y="450569"/>
                  </a:lnTo>
                  <a:lnTo>
                    <a:pt x="249782" y="450584"/>
                  </a:lnTo>
                  <a:lnTo>
                    <a:pt x="251704" y="450535"/>
                  </a:lnTo>
                  <a:lnTo>
                    <a:pt x="253625" y="450429"/>
                  </a:lnTo>
                  <a:lnTo>
                    <a:pt x="255546" y="450269"/>
                  </a:lnTo>
                  <a:lnTo>
                    <a:pt x="257468" y="450058"/>
                  </a:lnTo>
                  <a:lnTo>
                    <a:pt x="259389" y="449797"/>
                  </a:lnTo>
                  <a:lnTo>
                    <a:pt x="261311" y="449490"/>
                  </a:lnTo>
                  <a:lnTo>
                    <a:pt x="263232" y="449138"/>
                  </a:lnTo>
                  <a:lnTo>
                    <a:pt x="265153" y="448741"/>
                  </a:lnTo>
                  <a:lnTo>
                    <a:pt x="267075" y="448295"/>
                  </a:lnTo>
                  <a:lnTo>
                    <a:pt x="268996" y="447805"/>
                  </a:lnTo>
                  <a:lnTo>
                    <a:pt x="270918" y="447269"/>
                  </a:lnTo>
                  <a:lnTo>
                    <a:pt x="272839" y="446686"/>
                  </a:lnTo>
                  <a:lnTo>
                    <a:pt x="274760" y="446052"/>
                  </a:lnTo>
                  <a:lnTo>
                    <a:pt x="276682" y="445365"/>
                  </a:lnTo>
                  <a:lnTo>
                    <a:pt x="278603" y="444621"/>
                  </a:lnTo>
                  <a:lnTo>
                    <a:pt x="280525" y="443817"/>
                  </a:lnTo>
                  <a:lnTo>
                    <a:pt x="282446" y="442941"/>
                  </a:lnTo>
                  <a:lnTo>
                    <a:pt x="284367" y="441995"/>
                  </a:lnTo>
                  <a:lnTo>
                    <a:pt x="286289" y="440977"/>
                  </a:lnTo>
                  <a:lnTo>
                    <a:pt x="288210" y="439887"/>
                  </a:lnTo>
                  <a:lnTo>
                    <a:pt x="290132" y="438722"/>
                  </a:lnTo>
                  <a:lnTo>
                    <a:pt x="292053" y="437485"/>
                  </a:lnTo>
                  <a:lnTo>
                    <a:pt x="293975" y="436177"/>
                  </a:lnTo>
                  <a:lnTo>
                    <a:pt x="295896" y="434800"/>
                  </a:lnTo>
                  <a:lnTo>
                    <a:pt x="297817" y="433359"/>
                  </a:lnTo>
                  <a:lnTo>
                    <a:pt x="299739" y="431861"/>
                  </a:lnTo>
                  <a:lnTo>
                    <a:pt x="301660" y="430323"/>
                  </a:lnTo>
                  <a:lnTo>
                    <a:pt x="303582" y="428759"/>
                  </a:lnTo>
                  <a:lnTo>
                    <a:pt x="305503" y="427184"/>
                  </a:lnTo>
                  <a:lnTo>
                    <a:pt x="307424" y="425616"/>
                  </a:lnTo>
                  <a:lnTo>
                    <a:pt x="309346" y="424073"/>
                  </a:lnTo>
                  <a:lnTo>
                    <a:pt x="311267" y="422576"/>
                  </a:lnTo>
                  <a:lnTo>
                    <a:pt x="313189" y="421146"/>
                  </a:lnTo>
                  <a:lnTo>
                    <a:pt x="315110" y="419821"/>
                  </a:lnTo>
                  <a:lnTo>
                    <a:pt x="317031" y="418612"/>
                  </a:lnTo>
                  <a:lnTo>
                    <a:pt x="318953" y="417538"/>
                  </a:lnTo>
                  <a:lnTo>
                    <a:pt x="320874" y="416614"/>
                  </a:lnTo>
                  <a:lnTo>
                    <a:pt x="322796" y="415855"/>
                  </a:lnTo>
                  <a:lnTo>
                    <a:pt x="324717" y="415270"/>
                  </a:lnTo>
                  <a:lnTo>
                    <a:pt x="326638" y="414868"/>
                  </a:lnTo>
                  <a:lnTo>
                    <a:pt x="328560" y="414653"/>
                  </a:lnTo>
                  <a:lnTo>
                    <a:pt x="330481" y="414639"/>
                  </a:lnTo>
                  <a:lnTo>
                    <a:pt x="332403" y="414818"/>
                  </a:lnTo>
                  <a:lnTo>
                    <a:pt x="334324" y="415168"/>
                  </a:lnTo>
                  <a:lnTo>
                    <a:pt x="336245" y="415678"/>
                  </a:lnTo>
                  <a:lnTo>
                    <a:pt x="338167" y="416333"/>
                  </a:lnTo>
                  <a:lnTo>
                    <a:pt x="340088" y="417120"/>
                  </a:lnTo>
                  <a:lnTo>
                    <a:pt x="342010" y="418019"/>
                  </a:lnTo>
                  <a:lnTo>
                    <a:pt x="343931" y="419016"/>
                  </a:lnTo>
                  <a:lnTo>
                    <a:pt x="345852" y="420092"/>
                  </a:lnTo>
                  <a:lnTo>
                    <a:pt x="347774" y="421234"/>
                  </a:lnTo>
                  <a:lnTo>
                    <a:pt x="349695" y="422415"/>
                  </a:lnTo>
                  <a:lnTo>
                    <a:pt x="351617" y="423619"/>
                  </a:lnTo>
                  <a:lnTo>
                    <a:pt x="353538" y="424832"/>
                  </a:lnTo>
                  <a:lnTo>
                    <a:pt x="355459" y="426042"/>
                  </a:lnTo>
                  <a:lnTo>
                    <a:pt x="357381" y="427237"/>
                  </a:lnTo>
                  <a:lnTo>
                    <a:pt x="359302" y="428407"/>
                  </a:lnTo>
                  <a:lnTo>
                    <a:pt x="361224" y="429543"/>
                  </a:lnTo>
                  <a:lnTo>
                    <a:pt x="363145" y="430634"/>
                  </a:lnTo>
                  <a:lnTo>
                    <a:pt x="365067" y="431677"/>
                  </a:lnTo>
                  <a:lnTo>
                    <a:pt x="366988" y="432670"/>
                  </a:lnTo>
                  <a:lnTo>
                    <a:pt x="368909" y="433612"/>
                  </a:lnTo>
                  <a:lnTo>
                    <a:pt x="370831" y="434505"/>
                  </a:lnTo>
                  <a:lnTo>
                    <a:pt x="372752" y="435349"/>
                  </a:lnTo>
                  <a:lnTo>
                    <a:pt x="374674" y="436148"/>
                  </a:lnTo>
                  <a:lnTo>
                    <a:pt x="376595" y="436907"/>
                  </a:lnTo>
                  <a:lnTo>
                    <a:pt x="378516" y="437628"/>
                  </a:lnTo>
                  <a:lnTo>
                    <a:pt x="380438" y="438319"/>
                  </a:lnTo>
                  <a:lnTo>
                    <a:pt x="382359" y="438987"/>
                  </a:lnTo>
                  <a:lnTo>
                    <a:pt x="384281" y="439638"/>
                  </a:lnTo>
                  <a:lnTo>
                    <a:pt x="386202" y="440278"/>
                  </a:lnTo>
                  <a:lnTo>
                    <a:pt x="388123" y="440909"/>
                  </a:lnTo>
                  <a:lnTo>
                    <a:pt x="390045" y="441535"/>
                  </a:lnTo>
                  <a:lnTo>
                    <a:pt x="391966" y="442157"/>
                  </a:lnTo>
                  <a:lnTo>
                    <a:pt x="393888" y="442775"/>
                  </a:lnTo>
                  <a:lnTo>
                    <a:pt x="395809" y="443386"/>
                  </a:lnTo>
                  <a:lnTo>
                    <a:pt x="397730" y="443989"/>
                  </a:lnTo>
                  <a:lnTo>
                    <a:pt x="399652" y="444579"/>
                  </a:lnTo>
                  <a:lnTo>
                    <a:pt x="401573" y="445152"/>
                  </a:lnTo>
                  <a:lnTo>
                    <a:pt x="403495" y="445705"/>
                  </a:lnTo>
                  <a:lnTo>
                    <a:pt x="405416" y="446233"/>
                  </a:lnTo>
                  <a:lnTo>
                    <a:pt x="407337" y="446733"/>
                  </a:lnTo>
                  <a:lnTo>
                    <a:pt x="409259" y="447201"/>
                  </a:lnTo>
                  <a:lnTo>
                    <a:pt x="411180" y="447633"/>
                  </a:lnTo>
                  <a:lnTo>
                    <a:pt x="413102" y="448027"/>
                  </a:lnTo>
                  <a:lnTo>
                    <a:pt x="415023" y="448385"/>
                  </a:lnTo>
                  <a:lnTo>
                    <a:pt x="416944" y="448710"/>
                  </a:lnTo>
                  <a:lnTo>
                    <a:pt x="418866" y="449003"/>
                  </a:lnTo>
                  <a:lnTo>
                    <a:pt x="420787" y="449266"/>
                  </a:lnTo>
                  <a:lnTo>
                    <a:pt x="422709" y="449504"/>
                  </a:lnTo>
                  <a:lnTo>
                    <a:pt x="424630" y="449718"/>
                  </a:lnTo>
                  <a:lnTo>
                    <a:pt x="426551" y="449915"/>
                  </a:lnTo>
                  <a:lnTo>
                    <a:pt x="428473" y="450095"/>
                  </a:lnTo>
                  <a:lnTo>
                    <a:pt x="430394" y="450267"/>
                  </a:lnTo>
                  <a:lnTo>
                    <a:pt x="432316" y="450432"/>
                  </a:lnTo>
                  <a:lnTo>
                    <a:pt x="434237" y="450595"/>
                  </a:lnTo>
                  <a:lnTo>
                    <a:pt x="436159" y="450758"/>
                  </a:lnTo>
                  <a:lnTo>
                    <a:pt x="438080" y="450922"/>
                  </a:lnTo>
                  <a:lnTo>
                    <a:pt x="440001" y="451088"/>
                  </a:lnTo>
                  <a:lnTo>
                    <a:pt x="441923" y="451256"/>
                  </a:lnTo>
                  <a:lnTo>
                    <a:pt x="443844" y="451424"/>
                  </a:lnTo>
                  <a:lnTo>
                    <a:pt x="445766" y="451592"/>
                  </a:lnTo>
                  <a:lnTo>
                    <a:pt x="447687" y="451755"/>
                  </a:lnTo>
                  <a:lnTo>
                    <a:pt x="449608" y="451911"/>
                  </a:lnTo>
                  <a:lnTo>
                    <a:pt x="451530" y="452055"/>
                  </a:lnTo>
                  <a:lnTo>
                    <a:pt x="453451" y="452183"/>
                  </a:lnTo>
                  <a:lnTo>
                    <a:pt x="455373" y="452292"/>
                  </a:lnTo>
                  <a:lnTo>
                    <a:pt x="457294" y="452377"/>
                  </a:lnTo>
                  <a:lnTo>
                    <a:pt x="459215" y="452433"/>
                  </a:lnTo>
                  <a:lnTo>
                    <a:pt x="461137" y="452453"/>
                  </a:lnTo>
                  <a:lnTo>
                    <a:pt x="463058" y="452439"/>
                  </a:lnTo>
                  <a:lnTo>
                    <a:pt x="464980" y="452390"/>
                  </a:lnTo>
                  <a:lnTo>
                    <a:pt x="466901" y="452304"/>
                  </a:lnTo>
                  <a:lnTo>
                    <a:pt x="468822" y="452183"/>
                  </a:lnTo>
                  <a:lnTo>
                    <a:pt x="470744" y="452027"/>
                  </a:lnTo>
                  <a:lnTo>
                    <a:pt x="472665" y="451840"/>
                  </a:lnTo>
                  <a:lnTo>
                    <a:pt x="474587" y="451626"/>
                  </a:lnTo>
                  <a:lnTo>
                    <a:pt x="476508" y="451387"/>
                  </a:lnTo>
                  <a:lnTo>
                    <a:pt x="478429" y="451134"/>
                  </a:lnTo>
                  <a:lnTo>
                    <a:pt x="480351" y="450873"/>
                  </a:lnTo>
                  <a:lnTo>
                    <a:pt x="482272" y="450612"/>
                  </a:lnTo>
                  <a:lnTo>
                    <a:pt x="484194" y="450360"/>
                  </a:lnTo>
                  <a:lnTo>
                    <a:pt x="486115" y="450124"/>
                  </a:lnTo>
                  <a:lnTo>
                    <a:pt x="488036" y="449912"/>
                  </a:lnTo>
                  <a:lnTo>
                    <a:pt x="489958" y="449731"/>
                  </a:lnTo>
                  <a:lnTo>
                    <a:pt x="491879" y="449593"/>
                  </a:lnTo>
                  <a:lnTo>
                    <a:pt x="493801" y="449504"/>
                  </a:lnTo>
                  <a:lnTo>
                    <a:pt x="495722" y="449464"/>
                  </a:lnTo>
                  <a:lnTo>
                    <a:pt x="497643" y="449476"/>
                  </a:lnTo>
                  <a:lnTo>
                    <a:pt x="499565" y="449541"/>
                  </a:lnTo>
                  <a:lnTo>
                    <a:pt x="501486" y="449658"/>
                  </a:lnTo>
                  <a:lnTo>
                    <a:pt x="503408" y="449824"/>
                  </a:lnTo>
                  <a:lnTo>
                    <a:pt x="505329" y="450035"/>
                  </a:lnTo>
                  <a:lnTo>
                    <a:pt x="507250" y="450287"/>
                  </a:lnTo>
                  <a:lnTo>
                    <a:pt x="509172" y="450576"/>
                  </a:lnTo>
                  <a:lnTo>
                    <a:pt x="511093" y="450889"/>
                  </a:lnTo>
                  <a:lnTo>
                    <a:pt x="513015" y="451217"/>
                  </a:lnTo>
                  <a:lnTo>
                    <a:pt x="514936" y="451555"/>
                  </a:lnTo>
                  <a:lnTo>
                    <a:pt x="516858" y="451894"/>
                  </a:lnTo>
                  <a:lnTo>
                    <a:pt x="518779" y="452227"/>
                  </a:lnTo>
                  <a:lnTo>
                    <a:pt x="520700" y="452549"/>
                  </a:lnTo>
                  <a:lnTo>
                    <a:pt x="522622" y="452855"/>
                  </a:lnTo>
                  <a:lnTo>
                    <a:pt x="524543" y="453138"/>
                  </a:lnTo>
                  <a:lnTo>
                    <a:pt x="526465" y="453396"/>
                  </a:lnTo>
                  <a:lnTo>
                    <a:pt x="528386" y="453628"/>
                  </a:lnTo>
                  <a:lnTo>
                    <a:pt x="530307" y="453835"/>
                  </a:lnTo>
                  <a:lnTo>
                    <a:pt x="532229" y="454016"/>
                  </a:lnTo>
                  <a:lnTo>
                    <a:pt x="534150" y="454172"/>
                  </a:lnTo>
                  <a:lnTo>
                    <a:pt x="536072" y="454305"/>
                  </a:lnTo>
                  <a:lnTo>
                    <a:pt x="537993" y="454417"/>
                  </a:lnTo>
                  <a:lnTo>
                    <a:pt x="539914" y="454509"/>
                  </a:lnTo>
                  <a:lnTo>
                    <a:pt x="541836" y="454582"/>
                  </a:lnTo>
                  <a:lnTo>
                    <a:pt x="543757" y="454641"/>
                  </a:lnTo>
                  <a:lnTo>
                    <a:pt x="545679" y="454688"/>
                  </a:lnTo>
                  <a:lnTo>
                    <a:pt x="547600" y="454725"/>
                  </a:lnTo>
                  <a:lnTo>
                    <a:pt x="549521" y="454753"/>
                  </a:lnTo>
                  <a:lnTo>
                    <a:pt x="551443" y="454775"/>
                  </a:lnTo>
                  <a:lnTo>
                    <a:pt x="553364" y="454792"/>
                  </a:lnTo>
                  <a:lnTo>
                    <a:pt x="555286" y="454804"/>
                  </a:lnTo>
                  <a:lnTo>
                    <a:pt x="557207" y="454813"/>
                  </a:lnTo>
                  <a:lnTo>
                    <a:pt x="559128" y="454819"/>
                  </a:lnTo>
                  <a:lnTo>
                    <a:pt x="561050" y="454823"/>
                  </a:lnTo>
                  <a:lnTo>
                    <a:pt x="562971" y="454826"/>
                  </a:lnTo>
                  <a:lnTo>
                    <a:pt x="564893" y="454829"/>
                  </a:lnTo>
                  <a:lnTo>
                    <a:pt x="566814" y="454830"/>
                  </a:lnTo>
                  <a:lnTo>
                    <a:pt x="568735" y="454831"/>
                  </a:lnTo>
                  <a:lnTo>
                    <a:pt x="570657" y="454831"/>
                  </a:lnTo>
                  <a:lnTo>
                    <a:pt x="572578" y="454832"/>
                  </a:lnTo>
                  <a:lnTo>
                    <a:pt x="574500" y="454831"/>
                  </a:lnTo>
                  <a:lnTo>
                    <a:pt x="576421" y="454831"/>
                  </a:lnTo>
                  <a:lnTo>
                    <a:pt x="578342" y="454830"/>
                  </a:lnTo>
                  <a:lnTo>
                    <a:pt x="580264" y="454829"/>
                  </a:lnTo>
                  <a:lnTo>
                    <a:pt x="582185" y="454827"/>
                  </a:lnTo>
                  <a:lnTo>
                    <a:pt x="584107" y="454824"/>
                  </a:lnTo>
                  <a:lnTo>
                    <a:pt x="586028" y="454821"/>
                  </a:lnTo>
                  <a:lnTo>
                    <a:pt x="587950" y="454816"/>
                  </a:lnTo>
                  <a:lnTo>
                    <a:pt x="589871" y="454809"/>
                  </a:lnTo>
                  <a:lnTo>
                    <a:pt x="591792" y="454801"/>
                  </a:lnTo>
                  <a:lnTo>
                    <a:pt x="593714" y="454790"/>
                  </a:lnTo>
                  <a:lnTo>
                    <a:pt x="595635" y="454776"/>
                  </a:lnTo>
                  <a:lnTo>
                    <a:pt x="597557" y="454759"/>
                  </a:lnTo>
                  <a:lnTo>
                    <a:pt x="599478" y="454738"/>
                  </a:lnTo>
                  <a:lnTo>
                    <a:pt x="601399" y="454712"/>
                  </a:lnTo>
                  <a:lnTo>
                    <a:pt x="603321" y="454682"/>
                  </a:lnTo>
                  <a:lnTo>
                    <a:pt x="605242" y="454646"/>
                  </a:lnTo>
                  <a:lnTo>
                    <a:pt x="607164" y="454605"/>
                  </a:lnTo>
                  <a:lnTo>
                    <a:pt x="609085" y="454558"/>
                  </a:lnTo>
                  <a:lnTo>
                    <a:pt x="611006" y="454507"/>
                  </a:lnTo>
                  <a:lnTo>
                    <a:pt x="612928" y="454450"/>
                  </a:lnTo>
                  <a:lnTo>
                    <a:pt x="614849" y="454390"/>
                  </a:lnTo>
                  <a:lnTo>
                    <a:pt x="616771" y="454326"/>
                  </a:lnTo>
                  <a:lnTo>
                    <a:pt x="618692" y="454260"/>
                  </a:lnTo>
                  <a:lnTo>
                    <a:pt x="620613" y="454192"/>
                  </a:lnTo>
                  <a:lnTo>
                    <a:pt x="622535" y="454124"/>
                  </a:lnTo>
                  <a:lnTo>
                    <a:pt x="624456" y="454057"/>
                  </a:lnTo>
                  <a:lnTo>
                    <a:pt x="626378" y="453992"/>
                  </a:lnTo>
                  <a:lnTo>
                    <a:pt x="628299" y="453928"/>
                  </a:lnTo>
                  <a:lnTo>
                    <a:pt x="630220" y="453867"/>
                  </a:lnTo>
                  <a:lnTo>
                    <a:pt x="632142" y="453807"/>
                  </a:lnTo>
                  <a:lnTo>
                    <a:pt x="634063" y="453747"/>
                  </a:lnTo>
                  <a:lnTo>
                    <a:pt x="635985" y="453688"/>
                  </a:lnTo>
                  <a:lnTo>
                    <a:pt x="637906" y="453625"/>
                  </a:lnTo>
                  <a:lnTo>
                    <a:pt x="639827" y="453556"/>
                  </a:lnTo>
                  <a:lnTo>
                    <a:pt x="641749" y="453479"/>
                  </a:lnTo>
                  <a:lnTo>
                    <a:pt x="643670" y="453392"/>
                  </a:lnTo>
                  <a:lnTo>
                    <a:pt x="645592" y="453293"/>
                  </a:lnTo>
                  <a:lnTo>
                    <a:pt x="647513" y="453179"/>
                  </a:lnTo>
                  <a:lnTo>
                    <a:pt x="649434" y="453051"/>
                  </a:lnTo>
                  <a:lnTo>
                    <a:pt x="651356" y="452906"/>
                  </a:lnTo>
                  <a:lnTo>
                    <a:pt x="653277" y="452747"/>
                  </a:lnTo>
                  <a:lnTo>
                    <a:pt x="655199" y="452575"/>
                  </a:lnTo>
                  <a:lnTo>
                    <a:pt x="657120" y="452395"/>
                  </a:lnTo>
                  <a:lnTo>
                    <a:pt x="659042" y="452212"/>
                  </a:lnTo>
                  <a:lnTo>
                    <a:pt x="660963" y="452031"/>
                  </a:lnTo>
                  <a:lnTo>
                    <a:pt x="662884" y="451858"/>
                  </a:lnTo>
                  <a:lnTo>
                    <a:pt x="664806" y="451701"/>
                  </a:lnTo>
                  <a:lnTo>
                    <a:pt x="666727" y="451563"/>
                  </a:lnTo>
                  <a:lnTo>
                    <a:pt x="668649" y="451453"/>
                  </a:lnTo>
                  <a:lnTo>
                    <a:pt x="670570" y="451381"/>
                  </a:lnTo>
                  <a:lnTo>
                    <a:pt x="672491" y="451346"/>
                  </a:lnTo>
                  <a:lnTo>
                    <a:pt x="674413" y="451350"/>
                  </a:lnTo>
                  <a:lnTo>
                    <a:pt x="676334" y="451394"/>
                  </a:lnTo>
                  <a:lnTo>
                    <a:pt x="678256" y="451478"/>
                  </a:lnTo>
                  <a:lnTo>
                    <a:pt x="680177" y="451598"/>
                  </a:lnTo>
                  <a:lnTo>
                    <a:pt x="682098" y="451752"/>
                  </a:lnTo>
                  <a:lnTo>
                    <a:pt x="684020" y="451935"/>
                  </a:lnTo>
                  <a:lnTo>
                    <a:pt x="685941" y="452143"/>
                  </a:lnTo>
                  <a:lnTo>
                    <a:pt x="687863" y="452368"/>
                  </a:lnTo>
                  <a:lnTo>
                    <a:pt x="689784" y="452601"/>
                  </a:lnTo>
                  <a:lnTo>
                    <a:pt x="691705" y="452837"/>
                  </a:lnTo>
                  <a:lnTo>
                    <a:pt x="693627" y="453071"/>
                  </a:lnTo>
                  <a:lnTo>
                    <a:pt x="695548" y="453297"/>
                  </a:lnTo>
                  <a:lnTo>
                    <a:pt x="697470" y="453511"/>
                  </a:lnTo>
                  <a:lnTo>
                    <a:pt x="699391" y="453711"/>
                  </a:lnTo>
                  <a:lnTo>
                    <a:pt x="701312" y="453893"/>
                  </a:lnTo>
                  <a:lnTo>
                    <a:pt x="703234" y="454053"/>
                  </a:lnTo>
                  <a:lnTo>
                    <a:pt x="705155" y="454194"/>
                  </a:lnTo>
                  <a:lnTo>
                    <a:pt x="707077" y="454317"/>
                  </a:lnTo>
                  <a:lnTo>
                    <a:pt x="708998" y="454421"/>
                  </a:lnTo>
                  <a:lnTo>
                    <a:pt x="710919" y="454509"/>
                  </a:lnTo>
                  <a:lnTo>
                    <a:pt x="712841" y="454581"/>
                  </a:lnTo>
                  <a:lnTo>
                    <a:pt x="714762" y="454640"/>
                  </a:lnTo>
                  <a:lnTo>
                    <a:pt x="716684" y="454687"/>
                  </a:lnTo>
                  <a:lnTo>
                    <a:pt x="718605" y="454723"/>
                  </a:lnTo>
                  <a:lnTo>
                    <a:pt x="720526" y="454751"/>
                  </a:lnTo>
                  <a:lnTo>
                    <a:pt x="722448" y="454771"/>
                  </a:lnTo>
                  <a:lnTo>
                    <a:pt x="724369" y="454787"/>
                  </a:lnTo>
                  <a:lnTo>
                    <a:pt x="726291" y="454797"/>
                  </a:lnTo>
                  <a:lnTo>
                    <a:pt x="728212" y="454804"/>
                  </a:lnTo>
                  <a:lnTo>
                    <a:pt x="730134" y="454807"/>
                  </a:lnTo>
                  <a:lnTo>
                    <a:pt x="732055" y="454807"/>
                  </a:lnTo>
                  <a:lnTo>
                    <a:pt x="733976" y="454804"/>
                  </a:lnTo>
                  <a:lnTo>
                    <a:pt x="735898" y="454798"/>
                  </a:lnTo>
                  <a:lnTo>
                    <a:pt x="737819" y="454788"/>
                  </a:lnTo>
                  <a:lnTo>
                    <a:pt x="739741" y="454774"/>
                  </a:lnTo>
                  <a:lnTo>
                    <a:pt x="741662" y="454756"/>
                  </a:lnTo>
                  <a:lnTo>
                    <a:pt x="743583" y="454732"/>
                  </a:lnTo>
                  <a:lnTo>
                    <a:pt x="745505" y="454703"/>
                  </a:lnTo>
                  <a:lnTo>
                    <a:pt x="747426" y="454667"/>
                  </a:lnTo>
                  <a:lnTo>
                    <a:pt x="749348" y="454623"/>
                  </a:lnTo>
                  <a:lnTo>
                    <a:pt x="751269" y="454570"/>
                  </a:lnTo>
                  <a:lnTo>
                    <a:pt x="753190" y="454508"/>
                  </a:lnTo>
                  <a:lnTo>
                    <a:pt x="755112" y="454437"/>
                  </a:lnTo>
                  <a:lnTo>
                    <a:pt x="757033" y="454355"/>
                  </a:lnTo>
                  <a:lnTo>
                    <a:pt x="758955" y="454265"/>
                  </a:lnTo>
                  <a:lnTo>
                    <a:pt x="760876" y="454165"/>
                  </a:lnTo>
                  <a:lnTo>
                    <a:pt x="762797" y="454057"/>
                  </a:lnTo>
                  <a:lnTo>
                    <a:pt x="764719" y="453942"/>
                  </a:lnTo>
                  <a:lnTo>
                    <a:pt x="766640" y="453822"/>
                  </a:lnTo>
                  <a:lnTo>
                    <a:pt x="768562" y="453698"/>
                  </a:lnTo>
                  <a:lnTo>
                    <a:pt x="770483" y="453573"/>
                  </a:lnTo>
                  <a:lnTo>
                    <a:pt x="772404" y="453451"/>
                  </a:lnTo>
                  <a:lnTo>
                    <a:pt x="774326" y="453333"/>
                  </a:lnTo>
                  <a:lnTo>
                    <a:pt x="776247" y="453221"/>
                  </a:lnTo>
                  <a:lnTo>
                    <a:pt x="778169" y="453118"/>
                  </a:lnTo>
                  <a:lnTo>
                    <a:pt x="780090" y="453026"/>
                  </a:lnTo>
                  <a:lnTo>
                    <a:pt x="782011" y="452946"/>
                  </a:lnTo>
                  <a:lnTo>
                    <a:pt x="783933" y="452882"/>
                  </a:lnTo>
                  <a:lnTo>
                    <a:pt x="785854" y="452831"/>
                  </a:lnTo>
                  <a:lnTo>
                    <a:pt x="787776" y="452794"/>
                  </a:lnTo>
                  <a:lnTo>
                    <a:pt x="789697" y="452770"/>
                  </a:lnTo>
                  <a:lnTo>
                    <a:pt x="791618" y="452758"/>
                  </a:lnTo>
                  <a:lnTo>
                    <a:pt x="793540" y="452757"/>
                  </a:lnTo>
                  <a:lnTo>
                    <a:pt x="795461" y="452765"/>
                  </a:lnTo>
                  <a:lnTo>
                    <a:pt x="797383" y="452781"/>
                  </a:lnTo>
                  <a:lnTo>
                    <a:pt x="799304" y="452803"/>
                  </a:lnTo>
                  <a:lnTo>
                    <a:pt x="801226" y="452828"/>
                  </a:lnTo>
                  <a:lnTo>
                    <a:pt x="803147" y="452856"/>
                  </a:lnTo>
                  <a:lnTo>
                    <a:pt x="805068" y="452885"/>
                  </a:lnTo>
                  <a:lnTo>
                    <a:pt x="806990" y="452914"/>
                  </a:lnTo>
                  <a:lnTo>
                    <a:pt x="808911" y="452942"/>
                  </a:lnTo>
                  <a:lnTo>
                    <a:pt x="810833" y="452969"/>
                  </a:lnTo>
                  <a:lnTo>
                    <a:pt x="812754" y="452994"/>
                  </a:lnTo>
                  <a:lnTo>
                    <a:pt x="814675" y="453018"/>
                  </a:lnTo>
                  <a:lnTo>
                    <a:pt x="816597" y="453040"/>
                  </a:lnTo>
                  <a:lnTo>
                    <a:pt x="818518" y="453059"/>
                  </a:lnTo>
                  <a:lnTo>
                    <a:pt x="820440" y="453078"/>
                  </a:lnTo>
                  <a:lnTo>
                    <a:pt x="822361" y="453094"/>
                  </a:lnTo>
                  <a:lnTo>
                    <a:pt x="824282" y="453108"/>
                  </a:lnTo>
                  <a:lnTo>
                    <a:pt x="826204" y="453119"/>
                  </a:lnTo>
                  <a:lnTo>
                    <a:pt x="828125" y="453128"/>
                  </a:lnTo>
                  <a:lnTo>
                    <a:pt x="830047" y="453132"/>
                  </a:lnTo>
                  <a:lnTo>
                    <a:pt x="831968" y="453130"/>
                  </a:lnTo>
                  <a:lnTo>
                    <a:pt x="833889" y="453122"/>
                  </a:lnTo>
                  <a:lnTo>
                    <a:pt x="835811" y="453107"/>
                  </a:lnTo>
                  <a:lnTo>
                    <a:pt x="837732" y="453082"/>
                  </a:lnTo>
                  <a:lnTo>
                    <a:pt x="839654" y="453047"/>
                  </a:lnTo>
                  <a:lnTo>
                    <a:pt x="841575" y="453002"/>
                  </a:lnTo>
                  <a:lnTo>
                    <a:pt x="843496" y="452944"/>
                  </a:lnTo>
                  <a:lnTo>
                    <a:pt x="845418" y="452875"/>
                  </a:lnTo>
                  <a:lnTo>
                    <a:pt x="847339" y="452792"/>
                  </a:lnTo>
                  <a:lnTo>
                    <a:pt x="849261" y="452696"/>
                  </a:lnTo>
                  <a:lnTo>
                    <a:pt x="851182" y="452591"/>
                  </a:lnTo>
                  <a:lnTo>
                    <a:pt x="853103" y="452477"/>
                  </a:lnTo>
                  <a:lnTo>
                    <a:pt x="855025" y="452359"/>
                  </a:lnTo>
                  <a:lnTo>
                    <a:pt x="856946" y="452237"/>
                  </a:lnTo>
                  <a:lnTo>
                    <a:pt x="858868" y="452117"/>
                  </a:lnTo>
                  <a:lnTo>
                    <a:pt x="860789" y="452002"/>
                  </a:lnTo>
                  <a:lnTo>
                    <a:pt x="862710" y="451897"/>
                  </a:lnTo>
                  <a:lnTo>
                    <a:pt x="864632" y="451809"/>
                  </a:lnTo>
                  <a:lnTo>
                    <a:pt x="866553" y="451740"/>
                  </a:lnTo>
                  <a:lnTo>
                    <a:pt x="868475" y="451694"/>
                  </a:lnTo>
                  <a:lnTo>
                    <a:pt x="870396" y="451675"/>
                  </a:lnTo>
                  <a:lnTo>
                    <a:pt x="872318" y="451684"/>
                  </a:lnTo>
                  <a:lnTo>
                    <a:pt x="874239" y="451722"/>
                  </a:lnTo>
                  <a:lnTo>
                    <a:pt x="876160" y="451791"/>
                  </a:lnTo>
                  <a:lnTo>
                    <a:pt x="878082" y="451890"/>
                  </a:lnTo>
                  <a:lnTo>
                    <a:pt x="880003" y="452019"/>
                  </a:lnTo>
                  <a:lnTo>
                    <a:pt x="881925" y="452173"/>
                  </a:lnTo>
                  <a:lnTo>
                    <a:pt x="883846" y="452347"/>
                  </a:lnTo>
                  <a:lnTo>
                    <a:pt x="885767" y="452536"/>
                  </a:lnTo>
                  <a:lnTo>
                    <a:pt x="887689" y="452735"/>
                  </a:lnTo>
                  <a:lnTo>
                    <a:pt x="889610" y="452940"/>
                  </a:lnTo>
                  <a:lnTo>
                    <a:pt x="891532" y="453147"/>
                  </a:lnTo>
                  <a:lnTo>
                    <a:pt x="893453" y="453350"/>
                  </a:lnTo>
                  <a:lnTo>
                    <a:pt x="895374" y="453545"/>
                  </a:lnTo>
                  <a:lnTo>
                    <a:pt x="897296" y="453727"/>
                  </a:lnTo>
                  <a:lnTo>
                    <a:pt x="899217" y="453895"/>
                  </a:lnTo>
                  <a:lnTo>
                    <a:pt x="901139" y="454048"/>
                  </a:lnTo>
                  <a:lnTo>
                    <a:pt x="903060" y="454185"/>
                  </a:lnTo>
                  <a:lnTo>
                    <a:pt x="904981" y="454305"/>
                  </a:lnTo>
                  <a:lnTo>
                    <a:pt x="906903" y="454408"/>
                  </a:lnTo>
                  <a:lnTo>
                    <a:pt x="908824" y="454496"/>
                  </a:lnTo>
                  <a:lnTo>
                    <a:pt x="910746" y="454570"/>
                  </a:lnTo>
                  <a:lnTo>
                    <a:pt x="912667" y="454629"/>
                  </a:lnTo>
                  <a:lnTo>
                    <a:pt x="914588" y="454677"/>
                  </a:lnTo>
                  <a:lnTo>
                    <a:pt x="916510" y="454715"/>
                  </a:lnTo>
                  <a:lnTo>
                    <a:pt x="918431" y="454745"/>
                  </a:lnTo>
                  <a:lnTo>
                    <a:pt x="920353" y="454769"/>
                  </a:lnTo>
                  <a:lnTo>
                    <a:pt x="922274" y="454787"/>
                  </a:lnTo>
                  <a:lnTo>
                    <a:pt x="924195" y="454800"/>
                  </a:lnTo>
                  <a:lnTo>
                    <a:pt x="926117" y="454810"/>
                  </a:lnTo>
                  <a:lnTo>
                    <a:pt x="928038" y="454817"/>
                  </a:lnTo>
                  <a:lnTo>
                    <a:pt x="929960" y="454822"/>
                  </a:lnTo>
                  <a:lnTo>
                    <a:pt x="931881" y="454826"/>
                  </a:lnTo>
                  <a:lnTo>
                    <a:pt x="933802" y="454828"/>
                  </a:lnTo>
                  <a:lnTo>
                    <a:pt x="935724" y="454830"/>
                  </a:lnTo>
                  <a:lnTo>
                    <a:pt x="937645" y="454831"/>
                  </a:lnTo>
                  <a:lnTo>
                    <a:pt x="939567" y="454832"/>
                  </a:lnTo>
                  <a:lnTo>
                    <a:pt x="941488" y="454832"/>
                  </a:lnTo>
                  <a:lnTo>
                    <a:pt x="943410" y="454833"/>
                  </a:lnTo>
                  <a:lnTo>
                    <a:pt x="945331" y="454833"/>
                  </a:lnTo>
                  <a:lnTo>
                    <a:pt x="947252" y="454833"/>
                  </a:lnTo>
                  <a:lnTo>
                    <a:pt x="949174" y="454833"/>
                  </a:lnTo>
                  <a:lnTo>
                    <a:pt x="951095" y="454833"/>
                  </a:lnTo>
                  <a:lnTo>
                    <a:pt x="953017" y="454833"/>
                  </a:lnTo>
                  <a:lnTo>
                    <a:pt x="954938" y="454833"/>
                  </a:lnTo>
                  <a:lnTo>
                    <a:pt x="956859" y="454833"/>
                  </a:lnTo>
                  <a:lnTo>
                    <a:pt x="958781" y="454833"/>
                  </a:lnTo>
                  <a:lnTo>
                    <a:pt x="960702" y="454833"/>
                  </a:lnTo>
                  <a:lnTo>
                    <a:pt x="962624" y="454833"/>
                  </a:lnTo>
                  <a:lnTo>
                    <a:pt x="964545" y="454833"/>
                  </a:lnTo>
                  <a:lnTo>
                    <a:pt x="966466" y="454833"/>
                  </a:lnTo>
                  <a:lnTo>
                    <a:pt x="968388" y="454833"/>
                  </a:lnTo>
                  <a:lnTo>
                    <a:pt x="970309" y="454833"/>
                  </a:lnTo>
                  <a:lnTo>
                    <a:pt x="972231" y="454833"/>
                  </a:lnTo>
                  <a:lnTo>
                    <a:pt x="974152" y="454833"/>
                  </a:lnTo>
                  <a:lnTo>
                    <a:pt x="976073" y="454833"/>
                  </a:lnTo>
                  <a:lnTo>
                    <a:pt x="977995" y="454833"/>
                  </a:lnTo>
                  <a:lnTo>
                    <a:pt x="979916" y="454833"/>
                  </a:lnTo>
                  <a:lnTo>
                    <a:pt x="981838" y="454833"/>
                  </a:lnTo>
                </a:path>
              </a:pathLst>
            </a:custGeom>
            <a:ln w="27101" cap="flat">
              <a:solidFill>
                <a:srgbClr val="8E4C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7906162" y="4238663"/>
              <a:ext cx="249782" cy="1744759"/>
            </a:xfrm>
            <a:custGeom>
              <a:avLst/>
              <a:pathLst>
                <a:path w="249782" h="1744759">
                  <a:moveTo>
                    <a:pt x="0" y="1744759"/>
                  </a:moveTo>
                  <a:lnTo>
                    <a:pt x="1921" y="1744759"/>
                  </a:lnTo>
                  <a:lnTo>
                    <a:pt x="3842" y="1744759"/>
                  </a:lnTo>
                  <a:lnTo>
                    <a:pt x="5764" y="1744759"/>
                  </a:lnTo>
                  <a:lnTo>
                    <a:pt x="7685" y="1744759"/>
                  </a:lnTo>
                  <a:lnTo>
                    <a:pt x="9607" y="1744759"/>
                  </a:lnTo>
                  <a:lnTo>
                    <a:pt x="11528" y="1744759"/>
                  </a:lnTo>
                  <a:lnTo>
                    <a:pt x="13449" y="1744759"/>
                  </a:lnTo>
                  <a:lnTo>
                    <a:pt x="15371" y="1744759"/>
                  </a:lnTo>
                  <a:lnTo>
                    <a:pt x="17292" y="1744759"/>
                  </a:lnTo>
                  <a:lnTo>
                    <a:pt x="19214" y="1744759"/>
                  </a:lnTo>
                  <a:lnTo>
                    <a:pt x="21135" y="1744759"/>
                  </a:lnTo>
                  <a:lnTo>
                    <a:pt x="23056" y="1744759"/>
                  </a:lnTo>
                  <a:lnTo>
                    <a:pt x="24978" y="1744759"/>
                  </a:lnTo>
                  <a:lnTo>
                    <a:pt x="26899" y="1744759"/>
                  </a:lnTo>
                  <a:lnTo>
                    <a:pt x="28821" y="1744759"/>
                  </a:lnTo>
                  <a:lnTo>
                    <a:pt x="30742" y="1744759"/>
                  </a:lnTo>
                  <a:lnTo>
                    <a:pt x="32663" y="1744759"/>
                  </a:lnTo>
                  <a:lnTo>
                    <a:pt x="34585" y="1744759"/>
                  </a:lnTo>
                  <a:lnTo>
                    <a:pt x="36506" y="1744759"/>
                  </a:lnTo>
                  <a:lnTo>
                    <a:pt x="38428" y="1744759"/>
                  </a:lnTo>
                  <a:lnTo>
                    <a:pt x="40349" y="1744759"/>
                  </a:lnTo>
                  <a:lnTo>
                    <a:pt x="42270" y="1744759"/>
                  </a:lnTo>
                  <a:lnTo>
                    <a:pt x="44192" y="1744759"/>
                  </a:lnTo>
                  <a:lnTo>
                    <a:pt x="46113" y="1744759"/>
                  </a:lnTo>
                  <a:lnTo>
                    <a:pt x="48035" y="1744759"/>
                  </a:lnTo>
                  <a:lnTo>
                    <a:pt x="49956" y="1744759"/>
                  </a:lnTo>
                  <a:lnTo>
                    <a:pt x="51877" y="1744759"/>
                  </a:lnTo>
                  <a:lnTo>
                    <a:pt x="53799" y="1744759"/>
                  </a:lnTo>
                  <a:lnTo>
                    <a:pt x="55720" y="1744759"/>
                  </a:lnTo>
                  <a:lnTo>
                    <a:pt x="57642" y="1744759"/>
                  </a:lnTo>
                  <a:lnTo>
                    <a:pt x="59563" y="1744759"/>
                  </a:lnTo>
                  <a:lnTo>
                    <a:pt x="61484" y="1744759"/>
                  </a:lnTo>
                  <a:lnTo>
                    <a:pt x="63406" y="1744759"/>
                  </a:lnTo>
                  <a:lnTo>
                    <a:pt x="65327" y="1744759"/>
                  </a:lnTo>
                  <a:lnTo>
                    <a:pt x="67249" y="1744759"/>
                  </a:lnTo>
                  <a:lnTo>
                    <a:pt x="69170" y="1744759"/>
                  </a:lnTo>
                  <a:lnTo>
                    <a:pt x="71091" y="1744759"/>
                  </a:lnTo>
                  <a:lnTo>
                    <a:pt x="73013" y="1744759"/>
                  </a:lnTo>
                  <a:lnTo>
                    <a:pt x="74934" y="1744759"/>
                  </a:lnTo>
                  <a:lnTo>
                    <a:pt x="76856" y="1744759"/>
                  </a:lnTo>
                  <a:lnTo>
                    <a:pt x="78777" y="1744759"/>
                  </a:lnTo>
                  <a:lnTo>
                    <a:pt x="80699" y="1744759"/>
                  </a:lnTo>
                  <a:lnTo>
                    <a:pt x="82620" y="1744759"/>
                  </a:lnTo>
                  <a:lnTo>
                    <a:pt x="84541" y="1744759"/>
                  </a:lnTo>
                  <a:lnTo>
                    <a:pt x="86463" y="1744759"/>
                  </a:lnTo>
                  <a:lnTo>
                    <a:pt x="88384" y="1744759"/>
                  </a:lnTo>
                  <a:lnTo>
                    <a:pt x="90306" y="1744759"/>
                  </a:lnTo>
                  <a:lnTo>
                    <a:pt x="92227" y="1744753"/>
                  </a:lnTo>
                  <a:lnTo>
                    <a:pt x="94148" y="1744689"/>
                  </a:lnTo>
                  <a:lnTo>
                    <a:pt x="96070" y="1744254"/>
                  </a:lnTo>
                  <a:lnTo>
                    <a:pt x="97991" y="1742368"/>
                  </a:lnTo>
                  <a:lnTo>
                    <a:pt x="99913" y="1737244"/>
                  </a:lnTo>
                  <a:lnTo>
                    <a:pt x="101834" y="1728765"/>
                  </a:lnTo>
                  <a:lnTo>
                    <a:pt x="103755" y="1721042"/>
                  </a:lnTo>
                  <a:lnTo>
                    <a:pt x="105677" y="1719107"/>
                  </a:lnTo>
                  <a:lnTo>
                    <a:pt x="107598" y="1722790"/>
                  </a:lnTo>
                  <a:lnTo>
                    <a:pt x="109520" y="1727382"/>
                  </a:lnTo>
                  <a:lnTo>
                    <a:pt x="111441" y="1729197"/>
                  </a:lnTo>
                  <a:lnTo>
                    <a:pt x="113362" y="1727429"/>
                  </a:lnTo>
                  <a:lnTo>
                    <a:pt x="115284" y="1722491"/>
                  </a:lnTo>
                  <a:lnTo>
                    <a:pt x="117205" y="1715857"/>
                  </a:lnTo>
                  <a:lnTo>
                    <a:pt x="119127" y="1709844"/>
                  </a:lnTo>
                  <a:lnTo>
                    <a:pt x="121048" y="1705343"/>
                  </a:lnTo>
                  <a:lnTo>
                    <a:pt x="122969" y="1701963"/>
                  </a:lnTo>
                  <a:lnTo>
                    <a:pt x="124891" y="1700652"/>
                  </a:lnTo>
                  <a:lnTo>
                    <a:pt x="126812" y="1703191"/>
                  </a:lnTo>
                  <a:lnTo>
                    <a:pt x="128734" y="1709363"/>
                  </a:lnTo>
                  <a:lnTo>
                    <a:pt x="130655" y="1716857"/>
                  </a:lnTo>
                  <a:lnTo>
                    <a:pt x="132576" y="1723436"/>
                  </a:lnTo>
                  <a:lnTo>
                    <a:pt x="134498" y="1728218"/>
                  </a:lnTo>
                  <a:lnTo>
                    <a:pt x="136419" y="1731386"/>
                  </a:lnTo>
                  <a:lnTo>
                    <a:pt x="138341" y="1732877"/>
                  </a:lnTo>
                  <a:lnTo>
                    <a:pt x="140262" y="1731220"/>
                  </a:lnTo>
                  <a:lnTo>
                    <a:pt x="142183" y="1724519"/>
                  </a:lnTo>
                  <a:lnTo>
                    <a:pt x="144105" y="1713939"/>
                  </a:lnTo>
                  <a:lnTo>
                    <a:pt x="146026" y="1705975"/>
                  </a:lnTo>
                  <a:lnTo>
                    <a:pt x="147948" y="1707695"/>
                  </a:lnTo>
                  <a:lnTo>
                    <a:pt x="149869" y="1717911"/>
                  </a:lnTo>
                  <a:lnTo>
                    <a:pt x="151791" y="1727425"/>
                  </a:lnTo>
                  <a:lnTo>
                    <a:pt x="153712" y="1729932"/>
                  </a:lnTo>
                  <a:lnTo>
                    <a:pt x="155633" y="1727794"/>
                  </a:lnTo>
                  <a:lnTo>
                    <a:pt x="157555" y="1726425"/>
                  </a:lnTo>
                  <a:lnTo>
                    <a:pt x="159476" y="1727886"/>
                  </a:lnTo>
                  <a:lnTo>
                    <a:pt x="161398" y="1730670"/>
                  </a:lnTo>
                  <a:lnTo>
                    <a:pt x="163319" y="1731513"/>
                  </a:lnTo>
                  <a:lnTo>
                    <a:pt x="165240" y="1726214"/>
                  </a:lnTo>
                  <a:lnTo>
                    <a:pt x="167162" y="1712223"/>
                  </a:lnTo>
                  <a:lnTo>
                    <a:pt x="169083" y="1693045"/>
                  </a:lnTo>
                  <a:lnTo>
                    <a:pt x="171005" y="1677101"/>
                  </a:lnTo>
                  <a:lnTo>
                    <a:pt x="172926" y="1670758"/>
                  </a:lnTo>
                  <a:lnTo>
                    <a:pt x="174847" y="1673253"/>
                  </a:lnTo>
                  <a:lnTo>
                    <a:pt x="176769" y="1679484"/>
                  </a:lnTo>
                  <a:lnTo>
                    <a:pt x="178690" y="1686191"/>
                  </a:lnTo>
                  <a:lnTo>
                    <a:pt x="180612" y="1693991"/>
                  </a:lnTo>
                  <a:lnTo>
                    <a:pt x="182533" y="1703926"/>
                  </a:lnTo>
                  <a:lnTo>
                    <a:pt x="184454" y="1713867"/>
                  </a:lnTo>
                  <a:lnTo>
                    <a:pt x="186376" y="1719606"/>
                  </a:lnTo>
                  <a:lnTo>
                    <a:pt x="188297" y="1718938"/>
                  </a:lnTo>
                  <a:lnTo>
                    <a:pt x="190219" y="1714244"/>
                  </a:lnTo>
                  <a:lnTo>
                    <a:pt x="192140" y="1711089"/>
                  </a:lnTo>
                  <a:lnTo>
                    <a:pt x="194061" y="1713382"/>
                  </a:lnTo>
                  <a:lnTo>
                    <a:pt x="195983" y="1718726"/>
                  </a:lnTo>
                  <a:lnTo>
                    <a:pt x="197904" y="1718881"/>
                  </a:lnTo>
                  <a:lnTo>
                    <a:pt x="199826" y="1706995"/>
                  </a:lnTo>
                  <a:lnTo>
                    <a:pt x="201747" y="1685329"/>
                  </a:lnTo>
                  <a:lnTo>
                    <a:pt x="203668" y="1664916"/>
                  </a:lnTo>
                  <a:lnTo>
                    <a:pt x="205590" y="1656869"/>
                  </a:lnTo>
                  <a:lnTo>
                    <a:pt x="207511" y="1662605"/>
                  </a:lnTo>
                  <a:lnTo>
                    <a:pt x="209433" y="1672822"/>
                  </a:lnTo>
                  <a:lnTo>
                    <a:pt x="211354" y="1679036"/>
                  </a:lnTo>
                  <a:lnTo>
                    <a:pt x="213275" y="1682663"/>
                  </a:lnTo>
                  <a:lnTo>
                    <a:pt x="215197" y="1687675"/>
                  </a:lnTo>
                  <a:lnTo>
                    <a:pt x="217118" y="1691361"/>
                  </a:lnTo>
                  <a:lnTo>
                    <a:pt x="219040" y="1688299"/>
                  </a:lnTo>
                  <a:lnTo>
                    <a:pt x="220961" y="1677125"/>
                  </a:lnTo>
                  <a:lnTo>
                    <a:pt x="222883" y="1660811"/>
                  </a:lnTo>
                  <a:lnTo>
                    <a:pt x="224804" y="1643530"/>
                  </a:lnTo>
                  <a:lnTo>
                    <a:pt x="226725" y="1626798"/>
                  </a:lnTo>
                  <a:lnTo>
                    <a:pt x="228647" y="1610190"/>
                  </a:lnTo>
                  <a:lnTo>
                    <a:pt x="230568" y="1596941"/>
                  </a:lnTo>
                  <a:lnTo>
                    <a:pt x="232490" y="1590912"/>
                  </a:lnTo>
                  <a:lnTo>
                    <a:pt x="234411" y="1585190"/>
                  </a:lnTo>
                  <a:lnTo>
                    <a:pt x="236332" y="1564571"/>
                  </a:lnTo>
                  <a:lnTo>
                    <a:pt x="238254" y="1520063"/>
                  </a:lnTo>
                  <a:lnTo>
                    <a:pt x="240175" y="1449788"/>
                  </a:lnTo>
                  <a:lnTo>
                    <a:pt x="242097" y="1349219"/>
                  </a:lnTo>
                  <a:lnTo>
                    <a:pt x="244018" y="1206322"/>
                  </a:lnTo>
                  <a:lnTo>
                    <a:pt x="245939" y="987038"/>
                  </a:lnTo>
                  <a:lnTo>
                    <a:pt x="247861" y="606362"/>
                  </a:lnTo>
                  <a:lnTo>
                    <a:pt x="249782" y="0"/>
                  </a:lnTo>
                  <a:lnTo>
                    <a:pt x="249782" y="1744759"/>
                  </a:lnTo>
                  <a:lnTo>
                    <a:pt x="247861" y="1744759"/>
                  </a:lnTo>
                  <a:lnTo>
                    <a:pt x="245939" y="1744759"/>
                  </a:lnTo>
                  <a:lnTo>
                    <a:pt x="244018" y="1744759"/>
                  </a:lnTo>
                  <a:lnTo>
                    <a:pt x="242097" y="1744759"/>
                  </a:lnTo>
                  <a:lnTo>
                    <a:pt x="240175" y="1744759"/>
                  </a:lnTo>
                  <a:lnTo>
                    <a:pt x="238254" y="1744759"/>
                  </a:lnTo>
                  <a:lnTo>
                    <a:pt x="236332" y="1744759"/>
                  </a:lnTo>
                  <a:lnTo>
                    <a:pt x="234411" y="1744759"/>
                  </a:lnTo>
                  <a:lnTo>
                    <a:pt x="232490" y="1744759"/>
                  </a:lnTo>
                  <a:lnTo>
                    <a:pt x="230568" y="1744759"/>
                  </a:lnTo>
                  <a:lnTo>
                    <a:pt x="228647" y="1744759"/>
                  </a:lnTo>
                  <a:lnTo>
                    <a:pt x="226725" y="1744759"/>
                  </a:lnTo>
                  <a:lnTo>
                    <a:pt x="224804" y="1744759"/>
                  </a:lnTo>
                  <a:lnTo>
                    <a:pt x="222883" y="1744759"/>
                  </a:lnTo>
                  <a:lnTo>
                    <a:pt x="220961" y="1744759"/>
                  </a:lnTo>
                  <a:lnTo>
                    <a:pt x="219040" y="1744759"/>
                  </a:lnTo>
                  <a:lnTo>
                    <a:pt x="217118" y="1744759"/>
                  </a:lnTo>
                  <a:lnTo>
                    <a:pt x="215197" y="1744759"/>
                  </a:lnTo>
                  <a:lnTo>
                    <a:pt x="213275" y="1744759"/>
                  </a:lnTo>
                  <a:lnTo>
                    <a:pt x="211354" y="1744759"/>
                  </a:lnTo>
                  <a:lnTo>
                    <a:pt x="209433" y="1744759"/>
                  </a:lnTo>
                  <a:lnTo>
                    <a:pt x="207511" y="1744759"/>
                  </a:lnTo>
                  <a:lnTo>
                    <a:pt x="205590" y="1744759"/>
                  </a:lnTo>
                  <a:lnTo>
                    <a:pt x="203668" y="1744759"/>
                  </a:lnTo>
                  <a:lnTo>
                    <a:pt x="201747" y="1744759"/>
                  </a:lnTo>
                  <a:lnTo>
                    <a:pt x="199826" y="1744759"/>
                  </a:lnTo>
                  <a:lnTo>
                    <a:pt x="197904" y="1744759"/>
                  </a:lnTo>
                  <a:lnTo>
                    <a:pt x="195983" y="1744759"/>
                  </a:lnTo>
                  <a:lnTo>
                    <a:pt x="194061" y="1744759"/>
                  </a:lnTo>
                  <a:lnTo>
                    <a:pt x="192140" y="1744759"/>
                  </a:lnTo>
                  <a:lnTo>
                    <a:pt x="190219" y="1744759"/>
                  </a:lnTo>
                  <a:lnTo>
                    <a:pt x="188297" y="1744759"/>
                  </a:lnTo>
                  <a:lnTo>
                    <a:pt x="186376" y="1744759"/>
                  </a:lnTo>
                  <a:lnTo>
                    <a:pt x="184454" y="1744759"/>
                  </a:lnTo>
                  <a:lnTo>
                    <a:pt x="182533" y="1744759"/>
                  </a:lnTo>
                  <a:lnTo>
                    <a:pt x="180612" y="1744759"/>
                  </a:lnTo>
                  <a:lnTo>
                    <a:pt x="178690" y="1744759"/>
                  </a:lnTo>
                  <a:lnTo>
                    <a:pt x="176769" y="1744759"/>
                  </a:lnTo>
                  <a:lnTo>
                    <a:pt x="174847" y="1744759"/>
                  </a:lnTo>
                  <a:lnTo>
                    <a:pt x="172926" y="1744759"/>
                  </a:lnTo>
                  <a:lnTo>
                    <a:pt x="171005" y="1744759"/>
                  </a:lnTo>
                  <a:lnTo>
                    <a:pt x="169083" y="1744759"/>
                  </a:lnTo>
                  <a:lnTo>
                    <a:pt x="167162" y="1744759"/>
                  </a:lnTo>
                  <a:lnTo>
                    <a:pt x="165240" y="1744759"/>
                  </a:lnTo>
                  <a:lnTo>
                    <a:pt x="163319" y="1744759"/>
                  </a:lnTo>
                  <a:lnTo>
                    <a:pt x="161398" y="1744759"/>
                  </a:lnTo>
                  <a:lnTo>
                    <a:pt x="159476" y="1744759"/>
                  </a:lnTo>
                  <a:lnTo>
                    <a:pt x="157555" y="1744759"/>
                  </a:lnTo>
                  <a:lnTo>
                    <a:pt x="155633" y="1744759"/>
                  </a:lnTo>
                  <a:lnTo>
                    <a:pt x="153712" y="1744759"/>
                  </a:lnTo>
                  <a:lnTo>
                    <a:pt x="151791" y="1744759"/>
                  </a:lnTo>
                  <a:lnTo>
                    <a:pt x="149869" y="1744759"/>
                  </a:lnTo>
                  <a:lnTo>
                    <a:pt x="147948" y="1744759"/>
                  </a:lnTo>
                  <a:lnTo>
                    <a:pt x="146026" y="1744759"/>
                  </a:lnTo>
                  <a:lnTo>
                    <a:pt x="144105" y="1744759"/>
                  </a:lnTo>
                  <a:lnTo>
                    <a:pt x="142183" y="1744759"/>
                  </a:lnTo>
                  <a:lnTo>
                    <a:pt x="140262" y="1744759"/>
                  </a:lnTo>
                  <a:lnTo>
                    <a:pt x="138341" y="1744759"/>
                  </a:lnTo>
                  <a:lnTo>
                    <a:pt x="136419" y="1744759"/>
                  </a:lnTo>
                  <a:lnTo>
                    <a:pt x="134498" y="1744759"/>
                  </a:lnTo>
                  <a:lnTo>
                    <a:pt x="132576" y="1744759"/>
                  </a:lnTo>
                  <a:lnTo>
                    <a:pt x="130655" y="1744759"/>
                  </a:lnTo>
                  <a:lnTo>
                    <a:pt x="128734" y="1744759"/>
                  </a:lnTo>
                  <a:lnTo>
                    <a:pt x="126812" y="1744759"/>
                  </a:lnTo>
                  <a:lnTo>
                    <a:pt x="124891" y="1744759"/>
                  </a:lnTo>
                  <a:lnTo>
                    <a:pt x="122969" y="1744759"/>
                  </a:lnTo>
                  <a:lnTo>
                    <a:pt x="121048" y="1744759"/>
                  </a:lnTo>
                  <a:lnTo>
                    <a:pt x="119127" y="1744759"/>
                  </a:lnTo>
                  <a:lnTo>
                    <a:pt x="117205" y="1744759"/>
                  </a:lnTo>
                  <a:lnTo>
                    <a:pt x="115284" y="1744759"/>
                  </a:lnTo>
                  <a:lnTo>
                    <a:pt x="113362" y="1744759"/>
                  </a:lnTo>
                  <a:lnTo>
                    <a:pt x="111441" y="1744759"/>
                  </a:lnTo>
                  <a:lnTo>
                    <a:pt x="109520" y="1744759"/>
                  </a:lnTo>
                  <a:lnTo>
                    <a:pt x="107598" y="1744759"/>
                  </a:lnTo>
                  <a:lnTo>
                    <a:pt x="105677" y="1744759"/>
                  </a:lnTo>
                  <a:lnTo>
                    <a:pt x="103755" y="1744759"/>
                  </a:lnTo>
                  <a:lnTo>
                    <a:pt x="101834" y="1744759"/>
                  </a:lnTo>
                  <a:lnTo>
                    <a:pt x="99913" y="1744759"/>
                  </a:lnTo>
                  <a:lnTo>
                    <a:pt x="97991" y="1744759"/>
                  </a:lnTo>
                  <a:lnTo>
                    <a:pt x="96070" y="1744759"/>
                  </a:lnTo>
                  <a:lnTo>
                    <a:pt x="94148" y="1744759"/>
                  </a:lnTo>
                  <a:lnTo>
                    <a:pt x="92227" y="1744759"/>
                  </a:lnTo>
                  <a:lnTo>
                    <a:pt x="90306" y="1744759"/>
                  </a:lnTo>
                  <a:lnTo>
                    <a:pt x="88384" y="1744759"/>
                  </a:lnTo>
                  <a:lnTo>
                    <a:pt x="86463" y="1744759"/>
                  </a:lnTo>
                  <a:lnTo>
                    <a:pt x="84541" y="1744759"/>
                  </a:lnTo>
                  <a:lnTo>
                    <a:pt x="82620" y="1744759"/>
                  </a:lnTo>
                  <a:lnTo>
                    <a:pt x="80699" y="1744759"/>
                  </a:lnTo>
                  <a:lnTo>
                    <a:pt x="78777" y="1744759"/>
                  </a:lnTo>
                  <a:lnTo>
                    <a:pt x="76856" y="1744759"/>
                  </a:lnTo>
                  <a:lnTo>
                    <a:pt x="74934" y="1744759"/>
                  </a:lnTo>
                  <a:lnTo>
                    <a:pt x="73013" y="1744759"/>
                  </a:lnTo>
                  <a:lnTo>
                    <a:pt x="71091" y="1744759"/>
                  </a:lnTo>
                  <a:lnTo>
                    <a:pt x="69170" y="1744759"/>
                  </a:lnTo>
                  <a:lnTo>
                    <a:pt x="67249" y="1744759"/>
                  </a:lnTo>
                  <a:lnTo>
                    <a:pt x="65327" y="1744759"/>
                  </a:lnTo>
                  <a:lnTo>
                    <a:pt x="63406" y="1744759"/>
                  </a:lnTo>
                  <a:lnTo>
                    <a:pt x="61484" y="1744759"/>
                  </a:lnTo>
                  <a:lnTo>
                    <a:pt x="59563" y="1744759"/>
                  </a:lnTo>
                  <a:lnTo>
                    <a:pt x="57642" y="1744759"/>
                  </a:lnTo>
                  <a:lnTo>
                    <a:pt x="55720" y="1744759"/>
                  </a:lnTo>
                  <a:lnTo>
                    <a:pt x="53799" y="1744759"/>
                  </a:lnTo>
                  <a:lnTo>
                    <a:pt x="51877" y="1744759"/>
                  </a:lnTo>
                  <a:lnTo>
                    <a:pt x="49956" y="1744759"/>
                  </a:lnTo>
                  <a:lnTo>
                    <a:pt x="48035" y="1744759"/>
                  </a:lnTo>
                  <a:lnTo>
                    <a:pt x="46113" y="1744759"/>
                  </a:lnTo>
                  <a:lnTo>
                    <a:pt x="44192" y="1744759"/>
                  </a:lnTo>
                  <a:lnTo>
                    <a:pt x="42270" y="1744759"/>
                  </a:lnTo>
                  <a:lnTo>
                    <a:pt x="40349" y="1744759"/>
                  </a:lnTo>
                  <a:lnTo>
                    <a:pt x="38428" y="1744759"/>
                  </a:lnTo>
                  <a:lnTo>
                    <a:pt x="36506" y="1744759"/>
                  </a:lnTo>
                  <a:lnTo>
                    <a:pt x="34585" y="1744759"/>
                  </a:lnTo>
                  <a:lnTo>
                    <a:pt x="32663" y="1744759"/>
                  </a:lnTo>
                  <a:lnTo>
                    <a:pt x="30742" y="1744759"/>
                  </a:lnTo>
                  <a:lnTo>
                    <a:pt x="28821" y="1744759"/>
                  </a:lnTo>
                  <a:lnTo>
                    <a:pt x="26899" y="1744759"/>
                  </a:lnTo>
                  <a:lnTo>
                    <a:pt x="24978" y="1744759"/>
                  </a:lnTo>
                  <a:lnTo>
                    <a:pt x="23056" y="1744759"/>
                  </a:lnTo>
                  <a:lnTo>
                    <a:pt x="21135" y="1744759"/>
                  </a:lnTo>
                  <a:lnTo>
                    <a:pt x="19214" y="1744759"/>
                  </a:lnTo>
                  <a:lnTo>
                    <a:pt x="17292" y="1744759"/>
                  </a:lnTo>
                  <a:lnTo>
                    <a:pt x="15371" y="1744759"/>
                  </a:lnTo>
                  <a:lnTo>
                    <a:pt x="13449" y="1744759"/>
                  </a:lnTo>
                  <a:lnTo>
                    <a:pt x="11528" y="1744759"/>
                  </a:lnTo>
                  <a:lnTo>
                    <a:pt x="9607" y="1744759"/>
                  </a:lnTo>
                  <a:lnTo>
                    <a:pt x="7685" y="1744759"/>
                  </a:lnTo>
                  <a:lnTo>
                    <a:pt x="5764" y="1744759"/>
                  </a:lnTo>
                  <a:lnTo>
                    <a:pt x="3842" y="1744759"/>
                  </a:lnTo>
                  <a:lnTo>
                    <a:pt x="1921" y="1744759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7906162" y="4238663"/>
              <a:ext cx="249782" cy="1744759"/>
            </a:xfrm>
            <a:custGeom>
              <a:avLst/>
              <a:pathLst>
                <a:path w="249782" h="1744759">
                  <a:moveTo>
                    <a:pt x="0" y="1744759"/>
                  </a:moveTo>
                  <a:lnTo>
                    <a:pt x="1921" y="1744759"/>
                  </a:lnTo>
                  <a:lnTo>
                    <a:pt x="3842" y="1744759"/>
                  </a:lnTo>
                  <a:lnTo>
                    <a:pt x="5764" y="1744759"/>
                  </a:lnTo>
                  <a:lnTo>
                    <a:pt x="7685" y="1744759"/>
                  </a:lnTo>
                  <a:lnTo>
                    <a:pt x="9607" y="1744759"/>
                  </a:lnTo>
                  <a:lnTo>
                    <a:pt x="11528" y="1744759"/>
                  </a:lnTo>
                  <a:lnTo>
                    <a:pt x="13449" y="1744759"/>
                  </a:lnTo>
                  <a:lnTo>
                    <a:pt x="15371" y="1744759"/>
                  </a:lnTo>
                  <a:lnTo>
                    <a:pt x="17292" y="1744759"/>
                  </a:lnTo>
                  <a:lnTo>
                    <a:pt x="19214" y="1744759"/>
                  </a:lnTo>
                  <a:lnTo>
                    <a:pt x="21135" y="1744759"/>
                  </a:lnTo>
                  <a:lnTo>
                    <a:pt x="23056" y="1744759"/>
                  </a:lnTo>
                  <a:lnTo>
                    <a:pt x="24978" y="1744759"/>
                  </a:lnTo>
                  <a:lnTo>
                    <a:pt x="26899" y="1744759"/>
                  </a:lnTo>
                  <a:lnTo>
                    <a:pt x="28821" y="1744759"/>
                  </a:lnTo>
                  <a:lnTo>
                    <a:pt x="30742" y="1744759"/>
                  </a:lnTo>
                  <a:lnTo>
                    <a:pt x="32663" y="1744759"/>
                  </a:lnTo>
                  <a:lnTo>
                    <a:pt x="34585" y="1744759"/>
                  </a:lnTo>
                  <a:lnTo>
                    <a:pt x="36506" y="1744759"/>
                  </a:lnTo>
                  <a:lnTo>
                    <a:pt x="38428" y="1744759"/>
                  </a:lnTo>
                  <a:lnTo>
                    <a:pt x="40349" y="1744759"/>
                  </a:lnTo>
                  <a:lnTo>
                    <a:pt x="42270" y="1744759"/>
                  </a:lnTo>
                  <a:lnTo>
                    <a:pt x="44192" y="1744759"/>
                  </a:lnTo>
                  <a:lnTo>
                    <a:pt x="46113" y="1744759"/>
                  </a:lnTo>
                  <a:lnTo>
                    <a:pt x="48035" y="1744759"/>
                  </a:lnTo>
                  <a:lnTo>
                    <a:pt x="49956" y="1744759"/>
                  </a:lnTo>
                  <a:lnTo>
                    <a:pt x="51877" y="1744759"/>
                  </a:lnTo>
                  <a:lnTo>
                    <a:pt x="53799" y="1744759"/>
                  </a:lnTo>
                  <a:lnTo>
                    <a:pt x="55720" y="1744759"/>
                  </a:lnTo>
                  <a:lnTo>
                    <a:pt x="57642" y="1744759"/>
                  </a:lnTo>
                  <a:lnTo>
                    <a:pt x="59563" y="1744759"/>
                  </a:lnTo>
                  <a:lnTo>
                    <a:pt x="61484" y="1744759"/>
                  </a:lnTo>
                  <a:lnTo>
                    <a:pt x="63406" y="1744759"/>
                  </a:lnTo>
                  <a:lnTo>
                    <a:pt x="65327" y="1744759"/>
                  </a:lnTo>
                  <a:lnTo>
                    <a:pt x="67249" y="1744759"/>
                  </a:lnTo>
                  <a:lnTo>
                    <a:pt x="69170" y="1744759"/>
                  </a:lnTo>
                  <a:lnTo>
                    <a:pt x="71091" y="1744759"/>
                  </a:lnTo>
                  <a:lnTo>
                    <a:pt x="73013" y="1744759"/>
                  </a:lnTo>
                  <a:lnTo>
                    <a:pt x="74934" y="1744759"/>
                  </a:lnTo>
                  <a:lnTo>
                    <a:pt x="76856" y="1744759"/>
                  </a:lnTo>
                  <a:lnTo>
                    <a:pt x="78777" y="1744759"/>
                  </a:lnTo>
                  <a:lnTo>
                    <a:pt x="80699" y="1744759"/>
                  </a:lnTo>
                  <a:lnTo>
                    <a:pt x="82620" y="1744759"/>
                  </a:lnTo>
                  <a:lnTo>
                    <a:pt x="84541" y="1744759"/>
                  </a:lnTo>
                  <a:lnTo>
                    <a:pt x="86463" y="1744759"/>
                  </a:lnTo>
                  <a:lnTo>
                    <a:pt x="88384" y="1744759"/>
                  </a:lnTo>
                  <a:lnTo>
                    <a:pt x="90306" y="1744759"/>
                  </a:lnTo>
                  <a:lnTo>
                    <a:pt x="92227" y="1744753"/>
                  </a:lnTo>
                  <a:lnTo>
                    <a:pt x="94148" y="1744689"/>
                  </a:lnTo>
                  <a:lnTo>
                    <a:pt x="96070" y="1744254"/>
                  </a:lnTo>
                  <a:lnTo>
                    <a:pt x="97991" y="1742368"/>
                  </a:lnTo>
                  <a:lnTo>
                    <a:pt x="99913" y="1737244"/>
                  </a:lnTo>
                  <a:lnTo>
                    <a:pt x="101834" y="1728765"/>
                  </a:lnTo>
                  <a:lnTo>
                    <a:pt x="103755" y="1721042"/>
                  </a:lnTo>
                  <a:lnTo>
                    <a:pt x="105677" y="1719107"/>
                  </a:lnTo>
                  <a:lnTo>
                    <a:pt x="107598" y="1722790"/>
                  </a:lnTo>
                  <a:lnTo>
                    <a:pt x="109520" y="1727382"/>
                  </a:lnTo>
                  <a:lnTo>
                    <a:pt x="111441" y="1729197"/>
                  </a:lnTo>
                  <a:lnTo>
                    <a:pt x="113362" y="1727429"/>
                  </a:lnTo>
                  <a:lnTo>
                    <a:pt x="115284" y="1722491"/>
                  </a:lnTo>
                  <a:lnTo>
                    <a:pt x="117205" y="1715857"/>
                  </a:lnTo>
                  <a:lnTo>
                    <a:pt x="119127" y="1709844"/>
                  </a:lnTo>
                  <a:lnTo>
                    <a:pt x="121048" y="1705343"/>
                  </a:lnTo>
                  <a:lnTo>
                    <a:pt x="122969" y="1701963"/>
                  </a:lnTo>
                  <a:lnTo>
                    <a:pt x="124891" y="1700652"/>
                  </a:lnTo>
                  <a:lnTo>
                    <a:pt x="126812" y="1703191"/>
                  </a:lnTo>
                  <a:lnTo>
                    <a:pt x="128734" y="1709363"/>
                  </a:lnTo>
                  <a:lnTo>
                    <a:pt x="130655" y="1716857"/>
                  </a:lnTo>
                  <a:lnTo>
                    <a:pt x="132576" y="1723436"/>
                  </a:lnTo>
                  <a:lnTo>
                    <a:pt x="134498" y="1728218"/>
                  </a:lnTo>
                  <a:lnTo>
                    <a:pt x="136419" y="1731386"/>
                  </a:lnTo>
                  <a:lnTo>
                    <a:pt x="138341" y="1732877"/>
                  </a:lnTo>
                  <a:lnTo>
                    <a:pt x="140262" y="1731220"/>
                  </a:lnTo>
                  <a:lnTo>
                    <a:pt x="142183" y="1724519"/>
                  </a:lnTo>
                  <a:lnTo>
                    <a:pt x="144105" y="1713939"/>
                  </a:lnTo>
                  <a:lnTo>
                    <a:pt x="146026" y="1705975"/>
                  </a:lnTo>
                  <a:lnTo>
                    <a:pt x="147948" y="1707695"/>
                  </a:lnTo>
                  <a:lnTo>
                    <a:pt x="149869" y="1717911"/>
                  </a:lnTo>
                  <a:lnTo>
                    <a:pt x="151791" y="1727425"/>
                  </a:lnTo>
                  <a:lnTo>
                    <a:pt x="153712" y="1729932"/>
                  </a:lnTo>
                  <a:lnTo>
                    <a:pt x="155633" y="1727794"/>
                  </a:lnTo>
                  <a:lnTo>
                    <a:pt x="157555" y="1726425"/>
                  </a:lnTo>
                  <a:lnTo>
                    <a:pt x="159476" y="1727886"/>
                  </a:lnTo>
                  <a:lnTo>
                    <a:pt x="161398" y="1730670"/>
                  </a:lnTo>
                  <a:lnTo>
                    <a:pt x="163319" y="1731513"/>
                  </a:lnTo>
                  <a:lnTo>
                    <a:pt x="165240" y="1726214"/>
                  </a:lnTo>
                  <a:lnTo>
                    <a:pt x="167162" y="1712223"/>
                  </a:lnTo>
                  <a:lnTo>
                    <a:pt x="169083" y="1693045"/>
                  </a:lnTo>
                  <a:lnTo>
                    <a:pt x="171005" y="1677101"/>
                  </a:lnTo>
                  <a:lnTo>
                    <a:pt x="172926" y="1670758"/>
                  </a:lnTo>
                  <a:lnTo>
                    <a:pt x="174847" y="1673253"/>
                  </a:lnTo>
                  <a:lnTo>
                    <a:pt x="176769" y="1679484"/>
                  </a:lnTo>
                  <a:lnTo>
                    <a:pt x="178690" y="1686191"/>
                  </a:lnTo>
                  <a:lnTo>
                    <a:pt x="180612" y="1693991"/>
                  </a:lnTo>
                  <a:lnTo>
                    <a:pt x="182533" y="1703926"/>
                  </a:lnTo>
                  <a:lnTo>
                    <a:pt x="184454" y="1713867"/>
                  </a:lnTo>
                  <a:lnTo>
                    <a:pt x="186376" y="1719606"/>
                  </a:lnTo>
                  <a:lnTo>
                    <a:pt x="188297" y="1718938"/>
                  </a:lnTo>
                  <a:lnTo>
                    <a:pt x="190219" y="1714244"/>
                  </a:lnTo>
                  <a:lnTo>
                    <a:pt x="192140" y="1711089"/>
                  </a:lnTo>
                  <a:lnTo>
                    <a:pt x="194061" y="1713382"/>
                  </a:lnTo>
                  <a:lnTo>
                    <a:pt x="195983" y="1718726"/>
                  </a:lnTo>
                  <a:lnTo>
                    <a:pt x="197904" y="1718881"/>
                  </a:lnTo>
                  <a:lnTo>
                    <a:pt x="199826" y="1706995"/>
                  </a:lnTo>
                  <a:lnTo>
                    <a:pt x="201747" y="1685329"/>
                  </a:lnTo>
                  <a:lnTo>
                    <a:pt x="203668" y="1664916"/>
                  </a:lnTo>
                  <a:lnTo>
                    <a:pt x="205590" y="1656869"/>
                  </a:lnTo>
                  <a:lnTo>
                    <a:pt x="207511" y="1662605"/>
                  </a:lnTo>
                  <a:lnTo>
                    <a:pt x="209433" y="1672822"/>
                  </a:lnTo>
                  <a:lnTo>
                    <a:pt x="211354" y="1679036"/>
                  </a:lnTo>
                  <a:lnTo>
                    <a:pt x="213275" y="1682663"/>
                  </a:lnTo>
                  <a:lnTo>
                    <a:pt x="215197" y="1687675"/>
                  </a:lnTo>
                  <a:lnTo>
                    <a:pt x="217118" y="1691361"/>
                  </a:lnTo>
                  <a:lnTo>
                    <a:pt x="219040" y="1688299"/>
                  </a:lnTo>
                  <a:lnTo>
                    <a:pt x="220961" y="1677125"/>
                  </a:lnTo>
                  <a:lnTo>
                    <a:pt x="222883" y="1660811"/>
                  </a:lnTo>
                  <a:lnTo>
                    <a:pt x="224804" y="1643530"/>
                  </a:lnTo>
                  <a:lnTo>
                    <a:pt x="226725" y="1626798"/>
                  </a:lnTo>
                  <a:lnTo>
                    <a:pt x="228647" y="1610190"/>
                  </a:lnTo>
                  <a:lnTo>
                    <a:pt x="230568" y="1596941"/>
                  </a:lnTo>
                  <a:lnTo>
                    <a:pt x="232490" y="1590912"/>
                  </a:lnTo>
                  <a:lnTo>
                    <a:pt x="234411" y="1585190"/>
                  </a:lnTo>
                  <a:lnTo>
                    <a:pt x="236332" y="1564571"/>
                  </a:lnTo>
                  <a:lnTo>
                    <a:pt x="238254" y="1520063"/>
                  </a:lnTo>
                  <a:lnTo>
                    <a:pt x="240175" y="1449788"/>
                  </a:lnTo>
                  <a:lnTo>
                    <a:pt x="242097" y="1349219"/>
                  </a:lnTo>
                  <a:lnTo>
                    <a:pt x="244018" y="1206322"/>
                  </a:lnTo>
                  <a:lnTo>
                    <a:pt x="245939" y="987038"/>
                  </a:lnTo>
                  <a:lnTo>
                    <a:pt x="247861" y="606362"/>
                  </a:lnTo>
                  <a:lnTo>
                    <a:pt x="249782" y="0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8163630" y="4740876"/>
              <a:ext cx="724369" cy="1242546"/>
            </a:xfrm>
            <a:custGeom>
              <a:avLst/>
              <a:pathLst>
                <a:path w="724369" h="1242546">
                  <a:moveTo>
                    <a:pt x="0" y="0"/>
                  </a:moveTo>
                  <a:lnTo>
                    <a:pt x="1921" y="698483"/>
                  </a:lnTo>
                  <a:lnTo>
                    <a:pt x="3842" y="1065731"/>
                  </a:lnTo>
                  <a:lnTo>
                    <a:pt x="5764" y="1198864"/>
                  </a:lnTo>
                  <a:lnTo>
                    <a:pt x="7685" y="1233850"/>
                  </a:lnTo>
                  <a:lnTo>
                    <a:pt x="9607" y="1240988"/>
                  </a:lnTo>
                  <a:lnTo>
                    <a:pt x="11528" y="1242273"/>
                  </a:lnTo>
                  <a:lnTo>
                    <a:pt x="13449" y="1242490"/>
                  </a:lnTo>
                  <a:lnTo>
                    <a:pt x="15371" y="1242451"/>
                  </a:lnTo>
                  <a:lnTo>
                    <a:pt x="17292" y="1242117"/>
                  </a:lnTo>
                  <a:lnTo>
                    <a:pt x="19214" y="1241189"/>
                  </a:lnTo>
                  <a:lnTo>
                    <a:pt x="21135" y="1239624"/>
                  </a:lnTo>
                  <a:lnTo>
                    <a:pt x="23056" y="1238126"/>
                  </a:lnTo>
                  <a:lnTo>
                    <a:pt x="24978" y="1237430"/>
                  </a:lnTo>
                  <a:lnTo>
                    <a:pt x="26899" y="1236859"/>
                  </a:lnTo>
                  <a:lnTo>
                    <a:pt x="28821" y="1234774"/>
                  </a:lnTo>
                  <a:lnTo>
                    <a:pt x="30742" y="1231181"/>
                  </a:lnTo>
                  <a:lnTo>
                    <a:pt x="32663" y="1228680"/>
                  </a:lnTo>
                  <a:lnTo>
                    <a:pt x="34585" y="1229442"/>
                  </a:lnTo>
                  <a:lnTo>
                    <a:pt x="36506" y="1232401"/>
                  </a:lnTo>
                  <a:lnTo>
                    <a:pt x="38428" y="1235114"/>
                  </a:lnTo>
                  <a:lnTo>
                    <a:pt x="40349" y="1236993"/>
                  </a:lnTo>
                  <a:lnTo>
                    <a:pt x="42270" y="1238807"/>
                  </a:lnTo>
                  <a:lnTo>
                    <a:pt x="44192" y="1240600"/>
                  </a:lnTo>
                  <a:lnTo>
                    <a:pt x="46113" y="1241820"/>
                  </a:lnTo>
                  <a:lnTo>
                    <a:pt x="48035" y="1242352"/>
                  </a:lnTo>
                  <a:lnTo>
                    <a:pt x="49956" y="1242468"/>
                  </a:lnTo>
                  <a:lnTo>
                    <a:pt x="51877" y="1242309"/>
                  </a:lnTo>
                  <a:lnTo>
                    <a:pt x="53799" y="1241696"/>
                  </a:lnTo>
                  <a:lnTo>
                    <a:pt x="55720" y="1240337"/>
                  </a:lnTo>
                  <a:lnTo>
                    <a:pt x="57642" y="1238399"/>
                  </a:lnTo>
                  <a:lnTo>
                    <a:pt x="59563" y="1236723"/>
                  </a:lnTo>
                  <a:lnTo>
                    <a:pt x="61484" y="1235960"/>
                  </a:lnTo>
                  <a:lnTo>
                    <a:pt x="63406" y="1236020"/>
                  </a:lnTo>
                  <a:lnTo>
                    <a:pt x="65327" y="1236879"/>
                  </a:lnTo>
                  <a:lnTo>
                    <a:pt x="67249" y="1238451"/>
                  </a:lnTo>
                  <a:lnTo>
                    <a:pt x="69170" y="1239670"/>
                  </a:lnTo>
                  <a:lnTo>
                    <a:pt x="71091" y="1239431"/>
                  </a:lnTo>
                  <a:lnTo>
                    <a:pt x="73013" y="1238238"/>
                  </a:lnTo>
                  <a:lnTo>
                    <a:pt x="74934" y="1237798"/>
                  </a:lnTo>
                  <a:lnTo>
                    <a:pt x="76856" y="1238707"/>
                  </a:lnTo>
                  <a:lnTo>
                    <a:pt x="78777" y="1239588"/>
                  </a:lnTo>
                  <a:lnTo>
                    <a:pt x="80699" y="1238530"/>
                  </a:lnTo>
                  <a:lnTo>
                    <a:pt x="82620" y="1234974"/>
                  </a:lnTo>
                  <a:lnTo>
                    <a:pt x="84541" y="1230525"/>
                  </a:lnTo>
                  <a:lnTo>
                    <a:pt x="86463" y="1227837"/>
                  </a:lnTo>
                  <a:lnTo>
                    <a:pt x="88384" y="1228235"/>
                  </a:lnTo>
                  <a:lnTo>
                    <a:pt x="90306" y="1230937"/>
                  </a:lnTo>
                  <a:lnTo>
                    <a:pt x="92227" y="1234125"/>
                  </a:lnTo>
                  <a:lnTo>
                    <a:pt x="94148" y="1236210"/>
                  </a:lnTo>
                  <a:lnTo>
                    <a:pt x="96070" y="1237033"/>
                  </a:lnTo>
                  <a:lnTo>
                    <a:pt x="97991" y="1237751"/>
                  </a:lnTo>
                  <a:lnTo>
                    <a:pt x="99913" y="1239124"/>
                  </a:lnTo>
                  <a:lnTo>
                    <a:pt x="101834" y="1240719"/>
                  </a:lnTo>
                  <a:lnTo>
                    <a:pt x="103755" y="1241841"/>
                  </a:lnTo>
                  <a:lnTo>
                    <a:pt x="105677" y="1242354"/>
                  </a:lnTo>
                  <a:lnTo>
                    <a:pt x="107598" y="1242509"/>
                  </a:lnTo>
                  <a:lnTo>
                    <a:pt x="109520" y="1242541"/>
                  </a:lnTo>
                  <a:lnTo>
                    <a:pt x="111441" y="1242546"/>
                  </a:lnTo>
                  <a:lnTo>
                    <a:pt x="113362" y="1242546"/>
                  </a:lnTo>
                  <a:lnTo>
                    <a:pt x="115284" y="1242546"/>
                  </a:lnTo>
                  <a:lnTo>
                    <a:pt x="117205" y="1242546"/>
                  </a:lnTo>
                  <a:lnTo>
                    <a:pt x="119127" y="1242546"/>
                  </a:lnTo>
                  <a:lnTo>
                    <a:pt x="121048" y="1242546"/>
                  </a:lnTo>
                  <a:lnTo>
                    <a:pt x="122969" y="1242546"/>
                  </a:lnTo>
                  <a:lnTo>
                    <a:pt x="124891" y="1242546"/>
                  </a:lnTo>
                  <a:lnTo>
                    <a:pt x="126812" y="1242544"/>
                  </a:lnTo>
                  <a:lnTo>
                    <a:pt x="128734" y="1242529"/>
                  </a:lnTo>
                  <a:lnTo>
                    <a:pt x="130655" y="1242446"/>
                  </a:lnTo>
                  <a:lnTo>
                    <a:pt x="132576" y="1242125"/>
                  </a:lnTo>
                  <a:lnTo>
                    <a:pt x="134498" y="1241272"/>
                  </a:lnTo>
                  <a:lnTo>
                    <a:pt x="136419" y="1239770"/>
                  </a:lnTo>
                  <a:lnTo>
                    <a:pt x="138341" y="1238186"/>
                  </a:lnTo>
                  <a:lnTo>
                    <a:pt x="140262" y="1237460"/>
                  </a:lnTo>
                  <a:lnTo>
                    <a:pt x="142183" y="1237354"/>
                  </a:lnTo>
                  <a:lnTo>
                    <a:pt x="144105" y="1236174"/>
                  </a:lnTo>
                  <a:lnTo>
                    <a:pt x="146026" y="1233385"/>
                  </a:lnTo>
                  <a:lnTo>
                    <a:pt x="147948" y="1231184"/>
                  </a:lnTo>
                  <a:lnTo>
                    <a:pt x="149869" y="1231499"/>
                  </a:lnTo>
                  <a:lnTo>
                    <a:pt x="151791" y="1233308"/>
                  </a:lnTo>
                  <a:lnTo>
                    <a:pt x="153712" y="1234576"/>
                  </a:lnTo>
                  <a:lnTo>
                    <a:pt x="155633" y="1234523"/>
                  </a:lnTo>
                  <a:lnTo>
                    <a:pt x="157555" y="1233748"/>
                  </a:lnTo>
                  <a:lnTo>
                    <a:pt x="159476" y="1233675"/>
                  </a:lnTo>
                  <a:lnTo>
                    <a:pt x="161398" y="1235233"/>
                  </a:lnTo>
                  <a:lnTo>
                    <a:pt x="163319" y="1237886"/>
                  </a:lnTo>
                  <a:lnTo>
                    <a:pt x="165240" y="1240318"/>
                  </a:lnTo>
                  <a:lnTo>
                    <a:pt x="167162" y="1241761"/>
                  </a:lnTo>
                  <a:lnTo>
                    <a:pt x="169083" y="1242345"/>
                  </a:lnTo>
                  <a:lnTo>
                    <a:pt x="171005" y="1242509"/>
                  </a:lnTo>
                  <a:lnTo>
                    <a:pt x="172926" y="1242541"/>
                  </a:lnTo>
                  <a:lnTo>
                    <a:pt x="174847" y="1242540"/>
                  </a:lnTo>
                  <a:lnTo>
                    <a:pt x="176769" y="1242504"/>
                  </a:lnTo>
                  <a:lnTo>
                    <a:pt x="178690" y="1242322"/>
                  </a:lnTo>
                  <a:lnTo>
                    <a:pt x="180612" y="1241734"/>
                  </a:lnTo>
                  <a:lnTo>
                    <a:pt x="182533" y="1240504"/>
                  </a:lnTo>
                  <a:lnTo>
                    <a:pt x="184454" y="1238943"/>
                  </a:lnTo>
                  <a:lnTo>
                    <a:pt x="186376" y="1238052"/>
                  </a:lnTo>
                  <a:lnTo>
                    <a:pt x="188297" y="1238570"/>
                  </a:lnTo>
                  <a:lnTo>
                    <a:pt x="190219" y="1240058"/>
                  </a:lnTo>
                  <a:lnTo>
                    <a:pt x="192140" y="1241449"/>
                  </a:lnTo>
                  <a:lnTo>
                    <a:pt x="194061" y="1242161"/>
                  </a:lnTo>
                  <a:lnTo>
                    <a:pt x="195983" y="1242200"/>
                  </a:lnTo>
                  <a:lnTo>
                    <a:pt x="197904" y="1241581"/>
                  </a:lnTo>
                  <a:lnTo>
                    <a:pt x="199826" y="1240235"/>
                  </a:lnTo>
                  <a:lnTo>
                    <a:pt x="201747" y="1238478"/>
                  </a:lnTo>
                  <a:lnTo>
                    <a:pt x="203668" y="1237036"/>
                  </a:lnTo>
                  <a:lnTo>
                    <a:pt x="205590" y="1236298"/>
                  </a:lnTo>
                  <a:lnTo>
                    <a:pt x="207511" y="1236016"/>
                  </a:lnTo>
                  <a:lnTo>
                    <a:pt x="209433" y="1235896"/>
                  </a:lnTo>
                  <a:lnTo>
                    <a:pt x="211354" y="1235695"/>
                  </a:lnTo>
                  <a:lnTo>
                    <a:pt x="213275" y="1235076"/>
                  </a:lnTo>
                  <a:lnTo>
                    <a:pt x="215197" y="1234294"/>
                  </a:lnTo>
                  <a:lnTo>
                    <a:pt x="217118" y="1234270"/>
                  </a:lnTo>
                  <a:lnTo>
                    <a:pt x="219040" y="1235408"/>
                  </a:lnTo>
                  <a:lnTo>
                    <a:pt x="220961" y="1236875"/>
                  </a:lnTo>
                  <a:lnTo>
                    <a:pt x="222883" y="1237289"/>
                  </a:lnTo>
                  <a:lnTo>
                    <a:pt x="224804" y="1236322"/>
                  </a:lnTo>
                  <a:lnTo>
                    <a:pt x="226725" y="1235137"/>
                  </a:lnTo>
                  <a:lnTo>
                    <a:pt x="228647" y="1235016"/>
                  </a:lnTo>
                  <a:lnTo>
                    <a:pt x="230568" y="1236258"/>
                  </a:lnTo>
                  <a:lnTo>
                    <a:pt x="232490" y="1238012"/>
                  </a:lnTo>
                  <a:lnTo>
                    <a:pt x="234411" y="1238587"/>
                  </a:lnTo>
                  <a:lnTo>
                    <a:pt x="236332" y="1236964"/>
                  </a:lnTo>
                  <a:lnTo>
                    <a:pt x="238254" y="1234112"/>
                  </a:lnTo>
                  <a:lnTo>
                    <a:pt x="240175" y="1231843"/>
                  </a:lnTo>
                  <a:lnTo>
                    <a:pt x="242097" y="1231144"/>
                  </a:lnTo>
                  <a:lnTo>
                    <a:pt x="244018" y="1231908"/>
                  </a:lnTo>
                  <a:lnTo>
                    <a:pt x="245939" y="1233434"/>
                  </a:lnTo>
                  <a:lnTo>
                    <a:pt x="247861" y="1235150"/>
                  </a:lnTo>
                  <a:lnTo>
                    <a:pt x="249782" y="1237077"/>
                  </a:lnTo>
                  <a:lnTo>
                    <a:pt x="251704" y="1239182"/>
                  </a:lnTo>
                  <a:lnTo>
                    <a:pt x="253625" y="1240946"/>
                  </a:lnTo>
                  <a:lnTo>
                    <a:pt x="255546" y="1241981"/>
                  </a:lnTo>
                  <a:lnTo>
                    <a:pt x="257468" y="1242401"/>
                  </a:lnTo>
                  <a:lnTo>
                    <a:pt x="259389" y="1242513"/>
                  </a:lnTo>
                  <a:lnTo>
                    <a:pt x="261311" y="1242489"/>
                  </a:lnTo>
                  <a:lnTo>
                    <a:pt x="263232" y="1242275"/>
                  </a:lnTo>
                  <a:lnTo>
                    <a:pt x="265153" y="1241612"/>
                  </a:lnTo>
                  <a:lnTo>
                    <a:pt x="267075" y="1240318"/>
                  </a:lnTo>
                  <a:lnTo>
                    <a:pt x="268996" y="1238806"/>
                  </a:lnTo>
                  <a:lnTo>
                    <a:pt x="270918" y="1238080"/>
                  </a:lnTo>
                  <a:lnTo>
                    <a:pt x="272839" y="1238734"/>
                  </a:lnTo>
                  <a:lnTo>
                    <a:pt x="274760" y="1240229"/>
                  </a:lnTo>
                  <a:lnTo>
                    <a:pt x="276682" y="1241555"/>
                  </a:lnTo>
                  <a:lnTo>
                    <a:pt x="278603" y="1242251"/>
                  </a:lnTo>
                  <a:lnTo>
                    <a:pt x="280525" y="1242472"/>
                  </a:lnTo>
                  <a:lnTo>
                    <a:pt x="282446" y="1242445"/>
                  </a:lnTo>
                  <a:lnTo>
                    <a:pt x="284367" y="1242132"/>
                  </a:lnTo>
                  <a:lnTo>
                    <a:pt x="286289" y="1241262"/>
                  </a:lnTo>
                  <a:lnTo>
                    <a:pt x="288210" y="1239743"/>
                  </a:lnTo>
                  <a:lnTo>
                    <a:pt x="290132" y="1238249"/>
                  </a:lnTo>
                  <a:lnTo>
                    <a:pt x="292053" y="1237960"/>
                  </a:lnTo>
                  <a:lnTo>
                    <a:pt x="293975" y="1239191"/>
                  </a:lnTo>
                  <a:lnTo>
                    <a:pt x="295896" y="1240890"/>
                  </a:lnTo>
                  <a:lnTo>
                    <a:pt x="297817" y="1242003"/>
                  </a:lnTo>
                  <a:lnTo>
                    <a:pt x="299739" y="1242427"/>
                  </a:lnTo>
                  <a:lnTo>
                    <a:pt x="301660" y="1242510"/>
                  </a:lnTo>
                  <a:lnTo>
                    <a:pt x="303582" y="1242434"/>
                  </a:lnTo>
                  <a:lnTo>
                    <a:pt x="305503" y="1242088"/>
                  </a:lnTo>
                  <a:lnTo>
                    <a:pt x="307424" y="1241180"/>
                  </a:lnTo>
                  <a:lnTo>
                    <a:pt x="309346" y="1239636"/>
                  </a:lnTo>
                  <a:lnTo>
                    <a:pt x="311267" y="1238181"/>
                  </a:lnTo>
                  <a:lnTo>
                    <a:pt x="313189" y="1237990"/>
                  </a:lnTo>
                  <a:lnTo>
                    <a:pt x="315110" y="1239228"/>
                  </a:lnTo>
                  <a:lnTo>
                    <a:pt x="317031" y="1240564"/>
                  </a:lnTo>
                  <a:lnTo>
                    <a:pt x="318953" y="1240692"/>
                  </a:lnTo>
                  <a:lnTo>
                    <a:pt x="320874" y="1239529"/>
                  </a:lnTo>
                  <a:lnTo>
                    <a:pt x="322796" y="1238194"/>
                  </a:lnTo>
                  <a:lnTo>
                    <a:pt x="324717" y="1237970"/>
                  </a:lnTo>
                  <a:lnTo>
                    <a:pt x="326638" y="1238796"/>
                  </a:lnTo>
                  <a:lnTo>
                    <a:pt x="328560" y="1239300"/>
                  </a:lnTo>
                  <a:lnTo>
                    <a:pt x="330481" y="1238688"/>
                  </a:lnTo>
                  <a:lnTo>
                    <a:pt x="332403" y="1237881"/>
                  </a:lnTo>
                  <a:lnTo>
                    <a:pt x="334324" y="1238209"/>
                  </a:lnTo>
                  <a:lnTo>
                    <a:pt x="336245" y="1239651"/>
                  </a:lnTo>
                  <a:lnTo>
                    <a:pt x="338167" y="1241164"/>
                  </a:lnTo>
                  <a:lnTo>
                    <a:pt x="340088" y="1242072"/>
                  </a:lnTo>
                  <a:lnTo>
                    <a:pt x="342010" y="1242417"/>
                  </a:lnTo>
                  <a:lnTo>
                    <a:pt x="343931" y="1242427"/>
                  </a:lnTo>
                  <a:lnTo>
                    <a:pt x="345852" y="1242065"/>
                  </a:lnTo>
                  <a:lnTo>
                    <a:pt x="347774" y="1240976"/>
                  </a:lnTo>
                  <a:lnTo>
                    <a:pt x="349695" y="1238938"/>
                  </a:lnTo>
                  <a:lnTo>
                    <a:pt x="351617" y="1236477"/>
                  </a:lnTo>
                  <a:lnTo>
                    <a:pt x="353538" y="1234678"/>
                  </a:lnTo>
                  <a:lnTo>
                    <a:pt x="355459" y="1234205"/>
                  </a:lnTo>
                  <a:lnTo>
                    <a:pt x="357381" y="1234763"/>
                  </a:lnTo>
                  <a:lnTo>
                    <a:pt x="359302" y="1235639"/>
                  </a:lnTo>
                  <a:lnTo>
                    <a:pt x="361224" y="1236617"/>
                  </a:lnTo>
                  <a:lnTo>
                    <a:pt x="363145" y="1238000"/>
                  </a:lnTo>
                  <a:lnTo>
                    <a:pt x="365067" y="1239653"/>
                  </a:lnTo>
                  <a:lnTo>
                    <a:pt x="366988" y="1240708"/>
                  </a:lnTo>
                  <a:lnTo>
                    <a:pt x="368909" y="1240476"/>
                  </a:lnTo>
                  <a:lnTo>
                    <a:pt x="370831" y="1239232"/>
                  </a:lnTo>
                  <a:lnTo>
                    <a:pt x="372752" y="1238132"/>
                  </a:lnTo>
                  <a:lnTo>
                    <a:pt x="374674" y="1238293"/>
                  </a:lnTo>
                  <a:lnTo>
                    <a:pt x="376595" y="1239672"/>
                  </a:lnTo>
                  <a:lnTo>
                    <a:pt x="378516" y="1241211"/>
                  </a:lnTo>
                  <a:lnTo>
                    <a:pt x="380438" y="1242127"/>
                  </a:lnTo>
                  <a:lnTo>
                    <a:pt x="382359" y="1242458"/>
                  </a:lnTo>
                  <a:lnTo>
                    <a:pt x="384281" y="1242534"/>
                  </a:lnTo>
                  <a:lnTo>
                    <a:pt x="386202" y="1242545"/>
                  </a:lnTo>
                  <a:lnTo>
                    <a:pt x="388123" y="1242546"/>
                  </a:lnTo>
                  <a:lnTo>
                    <a:pt x="390045" y="1242546"/>
                  </a:lnTo>
                  <a:lnTo>
                    <a:pt x="391966" y="1242546"/>
                  </a:lnTo>
                  <a:lnTo>
                    <a:pt x="393888" y="1242546"/>
                  </a:lnTo>
                  <a:lnTo>
                    <a:pt x="395809" y="1242546"/>
                  </a:lnTo>
                  <a:lnTo>
                    <a:pt x="397730" y="1242546"/>
                  </a:lnTo>
                  <a:lnTo>
                    <a:pt x="399652" y="1242546"/>
                  </a:lnTo>
                  <a:lnTo>
                    <a:pt x="401573" y="1242546"/>
                  </a:lnTo>
                  <a:lnTo>
                    <a:pt x="403495" y="1242546"/>
                  </a:lnTo>
                  <a:lnTo>
                    <a:pt x="405416" y="1242546"/>
                  </a:lnTo>
                  <a:lnTo>
                    <a:pt x="407337" y="1242546"/>
                  </a:lnTo>
                  <a:lnTo>
                    <a:pt x="409259" y="1242546"/>
                  </a:lnTo>
                  <a:lnTo>
                    <a:pt x="411180" y="1242546"/>
                  </a:lnTo>
                  <a:lnTo>
                    <a:pt x="413102" y="1242546"/>
                  </a:lnTo>
                  <a:lnTo>
                    <a:pt x="415023" y="1242546"/>
                  </a:lnTo>
                  <a:lnTo>
                    <a:pt x="416944" y="1242546"/>
                  </a:lnTo>
                  <a:lnTo>
                    <a:pt x="418866" y="1242546"/>
                  </a:lnTo>
                  <a:lnTo>
                    <a:pt x="420787" y="1242546"/>
                  </a:lnTo>
                  <a:lnTo>
                    <a:pt x="422709" y="1242546"/>
                  </a:lnTo>
                  <a:lnTo>
                    <a:pt x="424630" y="1242546"/>
                  </a:lnTo>
                  <a:lnTo>
                    <a:pt x="426551" y="1242546"/>
                  </a:lnTo>
                  <a:lnTo>
                    <a:pt x="428473" y="1242546"/>
                  </a:lnTo>
                  <a:lnTo>
                    <a:pt x="430394" y="1242546"/>
                  </a:lnTo>
                  <a:lnTo>
                    <a:pt x="432316" y="1242546"/>
                  </a:lnTo>
                  <a:lnTo>
                    <a:pt x="434237" y="1242546"/>
                  </a:lnTo>
                  <a:lnTo>
                    <a:pt x="436159" y="1242546"/>
                  </a:lnTo>
                  <a:lnTo>
                    <a:pt x="438080" y="1242545"/>
                  </a:lnTo>
                  <a:lnTo>
                    <a:pt x="440001" y="1242538"/>
                  </a:lnTo>
                  <a:lnTo>
                    <a:pt x="441923" y="1242487"/>
                  </a:lnTo>
                  <a:lnTo>
                    <a:pt x="443844" y="1242253"/>
                  </a:lnTo>
                  <a:lnTo>
                    <a:pt x="445766" y="1241552"/>
                  </a:lnTo>
                  <a:lnTo>
                    <a:pt x="447687" y="1240201"/>
                  </a:lnTo>
                  <a:lnTo>
                    <a:pt x="449608" y="1238658"/>
                  </a:lnTo>
                  <a:lnTo>
                    <a:pt x="451530" y="1237999"/>
                  </a:lnTo>
                  <a:lnTo>
                    <a:pt x="453451" y="1238804"/>
                  </a:lnTo>
                  <a:lnTo>
                    <a:pt x="455373" y="1240392"/>
                  </a:lnTo>
                  <a:lnTo>
                    <a:pt x="457294" y="1241684"/>
                  </a:lnTo>
                  <a:lnTo>
                    <a:pt x="459215" y="1242308"/>
                  </a:lnTo>
                  <a:lnTo>
                    <a:pt x="461137" y="1242501"/>
                  </a:lnTo>
                  <a:lnTo>
                    <a:pt x="463058" y="1242540"/>
                  </a:lnTo>
                  <a:lnTo>
                    <a:pt x="464980" y="1242546"/>
                  </a:lnTo>
                  <a:lnTo>
                    <a:pt x="466901" y="1242546"/>
                  </a:lnTo>
                  <a:lnTo>
                    <a:pt x="468822" y="1242546"/>
                  </a:lnTo>
                  <a:lnTo>
                    <a:pt x="470744" y="1242546"/>
                  </a:lnTo>
                  <a:lnTo>
                    <a:pt x="472665" y="1242546"/>
                  </a:lnTo>
                  <a:lnTo>
                    <a:pt x="474587" y="1242546"/>
                  </a:lnTo>
                  <a:lnTo>
                    <a:pt x="476508" y="1242546"/>
                  </a:lnTo>
                  <a:lnTo>
                    <a:pt x="478429" y="1242546"/>
                  </a:lnTo>
                  <a:lnTo>
                    <a:pt x="480351" y="1242546"/>
                  </a:lnTo>
                  <a:lnTo>
                    <a:pt x="482272" y="1242545"/>
                  </a:lnTo>
                  <a:lnTo>
                    <a:pt x="484194" y="1242534"/>
                  </a:lnTo>
                  <a:lnTo>
                    <a:pt x="486115" y="1242460"/>
                  </a:lnTo>
                  <a:lnTo>
                    <a:pt x="488036" y="1242132"/>
                  </a:lnTo>
                  <a:lnTo>
                    <a:pt x="489958" y="1241221"/>
                  </a:lnTo>
                  <a:lnTo>
                    <a:pt x="491879" y="1239678"/>
                  </a:lnTo>
                  <a:lnTo>
                    <a:pt x="493801" y="1238285"/>
                  </a:lnTo>
                  <a:lnTo>
                    <a:pt x="495722" y="1238128"/>
                  </a:lnTo>
                  <a:lnTo>
                    <a:pt x="497643" y="1239302"/>
                  </a:lnTo>
                  <a:lnTo>
                    <a:pt x="499565" y="1240843"/>
                  </a:lnTo>
                  <a:lnTo>
                    <a:pt x="501486" y="1241906"/>
                  </a:lnTo>
                  <a:lnTo>
                    <a:pt x="503408" y="1242375"/>
                  </a:lnTo>
                  <a:lnTo>
                    <a:pt x="505329" y="1242514"/>
                  </a:lnTo>
                  <a:lnTo>
                    <a:pt x="507250" y="1242542"/>
                  </a:lnTo>
                  <a:lnTo>
                    <a:pt x="509172" y="1242546"/>
                  </a:lnTo>
                  <a:lnTo>
                    <a:pt x="511093" y="1242546"/>
                  </a:lnTo>
                  <a:lnTo>
                    <a:pt x="513015" y="1242546"/>
                  </a:lnTo>
                  <a:lnTo>
                    <a:pt x="514936" y="1242546"/>
                  </a:lnTo>
                  <a:lnTo>
                    <a:pt x="516858" y="1242546"/>
                  </a:lnTo>
                  <a:lnTo>
                    <a:pt x="518779" y="1242546"/>
                  </a:lnTo>
                  <a:lnTo>
                    <a:pt x="520700" y="1242546"/>
                  </a:lnTo>
                  <a:lnTo>
                    <a:pt x="522622" y="1242546"/>
                  </a:lnTo>
                  <a:lnTo>
                    <a:pt x="524543" y="1242546"/>
                  </a:lnTo>
                  <a:lnTo>
                    <a:pt x="526465" y="1242546"/>
                  </a:lnTo>
                  <a:lnTo>
                    <a:pt x="528386" y="1242546"/>
                  </a:lnTo>
                  <a:lnTo>
                    <a:pt x="530307" y="1242545"/>
                  </a:lnTo>
                  <a:lnTo>
                    <a:pt x="532229" y="1242540"/>
                  </a:lnTo>
                  <a:lnTo>
                    <a:pt x="534150" y="1242500"/>
                  </a:lnTo>
                  <a:lnTo>
                    <a:pt x="536072" y="1242308"/>
                  </a:lnTo>
                  <a:lnTo>
                    <a:pt x="537993" y="1241696"/>
                  </a:lnTo>
                  <a:lnTo>
                    <a:pt x="539914" y="1240417"/>
                  </a:lnTo>
                  <a:lnTo>
                    <a:pt x="541836" y="1238795"/>
                  </a:lnTo>
                  <a:lnTo>
                    <a:pt x="543757" y="1237926"/>
                  </a:lnTo>
                  <a:lnTo>
                    <a:pt x="545679" y="1238597"/>
                  </a:lnTo>
                  <a:lnTo>
                    <a:pt x="547600" y="1240217"/>
                  </a:lnTo>
                  <a:lnTo>
                    <a:pt x="549521" y="1241600"/>
                  </a:lnTo>
                  <a:lnTo>
                    <a:pt x="551443" y="1242263"/>
                  </a:lnTo>
                  <a:lnTo>
                    <a:pt x="553364" y="1242370"/>
                  </a:lnTo>
                  <a:lnTo>
                    <a:pt x="555286" y="1242004"/>
                  </a:lnTo>
                  <a:lnTo>
                    <a:pt x="557207" y="1240954"/>
                  </a:lnTo>
                  <a:lnTo>
                    <a:pt x="559128" y="1239277"/>
                  </a:lnTo>
                  <a:lnTo>
                    <a:pt x="561050" y="1237991"/>
                  </a:lnTo>
                  <a:lnTo>
                    <a:pt x="562971" y="1238205"/>
                  </a:lnTo>
                  <a:lnTo>
                    <a:pt x="564893" y="1239670"/>
                  </a:lnTo>
                  <a:lnTo>
                    <a:pt x="566814" y="1241201"/>
                  </a:lnTo>
                  <a:lnTo>
                    <a:pt x="568735" y="1242096"/>
                  </a:lnTo>
                  <a:lnTo>
                    <a:pt x="570657" y="1242437"/>
                  </a:lnTo>
                  <a:lnTo>
                    <a:pt x="572578" y="1242527"/>
                  </a:lnTo>
                  <a:lnTo>
                    <a:pt x="574500" y="1242544"/>
                  </a:lnTo>
                  <a:lnTo>
                    <a:pt x="576421" y="1242546"/>
                  </a:lnTo>
                  <a:lnTo>
                    <a:pt x="578342" y="1242546"/>
                  </a:lnTo>
                  <a:lnTo>
                    <a:pt x="580264" y="1242546"/>
                  </a:lnTo>
                  <a:lnTo>
                    <a:pt x="582185" y="1242546"/>
                  </a:lnTo>
                  <a:lnTo>
                    <a:pt x="584107" y="1242546"/>
                  </a:lnTo>
                  <a:lnTo>
                    <a:pt x="586028" y="1242546"/>
                  </a:lnTo>
                  <a:lnTo>
                    <a:pt x="587950" y="1242546"/>
                  </a:lnTo>
                  <a:lnTo>
                    <a:pt x="589871" y="1242546"/>
                  </a:lnTo>
                  <a:lnTo>
                    <a:pt x="591792" y="1242546"/>
                  </a:lnTo>
                  <a:lnTo>
                    <a:pt x="593714" y="1242546"/>
                  </a:lnTo>
                  <a:lnTo>
                    <a:pt x="595635" y="1242546"/>
                  </a:lnTo>
                  <a:lnTo>
                    <a:pt x="597557" y="1242543"/>
                  </a:lnTo>
                  <a:lnTo>
                    <a:pt x="599478" y="1242518"/>
                  </a:lnTo>
                  <a:lnTo>
                    <a:pt x="601399" y="1242390"/>
                  </a:lnTo>
                  <a:lnTo>
                    <a:pt x="603321" y="1241942"/>
                  </a:lnTo>
                  <a:lnTo>
                    <a:pt x="605242" y="1240893"/>
                  </a:lnTo>
                  <a:lnTo>
                    <a:pt x="607164" y="1239294"/>
                  </a:lnTo>
                  <a:lnTo>
                    <a:pt x="609085" y="1237820"/>
                  </a:lnTo>
                  <a:lnTo>
                    <a:pt x="611006" y="1237142"/>
                  </a:lnTo>
                  <a:lnTo>
                    <a:pt x="612928" y="1237044"/>
                  </a:lnTo>
                  <a:lnTo>
                    <a:pt x="614849" y="1237027"/>
                  </a:lnTo>
                  <a:lnTo>
                    <a:pt x="616771" y="1237469"/>
                  </a:lnTo>
                  <a:lnTo>
                    <a:pt x="618692" y="1238874"/>
                  </a:lnTo>
                  <a:lnTo>
                    <a:pt x="620613" y="1240648"/>
                  </a:lnTo>
                  <a:lnTo>
                    <a:pt x="622535" y="1241872"/>
                  </a:lnTo>
                  <a:lnTo>
                    <a:pt x="624456" y="1242383"/>
                  </a:lnTo>
                  <a:lnTo>
                    <a:pt x="626378" y="1242519"/>
                  </a:lnTo>
                  <a:lnTo>
                    <a:pt x="628299" y="1242543"/>
                  </a:lnTo>
                  <a:lnTo>
                    <a:pt x="630220" y="1242546"/>
                  </a:lnTo>
                  <a:lnTo>
                    <a:pt x="632142" y="1242546"/>
                  </a:lnTo>
                  <a:lnTo>
                    <a:pt x="634063" y="1242546"/>
                  </a:lnTo>
                  <a:lnTo>
                    <a:pt x="635985" y="1242546"/>
                  </a:lnTo>
                  <a:lnTo>
                    <a:pt x="637906" y="1242546"/>
                  </a:lnTo>
                  <a:lnTo>
                    <a:pt x="639827" y="1242546"/>
                  </a:lnTo>
                  <a:lnTo>
                    <a:pt x="641749" y="1242546"/>
                  </a:lnTo>
                  <a:lnTo>
                    <a:pt x="643670" y="1242546"/>
                  </a:lnTo>
                  <a:lnTo>
                    <a:pt x="645592" y="1242546"/>
                  </a:lnTo>
                  <a:lnTo>
                    <a:pt x="647513" y="1242546"/>
                  </a:lnTo>
                  <a:lnTo>
                    <a:pt x="649434" y="1242544"/>
                  </a:lnTo>
                  <a:lnTo>
                    <a:pt x="651356" y="1242522"/>
                  </a:lnTo>
                  <a:lnTo>
                    <a:pt x="653277" y="1242392"/>
                  </a:lnTo>
                  <a:lnTo>
                    <a:pt x="655199" y="1241871"/>
                  </a:lnTo>
                  <a:lnTo>
                    <a:pt x="657120" y="1240517"/>
                  </a:lnTo>
                  <a:lnTo>
                    <a:pt x="659042" y="1238270"/>
                  </a:lnTo>
                  <a:lnTo>
                    <a:pt x="660963" y="1235964"/>
                  </a:lnTo>
                  <a:lnTo>
                    <a:pt x="662884" y="1234798"/>
                  </a:lnTo>
                  <a:lnTo>
                    <a:pt x="664806" y="1235366"/>
                  </a:lnTo>
                  <a:lnTo>
                    <a:pt x="666727" y="1237332"/>
                  </a:lnTo>
                  <a:lnTo>
                    <a:pt x="668649" y="1239656"/>
                  </a:lnTo>
                  <a:lnTo>
                    <a:pt x="670570" y="1241331"/>
                  </a:lnTo>
                  <a:lnTo>
                    <a:pt x="672491" y="1241995"/>
                  </a:lnTo>
                  <a:lnTo>
                    <a:pt x="674413" y="1241712"/>
                  </a:lnTo>
                  <a:lnTo>
                    <a:pt x="676334" y="1240591"/>
                  </a:lnTo>
                  <a:lnTo>
                    <a:pt x="678256" y="1239050"/>
                  </a:lnTo>
                  <a:lnTo>
                    <a:pt x="680177" y="1238084"/>
                  </a:lnTo>
                  <a:lnTo>
                    <a:pt x="682098" y="1238493"/>
                  </a:lnTo>
                  <a:lnTo>
                    <a:pt x="684020" y="1239945"/>
                  </a:lnTo>
                  <a:lnTo>
                    <a:pt x="685941" y="1241383"/>
                  </a:lnTo>
                  <a:lnTo>
                    <a:pt x="687863" y="1242189"/>
                  </a:lnTo>
                  <a:lnTo>
                    <a:pt x="689784" y="1242472"/>
                  </a:lnTo>
                  <a:lnTo>
                    <a:pt x="691705" y="1242536"/>
                  </a:lnTo>
                  <a:lnTo>
                    <a:pt x="693627" y="1242543"/>
                  </a:lnTo>
                  <a:lnTo>
                    <a:pt x="695548" y="1242532"/>
                  </a:lnTo>
                  <a:lnTo>
                    <a:pt x="697470" y="1242455"/>
                  </a:lnTo>
                  <a:lnTo>
                    <a:pt x="699391" y="1242137"/>
                  </a:lnTo>
                  <a:lnTo>
                    <a:pt x="701312" y="1241206"/>
                  </a:lnTo>
                  <a:lnTo>
                    <a:pt x="703234" y="1239317"/>
                  </a:lnTo>
                  <a:lnTo>
                    <a:pt x="705155" y="1236758"/>
                  </a:lnTo>
                  <a:lnTo>
                    <a:pt x="707077" y="1234661"/>
                  </a:lnTo>
                  <a:lnTo>
                    <a:pt x="708998" y="1233995"/>
                  </a:lnTo>
                  <a:lnTo>
                    <a:pt x="710919" y="1234514"/>
                  </a:lnTo>
                  <a:lnTo>
                    <a:pt x="712841" y="1235350"/>
                  </a:lnTo>
                  <a:lnTo>
                    <a:pt x="714762" y="1236328"/>
                  </a:lnTo>
                  <a:lnTo>
                    <a:pt x="716684" y="1237896"/>
                  </a:lnTo>
                  <a:lnTo>
                    <a:pt x="718605" y="1239879"/>
                  </a:lnTo>
                  <a:lnTo>
                    <a:pt x="720526" y="1241453"/>
                  </a:lnTo>
                  <a:lnTo>
                    <a:pt x="722448" y="1242226"/>
                  </a:lnTo>
                  <a:lnTo>
                    <a:pt x="724369" y="1242546"/>
                  </a:lnTo>
                  <a:lnTo>
                    <a:pt x="722448" y="1242546"/>
                  </a:lnTo>
                  <a:lnTo>
                    <a:pt x="720526" y="1242546"/>
                  </a:lnTo>
                  <a:lnTo>
                    <a:pt x="718605" y="1242546"/>
                  </a:lnTo>
                  <a:lnTo>
                    <a:pt x="716684" y="1242546"/>
                  </a:lnTo>
                  <a:lnTo>
                    <a:pt x="714762" y="1242546"/>
                  </a:lnTo>
                  <a:lnTo>
                    <a:pt x="712841" y="1242546"/>
                  </a:lnTo>
                  <a:lnTo>
                    <a:pt x="710919" y="1242546"/>
                  </a:lnTo>
                  <a:lnTo>
                    <a:pt x="708998" y="1242546"/>
                  </a:lnTo>
                  <a:lnTo>
                    <a:pt x="707077" y="1242546"/>
                  </a:lnTo>
                  <a:lnTo>
                    <a:pt x="705155" y="1242546"/>
                  </a:lnTo>
                  <a:lnTo>
                    <a:pt x="703234" y="1242546"/>
                  </a:lnTo>
                  <a:lnTo>
                    <a:pt x="701312" y="1242546"/>
                  </a:lnTo>
                  <a:lnTo>
                    <a:pt x="699391" y="1242546"/>
                  </a:lnTo>
                  <a:lnTo>
                    <a:pt x="697470" y="1242546"/>
                  </a:lnTo>
                  <a:lnTo>
                    <a:pt x="695548" y="1242546"/>
                  </a:lnTo>
                  <a:lnTo>
                    <a:pt x="693627" y="1242546"/>
                  </a:lnTo>
                  <a:lnTo>
                    <a:pt x="691705" y="1242546"/>
                  </a:lnTo>
                  <a:lnTo>
                    <a:pt x="689784" y="1242546"/>
                  </a:lnTo>
                  <a:lnTo>
                    <a:pt x="687863" y="1242546"/>
                  </a:lnTo>
                  <a:lnTo>
                    <a:pt x="685941" y="1242546"/>
                  </a:lnTo>
                  <a:lnTo>
                    <a:pt x="684020" y="1242546"/>
                  </a:lnTo>
                  <a:lnTo>
                    <a:pt x="682098" y="1242546"/>
                  </a:lnTo>
                  <a:lnTo>
                    <a:pt x="680177" y="1242546"/>
                  </a:lnTo>
                  <a:lnTo>
                    <a:pt x="678256" y="1242546"/>
                  </a:lnTo>
                  <a:lnTo>
                    <a:pt x="676334" y="1242546"/>
                  </a:lnTo>
                  <a:lnTo>
                    <a:pt x="674413" y="1242546"/>
                  </a:lnTo>
                  <a:lnTo>
                    <a:pt x="672491" y="1242546"/>
                  </a:lnTo>
                  <a:lnTo>
                    <a:pt x="670570" y="1242546"/>
                  </a:lnTo>
                  <a:lnTo>
                    <a:pt x="668649" y="1242546"/>
                  </a:lnTo>
                  <a:lnTo>
                    <a:pt x="666727" y="1242546"/>
                  </a:lnTo>
                  <a:lnTo>
                    <a:pt x="664806" y="1242546"/>
                  </a:lnTo>
                  <a:lnTo>
                    <a:pt x="662884" y="1242546"/>
                  </a:lnTo>
                  <a:lnTo>
                    <a:pt x="660963" y="1242546"/>
                  </a:lnTo>
                  <a:lnTo>
                    <a:pt x="659042" y="1242546"/>
                  </a:lnTo>
                  <a:lnTo>
                    <a:pt x="657120" y="1242546"/>
                  </a:lnTo>
                  <a:lnTo>
                    <a:pt x="655199" y="1242546"/>
                  </a:lnTo>
                  <a:lnTo>
                    <a:pt x="653277" y="1242546"/>
                  </a:lnTo>
                  <a:lnTo>
                    <a:pt x="651356" y="1242546"/>
                  </a:lnTo>
                  <a:lnTo>
                    <a:pt x="649434" y="1242546"/>
                  </a:lnTo>
                  <a:lnTo>
                    <a:pt x="647513" y="1242546"/>
                  </a:lnTo>
                  <a:lnTo>
                    <a:pt x="645592" y="1242546"/>
                  </a:lnTo>
                  <a:lnTo>
                    <a:pt x="643670" y="1242546"/>
                  </a:lnTo>
                  <a:lnTo>
                    <a:pt x="641749" y="1242546"/>
                  </a:lnTo>
                  <a:lnTo>
                    <a:pt x="639827" y="1242546"/>
                  </a:lnTo>
                  <a:lnTo>
                    <a:pt x="637906" y="1242546"/>
                  </a:lnTo>
                  <a:lnTo>
                    <a:pt x="635985" y="1242546"/>
                  </a:lnTo>
                  <a:lnTo>
                    <a:pt x="634063" y="1242546"/>
                  </a:lnTo>
                  <a:lnTo>
                    <a:pt x="632142" y="1242546"/>
                  </a:lnTo>
                  <a:lnTo>
                    <a:pt x="630220" y="1242546"/>
                  </a:lnTo>
                  <a:lnTo>
                    <a:pt x="628299" y="1242546"/>
                  </a:lnTo>
                  <a:lnTo>
                    <a:pt x="626378" y="1242546"/>
                  </a:lnTo>
                  <a:lnTo>
                    <a:pt x="624456" y="1242546"/>
                  </a:lnTo>
                  <a:lnTo>
                    <a:pt x="622535" y="1242546"/>
                  </a:lnTo>
                  <a:lnTo>
                    <a:pt x="620613" y="1242546"/>
                  </a:lnTo>
                  <a:lnTo>
                    <a:pt x="618692" y="1242546"/>
                  </a:lnTo>
                  <a:lnTo>
                    <a:pt x="616771" y="1242546"/>
                  </a:lnTo>
                  <a:lnTo>
                    <a:pt x="614849" y="1242546"/>
                  </a:lnTo>
                  <a:lnTo>
                    <a:pt x="612928" y="1242546"/>
                  </a:lnTo>
                  <a:lnTo>
                    <a:pt x="611006" y="1242546"/>
                  </a:lnTo>
                  <a:lnTo>
                    <a:pt x="609085" y="1242546"/>
                  </a:lnTo>
                  <a:lnTo>
                    <a:pt x="607164" y="1242546"/>
                  </a:lnTo>
                  <a:lnTo>
                    <a:pt x="605242" y="1242546"/>
                  </a:lnTo>
                  <a:lnTo>
                    <a:pt x="603321" y="1242546"/>
                  </a:lnTo>
                  <a:lnTo>
                    <a:pt x="601399" y="1242546"/>
                  </a:lnTo>
                  <a:lnTo>
                    <a:pt x="599478" y="1242546"/>
                  </a:lnTo>
                  <a:lnTo>
                    <a:pt x="597557" y="1242546"/>
                  </a:lnTo>
                  <a:lnTo>
                    <a:pt x="595635" y="1242546"/>
                  </a:lnTo>
                  <a:lnTo>
                    <a:pt x="593714" y="1242546"/>
                  </a:lnTo>
                  <a:lnTo>
                    <a:pt x="591792" y="1242546"/>
                  </a:lnTo>
                  <a:lnTo>
                    <a:pt x="589871" y="1242546"/>
                  </a:lnTo>
                  <a:lnTo>
                    <a:pt x="587950" y="1242546"/>
                  </a:lnTo>
                  <a:lnTo>
                    <a:pt x="586028" y="1242546"/>
                  </a:lnTo>
                  <a:lnTo>
                    <a:pt x="584107" y="1242546"/>
                  </a:lnTo>
                  <a:lnTo>
                    <a:pt x="582185" y="1242546"/>
                  </a:lnTo>
                  <a:lnTo>
                    <a:pt x="580264" y="1242546"/>
                  </a:lnTo>
                  <a:lnTo>
                    <a:pt x="578342" y="1242546"/>
                  </a:lnTo>
                  <a:lnTo>
                    <a:pt x="576421" y="1242546"/>
                  </a:lnTo>
                  <a:lnTo>
                    <a:pt x="574500" y="1242546"/>
                  </a:lnTo>
                  <a:lnTo>
                    <a:pt x="572578" y="1242546"/>
                  </a:lnTo>
                  <a:lnTo>
                    <a:pt x="570657" y="1242546"/>
                  </a:lnTo>
                  <a:lnTo>
                    <a:pt x="568735" y="1242546"/>
                  </a:lnTo>
                  <a:lnTo>
                    <a:pt x="566814" y="1242546"/>
                  </a:lnTo>
                  <a:lnTo>
                    <a:pt x="564893" y="1242546"/>
                  </a:lnTo>
                  <a:lnTo>
                    <a:pt x="562971" y="1242546"/>
                  </a:lnTo>
                  <a:lnTo>
                    <a:pt x="561050" y="1242546"/>
                  </a:lnTo>
                  <a:lnTo>
                    <a:pt x="559128" y="1242546"/>
                  </a:lnTo>
                  <a:lnTo>
                    <a:pt x="557207" y="1242546"/>
                  </a:lnTo>
                  <a:lnTo>
                    <a:pt x="555286" y="1242546"/>
                  </a:lnTo>
                  <a:lnTo>
                    <a:pt x="553364" y="1242546"/>
                  </a:lnTo>
                  <a:lnTo>
                    <a:pt x="551443" y="1242546"/>
                  </a:lnTo>
                  <a:lnTo>
                    <a:pt x="549521" y="1242546"/>
                  </a:lnTo>
                  <a:lnTo>
                    <a:pt x="547600" y="1242546"/>
                  </a:lnTo>
                  <a:lnTo>
                    <a:pt x="545679" y="1242546"/>
                  </a:lnTo>
                  <a:lnTo>
                    <a:pt x="543757" y="1242546"/>
                  </a:lnTo>
                  <a:lnTo>
                    <a:pt x="541836" y="1242546"/>
                  </a:lnTo>
                  <a:lnTo>
                    <a:pt x="539914" y="1242546"/>
                  </a:lnTo>
                  <a:lnTo>
                    <a:pt x="537993" y="1242546"/>
                  </a:lnTo>
                  <a:lnTo>
                    <a:pt x="536072" y="1242546"/>
                  </a:lnTo>
                  <a:lnTo>
                    <a:pt x="534150" y="1242546"/>
                  </a:lnTo>
                  <a:lnTo>
                    <a:pt x="532229" y="1242546"/>
                  </a:lnTo>
                  <a:lnTo>
                    <a:pt x="530307" y="1242546"/>
                  </a:lnTo>
                  <a:lnTo>
                    <a:pt x="528386" y="1242546"/>
                  </a:lnTo>
                  <a:lnTo>
                    <a:pt x="526465" y="1242546"/>
                  </a:lnTo>
                  <a:lnTo>
                    <a:pt x="524543" y="1242546"/>
                  </a:lnTo>
                  <a:lnTo>
                    <a:pt x="522622" y="1242546"/>
                  </a:lnTo>
                  <a:lnTo>
                    <a:pt x="520700" y="1242546"/>
                  </a:lnTo>
                  <a:lnTo>
                    <a:pt x="518779" y="1242546"/>
                  </a:lnTo>
                  <a:lnTo>
                    <a:pt x="516858" y="1242546"/>
                  </a:lnTo>
                  <a:lnTo>
                    <a:pt x="514936" y="1242546"/>
                  </a:lnTo>
                  <a:lnTo>
                    <a:pt x="513015" y="1242546"/>
                  </a:lnTo>
                  <a:lnTo>
                    <a:pt x="511093" y="1242546"/>
                  </a:lnTo>
                  <a:lnTo>
                    <a:pt x="509172" y="1242546"/>
                  </a:lnTo>
                  <a:lnTo>
                    <a:pt x="507250" y="1242546"/>
                  </a:lnTo>
                  <a:lnTo>
                    <a:pt x="505329" y="1242546"/>
                  </a:lnTo>
                  <a:lnTo>
                    <a:pt x="503408" y="1242546"/>
                  </a:lnTo>
                  <a:lnTo>
                    <a:pt x="501486" y="1242546"/>
                  </a:lnTo>
                  <a:lnTo>
                    <a:pt x="499565" y="1242546"/>
                  </a:lnTo>
                  <a:lnTo>
                    <a:pt x="497643" y="1242546"/>
                  </a:lnTo>
                  <a:lnTo>
                    <a:pt x="495722" y="1242546"/>
                  </a:lnTo>
                  <a:lnTo>
                    <a:pt x="493801" y="1242546"/>
                  </a:lnTo>
                  <a:lnTo>
                    <a:pt x="491879" y="1242546"/>
                  </a:lnTo>
                  <a:lnTo>
                    <a:pt x="489958" y="1242546"/>
                  </a:lnTo>
                  <a:lnTo>
                    <a:pt x="488036" y="1242546"/>
                  </a:lnTo>
                  <a:lnTo>
                    <a:pt x="486115" y="1242546"/>
                  </a:lnTo>
                  <a:lnTo>
                    <a:pt x="484194" y="1242546"/>
                  </a:lnTo>
                  <a:lnTo>
                    <a:pt x="482272" y="1242546"/>
                  </a:lnTo>
                  <a:lnTo>
                    <a:pt x="480351" y="1242546"/>
                  </a:lnTo>
                  <a:lnTo>
                    <a:pt x="478429" y="1242546"/>
                  </a:lnTo>
                  <a:lnTo>
                    <a:pt x="476508" y="1242546"/>
                  </a:lnTo>
                  <a:lnTo>
                    <a:pt x="474587" y="1242546"/>
                  </a:lnTo>
                  <a:lnTo>
                    <a:pt x="472665" y="1242546"/>
                  </a:lnTo>
                  <a:lnTo>
                    <a:pt x="470744" y="1242546"/>
                  </a:lnTo>
                  <a:lnTo>
                    <a:pt x="468822" y="1242546"/>
                  </a:lnTo>
                  <a:lnTo>
                    <a:pt x="466901" y="1242546"/>
                  </a:lnTo>
                  <a:lnTo>
                    <a:pt x="464980" y="1242546"/>
                  </a:lnTo>
                  <a:lnTo>
                    <a:pt x="463058" y="1242546"/>
                  </a:lnTo>
                  <a:lnTo>
                    <a:pt x="461137" y="1242546"/>
                  </a:lnTo>
                  <a:lnTo>
                    <a:pt x="459215" y="1242546"/>
                  </a:lnTo>
                  <a:lnTo>
                    <a:pt x="457294" y="1242546"/>
                  </a:lnTo>
                  <a:lnTo>
                    <a:pt x="455373" y="1242546"/>
                  </a:lnTo>
                  <a:lnTo>
                    <a:pt x="453451" y="1242546"/>
                  </a:lnTo>
                  <a:lnTo>
                    <a:pt x="451530" y="1242546"/>
                  </a:lnTo>
                  <a:lnTo>
                    <a:pt x="449608" y="1242546"/>
                  </a:lnTo>
                  <a:lnTo>
                    <a:pt x="447687" y="1242546"/>
                  </a:lnTo>
                  <a:lnTo>
                    <a:pt x="445766" y="1242546"/>
                  </a:lnTo>
                  <a:lnTo>
                    <a:pt x="443844" y="1242546"/>
                  </a:lnTo>
                  <a:lnTo>
                    <a:pt x="441923" y="1242546"/>
                  </a:lnTo>
                  <a:lnTo>
                    <a:pt x="440001" y="1242546"/>
                  </a:lnTo>
                  <a:lnTo>
                    <a:pt x="438080" y="1242546"/>
                  </a:lnTo>
                  <a:lnTo>
                    <a:pt x="436159" y="1242546"/>
                  </a:lnTo>
                  <a:lnTo>
                    <a:pt x="434237" y="1242546"/>
                  </a:lnTo>
                  <a:lnTo>
                    <a:pt x="432316" y="1242546"/>
                  </a:lnTo>
                  <a:lnTo>
                    <a:pt x="430394" y="1242546"/>
                  </a:lnTo>
                  <a:lnTo>
                    <a:pt x="428473" y="1242546"/>
                  </a:lnTo>
                  <a:lnTo>
                    <a:pt x="426551" y="1242546"/>
                  </a:lnTo>
                  <a:lnTo>
                    <a:pt x="424630" y="1242546"/>
                  </a:lnTo>
                  <a:lnTo>
                    <a:pt x="422709" y="1242546"/>
                  </a:lnTo>
                  <a:lnTo>
                    <a:pt x="420787" y="1242546"/>
                  </a:lnTo>
                  <a:lnTo>
                    <a:pt x="418866" y="1242546"/>
                  </a:lnTo>
                  <a:lnTo>
                    <a:pt x="416944" y="1242546"/>
                  </a:lnTo>
                  <a:lnTo>
                    <a:pt x="415023" y="1242546"/>
                  </a:lnTo>
                  <a:lnTo>
                    <a:pt x="413102" y="1242546"/>
                  </a:lnTo>
                  <a:lnTo>
                    <a:pt x="411180" y="1242546"/>
                  </a:lnTo>
                  <a:lnTo>
                    <a:pt x="409259" y="1242546"/>
                  </a:lnTo>
                  <a:lnTo>
                    <a:pt x="407337" y="1242546"/>
                  </a:lnTo>
                  <a:lnTo>
                    <a:pt x="405416" y="1242546"/>
                  </a:lnTo>
                  <a:lnTo>
                    <a:pt x="403495" y="1242546"/>
                  </a:lnTo>
                  <a:lnTo>
                    <a:pt x="401573" y="1242546"/>
                  </a:lnTo>
                  <a:lnTo>
                    <a:pt x="399652" y="1242546"/>
                  </a:lnTo>
                  <a:lnTo>
                    <a:pt x="397730" y="1242546"/>
                  </a:lnTo>
                  <a:lnTo>
                    <a:pt x="395809" y="1242546"/>
                  </a:lnTo>
                  <a:lnTo>
                    <a:pt x="393888" y="1242546"/>
                  </a:lnTo>
                  <a:lnTo>
                    <a:pt x="391966" y="1242546"/>
                  </a:lnTo>
                  <a:lnTo>
                    <a:pt x="390045" y="1242546"/>
                  </a:lnTo>
                  <a:lnTo>
                    <a:pt x="388123" y="1242546"/>
                  </a:lnTo>
                  <a:lnTo>
                    <a:pt x="386202" y="1242546"/>
                  </a:lnTo>
                  <a:lnTo>
                    <a:pt x="384281" y="1242546"/>
                  </a:lnTo>
                  <a:lnTo>
                    <a:pt x="382359" y="1242546"/>
                  </a:lnTo>
                  <a:lnTo>
                    <a:pt x="380438" y="1242546"/>
                  </a:lnTo>
                  <a:lnTo>
                    <a:pt x="378516" y="1242546"/>
                  </a:lnTo>
                  <a:lnTo>
                    <a:pt x="376595" y="1242546"/>
                  </a:lnTo>
                  <a:lnTo>
                    <a:pt x="374674" y="1242546"/>
                  </a:lnTo>
                  <a:lnTo>
                    <a:pt x="372752" y="1242546"/>
                  </a:lnTo>
                  <a:lnTo>
                    <a:pt x="370831" y="1242546"/>
                  </a:lnTo>
                  <a:lnTo>
                    <a:pt x="368909" y="1242546"/>
                  </a:lnTo>
                  <a:lnTo>
                    <a:pt x="366988" y="1242546"/>
                  </a:lnTo>
                  <a:lnTo>
                    <a:pt x="365067" y="1242546"/>
                  </a:lnTo>
                  <a:lnTo>
                    <a:pt x="363145" y="1242546"/>
                  </a:lnTo>
                  <a:lnTo>
                    <a:pt x="361224" y="1242546"/>
                  </a:lnTo>
                  <a:lnTo>
                    <a:pt x="359302" y="1242546"/>
                  </a:lnTo>
                  <a:lnTo>
                    <a:pt x="357381" y="1242546"/>
                  </a:lnTo>
                  <a:lnTo>
                    <a:pt x="355459" y="1242546"/>
                  </a:lnTo>
                  <a:lnTo>
                    <a:pt x="353538" y="1242546"/>
                  </a:lnTo>
                  <a:lnTo>
                    <a:pt x="351617" y="1242546"/>
                  </a:lnTo>
                  <a:lnTo>
                    <a:pt x="349695" y="1242546"/>
                  </a:lnTo>
                  <a:lnTo>
                    <a:pt x="347774" y="1242546"/>
                  </a:lnTo>
                  <a:lnTo>
                    <a:pt x="345852" y="1242546"/>
                  </a:lnTo>
                  <a:lnTo>
                    <a:pt x="343931" y="1242546"/>
                  </a:lnTo>
                  <a:lnTo>
                    <a:pt x="342010" y="1242546"/>
                  </a:lnTo>
                  <a:lnTo>
                    <a:pt x="340088" y="1242546"/>
                  </a:lnTo>
                  <a:lnTo>
                    <a:pt x="338167" y="1242546"/>
                  </a:lnTo>
                  <a:lnTo>
                    <a:pt x="336245" y="1242546"/>
                  </a:lnTo>
                  <a:lnTo>
                    <a:pt x="334324" y="1242546"/>
                  </a:lnTo>
                  <a:lnTo>
                    <a:pt x="332403" y="1242546"/>
                  </a:lnTo>
                  <a:lnTo>
                    <a:pt x="330481" y="1242546"/>
                  </a:lnTo>
                  <a:lnTo>
                    <a:pt x="328560" y="1242546"/>
                  </a:lnTo>
                  <a:lnTo>
                    <a:pt x="326638" y="1242546"/>
                  </a:lnTo>
                  <a:lnTo>
                    <a:pt x="324717" y="1242546"/>
                  </a:lnTo>
                  <a:lnTo>
                    <a:pt x="322796" y="1242546"/>
                  </a:lnTo>
                  <a:lnTo>
                    <a:pt x="320874" y="1242546"/>
                  </a:lnTo>
                  <a:lnTo>
                    <a:pt x="318953" y="1242546"/>
                  </a:lnTo>
                  <a:lnTo>
                    <a:pt x="317031" y="1242546"/>
                  </a:lnTo>
                  <a:lnTo>
                    <a:pt x="315110" y="1242546"/>
                  </a:lnTo>
                  <a:lnTo>
                    <a:pt x="313189" y="1242546"/>
                  </a:lnTo>
                  <a:lnTo>
                    <a:pt x="311267" y="1242546"/>
                  </a:lnTo>
                  <a:lnTo>
                    <a:pt x="309346" y="1242546"/>
                  </a:lnTo>
                  <a:lnTo>
                    <a:pt x="307424" y="1242546"/>
                  </a:lnTo>
                  <a:lnTo>
                    <a:pt x="305503" y="1242546"/>
                  </a:lnTo>
                  <a:lnTo>
                    <a:pt x="303582" y="1242546"/>
                  </a:lnTo>
                  <a:lnTo>
                    <a:pt x="301660" y="1242546"/>
                  </a:lnTo>
                  <a:lnTo>
                    <a:pt x="299739" y="1242546"/>
                  </a:lnTo>
                  <a:lnTo>
                    <a:pt x="297817" y="1242546"/>
                  </a:lnTo>
                  <a:lnTo>
                    <a:pt x="295896" y="1242546"/>
                  </a:lnTo>
                  <a:lnTo>
                    <a:pt x="293975" y="1242546"/>
                  </a:lnTo>
                  <a:lnTo>
                    <a:pt x="292053" y="1242546"/>
                  </a:lnTo>
                  <a:lnTo>
                    <a:pt x="290132" y="1242546"/>
                  </a:lnTo>
                  <a:lnTo>
                    <a:pt x="288210" y="1242546"/>
                  </a:lnTo>
                  <a:lnTo>
                    <a:pt x="286289" y="1242546"/>
                  </a:lnTo>
                  <a:lnTo>
                    <a:pt x="284367" y="1242546"/>
                  </a:lnTo>
                  <a:lnTo>
                    <a:pt x="282446" y="1242546"/>
                  </a:lnTo>
                  <a:lnTo>
                    <a:pt x="280525" y="1242546"/>
                  </a:lnTo>
                  <a:lnTo>
                    <a:pt x="278603" y="1242546"/>
                  </a:lnTo>
                  <a:lnTo>
                    <a:pt x="276682" y="1242546"/>
                  </a:lnTo>
                  <a:lnTo>
                    <a:pt x="274760" y="1242546"/>
                  </a:lnTo>
                  <a:lnTo>
                    <a:pt x="272839" y="1242546"/>
                  </a:lnTo>
                  <a:lnTo>
                    <a:pt x="270918" y="1242546"/>
                  </a:lnTo>
                  <a:lnTo>
                    <a:pt x="268996" y="1242546"/>
                  </a:lnTo>
                  <a:lnTo>
                    <a:pt x="267075" y="1242546"/>
                  </a:lnTo>
                  <a:lnTo>
                    <a:pt x="265153" y="1242546"/>
                  </a:lnTo>
                  <a:lnTo>
                    <a:pt x="263232" y="1242546"/>
                  </a:lnTo>
                  <a:lnTo>
                    <a:pt x="261311" y="1242546"/>
                  </a:lnTo>
                  <a:lnTo>
                    <a:pt x="259389" y="1242546"/>
                  </a:lnTo>
                  <a:lnTo>
                    <a:pt x="257468" y="1242546"/>
                  </a:lnTo>
                  <a:lnTo>
                    <a:pt x="255546" y="1242546"/>
                  </a:lnTo>
                  <a:lnTo>
                    <a:pt x="253625" y="1242546"/>
                  </a:lnTo>
                  <a:lnTo>
                    <a:pt x="251704" y="1242546"/>
                  </a:lnTo>
                  <a:lnTo>
                    <a:pt x="249782" y="1242546"/>
                  </a:lnTo>
                  <a:lnTo>
                    <a:pt x="247861" y="1242546"/>
                  </a:lnTo>
                  <a:lnTo>
                    <a:pt x="245939" y="1242546"/>
                  </a:lnTo>
                  <a:lnTo>
                    <a:pt x="244018" y="1242546"/>
                  </a:lnTo>
                  <a:lnTo>
                    <a:pt x="242097" y="1242546"/>
                  </a:lnTo>
                  <a:lnTo>
                    <a:pt x="240175" y="1242546"/>
                  </a:lnTo>
                  <a:lnTo>
                    <a:pt x="238254" y="1242546"/>
                  </a:lnTo>
                  <a:lnTo>
                    <a:pt x="236332" y="1242546"/>
                  </a:lnTo>
                  <a:lnTo>
                    <a:pt x="234411" y="1242546"/>
                  </a:lnTo>
                  <a:lnTo>
                    <a:pt x="232490" y="1242546"/>
                  </a:lnTo>
                  <a:lnTo>
                    <a:pt x="230568" y="1242546"/>
                  </a:lnTo>
                  <a:lnTo>
                    <a:pt x="228647" y="1242546"/>
                  </a:lnTo>
                  <a:lnTo>
                    <a:pt x="226725" y="1242546"/>
                  </a:lnTo>
                  <a:lnTo>
                    <a:pt x="224804" y="1242546"/>
                  </a:lnTo>
                  <a:lnTo>
                    <a:pt x="222883" y="1242546"/>
                  </a:lnTo>
                  <a:lnTo>
                    <a:pt x="220961" y="1242546"/>
                  </a:lnTo>
                  <a:lnTo>
                    <a:pt x="219040" y="1242546"/>
                  </a:lnTo>
                  <a:lnTo>
                    <a:pt x="217118" y="1242546"/>
                  </a:lnTo>
                  <a:lnTo>
                    <a:pt x="215197" y="1242546"/>
                  </a:lnTo>
                  <a:lnTo>
                    <a:pt x="213275" y="1242546"/>
                  </a:lnTo>
                  <a:lnTo>
                    <a:pt x="211354" y="1242546"/>
                  </a:lnTo>
                  <a:lnTo>
                    <a:pt x="209433" y="1242546"/>
                  </a:lnTo>
                  <a:lnTo>
                    <a:pt x="207511" y="1242546"/>
                  </a:lnTo>
                  <a:lnTo>
                    <a:pt x="205590" y="1242546"/>
                  </a:lnTo>
                  <a:lnTo>
                    <a:pt x="203668" y="1242546"/>
                  </a:lnTo>
                  <a:lnTo>
                    <a:pt x="201747" y="1242546"/>
                  </a:lnTo>
                  <a:lnTo>
                    <a:pt x="199826" y="1242546"/>
                  </a:lnTo>
                  <a:lnTo>
                    <a:pt x="197904" y="1242546"/>
                  </a:lnTo>
                  <a:lnTo>
                    <a:pt x="195983" y="1242546"/>
                  </a:lnTo>
                  <a:lnTo>
                    <a:pt x="194061" y="1242546"/>
                  </a:lnTo>
                  <a:lnTo>
                    <a:pt x="192140" y="1242546"/>
                  </a:lnTo>
                  <a:lnTo>
                    <a:pt x="190219" y="1242546"/>
                  </a:lnTo>
                  <a:lnTo>
                    <a:pt x="188297" y="1242546"/>
                  </a:lnTo>
                  <a:lnTo>
                    <a:pt x="186376" y="1242546"/>
                  </a:lnTo>
                  <a:lnTo>
                    <a:pt x="184454" y="1242546"/>
                  </a:lnTo>
                  <a:lnTo>
                    <a:pt x="182533" y="1242546"/>
                  </a:lnTo>
                  <a:lnTo>
                    <a:pt x="180612" y="1242546"/>
                  </a:lnTo>
                  <a:lnTo>
                    <a:pt x="178690" y="1242546"/>
                  </a:lnTo>
                  <a:lnTo>
                    <a:pt x="176769" y="1242546"/>
                  </a:lnTo>
                  <a:lnTo>
                    <a:pt x="174847" y="1242546"/>
                  </a:lnTo>
                  <a:lnTo>
                    <a:pt x="172926" y="1242546"/>
                  </a:lnTo>
                  <a:lnTo>
                    <a:pt x="171005" y="1242546"/>
                  </a:lnTo>
                  <a:lnTo>
                    <a:pt x="169083" y="1242546"/>
                  </a:lnTo>
                  <a:lnTo>
                    <a:pt x="167162" y="1242546"/>
                  </a:lnTo>
                  <a:lnTo>
                    <a:pt x="165240" y="1242546"/>
                  </a:lnTo>
                  <a:lnTo>
                    <a:pt x="163319" y="1242546"/>
                  </a:lnTo>
                  <a:lnTo>
                    <a:pt x="161398" y="1242546"/>
                  </a:lnTo>
                  <a:lnTo>
                    <a:pt x="159476" y="1242546"/>
                  </a:lnTo>
                  <a:lnTo>
                    <a:pt x="157555" y="1242546"/>
                  </a:lnTo>
                  <a:lnTo>
                    <a:pt x="155633" y="1242546"/>
                  </a:lnTo>
                  <a:lnTo>
                    <a:pt x="153712" y="1242546"/>
                  </a:lnTo>
                  <a:lnTo>
                    <a:pt x="151791" y="1242546"/>
                  </a:lnTo>
                  <a:lnTo>
                    <a:pt x="149869" y="1242546"/>
                  </a:lnTo>
                  <a:lnTo>
                    <a:pt x="147948" y="1242546"/>
                  </a:lnTo>
                  <a:lnTo>
                    <a:pt x="146026" y="1242546"/>
                  </a:lnTo>
                  <a:lnTo>
                    <a:pt x="144105" y="1242546"/>
                  </a:lnTo>
                  <a:lnTo>
                    <a:pt x="142183" y="1242546"/>
                  </a:lnTo>
                  <a:lnTo>
                    <a:pt x="140262" y="1242546"/>
                  </a:lnTo>
                  <a:lnTo>
                    <a:pt x="138341" y="1242546"/>
                  </a:lnTo>
                  <a:lnTo>
                    <a:pt x="136419" y="1242546"/>
                  </a:lnTo>
                  <a:lnTo>
                    <a:pt x="134498" y="1242546"/>
                  </a:lnTo>
                  <a:lnTo>
                    <a:pt x="132576" y="1242546"/>
                  </a:lnTo>
                  <a:lnTo>
                    <a:pt x="130655" y="1242546"/>
                  </a:lnTo>
                  <a:lnTo>
                    <a:pt x="128734" y="1242546"/>
                  </a:lnTo>
                  <a:lnTo>
                    <a:pt x="126812" y="1242546"/>
                  </a:lnTo>
                  <a:lnTo>
                    <a:pt x="124891" y="1242546"/>
                  </a:lnTo>
                  <a:lnTo>
                    <a:pt x="122969" y="1242546"/>
                  </a:lnTo>
                  <a:lnTo>
                    <a:pt x="121048" y="1242546"/>
                  </a:lnTo>
                  <a:lnTo>
                    <a:pt x="119127" y="1242546"/>
                  </a:lnTo>
                  <a:lnTo>
                    <a:pt x="117205" y="1242546"/>
                  </a:lnTo>
                  <a:lnTo>
                    <a:pt x="115284" y="1242546"/>
                  </a:lnTo>
                  <a:lnTo>
                    <a:pt x="113362" y="1242546"/>
                  </a:lnTo>
                  <a:lnTo>
                    <a:pt x="111441" y="1242546"/>
                  </a:lnTo>
                  <a:lnTo>
                    <a:pt x="109520" y="1242546"/>
                  </a:lnTo>
                  <a:lnTo>
                    <a:pt x="107598" y="1242546"/>
                  </a:lnTo>
                  <a:lnTo>
                    <a:pt x="105677" y="1242546"/>
                  </a:lnTo>
                  <a:lnTo>
                    <a:pt x="103755" y="1242546"/>
                  </a:lnTo>
                  <a:lnTo>
                    <a:pt x="101834" y="1242546"/>
                  </a:lnTo>
                  <a:lnTo>
                    <a:pt x="99913" y="1242546"/>
                  </a:lnTo>
                  <a:lnTo>
                    <a:pt x="97991" y="1242546"/>
                  </a:lnTo>
                  <a:lnTo>
                    <a:pt x="96070" y="1242546"/>
                  </a:lnTo>
                  <a:lnTo>
                    <a:pt x="94148" y="1242546"/>
                  </a:lnTo>
                  <a:lnTo>
                    <a:pt x="92227" y="1242546"/>
                  </a:lnTo>
                  <a:lnTo>
                    <a:pt x="90306" y="1242546"/>
                  </a:lnTo>
                  <a:lnTo>
                    <a:pt x="88384" y="1242546"/>
                  </a:lnTo>
                  <a:lnTo>
                    <a:pt x="86463" y="1242546"/>
                  </a:lnTo>
                  <a:lnTo>
                    <a:pt x="84541" y="1242546"/>
                  </a:lnTo>
                  <a:lnTo>
                    <a:pt x="82620" y="1242546"/>
                  </a:lnTo>
                  <a:lnTo>
                    <a:pt x="80699" y="1242546"/>
                  </a:lnTo>
                  <a:lnTo>
                    <a:pt x="78777" y="1242546"/>
                  </a:lnTo>
                  <a:lnTo>
                    <a:pt x="76856" y="1242546"/>
                  </a:lnTo>
                  <a:lnTo>
                    <a:pt x="74934" y="1242546"/>
                  </a:lnTo>
                  <a:lnTo>
                    <a:pt x="73013" y="1242546"/>
                  </a:lnTo>
                  <a:lnTo>
                    <a:pt x="71091" y="1242546"/>
                  </a:lnTo>
                  <a:lnTo>
                    <a:pt x="69170" y="1242546"/>
                  </a:lnTo>
                  <a:lnTo>
                    <a:pt x="67249" y="1242546"/>
                  </a:lnTo>
                  <a:lnTo>
                    <a:pt x="65327" y="1242546"/>
                  </a:lnTo>
                  <a:lnTo>
                    <a:pt x="63406" y="1242546"/>
                  </a:lnTo>
                  <a:lnTo>
                    <a:pt x="61484" y="1242546"/>
                  </a:lnTo>
                  <a:lnTo>
                    <a:pt x="59563" y="1242546"/>
                  </a:lnTo>
                  <a:lnTo>
                    <a:pt x="57642" y="1242546"/>
                  </a:lnTo>
                  <a:lnTo>
                    <a:pt x="55720" y="1242546"/>
                  </a:lnTo>
                  <a:lnTo>
                    <a:pt x="53799" y="1242546"/>
                  </a:lnTo>
                  <a:lnTo>
                    <a:pt x="51877" y="1242546"/>
                  </a:lnTo>
                  <a:lnTo>
                    <a:pt x="49956" y="1242546"/>
                  </a:lnTo>
                  <a:lnTo>
                    <a:pt x="48035" y="1242546"/>
                  </a:lnTo>
                  <a:lnTo>
                    <a:pt x="46113" y="1242546"/>
                  </a:lnTo>
                  <a:lnTo>
                    <a:pt x="44192" y="1242546"/>
                  </a:lnTo>
                  <a:lnTo>
                    <a:pt x="42270" y="1242546"/>
                  </a:lnTo>
                  <a:lnTo>
                    <a:pt x="40349" y="1242546"/>
                  </a:lnTo>
                  <a:lnTo>
                    <a:pt x="38428" y="1242546"/>
                  </a:lnTo>
                  <a:lnTo>
                    <a:pt x="36506" y="1242546"/>
                  </a:lnTo>
                  <a:lnTo>
                    <a:pt x="34585" y="1242546"/>
                  </a:lnTo>
                  <a:lnTo>
                    <a:pt x="32663" y="1242546"/>
                  </a:lnTo>
                  <a:lnTo>
                    <a:pt x="30742" y="1242546"/>
                  </a:lnTo>
                  <a:lnTo>
                    <a:pt x="28821" y="1242546"/>
                  </a:lnTo>
                  <a:lnTo>
                    <a:pt x="26899" y="1242546"/>
                  </a:lnTo>
                  <a:lnTo>
                    <a:pt x="24978" y="1242546"/>
                  </a:lnTo>
                  <a:lnTo>
                    <a:pt x="23056" y="1242546"/>
                  </a:lnTo>
                  <a:lnTo>
                    <a:pt x="21135" y="1242546"/>
                  </a:lnTo>
                  <a:lnTo>
                    <a:pt x="19214" y="1242546"/>
                  </a:lnTo>
                  <a:lnTo>
                    <a:pt x="17292" y="1242546"/>
                  </a:lnTo>
                  <a:lnTo>
                    <a:pt x="15371" y="1242546"/>
                  </a:lnTo>
                  <a:lnTo>
                    <a:pt x="13449" y="1242546"/>
                  </a:lnTo>
                  <a:lnTo>
                    <a:pt x="11528" y="1242546"/>
                  </a:lnTo>
                  <a:lnTo>
                    <a:pt x="9607" y="1242546"/>
                  </a:lnTo>
                  <a:lnTo>
                    <a:pt x="7685" y="1242546"/>
                  </a:lnTo>
                  <a:lnTo>
                    <a:pt x="5764" y="1242546"/>
                  </a:lnTo>
                  <a:lnTo>
                    <a:pt x="3842" y="1242546"/>
                  </a:lnTo>
                  <a:lnTo>
                    <a:pt x="1921" y="1242546"/>
                  </a:lnTo>
                  <a:lnTo>
                    <a:pt x="0" y="1242546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8163630" y="4740876"/>
              <a:ext cx="724369" cy="1242546"/>
            </a:xfrm>
            <a:custGeom>
              <a:avLst/>
              <a:pathLst>
                <a:path w="724369" h="1242546">
                  <a:moveTo>
                    <a:pt x="0" y="0"/>
                  </a:moveTo>
                  <a:lnTo>
                    <a:pt x="1921" y="698483"/>
                  </a:lnTo>
                  <a:lnTo>
                    <a:pt x="3842" y="1065731"/>
                  </a:lnTo>
                  <a:lnTo>
                    <a:pt x="5764" y="1198864"/>
                  </a:lnTo>
                  <a:lnTo>
                    <a:pt x="7685" y="1233850"/>
                  </a:lnTo>
                  <a:lnTo>
                    <a:pt x="9607" y="1240988"/>
                  </a:lnTo>
                  <a:lnTo>
                    <a:pt x="11528" y="1242273"/>
                  </a:lnTo>
                  <a:lnTo>
                    <a:pt x="13449" y="1242490"/>
                  </a:lnTo>
                  <a:lnTo>
                    <a:pt x="15371" y="1242451"/>
                  </a:lnTo>
                  <a:lnTo>
                    <a:pt x="17292" y="1242117"/>
                  </a:lnTo>
                  <a:lnTo>
                    <a:pt x="19214" y="1241189"/>
                  </a:lnTo>
                  <a:lnTo>
                    <a:pt x="21135" y="1239624"/>
                  </a:lnTo>
                  <a:lnTo>
                    <a:pt x="23056" y="1238126"/>
                  </a:lnTo>
                  <a:lnTo>
                    <a:pt x="24978" y="1237430"/>
                  </a:lnTo>
                  <a:lnTo>
                    <a:pt x="26899" y="1236859"/>
                  </a:lnTo>
                  <a:lnTo>
                    <a:pt x="28821" y="1234774"/>
                  </a:lnTo>
                  <a:lnTo>
                    <a:pt x="30742" y="1231181"/>
                  </a:lnTo>
                  <a:lnTo>
                    <a:pt x="32663" y="1228680"/>
                  </a:lnTo>
                  <a:lnTo>
                    <a:pt x="34585" y="1229442"/>
                  </a:lnTo>
                  <a:lnTo>
                    <a:pt x="36506" y="1232401"/>
                  </a:lnTo>
                  <a:lnTo>
                    <a:pt x="38428" y="1235114"/>
                  </a:lnTo>
                  <a:lnTo>
                    <a:pt x="40349" y="1236993"/>
                  </a:lnTo>
                  <a:lnTo>
                    <a:pt x="42270" y="1238807"/>
                  </a:lnTo>
                  <a:lnTo>
                    <a:pt x="44192" y="1240600"/>
                  </a:lnTo>
                  <a:lnTo>
                    <a:pt x="46113" y="1241820"/>
                  </a:lnTo>
                  <a:lnTo>
                    <a:pt x="48035" y="1242352"/>
                  </a:lnTo>
                  <a:lnTo>
                    <a:pt x="49956" y="1242468"/>
                  </a:lnTo>
                  <a:lnTo>
                    <a:pt x="51877" y="1242309"/>
                  </a:lnTo>
                  <a:lnTo>
                    <a:pt x="53799" y="1241696"/>
                  </a:lnTo>
                  <a:lnTo>
                    <a:pt x="55720" y="1240337"/>
                  </a:lnTo>
                  <a:lnTo>
                    <a:pt x="57642" y="1238399"/>
                  </a:lnTo>
                  <a:lnTo>
                    <a:pt x="59563" y="1236723"/>
                  </a:lnTo>
                  <a:lnTo>
                    <a:pt x="61484" y="1235960"/>
                  </a:lnTo>
                  <a:lnTo>
                    <a:pt x="63406" y="1236020"/>
                  </a:lnTo>
                  <a:lnTo>
                    <a:pt x="65327" y="1236879"/>
                  </a:lnTo>
                  <a:lnTo>
                    <a:pt x="67249" y="1238451"/>
                  </a:lnTo>
                  <a:lnTo>
                    <a:pt x="69170" y="1239670"/>
                  </a:lnTo>
                  <a:lnTo>
                    <a:pt x="71091" y="1239431"/>
                  </a:lnTo>
                  <a:lnTo>
                    <a:pt x="73013" y="1238238"/>
                  </a:lnTo>
                  <a:lnTo>
                    <a:pt x="74934" y="1237798"/>
                  </a:lnTo>
                  <a:lnTo>
                    <a:pt x="76856" y="1238707"/>
                  </a:lnTo>
                  <a:lnTo>
                    <a:pt x="78777" y="1239588"/>
                  </a:lnTo>
                  <a:lnTo>
                    <a:pt x="80699" y="1238530"/>
                  </a:lnTo>
                  <a:lnTo>
                    <a:pt x="82620" y="1234974"/>
                  </a:lnTo>
                  <a:lnTo>
                    <a:pt x="84541" y="1230525"/>
                  </a:lnTo>
                  <a:lnTo>
                    <a:pt x="86463" y="1227837"/>
                  </a:lnTo>
                  <a:lnTo>
                    <a:pt x="88384" y="1228235"/>
                  </a:lnTo>
                  <a:lnTo>
                    <a:pt x="90306" y="1230937"/>
                  </a:lnTo>
                  <a:lnTo>
                    <a:pt x="92227" y="1234125"/>
                  </a:lnTo>
                  <a:lnTo>
                    <a:pt x="94148" y="1236210"/>
                  </a:lnTo>
                  <a:lnTo>
                    <a:pt x="96070" y="1237033"/>
                  </a:lnTo>
                  <a:lnTo>
                    <a:pt x="97991" y="1237751"/>
                  </a:lnTo>
                  <a:lnTo>
                    <a:pt x="99913" y="1239124"/>
                  </a:lnTo>
                  <a:lnTo>
                    <a:pt x="101834" y="1240719"/>
                  </a:lnTo>
                  <a:lnTo>
                    <a:pt x="103755" y="1241841"/>
                  </a:lnTo>
                  <a:lnTo>
                    <a:pt x="105677" y="1242354"/>
                  </a:lnTo>
                  <a:lnTo>
                    <a:pt x="107598" y="1242509"/>
                  </a:lnTo>
                  <a:lnTo>
                    <a:pt x="109520" y="1242541"/>
                  </a:lnTo>
                  <a:lnTo>
                    <a:pt x="111441" y="1242546"/>
                  </a:lnTo>
                  <a:lnTo>
                    <a:pt x="113362" y="1242546"/>
                  </a:lnTo>
                  <a:lnTo>
                    <a:pt x="115284" y="1242546"/>
                  </a:lnTo>
                  <a:lnTo>
                    <a:pt x="117205" y="1242546"/>
                  </a:lnTo>
                  <a:lnTo>
                    <a:pt x="119127" y="1242546"/>
                  </a:lnTo>
                  <a:lnTo>
                    <a:pt x="121048" y="1242546"/>
                  </a:lnTo>
                  <a:lnTo>
                    <a:pt x="122969" y="1242546"/>
                  </a:lnTo>
                  <a:lnTo>
                    <a:pt x="124891" y="1242546"/>
                  </a:lnTo>
                  <a:lnTo>
                    <a:pt x="126812" y="1242544"/>
                  </a:lnTo>
                  <a:lnTo>
                    <a:pt x="128734" y="1242529"/>
                  </a:lnTo>
                  <a:lnTo>
                    <a:pt x="130655" y="1242446"/>
                  </a:lnTo>
                  <a:lnTo>
                    <a:pt x="132576" y="1242125"/>
                  </a:lnTo>
                  <a:lnTo>
                    <a:pt x="134498" y="1241272"/>
                  </a:lnTo>
                  <a:lnTo>
                    <a:pt x="136419" y="1239770"/>
                  </a:lnTo>
                  <a:lnTo>
                    <a:pt x="138341" y="1238186"/>
                  </a:lnTo>
                  <a:lnTo>
                    <a:pt x="140262" y="1237460"/>
                  </a:lnTo>
                  <a:lnTo>
                    <a:pt x="142183" y="1237354"/>
                  </a:lnTo>
                  <a:lnTo>
                    <a:pt x="144105" y="1236174"/>
                  </a:lnTo>
                  <a:lnTo>
                    <a:pt x="146026" y="1233385"/>
                  </a:lnTo>
                  <a:lnTo>
                    <a:pt x="147948" y="1231184"/>
                  </a:lnTo>
                  <a:lnTo>
                    <a:pt x="149869" y="1231499"/>
                  </a:lnTo>
                  <a:lnTo>
                    <a:pt x="151791" y="1233308"/>
                  </a:lnTo>
                  <a:lnTo>
                    <a:pt x="153712" y="1234576"/>
                  </a:lnTo>
                  <a:lnTo>
                    <a:pt x="155633" y="1234523"/>
                  </a:lnTo>
                  <a:lnTo>
                    <a:pt x="157555" y="1233748"/>
                  </a:lnTo>
                  <a:lnTo>
                    <a:pt x="159476" y="1233675"/>
                  </a:lnTo>
                  <a:lnTo>
                    <a:pt x="161398" y="1235233"/>
                  </a:lnTo>
                  <a:lnTo>
                    <a:pt x="163319" y="1237886"/>
                  </a:lnTo>
                  <a:lnTo>
                    <a:pt x="165240" y="1240318"/>
                  </a:lnTo>
                  <a:lnTo>
                    <a:pt x="167162" y="1241761"/>
                  </a:lnTo>
                  <a:lnTo>
                    <a:pt x="169083" y="1242345"/>
                  </a:lnTo>
                  <a:lnTo>
                    <a:pt x="171005" y="1242509"/>
                  </a:lnTo>
                  <a:lnTo>
                    <a:pt x="172926" y="1242541"/>
                  </a:lnTo>
                  <a:lnTo>
                    <a:pt x="174847" y="1242540"/>
                  </a:lnTo>
                  <a:lnTo>
                    <a:pt x="176769" y="1242504"/>
                  </a:lnTo>
                  <a:lnTo>
                    <a:pt x="178690" y="1242322"/>
                  </a:lnTo>
                  <a:lnTo>
                    <a:pt x="180612" y="1241734"/>
                  </a:lnTo>
                  <a:lnTo>
                    <a:pt x="182533" y="1240504"/>
                  </a:lnTo>
                  <a:lnTo>
                    <a:pt x="184454" y="1238943"/>
                  </a:lnTo>
                  <a:lnTo>
                    <a:pt x="186376" y="1238052"/>
                  </a:lnTo>
                  <a:lnTo>
                    <a:pt x="188297" y="1238570"/>
                  </a:lnTo>
                  <a:lnTo>
                    <a:pt x="190219" y="1240058"/>
                  </a:lnTo>
                  <a:lnTo>
                    <a:pt x="192140" y="1241449"/>
                  </a:lnTo>
                  <a:lnTo>
                    <a:pt x="194061" y="1242161"/>
                  </a:lnTo>
                  <a:lnTo>
                    <a:pt x="195983" y="1242200"/>
                  </a:lnTo>
                  <a:lnTo>
                    <a:pt x="197904" y="1241581"/>
                  </a:lnTo>
                  <a:lnTo>
                    <a:pt x="199826" y="1240235"/>
                  </a:lnTo>
                  <a:lnTo>
                    <a:pt x="201747" y="1238478"/>
                  </a:lnTo>
                  <a:lnTo>
                    <a:pt x="203668" y="1237036"/>
                  </a:lnTo>
                  <a:lnTo>
                    <a:pt x="205590" y="1236298"/>
                  </a:lnTo>
                  <a:lnTo>
                    <a:pt x="207511" y="1236016"/>
                  </a:lnTo>
                  <a:lnTo>
                    <a:pt x="209433" y="1235896"/>
                  </a:lnTo>
                  <a:lnTo>
                    <a:pt x="211354" y="1235695"/>
                  </a:lnTo>
                  <a:lnTo>
                    <a:pt x="213275" y="1235076"/>
                  </a:lnTo>
                  <a:lnTo>
                    <a:pt x="215197" y="1234294"/>
                  </a:lnTo>
                  <a:lnTo>
                    <a:pt x="217118" y="1234270"/>
                  </a:lnTo>
                  <a:lnTo>
                    <a:pt x="219040" y="1235408"/>
                  </a:lnTo>
                  <a:lnTo>
                    <a:pt x="220961" y="1236875"/>
                  </a:lnTo>
                  <a:lnTo>
                    <a:pt x="222883" y="1237289"/>
                  </a:lnTo>
                  <a:lnTo>
                    <a:pt x="224804" y="1236322"/>
                  </a:lnTo>
                  <a:lnTo>
                    <a:pt x="226725" y="1235137"/>
                  </a:lnTo>
                  <a:lnTo>
                    <a:pt x="228647" y="1235016"/>
                  </a:lnTo>
                  <a:lnTo>
                    <a:pt x="230568" y="1236258"/>
                  </a:lnTo>
                  <a:lnTo>
                    <a:pt x="232490" y="1238012"/>
                  </a:lnTo>
                  <a:lnTo>
                    <a:pt x="234411" y="1238587"/>
                  </a:lnTo>
                  <a:lnTo>
                    <a:pt x="236332" y="1236964"/>
                  </a:lnTo>
                  <a:lnTo>
                    <a:pt x="238254" y="1234112"/>
                  </a:lnTo>
                  <a:lnTo>
                    <a:pt x="240175" y="1231843"/>
                  </a:lnTo>
                  <a:lnTo>
                    <a:pt x="242097" y="1231144"/>
                  </a:lnTo>
                  <a:lnTo>
                    <a:pt x="244018" y="1231908"/>
                  </a:lnTo>
                  <a:lnTo>
                    <a:pt x="245939" y="1233434"/>
                  </a:lnTo>
                  <a:lnTo>
                    <a:pt x="247861" y="1235150"/>
                  </a:lnTo>
                  <a:lnTo>
                    <a:pt x="249782" y="1237077"/>
                  </a:lnTo>
                  <a:lnTo>
                    <a:pt x="251704" y="1239182"/>
                  </a:lnTo>
                  <a:lnTo>
                    <a:pt x="253625" y="1240946"/>
                  </a:lnTo>
                  <a:lnTo>
                    <a:pt x="255546" y="1241981"/>
                  </a:lnTo>
                  <a:lnTo>
                    <a:pt x="257468" y="1242401"/>
                  </a:lnTo>
                  <a:lnTo>
                    <a:pt x="259389" y="1242513"/>
                  </a:lnTo>
                  <a:lnTo>
                    <a:pt x="261311" y="1242489"/>
                  </a:lnTo>
                  <a:lnTo>
                    <a:pt x="263232" y="1242275"/>
                  </a:lnTo>
                  <a:lnTo>
                    <a:pt x="265153" y="1241612"/>
                  </a:lnTo>
                  <a:lnTo>
                    <a:pt x="267075" y="1240318"/>
                  </a:lnTo>
                  <a:lnTo>
                    <a:pt x="268996" y="1238806"/>
                  </a:lnTo>
                  <a:lnTo>
                    <a:pt x="270918" y="1238080"/>
                  </a:lnTo>
                  <a:lnTo>
                    <a:pt x="272839" y="1238734"/>
                  </a:lnTo>
                  <a:lnTo>
                    <a:pt x="274760" y="1240229"/>
                  </a:lnTo>
                  <a:lnTo>
                    <a:pt x="276682" y="1241555"/>
                  </a:lnTo>
                  <a:lnTo>
                    <a:pt x="278603" y="1242251"/>
                  </a:lnTo>
                  <a:lnTo>
                    <a:pt x="280525" y="1242472"/>
                  </a:lnTo>
                  <a:lnTo>
                    <a:pt x="282446" y="1242445"/>
                  </a:lnTo>
                  <a:lnTo>
                    <a:pt x="284367" y="1242132"/>
                  </a:lnTo>
                  <a:lnTo>
                    <a:pt x="286289" y="1241262"/>
                  </a:lnTo>
                  <a:lnTo>
                    <a:pt x="288210" y="1239743"/>
                  </a:lnTo>
                  <a:lnTo>
                    <a:pt x="290132" y="1238249"/>
                  </a:lnTo>
                  <a:lnTo>
                    <a:pt x="292053" y="1237960"/>
                  </a:lnTo>
                  <a:lnTo>
                    <a:pt x="293975" y="1239191"/>
                  </a:lnTo>
                  <a:lnTo>
                    <a:pt x="295896" y="1240890"/>
                  </a:lnTo>
                  <a:lnTo>
                    <a:pt x="297817" y="1242003"/>
                  </a:lnTo>
                  <a:lnTo>
                    <a:pt x="299739" y="1242427"/>
                  </a:lnTo>
                  <a:lnTo>
                    <a:pt x="301660" y="1242510"/>
                  </a:lnTo>
                  <a:lnTo>
                    <a:pt x="303582" y="1242434"/>
                  </a:lnTo>
                  <a:lnTo>
                    <a:pt x="305503" y="1242088"/>
                  </a:lnTo>
                  <a:lnTo>
                    <a:pt x="307424" y="1241180"/>
                  </a:lnTo>
                  <a:lnTo>
                    <a:pt x="309346" y="1239636"/>
                  </a:lnTo>
                  <a:lnTo>
                    <a:pt x="311267" y="1238181"/>
                  </a:lnTo>
                  <a:lnTo>
                    <a:pt x="313189" y="1237990"/>
                  </a:lnTo>
                  <a:lnTo>
                    <a:pt x="315110" y="1239228"/>
                  </a:lnTo>
                  <a:lnTo>
                    <a:pt x="317031" y="1240564"/>
                  </a:lnTo>
                  <a:lnTo>
                    <a:pt x="318953" y="1240692"/>
                  </a:lnTo>
                  <a:lnTo>
                    <a:pt x="320874" y="1239529"/>
                  </a:lnTo>
                  <a:lnTo>
                    <a:pt x="322796" y="1238194"/>
                  </a:lnTo>
                  <a:lnTo>
                    <a:pt x="324717" y="1237970"/>
                  </a:lnTo>
                  <a:lnTo>
                    <a:pt x="326638" y="1238796"/>
                  </a:lnTo>
                  <a:lnTo>
                    <a:pt x="328560" y="1239300"/>
                  </a:lnTo>
                  <a:lnTo>
                    <a:pt x="330481" y="1238688"/>
                  </a:lnTo>
                  <a:lnTo>
                    <a:pt x="332403" y="1237881"/>
                  </a:lnTo>
                  <a:lnTo>
                    <a:pt x="334324" y="1238209"/>
                  </a:lnTo>
                  <a:lnTo>
                    <a:pt x="336245" y="1239651"/>
                  </a:lnTo>
                  <a:lnTo>
                    <a:pt x="338167" y="1241164"/>
                  </a:lnTo>
                  <a:lnTo>
                    <a:pt x="340088" y="1242072"/>
                  </a:lnTo>
                  <a:lnTo>
                    <a:pt x="342010" y="1242417"/>
                  </a:lnTo>
                  <a:lnTo>
                    <a:pt x="343931" y="1242427"/>
                  </a:lnTo>
                  <a:lnTo>
                    <a:pt x="345852" y="1242065"/>
                  </a:lnTo>
                  <a:lnTo>
                    <a:pt x="347774" y="1240976"/>
                  </a:lnTo>
                  <a:lnTo>
                    <a:pt x="349695" y="1238938"/>
                  </a:lnTo>
                  <a:lnTo>
                    <a:pt x="351617" y="1236477"/>
                  </a:lnTo>
                  <a:lnTo>
                    <a:pt x="353538" y="1234678"/>
                  </a:lnTo>
                  <a:lnTo>
                    <a:pt x="355459" y="1234205"/>
                  </a:lnTo>
                  <a:lnTo>
                    <a:pt x="357381" y="1234763"/>
                  </a:lnTo>
                  <a:lnTo>
                    <a:pt x="359302" y="1235639"/>
                  </a:lnTo>
                  <a:lnTo>
                    <a:pt x="361224" y="1236617"/>
                  </a:lnTo>
                  <a:lnTo>
                    <a:pt x="363145" y="1238000"/>
                  </a:lnTo>
                  <a:lnTo>
                    <a:pt x="365067" y="1239653"/>
                  </a:lnTo>
                  <a:lnTo>
                    <a:pt x="366988" y="1240708"/>
                  </a:lnTo>
                  <a:lnTo>
                    <a:pt x="368909" y="1240476"/>
                  </a:lnTo>
                  <a:lnTo>
                    <a:pt x="370831" y="1239232"/>
                  </a:lnTo>
                  <a:lnTo>
                    <a:pt x="372752" y="1238132"/>
                  </a:lnTo>
                  <a:lnTo>
                    <a:pt x="374674" y="1238293"/>
                  </a:lnTo>
                  <a:lnTo>
                    <a:pt x="376595" y="1239672"/>
                  </a:lnTo>
                  <a:lnTo>
                    <a:pt x="378516" y="1241211"/>
                  </a:lnTo>
                  <a:lnTo>
                    <a:pt x="380438" y="1242127"/>
                  </a:lnTo>
                  <a:lnTo>
                    <a:pt x="382359" y="1242458"/>
                  </a:lnTo>
                  <a:lnTo>
                    <a:pt x="384281" y="1242534"/>
                  </a:lnTo>
                  <a:lnTo>
                    <a:pt x="386202" y="1242545"/>
                  </a:lnTo>
                  <a:lnTo>
                    <a:pt x="388123" y="1242546"/>
                  </a:lnTo>
                  <a:lnTo>
                    <a:pt x="390045" y="1242546"/>
                  </a:lnTo>
                  <a:lnTo>
                    <a:pt x="391966" y="1242546"/>
                  </a:lnTo>
                  <a:lnTo>
                    <a:pt x="393888" y="1242546"/>
                  </a:lnTo>
                  <a:lnTo>
                    <a:pt x="395809" y="1242546"/>
                  </a:lnTo>
                  <a:lnTo>
                    <a:pt x="397730" y="1242546"/>
                  </a:lnTo>
                  <a:lnTo>
                    <a:pt x="399652" y="1242546"/>
                  </a:lnTo>
                  <a:lnTo>
                    <a:pt x="401573" y="1242546"/>
                  </a:lnTo>
                  <a:lnTo>
                    <a:pt x="403495" y="1242546"/>
                  </a:lnTo>
                  <a:lnTo>
                    <a:pt x="405416" y="1242546"/>
                  </a:lnTo>
                  <a:lnTo>
                    <a:pt x="407337" y="1242546"/>
                  </a:lnTo>
                  <a:lnTo>
                    <a:pt x="409259" y="1242546"/>
                  </a:lnTo>
                  <a:lnTo>
                    <a:pt x="411180" y="1242546"/>
                  </a:lnTo>
                  <a:lnTo>
                    <a:pt x="413102" y="1242546"/>
                  </a:lnTo>
                  <a:lnTo>
                    <a:pt x="415023" y="1242546"/>
                  </a:lnTo>
                  <a:lnTo>
                    <a:pt x="416944" y="1242546"/>
                  </a:lnTo>
                  <a:lnTo>
                    <a:pt x="418866" y="1242546"/>
                  </a:lnTo>
                  <a:lnTo>
                    <a:pt x="420787" y="1242546"/>
                  </a:lnTo>
                  <a:lnTo>
                    <a:pt x="422709" y="1242546"/>
                  </a:lnTo>
                  <a:lnTo>
                    <a:pt x="424630" y="1242546"/>
                  </a:lnTo>
                  <a:lnTo>
                    <a:pt x="426551" y="1242546"/>
                  </a:lnTo>
                  <a:lnTo>
                    <a:pt x="428473" y="1242546"/>
                  </a:lnTo>
                  <a:lnTo>
                    <a:pt x="430394" y="1242546"/>
                  </a:lnTo>
                  <a:lnTo>
                    <a:pt x="432316" y="1242546"/>
                  </a:lnTo>
                  <a:lnTo>
                    <a:pt x="434237" y="1242546"/>
                  </a:lnTo>
                  <a:lnTo>
                    <a:pt x="436159" y="1242546"/>
                  </a:lnTo>
                  <a:lnTo>
                    <a:pt x="438080" y="1242545"/>
                  </a:lnTo>
                  <a:lnTo>
                    <a:pt x="440001" y="1242538"/>
                  </a:lnTo>
                  <a:lnTo>
                    <a:pt x="441923" y="1242487"/>
                  </a:lnTo>
                  <a:lnTo>
                    <a:pt x="443844" y="1242253"/>
                  </a:lnTo>
                  <a:lnTo>
                    <a:pt x="445766" y="1241552"/>
                  </a:lnTo>
                  <a:lnTo>
                    <a:pt x="447687" y="1240201"/>
                  </a:lnTo>
                  <a:lnTo>
                    <a:pt x="449608" y="1238658"/>
                  </a:lnTo>
                  <a:lnTo>
                    <a:pt x="451530" y="1237999"/>
                  </a:lnTo>
                  <a:lnTo>
                    <a:pt x="453451" y="1238804"/>
                  </a:lnTo>
                  <a:lnTo>
                    <a:pt x="455373" y="1240392"/>
                  </a:lnTo>
                  <a:lnTo>
                    <a:pt x="457294" y="1241684"/>
                  </a:lnTo>
                  <a:lnTo>
                    <a:pt x="459215" y="1242308"/>
                  </a:lnTo>
                  <a:lnTo>
                    <a:pt x="461137" y="1242501"/>
                  </a:lnTo>
                  <a:lnTo>
                    <a:pt x="463058" y="1242540"/>
                  </a:lnTo>
                  <a:lnTo>
                    <a:pt x="464980" y="1242546"/>
                  </a:lnTo>
                  <a:lnTo>
                    <a:pt x="466901" y="1242546"/>
                  </a:lnTo>
                  <a:lnTo>
                    <a:pt x="468822" y="1242546"/>
                  </a:lnTo>
                  <a:lnTo>
                    <a:pt x="470744" y="1242546"/>
                  </a:lnTo>
                  <a:lnTo>
                    <a:pt x="472665" y="1242546"/>
                  </a:lnTo>
                  <a:lnTo>
                    <a:pt x="474587" y="1242546"/>
                  </a:lnTo>
                  <a:lnTo>
                    <a:pt x="476508" y="1242546"/>
                  </a:lnTo>
                  <a:lnTo>
                    <a:pt x="478429" y="1242546"/>
                  </a:lnTo>
                  <a:lnTo>
                    <a:pt x="480351" y="1242546"/>
                  </a:lnTo>
                  <a:lnTo>
                    <a:pt x="482272" y="1242545"/>
                  </a:lnTo>
                  <a:lnTo>
                    <a:pt x="484194" y="1242534"/>
                  </a:lnTo>
                  <a:lnTo>
                    <a:pt x="486115" y="1242460"/>
                  </a:lnTo>
                  <a:lnTo>
                    <a:pt x="488036" y="1242132"/>
                  </a:lnTo>
                  <a:lnTo>
                    <a:pt x="489958" y="1241221"/>
                  </a:lnTo>
                  <a:lnTo>
                    <a:pt x="491879" y="1239678"/>
                  </a:lnTo>
                  <a:lnTo>
                    <a:pt x="493801" y="1238285"/>
                  </a:lnTo>
                  <a:lnTo>
                    <a:pt x="495722" y="1238128"/>
                  </a:lnTo>
                  <a:lnTo>
                    <a:pt x="497643" y="1239302"/>
                  </a:lnTo>
                  <a:lnTo>
                    <a:pt x="499565" y="1240843"/>
                  </a:lnTo>
                  <a:lnTo>
                    <a:pt x="501486" y="1241906"/>
                  </a:lnTo>
                  <a:lnTo>
                    <a:pt x="503408" y="1242375"/>
                  </a:lnTo>
                  <a:lnTo>
                    <a:pt x="505329" y="1242514"/>
                  </a:lnTo>
                  <a:lnTo>
                    <a:pt x="507250" y="1242542"/>
                  </a:lnTo>
                  <a:lnTo>
                    <a:pt x="509172" y="1242546"/>
                  </a:lnTo>
                  <a:lnTo>
                    <a:pt x="511093" y="1242546"/>
                  </a:lnTo>
                  <a:lnTo>
                    <a:pt x="513015" y="1242546"/>
                  </a:lnTo>
                  <a:lnTo>
                    <a:pt x="514936" y="1242546"/>
                  </a:lnTo>
                  <a:lnTo>
                    <a:pt x="516858" y="1242546"/>
                  </a:lnTo>
                  <a:lnTo>
                    <a:pt x="518779" y="1242546"/>
                  </a:lnTo>
                  <a:lnTo>
                    <a:pt x="520700" y="1242546"/>
                  </a:lnTo>
                  <a:lnTo>
                    <a:pt x="522622" y="1242546"/>
                  </a:lnTo>
                  <a:lnTo>
                    <a:pt x="524543" y="1242546"/>
                  </a:lnTo>
                  <a:lnTo>
                    <a:pt x="526465" y="1242546"/>
                  </a:lnTo>
                  <a:lnTo>
                    <a:pt x="528386" y="1242546"/>
                  </a:lnTo>
                  <a:lnTo>
                    <a:pt x="530307" y="1242545"/>
                  </a:lnTo>
                  <a:lnTo>
                    <a:pt x="532229" y="1242540"/>
                  </a:lnTo>
                  <a:lnTo>
                    <a:pt x="534150" y="1242500"/>
                  </a:lnTo>
                  <a:lnTo>
                    <a:pt x="536072" y="1242308"/>
                  </a:lnTo>
                  <a:lnTo>
                    <a:pt x="537993" y="1241696"/>
                  </a:lnTo>
                  <a:lnTo>
                    <a:pt x="539914" y="1240417"/>
                  </a:lnTo>
                  <a:lnTo>
                    <a:pt x="541836" y="1238795"/>
                  </a:lnTo>
                  <a:lnTo>
                    <a:pt x="543757" y="1237926"/>
                  </a:lnTo>
                  <a:lnTo>
                    <a:pt x="545679" y="1238597"/>
                  </a:lnTo>
                  <a:lnTo>
                    <a:pt x="547600" y="1240217"/>
                  </a:lnTo>
                  <a:lnTo>
                    <a:pt x="549521" y="1241600"/>
                  </a:lnTo>
                  <a:lnTo>
                    <a:pt x="551443" y="1242263"/>
                  </a:lnTo>
                  <a:lnTo>
                    <a:pt x="553364" y="1242370"/>
                  </a:lnTo>
                  <a:lnTo>
                    <a:pt x="555286" y="1242004"/>
                  </a:lnTo>
                  <a:lnTo>
                    <a:pt x="557207" y="1240954"/>
                  </a:lnTo>
                  <a:lnTo>
                    <a:pt x="559128" y="1239277"/>
                  </a:lnTo>
                  <a:lnTo>
                    <a:pt x="561050" y="1237991"/>
                  </a:lnTo>
                  <a:lnTo>
                    <a:pt x="562971" y="1238205"/>
                  </a:lnTo>
                  <a:lnTo>
                    <a:pt x="564893" y="1239670"/>
                  </a:lnTo>
                  <a:lnTo>
                    <a:pt x="566814" y="1241201"/>
                  </a:lnTo>
                  <a:lnTo>
                    <a:pt x="568735" y="1242096"/>
                  </a:lnTo>
                  <a:lnTo>
                    <a:pt x="570657" y="1242437"/>
                  </a:lnTo>
                  <a:lnTo>
                    <a:pt x="572578" y="1242527"/>
                  </a:lnTo>
                  <a:lnTo>
                    <a:pt x="574500" y="1242544"/>
                  </a:lnTo>
                  <a:lnTo>
                    <a:pt x="576421" y="1242546"/>
                  </a:lnTo>
                  <a:lnTo>
                    <a:pt x="578342" y="1242546"/>
                  </a:lnTo>
                  <a:lnTo>
                    <a:pt x="580264" y="1242546"/>
                  </a:lnTo>
                  <a:lnTo>
                    <a:pt x="582185" y="1242546"/>
                  </a:lnTo>
                  <a:lnTo>
                    <a:pt x="584107" y="1242546"/>
                  </a:lnTo>
                  <a:lnTo>
                    <a:pt x="586028" y="1242546"/>
                  </a:lnTo>
                  <a:lnTo>
                    <a:pt x="587950" y="1242546"/>
                  </a:lnTo>
                  <a:lnTo>
                    <a:pt x="589871" y="1242546"/>
                  </a:lnTo>
                  <a:lnTo>
                    <a:pt x="591792" y="1242546"/>
                  </a:lnTo>
                  <a:lnTo>
                    <a:pt x="593714" y="1242546"/>
                  </a:lnTo>
                  <a:lnTo>
                    <a:pt x="595635" y="1242546"/>
                  </a:lnTo>
                  <a:lnTo>
                    <a:pt x="597557" y="1242543"/>
                  </a:lnTo>
                  <a:lnTo>
                    <a:pt x="599478" y="1242518"/>
                  </a:lnTo>
                  <a:lnTo>
                    <a:pt x="601399" y="1242390"/>
                  </a:lnTo>
                  <a:lnTo>
                    <a:pt x="603321" y="1241942"/>
                  </a:lnTo>
                  <a:lnTo>
                    <a:pt x="605242" y="1240893"/>
                  </a:lnTo>
                  <a:lnTo>
                    <a:pt x="607164" y="1239294"/>
                  </a:lnTo>
                  <a:lnTo>
                    <a:pt x="609085" y="1237820"/>
                  </a:lnTo>
                  <a:lnTo>
                    <a:pt x="611006" y="1237142"/>
                  </a:lnTo>
                  <a:lnTo>
                    <a:pt x="612928" y="1237044"/>
                  </a:lnTo>
                  <a:lnTo>
                    <a:pt x="614849" y="1237027"/>
                  </a:lnTo>
                  <a:lnTo>
                    <a:pt x="616771" y="1237469"/>
                  </a:lnTo>
                  <a:lnTo>
                    <a:pt x="618692" y="1238874"/>
                  </a:lnTo>
                  <a:lnTo>
                    <a:pt x="620613" y="1240648"/>
                  </a:lnTo>
                  <a:lnTo>
                    <a:pt x="622535" y="1241872"/>
                  </a:lnTo>
                  <a:lnTo>
                    <a:pt x="624456" y="1242383"/>
                  </a:lnTo>
                  <a:lnTo>
                    <a:pt x="626378" y="1242519"/>
                  </a:lnTo>
                  <a:lnTo>
                    <a:pt x="628299" y="1242543"/>
                  </a:lnTo>
                  <a:lnTo>
                    <a:pt x="630220" y="1242546"/>
                  </a:lnTo>
                  <a:lnTo>
                    <a:pt x="632142" y="1242546"/>
                  </a:lnTo>
                  <a:lnTo>
                    <a:pt x="634063" y="1242546"/>
                  </a:lnTo>
                  <a:lnTo>
                    <a:pt x="635985" y="1242546"/>
                  </a:lnTo>
                  <a:lnTo>
                    <a:pt x="637906" y="1242546"/>
                  </a:lnTo>
                  <a:lnTo>
                    <a:pt x="639827" y="1242546"/>
                  </a:lnTo>
                  <a:lnTo>
                    <a:pt x="641749" y="1242546"/>
                  </a:lnTo>
                  <a:lnTo>
                    <a:pt x="643670" y="1242546"/>
                  </a:lnTo>
                  <a:lnTo>
                    <a:pt x="645592" y="1242546"/>
                  </a:lnTo>
                  <a:lnTo>
                    <a:pt x="647513" y="1242546"/>
                  </a:lnTo>
                  <a:lnTo>
                    <a:pt x="649434" y="1242544"/>
                  </a:lnTo>
                  <a:lnTo>
                    <a:pt x="651356" y="1242522"/>
                  </a:lnTo>
                  <a:lnTo>
                    <a:pt x="653277" y="1242392"/>
                  </a:lnTo>
                  <a:lnTo>
                    <a:pt x="655199" y="1241871"/>
                  </a:lnTo>
                  <a:lnTo>
                    <a:pt x="657120" y="1240517"/>
                  </a:lnTo>
                  <a:lnTo>
                    <a:pt x="659042" y="1238270"/>
                  </a:lnTo>
                  <a:lnTo>
                    <a:pt x="660963" y="1235964"/>
                  </a:lnTo>
                  <a:lnTo>
                    <a:pt x="662884" y="1234798"/>
                  </a:lnTo>
                  <a:lnTo>
                    <a:pt x="664806" y="1235366"/>
                  </a:lnTo>
                  <a:lnTo>
                    <a:pt x="666727" y="1237332"/>
                  </a:lnTo>
                  <a:lnTo>
                    <a:pt x="668649" y="1239656"/>
                  </a:lnTo>
                  <a:lnTo>
                    <a:pt x="670570" y="1241331"/>
                  </a:lnTo>
                  <a:lnTo>
                    <a:pt x="672491" y="1241995"/>
                  </a:lnTo>
                  <a:lnTo>
                    <a:pt x="674413" y="1241712"/>
                  </a:lnTo>
                  <a:lnTo>
                    <a:pt x="676334" y="1240591"/>
                  </a:lnTo>
                  <a:lnTo>
                    <a:pt x="678256" y="1239050"/>
                  </a:lnTo>
                  <a:lnTo>
                    <a:pt x="680177" y="1238084"/>
                  </a:lnTo>
                  <a:lnTo>
                    <a:pt x="682098" y="1238493"/>
                  </a:lnTo>
                  <a:lnTo>
                    <a:pt x="684020" y="1239945"/>
                  </a:lnTo>
                  <a:lnTo>
                    <a:pt x="685941" y="1241383"/>
                  </a:lnTo>
                  <a:lnTo>
                    <a:pt x="687863" y="1242189"/>
                  </a:lnTo>
                  <a:lnTo>
                    <a:pt x="689784" y="1242472"/>
                  </a:lnTo>
                  <a:lnTo>
                    <a:pt x="691705" y="1242536"/>
                  </a:lnTo>
                  <a:lnTo>
                    <a:pt x="693627" y="1242543"/>
                  </a:lnTo>
                  <a:lnTo>
                    <a:pt x="695548" y="1242532"/>
                  </a:lnTo>
                  <a:lnTo>
                    <a:pt x="697470" y="1242455"/>
                  </a:lnTo>
                  <a:lnTo>
                    <a:pt x="699391" y="1242137"/>
                  </a:lnTo>
                  <a:lnTo>
                    <a:pt x="701312" y="1241206"/>
                  </a:lnTo>
                  <a:lnTo>
                    <a:pt x="703234" y="1239317"/>
                  </a:lnTo>
                  <a:lnTo>
                    <a:pt x="705155" y="1236758"/>
                  </a:lnTo>
                  <a:lnTo>
                    <a:pt x="707077" y="1234661"/>
                  </a:lnTo>
                  <a:lnTo>
                    <a:pt x="708998" y="1233995"/>
                  </a:lnTo>
                  <a:lnTo>
                    <a:pt x="710919" y="1234514"/>
                  </a:lnTo>
                  <a:lnTo>
                    <a:pt x="712841" y="1235350"/>
                  </a:lnTo>
                  <a:lnTo>
                    <a:pt x="714762" y="1236328"/>
                  </a:lnTo>
                  <a:lnTo>
                    <a:pt x="716684" y="1237896"/>
                  </a:lnTo>
                  <a:lnTo>
                    <a:pt x="718605" y="1239879"/>
                  </a:lnTo>
                  <a:lnTo>
                    <a:pt x="720526" y="1241453"/>
                  </a:lnTo>
                  <a:lnTo>
                    <a:pt x="722448" y="1242226"/>
                  </a:lnTo>
                  <a:lnTo>
                    <a:pt x="724369" y="1242478"/>
                  </a:lnTo>
                </a:path>
              </a:pathLst>
            </a:cu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7906162" y="5530571"/>
              <a:ext cx="981838" cy="452851"/>
            </a:xfrm>
            <a:custGeom>
              <a:avLst/>
              <a:pathLst>
                <a:path w="981838" h="452851">
                  <a:moveTo>
                    <a:pt x="0" y="452851"/>
                  </a:moveTo>
                  <a:lnTo>
                    <a:pt x="1921" y="452851"/>
                  </a:lnTo>
                  <a:lnTo>
                    <a:pt x="3842" y="452851"/>
                  </a:lnTo>
                  <a:lnTo>
                    <a:pt x="5764" y="452851"/>
                  </a:lnTo>
                  <a:lnTo>
                    <a:pt x="7685" y="452851"/>
                  </a:lnTo>
                  <a:lnTo>
                    <a:pt x="9607" y="452851"/>
                  </a:lnTo>
                  <a:lnTo>
                    <a:pt x="11528" y="452851"/>
                  </a:lnTo>
                  <a:lnTo>
                    <a:pt x="13449" y="452851"/>
                  </a:lnTo>
                  <a:lnTo>
                    <a:pt x="15371" y="452851"/>
                  </a:lnTo>
                  <a:lnTo>
                    <a:pt x="17292" y="452851"/>
                  </a:lnTo>
                  <a:lnTo>
                    <a:pt x="19214" y="452851"/>
                  </a:lnTo>
                  <a:lnTo>
                    <a:pt x="21135" y="452851"/>
                  </a:lnTo>
                  <a:lnTo>
                    <a:pt x="23056" y="452851"/>
                  </a:lnTo>
                  <a:lnTo>
                    <a:pt x="24978" y="452851"/>
                  </a:lnTo>
                  <a:lnTo>
                    <a:pt x="26899" y="452851"/>
                  </a:lnTo>
                  <a:lnTo>
                    <a:pt x="28821" y="452851"/>
                  </a:lnTo>
                  <a:lnTo>
                    <a:pt x="30742" y="452851"/>
                  </a:lnTo>
                  <a:lnTo>
                    <a:pt x="32663" y="452851"/>
                  </a:lnTo>
                  <a:lnTo>
                    <a:pt x="34585" y="452851"/>
                  </a:lnTo>
                  <a:lnTo>
                    <a:pt x="36506" y="452851"/>
                  </a:lnTo>
                  <a:lnTo>
                    <a:pt x="38428" y="452851"/>
                  </a:lnTo>
                  <a:lnTo>
                    <a:pt x="40349" y="452851"/>
                  </a:lnTo>
                  <a:lnTo>
                    <a:pt x="42270" y="452851"/>
                  </a:lnTo>
                  <a:lnTo>
                    <a:pt x="44192" y="452851"/>
                  </a:lnTo>
                  <a:lnTo>
                    <a:pt x="46113" y="452850"/>
                  </a:lnTo>
                  <a:lnTo>
                    <a:pt x="48035" y="452850"/>
                  </a:lnTo>
                  <a:lnTo>
                    <a:pt x="49956" y="452848"/>
                  </a:lnTo>
                  <a:lnTo>
                    <a:pt x="51877" y="452846"/>
                  </a:lnTo>
                  <a:lnTo>
                    <a:pt x="53799" y="452843"/>
                  </a:lnTo>
                  <a:lnTo>
                    <a:pt x="55720" y="452838"/>
                  </a:lnTo>
                  <a:lnTo>
                    <a:pt x="57642" y="452830"/>
                  </a:lnTo>
                  <a:lnTo>
                    <a:pt x="59563" y="452819"/>
                  </a:lnTo>
                  <a:lnTo>
                    <a:pt x="61484" y="452802"/>
                  </a:lnTo>
                  <a:lnTo>
                    <a:pt x="63406" y="452779"/>
                  </a:lnTo>
                  <a:lnTo>
                    <a:pt x="65327" y="452745"/>
                  </a:lnTo>
                  <a:lnTo>
                    <a:pt x="67249" y="452699"/>
                  </a:lnTo>
                  <a:lnTo>
                    <a:pt x="69170" y="452634"/>
                  </a:lnTo>
                  <a:lnTo>
                    <a:pt x="71091" y="452546"/>
                  </a:lnTo>
                  <a:lnTo>
                    <a:pt x="73013" y="452430"/>
                  </a:lnTo>
                  <a:lnTo>
                    <a:pt x="74934" y="452280"/>
                  </a:lnTo>
                  <a:lnTo>
                    <a:pt x="76856" y="452090"/>
                  </a:lnTo>
                  <a:lnTo>
                    <a:pt x="78777" y="451853"/>
                  </a:lnTo>
                  <a:lnTo>
                    <a:pt x="80699" y="451563"/>
                  </a:lnTo>
                  <a:lnTo>
                    <a:pt x="82620" y="451214"/>
                  </a:lnTo>
                  <a:lnTo>
                    <a:pt x="84541" y="450801"/>
                  </a:lnTo>
                  <a:lnTo>
                    <a:pt x="86463" y="450316"/>
                  </a:lnTo>
                  <a:lnTo>
                    <a:pt x="88384" y="449751"/>
                  </a:lnTo>
                  <a:lnTo>
                    <a:pt x="90306" y="449113"/>
                  </a:lnTo>
                  <a:lnTo>
                    <a:pt x="92227" y="448402"/>
                  </a:lnTo>
                  <a:lnTo>
                    <a:pt x="94148" y="447623"/>
                  </a:lnTo>
                  <a:lnTo>
                    <a:pt x="96070" y="446779"/>
                  </a:lnTo>
                  <a:lnTo>
                    <a:pt x="97991" y="445879"/>
                  </a:lnTo>
                  <a:lnTo>
                    <a:pt x="99913" y="444931"/>
                  </a:lnTo>
                  <a:lnTo>
                    <a:pt x="101834" y="443946"/>
                  </a:lnTo>
                  <a:lnTo>
                    <a:pt x="103755" y="442935"/>
                  </a:lnTo>
                  <a:lnTo>
                    <a:pt x="105677" y="441915"/>
                  </a:lnTo>
                  <a:lnTo>
                    <a:pt x="107598" y="440903"/>
                  </a:lnTo>
                  <a:lnTo>
                    <a:pt x="109520" y="439919"/>
                  </a:lnTo>
                  <a:lnTo>
                    <a:pt x="111441" y="438978"/>
                  </a:lnTo>
                  <a:lnTo>
                    <a:pt x="113362" y="438099"/>
                  </a:lnTo>
                  <a:lnTo>
                    <a:pt x="115284" y="437300"/>
                  </a:lnTo>
                  <a:lnTo>
                    <a:pt x="117205" y="436595"/>
                  </a:lnTo>
                  <a:lnTo>
                    <a:pt x="119127" y="435999"/>
                  </a:lnTo>
                  <a:lnTo>
                    <a:pt x="121048" y="435523"/>
                  </a:lnTo>
                  <a:lnTo>
                    <a:pt x="122969" y="435173"/>
                  </a:lnTo>
                  <a:lnTo>
                    <a:pt x="124891" y="434965"/>
                  </a:lnTo>
                  <a:lnTo>
                    <a:pt x="126812" y="434879"/>
                  </a:lnTo>
                  <a:lnTo>
                    <a:pt x="128734" y="434902"/>
                  </a:lnTo>
                  <a:lnTo>
                    <a:pt x="130655" y="435020"/>
                  </a:lnTo>
                  <a:lnTo>
                    <a:pt x="132576" y="435212"/>
                  </a:lnTo>
                  <a:lnTo>
                    <a:pt x="134498" y="435459"/>
                  </a:lnTo>
                  <a:lnTo>
                    <a:pt x="136419" y="435738"/>
                  </a:lnTo>
                  <a:lnTo>
                    <a:pt x="138341" y="436028"/>
                  </a:lnTo>
                  <a:lnTo>
                    <a:pt x="140262" y="436309"/>
                  </a:lnTo>
                  <a:lnTo>
                    <a:pt x="142183" y="436563"/>
                  </a:lnTo>
                  <a:lnTo>
                    <a:pt x="144105" y="436777"/>
                  </a:lnTo>
                  <a:lnTo>
                    <a:pt x="146026" y="436947"/>
                  </a:lnTo>
                  <a:lnTo>
                    <a:pt x="147948" y="437074"/>
                  </a:lnTo>
                  <a:lnTo>
                    <a:pt x="149869" y="437162"/>
                  </a:lnTo>
                  <a:lnTo>
                    <a:pt x="151791" y="437219"/>
                  </a:lnTo>
                  <a:lnTo>
                    <a:pt x="153712" y="437255"/>
                  </a:lnTo>
                  <a:lnTo>
                    <a:pt x="155633" y="437282"/>
                  </a:lnTo>
                  <a:lnTo>
                    <a:pt x="157555" y="437315"/>
                  </a:lnTo>
                  <a:lnTo>
                    <a:pt x="159476" y="437366"/>
                  </a:lnTo>
                  <a:lnTo>
                    <a:pt x="161398" y="437452"/>
                  </a:lnTo>
                  <a:lnTo>
                    <a:pt x="163319" y="437581"/>
                  </a:lnTo>
                  <a:lnTo>
                    <a:pt x="165240" y="437759"/>
                  </a:lnTo>
                  <a:lnTo>
                    <a:pt x="167162" y="437990"/>
                  </a:lnTo>
                  <a:lnTo>
                    <a:pt x="169083" y="438271"/>
                  </a:lnTo>
                  <a:lnTo>
                    <a:pt x="171005" y="438600"/>
                  </a:lnTo>
                  <a:lnTo>
                    <a:pt x="172926" y="438967"/>
                  </a:lnTo>
                  <a:lnTo>
                    <a:pt x="174847" y="439361"/>
                  </a:lnTo>
                  <a:lnTo>
                    <a:pt x="176769" y="439768"/>
                  </a:lnTo>
                  <a:lnTo>
                    <a:pt x="178690" y="440170"/>
                  </a:lnTo>
                  <a:lnTo>
                    <a:pt x="180612" y="440545"/>
                  </a:lnTo>
                  <a:lnTo>
                    <a:pt x="182533" y="440875"/>
                  </a:lnTo>
                  <a:lnTo>
                    <a:pt x="184454" y="441145"/>
                  </a:lnTo>
                  <a:lnTo>
                    <a:pt x="186376" y="441339"/>
                  </a:lnTo>
                  <a:lnTo>
                    <a:pt x="188297" y="441448"/>
                  </a:lnTo>
                  <a:lnTo>
                    <a:pt x="190219" y="441464"/>
                  </a:lnTo>
                  <a:lnTo>
                    <a:pt x="192140" y="441384"/>
                  </a:lnTo>
                  <a:lnTo>
                    <a:pt x="194061" y="441209"/>
                  </a:lnTo>
                  <a:lnTo>
                    <a:pt x="195983" y="440946"/>
                  </a:lnTo>
                  <a:lnTo>
                    <a:pt x="197904" y="440599"/>
                  </a:lnTo>
                  <a:lnTo>
                    <a:pt x="199826" y="440190"/>
                  </a:lnTo>
                  <a:lnTo>
                    <a:pt x="201747" y="439741"/>
                  </a:lnTo>
                  <a:lnTo>
                    <a:pt x="203668" y="439271"/>
                  </a:lnTo>
                  <a:lnTo>
                    <a:pt x="205590" y="438804"/>
                  </a:lnTo>
                  <a:lnTo>
                    <a:pt x="207511" y="438360"/>
                  </a:lnTo>
                  <a:lnTo>
                    <a:pt x="209433" y="437961"/>
                  </a:lnTo>
                  <a:lnTo>
                    <a:pt x="211354" y="437625"/>
                  </a:lnTo>
                  <a:lnTo>
                    <a:pt x="213275" y="437370"/>
                  </a:lnTo>
                  <a:lnTo>
                    <a:pt x="215197" y="437211"/>
                  </a:lnTo>
                  <a:lnTo>
                    <a:pt x="217118" y="437168"/>
                  </a:lnTo>
                  <a:lnTo>
                    <a:pt x="219040" y="437230"/>
                  </a:lnTo>
                  <a:lnTo>
                    <a:pt x="220961" y="437396"/>
                  </a:lnTo>
                  <a:lnTo>
                    <a:pt x="222883" y="437657"/>
                  </a:lnTo>
                  <a:lnTo>
                    <a:pt x="224804" y="438000"/>
                  </a:lnTo>
                  <a:lnTo>
                    <a:pt x="226725" y="438409"/>
                  </a:lnTo>
                  <a:lnTo>
                    <a:pt x="228647" y="438866"/>
                  </a:lnTo>
                  <a:lnTo>
                    <a:pt x="230568" y="439347"/>
                  </a:lnTo>
                  <a:lnTo>
                    <a:pt x="232490" y="439832"/>
                  </a:lnTo>
                  <a:lnTo>
                    <a:pt x="234411" y="440295"/>
                  </a:lnTo>
                  <a:lnTo>
                    <a:pt x="236332" y="440712"/>
                  </a:lnTo>
                  <a:lnTo>
                    <a:pt x="238254" y="441070"/>
                  </a:lnTo>
                  <a:lnTo>
                    <a:pt x="240175" y="441359"/>
                  </a:lnTo>
                  <a:lnTo>
                    <a:pt x="242097" y="441574"/>
                  </a:lnTo>
                  <a:lnTo>
                    <a:pt x="244018" y="441714"/>
                  </a:lnTo>
                  <a:lnTo>
                    <a:pt x="245939" y="441787"/>
                  </a:lnTo>
                  <a:lnTo>
                    <a:pt x="247861" y="441803"/>
                  </a:lnTo>
                  <a:lnTo>
                    <a:pt x="249782" y="441777"/>
                  </a:lnTo>
                  <a:lnTo>
                    <a:pt x="251704" y="441728"/>
                  </a:lnTo>
                  <a:lnTo>
                    <a:pt x="253625" y="441680"/>
                  </a:lnTo>
                  <a:lnTo>
                    <a:pt x="255546" y="441656"/>
                  </a:lnTo>
                  <a:lnTo>
                    <a:pt x="257468" y="441672"/>
                  </a:lnTo>
                  <a:lnTo>
                    <a:pt x="259389" y="441743"/>
                  </a:lnTo>
                  <a:lnTo>
                    <a:pt x="261311" y="441878"/>
                  </a:lnTo>
                  <a:lnTo>
                    <a:pt x="263232" y="442080"/>
                  </a:lnTo>
                  <a:lnTo>
                    <a:pt x="265153" y="442350"/>
                  </a:lnTo>
                  <a:lnTo>
                    <a:pt x="267075" y="442679"/>
                  </a:lnTo>
                  <a:lnTo>
                    <a:pt x="268996" y="443057"/>
                  </a:lnTo>
                  <a:lnTo>
                    <a:pt x="270918" y="443471"/>
                  </a:lnTo>
                  <a:lnTo>
                    <a:pt x="272839" y="443898"/>
                  </a:lnTo>
                  <a:lnTo>
                    <a:pt x="274760" y="444317"/>
                  </a:lnTo>
                  <a:lnTo>
                    <a:pt x="276682" y="444711"/>
                  </a:lnTo>
                  <a:lnTo>
                    <a:pt x="278603" y="445063"/>
                  </a:lnTo>
                  <a:lnTo>
                    <a:pt x="280525" y="445359"/>
                  </a:lnTo>
                  <a:lnTo>
                    <a:pt x="282446" y="445587"/>
                  </a:lnTo>
                  <a:lnTo>
                    <a:pt x="284367" y="445739"/>
                  </a:lnTo>
                  <a:lnTo>
                    <a:pt x="286289" y="445811"/>
                  </a:lnTo>
                  <a:lnTo>
                    <a:pt x="288210" y="445799"/>
                  </a:lnTo>
                  <a:lnTo>
                    <a:pt x="290132" y="445698"/>
                  </a:lnTo>
                  <a:lnTo>
                    <a:pt x="292053" y="445519"/>
                  </a:lnTo>
                  <a:lnTo>
                    <a:pt x="293975" y="445273"/>
                  </a:lnTo>
                  <a:lnTo>
                    <a:pt x="295896" y="444969"/>
                  </a:lnTo>
                  <a:lnTo>
                    <a:pt x="297817" y="444617"/>
                  </a:lnTo>
                  <a:lnTo>
                    <a:pt x="299739" y="444231"/>
                  </a:lnTo>
                  <a:lnTo>
                    <a:pt x="301660" y="443822"/>
                  </a:lnTo>
                  <a:lnTo>
                    <a:pt x="303582" y="443403"/>
                  </a:lnTo>
                  <a:lnTo>
                    <a:pt x="305503" y="442987"/>
                  </a:lnTo>
                  <a:lnTo>
                    <a:pt x="307424" y="442583"/>
                  </a:lnTo>
                  <a:lnTo>
                    <a:pt x="309346" y="442201"/>
                  </a:lnTo>
                  <a:lnTo>
                    <a:pt x="311267" y="441843"/>
                  </a:lnTo>
                  <a:lnTo>
                    <a:pt x="313189" y="441508"/>
                  </a:lnTo>
                  <a:lnTo>
                    <a:pt x="315110" y="441193"/>
                  </a:lnTo>
                  <a:lnTo>
                    <a:pt x="317031" y="440888"/>
                  </a:lnTo>
                  <a:lnTo>
                    <a:pt x="318953" y="440585"/>
                  </a:lnTo>
                  <a:lnTo>
                    <a:pt x="320874" y="440272"/>
                  </a:lnTo>
                  <a:lnTo>
                    <a:pt x="322796" y="439936"/>
                  </a:lnTo>
                  <a:lnTo>
                    <a:pt x="324717" y="439565"/>
                  </a:lnTo>
                  <a:lnTo>
                    <a:pt x="326638" y="439144"/>
                  </a:lnTo>
                  <a:lnTo>
                    <a:pt x="328560" y="438665"/>
                  </a:lnTo>
                  <a:lnTo>
                    <a:pt x="330481" y="438128"/>
                  </a:lnTo>
                  <a:lnTo>
                    <a:pt x="332403" y="437533"/>
                  </a:lnTo>
                  <a:lnTo>
                    <a:pt x="334324" y="436881"/>
                  </a:lnTo>
                  <a:lnTo>
                    <a:pt x="336245" y="436179"/>
                  </a:lnTo>
                  <a:lnTo>
                    <a:pt x="338167" y="435433"/>
                  </a:lnTo>
                  <a:lnTo>
                    <a:pt x="340088" y="434651"/>
                  </a:lnTo>
                  <a:lnTo>
                    <a:pt x="342010" y="433838"/>
                  </a:lnTo>
                  <a:lnTo>
                    <a:pt x="343931" y="433002"/>
                  </a:lnTo>
                  <a:lnTo>
                    <a:pt x="345852" y="432145"/>
                  </a:lnTo>
                  <a:lnTo>
                    <a:pt x="347774" y="431272"/>
                  </a:lnTo>
                  <a:lnTo>
                    <a:pt x="349695" y="430383"/>
                  </a:lnTo>
                  <a:lnTo>
                    <a:pt x="351617" y="429477"/>
                  </a:lnTo>
                  <a:lnTo>
                    <a:pt x="353538" y="428552"/>
                  </a:lnTo>
                  <a:lnTo>
                    <a:pt x="355459" y="427604"/>
                  </a:lnTo>
                  <a:lnTo>
                    <a:pt x="357381" y="426628"/>
                  </a:lnTo>
                  <a:lnTo>
                    <a:pt x="359302" y="425620"/>
                  </a:lnTo>
                  <a:lnTo>
                    <a:pt x="361224" y="424575"/>
                  </a:lnTo>
                  <a:lnTo>
                    <a:pt x="363145" y="423482"/>
                  </a:lnTo>
                  <a:lnTo>
                    <a:pt x="365067" y="422333"/>
                  </a:lnTo>
                  <a:lnTo>
                    <a:pt x="366988" y="421121"/>
                  </a:lnTo>
                  <a:lnTo>
                    <a:pt x="368909" y="419835"/>
                  </a:lnTo>
                  <a:lnTo>
                    <a:pt x="370831" y="418460"/>
                  </a:lnTo>
                  <a:lnTo>
                    <a:pt x="372752" y="416982"/>
                  </a:lnTo>
                  <a:lnTo>
                    <a:pt x="374674" y="415380"/>
                  </a:lnTo>
                  <a:lnTo>
                    <a:pt x="376595" y="413633"/>
                  </a:lnTo>
                  <a:lnTo>
                    <a:pt x="378516" y="411718"/>
                  </a:lnTo>
                  <a:lnTo>
                    <a:pt x="380438" y="409607"/>
                  </a:lnTo>
                  <a:lnTo>
                    <a:pt x="382359" y="407238"/>
                  </a:lnTo>
                  <a:lnTo>
                    <a:pt x="384281" y="404601"/>
                  </a:lnTo>
                  <a:lnTo>
                    <a:pt x="386202" y="401664"/>
                  </a:lnTo>
                  <a:lnTo>
                    <a:pt x="388123" y="398392"/>
                  </a:lnTo>
                  <a:lnTo>
                    <a:pt x="390045" y="394752"/>
                  </a:lnTo>
                  <a:lnTo>
                    <a:pt x="391966" y="390709"/>
                  </a:lnTo>
                  <a:lnTo>
                    <a:pt x="393888" y="386230"/>
                  </a:lnTo>
                  <a:lnTo>
                    <a:pt x="395809" y="381286"/>
                  </a:lnTo>
                  <a:lnTo>
                    <a:pt x="397730" y="375848"/>
                  </a:lnTo>
                  <a:lnTo>
                    <a:pt x="399652" y="369864"/>
                  </a:lnTo>
                  <a:lnTo>
                    <a:pt x="401573" y="363294"/>
                  </a:lnTo>
                  <a:lnTo>
                    <a:pt x="403495" y="356163"/>
                  </a:lnTo>
                  <a:lnTo>
                    <a:pt x="405416" y="348458"/>
                  </a:lnTo>
                  <a:lnTo>
                    <a:pt x="407337" y="340168"/>
                  </a:lnTo>
                  <a:lnTo>
                    <a:pt x="409259" y="331280"/>
                  </a:lnTo>
                  <a:lnTo>
                    <a:pt x="411180" y="321784"/>
                  </a:lnTo>
                  <a:lnTo>
                    <a:pt x="413102" y="311663"/>
                  </a:lnTo>
                  <a:lnTo>
                    <a:pt x="415023" y="300901"/>
                  </a:lnTo>
                  <a:lnTo>
                    <a:pt x="416944" y="289475"/>
                  </a:lnTo>
                  <a:lnTo>
                    <a:pt x="418866" y="277285"/>
                  </a:lnTo>
                  <a:lnTo>
                    <a:pt x="420787" y="264353"/>
                  </a:lnTo>
                  <a:lnTo>
                    <a:pt x="422709" y="250676"/>
                  </a:lnTo>
                  <a:lnTo>
                    <a:pt x="424630" y="236237"/>
                  </a:lnTo>
                  <a:lnTo>
                    <a:pt x="426551" y="221037"/>
                  </a:lnTo>
                  <a:lnTo>
                    <a:pt x="428473" y="205094"/>
                  </a:lnTo>
                  <a:lnTo>
                    <a:pt x="430394" y="188454"/>
                  </a:lnTo>
                  <a:lnTo>
                    <a:pt x="432316" y="171196"/>
                  </a:lnTo>
                  <a:lnTo>
                    <a:pt x="434237" y="153438"/>
                  </a:lnTo>
                  <a:lnTo>
                    <a:pt x="436159" y="135335"/>
                  </a:lnTo>
                  <a:lnTo>
                    <a:pt x="438080" y="117135"/>
                  </a:lnTo>
                  <a:lnTo>
                    <a:pt x="440001" y="99139"/>
                  </a:lnTo>
                  <a:lnTo>
                    <a:pt x="441923" y="81649"/>
                  </a:lnTo>
                  <a:lnTo>
                    <a:pt x="443844" y="64996"/>
                  </a:lnTo>
                  <a:lnTo>
                    <a:pt x="445766" y="49522"/>
                  </a:lnTo>
                  <a:lnTo>
                    <a:pt x="447687" y="35576"/>
                  </a:lnTo>
                  <a:lnTo>
                    <a:pt x="449608" y="23492"/>
                  </a:lnTo>
                  <a:lnTo>
                    <a:pt x="451530" y="13582"/>
                  </a:lnTo>
                  <a:lnTo>
                    <a:pt x="453451" y="6119"/>
                  </a:lnTo>
                  <a:lnTo>
                    <a:pt x="455373" y="1572"/>
                  </a:lnTo>
                  <a:lnTo>
                    <a:pt x="457294" y="0"/>
                  </a:lnTo>
                  <a:lnTo>
                    <a:pt x="459215" y="1335"/>
                  </a:lnTo>
                  <a:lnTo>
                    <a:pt x="461137" y="5562"/>
                  </a:lnTo>
                  <a:lnTo>
                    <a:pt x="463058" y="12594"/>
                  </a:lnTo>
                  <a:lnTo>
                    <a:pt x="464980" y="22279"/>
                  </a:lnTo>
                  <a:lnTo>
                    <a:pt x="466901" y="34412"/>
                  </a:lnTo>
                  <a:lnTo>
                    <a:pt x="468822" y="48739"/>
                  </a:lnTo>
                  <a:lnTo>
                    <a:pt x="470744" y="64969"/>
                  </a:lnTo>
                  <a:lnTo>
                    <a:pt x="472665" y="82799"/>
                  </a:lnTo>
                  <a:lnTo>
                    <a:pt x="474587" y="101983"/>
                  </a:lnTo>
                  <a:lnTo>
                    <a:pt x="476508" y="121999"/>
                  </a:lnTo>
                  <a:lnTo>
                    <a:pt x="478429" y="142536"/>
                  </a:lnTo>
                  <a:lnTo>
                    <a:pt x="480351" y="163302"/>
                  </a:lnTo>
                  <a:lnTo>
                    <a:pt x="482272" y="184031"/>
                  </a:lnTo>
                  <a:lnTo>
                    <a:pt x="484194" y="204487"/>
                  </a:lnTo>
                  <a:lnTo>
                    <a:pt x="486115" y="224467"/>
                  </a:lnTo>
                  <a:lnTo>
                    <a:pt x="488036" y="243801"/>
                  </a:lnTo>
                  <a:lnTo>
                    <a:pt x="489958" y="262352"/>
                  </a:lnTo>
                  <a:lnTo>
                    <a:pt x="491879" y="279951"/>
                  </a:lnTo>
                  <a:lnTo>
                    <a:pt x="493801" y="296514"/>
                  </a:lnTo>
                  <a:lnTo>
                    <a:pt x="495722" y="312063"/>
                  </a:lnTo>
                  <a:lnTo>
                    <a:pt x="497643" y="326583"/>
                  </a:lnTo>
                  <a:lnTo>
                    <a:pt x="499565" y="340075"/>
                  </a:lnTo>
                  <a:lnTo>
                    <a:pt x="501486" y="352553"/>
                  </a:lnTo>
                  <a:lnTo>
                    <a:pt x="503408" y="364043"/>
                  </a:lnTo>
                  <a:lnTo>
                    <a:pt x="505329" y="374577"/>
                  </a:lnTo>
                  <a:lnTo>
                    <a:pt x="507250" y="384193"/>
                  </a:lnTo>
                  <a:lnTo>
                    <a:pt x="509172" y="392934"/>
                  </a:lnTo>
                  <a:lnTo>
                    <a:pt x="511093" y="400748"/>
                  </a:lnTo>
                  <a:lnTo>
                    <a:pt x="513015" y="407779"/>
                  </a:lnTo>
                  <a:lnTo>
                    <a:pt x="514936" y="414080"/>
                  </a:lnTo>
                  <a:lnTo>
                    <a:pt x="516858" y="419697"/>
                  </a:lnTo>
                  <a:lnTo>
                    <a:pt x="518779" y="424675"/>
                  </a:lnTo>
                  <a:lnTo>
                    <a:pt x="520700" y="429059"/>
                  </a:lnTo>
                  <a:lnTo>
                    <a:pt x="522622" y="432893"/>
                  </a:lnTo>
                  <a:lnTo>
                    <a:pt x="524543" y="436222"/>
                  </a:lnTo>
                  <a:lnTo>
                    <a:pt x="526465" y="439090"/>
                  </a:lnTo>
                  <a:lnTo>
                    <a:pt x="528386" y="441523"/>
                  </a:lnTo>
                  <a:lnTo>
                    <a:pt x="530307" y="443554"/>
                  </a:lnTo>
                  <a:lnTo>
                    <a:pt x="532229" y="445259"/>
                  </a:lnTo>
                  <a:lnTo>
                    <a:pt x="534150" y="446675"/>
                  </a:lnTo>
                  <a:lnTo>
                    <a:pt x="536072" y="447835"/>
                  </a:lnTo>
                  <a:lnTo>
                    <a:pt x="537993" y="448773"/>
                  </a:lnTo>
                  <a:lnTo>
                    <a:pt x="539914" y="449519"/>
                  </a:lnTo>
                  <a:lnTo>
                    <a:pt x="541836" y="450099"/>
                  </a:lnTo>
                  <a:lnTo>
                    <a:pt x="543757" y="450539"/>
                  </a:lnTo>
                  <a:lnTo>
                    <a:pt x="545679" y="450864"/>
                  </a:lnTo>
                  <a:lnTo>
                    <a:pt x="547600" y="451085"/>
                  </a:lnTo>
                  <a:lnTo>
                    <a:pt x="549521" y="451232"/>
                  </a:lnTo>
                  <a:lnTo>
                    <a:pt x="551443" y="451322"/>
                  </a:lnTo>
                  <a:lnTo>
                    <a:pt x="553364" y="451370"/>
                  </a:lnTo>
                  <a:lnTo>
                    <a:pt x="555286" y="451386"/>
                  </a:lnTo>
                  <a:lnTo>
                    <a:pt x="557207" y="451381"/>
                  </a:lnTo>
                  <a:lnTo>
                    <a:pt x="559128" y="451361"/>
                  </a:lnTo>
                  <a:lnTo>
                    <a:pt x="561050" y="451332"/>
                  </a:lnTo>
                  <a:lnTo>
                    <a:pt x="562971" y="451298"/>
                  </a:lnTo>
                  <a:lnTo>
                    <a:pt x="564893" y="451262"/>
                  </a:lnTo>
                  <a:lnTo>
                    <a:pt x="566814" y="451225"/>
                  </a:lnTo>
                  <a:lnTo>
                    <a:pt x="568735" y="451189"/>
                  </a:lnTo>
                  <a:lnTo>
                    <a:pt x="570657" y="451153"/>
                  </a:lnTo>
                  <a:lnTo>
                    <a:pt x="572578" y="451117"/>
                  </a:lnTo>
                  <a:lnTo>
                    <a:pt x="574500" y="451083"/>
                  </a:lnTo>
                  <a:lnTo>
                    <a:pt x="576421" y="451050"/>
                  </a:lnTo>
                  <a:lnTo>
                    <a:pt x="578342" y="451020"/>
                  </a:lnTo>
                  <a:lnTo>
                    <a:pt x="580264" y="450993"/>
                  </a:lnTo>
                  <a:lnTo>
                    <a:pt x="582185" y="450971"/>
                  </a:lnTo>
                  <a:lnTo>
                    <a:pt x="584107" y="450956"/>
                  </a:lnTo>
                  <a:lnTo>
                    <a:pt x="586028" y="450950"/>
                  </a:lnTo>
                  <a:lnTo>
                    <a:pt x="587950" y="450955"/>
                  </a:lnTo>
                  <a:lnTo>
                    <a:pt x="589871" y="450971"/>
                  </a:lnTo>
                  <a:lnTo>
                    <a:pt x="591792" y="450999"/>
                  </a:lnTo>
                  <a:lnTo>
                    <a:pt x="593714" y="451041"/>
                  </a:lnTo>
                  <a:lnTo>
                    <a:pt x="595635" y="451094"/>
                  </a:lnTo>
                  <a:lnTo>
                    <a:pt x="597557" y="451160"/>
                  </a:lnTo>
                  <a:lnTo>
                    <a:pt x="599478" y="451235"/>
                  </a:lnTo>
                  <a:lnTo>
                    <a:pt x="601399" y="451319"/>
                  </a:lnTo>
                  <a:lnTo>
                    <a:pt x="603321" y="451408"/>
                  </a:lnTo>
                  <a:lnTo>
                    <a:pt x="605242" y="451497"/>
                  </a:lnTo>
                  <a:lnTo>
                    <a:pt x="607164" y="451583"/>
                  </a:lnTo>
                  <a:lnTo>
                    <a:pt x="609085" y="451661"/>
                  </a:lnTo>
                  <a:lnTo>
                    <a:pt x="611006" y="451729"/>
                  </a:lnTo>
                  <a:lnTo>
                    <a:pt x="612928" y="451782"/>
                  </a:lnTo>
                  <a:lnTo>
                    <a:pt x="614849" y="451817"/>
                  </a:lnTo>
                  <a:lnTo>
                    <a:pt x="616771" y="451832"/>
                  </a:lnTo>
                  <a:lnTo>
                    <a:pt x="618692" y="451826"/>
                  </a:lnTo>
                  <a:lnTo>
                    <a:pt x="620613" y="451797"/>
                  </a:lnTo>
                  <a:lnTo>
                    <a:pt x="622535" y="451744"/>
                  </a:lnTo>
                  <a:lnTo>
                    <a:pt x="624456" y="451672"/>
                  </a:lnTo>
                  <a:lnTo>
                    <a:pt x="626378" y="451583"/>
                  </a:lnTo>
                  <a:lnTo>
                    <a:pt x="628299" y="451479"/>
                  </a:lnTo>
                  <a:lnTo>
                    <a:pt x="630220" y="451363"/>
                  </a:lnTo>
                  <a:lnTo>
                    <a:pt x="632142" y="451240"/>
                  </a:lnTo>
                  <a:lnTo>
                    <a:pt x="634063" y="451113"/>
                  </a:lnTo>
                  <a:lnTo>
                    <a:pt x="635985" y="450985"/>
                  </a:lnTo>
                  <a:lnTo>
                    <a:pt x="637906" y="450860"/>
                  </a:lnTo>
                  <a:lnTo>
                    <a:pt x="639827" y="450743"/>
                  </a:lnTo>
                  <a:lnTo>
                    <a:pt x="641749" y="450637"/>
                  </a:lnTo>
                  <a:lnTo>
                    <a:pt x="643670" y="450544"/>
                  </a:lnTo>
                  <a:lnTo>
                    <a:pt x="645592" y="450467"/>
                  </a:lnTo>
                  <a:lnTo>
                    <a:pt x="647513" y="450409"/>
                  </a:lnTo>
                  <a:lnTo>
                    <a:pt x="649434" y="450370"/>
                  </a:lnTo>
                  <a:lnTo>
                    <a:pt x="651356" y="450354"/>
                  </a:lnTo>
                  <a:lnTo>
                    <a:pt x="653277" y="450360"/>
                  </a:lnTo>
                  <a:lnTo>
                    <a:pt x="655199" y="450389"/>
                  </a:lnTo>
                  <a:lnTo>
                    <a:pt x="657120" y="450441"/>
                  </a:lnTo>
                  <a:lnTo>
                    <a:pt x="659042" y="450515"/>
                  </a:lnTo>
                  <a:lnTo>
                    <a:pt x="660963" y="450606"/>
                  </a:lnTo>
                  <a:lnTo>
                    <a:pt x="662884" y="450711"/>
                  </a:lnTo>
                  <a:lnTo>
                    <a:pt x="664806" y="450825"/>
                  </a:lnTo>
                  <a:lnTo>
                    <a:pt x="666727" y="450944"/>
                  </a:lnTo>
                  <a:lnTo>
                    <a:pt x="668649" y="451062"/>
                  </a:lnTo>
                  <a:lnTo>
                    <a:pt x="670570" y="451175"/>
                  </a:lnTo>
                  <a:lnTo>
                    <a:pt x="672491" y="451279"/>
                  </a:lnTo>
                  <a:lnTo>
                    <a:pt x="674413" y="451370"/>
                  </a:lnTo>
                  <a:lnTo>
                    <a:pt x="676334" y="451446"/>
                  </a:lnTo>
                  <a:lnTo>
                    <a:pt x="678256" y="451505"/>
                  </a:lnTo>
                  <a:lnTo>
                    <a:pt x="680177" y="451550"/>
                  </a:lnTo>
                  <a:lnTo>
                    <a:pt x="682098" y="451582"/>
                  </a:lnTo>
                  <a:lnTo>
                    <a:pt x="684020" y="451604"/>
                  </a:lnTo>
                  <a:lnTo>
                    <a:pt x="685941" y="451620"/>
                  </a:lnTo>
                  <a:lnTo>
                    <a:pt x="687863" y="451634"/>
                  </a:lnTo>
                  <a:lnTo>
                    <a:pt x="689784" y="451649"/>
                  </a:lnTo>
                  <a:lnTo>
                    <a:pt x="691705" y="451669"/>
                  </a:lnTo>
                  <a:lnTo>
                    <a:pt x="693627" y="451697"/>
                  </a:lnTo>
                  <a:lnTo>
                    <a:pt x="695548" y="451735"/>
                  </a:lnTo>
                  <a:lnTo>
                    <a:pt x="697470" y="451783"/>
                  </a:lnTo>
                  <a:lnTo>
                    <a:pt x="699391" y="451840"/>
                  </a:lnTo>
                  <a:lnTo>
                    <a:pt x="701312" y="451904"/>
                  </a:lnTo>
                  <a:lnTo>
                    <a:pt x="703234" y="451972"/>
                  </a:lnTo>
                  <a:lnTo>
                    <a:pt x="705155" y="452042"/>
                  </a:lnTo>
                  <a:lnTo>
                    <a:pt x="707077" y="452108"/>
                  </a:lnTo>
                  <a:lnTo>
                    <a:pt x="708998" y="452168"/>
                  </a:lnTo>
                  <a:lnTo>
                    <a:pt x="710919" y="452217"/>
                  </a:lnTo>
                  <a:lnTo>
                    <a:pt x="712841" y="452251"/>
                  </a:lnTo>
                  <a:lnTo>
                    <a:pt x="714762" y="452265"/>
                  </a:lnTo>
                  <a:lnTo>
                    <a:pt x="716684" y="452260"/>
                  </a:lnTo>
                  <a:lnTo>
                    <a:pt x="718605" y="452232"/>
                  </a:lnTo>
                  <a:lnTo>
                    <a:pt x="720526" y="452183"/>
                  </a:lnTo>
                  <a:lnTo>
                    <a:pt x="722448" y="452112"/>
                  </a:lnTo>
                  <a:lnTo>
                    <a:pt x="724369" y="452020"/>
                  </a:lnTo>
                  <a:lnTo>
                    <a:pt x="726291" y="451909"/>
                  </a:lnTo>
                  <a:lnTo>
                    <a:pt x="728212" y="451783"/>
                  </a:lnTo>
                  <a:lnTo>
                    <a:pt x="730134" y="451645"/>
                  </a:lnTo>
                  <a:lnTo>
                    <a:pt x="732055" y="451499"/>
                  </a:lnTo>
                  <a:lnTo>
                    <a:pt x="733976" y="451353"/>
                  </a:lnTo>
                  <a:lnTo>
                    <a:pt x="735898" y="451210"/>
                  </a:lnTo>
                  <a:lnTo>
                    <a:pt x="737819" y="451076"/>
                  </a:lnTo>
                  <a:lnTo>
                    <a:pt x="739741" y="450954"/>
                  </a:lnTo>
                  <a:lnTo>
                    <a:pt x="741662" y="450850"/>
                  </a:lnTo>
                  <a:lnTo>
                    <a:pt x="743583" y="450765"/>
                  </a:lnTo>
                  <a:lnTo>
                    <a:pt x="745505" y="450701"/>
                  </a:lnTo>
                  <a:lnTo>
                    <a:pt x="747426" y="450659"/>
                  </a:lnTo>
                  <a:lnTo>
                    <a:pt x="749348" y="450640"/>
                  </a:lnTo>
                  <a:lnTo>
                    <a:pt x="751269" y="450643"/>
                  </a:lnTo>
                  <a:lnTo>
                    <a:pt x="753190" y="450663"/>
                  </a:lnTo>
                  <a:lnTo>
                    <a:pt x="755112" y="450699"/>
                  </a:lnTo>
                  <a:lnTo>
                    <a:pt x="757033" y="450746"/>
                  </a:lnTo>
                  <a:lnTo>
                    <a:pt x="758955" y="450803"/>
                  </a:lnTo>
                  <a:lnTo>
                    <a:pt x="760876" y="450868"/>
                  </a:lnTo>
                  <a:lnTo>
                    <a:pt x="762797" y="450939"/>
                  </a:lnTo>
                  <a:lnTo>
                    <a:pt x="764719" y="451014"/>
                  </a:lnTo>
                  <a:lnTo>
                    <a:pt x="766640" y="451094"/>
                  </a:lnTo>
                  <a:lnTo>
                    <a:pt x="768562" y="451177"/>
                  </a:lnTo>
                  <a:lnTo>
                    <a:pt x="770483" y="451266"/>
                  </a:lnTo>
                  <a:lnTo>
                    <a:pt x="772404" y="451358"/>
                  </a:lnTo>
                  <a:lnTo>
                    <a:pt x="774326" y="451456"/>
                  </a:lnTo>
                  <a:lnTo>
                    <a:pt x="776247" y="451557"/>
                  </a:lnTo>
                  <a:lnTo>
                    <a:pt x="778169" y="451662"/>
                  </a:lnTo>
                  <a:lnTo>
                    <a:pt x="780090" y="451768"/>
                  </a:lnTo>
                  <a:lnTo>
                    <a:pt x="782011" y="451876"/>
                  </a:lnTo>
                  <a:lnTo>
                    <a:pt x="783933" y="451981"/>
                  </a:lnTo>
                  <a:lnTo>
                    <a:pt x="785854" y="452082"/>
                  </a:lnTo>
                  <a:lnTo>
                    <a:pt x="787776" y="452175"/>
                  </a:lnTo>
                  <a:lnTo>
                    <a:pt x="789697" y="452258"/>
                  </a:lnTo>
                  <a:lnTo>
                    <a:pt x="791618" y="452329"/>
                  </a:lnTo>
                  <a:lnTo>
                    <a:pt x="793540" y="452384"/>
                  </a:lnTo>
                  <a:lnTo>
                    <a:pt x="795461" y="452422"/>
                  </a:lnTo>
                  <a:lnTo>
                    <a:pt x="797383" y="452441"/>
                  </a:lnTo>
                  <a:lnTo>
                    <a:pt x="799304" y="452440"/>
                  </a:lnTo>
                  <a:lnTo>
                    <a:pt x="801226" y="452417"/>
                  </a:lnTo>
                  <a:lnTo>
                    <a:pt x="803147" y="452370"/>
                  </a:lnTo>
                  <a:lnTo>
                    <a:pt x="805068" y="452298"/>
                  </a:lnTo>
                  <a:lnTo>
                    <a:pt x="806990" y="452201"/>
                  </a:lnTo>
                  <a:lnTo>
                    <a:pt x="808911" y="452080"/>
                  </a:lnTo>
                  <a:lnTo>
                    <a:pt x="810833" y="451936"/>
                  </a:lnTo>
                  <a:lnTo>
                    <a:pt x="812754" y="451770"/>
                  </a:lnTo>
                  <a:lnTo>
                    <a:pt x="814675" y="451583"/>
                  </a:lnTo>
                  <a:lnTo>
                    <a:pt x="816597" y="451377"/>
                  </a:lnTo>
                  <a:lnTo>
                    <a:pt x="818518" y="451155"/>
                  </a:lnTo>
                  <a:lnTo>
                    <a:pt x="820440" y="450919"/>
                  </a:lnTo>
                  <a:lnTo>
                    <a:pt x="822361" y="450673"/>
                  </a:lnTo>
                  <a:lnTo>
                    <a:pt x="824282" y="450420"/>
                  </a:lnTo>
                  <a:lnTo>
                    <a:pt x="826204" y="450166"/>
                  </a:lnTo>
                  <a:lnTo>
                    <a:pt x="828125" y="449913"/>
                  </a:lnTo>
                  <a:lnTo>
                    <a:pt x="830047" y="449665"/>
                  </a:lnTo>
                  <a:lnTo>
                    <a:pt x="831968" y="449427"/>
                  </a:lnTo>
                  <a:lnTo>
                    <a:pt x="833889" y="449202"/>
                  </a:lnTo>
                  <a:lnTo>
                    <a:pt x="835811" y="448994"/>
                  </a:lnTo>
                  <a:lnTo>
                    <a:pt x="837732" y="448805"/>
                  </a:lnTo>
                  <a:lnTo>
                    <a:pt x="839654" y="448640"/>
                  </a:lnTo>
                  <a:lnTo>
                    <a:pt x="841575" y="448504"/>
                  </a:lnTo>
                  <a:lnTo>
                    <a:pt x="843496" y="448399"/>
                  </a:lnTo>
                  <a:lnTo>
                    <a:pt x="845418" y="448326"/>
                  </a:lnTo>
                  <a:lnTo>
                    <a:pt x="847339" y="448288"/>
                  </a:lnTo>
                  <a:lnTo>
                    <a:pt x="849261" y="448285"/>
                  </a:lnTo>
                  <a:lnTo>
                    <a:pt x="851182" y="448319"/>
                  </a:lnTo>
                  <a:lnTo>
                    <a:pt x="853103" y="448388"/>
                  </a:lnTo>
                  <a:lnTo>
                    <a:pt x="855025" y="448491"/>
                  </a:lnTo>
                  <a:lnTo>
                    <a:pt x="856946" y="448625"/>
                  </a:lnTo>
                  <a:lnTo>
                    <a:pt x="858868" y="448786"/>
                  </a:lnTo>
                  <a:lnTo>
                    <a:pt x="860789" y="448971"/>
                  </a:lnTo>
                  <a:lnTo>
                    <a:pt x="862710" y="449169"/>
                  </a:lnTo>
                  <a:lnTo>
                    <a:pt x="864632" y="449372"/>
                  </a:lnTo>
                  <a:lnTo>
                    <a:pt x="866553" y="449572"/>
                  </a:lnTo>
                  <a:lnTo>
                    <a:pt x="868475" y="449761"/>
                  </a:lnTo>
                  <a:lnTo>
                    <a:pt x="870396" y="449932"/>
                  </a:lnTo>
                  <a:lnTo>
                    <a:pt x="872318" y="450077"/>
                  </a:lnTo>
                  <a:lnTo>
                    <a:pt x="874239" y="450191"/>
                  </a:lnTo>
                  <a:lnTo>
                    <a:pt x="876160" y="450270"/>
                  </a:lnTo>
                  <a:lnTo>
                    <a:pt x="878082" y="450311"/>
                  </a:lnTo>
                  <a:lnTo>
                    <a:pt x="880003" y="450314"/>
                  </a:lnTo>
                  <a:lnTo>
                    <a:pt x="881925" y="450286"/>
                  </a:lnTo>
                  <a:lnTo>
                    <a:pt x="883846" y="450232"/>
                  </a:lnTo>
                  <a:lnTo>
                    <a:pt x="885767" y="450159"/>
                  </a:lnTo>
                  <a:lnTo>
                    <a:pt x="887689" y="450076"/>
                  </a:lnTo>
                  <a:lnTo>
                    <a:pt x="889610" y="449992"/>
                  </a:lnTo>
                  <a:lnTo>
                    <a:pt x="891532" y="449915"/>
                  </a:lnTo>
                  <a:lnTo>
                    <a:pt x="893453" y="449855"/>
                  </a:lnTo>
                  <a:lnTo>
                    <a:pt x="895374" y="449817"/>
                  </a:lnTo>
                  <a:lnTo>
                    <a:pt x="897296" y="449810"/>
                  </a:lnTo>
                  <a:lnTo>
                    <a:pt x="899217" y="449837"/>
                  </a:lnTo>
                  <a:lnTo>
                    <a:pt x="901139" y="449895"/>
                  </a:lnTo>
                  <a:lnTo>
                    <a:pt x="903060" y="449984"/>
                  </a:lnTo>
                  <a:lnTo>
                    <a:pt x="904981" y="450100"/>
                  </a:lnTo>
                  <a:lnTo>
                    <a:pt x="906903" y="450237"/>
                  </a:lnTo>
                  <a:lnTo>
                    <a:pt x="908824" y="450390"/>
                  </a:lnTo>
                  <a:lnTo>
                    <a:pt x="910746" y="450551"/>
                  </a:lnTo>
                  <a:lnTo>
                    <a:pt x="912667" y="450714"/>
                  </a:lnTo>
                  <a:lnTo>
                    <a:pt x="914588" y="450871"/>
                  </a:lnTo>
                  <a:lnTo>
                    <a:pt x="916510" y="451014"/>
                  </a:lnTo>
                  <a:lnTo>
                    <a:pt x="918431" y="451140"/>
                  </a:lnTo>
                  <a:lnTo>
                    <a:pt x="920353" y="451246"/>
                  </a:lnTo>
                  <a:lnTo>
                    <a:pt x="922274" y="451331"/>
                  </a:lnTo>
                  <a:lnTo>
                    <a:pt x="924195" y="451394"/>
                  </a:lnTo>
                  <a:lnTo>
                    <a:pt x="926117" y="451436"/>
                  </a:lnTo>
                  <a:lnTo>
                    <a:pt x="928038" y="451460"/>
                  </a:lnTo>
                  <a:lnTo>
                    <a:pt x="929960" y="451468"/>
                  </a:lnTo>
                  <a:lnTo>
                    <a:pt x="931881" y="451465"/>
                  </a:lnTo>
                  <a:lnTo>
                    <a:pt x="933802" y="451453"/>
                  </a:lnTo>
                  <a:lnTo>
                    <a:pt x="935724" y="451436"/>
                  </a:lnTo>
                  <a:lnTo>
                    <a:pt x="937645" y="451417"/>
                  </a:lnTo>
                  <a:lnTo>
                    <a:pt x="939567" y="451399"/>
                  </a:lnTo>
                  <a:lnTo>
                    <a:pt x="941488" y="451384"/>
                  </a:lnTo>
                  <a:lnTo>
                    <a:pt x="943410" y="451372"/>
                  </a:lnTo>
                  <a:lnTo>
                    <a:pt x="945331" y="451363"/>
                  </a:lnTo>
                  <a:lnTo>
                    <a:pt x="947252" y="451360"/>
                  </a:lnTo>
                  <a:lnTo>
                    <a:pt x="949174" y="451361"/>
                  </a:lnTo>
                  <a:lnTo>
                    <a:pt x="951095" y="451368"/>
                  </a:lnTo>
                  <a:lnTo>
                    <a:pt x="953017" y="451382"/>
                  </a:lnTo>
                  <a:lnTo>
                    <a:pt x="954938" y="451404"/>
                  </a:lnTo>
                  <a:lnTo>
                    <a:pt x="956859" y="451434"/>
                  </a:lnTo>
                  <a:lnTo>
                    <a:pt x="958781" y="451473"/>
                  </a:lnTo>
                  <a:lnTo>
                    <a:pt x="960702" y="451521"/>
                  </a:lnTo>
                  <a:lnTo>
                    <a:pt x="962624" y="451580"/>
                  </a:lnTo>
                  <a:lnTo>
                    <a:pt x="964545" y="451649"/>
                  </a:lnTo>
                  <a:lnTo>
                    <a:pt x="966466" y="451727"/>
                  </a:lnTo>
                  <a:lnTo>
                    <a:pt x="968388" y="451813"/>
                  </a:lnTo>
                  <a:lnTo>
                    <a:pt x="970309" y="451906"/>
                  </a:lnTo>
                  <a:lnTo>
                    <a:pt x="972231" y="452002"/>
                  </a:lnTo>
                  <a:lnTo>
                    <a:pt x="974152" y="452100"/>
                  </a:lnTo>
                  <a:lnTo>
                    <a:pt x="976073" y="452197"/>
                  </a:lnTo>
                  <a:lnTo>
                    <a:pt x="977995" y="452290"/>
                  </a:lnTo>
                  <a:lnTo>
                    <a:pt x="979916" y="452377"/>
                  </a:lnTo>
                  <a:lnTo>
                    <a:pt x="981838" y="452458"/>
                  </a:lnTo>
                  <a:lnTo>
                    <a:pt x="981838" y="452851"/>
                  </a:lnTo>
                  <a:lnTo>
                    <a:pt x="979916" y="452851"/>
                  </a:lnTo>
                  <a:lnTo>
                    <a:pt x="977995" y="452851"/>
                  </a:lnTo>
                  <a:lnTo>
                    <a:pt x="976073" y="452851"/>
                  </a:lnTo>
                  <a:lnTo>
                    <a:pt x="974152" y="452851"/>
                  </a:lnTo>
                  <a:lnTo>
                    <a:pt x="972231" y="452851"/>
                  </a:lnTo>
                  <a:lnTo>
                    <a:pt x="970309" y="452851"/>
                  </a:lnTo>
                  <a:lnTo>
                    <a:pt x="968388" y="452851"/>
                  </a:lnTo>
                  <a:lnTo>
                    <a:pt x="966466" y="452851"/>
                  </a:lnTo>
                  <a:lnTo>
                    <a:pt x="964545" y="452851"/>
                  </a:lnTo>
                  <a:lnTo>
                    <a:pt x="962624" y="452851"/>
                  </a:lnTo>
                  <a:lnTo>
                    <a:pt x="960702" y="452851"/>
                  </a:lnTo>
                  <a:lnTo>
                    <a:pt x="958781" y="452851"/>
                  </a:lnTo>
                  <a:lnTo>
                    <a:pt x="956859" y="452851"/>
                  </a:lnTo>
                  <a:lnTo>
                    <a:pt x="954938" y="452851"/>
                  </a:lnTo>
                  <a:lnTo>
                    <a:pt x="953017" y="452851"/>
                  </a:lnTo>
                  <a:lnTo>
                    <a:pt x="951095" y="452851"/>
                  </a:lnTo>
                  <a:lnTo>
                    <a:pt x="949174" y="452851"/>
                  </a:lnTo>
                  <a:lnTo>
                    <a:pt x="947252" y="452851"/>
                  </a:lnTo>
                  <a:lnTo>
                    <a:pt x="945331" y="452851"/>
                  </a:lnTo>
                  <a:lnTo>
                    <a:pt x="943410" y="452851"/>
                  </a:lnTo>
                  <a:lnTo>
                    <a:pt x="941488" y="452851"/>
                  </a:lnTo>
                  <a:lnTo>
                    <a:pt x="939567" y="452851"/>
                  </a:lnTo>
                  <a:lnTo>
                    <a:pt x="937645" y="452851"/>
                  </a:lnTo>
                  <a:lnTo>
                    <a:pt x="935724" y="452851"/>
                  </a:lnTo>
                  <a:lnTo>
                    <a:pt x="933802" y="452851"/>
                  </a:lnTo>
                  <a:lnTo>
                    <a:pt x="931881" y="452851"/>
                  </a:lnTo>
                  <a:lnTo>
                    <a:pt x="929960" y="452851"/>
                  </a:lnTo>
                  <a:lnTo>
                    <a:pt x="928038" y="452851"/>
                  </a:lnTo>
                  <a:lnTo>
                    <a:pt x="926117" y="452851"/>
                  </a:lnTo>
                  <a:lnTo>
                    <a:pt x="924195" y="452851"/>
                  </a:lnTo>
                  <a:lnTo>
                    <a:pt x="922274" y="452851"/>
                  </a:lnTo>
                  <a:lnTo>
                    <a:pt x="920353" y="452851"/>
                  </a:lnTo>
                  <a:lnTo>
                    <a:pt x="918431" y="452851"/>
                  </a:lnTo>
                  <a:lnTo>
                    <a:pt x="916510" y="452851"/>
                  </a:lnTo>
                  <a:lnTo>
                    <a:pt x="914588" y="452851"/>
                  </a:lnTo>
                  <a:lnTo>
                    <a:pt x="912667" y="452851"/>
                  </a:lnTo>
                  <a:lnTo>
                    <a:pt x="910746" y="452851"/>
                  </a:lnTo>
                  <a:lnTo>
                    <a:pt x="908824" y="452851"/>
                  </a:lnTo>
                  <a:lnTo>
                    <a:pt x="906903" y="452851"/>
                  </a:lnTo>
                  <a:lnTo>
                    <a:pt x="904981" y="452851"/>
                  </a:lnTo>
                  <a:lnTo>
                    <a:pt x="903060" y="452851"/>
                  </a:lnTo>
                  <a:lnTo>
                    <a:pt x="901139" y="452851"/>
                  </a:lnTo>
                  <a:lnTo>
                    <a:pt x="899217" y="452851"/>
                  </a:lnTo>
                  <a:lnTo>
                    <a:pt x="897296" y="452851"/>
                  </a:lnTo>
                  <a:lnTo>
                    <a:pt x="895374" y="452851"/>
                  </a:lnTo>
                  <a:lnTo>
                    <a:pt x="893453" y="452851"/>
                  </a:lnTo>
                  <a:lnTo>
                    <a:pt x="891532" y="452851"/>
                  </a:lnTo>
                  <a:lnTo>
                    <a:pt x="889610" y="452851"/>
                  </a:lnTo>
                  <a:lnTo>
                    <a:pt x="887689" y="452851"/>
                  </a:lnTo>
                  <a:lnTo>
                    <a:pt x="885767" y="452851"/>
                  </a:lnTo>
                  <a:lnTo>
                    <a:pt x="883846" y="452851"/>
                  </a:lnTo>
                  <a:lnTo>
                    <a:pt x="881925" y="452851"/>
                  </a:lnTo>
                  <a:lnTo>
                    <a:pt x="880003" y="452851"/>
                  </a:lnTo>
                  <a:lnTo>
                    <a:pt x="878082" y="452851"/>
                  </a:lnTo>
                  <a:lnTo>
                    <a:pt x="876160" y="452851"/>
                  </a:lnTo>
                  <a:lnTo>
                    <a:pt x="874239" y="452851"/>
                  </a:lnTo>
                  <a:lnTo>
                    <a:pt x="872318" y="452851"/>
                  </a:lnTo>
                  <a:lnTo>
                    <a:pt x="870396" y="452851"/>
                  </a:lnTo>
                  <a:lnTo>
                    <a:pt x="868475" y="452851"/>
                  </a:lnTo>
                  <a:lnTo>
                    <a:pt x="866553" y="452851"/>
                  </a:lnTo>
                  <a:lnTo>
                    <a:pt x="864632" y="452851"/>
                  </a:lnTo>
                  <a:lnTo>
                    <a:pt x="862710" y="452851"/>
                  </a:lnTo>
                  <a:lnTo>
                    <a:pt x="860789" y="452851"/>
                  </a:lnTo>
                  <a:lnTo>
                    <a:pt x="858868" y="452851"/>
                  </a:lnTo>
                  <a:lnTo>
                    <a:pt x="856946" y="452851"/>
                  </a:lnTo>
                  <a:lnTo>
                    <a:pt x="855025" y="452851"/>
                  </a:lnTo>
                  <a:lnTo>
                    <a:pt x="853103" y="452851"/>
                  </a:lnTo>
                  <a:lnTo>
                    <a:pt x="851182" y="452851"/>
                  </a:lnTo>
                  <a:lnTo>
                    <a:pt x="849261" y="452851"/>
                  </a:lnTo>
                  <a:lnTo>
                    <a:pt x="847339" y="452851"/>
                  </a:lnTo>
                  <a:lnTo>
                    <a:pt x="845418" y="452851"/>
                  </a:lnTo>
                  <a:lnTo>
                    <a:pt x="843496" y="452851"/>
                  </a:lnTo>
                  <a:lnTo>
                    <a:pt x="841575" y="452851"/>
                  </a:lnTo>
                  <a:lnTo>
                    <a:pt x="839654" y="452851"/>
                  </a:lnTo>
                  <a:lnTo>
                    <a:pt x="837732" y="452851"/>
                  </a:lnTo>
                  <a:lnTo>
                    <a:pt x="835811" y="452851"/>
                  </a:lnTo>
                  <a:lnTo>
                    <a:pt x="833889" y="452851"/>
                  </a:lnTo>
                  <a:lnTo>
                    <a:pt x="831968" y="452851"/>
                  </a:lnTo>
                  <a:lnTo>
                    <a:pt x="830047" y="452851"/>
                  </a:lnTo>
                  <a:lnTo>
                    <a:pt x="828125" y="452851"/>
                  </a:lnTo>
                  <a:lnTo>
                    <a:pt x="826204" y="452851"/>
                  </a:lnTo>
                  <a:lnTo>
                    <a:pt x="824282" y="452851"/>
                  </a:lnTo>
                  <a:lnTo>
                    <a:pt x="822361" y="452851"/>
                  </a:lnTo>
                  <a:lnTo>
                    <a:pt x="820440" y="452851"/>
                  </a:lnTo>
                  <a:lnTo>
                    <a:pt x="818518" y="452851"/>
                  </a:lnTo>
                  <a:lnTo>
                    <a:pt x="816597" y="452851"/>
                  </a:lnTo>
                  <a:lnTo>
                    <a:pt x="814675" y="452851"/>
                  </a:lnTo>
                  <a:lnTo>
                    <a:pt x="812754" y="452851"/>
                  </a:lnTo>
                  <a:lnTo>
                    <a:pt x="810833" y="452851"/>
                  </a:lnTo>
                  <a:lnTo>
                    <a:pt x="808911" y="452851"/>
                  </a:lnTo>
                  <a:lnTo>
                    <a:pt x="806990" y="452851"/>
                  </a:lnTo>
                  <a:lnTo>
                    <a:pt x="805068" y="452851"/>
                  </a:lnTo>
                  <a:lnTo>
                    <a:pt x="803147" y="452851"/>
                  </a:lnTo>
                  <a:lnTo>
                    <a:pt x="801226" y="452851"/>
                  </a:lnTo>
                  <a:lnTo>
                    <a:pt x="799304" y="452851"/>
                  </a:lnTo>
                  <a:lnTo>
                    <a:pt x="797383" y="452851"/>
                  </a:lnTo>
                  <a:lnTo>
                    <a:pt x="795461" y="452851"/>
                  </a:lnTo>
                  <a:lnTo>
                    <a:pt x="793540" y="452851"/>
                  </a:lnTo>
                  <a:lnTo>
                    <a:pt x="791618" y="452851"/>
                  </a:lnTo>
                  <a:lnTo>
                    <a:pt x="789697" y="452851"/>
                  </a:lnTo>
                  <a:lnTo>
                    <a:pt x="787776" y="452851"/>
                  </a:lnTo>
                  <a:lnTo>
                    <a:pt x="785854" y="452851"/>
                  </a:lnTo>
                  <a:lnTo>
                    <a:pt x="783933" y="452851"/>
                  </a:lnTo>
                  <a:lnTo>
                    <a:pt x="782011" y="452851"/>
                  </a:lnTo>
                  <a:lnTo>
                    <a:pt x="780090" y="452851"/>
                  </a:lnTo>
                  <a:lnTo>
                    <a:pt x="778169" y="452851"/>
                  </a:lnTo>
                  <a:lnTo>
                    <a:pt x="776247" y="452851"/>
                  </a:lnTo>
                  <a:lnTo>
                    <a:pt x="774326" y="452851"/>
                  </a:lnTo>
                  <a:lnTo>
                    <a:pt x="772404" y="452851"/>
                  </a:lnTo>
                  <a:lnTo>
                    <a:pt x="770483" y="452851"/>
                  </a:lnTo>
                  <a:lnTo>
                    <a:pt x="768562" y="452851"/>
                  </a:lnTo>
                  <a:lnTo>
                    <a:pt x="766640" y="452851"/>
                  </a:lnTo>
                  <a:lnTo>
                    <a:pt x="764719" y="452851"/>
                  </a:lnTo>
                  <a:lnTo>
                    <a:pt x="762797" y="452851"/>
                  </a:lnTo>
                  <a:lnTo>
                    <a:pt x="760876" y="452851"/>
                  </a:lnTo>
                  <a:lnTo>
                    <a:pt x="758955" y="452851"/>
                  </a:lnTo>
                  <a:lnTo>
                    <a:pt x="757033" y="452851"/>
                  </a:lnTo>
                  <a:lnTo>
                    <a:pt x="755112" y="452851"/>
                  </a:lnTo>
                  <a:lnTo>
                    <a:pt x="753190" y="452851"/>
                  </a:lnTo>
                  <a:lnTo>
                    <a:pt x="751269" y="452851"/>
                  </a:lnTo>
                  <a:lnTo>
                    <a:pt x="749348" y="452851"/>
                  </a:lnTo>
                  <a:lnTo>
                    <a:pt x="747426" y="452851"/>
                  </a:lnTo>
                  <a:lnTo>
                    <a:pt x="745505" y="452851"/>
                  </a:lnTo>
                  <a:lnTo>
                    <a:pt x="743583" y="452851"/>
                  </a:lnTo>
                  <a:lnTo>
                    <a:pt x="741662" y="452851"/>
                  </a:lnTo>
                  <a:lnTo>
                    <a:pt x="739741" y="452851"/>
                  </a:lnTo>
                  <a:lnTo>
                    <a:pt x="737819" y="452851"/>
                  </a:lnTo>
                  <a:lnTo>
                    <a:pt x="735898" y="452851"/>
                  </a:lnTo>
                  <a:lnTo>
                    <a:pt x="733976" y="452851"/>
                  </a:lnTo>
                  <a:lnTo>
                    <a:pt x="732055" y="452851"/>
                  </a:lnTo>
                  <a:lnTo>
                    <a:pt x="730134" y="452851"/>
                  </a:lnTo>
                  <a:lnTo>
                    <a:pt x="728212" y="452851"/>
                  </a:lnTo>
                  <a:lnTo>
                    <a:pt x="726291" y="452851"/>
                  </a:lnTo>
                  <a:lnTo>
                    <a:pt x="724369" y="452851"/>
                  </a:lnTo>
                  <a:lnTo>
                    <a:pt x="722448" y="452851"/>
                  </a:lnTo>
                  <a:lnTo>
                    <a:pt x="720526" y="452851"/>
                  </a:lnTo>
                  <a:lnTo>
                    <a:pt x="718605" y="452851"/>
                  </a:lnTo>
                  <a:lnTo>
                    <a:pt x="716684" y="452851"/>
                  </a:lnTo>
                  <a:lnTo>
                    <a:pt x="714762" y="452851"/>
                  </a:lnTo>
                  <a:lnTo>
                    <a:pt x="712841" y="452851"/>
                  </a:lnTo>
                  <a:lnTo>
                    <a:pt x="710919" y="452851"/>
                  </a:lnTo>
                  <a:lnTo>
                    <a:pt x="708998" y="452851"/>
                  </a:lnTo>
                  <a:lnTo>
                    <a:pt x="707077" y="452851"/>
                  </a:lnTo>
                  <a:lnTo>
                    <a:pt x="705155" y="452851"/>
                  </a:lnTo>
                  <a:lnTo>
                    <a:pt x="703234" y="452851"/>
                  </a:lnTo>
                  <a:lnTo>
                    <a:pt x="701312" y="452851"/>
                  </a:lnTo>
                  <a:lnTo>
                    <a:pt x="699391" y="452851"/>
                  </a:lnTo>
                  <a:lnTo>
                    <a:pt x="697470" y="452851"/>
                  </a:lnTo>
                  <a:lnTo>
                    <a:pt x="695548" y="452851"/>
                  </a:lnTo>
                  <a:lnTo>
                    <a:pt x="693627" y="452851"/>
                  </a:lnTo>
                  <a:lnTo>
                    <a:pt x="691705" y="452851"/>
                  </a:lnTo>
                  <a:lnTo>
                    <a:pt x="689784" y="452851"/>
                  </a:lnTo>
                  <a:lnTo>
                    <a:pt x="687863" y="452851"/>
                  </a:lnTo>
                  <a:lnTo>
                    <a:pt x="685941" y="452851"/>
                  </a:lnTo>
                  <a:lnTo>
                    <a:pt x="684020" y="452851"/>
                  </a:lnTo>
                  <a:lnTo>
                    <a:pt x="682098" y="452851"/>
                  </a:lnTo>
                  <a:lnTo>
                    <a:pt x="680177" y="452851"/>
                  </a:lnTo>
                  <a:lnTo>
                    <a:pt x="678256" y="452851"/>
                  </a:lnTo>
                  <a:lnTo>
                    <a:pt x="676334" y="452851"/>
                  </a:lnTo>
                  <a:lnTo>
                    <a:pt x="674413" y="452851"/>
                  </a:lnTo>
                  <a:lnTo>
                    <a:pt x="672491" y="452851"/>
                  </a:lnTo>
                  <a:lnTo>
                    <a:pt x="670570" y="452851"/>
                  </a:lnTo>
                  <a:lnTo>
                    <a:pt x="668649" y="452851"/>
                  </a:lnTo>
                  <a:lnTo>
                    <a:pt x="666727" y="452851"/>
                  </a:lnTo>
                  <a:lnTo>
                    <a:pt x="664806" y="452851"/>
                  </a:lnTo>
                  <a:lnTo>
                    <a:pt x="662884" y="452851"/>
                  </a:lnTo>
                  <a:lnTo>
                    <a:pt x="660963" y="452851"/>
                  </a:lnTo>
                  <a:lnTo>
                    <a:pt x="659042" y="452851"/>
                  </a:lnTo>
                  <a:lnTo>
                    <a:pt x="657120" y="452851"/>
                  </a:lnTo>
                  <a:lnTo>
                    <a:pt x="655199" y="452851"/>
                  </a:lnTo>
                  <a:lnTo>
                    <a:pt x="653277" y="452851"/>
                  </a:lnTo>
                  <a:lnTo>
                    <a:pt x="651356" y="452851"/>
                  </a:lnTo>
                  <a:lnTo>
                    <a:pt x="649434" y="452851"/>
                  </a:lnTo>
                  <a:lnTo>
                    <a:pt x="647513" y="452851"/>
                  </a:lnTo>
                  <a:lnTo>
                    <a:pt x="645592" y="452851"/>
                  </a:lnTo>
                  <a:lnTo>
                    <a:pt x="643670" y="452851"/>
                  </a:lnTo>
                  <a:lnTo>
                    <a:pt x="641749" y="452851"/>
                  </a:lnTo>
                  <a:lnTo>
                    <a:pt x="639827" y="452851"/>
                  </a:lnTo>
                  <a:lnTo>
                    <a:pt x="637906" y="452851"/>
                  </a:lnTo>
                  <a:lnTo>
                    <a:pt x="635985" y="452851"/>
                  </a:lnTo>
                  <a:lnTo>
                    <a:pt x="634063" y="452851"/>
                  </a:lnTo>
                  <a:lnTo>
                    <a:pt x="632142" y="452851"/>
                  </a:lnTo>
                  <a:lnTo>
                    <a:pt x="630220" y="452851"/>
                  </a:lnTo>
                  <a:lnTo>
                    <a:pt x="628299" y="452851"/>
                  </a:lnTo>
                  <a:lnTo>
                    <a:pt x="626378" y="452851"/>
                  </a:lnTo>
                  <a:lnTo>
                    <a:pt x="624456" y="452851"/>
                  </a:lnTo>
                  <a:lnTo>
                    <a:pt x="622535" y="452851"/>
                  </a:lnTo>
                  <a:lnTo>
                    <a:pt x="620613" y="452851"/>
                  </a:lnTo>
                  <a:lnTo>
                    <a:pt x="618692" y="452851"/>
                  </a:lnTo>
                  <a:lnTo>
                    <a:pt x="616771" y="452851"/>
                  </a:lnTo>
                  <a:lnTo>
                    <a:pt x="614849" y="452851"/>
                  </a:lnTo>
                  <a:lnTo>
                    <a:pt x="612928" y="452851"/>
                  </a:lnTo>
                  <a:lnTo>
                    <a:pt x="611006" y="452851"/>
                  </a:lnTo>
                  <a:lnTo>
                    <a:pt x="609085" y="452851"/>
                  </a:lnTo>
                  <a:lnTo>
                    <a:pt x="607164" y="452851"/>
                  </a:lnTo>
                  <a:lnTo>
                    <a:pt x="605242" y="452851"/>
                  </a:lnTo>
                  <a:lnTo>
                    <a:pt x="603321" y="452851"/>
                  </a:lnTo>
                  <a:lnTo>
                    <a:pt x="601399" y="452851"/>
                  </a:lnTo>
                  <a:lnTo>
                    <a:pt x="599478" y="452851"/>
                  </a:lnTo>
                  <a:lnTo>
                    <a:pt x="597557" y="452851"/>
                  </a:lnTo>
                  <a:lnTo>
                    <a:pt x="595635" y="452851"/>
                  </a:lnTo>
                  <a:lnTo>
                    <a:pt x="593714" y="452851"/>
                  </a:lnTo>
                  <a:lnTo>
                    <a:pt x="591792" y="452851"/>
                  </a:lnTo>
                  <a:lnTo>
                    <a:pt x="589871" y="452851"/>
                  </a:lnTo>
                  <a:lnTo>
                    <a:pt x="587950" y="452851"/>
                  </a:lnTo>
                  <a:lnTo>
                    <a:pt x="586028" y="452851"/>
                  </a:lnTo>
                  <a:lnTo>
                    <a:pt x="584107" y="452851"/>
                  </a:lnTo>
                  <a:lnTo>
                    <a:pt x="582185" y="452851"/>
                  </a:lnTo>
                  <a:lnTo>
                    <a:pt x="580264" y="452851"/>
                  </a:lnTo>
                  <a:lnTo>
                    <a:pt x="578342" y="452851"/>
                  </a:lnTo>
                  <a:lnTo>
                    <a:pt x="576421" y="452851"/>
                  </a:lnTo>
                  <a:lnTo>
                    <a:pt x="574500" y="452851"/>
                  </a:lnTo>
                  <a:lnTo>
                    <a:pt x="572578" y="452851"/>
                  </a:lnTo>
                  <a:lnTo>
                    <a:pt x="570657" y="452851"/>
                  </a:lnTo>
                  <a:lnTo>
                    <a:pt x="568735" y="452851"/>
                  </a:lnTo>
                  <a:lnTo>
                    <a:pt x="566814" y="452851"/>
                  </a:lnTo>
                  <a:lnTo>
                    <a:pt x="564893" y="452851"/>
                  </a:lnTo>
                  <a:lnTo>
                    <a:pt x="562971" y="452851"/>
                  </a:lnTo>
                  <a:lnTo>
                    <a:pt x="561050" y="452851"/>
                  </a:lnTo>
                  <a:lnTo>
                    <a:pt x="559128" y="452851"/>
                  </a:lnTo>
                  <a:lnTo>
                    <a:pt x="557207" y="452851"/>
                  </a:lnTo>
                  <a:lnTo>
                    <a:pt x="555286" y="452851"/>
                  </a:lnTo>
                  <a:lnTo>
                    <a:pt x="553364" y="452851"/>
                  </a:lnTo>
                  <a:lnTo>
                    <a:pt x="551443" y="452851"/>
                  </a:lnTo>
                  <a:lnTo>
                    <a:pt x="549521" y="452851"/>
                  </a:lnTo>
                  <a:lnTo>
                    <a:pt x="547600" y="452851"/>
                  </a:lnTo>
                  <a:lnTo>
                    <a:pt x="545679" y="452851"/>
                  </a:lnTo>
                  <a:lnTo>
                    <a:pt x="543757" y="452851"/>
                  </a:lnTo>
                  <a:lnTo>
                    <a:pt x="541836" y="452851"/>
                  </a:lnTo>
                  <a:lnTo>
                    <a:pt x="539914" y="452851"/>
                  </a:lnTo>
                  <a:lnTo>
                    <a:pt x="537993" y="452851"/>
                  </a:lnTo>
                  <a:lnTo>
                    <a:pt x="536072" y="452851"/>
                  </a:lnTo>
                  <a:lnTo>
                    <a:pt x="534150" y="452851"/>
                  </a:lnTo>
                  <a:lnTo>
                    <a:pt x="532229" y="452851"/>
                  </a:lnTo>
                  <a:lnTo>
                    <a:pt x="530307" y="452851"/>
                  </a:lnTo>
                  <a:lnTo>
                    <a:pt x="528386" y="452851"/>
                  </a:lnTo>
                  <a:lnTo>
                    <a:pt x="526465" y="452851"/>
                  </a:lnTo>
                  <a:lnTo>
                    <a:pt x="524543" y="452851"/>
                  </a:lnTo>
                  <a:lnTo>
                    <a:pt x="522622" y="452851"/>
                  </a:lnTo>
                  <a:lnTo>
                    <a:pt x="520700" y="452851"/>
                  </a:lnTo>
                  <a:lnTo>
                    <a:pt x="518779" y="452851"/>
                  </a:lnTo>
                  <a:lnTo>
                    <a:pt x="516858" y="452851"/>
                  </a:lnTo>
                  <a:lnTo>
                    <a:pt x="514936" y="452851"/>
                  </a:lnTo>
                  <a:lnTo>
                    <a:pt x="513015" y="452851"/>
                  </a:lnTo>
                  <a:lnTo>
                    <a:pt x="511093" y="452851"/>
                  </a:lnTo>
                  <a:lnTo>
                    <a:pt x="509172" y="452851"/>
                  </a:lnTo>
                  <a:lnTo>
                    <a:pt x="507250" y="452851"/>
                  </a:lnTo>
                  <a:lnTo>
                    <a:pt x="505329" y="452851"/>
                  </a:lnTo>
                  <a:lnTo>
                    <a:pt x="503408" y="452851"/>
                  </a:lnTo>
                  <a:lnTo>
                    <a:pt x="501486" y="452851"/>
                  </a:lnTo>
                  <a:lnTo>
                    <a:pt x="499565" y="452851"/>
                  </a:lnTo>
                  <a:lnTo>
                    <a:pt x="497643" y="452851"/>
                  </a:lnTo>
                  <a:lnTo>
                    <a:pt x="495722" y="452851"/>
                  </a:lnTo>
                  <a:lnTo>
                    <a:pt x="493801" y="452851"/>
                  </a:lnTo>
                  <a:lnTo>
                    <a:pt x="491879" y="452851"/>
                  </a:lnTo>
                  <a:lnTo>
                    <a:pt x="489958" y="452851"/>
                  </a:lnTo>
                  <a:lnTo>
                    <a:pt x="488036" y="452851"/>
                  </a:lnTo>
                  <a:lnTo>
                    <a:pt x="486115" y="452851"/>
                  </a:lnTo>
                  <a:lnTo>
                    <a:pt x="484194" y="452851"/>
                  </a:lnTo>
                  <a:lnTo>
                    <a:pt x="482272" y="452851"/>
                  </a:lnTo>
                  <a:lnTo>
                    <a:pt x="480351" y="452851"/>
                  </a:lnTo>
                  <a:lnTo>
                    <a:pt x="478429" y="452851"/>
                  </a:lnTo>
                  <a:lnTo>
                    <a:pt x="476508" y="452851"/>
                  </a:lnTo>
                  <a:lnTo>
                    <a:pt x="474587" y="452851"/>
                  </a:lnTo>
                  <a:lnTo>
                    <a:pt x="472665" y="452851"/>
                  </a:lnTo>
                  <a:lnTo>
                    <a:pt x="470744" y="452851"/>
                  </a:lnTo>
                  <a:lnTo>
                    <a:pt x="468822" y="452851"/>
                  </a:lnTo>
                  <a:lnTo>
                    <a:pt x="466901" y="452851"/>
                  </a:lnTo>
                  <a:lnTo>
                    <a:pt x="464980" y="452851"/>
                  </a:lnTo>
                  <a:lnTo>
                    <a:pt x="463058" y="452851"/>
                  </a:lnTo>
                  <a:lnTo>
                    <a:pt x="461137" y="452851"/>
                  </a:lnTo>
                  <a:lnTo>
                    <a:pt x="459215" y="452851"/>
                  </a:lnTo>
                  <a:lnTo>
                    <a:pt x="457294" y="452851"/>
                  </a:lnTo>
                  <a:lnTo>
                    <a:pt x="455373" y="452851"/>
                  </a:lnTo>
                  <a:lnTo>
                    <a:pt x="453451" y="452851"/>
                  </a:lnTo>
                  <a:lnTo>
                    <a:pt x="451530" y="452851"/>
                  </a:lnTo>
                  <a:lnTo>
                    <a:pt x="449608" y="452851"/>
                  </a:lnTo>
                  <a:lnTo>
                    <a:pt x="447687" y="452851"/>
                  </a:lnTo>
                  <a:lnTo>
                    <a:pt x="445766" y="452851"/>
                  </a:lnTo>
                  <a:lnTo>
                    <a:pt x="443844" y="452851"/>
                  </a:lnTo>
                  <a:lnTo>
                    <a:pt x="441923" y="452851"/>
                  </a:lnTo>
                  <a:lnTo>
                    <a:pt x="440001" y="452851"/>
                  </a:lnTo>
                  <a:lnTo>
                    <a:pt x="438080" y="452851"/>
                  </a:lnTo>
                  <a:lnTo>
                    <a:pt x="436159" y="452851"/>
                  </a:lnTo>
                  <a:lnTo>
                    <a:pt x="434237" y="452851"/>
                  </a:lnTo>
                  <a:lnTo>
                    <a:pt x="432316" y="452851"/>
                  </a:lnTo>
                  <a:lnTo>
                    <a:pt x="430394" y="452851"/>
                  </a:lnTo>
                  <a:lnTo>
                    <a:pt x="428473" y="452851"/>
                  </a:lnTo>
                  <a:lnTo>
                    <a:pt x="426551" y="452851"/>
                  </a:lnTo>
                  <a:lnTo>
                    <a:pt x="424630" y="452851"/>
                  </a:lnTo>
                  <a:lnTo>
                    <a:pt x="422709" y="452851"/>
                  </a:lnTo>
                  <a:lnTo>
                    <a:pt x="420787" y="452851"/>
                  </a:lnTo>
                  <a:lnTo>
                    <a:pt x="418866" y="452851"/>
                  </a:lnTo>
                  <a:lnTo>
                    <a:pt x="416944" y="452851"/>
                  </a:lnTo>
                  <a:lnTo>
                    <a:pt x="415023" y="452851"/>
                  </a:lnTo>
                  <a:lnTo>
                    <a:pt x="413102" y="452851"/>
                  </a:lnTo>
                  <a:lnTo>
                    <a:pt x="411180" y="452851"/>
                  </a:lnTo>
                  <a:lnTo>
                    <a:pt x="409259" y="452851"/>
                  </a:lnTo>
                  <a:lnTo>
                    <a:pt x="407337" y="452851"/>
                  </a:lnTo>
                  <a:lnTo>
                    <a:pt x="405416" y="452851"/>
                  </a:lnTo>
                  <a:lnTo>
                    <a:pt x="403495" y="452851"/>
                  </a:lnTo>
                  <a:lnTo>
                    <a:pt x="401573" y="452851"/>
                  </a:lnTo>
                  <a:lnTo>
                    <a:pt x="399652" y="452851"/>
                  </a:lnTo>
                  <a:lnTo>
                    <a:pt x="397730" y="452851"/>
                  </a:lnTo>
                  <a:lnTo>
                    <a:pt x="395809" y="452851"/>
                  </a:lnTo>
                  <a:lnTo>
                    <a:pt x="393888" y="452851"/>
                  </a:lnTo>
                  <a:lnTo>
                    <a:pt x="391966" y="452851"/>
                  </a:lnTo>
                  <a:lnTo>
                    <a:pt x="390045" y="452851"/>
                  </a:lnTo>
                  <a:lnTo>
                    <a:pt x="388123" y="452851"/>
                  </a:lnTo>
                  <a:lnTo>
                    <a:pt x="386202" y="452851"/>
                  </a:lnTo>
                  <a:lnTo>
                    <a:pt x="384281" y="452851"/>
                  </a:lnTo>
                  <a:lnTo>
                    <a:pt x="382359" y="452851"/>
                  </a:lnTo>
                  <a:lnTo>
                    <a:pt x="380438" y="452851"/>
                  </a:lnTo>
                  <a:lnTo>
                    <a:pt x="378516" y="452851"/>
                  </a:lnTo>
                  <a:lnTo>
                    <a:pt x="376595" y="452851"/>
                  </a:lnTo>
                  <a:lnTo>
                    <a:pt x="374674" y="452851"/>
                  </a:lnTo>
                  <a:lnTo>
                    <a:pt x="372752" y="452851"/>
                  </a:lnTo>
                  <a:lnTo>
                    <a:pt x="370831" y="452851"/>
                  </a:lnTo>
                  <a:lnTo>
                    <a:pt x="368909" y="452851"/>
                  </a:lnTo>
                  <a:lnTo>
                    <a:pt x="366988" y="452851"/>
                  </a:lnTo>
                  <a:lnTo>
                    <a:pt x="365067" y="452851"/>
                  </a:lnTo>
                  <a:lnTo>
                    <a:pt x="363145" y="452851"/>
                  </a:lnTo>
                  <a:lnTo>
                    <a:pt x="361224" y="452851"/>
                  </a:lnTo>
                  <a:lnTo>
                    <a:pt x="359302" y="452851"/>
                  </a:lnTo>
                  <a:lnTo>
                    <a:pt x="357381" y="452851"/>
                  </a:lnTo>
                  <a:lnTo>
                    <a:pt x="355459" y="452851"/>
                  </a:lnTo>
                  <a:lnTo>
                    <a:pt x="353538" y="452851"/>
                  </a:lnTo>
                  <a:lnTo>
                    <a:pt x="351617" y="452851"/>
                  </a:lnTo>
                  <a:lnTo>
                    <a:pt x="349695" y="452851"/>
                  </a:lnTo>
                  <a:lnTo>
                    <a:pt x="347774" y="452851"/>
                  </a:lnTo>
                  <a:lnTo>
                    <a:pt x="345852" y="452851"/>
                  </a:lnTo>
                  <a:lnTo>
                    <a:pt x="343931" y="452851"/>
                  </a:lnTo>
                  <a:lnTo>
                    <a:pt x="342010" y="452851"/>
                  </a:lnTo>
                  <a:lnTo>
                    <a:pt x="340088" y="452851"/>
                  </a:lnTo>
                  <a:lnTo>
                    <a:pt x="338167" y="452851"/>
                  </a:lnTo>
                  <a:lnTo>
                    <a:pt x="336245" y="452851"/>
                  </a:lnTo>
                  <a:lnTo>
                    <a:pt x="334324" y="452851"/>
                  </a:lnTo>
                  <a:lnTo>
                    <a:pt x="332403" y="452851"/>
                  </a:lnTo>
                  <a:lnTo>
                    <a:pt x="330481" y="452851"/>
                  </a:lnTo>
                  <a:lnTo>
                    <a:pt x="328560" y="452851"/>
                  </a:lnTo>
                  <a:lnTo>
                    <a:pt x="326638" y="452851"/>
                  </a:lnTo>
                  <a:lnTo>
                    <a:pt x="324717" y="452851"/>
                  </a:lnTo>
                  <a:lnTo>
                    <a:pt x="322796" y="452851"/>
                  </a:lnTo>
                  <a:lnTo>
                    <a:pt x="320874" y="452851"/>
                  </a:lnTo>
                  <a:lnTo>
                    <a:pt x="318953" y="452851"/>
                  </a:lnTo>
                  <a:lnTo>
                    <a:pt x="317031" y="452851"/>
                  </a:lnTo>
                  <a:lnTo>
                    <a:pt x="315110" y="452851"/>
                  </a:lnTo>
                  <a:lnTo>
                    <a:pt x="313189" y="452851"/>
                  </a:lnTo>
                  <a:lnTo>
                    <a:pt x="311267" y="452851"/>
                  </a:lnTo>
                  <a:lnTo>
                    <a:pt x="309346" y="452851"/>
                  </a:lnTo>
                  <a:lnTo>
                    <a:pt x="307424" y="452851"/>
                  </a:lnTo>
                  <a:lnTo>
                    <a:pt x="305503" y="452851"/>
                  </a:lnTo>
                  <a:lnTo>
                    <a:pt x="303582" y="452851"/>
                  </a:lnTo>
                  <a:lnTo>
                    <a:pt x="301660" y="452851"/>
                  </a:lnTo>
                  <a:lnTo>
                    <a:pt x="299739" y="452851"/>
                  </a:lnTo>
                  <a:lnTo>
                    <a:pt x="297817" y="452851"/>
                  </a:lnTo>
                  <a:lnTo>
                    <a:pt x="295896" y="452851"/>
                  </a:lnTo>
                  <a:lnTo>
                    <a:pt x="293975" y="452851"/>
                  </a:lnTo>
                  <a:lnTo>
                    <a:pt x="292053" y="452851"/>
                  </a:lnTo>
                  <a:lnTo>
                    <a:pt x="290132" y="452851"/>
                  </a:lnTo>
                  <a:lnTo>
                    <a:pt x="288210" y="452851"/>
                  </a:lnTo>
                  <a:lnTo>
                    <a:pt x="286289" y="452851"/>
                  </a:lnTo>
                  <a:lnTo>
                    <a:pt x="284367" y="452851"/>
                  </a:lnTo>
                  <a:lnTo>
                    <a:pt x="282446" y="452851"/>
                  </a:lnTo>
                  <a:lnTo>
                    <a:pt x="280525" y="452851"/>
                  </a:lnTo>
                  <a:lnTo>
                    <a:pt x="278603" y="452851"/>
                  </a:lnTo>
                  <a:lnTo>
                    <a:pt x="276682" y="452851"/>
                  </a:lnTo>
                  <a:lnTo>
                    <a:pt x="274760" y="452851"/>
                  </a:lnTo>
                  <a:lnTo>
                    <a:pt x="272839" y="452851"/>
                  </a:lnTo>
                  <a:lnTo>
                    <a:pt x="270918" y="452851"/>
                  </a:lnTo>
                  <a:lnTo>
                    <a:pt x="268996" y="452851"/>
                  </a:lnTo>
                  <a:lnTo>
                    <a:pt x="267075" y="452851"/>
                  </a:lnTo>
                  <a:lnTo>
                    <a:pt x="265153" y="452851"/>
                  </a:lnTo>
                  <a:lnTo>
                    <a:pt x="263232" y="452851"/>
                  </a:lnTo>
                  <a:lnTo>
                    <a:pt x="261311" y="452851"/>
                  </a:lnTo>
                  <a:lnTo>
                    <a:pt x="259389" y="452851"/>
                  </a:lnTo>
                  <a:lnTo>
                    <a:pt x="257468" y="452851"/>
                  </a:lnTo>
                  <a:lnTo>
                    <a:pt x="255546" y="452851"/>
                  </a:lnTo>
                  <a:lnTo>
                    <a:pt x="253625" y="452851"/>
                  </a:lnTo>
                  <a:lnTo>
                    <a:pt x="251704" y="452851"/>
                  </a:lnTo>
                  <a:lnTo>
                    <a:pt x="249782" y="452851"/>
                  </a:lnTo>
                  <a:lnTo>
                    <a:pt x="247861" y="452851"/>
                  </a:lnTo>
                  <a:lnTo>
                    <a:pt x="245939" y="452851"/>
                  </a:lnTo>
                  <a:lnTo>
                    <a:pt x="244018" y="452851"/>
                  </a:lnTo>
                  <a:lnTo>
                    <a:pt x="242097" y="452851"/>
                  </a:lnTo>
                  <a:lnTo>
                    <a:pt x="240175" y="452851"/>
                  </a:lnTo>
                  <a:lnTo>
                    <a:pt x="238254" y="452851"/>
                  </a:lnTo>
                  <a:lnTo>
                    <a:pt x="236332" y="452851"/>
                  </a:lnTo>
                  <a:lnTo>
                    <a:pt x="234411" y="452851"/>
                  </a:lnTo>
                  <a:lnTo>
                    <a:pt x="232490" y="452851"/>
                  </a:lnTo>
                  <a:lnTo>
                    <a:pt x="230568" y="452851"/>
                  </a:lnTo>
                  <a:lnTo>
                    <a:pt x="228647" y="452851"/>
                  </a:lnTo>
                  <a:lnTo>
                    <a:pt x="226725" y="452851"/>
                  </a:lnTo>
                  <a:lnTo>
                    <a:pt x="224804" y="452851"/>
                  </a:lnTo>
                  <a:lnTo>
                    <a:pt x="222883" y="452851"/>
                  </a:lnTo>
                  <a:lnTo>
                    <a:pt x="220961" y="452851"/>
                  </a:lnTo>
                  <a:lnTo>
                    <a:pt x="219040" y="452851"/>
                  </a:lnTo>
                  <a:lnTo>
                    <a:pt x="217118" y="452851"/>
                  </a:lnTo>
                  <a:lnTo>
                    <a:pt x="215197" y="452851"/>
                  </a:lnTo>
                  <a:lnTo>
                    <a:pt x="213275" y="452851"/>
                  </a:lnTo>
                  <a:lnTo>
                    <a:pt x="211354" y="452851"/>
                  </a:lnTo>
                  <a:lnTo>
                    <a:pt x="209433" y="452851"/>
                  </a:lnTo>
                  <a:lnTo>
                    <a:pt x="207511" y="452851"/>
                  </a:lnTo>
                  <a:lnTo>
                    <a:pt x="205590" y="452851"/>
                  </a:lnTo>
                  <a:lnTo>
                    <a:pt x="203668" y="452851"/>
                  </a:lnTo>
                  <a:lnTo>
                    <a:pt x="201747" y="452851"/>
                  </a:lnTo>
                  <a:lnTo>
                    <a:pt x="199826" y="452851"/>
                  </a:lnTo>
                  <a:lnTo>
                    <a:pt x="197904" y="452851"/>
                  </a:lnTo>
                  <a:lnTo>
                    <a:pt x="195983" y="452851"/>
                  </a:lnTo>
                  <a:lnTo>
                    <a:pt x="194061" y="452851"/>
                  </a:lnTo>
                  <a:lnTo>
                    <a:pt x="192140" y="452851"/>
                  </a:lnTo>
                  <a:lnTo>
                    <a:pt x="190219" y="452851"/>
                  </a:lnTo>
                  <a:lnTo>
                    <a:pt x="188297" y="452851"/>
                  </a:lnTo>
                  <a:lnTo>
                    <a:pt x="186376" y="452851"/>
                  </a:lnTo>
                  <a:lnTo>
                    <a:pt x="184454" y="452851"/>
                  </a:lnTo>
                  <a:lnTo>
                    <a:pt x="182533" y="452851"/>
                  </a:lnTo>
                  <a:lnTo>
                    <a:pt x="180612" y="452851"/>
                  </a:lnTo>
                  <a:lnTo>
                    <a:pt x="178690" y="452851"/>
                  </a:lnTo>
                  <a:lnTo>
                    <a:pt x="176769" y="452851"/>
                  </a:lnTo>
                  <a:lnTo>
                    <a:pt x="174847" y="452851"/>
                  </a:lnTo>
                  <a:lnTo>
                    <a:pt x="172926" y="452851"/>
                  </a:lnTo>
                  <a:lnTo>
                    <a:pt x="171005" y="452851"/>
                  </a:lnTo>
                  <a:lnTo>
                    <a:pt x="169083" y="452851"/>
                  </a:lnTo>
                  <a:lnTo>
                    <a:pt x="167162" y="452851"/>
                  </a:lnTo>
                  <a:lnTo>
                    <a:pt x="165240" y="452851"/>
                  </a:lnTo>
                  <a:lnTo>
                    <a:pt x="163319" y="452851"/>
                  </a:lnTo>
                  <a:lnTo>
                    <a:pt x="161398" y="452851"/>
                  </a:lnTo>
                  <a:lnTo>
                    <a:pt x="159476" y="452851"/>
                  </a:lnTo>
                  <a:lnTo>
                    <a:pt x="157555" y="452851"/>
                  </a:lnTo>
                  <a:lnTo>
                    <a:pt x="155633" y="452851"/>
                  </a:lnTo>
                  <a:lnTo>
                    <a:pt x="153712" y="452851"/>
                  </a:lnTo>
                  <a:lnTo>
                    <a:pt x="151791" y="452851"/>
                  </a:lnTo>
                  <a:lnTo>
                    <a:pt x="149869" y="452851"/>
                  </a:lnTo>
                  <a:lnTo>
                    <a:pt x="147948" y="452851"/>
                  </a:lnTo>
                  <a:lnTo>
                    <a:pt x="146026" y="452851"/>
                  </a:lnTo>
                  <a:lnTo>
                    <a:pt x="144105" y="452851"/>
                  </a:lnTo>
                  <a:lnTo>
                    <a:pt x="142183" y="452851"/>
                  </a:lnTo>
                  <a:lnTo>
                    <a:pt x="140262" y="452851"/>
                  </a:lnTo>
                  <a:lnTo>
                    <a:pt x="138341" y="452851"/>
                  </a:lnTo>
                  <a:lnTo>
                    <a:pt x="136419" y="452851"/>
                  </a:lnTo>
                  <a:lnTo>
                    <a:pt x="134498" y="452851"/>
                  </a:lnTo>
                  <a:lnTo>
                    <a:pt x="132576" y="452851"/>
                  </a:lnTo>
                  <a:lnTo>
                    <a:pt x="130655" y="452851"/>
                  </a:lnTo>
                  <a:lnTo>
                    <a:pt x="128734" y="452851"/>
                  </a:lnTo>
                  <a:lnTo>
                    <a:pt x="126812" y="452851"/>
                  </a:lnTo>
                  <a:lnTo>
                    <a:pt x="124891" y="452851"/>
                  </a:lnTo>
                  <a:lnTo>
                    <a:pt x="122969" y="452851"/>
                  </a:lnTo>
                  <a:lnTo>
                    <a:pt x="121048" y="452851"/>
                  </a:lnTo>
                  <a:lnTo>
                    <a:pt x="119127" y="452851"/>
                  </a:lnTo>
                  <a:lnTo>
                    <a:pt x="117205" y="452851"/>
                  </a:lnTo>
                  <a:lnTo>
                    <a:pt x="115284" y="452851"/>
                  </a:lnTo>
                  <a:lnTo>
                    <a:pt x="113362" y="452851"/>
                  </a:lnTo>
                  <a:lnTo>
                    <a:pt x="111441" y="452851"/>
                  </a:lnTo>
                  <a:lnTo>
                    <a:pt x="109520" y="452851"/>
                  </a:lnTo>
                  <a:lnTo>
                    <a:pt x="107598" y="452851"/>
                  </a:lnTo>
                  <a:lnTo>
                    <a:pt x="105677" y="452851"/>
                  </a:lnTo>
                  <a:lnTo>
                    <a:pt x="103755" y="452851"/>
                  </a:lnTo>
                  <a:lnTo>
                    <a:pt x="101834" y="452851"/>
                  </a:lnTo>
                  <a:lnTo>
                    <a:pt x="99913" y="452851"/>
                  </a:lnTo>
                  <a:lnTo>
                    <a:pt x="97991" y="452851"/>
                  </a:lnTo>
                  <a:lnTo>
                    <a:pt x="96070" y="452851"/>
                  </a:lnTo>
                  <a:lnTo>
                    <a:pt x="94148" y="452851"/>
                  </a:lnTo>
                  <a:lnTo>
                    <a:pt x="92227" y="452851"/>
                  </a:lnTo>
                  <a:lnTo>
                    <a:pt x="90306" y="452851"/>
                  </a:lnTo>
                  <a:lnTo>
                    <a:pt x="88384" y="452851"/>
                  </a:lnTo>
                  <a:lnTo>
                    <a:pt x="86463" y="452851"/>
                  </a:lnTo>
                  <a:lnTo>
                    <a:pt x="84541" y="452851"/>
                  </a:lnTo>
                  <a:lnTo>
                    <a:pt x="82620" y="452851"/>
                  </a:lnTo>
                  <a:lnTo>
                    <a:pt x="80699" y="452851"/>
                  </a:lnTo>
                  <a:lnTo>
                    <a:pt x="78777" y="452851"/>
                  </a:lnTo>
                  <a:lnTo>
                    <a:pt x="76856" y="452851"/>
                  </a:lnTo>
                  <a:lnTo>
                    <a:pt x="74934" y="452851"/>
                  </a:lnTo>
                  <a:lnTo>
                    <a:pt x="73013" y="452851"/>
                  </a:lnTo>
                  <a:lnTo>
                    <a:pt x="71091" y="452851"/>
                  </a:lnTo>
                  <a:lnTo>
                    <a:pt x="69170" y="452851"/>
                  </a:lnTo>
                  <a:lnTo>
                    <a:pt x="67249" y="452851"/>
                  </a:lnTo>
                  <a:lnTo>
                    <a:pt x="65327" y="452851"/>
                  </a:lnTo>
                  <a:lnTo>
                    <a:pt x="63406" y="452851"/>
                  </a:lnTo>
                  <a:lnTo>
                    <a:pt x="61484" y="452851"/>
                  </a:lnTo>
                  <a:lnTo>
                    <a:pt x="59563" y="452851"/>
                  </a:lnTo>
                  <a:lnTo>
                    <a:pt x="57642" y="452851"/>
                  </a:lnTo>
                  <a:lnTo>
                    <a:pt x="55720" y="452851"/>
                  </a:lnTo>
                  <a:lnTo>
                    <a:pt x="53799" y="452851"/>
                  </a:lnTo>
                  <a:lnTo>
                    <a:pt x="51877" y="452851"/>
                  </a:lnTo>
                  <a:lnTo>
                    <a:pt x="49956" y="452851"/>
                  </a:lnTo>
                  <a:lnTo>
                    <a:pt x="48035" y="452851"/>
                  </a:lnTo>
                  <a:lnTo>
                    <a:pt x="46113" y="452851"/>
                  </a:lnTo>
                  <a:lnTo>
                    <a:pt x="44192" y="452851"/>
                  </a:lnTo>
                  <a:lnTo>
                    <a:pt x="42270" y="452851"/>
                  </a:lnTo>
                  <a:lnTo>
                    <a:pt x="40349" y="452851"/>
                  </a:lnTo>
                  <a:lnTo>
                    <a:pt x="38428" y="452851"/>
                  </a:lnTo>
                  <a:lnTo>
                    <a:pt x="36506" y="452851"/>
                  </a:lnTo>
                  <a:lnTo>
                    <a:pt x="34585" y="452851"/>
                  </a:lnTo>
                  <a:lnTo>
                    <a:pt x="32663" y="452851"/>
                  </a:lnTo>
                  <a:lnTo>
                    <a:pt x="30742" y="452851"/>
                  </a:lnTo>
                  <a:lnTo>
                    <a:pt x="28821" y="452851"/>
                  </a:lnTo>
                  <a:lnTo>
                    <a:pt x="26899" y="452851"/>
                  </a:lnTo>
                  <a:lnTo>
                    <a:pt x="24978" y="452851"/>
                  </a:lnTo>
                  <a:lnTo>
                    <a:pt x="23056" y="452851"/>
                  </a:lnTo>
                  <a:lnTo>
                    <a:pt x="21135" y="452851"/>
                  </a:lnTo>
                  <a:lnTo>
                    <a:pt x="19214" y="452851"/>
                  </a:lnTo>
                  <a:lnTo>
                    <a:pt x="17292" y="452851"/>
                  </a:lnTo>
                  <a:lnTo>
                    <a:pt x="15371" y="452851"/>
                  </a:lnTo>
                  <a:lnTo>
                    <a:pt x="13449" y="452851"/>
                  </a:lnTo>
                  <a:lnTo>
                    <a:pt x="11528" y="452851"/>
                  </a:lnTo>
                  <a:lnTo>
                    <a:pt x="9607" y="452851"/>
                  </a:lnTo>
                  <a:lnTo>
                    <a:pt x="7685" y="452851"/>
                  </a:lnTo>
                  <a:lnTo>
                    <a:pt x="5764" y="452851"/>
                  </a:lnTo>
                  <a:lnTo>
                    <a:pt x="3842" y="452851"/>
                  </a:lnTo>
                  <a:lnTo>
                    <a:pt x="1921" y="45285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7906162" y="5530571"/>
              <a:ext cx="981838" cy="452851"/>
            </a:xfrm>
            <a:custGeom>
              <a:avLst/>
              <a:pathLst>
                <a:path w="981838" h="452851">
                  <a:moveTo>
                    <a:pt x="0" y="452851"/>
                  </a:moveTo>
                  <a:lnTo>
                    <a:pt x="1921" y="452851"/>
                  </a:lnTo>
                  <a:lnTo>
                    <a:pt x="3842" y="452851"/>
                  </a:lnTo>
                  <a:lnTo>
                    <a:pt x="5764" y="452851"/>
                  </a:lnTo>
                  <a:lnTo>
                    <a:pt x="7685" y="452851"/>
                  </a:lnTo>
                  <a:lnTo>
                    <a:pt x="9607" y="452851"/>
                  </a:lnTo>
                  <a:lnTo>
                    <a:pt x="11528" y="452851"/>
                  </a:lnTo>
                  <a:lnTo>
                    <a:pt x="13449" y="452851"/>
                  </a:lnTo>
                  <a:lnTo>
                    <a:pt x="15371" y="452851"/>
                  </a:lnTo>
                  <a:lnTo>
                    <a:pt x="17292" y="452851"/>
                  </a:lnTo>
                  <a:lnTo>
                    <a:pt x="19214" y="452851"/>
                  </a:lnTo>
                  <a:lnTo>
                    <a:pt x="21135" y="452851"/>
                  </a:lnTo>
                  <a:lnTo>
                    <a:pt x="23056" y="452851"/>
                  </a:lnTo>
                  <a:lnTo>
                    <a:pt x="24978" y="452851"/>
                  </a:lnTo>
                  <a:lnTo>
                    <a:pt x="26899" y="452851"/>
                  </a:lnTo>
                  <a:lnTo>
                    <a:pt x="28821" y="452851"/>
                  </a:lnTo>
                  <a:lnTo>
                    <a:pt x="30742" y="452851"/>
                  </a:lnTo>
                  <a:lnTo>
                    <a:pt x="32663" y="452851"/>
                  </a:lnTo>
                  <a:lnTo>
                    <a:pt x="34585" y="452851"/>
                  </a:lnTo>
                  <a:lnTo>
                    <a:pt x="36506" y="452851"/>
                  </a:lnTo>
                  <a:lnTo>
                    <a:pt x="38428" y="452851"/>
                  </a:lnTo>
                  <a:lnTo>
                    <a:pt x="40349" y="452851"/>
                  </a:lnTo>
                  <a:lnTo>
                    <a:pt x="42270" y="452851"/>
                  </a:lnTo>
                  <a:lnTo>
                    <a:pt x="44192" y="452851"/>
                  </a:lnTo>
                  <a:lnTo>
                    <a:pt x="46113" y="452850"/>
                  </a:lnTo>
                  <a:lnTo>
                    <a:pt x="48035" y="452850"/>
                  </a:lnTo>
                  <a:lnTo>
                    <a:pt x="49956" y="452848"/>
                  </a:lnTo>
                  <a:lnTo>
                    <a:pt x="51877" y="452846"/>
                  </a:lnTo>
                  <a:lnTo>
                    <a:pt x="53799" y="452843"/>
                  </a:lnTo>
                  <a:lnTo>
                    <a:pt x="55720" y="452838"/>
                  </a:lnTo>
                  <a:lnTo>
                    <a:pt x="57642" y="452830"/>
                  </a:lnTo>
                  <a:lnTo>
                    <a:pt x="59563" y="452819"/>
                  </a:lnTo>
                  <a:lnTo>
                    <a:pt x="61484" y="452802"/>
                  </a:lnTo>
                  <a:lnTo>
                    <a:pt x="63406" y="452779"/>
                  </a:lnTo>
                  <a:lnTo>
                    <a:pt x="65327" y="452745"/>
                  </a:lnTo>
                  <a:lnTo>
                    <a:pt x="67249" y="452699"/>
                  </a:lnTo>
                  <a:lnTo>
                    <a:pt x="69170" y="452634"/>
                  </a:lnTo>
                  <a:lnTo>
                    <a:pt x="71091" y="452546"/>
                  </a:lnTo>
                  <a:lnTo>
                    <a:pt x="73013" y="452430"/>
                  </a:lnTo>
                  <a:lnTo>
                    <a:pt x="74934" y="452280"/>
                  </a:lnTo>
                  <a:lnTo>
                    <a:pt x="76856" y="452090"/>
                  </a:lnTo>
                  <a:lnTo>
                    <a:pt x="78777" y="451853"/>
                  </a:lnTo>
                  <a:lnTo>
                    <a:pt x="80699" y="451563"/>
                  </a:lnTo>
                  <a:lnTo>
                    <a:pt x="82620" y="451214"/>
                  </a:lnTo>
                  <a:lnTo>
                    <a:pt x="84541" y="450801"/>
                  </a:lnTo>
                  <a:lnTo>
                    <a:pt x="86463" y="450316"/>
                  </a:lnTo>
                  <a:lnTo>
                    <a:pt x="88384" y="449751"/>
                  </a:lnTo>
                  <a:lnTo>
                    <a:pt x="90306" y="449113"/>
                  </a:lnTo>
                  <a:lnTo>
                    <a:pt x="92227" y="448402"/>
                  </a:lnTo>
                  <a:lnTo>
                    <a:pt x="94148" y="447623"/>
                  </a:lnTo>
                  <a:lnTo>
                    <a:pt x="96070" y="446779"/>
                  </a:lnTo>
                  <a:lnTo>
                    <a:pt x="97991" y="445879"/>
                  </a:lnTo>
                  <a:lnTo>
                    <a:pt x="99913" y="444931"/>
                  </a:lnTo>
                  <a:lnTo>
                    <a:pt x="101834" y="443946"/>
                  </a:lnTo>
                  <a:lnTo>
                    <a:pt x="103755" y="442935"/>
                  </a:lnTo>
                  <a:lnTo>
                    <a:pt x="105677" y="441915"/>
                  </a:lnTo>
                  <a:lnTo>
                    <a:pt x="107598" y="440903"/>
                  </a:lnTo>
                  <a:lnTo>
                    <a:pt x="109520" y="439919"/>
                  </a:lnTo>
                  <a:lnTo>
                    <a:pt x="111441" y="438978"/>
                  </a:lnTo>
                  <a:lnTo>
                    <a:pt x="113362" y="438099"/>
                  </a:lnTo>
                  <a:lnTo>
                    <a:pt x="115284" y="437300"/>
                  </a:lnTo>
                  <a:lnTo>
                    <a:pt x="117205" y="436595"/>
                  </a:lnTo>
                  <a:lnTo>
                    <a:pt x="119127" y="435999"/>
                  </a:lnTo>
                  <a:lnTo>
                    <a:pt x="121048" y="435523"/>
                  </a:lnTo>
                  <a:lnTo>
                    <a:pt x="122969" y="435173"/>
                  </a:lnTo>
                  <a:lnTo>
                    <a:pt x="124891" y="434965"/>
                  </a:lnTo>
                  <a:lnTo>
                    <a:pt x="126812" y="434879"/>
                  </a:lnTo>
                  <a:lnTo>
                    <a:pt x="128734" y="434902"/>
                  </a:lnTo>
                  <a:lnTo>
                    <a:pt x="130655" y="435020"/>
                  </a:lnTo>
                  <a:lnTo>
                    <a:pt x="132576" y="435212"/>
                  </a:lnTo>
                  <a:lnTo>
                    <a:pt x="134498" y="435459"/>
                  </a:lnTo>
                  <a:lnTo>
                    <a:pt x="136419" y="435738"/>
                  </a:lnTo>
                  <a:lnTo>
                    <a:pt x="138341" y="436028"/>
                  </a:lnTo>
                  <a:lnTo>
                    <a:pt x="140262" y="436309"/>
                  </a:lnTo>
                  <a:lnTo>
                    <a:pt x="142183" y="436563"/>
                  </a:lnTo>
                  <a:lnTo>
                    <a:pt x="144105" y="436777"/>
                  </a:lnTo>
                  <a:lnTo>
                    <a:pt x="146026" y="436947"/>
                  </a:lnTo>
                  <a:lnTo>
                    <a:pt x="147948" y="437074"/>
                  </a:lnTo>
                  <a:lnTo>
                    <a:pt x="149869" y="437162"/>
                  </a:lnTo>
                  <a:lnTo>
                    <a:pt x="151791" y="437219"/>
                  </a:lnTo>
                  <a:lnTo>
                    <a:pt x="153712" y="437255"/>
                  </a:lnTo>
                  <a:lnTo>
                    <a:pt x="155633" y="437282"/>
                  </a:lnTo>
                  <a:lnTo>
                    <a:pt x="157555" y="437315"/>
                  </a:lnTo>
                  <a:lnTo>
                    <a:pt x="159476" y="437366"/>
                  </a:lnTo>
                  <a:lnTo>
                    <a:pt x="161398" y="437452"/>
                  </a:lnTo>
                  <a:lnTo>
                    <a:pt x="163319" y="437581"/>
                  </a:lnTo>
                  <a:lnTo>
                    <a:pt x="165240" y="437759"/>
                  </a:lnTo>
                  <a:lnTo>
                    <a:pt x="167162" y="437990"/>
                  </a:lnTo>
                  <a:lnTo>
                    <a:pt x="169083" y="438271"/>
                  </a:lnTo>
                  <a:lnTo>
                    <a:pt x="171005" y="438600"/>
                  </a:lnTo>
                  <a:lnTo>
                    <a:pt x="172926" y="438967"/>
                  </a:lnTo>
                  <a:lnTo>
                    <a:pt x="174847" y="439361"/>
                  </a:lnTo>
                  <a:lnTo>
                    <a:pt x="176769" y="439768"/>
                  </a:lnTo>
                  <a:lnTo>
                    <a:pt x="178690" y="440170"/>
                  </a:lnTo>
                  <a:lnTo>
                    <a:pt x="180612" y="440545"/>
                  </a:lnTo>
                  <a:lnTo>
                    <a:pt x="182533" y="440875"/>
                  </a:lnTo>
                  <a:lnTo>
                    <a:pt x="184454" y="441145"/>
                  </a:lnTo>
                  <a:lnTo>
                    <a:pt x="186376" y="441339"/>
                  </a:lnTo>
                  <a:lnTo>
                    <a:pt x="188297" y="441448"/>
                  </a:lnTo>
                  <a:lnTo>
                    <a:pt x="190219" y="441464"/>
                  </a:lnTo>
                  <a:lnTo>
                    <a:pt x="192140" y="441384"/>
                  </a:lnTo>
                  <a:lnTo>
                    <a:pt x="194061" y="441209"/>
                  </a:lnTo>
                  <a:lnTo>
                    <a:pt x="195983" y="440946"/>
                  </a:lnTo>
                  <a:lnTo>
                    <a:pt x="197904" y="440599"/>
                  </a:lnTo>
                  <a:lnTo>
                    <a:pt x="199826" y="440190"/>
                  </a:lnTo>
                  <a:lnTo>
                    <a:pt x="201747" y="439741"/>
                  </a:lnTo>
                  <a:lnTo>
                    <a:pt x="203668" y="439271"/>
                  </a:lnTo>
                  <a:lnTo>
                    <a:pt x="205590" y="438804"/>
                  </a:lnTo>
                  <a:lnTo>
                    <a:pt x="207511" y="438360"/>
                  </a:lnTo>
                  <a:lnTo>
                    <a:pt x="209433" y="437961"/>
                  </a:lnTo>
                  <a:lnTo>
                    <a:pt x="211354" y="437625"/>
                  </a:lnTo>
                  <a:lnTo>
                    <a:pt x="213275" y="437370"/>
                  </a:lnTo>
                  <a:lnTo>
                    <a:pt x="215197" y="437211"/>
                  </a:lnTo>
                  <a:lnTo>
                    <a:pt x="217118" y="437168"/>
                  </a:lnTo>
                  <a:lnTo>
                    <a:pt x="219040" y="437230"/>
                  </a:lnTo>
                  <a:lnTo>
                    <a:pt x="220961" y="437396"/>
                  </a:lnTo>
                  <a:lnTo>
                    <a:pt x="222883" y="437657"/>
                  </a:lnTo>
                  <a:lnTo>
                    <a:pt x="224804" y="438000"/>
                  </a:lnTo>
                  <a:lnTo>
                    <a:pt x="226725" y="438409"/>
                  </a:lnTo>
                  <a:lnTo>
                    <a:pt x="228647" y="438866"/>
                  </a:lnTo>
                  <a:lnTo>
                    <a:pt x="230568" y="439347"/>
                  </a:lnTo>
                  <a:lnTo>
                    <a:pt x="232490" y="439832"/>
                  </a:lnTo>
                  <a:lnTo>
                    <a:pt x="234411" y="440295"/>
                  </a:lnTo>
                  <a:lnTo>
                    <a:pt x="236332" y="440712"/>
                  </a:lnTo>
                  <a:lnTo>
                    <a:pt x="238254" y="441070"/>
                  </a:lnTo>
                  <a:lnTo>
                    <a:pt x="240175" y="441359"/>
                  </a:lnTo>
                  <a:lnTo>
                    <a:pt x="242097" y="441574"/>
                  </a:lnTo>
                  <a:lnTo>
                    <a:pt x="244018" y="441714"/>
                  </a:lnTo>
                  <a:lnTo>
                    <a:pt x="245939" y="441787"/>
                  </a:lnTo>
                  <a:lnTo>
                    <a:pt x="247861" y="441803"/>
                  </a:lnTo>
                  <a:lnTo>
                    <a:pt x="249782" y="441777"/>
                  </a:lnTo>
                  <a:lnTo>
                    <a:pt x="251704" y="441728"/>
                  </a:lnTo>
                  <a:lnTo>
                    <a:pt x="253625" y="441680"/>
                  </a:lnTo>
                  <a:lnTo>
                    <a:pt x="255546" y="441656"/>
                  </a:lnTo>
                  <a:lnTo>
                    <a:pt x="257468" y="441672"/>
                  </a:lnTo>
                  <a:lnTo>
                    <a:pt x="259389" y="441743"/>
                  </a:lnTo>
                  <a:lnTo>
                    <a:pt x="261311" y="441878"/>
                  </a:lnTo>
                  <a:lnTo>
                    <a:pt x="263232" y="442080"/>
                  </a:lnTo>
                  <a:lnTo>
                    <a:pt x="265153" y="442350"/>
                  </a:lnTo>
                  <a:lnTo>
                    <a:pt x="267075" y="442679"/>
                  </a:lnTo>
                  <a:lnTo>
                    <a:pt x="268996" y="443057"/>
                  </a:lnTo>
                  <a:lnTo>
                    <a:pt x="270918" y="443471"/>
                  </a:lnTo>
                  <a:lnTo>
                    <a:pt x="272839" y="443898"/>
                  </a:lnTo>
                  <a:lnTo>
                    <a:pt x="274760" y="444317"/>
                  </a:lnTo>
                  <a:lnTo>
                    <a:pt x="276682" y="444711"/>
                  </a:lnTo>
                  <a:lnTo>
                    <a:pt x="278603" y="445063"/>
                  </a:lnTo>
                  <a:lnTo>
                    <a:pt x="280525" y="445359"/>
                  </a:lnTo>
                  <a:lnTo>
                    <a:pt x="282446" y="445587"/>
                  </a:lnTo>
                  <a:lnTo>
                    <a:pt x="284367" y="445739"/>
                  </a:lnTo>
                  <a:lnTo>
                    <a:pt x="286289" y="445811"/>
                  </a:lnTo>
                  <a:lnTo>
                    <a:pt x="288210" y="445799"/>
                  </a:lnTo>
                  <a:lnTo>
                    <a:pt x="290132" y="445698"/>
                  </a:lnTo>
                  <a:lnTo>
                    <a:pt x="292053" y="445519"/>
                  </a:lnTo>
                  <a:lnTo>
                    <a:pt x="293975" y="445273"/>
                  </a:lnTo>
                  <a:lnTo>
                    <a:pt x="295896" y="444969"/>
                  </a:lnTo>
                  <a:lnTo>
                    <a:pt x="297817" y="444617"/>
                  </a:lnTo>
                  <a:lnTo>
                    <a:pt x="299739" y="444231"/>
                  </a:lnTo>
                  <a:lnTo>
                    <a:pt x="301660" y="443822"/>
                  </a:lnTo>
                  <a:lnTo>
                    <a:pt x="303582" y="443403"/>
                  </a:lnTo>
                  <a:lnTo>
                    <a:pt x="305503" y="442987"/>
                  </a:lnTo>
                  <a:lnTo>
                    <a:pt x="307424" y="442583"/>
                  </a:lnTo>
                  <a:lnTo>
                    <a:pt x="309346" y="442201"/>
                  </a:lnTo>
                  <a:lnTo>
                    <a:pt x="311267" y="441843"/>
                  </a:lnTo>
                  <a:lnTo>
                    <a:pt x="313189" y="441508"/>
                  </a:lnTo>
                  <a:lnTo>
                    <a:pt x="315110" y="441193"/>
                  </a:lnTo>
                  <a:lnTo>
                    <a:pt x="317031" y="440888"/>
                  </a:lnTo>
                  <a:lnTo>
                    <a:pt x="318953" y="440585"/>
                  </a:lnTo>
                  <a:lnTo>
                    <a:pt x="320874" y="440272"/>
                  </a:lnTo>
                  <a:lnTo>
                    <a:pt x="322796" y="439936"/>
                  </a:lnTo>
                  <a:lnTo>
                    <a:pt x="324717" y="439565"/>
                  </a:lnTo>
                  <a:lnTo>
                    <a:pt x="326638" y="439144"/>
                  </a:lnTo>
                  <a:lnTo>
                    <a:pt x="328560" y="438665"/>
                  </a:lnTo>
                  <a:lnTo>
                    <a:pt x="330481" y="438128"/>
                  </a:lnTo>
                  <a:lnTo>
                    <a:pt x="332403" y="437533"/>
                  </a:lnTo>
                  <a:lnTo>
                    <a:pt x="334324" y="436881"/>
                  </a:lnTo>
                  <a:lnTo>
                    <a:pt x="336245" y="436179"/>
                  </a:lnTo>
                  <a:lnTo>
                    <a:pt x="338167" y="435433"/>
                  </a:lnTo>
                  <a:lnTo>
                    <a:pt x="340088" y="434651"/>
                  </a:lnTo>
                  <a:lnTo>
                    <a:pt x="342010" y="433838"/>
                  </a:lnTo>
                  <a:lnTo>
                    <a:pt x="343931" y="433002"/>
                  </a:lnTo>
                  <a:lnTo>
                    <a:pt x="345852" y="432145"/>
                  </a:lnTo>
                  <a:lnTo>
                    <a:pt x="347774" y="431272"/>
                  </a:lnTo>
                  <a:lnTo>
                    <a:pt x="349695" y="430383"/>
                  </a:lnTo>
                  <a:lnTo>
                    <a:pt x="351617" y="429477"/>
                  </a:lnTo>
                  <a:lnTo>
                    <a:pt x="353538" y="428552"/>
                  </a:lnTo>
                  <a:lnTo>
                    <a:pt x="355459" y="427604"/>
                  </a:lnTo>
                  <a:lnTo>
                    <a:pt x="357381" y="426628"/>
                  </a:lnTo>
                  <a:lnTo>
                    <a:pt x="359302" y="425620"/>
                  </a:lnTo>
                  <a:lnTo>
                    <a:pt x="361224" y="424575"/>
                  </a:lnTo>
                  <a:lnTo>
                    <a:pt x="363145" y="423482"/>
                  </a:lnTo>
                  <a:lnTo>
                    <a:pt x="365067" y="422333"/>
                  </a:lnTo>
                  <a:lnTo>
                    <a:pt x="366988" y="421121"/>
                  </a:lnTo>
                  <a:lnTo>
                    <a:pt x="368909" y="419835"/>
                  </a:lnTo>
                  <a:lnTo>
                    <a:pt x="370831" y="418460"/>
                  </a:lnTo>
                  <a:lnTo>
                    <a:pt x="372752" y="416982"/>
                  </a:lnTo>
                  <a:lnTo>
                    <a:pt x="374674" y="415380"/>
                  </a:lnTo>
                  <a:lnTo>
                    <a:pt x="376595" y="413633"/>
                  </a:lnTo>
                  <a:lnTo>
                    <a:pt x="378516" y="411718"/>
                  </a:lnTo>
                  <a:lnTo>
                    <a:pt x="380438" y="409607"/>
                  </a:lnTo>
                  <a:lnTo>
                    <a:pt x="382359" y="407238"/>
                  </a:lnTo>
                  <a:lnTo>
                    <a:pt x="384281" y="404601"/>
                  </a:lnTo>
                  <a:lnTo>
                    <a:pt x="386202" y="401664"/>
                  </a:lnTo>
                  <a:lnTo>
                    <a:pt x="388123" y="398392"/>
                  </a:lnTo>
                  <a:lnTo>
                    <a:pt x="390045" y="394752"/>
                  </a:lnTo>
                  <a:lnTo>
                    <a:pt x="391966" y="390709"/>
                  </a:lnTo>
                  <a:lnTo>
                    <a:pt x="393888" y="386230"/>
                  </a:lnTo>
                  <a:lnTo>
                    <a:pt x="395809" y="381286"/>
                  </a:lnTo>
                  <a:lnTo>
                    <a:pt x="397730" y="375848"/>
                  </a:lnTo>
                  <a:lnTo>
                    <a:pt x="399652" y="369864"/>
                  </a:lnTo>
                  <a:lnTo>
                    <a:pt x="401573" y="363294"/>
                  </a:lnTo>
                  <a:lnTo>
                    <a:pt x="403495" y="356163"/>
                  </a:lnTo>
                  <a:lnTo>
                    <a:pt x="405416" y="348458"/>
                  </a:lnTo>
                  <a:lnTo>
                    <a:pt x="407337" y="340168"/>
                  </a:lnTo>
                  <a:lnTo>
                    <a:pt x="409259" y="331280"/>
                  </a:lnTo>
                  <a:lnTo>
                    <a:pt x="411180" y="321784"/>
                  </a:lnTo>
                  <a:lnTo>
                    <a:pt x="413102" y="311663"/>
                  </a:lnTo>
                  <a:lnTo>
                    <a:pt x="415023" y="300901"/>
                  </a:lnTo>
                  <a:lnTo>
                    <a:pt x="416944" y="289475"/>
                  </a:lnTo>
                  <a:lnTo>
                    <a:pt x="418866" y="277285"/>
                  </a:lnTo>
                  <a:lnTo>
                    <a:pt x="420787" y="264353"/>
                  </a:lnTo>
                  <a:lnTo>
                    <a:pt x="422709" y="250676"/>
                  </a:lnTo>
                  <a:lnTo>
                    <a:pt x="424630" y="236237"/>
                  </a:lnTo>
                  <a:lnTo>
                    <a:pt x="426551" y="221037"/>
                  </a:lnTo>
                  <a:lnTo>
                    <a:pt x="428473" y="205094"/>
                  </a:lnTo>
                  <a:lnTo>
                    <a:pt x="430394" y="188454"/>
                  </a:lnTo>
                  <a:lnTo>
                    <a:pt x="432316" y="171196"/>
                  </a:lnTo>
                  <a:lnTo>
                    <a:pt x="434237" y="153438"/>
                  </a:lnTo>
                  <a:lnTo>
                    <a:pt x="436159" y="135335"/>
                  </a:lnTo>
                  <a:lnTo>
                    <a:pt x="438080" y="117135"/>
                  </a:lnTo>
                  <a:lnTo>
                    <a:pt x="440001" y="99139"/>
                  </a:lnTo>
                  <a:lnTo>
                    <a:pt x="441923" y="81649"/>
                  </a:lnTo>
                  <a:lnTo>
                    <a:pt x="443844" y="64996"/>
                  </a:lnTo>
                  <a:lnTo>
                    <a:pt x="445766" y="49522"/>
                  </a:lnTo>
                  <a:lnTo>
                    <a:pt x="447687" y="35576"/>
                  </a:lnTo>
                  <a:lnTo>
                    <a:pt x="449608" y="23492"/>
                  </a:lnTo>
                  <a:lnTo>
                    <a:pt x="451530" y="13582"/>
                  </a:lnTo>
                  <a:lnTo>
                    <a:pt x="453451" y="6119"/>
                  </a:lnTo>
                  <a:lnTo>
                    <a:pt x="455373" y="1572"/>
                  </a:lnTo>
                  <a:lnTo>
                    <a:pt x="457294" y="0"/>
                  </a:lnTo>
                  <a:lnTo>
                    <a:pt x="459215" y="1335"/>
                  </a:lnTo>
                  <a:lnTo>
                    <a:pt x="461137" y="5562"/>
                  </a:lnTo>
                  <a:lnTo>
                    <a:pt x="463058" y="12594"/>
                  </a:lnTo>
                  <a:lnTo>
                    <a:pt x="464980" y="22279"/>
                  </a:lnTo>
                  <a:lnTo>
                    <a:pt x="466901" y="34412"/>
                  </a:lnTo>
                  <a:lnTo>
                    <a:pt x="468822" y="48739"/>
                  </a:lnTo>
                  <a:lnTo>
                    <a:pt x="470744" y="64969"/>
                  </a:lnTo>
                  <a:lnTo>
                    <a:pt x="472665" y="82799"/>
                  </a:lnTo>
                  <a:lnTo>
                    <a:pt x="474587" y="101983"/>
                  </a:lnTo>
                  <a:lnTo>
                    <a:pt x="476508" y="121999"/>
                  </a:lnTo>
                  <a:lnTo>
                    <a:pt x="478429" y="142536"/>
                  </a:lnTo>
                  <a:lnTo>
                    <a:pt x="480351" y="163302"/>
                  </a:lnTo>
                  <a:lnTo>
                    <a:pt x="482272" y="184031"/>
                  </a:lnTo>
                  <a:lnTo>
                    <a:pt x="484194" y="204487"/>
                  </a:lnTo>
                  <a:lnTo>
                    <a:pt x="486115" y="224467"/>
                  </a:lnTo>
                  <a:lnTo>
                    <a:pt x="488036" y="243801"/>
                  </a:lnTo>
                  <a:lnTo>
                    <a:pt x="489958" y="262352"/>
                  </a:lnTo>
                  <a:lnTo>
                    <a:pt x="491879" y="279951"/>
                  </a:lnTo>
                  <a:lnTo>
                    <a:pt x="493801" y="296514"/>
                  </a:lnTo>
                  <a:lnTo>
                    <a:pt x="495722" y="312063"/>
                  </a:lnTo>
                  <a:lnTo>
                    <a:pt x="497643" y="326583"/>
                  </a:lnTo>
                  <a:lnTo>
                    <a:pt x="499565" y="340075"/>
                  </a:lnTo>
                  <a:lnTo>
                    <a:pt x="501486" y="352553"/>
                  </a:lnTo>
                  <a:lnTo>
                    <a:pt x="503408" y="364043"/>
                  </a:lnTo>
                  <a:lnTo>
                    <a:pt x="505329" y="374577"/>
                  </a:lnTo>
                  <a:lnTo>
                    <a:pt x="507250" y="384193"/>
                  </a:lnTo>
                  <a:lnTo>
                    <a:pt x="509172" y="392934"/>
                  </a:lnTo>
                  <a:lnTo>
                    <a:pt x="511093" y="400748"/>
                  </a:lnTo>
                  <a:lnTo>
                    <a:pt x="513015" y="407779"/>
                  </a:lnTo>
                  <a:lnTo>
                    <a:pt x="514936" y="414080"/>
                  </a:lnTo>
                  <a:lnTo>
                    <a:pt x="516858" y="419697"/>
                  </a:lnTo>
                  <a:lnTo>
                    <a:pt x="518779" y="424675"/>
                  </a:lnTo>
                  <a:lnTo>
                    <a:pt x="520700" y="429059"/>
                  </a:lnTo>
                  <a:lnTo>
                    <a:pt x="522622" y="432893"/>
                  </a:lnTo>
                  <a:lnTo>
                    <a:pt x="524543" y="436222"/>
                  </a:lnTo>
                  <a:lnTo>
                    <a:pt x="526465" y="439090"/>
                  </a:lnTo>
                  <a:lnTo>
                    <a:pt x="528386" y="441523"/>
                  </a:lnTo>
                  <a:lnTo>
                    <a:pt x="530307" y="443554"/>
                  </a:lnTo>
                  <a:lnTo>
                    <a:pt x="532229" y="445259"/>
                  </a:lnTo>
                  <a:lnTo>
                    <a:pt x="534150" y="446675"/>
                  </a:lnTo>
                  <a:lnTo>
                    <a:pt x="536072" y="447835"/>
                  </a:lnTo>
                  <a:lnTo>
                    <a:pt x="537993" y="448773"/>
                  </a:lnTo>
                  <a:lnTo>
                    <a:pt x="539914" y="449519"/>
                  </a:lnTo>
                  <a:lnTo>
                    <a:pt x="541836" y="450099"/>
                  </a:lnTo>
                  <a:lnTo>
                    <a:pt x="543757" y="450539"/>
                  </a:lnTo>
                  <a:lnTo>
                    <a:pt x="545679" y="450864"/>
                  </a:lnTo>
                  <a:lnTo>
                    <a:pt x="547600" y="451085"/>
                  </a:lnTo>
                  <a:lnTo>
                    <a:pt x="549521" y="451232"/>
                  </a:lnTo>
                  <a:lnTo>
                    <a:pt x="551443" y="451322"/>
                  </a:lnTo>
                  <a:lnTo>
                    <a:pt x="553364" y="451370"/>
                  </a:lnTo>
                  <a:lnTo>
                    <a:pt x="555286" y="451386"/>
                  </a:lnTo>
                  <a:lnTo>
                    <a:pt x="557207" y="451381"/>
                  </a:lnTo>
                  <a:lnTo>
                    <a:pt x="559128" y="451361"/>
                  </a:lnTo>
                  <a:lnTo>
                    <a:pt x="561050" y="451332"/>
                  </a:lnTo>
                  <a:lnTo>
                    <a:pt x="562971" y="451298"/>
                  </a:lnTo>
                  <a:lnTo>
                    <a:pt x="564893" y="451262"/>
                  </a:lnTo>
                  <a:lnTo>
                    <a:pt x="566814" y="451225"/>
                  </a:lnTo>
                  <a:lnTo>
                    <a:pt x="568735" y="451189"/>
                  </a:lnTo>
                  <a:lnTo>
                    <a:pt x="570657" y="451153"/>
                  </a:lnTo>
                  <a:lnTo>
                    <a:pt x="572578" y="451117"/>
                  </a:lnTo>
                  <a:lnTo>
                    <a:pt x="574500" y="451083"/>
                  </a:lnTo>
                  <a:lnTo>
                    <a:pt x="576421" y="451050"/>
                  </a:lnTo>
                  <a:lnTo>
                    <a:pt x="578342" y="451020"/>
                  </a:lnTo>
                  <a:lnTo>
                    <a:pt x="580264" y="450993"/>
                  </a:lnTo>
                  <a:lnTo>
                    <a:pt x="582185" y="450971"/>
                  </a:lnTo>
                  <a:lnTo>
                    <a:pt x="584107" y="450956"/>
                  </a:lnTo>
                  <a:lnTo>
                    <a:pt x="586028" y="450950"/>
                  </a:lnTo>
                  <a:lnTo>
                    <a:pt x="587950" y="450955"/>
                  </a:lnTo>
                  <a:lnTo>
                    <a:pt x="589871" y="450971"/>
                  </a:lnTo>
                  <a:lnTo>
                    <a:pt x="591792" y="450999"/>
                  </a:lnTo>
                  <a:lnTo>
                    <a:pt x="593714" y="451041"/>
                  </a:lnTo>
                  <a:lnTo>
                    <a:pt x="595635" y="451094"/>
                  </a:lnTo>
                  <a:lnTo>
                    <a:pt x="597557" y="451160"/>
                  </a:lnTo>
                  <a:lnTo>
                    <a:pt x="599478" y="451235"/>
                  </a:lnTo>
                  <a:lnTo>
                    <a:pt x="601399" y="451319"/>
                  </a:lnTo>
                  <a:lnTo>
                    <a:pt x="603321" y="451408"/>
                  </a:lnTo>
                  <a:lnTo>
                    <a:pt x="605242" y="451497"/>
                  </a:lnTo>
                  <a:lnTo>
                    <a:pt x="607164" y="451583"/>
                  </a:lnTo>
                  <a:lnTo>
                    <a:pt x="609085" y="451661"/>
                  </a:lnTo>
                  <a:lnTo>
                    <a:pt x="611006" y="451729"/>
                  </a:lnTo>
                  <a:lnTo>
                    <a:pt x="612928" y="451782"/>
                  </a:lnTo>
                  <a:lnTo>
                    <a:pt x="614849" y="451817"/>
                  </a:lnTo>
                  <a:lnTo>
                    <a:pt x="616771" y="451832"/>
                  </a:lnTo>
                  <a:lnTo>
                    <a:pt x="618692" y="451826"/>
                  </a:lnTo>
                  <a:lnTo>
                    <a:pt x="620613" y="451797"/>
                  </a:lnTo>
                  <a:lnTo>
                    <a:pt x="622535" y="451744"/>
                  </a:lnTo>
                  <a:lnTo>
                    <a:pt x="624456" y="451672"/>
                  </a:lnTo>
                  <a:lnTo>
                    <a:pt x="626378" y="451583"/>
                  </a:lnTo>
                  <a:lnTo>
                    <a:pt x="628299" y="451479"/>
                  </a:lnTo>
                  <a:lnTo>
                    <a:pt x="630220" y="451363"/>
                  </a:lnTo>
                  <a:lnTo>
                    <a:pt x="632142" y="451240"/>
                  </a:lnTo>
                  <a:lnTo>
                    <a:pt x="634063" y="451113"/>
                  </a:lnTo>
                  <a:lnTo>
                    <a:pt x="635985" y="450985"/>
                  </a:lnTo>
                  <a:lnTo>
                    <a:pt x="637906" y="450860"/>
                  </a:lnTo>
                  <a:lnTo>
                    <a:pt x="639827" y="450743"/>
                  </a:lnTo>
                  <a:lnTo>
                    <a:pt x="641749" y="450637"/>
                  </a:lnTo>
                  <a:lnTo>
                    <a:pt x="643670" y="450544"/>
                  </a:lnTo>
                  <a:lnTo>
                    <a:pt x="645592" y="450467"/>
                  </a:lnTo>
                  <a:lnTo>
                    <a:pt x="647513" y="450409"/>
                  </a:lnTo>
                  <a:lnTo>
                    <a:pt x="649434" y="450370"/>
                  </a:lnTo>
                  <a:lnTo>
                    <a:pt x="651356" y="450354"/>
                  </a:lnTo>
                  <a:lnTo>
                    <a:pt x="653277" y="450360"/>
                  </a:lnTo>
                  <a:lnTo>
                    <a:pt x="655199" y="450389"/>
                  </a:lnTo>
                  <a:lnTo>
                    <a:pt x="657120" y="450441"/>
                  </a:lnTo>
                  <a:lnTo>
                    <a:pt x="659042" y="450515"/>
                  </a:lnTo>
                  <a:lnTo>
                    <a:pt x="660963" y="450606"/>
                  </a:lnTo>
                  <a:lnTo>
                    <a:pt x="662884" y="450711"/>
                  </a:lnTo>
                  <a:lnTo>
                    <a:pt x="664806" y="450825"/>
                  </a:lnTo>
                  <a:lnTo>
                    <a:pt x="666727" y="450944"/>
                  </a:lnTo>
                  <a:lnTo>
                    <a:pt x="668649" y="451062"/>
                  </a:lnTo>
                  <a:lnTo>
                    <a:pt x="670570" y="451175"/>
                  </a:lnTo>
                  <a:lnTo>
                    <a:pt x="672491" y="451279"/>
                  </a:lnTo>
                  <a:lnTo>
                    <a:pt x="674413" y="451370"/>
                  </a:lnTo>
                  <a:lnTo>
                    <a:pt x="676334" y="451446"/>
                  </a:lnTo>
                  <a:lnTo>
                    <a:pt x="678256" y="451505"/>
                  </a:lnTo>
                  <a:lnTo>
                    <a:pt x="680177" y="451550"/>
                  </a:lnTo>
                  <a:lnTo>
                    <a:pt x="682098" y="451582"/>
                  </a:lnTo>
                  <a:lnTo>
                    <a:pt x="684020" y="451604"/>
                  </a:lnTo>
                  <a:lnTo>
                    <a:pt x="685941" y="451620"/>
                  </a:lnTo>
                  <a:lnTo>
                    <a:pt x="687863" y="451634"/>
                  </a:lnTo>
                  <a:lnTo>
                    <a:pt x="689784" y="451649"/>
                  </a:lnTo>
                  <a:lnTo>
                    <a:pt x="691705" y="451669"/>
                  </a:lnTo>
                  <a:lnTo>
                    <a:pt x="693627" y="451697"/>
                  </a:lnTo>
                  <a:lnTo>
                    <a:pt x="695548" y="451735"/>
                  </a:lnTo>
                  <a:lnTo>
                    <a:pt x="697470" y="451783"/>
                  </a:lnTo>
                  <a:lnTo>
                    <a:pt x="699391" y="451840"/>
                  </a:lnTo>
                  <a:lnTo>
                    <a:pt x="701312" y="451904"/>
                  </a:lnTo>
                  <a:lnTo>
                    <a:pt x="703234" y="451972"/>
                  </a:lnTo>
                  <a:lnTo>
                    <a:pt x="705155" y="452042"/>
                  </a:lnTo>
                  <a:lnTo>
                    <a:pt x="707077" y="452108"/>
                  </a:lnTo>
                  <a:lnTo>
                    <a:pt x="708998" y="452168"/>
                  </a:lnTo>
                  <a:lnTo>
                    <a:pt x="710919" y="452217"/>
                  </a:lnTo>
                  <a:lnTo>
                    <a:pt x="712841" y="452251"/>
                  </a:lnTo>
                  <a:lnTo>
                    <a:pt x="714762" y="452265"/>
                  </a:lnTo>
                  <a:lnTo>
                    <a:pt x="716684" y="452260"/>
                  </a:lnTo>
                  <a:lnTo>
                    <a:pt x="718605" y="452232"/>
                  </a:lnTo>
                  <a:lnTo>
                    <a:pt x="720526" y="452183"/>
                  </a:lnTo>
                  <a:lnTo>
                    <a:pt x="722448" y="452112"/>
                  </a:lnTo>
                  <a:lnTo>
                    <a:pt x="724369" y="452020"/>
                  </a:lnTo>
                  <a:lnTo>
                    <a:pt x="726291" y="451909"/>
                  </a:lnTo>
                  <a:lnTo>
                    <a:pt x="728212" y="451783"/>
                  </a:lnTo>
                  <a:lnTo>
                    <a:pt x="730134" y="451645"/>
                  </a:lnTo>
                  <a:lnTo>
                    <a:pt x="732055" y="451499"/>
                  </a:lnTo>
                  <a:lnTo>
                    <a:pt x="733976" y="451353"/>
                  </a:lnTo>
                  <a:lnTo>
                    <a:pt x="735898" y="451210"/>
                  </a:lnTo>
                  <a:lnTo>
                    <a:pt x="737819" y="451076"/>
                  </a:lnTo>
                  <a:lnTo>
                    <a:pt x="739741" y="450954"/>
                  </a:lnTo>
                  <a:lnTo>
                    <a:pt x="741662" y="450850"/>
                  </a:lnTo>
                  <a:lnTo>
                    <a:pt x="743583" y="450765"/>
                  </a:lnTo>
                  <a:lnTo>
                    <a:pt x="745505" y="450701"/>
                  </a:lnTo>
                  <a:lnTo>
                    <a:pt x="747426" y="450659"/>
                  </a:lnTo>
                  <a:lnTo>
                    <a:pt x="749348" y="450640"/>
                  </a:lnTo>
                  <a:lnTo>
                    <a:pt x="751269" y="450643"/>
                  </a:lnTo>
                  <a:lnTo>
                    <a:pt x="753190" y="450663"/>
                  </a:lnTo>
                  <a:lnTo>
                    <a:pt x="755112" y="450699"/>
                  </a:lnTo>
                  <a:lnTo>
                    <a:pt x="757033" y="450746"/>
                  </a:lnTo>
                  <a:lnTo>
                    <a:pt x="758955" y="450803"/>
                  </a:lnTo>
                  <a:lnTo>
                    <a:pt x="760876" y="450868"/>
                  </a:lnTo>
                  <a:lnTo>
                    <a:pt x="762797" y="450939"/>
                  </a:lnTo>
                  <a:lnTo>
                    <a:pt x="764719" y="451014"/>
                  </a:lnTo>
                  <a:lnTo>
                    <a:pt x="766640" y="451094"/>
                  </a:lnTo>
                  <a:lnTo>
                    <a:pt x="768562" y="451177"/>
                  </a:lnTo>
                  <a:lnTo>
                    <a:pt x="770483" y="451266"/>
                  </a:lnTo>
                  <a:lnTo>
                    <a:pt x="772404" y="451358"/>
                  </a:lnTo>
                  <a:lnTo>
                    <a:pt x="774326" y="451456"/>
                  </a:lnTo>
                  <a:lnTo>
                    <a:pt x="776247" y="451557"/>
                  </a:lnTo>
                  <a:lnTo>
                    <a:pt x="778169" y="451662"/>
                  </a:lnTo>
                  <a:lnTo>
                    <a:pt x="780090" y="451768"/>
                  </a:lnTo>
                  <a:lnTo>
                    <a:pt x="782011" y="451876"/>
                  </a:lnTo>
                  <a:lnTo>
                    <a:pt x="783933" y="451981"/>
                  </a:lnTo>
                  <a:lnTo>
                    <a:pt x="785854" y="452082"/>
                  </a:lnTo>
                  <a:lnTo>
                    <a:pt x="787776" y="452175"/>
                  </a:lnTo>
                  <a:lnTo>
                    <a:pt x="789697" y="452258"/>
                  </a:lnTo>
                  <a:lnTo>
                    <a:pt x="791618" y="452329"/>
                  </a:lnTo>
                  <a:lnTo>
                    <a:pt x="793540" y="452384"/>
                  </a:lnTo>
                  <a:lnTo>
                    <a:pt x="795461" y="452422"/>
                  </a:lnTo>
                  <a:lnTo>
                    <a:pt x="797383" y="452441"/>
                  </a:lnTo>
                  <a:lnTo>
                    <a:pt x="799304" y="452440"/>
                  </a:lnTo>
                  <a:lnTo>
                    <a:pt x="801226" y="452417"/>
                  </a:lnTo>
                  <a:lnTo>
                    <a:pt x="803147" y="452370"/>
                  </a:lnTo>
                  <a:lnTo>
                    <a:pt x="805068" y="452298"/>
                  </a:lnTo>
                  <a:lnTo>
                    <a:pt x="806990" y="452201"/>
                  </a:lnTo>
                  <a:lnTo>
                    <a:pt x="808911" y="452080"/>
                  </a:lnTo>
                  <a:lnTo>
                    <a:pt x="810833" y="451936"/>
                  </a:lnTo>
                  <a:lnTo>
                    <a:pt x="812754" y="451770"/>
                  </a:lnTo>
                  <a:lnTo>
                    <a:pt x="814675" y="451583"/>
                  </a:lnTo>
                  <a:lnTo>
                    <a:pt x="816597" y="451377"/>
                  </a:lnTo>
                  <a:lnTo>
                    <a:pt x="818518" y="451155"/>
                  </a:lnTo>
                  <a:lnTo>
                    <a:pt x="820440" y="450919"/>
                  </a:lnTo>
                  <a:lnTo>
                    <a:pt x="822361" y="450673"/>
                  </a:lnTo>
                  <a:lnTo>
                    <a:pt x="824282" y="450420"/>
                  </a:lnTo>
                  <a:lnTo>
                    <a:pt x="826204" y="450166"/>
                  </a:lnTo>
                  <a:lnTo>
                    <a:pt x="828125" y="449913"/>
                  </a:lnTo>
                  <a:lnTo>
                    <a:pt x="830047" y="449665"/>
                  </a:lnTo>
                  <a:lnTo>
                    <a:pt x="831968" y="449427"/>
                  </a:lnTo>
                  <a:lnTo>
                    <a:pt x="833889" y="449202"/>
                  </a:lnTo>
                  <a:lnTo>
                    <a:pt x="835811" y="448994"/>
                  </a:lnTo>
                  <a:lnTo>
                    <a:pt x="837732" y="448805"/>
                  </a:lnTo>
                  <a:lnTo>
                    <a:pt x="839654" y="448640"/>
                  </a:lnTo>
                  <a:lnTo>
                    <a:pt x="841575" y="448504"/>
                  </a:lnTo>
                  <a:lnTo>
                    <a:pt x="843496" y="448399"/>
                  </a:lnTo>
                  <a:lnTo>
                    <a:pt x="845418" y="448326"/>
                  </a:lnTo>
                  <a:lnTo>
                    <a:pt x="847339" y="448288"/>
                  </a:lnTo>
                  <a:lnTo>
                    <a:pt x="849261" y="448285"/>
                  </a:lnTo>
                  <a:lnTo>
                    <a:pt x="851182" y="448319"/>
                  </a:lnTo>
                  <a:lnTo>
                    <a:pt x="853103" y="448388"/>
                  </a:lnTo>
                  <a:lnTo>
                    <a:pt x="855025" y="448491"/>
                  </a:lnTo>
                  <a:lnTo>
                    <a:pt x="856946" y="448625"/>
                  </a:lnTo>
                  <a:lnTo>
                    <a:pt x="858868" y="448786"/>
                  </a:lnTo>
                  <a:lnTo>
                    <a:pt x="860789" y="448971"/>
                  </a:lnTo>
                  <a:lnTo>
                    <a:pt x="862710" y="449169"/>
                  </a:lnTo>
                  <a:lnTo>
                    <a:pt x="864632" y="449372"/>
                  </a:lnTo>
                  <a:lnTo>
                    <a:pt x="866553" y="449572"/>
                  </a:lnTo>
                  <a:lnTo>
                    <a:pt x="868475" y="449761"/>
                  </a:lnTo>
                  <a:lnTo>
                    <a:pt x="870396" y="449932"/>
                  </a:lnTo>
                  <a:lnTo>
                    <a:pt x="872318" y="450077"/>
                  </a:lnTo>
                  <a:lnTo>
                    <a:pt x="874239" y="450191"/>
                  </a:lnTo>
                  <a:lnTo>
                    <a:pt x="876160" y="450270"/>
                  </a:lnTo>
                  <a:lnTo>
                    <a:pt x="878082" y="450311"/>
                  </a:lnTo>
                  <a:lnTo>
                    <a:pt x="880003" y="450314"/>
                  </a:lnTo>
                  <a:lnTo>
                    <a:pt x="881925" y="450286"/>
                  </a:lnTo>
                  <a:lnTo>
                    <a:pt x="883846" y="450232"/>
                  </a:lnTo>
                  <a:lnTo>
                    <a:pt x="885767" y="450159"/>
                  </a:lnTo>
                  <a:lnTo>
                    <a:pt x="887689" y="450076"/>
                  </a:lnTo>
                  <a:lnTo>
                    <a:pt x="889610" y="449992"/>
                  </a:lnTo>
                  <a:lnTo>
                    <a:pt x="891532" y="449915"/>
                  </a:lnTo>
                  <a:lnTo>
                    <a:pt x="893453" y="449855"/>
                  </a:lnTo>
                  <a:lnTo>
                    <a:pt x="895374" y="449817"/>
                  </a:lnTo>
                  <a:lnTo>
                    <a:pt x="897296" y="449810"/>
                  </a:lnTo>
                  <a:lnTo>
                    <a:pt x="899217" y="449837"/>
                  </a:lnTo>
                  <a:lnTo>
                    <a:pt x="901139" y="449895"/>
                  </a:lnTo>
                  <a:lnTo>
                    <a:pt x="903060" y="449984"/>
                  </a:lnTo>
                  <a:lnTo>
                    <a:pt x="904981" y="450100"/>
                  </a:lnTo>
                  <a:lnTo>
                    <a:pt x="906903" y="450237"/>
                  </a:lnTo>
                  <a:lnTo>
                    <a:pt x="908824" y="450390"/>
                  </a:lnTo>
                  <a:lnTo>
                    <a:pt x="910746" y="450551"/>
                  </a:lnTo>
                  <a:lnTo>
                    <a:pt x="912667" y="450714"/>
                  </a:lnTo>
                  <a:lnTo>
                    <a:pt x="914588" y="450871"/>
                  </a:lnTo>
                  <a:lnTo>
                    <a:pt x="916510" y="451014"/>
                  </a:lnTo>
                  <a:lnTo>
                    <a:pt x="918431" y="451140"/>
                  </a:lnTo>
                  <a:lnTo>
                    <a:pt x="920353" y="451246"/>
                  </a:lnTo>
                  <a:lnTo>
                    <a:pt x="922274" y="451331"/>
                  </a:lnTo>
                  <a:lnTo>
                    <a:pt x="924195" y="451394"/>
                  </a:lnTo>
                  <a:lnTo>
                    <a:pt x="926117" y="451436"/>
                  </a:lnTo>
                  <a:lnTo>
                    <a:pt x="928038" y="451460"/>
                  </a:lnTo>
                  <a:lnTo>
                    <a:pt x="929960" y="451468"/>
                  </a:lnTo>
                  <a:lnTo>
                    <a:pt x="931881" y="451465"/>
                  </a:lnTo>
                  <a:lnTo>
                    <a:pt x="933802" y="451453"/>
                  </a:lnTo>
                  <a:lnTo>
                    <a:pt x="935724" y="451436"/>
                  </a:lnTo>
                  <a:lnTo>
                    <a:pt x="937645" y="451417"/>
                  </a:lnTo>
                  <a:lnTo>
                    <a:pt x="939567" y="451399"/>
                  </a:lnTo>
                  <a:lnTo>
                    <a:pt x="941488" y="451384"/>
                  </a:lnTo>
                  <a:lnTo>
                    <a:pt x="943410" y="451372"/>
                  </a:lnTo>
                  <a:lnTo>
                    <a:pt x="945331" y="451363"/>
                  </a:lnTo>
                  <a:lnTo>
                    <a:pt x="947252" y="451360"/>
                  </a:lnTo>
                  <a:lnTo>
                    <a:pt x="949174" y="451361"/>
                  </a:lnTo>
                  <a:lnTo>
                    <a:pt x="951095" y="451368"/>
                  </a:lnTo>
                  <a:lnTo>
                    <a:pt x="953017" y="451382"/>
                  </a:lnTo>
                  <a:lnTo>
                    <a:pt x="954938" y="451404"/>
                  </a:lnTo>
                  <a:lnTo>
                    <a:pt x="956859" y="451434"/>
                  </a:lnTo>
                  <a:lnTo>
                    <a:pt x="958781" y="451473"/>
                  </a:lnTo>
                  <a:lnTo>
                    <a:pt x="960702" y="451521"/>
                  </a:lnTo>
                  <a:lnTo>
                    <a:pt x="962624" y="451580"/>
                  </a:lnTo>
                  <a:lnTo>
                    <a:pt x="964545" y="451649"/>
                  </a:lnTo>
                  <a:lnTo>
                    <a:pt x="966466" y="451727"/>
                  </a:lnTo>
                  <a:lnTo>
                    <a:pt x="968388" y="451813"/>
                  </a:lnTo>
                  <a:lnTo>
                    <a:pt x="970309" y="451906"/>
                  </a:lnTo>
                  <a:lnTo>
                    <a:pt x="972231" y="452002"/>
                  </a:lnTo>
                  <a:lnTo>
                    <a:pt x="974152" y="452100"/>
                  </a:lnTo>
                  <a:lnTo>
                    <a:pt x="976073" y="452197"/>
                  </a:lnTo>
                  <a:lnTo>
                    <a:pt x="977995" y="452290"/>
                  </a:lnTo>
                  <a:lnTo>
                    <a:pt x="979916" y="452377"/>
                  </a:lnTo>
                  <a:lnTo>
                    <a:pt x="981838" y="452458"/>
                  </a:lnTo>
                </a:path>
              </a:pathLst>
            </a:custGeom>
            <a:ln w="27101" cap="flat">
              <a:solidFill>
                <a:srgbClr val="D79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7906162" y="5731978"/>
              <a:ext cx="981838" cy="251444"/>
            </a:xfrm>
            <a:custGeom>
              <a:avLst/>
              <a:pathLst>
                <a:path w="981838" h="251444">
                  <a:moveTo>
                    <a:pt x="0" y="251444"/>
                  </a:moveTo>
                  <a:lnTo>
                    <a:pt x="1921" y="251444"/>
                  </a:lnTo>
                  <a:lnTo>
                    <a:pt x="3842" y="251444"/>
                  </a:lnTo>
                  <a:lnTo>
                    <a:pt x="5764" y="251443"/>
                  </a:lnTo>
                  <a:lnTo>
                    <a:pt x="7685" y="251443"/>
                  </a:lnTo>
                  <a:lnTo>
                    <a:pt x="9607" y="251443"/>
                  </a:lnTo>
                  <a:lnTo>
                    <a:pt x="11528" y="251442"/>
                  </a:lnTo>
                  <a:lnTo>
                    <a:pt x="13449" y="251442"/>
                  </a:lnTo>
                  <a:lnTo>
                    <a:pt x="15371" y="251441"/>
                  </a:lnTo>
                  <a:lnTo>
                    <a:pt x="17292" y="251440"/>
                  </a:lnTo>
                  <a:lnTo>
                    <a:pt x="19214" y="251439"/>
                  </a:lnTo>
                  <a:lnTo>
                    <a:pt x="21135" y="251438"/>
                  </a:lnTo>
                  <a:lnTo>
                    <a:pt x="23056" y="251436"/>
                  </a:lnTo>
                  <a:lnTo>
                    <a:pt x="24978" y="251433"/>
                  </a:lnTo>
                  <a:lnTo>
                    <a:pt x="26899" y="251430"/>
                  </a:lnTo>
                  <a:lnTo>
                    <a:pt x="28821" y="251426"/>
                  </a:lnTo>
                  <a:lnTo>
                    <a:pt x="30742" y="251421"/>
                  </a:lnTo>
                  <a:lnTo>
                    <a:pt x="32663" y="251415"/>
                  </a:lnTo>
                  <a:lnTo>
                    <a:pt x="34585" y="251407"/>
                  </a:lnTo>
                  <a:lnTo>
                    <a:pt x="36506" y="251398"/>
                  </a:lnTo>
                  <a:lnTo>
                    <a:pt x="38428" y="251387"/>
                  </a:lnTo>
                  <a:lnTo>
                    <a:pt x="40349" y="251372"/>
                  </a:lnTo>
                  <a:lnTo>
                    <a:pt x="42270" y="251355"/>
                  </a:lnTo>
                  <a:lnTo>
                    <a:pt x="44192" y="251335"/>
                  </a:lnTo>
                  <a:lnTo>
                    <a:pt x="46113" y="251311"/>
                  </a:lnTo>
                  <a:lnTo>
                    <a:pt x="48035" y="251283"/>
                  </a:lnTo>
                  <a:lnTo>
                    <a:pt x="49956" y="251248"/>
                  </a:lnTo>
                  <a:lnTo>
                    <a:pt x="51877" y="251208"/>
                  </a:lnTo>
                  <a:lnTo>
                    <a:pt x="53799" y="251161"/>
                  </a:lnTo>
                  <a:lnTo>
                    <a:pt x="55720" y="251106"/>
                  </a:lnTo>
                  <a:lnTo>
                    <a:pt x="57642" y="251044"/>
                  </a:lnTo>
                  <a:lnTo>
                    <a:pt x="59563" y="250973"/>
                  </a:lnTo>
                  <a:lnTo>
                    <a:pt x="61484" y="250890"/>
                  </a:lnTo>
                  <a:lnTo>
                    <a:pt x="63406" y="250795"/>
                  </a:lnTo>
                  <a:lnTo>
                    <a:pt x="65327" y="250690"/>
                  </a:lnTo>
                  <a:lnTo>
                    <a:pt x="67249" y="250572"/>
                  </a:lnTo>
                  <a:lnTo>
                    <a:pt x="69170" y="250441"/>
                  </a:lnTo>
                  <a:lnTo>
                    <a:pt x="71091" y="250296"/>
                  </a:lnTo>
                  <a:lnTo>
                    <a:pt x="73013" y="250134"/>
                  </a:lnTo>
                  <a:lnTo>
                    <a:pt x="74934" y="249957"/>
                  </a:lnTo>
                  <a:lnTo>
                    <a:pt x="76856" y="249766"/>
                  </a:lnTo>
                  <a:lnTo>
                    <a:pt x="78777" y="249560"/>
                  </a:lnTo>
                  <a:lnTo>
                    <a:pt x="80699" y="249339"/>
                  </a:lnTo>
                  <a:lnTo>
                    <a:pt x="82620" y="249103"/>
                  </a:lnTo>
                  <a:lnTo>
                    <a:pt x="84541" y="248851"/>
                  </a:lnTo>
                  <a:lnTo>
                    <a:pt x="86463" y="248587"/>
                  </a:lnTo>
                  <a:lnTo>
                    <a:pt x="88384" y="248311"/>
                  </a:lnTo>
                  <a:lnTo>
                    <a:pt x="90306" y="248026"/>
                  </a:lnTo>
                  <a:lnTo>
                    <a:pt x="92227" y="247732"/>
                  </a:lnTo>
                  <a:lnTo>
                    <a:pt x="94148" y="247432"/>
                  </a:lnTo>
                  <a:lnTo>
                    <a:pt x="96070" y="247126"/>
                  </a:lnTo>
                  <a:lnTo>
                    <a:pt x="97991" y="246820"/>
                  </a:lnTo>
                  <a:lnTo>
                    <a:pt x="99913" y="246514"/>
                  </a:lnTo>
                  <a:lnTo>
                    <a:pt x="101834" y="246212"/>
                  </a:lnTo>
                  <a:lnTo>
                    <a:pt x="103755" y="245916"/>
                  </a:lnTo>
                  <a:lnTo>
                    <a:pt x="105677" y="245629"/>
                  </a:lnTo>
                  <a:lnTo>
                    <a:pt x="107598" y="245355"/>
                  </a:lnTo>
                  <a:lnTo>
                    <a:pt x="109520" y="245096"/>
                  </a:lnTo>
                  <a:lnTo>
                    <a:pt x="111441" y="244852"/>
                  </a:lnTo>
                  <a:lnTo>
                    <a:pt x="113362" y="244627"/>
                  </a:lnTo>
                  <a:lnTo>
                    <a:pt x="115284" y="244421"/>
                  </a:lnTo>
                  <a:lnTo>
                    <a:pt x="117205" y="244239"/>
                  </a:lnTo>
                  <a:lnTo>
                    <a:pt x="119127" y="244083"/>
                  </a:lnTo>
                  <a:lnTo>
                    <a:pt x="121048" y="243949"/>
                  </a:lnTo>
                  <a:lnTo>
                    <a:pt x="122969" y="243839"/>
                  </a:lnTo>
                  <a:lnTo>
                    <a:pt x="124891" y="243753"/>
                  </a:lnTo>
                  <a:lnTo>
                    <a:pt x="126812" y="243690"/>
                  </a:lnTo>
                  <a:lnTo>
                    <a:pt x="128734" y="243652"/>
                  </a:lnTo>
                  <a:lnTo>
                    <a:pt x="130655" y="243638"/>
                  </a:lnTo>
                  <a:lnTo>
                    <a:pt x="132576" y="243643"/>
                  </a:lnTo>
                  <a:lnTo>
                    <a:pt x="134498" y="243666"/>
                  </a:lnTo>
                  <a:lnTo>
                    <a:pt x="136419" y="243706"/>
                  </a:lnTo>
                  <a:lnTo>
                    <a:pt x="138341" y="243761"/>
                  </a:lnTo>
                  <a:lnTo>
                    <a:pt x="140262" y="243832"/>
                  </a:lnTo>
                  <a:lnTo>
                    <a:pt x="142183" y="243914"/>
                  </a:lnTo>
                  <a:lnTo>
                    <a:pt x="144105" y="244005"/>
                  </a:lnTo>
                  <a:lnTo>
                    <a:pt x="146026" y="244103"/>
                  </a:lnTo>
                  <a:lnTo>
                    <a:pt x="147948" y="244207"/>
                  </a:lnTo>
                  <a:lnTo>
                    <a:pt x="149869" y="244316"/>
                  </a:lnTo>
                  <a:lnTo>
                    <a:pt x="151791" y="244429"/>
                  </a:lnTo>
                  <a:lnTo>
                    <a:pt x="153712" y="244545"/>
                  </a:lnTo>
                  <a:lnTo>
                    <a:pt x="155633" y="244662"/>
                  </a:lnTo>
                  <a:lnTo>
                    <a:pt x="157555" y="244779"/>
                  </a:lnTo>
                  <a:lnTo>
                    <a:pt x="159476" y="244898"/>
                  </a:lnTo>
                  <a:lnTo>
                    <a:pt x="161398" y="245016"/>
                  </a:lnTo>
                  <a:lnTo>
                    <a:pt x="163319" y="245135"/>
                  </a:lnTo>
                  <a:lnTo>
                    <a:pt x="165240" y="245253"/>
                  </a:lnTo>
                  <a:lnTo>
                    <a:pt x="167162" y="245371"/>
                  </a:lnTo>
                  <a:lnTo>
                    <a:pt x="169083" y="245489"/>
                  </a:lnTo>
                  <a:lnTo>
                    <a:pt x="171005" y="245606"/>
                  </a:lnTo>
                  <a:lnTo>
                    <a:pt x="172926" y="245723"/>
                  </a:lnTo>
                  <a:lnTo>
                    <a:pt x="174847" y="245838"/>
                  </a:lnTo>
                  <a:lnTo>
                    <a:pt x="176769" y="245952"/>
                  </a:lnTo>
                  <a:lnTo>
                    <a:pt x="178690" y="246064"/>
                  </a:lnTo>
                  <a:lnTo>
                    <a:pt x="180612" y="246174"/>
                  </a:lnTo>
                  <a:lnTo>
                    <a:pt x="182533" y="246281"/>
                  </a:lnTo>
                  <a:lnTo>
                    <a:pt x="184454" y="246383"/>
                  </a:lnTo>
                  <a:lnTo>
                    <a:pt x="186376" y="246480"/>
                  </a:lnTo>
                  <a:lnTo>
                    <a:pt x="188297" y="246570"/>
                  </a:lnTo>
                  <a:lnTo>
                    <a:pt x="190219" y="246653"/>
                  </a:lnTo>
                  <a:lnTo>
                    <a:pt x="192140" y="246728"/>
                  </a:lnTo>
                  <a:lnTo>
                    <a:pt x="194061" y="246793"/>
                  </a:lnTo>
                  <a:lnTo>
                    <a:pt x="195983" y="246849"/>
                  </a:lnTo>
                  <a:lnTo>
                    <a:pt x="197904" y="246891"/>
                  </a:lnTo>
                  <a:lnTo>
                    <a:pt x="199826" y="246921"/>
                  </a:lnTo>
                  <a:lnTo>
                    <a:pt x="201747" y="246939"/>
                  </a:lnTo>
                  <a:lnTo>
                    <a:pt x="203668" y="246945"/>
                  </a:lnTo>
                  <a:lnTo>
                    <a:pt x="205590" y="246938"/>
                  </a:lnTo>
                  <a:lnTo>
                    <a:pt x="207511" y="246918"/>
                  </a:lnTo>
                  <a:lnTo>
                    <a:pt x="209433" y="246883"/>
                  </a:lnTo>
                  <a:lnTo>
                    <a:pt x="211354" y="246837"/>
                  </a:lnTo>
                  <a:lnTo>
                    <a:pt x="213275" y="246780"/>
                  </a:lnTo>
                  <a:lnTo>
                    <a:pt x="215197" y="246714"/>
                  </a:lnTo>
                  <a:lnTo>
                    <a:pt x="217118" y="246640"/>
                  </a:lnTo>
                  <a:lnTo>
                    <a:pt x="219040" y="246558"/>
                  </a:lnTo>
                  <a:lnTo>
                    <a:pt x="220961" y="246471"/>
                  </a:lnTo>
                  <a:lnTo>
                    <a:pt x="222883" y="246381"/>
                  </a:lnTo>
                  <a:lnTo>
                    <a:pt x="224804" y="246290"/>
                  </a:lnTo>
                  <a:lnTo>
                    <a:pt x="226725" y="246199"/>
                  </a:lnTo>
                  <a:lnTo>
                    <a:pt x="228647" y="246110"/>
                  </a:lnTo>
                  <a:lnTo>
                    <a:pt x="230568" y="246025"/>
                  </a:lnTo>
                  <a:lnTo>
                    <a:pt x="232490" y="245948"/>
                  </a:lnTo>
                  <a:lnTo>
                    <a:pt x="234411" y="245878"/>
                  </a:lnTo>
                  <a:lnTo>
                    <a:pt x="236332" y="245817"/>
                  </a:lnTo>
                  <a:lnTo>
                    <a:pt x="238254" y="245766"/>
                  </a:lnTo>
                  <a:lnTo>
                    <a:pt x="240175" y="245725"/>
                  </a:lnTo>
                  <a:lnTo>
                    <a:pt x="242097" y="245697"/>
                  </a:lnTo>
                  <a:lnTo>
                    <a:pt x="244018" y="245681"/>
                  </a:lnTo>
                  <a:lnTo>
                    <a:pt x="245939" y="245678"/>
                  </a:lnTo>
                  <a:lnTo>
                    <a:pt x="247861" y="245686"/>
                  </a:lnTo>
                  <a:lnTo>
                    <a:pt x="249782" y="245704"/>
                  </a:lnTo>
                  <a:lnTo>
                    <a:pt x="251704" y="245733"/>
                  </a:lnTo>
                  <a:lnTo>
                    <a:pt x="253625" y="245773"/>
                  </a:lnTo>
                  <a:lnTo>
                    <a:pt x="255546" y="245821"/>
                  </a:lnTo>
                  <a:lnTo>
                    <a:pt x="257468" y="245877"/>
                  </a:lnTo>
                  <a:lnTo>
                    <a:pt x="259389" y="245937"/>
                  </a:lnTo>
                  <a:lnTo>
                    <a:pt x="261311" y="246002"/>
                  </a:lnTo>
                  <a:lnTo>
                    <a:pt x="263232" y="246069"/>
                  </a:lnTo>
                  <a:lnTo>
                    <a:pt x="265153" y="246138"/>
                  </a:lnTo>
                  <a:lnTo>
                    <a:pt x="267075" y="246206"/>
                  </a:lnTo>
                  <a:lnTo>
                    <a:pt x="268996" y="246273"/>
                  </a:lnTo>
                  <a:lnTo>
                    <a:pt x="270918" y="246338"/>
                  </a:lnTo>
                  <a:lnTo>
                    <a:pt x="272839" y="246398"/>
                  </a:lnTo>
                  <a:lnTo>
                    <a:pt x="274760" y="246454"/>
                  </a:lnTo>
                  <a:lnTo>
                    <a:pt x="276682" y="246504"/>
                  </a:lnTo>
                  <a:lnTo>
                    <a:pt x="278603" y="246547"/>
                  </a:lnTo>
                  <a:lnTo>
                    <a:pt x="280525" y="246583"/>
                  </a:lnTo>
                  <a:lnTo>
                    <a:pt x="282446" y="246613"/>
                  </a:lnTo>
                  <a:lnTo>
                    <a:pt x="284367" y="246636"/>
                  </a:lnTo>
                  <a:lnTo>
                    <a:pt x="286289" y="246653"/>
                  </a:lnTo>
                  <a:lnTo>
                    <a:pt x="288210" y="246660"/>
                  </a:lnTo>
                  <a:lnTo>
                    <a:pt x="290132" y="246661"/>
                  </a:lnTo>
                  <a:lnTo>
                    <a:pt x="292053" y="246655"/>
                  </a:lnTo>
                  <a:lnTo>
                    <a:pt x="293975" y="246642"/>
                  </a:lnTo>
                  <a:lnTo>
                    <a:pt x="295896" y="246624"/>
                  </a:lnTo>
                  <a:lnTo>
                    <a:pt x="297817" y="246599"/>
                  </a:lnTo>
                  <a:lnTo>
                    <a:pt x="299739" y="246567"/>
                  </a:lnTo>
                  <a:lnTo>
                    <a:pt x="301660" y="246529"/>
                  </a:lnTo>
                  <a:lnTo>
                    <a:pt x="303582" y="246486"/>
                  </a:lnTo>
                  <a:lnTo>
                    <a:pt x="305503" y="246437"/>
                  </a:lnTo>
                  <a:lnTo>
                    <a:pt x="307424" y="246383"/>
                  </a:lnTo>
                  <a:lnTo>
                    <a:pt x="309346" y="246323"/>
                  </a:lnTo>
                  <a:lnTo>
                    <a:pt x="311267" y="246256"/>
                  </a:lnTo>
                  <a:lnTo>
                    <a:pt x="313189" y="246183"/>
                  </a:lnTo>
                  <a:lnTo>
                    <a:pt x="315110" y="246104"/>
                  </a:lnTo>
                  <a:lnTo>
                    <a:pt x="317031" y="246019"/>
                  </a:lnTo>
                  <a:lnTo>
                    <a:pt x="318953" y="245928"/>
                  </a:lnTo>
                  <a:lnTo>
                    <a:pt x="320874" y="245830"/>
                  </a:lnTo>
                  <a:lnTo>
                    <a:pt x="322796" y="245724"/>
                  </a:lnTo>
                  <a:lnTo>
                    <a:pt x="324717" y="245611"/>
                  </a:lnTo>
                  <a:lnTo>
                    <a:pt x="326638" y="245492"/>
                  </a:lnTo>
                  <a:lnTo>
                    <a:pt x="328560" y="245366"/>
                  </a:lnTo>
                  <a:lnTo>
                    <a:pt x="330481" y="245233"/>
                  </a:lnTo>
                  <a:lnTo>
                    <a:pt x="332403" y="245094"/>
                  </a:lnTo>
                  <a:lnTo>
                    <a:pt x="334324" y="244947"/>
                  </a:lnTo>
                  <a:lnTo>
                    <a:pt x="336245" y="244795"/>
                  </a:lnTo>
                  <a:lnTo>
                    <a:pt x="338167" y="244637"/>
                  </a:lnTo>
                  <a:lnTo>
                    <a:pt x="340088" y="244474"/>
                  </a:lnTo>
                  <a:lnTo>
                    <a:pt x="342010" y="244306"/>
                  </a:lnTo>
                  <a:lnTo>
                    <a:pt x="343931" y="244134"/>
                  </a:lnTo>
                  <a:lnTo>
                    <a:pt x="345852" y="243957"/>
                  </a:lnTo>
                  <a:lnTo>
                    <a:pt x="347774" y="243777"/>
                  </a:lnTo>
                  <a:lnTo>
                    <a:pt x="349695" y="243593"/>
                  </a:lnTo>
                  <a:lnTo>
                    <a:pt x="351617" y="243406"/>
                  </a:lnTo>
                  <a:lnTo>
                    <a:pt x="353538" y="243217"/>
                  </a:lnTo>
                  <a:lnTo>
                    <a:pt x="355459" y="243026"/>
                  </a:lnTo>
                  <a:lnTo>
                    <a:pt x="357381" y="242833"/>
                  </a:lnTo>
                  <a:lnTo>
                    <a:pt x="359302" y="242638"/>
                  </a:lnTo>
                  <a:lnTo>
                    <a:pt x="361224" y="242442"/>
                  </a:lnTo>
                  <a:lnTo>
                    <a:pt x="363145" y="242245"/>
                  </a:lnTo>
                  <a:lnTo>
                    <a:pt x="365067" y="242048"/>
                  </a:lnTo>
                  <a:lnTo>
                    <a:pt x="366988" y="241851"/>
                  </a:lnTo>
                  <a:lnTo>
                    <a:pt x="368909" y="241655"/>
                  </a:lnTo>
                  <a:lnTo>
                    <a:pt x="370831" y="241462"/>
                  </a:lnTo>
                  <a:lnTo>
                    <a:pt x="372752" y="241271"/>
                  </a:lnTo>
                  <a:lnTo>
                    <a:pt x="374674" y="241084"/>
                  </a:lnTo>
                  <a:lnTo>
                    <a:pt x="376595" y="240902"/>
                  </a:lnTo>
                  <a:lnTo>
                    <a:pt x="378516" y="240728"/>
                  </a:lnTo>
                  <a:lnTo>
                    <a:pt x="380438" y="240562"/>
                  </a:lnTo>
                  <a:lnTo>
                    <a:pt x="382359" y="240406"/>
                  </a:lnTo>
                  <a:lnTo>
                    <a:pt x="384281" y="240261"/>
                  </a:lnTo>
                  <a:lnTo>
                    <a:pt x="386202" y="240129"/>
                  </a:lnTo>
                  <a:lnTo>
                    <a:pt x="388123" y="240010"/>
                  </a:lnTo>
                  <a:lnTo>
                    <a:pt x="390045" y="239911"/>
                  </a:lnTo>
                  <a:lnTo>
                    <a:pt x="391966" y="239830"/>
                  </a:lnTo>
                  <a:lnTo>
                    <a:pt x="393888" y="239767"/>
                  </a:lnTo>
                  <a:lnTo>
                    <a:pt x="395809" y="239725"/>
                  </a:lnTo>
                  <a:lnTo>
                    <a:pt x="397730" y="239702"/>
                  </a:lnTo>
                  <a:lnTo>
                    <a:pt x="399652" y="239700"/>
                  </a:lnTo>
                  <a:lnTo>
                    <a:pt x="401573" y="239723"/>
                  </a:lnTo>
                  <a:lnTo>
                    <a:pt x="403495" y="239769"/>
                  </a:lnTo>
                  <a:lnTo>
                    <a:pt x="405416" y="239835"/>
                  </a:lnTo>
                  <a:lnTo>
                    <a:pt x="407337" y="239920"/>
                  </a:lnTo>
                  <a:lnTo>
                    <a:pt x="409259" y="240024"/>
                  </a:lnTo>
                  <a:lnTo>
                    <a:pt x="411180" y="240146"/>
                  </a:lnTo>
                  <a:lnTo>
                    <a:pt x="413102" y="240288"/>
                  </a:lnTo>
                  <a:lnTo>
                    <a:pt x="415023" y="240443"/>
                  </a:lnTo>
                  <a:lnTo>
                    <a:pt x="416944" y="240610"/>
                  </a:lnTo>
                  <a:lnTo>
                    <a:pt x="418866" y="240787"/>
                  </a:lnTo>
                  <a:lnTo>
                    <a:pt x="420787" y="240972"/>
                  </a:lnTo>
                  <a:lnTo>
                    <a:pt x="422709" y="241163"/>
                  </a:lnTo>
                  <a:lnTo>
                    <a:pt x="424630" y="241358"/>
                  </a:lnTo>
                  <a:lnTo>
                    <a:pt x="426551" y="241553"/>
                  </a:lnTo>
                  <a:lnTo>
                    <a:pt x="428473" y="241747"/>
                  </a:lnTo>
                  <a:lnTo>
                    <a:pt x="430394" y="241939"/>
                  </a:lnTo>
                  <a:lnTo>
                    <a:pt x="432316" y="242126"/>
                  </a:lnTo>
                  <a:lnTo>
                    <a:pt x="434237" y="242307"/>
                  </a:lnTo>
                  <a:lnTo>
                    <a:pt x="436159" y="242480"/>
                  </a:lnTo>
                  <a:lnTo>
                    <a:pt x="438080" y="242644"/>
                  </a:lnTo>
                  <a:lnTo>
                    <a:pt x="440001" y="242799"/>
                  </a:lnTo>
                  <a:lnTo>
                    <a:pt x="441923" y="242945"/>
                  </a:lnTo>
                  <a:lnTo>
                    <a:pt x="443844" y="243082"/>
                  </a:lnTo>
                  <a:lnTo>
                    <a:pt x="445766" y="243210"/>
                  </a:lnTo>
                  <a:lnTo>
                    <a:pt x="447687" y="243326"/>
                  </a:lnTo>
                  <a:lnTo>
                    <a:pt x="449608" y="243434"/>
                  </a:lnTo>
                  <a:lnTo>
                    <a:pt x="451530" y="243535"/>
                  </a:lnTo>
                  <a:lnTo>
                    <a:pt x="453451" y="243628"/>
                  </a:lnTo>
                  <a:lnTo>
                    <a:pt x="455373" y="243715"/>
                  </a:lnTo>
                  <a:lnTo>
                    <a:pt x="457294" y="243796"/>
                  </a:lnTo>
                  <a:lnTo>
                    <a:pt x="459215" y="243871"/>
                  </a:lnTo>
                  <a:lnTo>
                    <a:pt x="461137" y="243941"/>
                  </a:lnTo>
                  <a:lnTo>
                    <a:pt x="463058" y="244009"/>
                  </a:lnTo>
                  <a:lnTo>
                    <a:pt x="464980" y="244072"/>
                  </a:lnTo>
                  <a:lnTo>
                    <a:pt x="466901" y="244133"/>
                  </a:lnTo>
                  <a:lnTo>
                    <a:pt x="468822" y="244190"/>
                  </a:lnTo>
                  <a:lnTo>
                    <a:pt x="470744" y="244242"/>
                  </a:lnTo>
                  <a:lnTo>
                    <a:pt x="472665" y="244291"/>
                  </a:lnTo>
                  <a:lnTo>
                    <a:pt x="474587" y="244334"/>
                  </a:lnTo>
                  <a:lnTo>
                    <a:pt x="476508" y="244372"/>
                  </a:lnTo>
                  <a:lnTo>
                    <a:pt x="478429" y="244403"/>
                  </a:lnTo>
                  <a:lnTo>
                    <a:pt x="480351" y="244426"/>
                  </a:lnTo>
                  <a:lnTo>
                    <a:pt x="482272" y="244437"/>
                  </a:lnTo>
                  <a:lnTo>
                    <a:pt x="484194" y="244438"/>
                  </a:lnTo>
                  <a:lnTo>
                    <a:pt x="486115" y="244426"/>
                  </a:lnTo>
                  <a:lnTo>
                    <a:pt x="488036" y="244401"/>
                  </a:lnTo>
                  <a:lnTo>
                    <a:pt x="489958" y="244363"/>
                  </a:lnTo>
                  <a:lnTo>
                    <a:pt x="491879" y="244307"/>
                  </a:lnTo>
                  <a:lnTo>
                    <a:pt x="493801" y="244233"/>
                  </a:lnTo>
                  <a:lnTo>
                    <a:pt x="495722" y="244143"/>
                  </a:lnTo>
                  <a:lnTo>
                    <a:pt x="497643" y="244037"/>
                  </a:lnTo>
                  <a:lnTo>
                    <a:pt x="499565" y="243914"/>
                  </a:lnTo>
                  <a:lnTo>
                    <a:pt x="501486" y="243776"/>
                  </a:lnTo>
                  <a:lnTo>
                    <a:pt x="503408" y="243620"/>
                  </a:lnTo>
                  <a:lnTo>
                    <a:pt x="505329" y="243450"/>
                  </a:lnTo>
                  <a:lnTo>
                    <a:pt x="507250" y="243267"/>
                  </a:lnTo>
                  <a:lnTo>
                    <a:pt x="509172" y="243073"/>
                  </a:lnTo>
                  <a:lnTo>
                    <a:pt x="511093" y="242869"/>
                  </a:lnTo>
                  <a:lnTo>
                    <a:pt x="513015" y="242658"/>
                  </a:lnTo>
                  <a:lnTo>
                    <a:pt x="514936" y="242440"/>
                  </a:lnTo>
                  <a:lnTo>
                    <a:pt x="516858" y="242218"/>
                  </a:lnTo>
                  <a:lnTo>
                    <a:pt x="518779" y="241993"/>
                  </a:lnTo>
                  <a:lnTo>
                    <a:pt x="520700" y="241768"/>
                  </a:lnTo>
                  <a:lnTo>
                    <a:pt x="522622" y="241543"/>
                  </a:lnTo>
                  <a:lnTo>
                    <a:pt x="524543" y="241319"/>
                  </a:lnTo>
                  <a:lnTo>
                    <a:pt x="526465" y="241096"/>
                  </a:lnTo>
                  <a:lnTo>
                    <a:pt x="528386" y="240876"/>
                  </a:lnTo>
                  <a:lnTo>
                    <a:pt x="530307" y="240658"/>
                  </a:lnTo>
                  <a:lnTo>
                    <a:pt x="532229" y="240441"/>
                  </a:lnTo>
                  <a:lnTo>
                    <a:pt x="534150" y="240224"/>
                  </a:lnTo>
                  <a:lnTo>
                    <a:pt x="536072" y="240006"/>
                  </a:lnTo>
                  <a:lnTo>
                    <a:pt x="537993" y="239786"/>
                  </a:lnTo>
                  <a:lnTo>
                    <a:pt x="539914" y="239560"/>
                  </a:lnTo>
                  <a:lnTo>
                    <a:pt x="541836" y="239328"/>
                  </a:lnTo>
                  <a:lnTo>
                    <a:pt x="543757" y="239087"/>
                  </a:lnTo>
                  <a:lnTo>
                    <a:pt x="545679" y="238835"/>
                  </a:lnTo>
                  <a:lnTo>
                    <a:pt x="547600" y="238571"/>
                  </a:lnTo>
                  <a:lnTo>
                    <a:pt x="549521" y="238286"/>
                  </a:lnTo>
                  <a:lnTo>
                    <a:pt x="551443" y="237983"/>
                  </a:lnTo>
                  <a:lnTo>
                    <a:pt x="553364" y="237659"/>
                  </a:lnTo>
                  <a:lnTo>
                    <a:pt x="555286" y="237313"/>
                  </a:lnTo>
                  <a:lnTo>
                    <a:pt x="557207" y="236943"/>
                  </a:lnTo>
                  <a:lnTo>
                    <a:pt x="559128" y="236548"/>
                  </a:lnTo>
                  <a:lnTo>
                    <a:pt x="561050" y="236119"/>
                  </a:lnTo>
                  <a:lnTo>
                    <a:pt x="562971" y="235662"/>
                  </a:lnTo>
                  <a:lnTo>
                    <a:pt x="564893" y="235176"/>
                  </a:lnTo>
                  <a:lnTo>
                    <a:pt x="566814" y="234660"/>
                  </a:lnTo>
                  <a:lnTo>
                    <a:pt x="568735" y="234113"/>
                  </a:lnTo>
                  <a:lnTo>
                    <a:pt x="570657" y="233534"/>
                  </a:lnTo>
                  <a:lnTo>
                    <a:pt x="572578" y="232915"/>
                  </a:lnTo>
                  <a:lnTo>
                    <a:pt x="574500" y="232262"/>
                  </a:lnTo>
                  <a:lnTo>
                    <a:pt x="576421" y="231575"/>
                  </a:lnTo>
                  <a:lnTo>
                    <a:pt x="578342" y="230851"/>
                  </a:lnTo>
                  <a:lnTo>
                    <a:pt x="580264" y="230090"/>
                  </a:lnTo>
                  <a:lnTo>
                    <a:pt x="582185" y="229286"/>
                  </a:lnTo>
                  <a:lnTo>
                    <a:pt x="584107" y="228432"/>
                  </a:lnTo>
                  <a:lnTo>
                    <a:pt x="586028" y="227532"/>
                  </a:lnTo>
                  <a:lnTo>
                    <a:pt x="587950" y="226584"/>
                  </a:lnTo>
                  <a:lnTo>
                    <a:pt x="589871" y="225584"/>
                  </a:lnTo>
                  <a:lnTo>
                    <a:pt x="591792" y="224529"/>
                  </a:lnTo>
                  <a:lnTo>
                    <a:pt x="593714" y="223409"/>
                  </a:lnTo>
                  <a:lnTo>
                    <a:pt x="595635" y="222214"/>
                  </a:lnTo>
                  <a:lnTo>
                    <a:pt x="597557" y="220949"/>
                  </a:lnTo>
                  <a:lnTo>
                    <a:pt x="599478" y="219611"/>
                  </a:lnTo>
                  <a:lnTo>
                    <a:pt x="601399" y="218195"/>
                  </a:lnTo>
                  <a:lnTo>
                    <a:pt x="603321" y="216697"/>
                  </a:lnTo>
                  <a:lnTo>
                    <a:pt x="605242" y="215103"/>
                  </a:lnTo>
                  <a:lnTo>
                    <a:pt x="607164" y="213404"/>
                  </a:lnTo>
                  <a:lnTo>
                    <a:pt x="609085" y="211609"/>
                  </a:lnTo>
                  <a:lnTo>
                    <a:pt x="611006" y="209715"/>
                  </a:lnTo>
                  <a:lnTo>
                    <a:pt x="612928" y="207718"/>
                  </a:lnTo>
                  <a:lnTo>
                    <a:pt x="614849" y="205617"/>
                  </a:lnTo>
                  <a:lnTo>
                    <a:pt x="616771" y="203394"/>
                  </a:lnTo>
                  <a:lnTo>
                    <a:pt x="618692" y="201048"/>
                  </a:lnTo>
                  <a:lnTo>
                    <a:pt x="620613" y="198590"/>
                  </a:lnTo>
                  <a:lnTo>
                    <a:pt x="622535" y="196020"/>
                  </a:lnTo>
                  <a:lnTo>
                    <a:pt x="624456" y="193337"/>
                  </a:lnTo>
                  <a:lnTo>
                    <a:pt x="626378" y="190541"/>
                  </a:lnTo>
                  <a:lnTo>
                    <a:pt x="628299" y="187615"/>
                  </a:lnTo>
                  <a:lnTo>
                    <a:pt x="630220" y="184564"/>
                  </a:lnTo>
                  <a:lnTo>
                    <a:pt x="632142" y="181403"/>
                  </a:lnTo>
                  <a:lnTo>
                    <a:pt x="634063" y="178132"/>
                  </a:lnTo>
                  <a:lnTo>
                    <a:pt x="635985" y="174751"/>
                  </a:lnTo>
                  <a:lnTo>
                    <a:pt x="637906" y="171263"/>
                  </a:lnTo>
                  <a:lnTo>
                    <a:pt x="639827" y="167650"/>
                  </a:lnTo>
                  <a:lnTo>
                    <a:pt x="641749" y="163926"/>
                  </a:lnTo>
                  <a:lnTo>
                    <a:pt x="643670" y="160100"/>
                  </a:lnTo>
                  <a:lnTo>
                    <a:pt x="645592" y="156174"/>
                  </a:lnTo>
                  <a:lnTo>
                    <a:pt x="647513" y="152150"/>
                  </a:lnTo>
                  <a:lnTo>
                    <a:pt x="649434" y="148029"/>
                  </a:lnTo>
                  <a:lnTo>
                    <a:pt x="651356" y="143796"/>
                  </a:lnTo>
                  <a:lnTo>
                    <a:pt x="653277" y="139467"/>
                  </a:lnTo>
                  <a:lnTo>
                    <a:pt x="655199" y="135049"/>
                  </a:lnTo>
                  <a:lnTo>
                    <a:pt x="657120" y="130545"/>
                  </a:lnTo>
                  <a:lnTo>
                    <a:pt x="659042" y="125957"/>
                  </a:lnTo>
                  <a:lnTo>
                    <a:pt x="660963" y="121288"/>
                  </a:lnTo>
                  <a:lnTo>
                    <a:pt x="662884" y="116526"/>
                  </a:lnTo>
                  <a:lnTo>
                    <a:pt x="664806" y="111690"/>
                  </a:lnTo>
                  <a:lnTo>
                    <a:pt x="666727" y="106788"/>
                  </a:lnTo>
                  <a:lnTo>
                    <a:pt x="668649" y="101826"/>
                  </a:lnTo>
                  <a:lnTo>
                    <a:pt x="670570" y="96809"/>
                  </a:lnTo>
                  <a:lnTo>
                    <a:pt x="672491" y="91746"/>
                  </a:lnTo>
                  <a:lnTo>
                    <a:pt x="674413" y="86637"/>
                  </a:lnTo>
                  <a:lnTo>
                    <a:pt x="676334" y="81506"/>
                  </a:lnTo>
                  <a:lnTo>
                    <a:pt x="678256" y="76363"/>
                  </a:lnTo>
                  <a:lnTo>
                    <a:pt x="680177" y="71221"/>
                  </a:lnTo>
                  <a:lnTo>
                    <a:pt x="682098" y="66092"/>
                  </a:lnTo>
                  <a:lnTo>
                    <a:pt x="684020" y="60993"/>
                  </a:lnTo>
                  <a:lnTo>
                    <a:pt x="685941" y="55957"/>
                  </a:lnTo>
                  <a:lnTo>
                    <a:pt x="687863" y="50993"/>
                  </a:lnTo>
                  <a:lnTo>
                    <a:pt x="689784" y="46121"/>
                  </a:lnTo>
                  <a:lnTo>
                    <a:pt x="691705" y="41361"/>
                  </a:lnTo>
                  <a:lnTo>
                    <a:pt x="693627" y="36731"/>
                  </a:lnTo>
                  <a:lnTo>
                    <a:pt x="695548" y="32259"/>
                  </a:lnTo>
                  <a:lnTo>
                    <a:pt x="697470" y="28007"/>
                  </a:lnTo>
                  <a:lnTo>
                    <a:pt x="699391" y="23965"/>
                  </a:lnTo>
                  <a:lnTo>
                    <a:pt x="701312" y="20152"/>
                  </a:lnTo>
                  <a:lnTo>
                    <a:pt x="703234" y="16591"/>
                  </a:lnTo>
                  <a:lnTo>
                    <a:pt x="705155" y="13301"/>
                  </a:lnTo>
                  <a:lnTo>
                    <a:pt x="707077" y="10323"/>
                  </a:lnTo>
                  <a:lnTo>
                    <a:pt x="708998" y="7727"/>
                  </a:lnTo>
                  <a:lnTo>
                    <a:pt x="710919" y="5473"/>
                  </a:lnTo>
                  <a:lnTo>
                    <a:pt x="712841" y="3578"/>
                  </a:lnTo>
                  <a:lnTo>
                    <a:pt x="714762" y="2056"/>
                  </a:lnTo>
                  <a:lnTo>
                    <a:pt x="716684" y="921"/>
                  </a:lnTo>
                  <a:lnTo>
                    <a:pt x="718605" y="218"/>
                  </a:lnTo>
                  <a:lnTo>
                    <a:pt x="720526" y="0"/>
                  </a:lnTo>
                  <a:lnTo>
                    <a:pt x="722448" y="201"/>
                  </a:lnTo>
                  <a:lnTo>
                    <a:pt x="724369" y="825"/>
                  </a:lnTo>
                  <a:lnTo>
                    <a:pt x="726291" y="1876"/>
                  </a:lnTo>
                  <a:lnTo>
                    <a:pt x="728212" y="3352"/>
                  </a:lnTo>
                  <a:lnTo>
                    <a:pt x="730134" y="5295"/>
                  </a:lnTo>
                  <a:lnTo>
                    <a:pt x="732055" y="7715"/>
                  </a:lnTo>
                  <a:lnTo>
                    <a:pt x="733976" y="10539"/>
                  </a:lnTo>
                  <a:lnTo>
                    <a:pt x="735898" y="13755"/>
                  </a:lnTo>
                  <a:lnTo>
                    <a:pt x="737819" y="17350"/>
                  </a:lnTo>
                  <a:lnTo>
                    <a:pt x="739741" y="21309"/>
                  </a:lnTo>
                  <a:lnTo>
                    <a:pt x="741662" y="25655"/>
                  </a:lnTo>
                  <a:lnTo>
                    <a:pt x="743583" y="30359"/>
                  </a:lnTo>
                  <a:lnTo>
                    <a:pt x="745505" y="35353"/>
                  </a:lnTo>
                  <a:lnTo>
                    <a:pt x="747426" y="40615"/>
                  </a:lnTo>
                  <a:lnTo>
                    <a:pt x="749348" y="46121"/>
                  </a:lnTo>
                  <a:lnTo>
                    <a:pt x="751269" y="51846"/>
                  </a:lnTo>
                  <a:lnTo>
                    <a:pt x="753190" y="57786"/>
                  </a:lnTo>
                  <a:lnTo>
                    <a:pt x="755112" y="63894"/>
                  </a:lnTo>
                  <a:lnTo>
                    <a:pt x="757033" y="70124"/>
                  </a:lnTo>
                  <a:lnTo>
                    <a:pt x="758955" y="76449"/>
                  </a:lnTo>
                  <a:lnTo>
                    <a:pt x="760876" y="82844"/>
                  </a:lnTo>
                  <a:lnTo>
                    <a:pt x="762797" y="89283"/>
                  </a:lnTo>
                  <a:lnTo>
                    <a:pt x="764719" y="95739"/>
                  </a:lnTo>
                  <a:lnTo>
                    <a:pt x="766640" y="102178"/>
                  </a:lnTo>
                  <a:lnTo>
                    <a:pt x="768562" y="108575"/>
                  </a:lnTo>
                  <a:lnTo>
                    <a:pt x="770483" y="114912"/>
                  </a:lnTo>
                  <a:lnTo>
                    <a:pt x="772404" y="121169"/>
                  </a:lnTo>
                  <a:lnTo>
                    <a:pt x="774326" y="127330"/>
                  </a:lnTo>
                  <a:lnTo>
                    <a:pt x="776247" y="133350"/>
                  </a:lnTo>
                  <a:lnTo>
                    <a:pt x="778169" y="139228"/>
                  </a:lnTo>
                  <a:lnTo>
                    <a:pt x="780090" y="144959"/>
                  </a:lnTo>
                  <a:lnTo>
                    <a:pt x="782011" y="150533"/>
                  </a:lnTo>
                  <a:lnTo>
                    <a:pt x="783933" y="155942"/>
                  </a:lnTo>
                  <a:lnTo>
                    <a:pt x="785854" y="161178"/>
                  </a:lnTo>
                  <a:lnTo>
                    <a:pt x="787776" y="166195"/>
                  </a:lnTo>
                  <a:lnTo>
                    <a:pt x="789697" y="171021"/>
                  </a:lnTo>
                  <a:lnTo>
                    <a:pt x="791618" y="175661"/>
                  </a:lnTo>
                  <a:lnTo>
                    <a:pt x="793540" y="180115"/>
                  </a:lnTo>
                  <a:lnTo>
                    <a:pt x="795461" y="184381"/>
                  </a:lnTo>
                  <a:lnTo>
                    <a:pt x="797383" y="188461"/>
                  </a:lnTo>
                  <a:lnTo>
                    <a:pt x="799304" y="192312"/>
                  </a:lnTo>
                  <a:lnTo>
                    <a:pt x="801226" y="195983"/>
                  </a:lnTo>
                  <a:lnTo>
                    <a:pt x="803147" y="199478"/>
                  </a:lnTo>
                  <a:lnTo>
                    <a:pt x="805068" y="202802"/>
                  </a:lnTo>
                  <a:lnTo>
                    <a:pt x="806990" y="205959"/>
                  </a:lnTo>
                  <a:lnTo>
                    <a:pt x="808911" y="208953"/>
                  </a:lnTo>
                  <a:lnTo>
                    <a:pt x="810833" y="211756"/>
                  </a:lnTo>
                  <a:lnTo>
                    <a:pt x="812754" y="214411"/>
                  </a:lnTo>
                  <a:lnTo>
                    <a:pt x="814675" y="216925"/>
                  </a:lnTo>
                  <a:lnTo>
                    <a:pt x="816597" y="219304"/>
                  </a:lnTo>
                  <a:lnTo>
                    <a:pt x="818518" y="221553"/>
                  </a:lnTo>
                  <a:lnTo>
                    <a:pt x="820440" y="223673"/>
                  </a:lnTo>
                  <a:lnTo>
                    <a:pt x="822361" y="225650"/>
                  </a:lnTo>
                  <a:lnTo>
                    <a:pt x="824282" y="227518"/>
                  </a:lnTo>
                  <a:lnTo>
                    <a:pt x="826204" y="229279"/>
                  </a:lnTo>
                  <a:lnTo>
                    <a:pt x="828125" y="230940"/>
                  </a:lnTo>
                  <a:lnTo>
                    <a:pt x="830047" y="232504"/>
                  </a:lnTo>
                  <a:lnTo>
                    <a:pt x="831968" y="233970"/>
                  </a:lnTo>
                  <a:lnTo>
                    <a:pt x="833889" y="235332"/>
                  </a:lnTo>
                  <a:lnTo>
                    <a:pt x="835811" y="236611"/>
                  </a:lnTo>
                  <a:lnTo>
                    <a:pt x="837732" y="237811"/>
                  </a:lnTo>
                  <a:lnTo>
                    <a:pt x="839654" y="238934"/>
                  </a:lnTo>
                  <a:lnTo>
                    <a:pt x="841575" y="239983"/>
                  </a:lnTo>
                  <a:lnTo>
                    <a:pt x="843496" y="240956"/>
                  </a:lnTo>
                  <a:lnTo>
                    <a:pt x="845418" y="241850"/>
                  </a:lnTo>
                  <a:lnTo>
                    <a:pt x="847339" y="242680"/>
                  </a:lnTo>
                  <a:lnTo>
                    <a:pt x="849261" y="243448"/>
                  </a:lnTo>
                  <a:lnTo>
                    <a:pt x="851182" y="244157"/>
                  </a:lnTo>
                  <a:lnTo>
                    <a:pt x="853103" y="244808"/>
                  </a:lnTo>
                  <a:lnTo>
                    <a:pt x="855025" y="245400"/>
                  </a:lnTo>
                  <a:lnTo>
                    <a:pt x="856946" y="245933"/>
                  </a:lnTo>
                  <a:lnTo>
                    <a:pt x="858868" y="246418"/>
                  </a:lnTo>
                  <a:lnTo>
                    <a:pt x="860789" y="246857"/>
                  </a:lnTo>
                  <a:lnTo>
                    <a:pt x="862710" y="247253"/>
                  </a:lnTo>
                  <a:lnTo>
                    <a:pt x="864632" y="247609"/>
                  </a:lnTo>
                  <a:lnTo>
                    <a:pt x="866553" y="247922"/>
                  </a:lnTo>
                  <a:lnTo>
                    <a:pt x="868475" y="248198"/>
                  </a:lnTo>
                  <a:lnTo>
                    <a:pt x="870396" y="248442"/>
                  </a:lnTo>
                  <a:lnTo>
                    <a:pt x="872318" y="248658"/>
                  </a:lnTo>
                  <a:lnTo>
                    <a:pt x="874239" y="248848"/>
                  </a:lnTo>
                  <a:lnTo>
                    <a:pt x="876160" y="249014"/>
                  </a:lnTo>
                  <a:lnTo>
                    <a:pt x="878082" y="249156"/>
                  </a:lnTo>
                  <a:lnTo>
                    <a:pt x="880003" y="249279"/>
                  </a:lnTo>
                  <a:lnTo>
                    <a:pt x="881925" y="249387"/>
                  </a:lnTo>
                  <a:lnTo>
                    <a:pt x="883846" y="249481"/>
                  </a:lnTo>
                  <a:lnTo>
                    <a:pt x="885767" y="249563"/>
                  </a:lnTo>
                  <a:lnTo>
                    <a:pt x="887689" y="249635"/>
                  </a:lnTo>
                  <a:lnTo>
                    <a:pt x="889610" y="249698"/>
                  </a:lnTo>
                  <a:lnTo>
                    <a:pt x="891532" y="249754"/>
                  </a:lnTo>
                  <a:lnTo>
                    <a:pt x="893453" y="249804"/>
                  </a:lnTo>
                  <a:lnTo>
                    <a:pt x="895374" y="249850"/>
                  </a:lnTo>
                  <a:lnTo>
                    <a:pt x="897296" y="249892"/>
                  </a:lnTo>
                  <a:lnTo>
                    <a:pt x="899217" y="249932"/>
                  </a:lnTo>
                  <a:lnTo>
                    <a:pt x="901139" y="249969"/>
                  </a:lnTo>
                  <a:lnTo>
                    <a:pt x="903060" y="250004"/>
                  </a:lnTo>
                  <a:lnTo>
                    <a:pt x="904981" y="250039"/>
                  </a:lnTo>
                  <a:lnTo>
                    <a:pt x="906903" y="250072"/>
                  </a:lnTo>
                  <a:lnTo>
                    <a:pt x="908824" y="250105"/>
                  </a:lnTo>
                  <a:lnTo>
                    <a:pt x="910746" y="250138"/>
                  </a:lnTo>
                  <a:lnTo>
                    <a:pt x="912667" y="250170"/>
                  </a:lnTo>
                  <a:lnTo>
                    <a:pt x="914588" y="250202"/>
                  </a:lnTo>
                  <a:lnTo>
                    <a:pt x="916510" y="250234"/>
                  </a:lnTo>
                  <a:lnTo>
                    <a:pt x="918431" y="250267"/>
                  </a:lnTo>
                  <a:lnTo>
                    <a:pt x="920353" y="250299"/>
                  </a:lnTo>
                  <a:lnTo>
                    <a:pt x="922274" y="250332"/>
                  </a:lnTo>
                  <a:lnTo>
                    <a:pt x="924195" y="250364"/>
                  </a:lnTo>
                  <a:lnTo>
                    <a:pt x="926117" y="250398"/>
                  </a:lnTo>
                  <a:lnTo>
                    <a:pt x="928038" y="250432"/>
                  </a:lnTo>
                  <a:lnTo>
                    <a:pt x="929960" y="250466"/>
                  </a:lnTo>
                  <a:lnTo>
                    <a:pt x="931881" y="250501"/>
                  </a:lnTo>
                  <a:lnTo>
                    <a:pt x="933802" y="250537"/>
                  </a:lnTo>
                  <a:lnTo>
                    <a:pt x="935724" y="250573"/>
                  </a:lnTo>
                  <a:lnTo>
                    <a:pt x="937645" y="250610"/>
                  </a:lnTo>
                  <a:lnTo>
                    <a:pt x="939567" y="250648"/>
                  </a:lnTo>
                  <a:lnTo>
                    <a:pt x="941488" y="250686"/>
                  </a:lnTo>
                  <a:lnTo>
                    <a:pt x="943410" y="250725"/>
                  </a:lnTo>
                  <a:lnTo>
                    <a:pt x="945331" y="250764"/>
                  </a:lnTo>
                  <a:lnTo>
                    <a:pt x="947252" y="250803"/>
                  </a:lnTo>
                  <a:lnTo>
                    <a:pt x="949174" y="250843"/>
                  </a:lnTo>
                  <a:lnTo>
                    <a:pt x="951095" y="250882"/>
                  </a:lnTo>
                  <a:lnTo>
                    <a:pt x="953017" y="250921"/>
                  </a:lnTo>
                  <a:lnTo>
                    <a:pt x="954938" y="250959"/>
                  </a:lnTo>
                  <a:lnTo>
                    <a:pt x="956859" y="250996"/>
                  </a:lnTo>
                  <a:lnTo>
                    <a:pt x="958781" y="251033"/>
                  </a:lnTo>
                  <a:lnTo>
                    <a:pt x="960702" y="251068"/>
                  </a:lnTo>
                  <a:lnTo>
                    <a:pt x="962624" y="251102"/>
                  </a:lnTo>
                  <a:lnTo>
                    <a:pt x="964545" y="251134"/>
                  </a:lnTo>
                  <a:lnTo>
                    <a:pt x="966466" y="251165"/>
                  </a:lnTo>
                  <a:lnTo>
                    <a:pt x="968388" y="251194"/>
                  </a:lnTo>
                  <a:lnTo>
                    <a:pt x="970309" y="251221"/>
                  </a:lnTo>
                  <a:lnTo>
                    <a:pt x="972231" y="251246"/>
                  </a:lnTo>
                  <a:lnTo>
                    <a:pt x="974152" y="251269"/>
                  </a:lnTo>
                  <a:lnTo>
                    <a:pt x="976073" y="251291"/>
                  </a:lnTo>
                  <a:lnTo>
                    <a:pt x="977995" y="251311"/>
                  </a:lnTo>
                  <a:lnTo>
                    <a:pt x="979916" y="251328"/>
                  </a:lnTo>
                  <a:lnTo>
                    <a:pt x="981838" y="251444"/>
                  </a:lnTo>
                  <a:lnTo>
                    <a:pt x="979916" y="251444"/>
                  </a:lnTo>
                  <a:lnTo>
                    <a:pt x="977995" y="251444"/>
                  </a:lnTo>
                  <a:lnTo>
                    <a:pt x="976073" y="251444"/>
                  </a:lnTo>
                  <a:lnTo>
                    <a:pt x="974152" y="251444"/>
                  </a:lnTo>
                  <a:lnTo>
                    <a:pt x="972231" y="251444"/>
                  </a:lnTo>
                  <a:lnTo>
                    <a:pt x="970309" y="251444"/>
                  </a:lnTo>
                  <a:lnTo>
                    <a:pt x="968388" y="251444"/>
                  </a:lnTo>
                  <a:lnTo>
                    <a:pt x="966466" y="251444"/>
                  </a:lnTo>
                  <a:lnTo>
                    <a:pt x="964545" y="251444"/>
                  </a:lnTo>
                  <a:lnTo>
                    <a:pt x="962624" y="251444"/>
                  </a:lnTo>
                  <a:lnTo>
                    <a:pt x="960702" y="251444"/>
                  </a:lnTo>
                  <a:lnTo>
                    <a:pt x="958781" y="251444"/>
                  </a:lnTo>
                  <a:lnTo>
                    <a:pt x="956859" y="251444"/>
                  </a:lnTo>
                  <a:lnTo>
                    <a:pt x="954938" y="251444"/>
                  </a:lnTo>
                  <a:lnTo>
                    <a:pt x="953017" y="251444"/>
                  </a:lnTo>
                  <a:lnTo>
                    <a:pt x="951095" y="251444"/>
                  </a:lnTo>
                  <a:lnTo>
                    <a:pt x="949174" y="251444"/>
                  </a:lnTo>
                  <a:lnTo>
                    <a:pt x="947252" y="251444"/>
                  </a:lnTo>
                  <a:lnTo>
                    <a:pt x="945331" y="251444"/>
                  </a:lnTo>
                  <a:lnTo>
                    <a:pt x="943410" y="251444"/>
                  </a:lnTo>
                  <a:lnTo>
                    <a:pt x="941488" y="251444"/>
                  </a:lnTo>
                  <a:lnTo>
                    <a:pt x="939567" y="251444"/>
                  </a:lnTo>
                  <a:lnTo>
                    <a:pt x="937645" y="251444"/>
                  </a:lnTo>
                  <a:lnTo>
                    <a:pt x="935724" y="251444"/>
                  </a:lnTo>
                  <a:lnTo>
                    <a:pt x="933802" y="251444"/>
                  </a:lnTo>
                  <a:lnTo>
                    <a:pt x="931881" y="251444"/>
                  </a:lnTo>
                  <a:lnTo>
                    <a:pt x="929960" y="251444"/>
                  </a:lnTo>
                  <a:lnTo>
                    <a:pt x="928038" y="251444"/>
                  </a:lnTo>
                  <a:lnTo>
                    <a:pt x="926117" y="251444"/>
                  </a:lnTo>
                  <a:lnTo>
                    <a:pt x="924195" y="251444"/>
                  </a:lnTo>
                  <a:lnTo>
                    <a:pt x="922274" y="251444"/>
                  </a:lnTo>
                  <a:lnTo>
                    <a:pt x="920353" y="251444"/>
                  </a:lnTo>
                  <a:lnTo>
                    <a:pt x="918431" y="251444"/>
                  </a:lnTo>
                  <a:lnTo>
                    <a:pt x="916510" y="251444"/>
                  </a:lnTo>
                  <a:lnTo>
                    <a:pt x="914588" y="251444"/>
                  </a:lnTo>
                  <a:lnTo>
                    <a:pt x="912667" y="251444"/>
                  </a:lnTo>
                  <a:lnTo>
                    <a:pt x="910746" y="251444"/>
                  </a:lnTo>
                  <a:lnTo>
                    <a:pt x="908824" y="251444"/>
                  </a:lnTo>
                  <a:lnTo>
                    <a:pt x="906903" y="251444"/>
                  </a:lnTo>
                  <a:lnTo>
                    <a:pt x="904981" y="251444"/>
                  </a:lnTo>
                  <a:lnTo>
                    <a:pt x="903060" y="251444"/>
                  </a:lnTo>
                  <a:lnTo>
                    <a:pt x="901139" y="251444"/>
                  </a:lnTo>
                  <a:lnTo>
                    <a:pt x="899217" y="251444"/>
                  </a:lnTo>
                  <a:lnTo>
                    <a:pt x="897296" y="251444"/>
                  </a:lnTo>
                  <a:lnTo>
                    <a:pt x="895374" y="251444"/>
                  </a:lnTo>
                  <a:lnTo>
                    <a:pt x="893453" y="251444"/>
                  </a:lnTo>
                  <a:lnTo>
                    <a:pt x="891532" y="251444"/>
                  </a:lnTo>
                  <a:lnTo>
                    <a:pt x="889610" y="251444"/>
                  </a:lnTo>
                  <a:lnTo>
                    <a:pt x="887689" y="251444"/>
                  </a:lnTo>
                  <a:lnTo>
                    <a:pt x="885767" y="251444"/>
                  </a:lnTo>
                  <a:lnTo>
                    <a:pt x="883846" y="251444"/>
                  </a:lnTo>
                  <a:lnTo>
                    <a:pt x="881925" y="251444"/>
                  </a:lnTo>
                  <a:lnTo>
                    <a:pt x="880003" y="251444"/>
                  </a:lnTo>
                  <a:lnTo>
                    <a:pt x="878082" y="251444"/>
                  </a:lnTo>
                  <a:lnTo>
                    <a:pt x="876160" y="251444"/>
                  </a:lnTo>
                  <a:lnTo>
                    <a:pt x="874239" y="251444"/>
                  </a:lnTo>
                  <a:lnTo>
                    <a:pt x="872318" y="251444"/>
                  </a:lnTo>
                  <a:lnTo>
                    <a:pt x="870396" y="251444"/>
                  </a:lnTo>
                  <a:lnTo>
                    <a:pt x="868475" y="251444"/>
                  </a:lnTo>
                  <a:lnTo>
                    <a:pt x="866553" y="251444"/>
                  </a:lnTo>
                  <a:lnTo>
                    <a:pt x="864632" y="251444"/>
                  </a:lnTo>
                  <a:lnTo>
                    <a:pt x="862710" y="251444"/>
                  </a:lnTo>
                  <a:lnTo>
                    <a:pt x="860789" y="251444"/>
                  </a:lnTo>
                  <a:lnTo>
                    <a:pt x="858868" y="251444"/>
                  </a:lnTo>
                  <a:lnTo>
                    <a:pt x="856946" y="251444"/>
                  </a:lnTo>
                  <a:lnTo>
                    <a:pt x="855025" y="251444"/>
                  </a:lnTo>
                  <a:lnTo>
                    <a:pt x="853103" y="251444"/>
                  </a:lnTo>
                  <a:lnTo>
                    <a:pt x="851182" y="251444"/>
                  </a:lnTo>
                  <a:lnTo>
                    <a:pt x="849261" y="251444"/>
                  </a:lnTo>
                  <a:lnTo>
                    <a:pt x="847339" y="251444"/>
                  </a:lnTo>
                  <a:lnTo>
                    <a:pt x="845418" y="251444"/>
                  </a:lnTo>
                  <a:lnTo>
                    <a:pt x="843496" y="251444"/>
                  </a:lnTo>
                  <a:lnTo>
                    <a:pt x="841575" y="251444"/>
                  </a:lnTo>
                  <a:lnTo>
                    <a:pt x="839654" y="251444"/>
                  </a:lnTo>
                  <a:lnTo>
                    <a:pt x="837732" y="251444"/>
                  </a:lnTo>
                  <a:lnTo>
                    <a:pt x="835811" y="251444"/>
                  </a:lnTo>
                  <a:lnTo>
                    <a:pt x="833889" y="251444"/>
                  </a:lnTo>
                  <a:lnTo>
                    <a:pt x="831968" y="251444"/>
                  </a:lnTo>
                  <a:lnTo>
                    <a:pt x="830047" y="251444"/>
                  </a:lnTo>
                  <a:lnTo>
                    <a:pt x="828125" y="251444"/>
                  </a:lnTo>
                  <a:lnTo>
                    <a:pt x="826204" y="251444"/>
                  </a:lnTo>
                  <a:lnTo>
                    <a:pt x="824282" y="251444"/>
                  </a:lnTo>
                  <a:lnTo>
                    <a:pt x="822361" y="251444"/>
                  </a:lnTo>
                  <a:lnTo>
                    <a:pt x="820440" y="251444"/>
                  </a:lnTo>
                  <a:lnTo>
                    <a:pt x="818518" y="251444"/>
                  </a:lnTo>
                  <a:lnTo>
                    <a:pt x="816597" y="251444"/>
                  </a:lnTo>
                  <a:lnTo>
                    <a:pt x="814675" y="251444"/>
                  </a:lnTo>
                  <a:lnTo>
                    <a:pt x="812754" y="251444"/>
                  </a:lnTo>
                  <a:lnTo>
                    <a:pt x="810833" y="251444"/>
                  </a:lnTo>
                  <a:lnTo>
                    <a:pt x="808911" y="251444"/>
                  </a:lnTo>
                  <a:lnTo>
                    <a:pt x="806990" y="251444"/>
                  </a:lnTo>
                  <a:lnTo>
                    <a:pt x="805068" y="251444"/>
                  </a:lnTo>
                  <a:lnTo>
                    <a:pt x="803147" y="251444"/>
                  </a:lnTo>
                  <a:lnTo>
                    <a:pt x="801226" y="251444"/>
                  </a:lnTo>
                  <a:lnTo>
                    <a:pt x="799304" y="251444"/>
                  </a:lnTo>
                  <a:lnTo>
                    <a:pt x="797383" y="251444"/>
                  </a:lnTo>
                  <a:lnTo>
                    <a:pt x="795461" y="251444"/>
                  </a:lnTo>
                  <a:lnTo>
                    <a:pt x="793540" y="251444"/>
                  </a:lnTo>
                  <a:lnTo>
                    <a:pt x="791618" y="251444"/>
                  </a:lnTo>
                  <a:lnTo>
                    <a:pt x="789697" y="251444"/>
                  </a:lnTo>
                  <a:lnTo>
                    <a:pt x="787776" y="251444"/>
                  </a:lnTo>
                  <a:lnTo>
                    <a:pt x="785854" y="251444"/>
                  </a:lnTo>
                  <a:lnTo>
                    <a:pt x="783933" y="251444"/>
                  </a:lnTo>
                  <a:lnTo>
                    <a:pt x="782011" y="251444"/>
                  </a:lnTo>
                  <a:lnTo>
                    <a:pt x="780090" y="251444"/>
                  </a:lnTo>
                  <a:lnTo>
                    <a:pt x="778169" y="251444"/>
                  </a:lnTo>
                  <a:lnTo>
                    <a:pt x="776247" y="251444"/>
                  </a:lnTo>
                  <a:lnTo>
                    <a:pt x="774326" y="251444"/>
                  </a:lnTo>
                  <a:lnTo>
                    <a:pt x="772404" y="251444"/>
                  </a:lnTo>
                  <a:lnTo>
                    <a:pt x="770483" y="251444"/>
                  </a:lnTo>
                  <a:lnTo>
                    <a:pt x="768562" y="251444"/>
                  </a:lnTo>
                  <a:lnTo>
                    <a:pt x="766640" y="251444"/>
                  </a:lnTo>
                  <a:lnTo>
                    <a:pt x="764719" y="251444"/>
                  </a:lnTo>
                  <a:lnTo>
                    <a:pt x="762797" y="251444"/>
                  </a:lnTo>
                  <a:lnTo>
                    <a:pt x="760876" y="251444"/>
                  </a:lnTo>
                  <a:lnTo>
                    <a:pt x="758955" y="251444"/>
                  </a:lnTo>
                  <a:lnTo>
                    <a:pt x="757033" y="251444"/>
                  </a:lnTo>
                  <a:lnTo>
                    <a:pt x="755112" y="251444"/>
                  </a:lnTo>
                  <a:lnTo>
                    <a:pt x="753190" y="251444"/>
                  </a:lnTo>
                  <a:lnTo>
                    <a:pt x="751269" y="251444"/>
                  </a:lnTo>
                  <a:lnTo>
                    <a:pt x="749348" y="251444"/>
                  </a:lnTo>
                  <a:lnTo>
                    <a:pt x="747426" y="251444"/>
                  </a:lnTo>
                  <a:lnTo>
                    <a:pt x="745505" y="251444"/>
                  </a:lnTo>
                  <a:lnTo>
                    <a:pt x="743583" y="251444"/>
                  </a:lnTo>
                  <a:lnTo>
                    <a:pt x="741662" y="251444"/>
                  </a:lnTo>
                  <a:lnTo>
                    <a:pt x="739741" y="251444"/>
                  </a:lnTo>
                  <a:lnTo>
                    <a:pt x="737819" y="251444"/>
                  </a:lnTo>
                  <a:lnTo>
                    <a:pt x="735898" y="251444"/>
                  </a:lnTo>
                  <a:lnTo>
                    <a:pt x="733976" y="251444"/>
                  </a:lnTo>
                  <a:lnTo>
                    <a:pt x="732055" y="251444"/>
                  </a:lnTo>
                  <a:lnTo>
                    <a:pt x="730134" y="251444"/>
                  </a:lnTo>
                  <a:lnTo>
                    <a:pt x="728212" y="251444"/>
                  </a:lnTo>
                  <a:lnTo>
                    <a:pt x="726291" y="251444"/>
                  </a:lnTo>
                  <a:lnTo>
                    <a:pt x="724369" y="251444"/>
                  </a:lnTo>
                  <a:lnTo>
                    <a:pt x="722448" y="251444"/>
                  </a:lnTo>
                  <a:lnTo>
                    <a:pt x="720526" y="251444"/>
                  </a:lnTo>
                  <a:lnTo>
                    <a:pt x="718605" y="251444"/>
                  </a:lnTo>
                  <a:lnTo>
                    <a:pt x="716684" y="251444"/>
                  </a:lnTo>
                  <a:lnTo>
                    <a:pt x="714762" y="251444"/>
                  </a:lnTo>
                  <a:lnTo>
                    <a:pt x="712841" y="251444"/>
                  </a:lnTo>
                  <a:lnTo>
                    <a:pt x="710919" y="251444"/>
                  </a:lnTo>
                  <a:lnTo>
                    <a:pt x="708998" y="251444"/>
                  </a:lnTo>
                  <a:lnTo>
                    <a:pt x="707077" y="251444"/>
                  </a:lnTo>
                  <a:lnTo>
                    <a:pt x="705155" y="251444"/>
                  </a:lnTo>
                  <a:lnTo>
                    <a:pt x="703234" y="251444"/>
                  </a:lnTo>
                  <a:lnTo>
                    <a:pt x="701312" y="251444"/>
                  </a:lnTo>
                  <a:lnTo>
                    <a:pt x="699391" y="251444"/>
                  </a:lnTo>
                  <a:lnTo>
                    <a:pt x="697470" y="251444"/>
                  </a:lnTo>
                  <a:lnTo>
                    <a:pt x="695548" y="251444"/>
                  </a:lnTo>
                  <a:lnTo>
                    <a:pt x="693627" y="251444"/>
                  </a:lnTo>
                  <a:lnTo>
                    <a:pt x="691705" y="251444"/>
                  </a:lnTo>
                  <a:lnTo>
                    <a:pt x="689784" y="251444"/>
                  </a:lnTo>
                  <a:lnTo>
                    <a:pt x="687863" y="251444"/>
                  </a:lnTo>
                  <a:lnTo>
                    <a:pt x="685941" y="251444"/>
                  </a:lnTo>
                  <a:lnTo>
                    <a:pt x="684020" y="251444"/>
                  </a:lnTo>
                  <a:lnTo>
                    <a:pt x="682098" y="251444"/>
                  </a:lnTo>
                  <a:lnTo>
                    <a:pt x="680177" y="251444"/>
                  </a:lnTo>
                  <a:lnTo>
                    <a:pt x="678256" y="251444"/>
                  </a:lnTo>
                  <a:lnTo>
                    <a:pt x="676334" y="251444"/>
                  </a:lnTo>
                  <a:lnTo>
                    <a:pt x="674413" y="251444"/>
                  </a:lnTo>
                  <a:lnTo>
                    <a:pt x="672491" y="251444"/>
                  </a:lnTo>
                  <a:lnTo>
                    <a:pt x="670570" y="251444"/>
                  </a:lnTo>
                  <a:lnTo>
                    <a:pt x="668649" y="251444"/>
                  </a:lnTo>
                  <a:lnTo>
                    <a:pt x="666727" y="251444"/>
                  </a:lnTo>
                  <a:lnTo>
                    <a:pt x="664806" y="251444"/>
                  </a:lnTo>
                  <a:lnTo>
                    <a:pt x="662884" y="251444"/>
                  </a:lnTo>
                  <a:lnTo>
                    <a:pt x="660963" y="251444"/>
                  </a:lnTo>
                  <a:lnTo>
                    <a:pt x="659042" y="251444"/>
                  </a:lnTo>
                  <a:lnTo>
                    <a:pt x="657120" y="251444"/>
                  </a:lnTo>
                  <a:lnTo>
                    <a:pt x="655199" y="251444"/>
                  </a:lnTo>
                  <a:lnTo>
                    <a:pt x="653277" y="251444"/>
                  </a:lnTo>
                  <a:lnTo>
                    <a:pt x="651356" y="251444"/>
                  </a:lnTo>
                  <a:lnTo>
                    <a:pt x="649434" y="251444"/>
                  </a:lnTo>
                  <a:lnTo>
                    <a:pt x="647513" y="251444"/>
                  </a:lnTo>
                  <a:lnTo>
                    <a:pt x="645592" y="251444"/>
                  </a:lnTo>
                  <a:lnTo>
                    <a:pt x="643670" y="251444"/>
                  </a:lnTo>
                  <a:lnTo>
                    <a:pt x="641749" y="251444"/>
                  </a:lnTo>
                  <a:lnTo>
                    <a:pt x="639827" y="251444"/>
                  </a:lnTo>
                  <a:lnTo>
                    <a:pt x="637906" y="251444"/>
                  </a:lnTo>
                  <a:lnTo>
                    <a:pt x="635985" y="251444"/>
                  </a:lnTo>
                  <a:lnTo>
                    <a:pt x="634063" y="251444"/>
                  </a:lnTo>
                  <a:lnTo>
                    <a:pt x="632142" y="251444"/>
                  </a:lnTo>
                  <a:lnTo>
                    <a:pt x="630220" y="251444"/>
                  </a:lnTo>
                  <a:lnTo>
                    <a:pt x="628299" y="251444"/>
                  </a:lnTo>
                  <a:lnTo>
                    <a:pt x="626378" y="251444"/>
                  </a:lnTo>
                  <a:lnTo>
                    <a:pt x="624456" y="251444"/>
                  </a:lnTo>
                  <a:lnTo>
                    <a:pt x="622535" y="251444"/>
                  </a:lnTo>
                  <a:lnTo>
                    <a:pt x="620613" y="251444"/>
                  </a:lnTo>
                  <a:lnTo>
                    <a:pt x="618692" y="251444"/>
                  </a:lnTo>
                  <a:lnTo>
                    <a:pt x="616771" y="251444"/>
                  </a:lnTo>
                  <a:lnTo>
                    <a:pt x="614849" y="251444"/>
                  </a:lnTo>
                  <a:lnTo>
                    <a:pt x="612928" y="251444"/>
                  </a:lnTo>
                  <a:lnTo>
                    <a:pt x="611006" y="251444"/>
                  </a:lnTo>
                  <a:lnTo>
                    <a:pt x="609085" y="251444"/>
                  </a:lnTo>
                  <a:lnTo>
                    <a:pt x="607164" y="251444"/>
                  </a:lnTo>
                  <a:lnTo>
                    <a:pt x="605242" y="251444"/>
                  </a:lnTo>
                  <a:lnTo>
                    <a:pt x="603321" y="251444"/>
                  </a:lnTo>
                  <a:lnTo>
                    <a:pt x="601399" y="251444"/>
                  </a:lnTo>
                  <a:lnTo>
                    <a:pt x="599478" y="251444"/>
                  </a:lnTo>
                  <a:lnTo>
                    <a:pt x="597557" y="251444"/>
                  </a:lnTo>
                  <a:lnTo>
                    <a:pt x="595635" y="251444"/>
                  </a:lnTo>
                  <a:lnTo>
                    <a:pt x="593714" y="251444"/>
                  </a:lnTo>
                  <a:lnTo>
                    <a:pt x="591792" y="251444"/>
                  </a:lnTo>
                  <a:lnTo>
                    <a:pt x="589871" y="251444"/>
                  </a:lnTo>
                  <a:lnTo>
                    <a:pt x="587950" y="251444"/>
                  </a:lnTo>
                  <a:lnTo>
                    <a:pt x="586028" y="251444"/>
                  </a:lnTo>
                  <a:lnTo>
                    <a:pt x="584107" y="251444"/>
                  </a:lnTo>
                  <a:lnTo>
                    <a:pt x="582185" y="251444"/>
                  </a:lnTo>
                  <a:lnTo>
                    <a:pt x="580264" y="251444"/>
                  </a:lnTo>
                  <a:lnTo>
                    <a:pt x="578342" y="251444"/>
                  </a:lnTo>
                  <a:lnTo>
                    <a:pt x="576421" y="251444"/>
                  </a:lnTo>
                  <a:lnTo>
                    <a:pt x="574500" y="251444"/>
                  </a:lnTo>
                  <a:lnTo>
                    <a:pt x="572578" y="251444"/>
                  </a:lnTo>
                  <a:lnTo>
                    <a:pt x="570657" y="251444"/>
                  </a:lnTo>
                  <a:lnTo>
                    <a:pt x="568735" y="251444"/>
                  </a:lnTo>
                  <a:lnTo>
                    <a:pt x="566814" y="251444"/>
                  </a:lnTo>
                  <a:lnTo>
                    <a:pt x="564893" y="251444"/>
                  </a:lnTo>
                  <a:lnTo>
                    <a:pt x="562971" y="251444"/>
                  </a:lnTo>
                  <a:lnTo>
                    <a:pt x="561050" y="251444"/>
                  </a:lnTo>
                  <a:lnTo>
                    <a:pt x="559128" y="251444"/>
                  </a:lnTo>
                  <a:lnTo>
                    <a:pt x="557207" y="251444"/>
                  </a:lnTo>
                  <a:lnTo>
                    <a:pt x="555286" y="251444"/>
                  </a:lnTo>
                  <a:lnTo>
                    <a:pt x="553364" y="251444"/>
                  </a:lnTo>
                  <a:lnTo>
                    <a:pt x="551443" y="251444"/>
                  </a:lnTo>
                  <a:lnTo>
                    <a:pt x="549521" y="251444"/>
                  </a:lnTo>
                  <a:lnTo>
                    <a:pt x="547600" y="251444"/>
                  </a:lnTo>
                  <a:lnTo>
                    <a:pt x="545679" y="251444"/>
                  </a:lnTo>
                  <a:lnTo>
                    <a:pt x="543757" y="251444"/>
                  </a:lnTo>
                  <a:lnTo>
                    <a:pt x="541836" y="251444"/>
                  </a:lnTo>
                  <a:lnTo>
                    <a:pt x="539914" y="251444"/>
                  </a:lnTo>
                  <a:lnTo>
                    <a:pt x="537993" y="251444"/>
                  </a:lnTo>
                  <a:lnTo>
                    <a:pt x="536072" y="251444"/>
                  </a:lnTo>
                  <a:lnTo>
                    <a:pt x="534150" y="251444"/>
                  </a:lnTo>
                  <a:lnTo>
                    <a:pt x="532229" y="251444"/>
                  </a:lnTo>
                  <a:lnTo>
                    <a:pt x="530307" y="251444"/>
                  </a:lnTo>
                  <a:lnTo>
                    <a:pt x="528386" y="251444"/>
                  </a:lnTo>
                  <a:lnTo>
                    <a:pt x="526465" y="251444"/>
                  </a:lnTo>
                  <a:lnTo>
                    <a:pt x="524543" y="251444"/>
                  </a:lnTo>
                  <a:lnTo>
                    <a:pt x="522622" y="251444"/>
                  </a:lnTo>
                  <a:lnTo>
                    <a:pt x="520700" y="251444"/>
                  </a:lnTo>
                  <a:lnTo>
                    <a:pt x="518779" y="251444"/>
                  </a:lnTo>
                  <a:lnTo>
                    <a:pt x="516858" y="251444"/>
                  </a:lnTo>
                  <a:lnTo>
                    <a:pt x="514936" y="251444"/>
                  </a:lnTo>
                  <a:lnTo>
                    <a:pt x="513015" y="251444"/>
                  </a:lnTo>
                  <a:lnTo>
                    <a:pt x="511093" y="251444"/>
                  </a:lnTo>
                  <a:lnTo>
                    <a:pt x="509172" y="251444"/>
                  </a:lnTo>
                  <a:lnTo>
                    <a:pt x="507250" y="251444"/>
                  </a:lnTo>
                  <a:lnTo>
                    <a:pt x="505329" y="251444"/>
                  </a:lnTo>
                  <a:lnTo>
                    <a:pt x="503408" y="251444"/>
                  </a:lnTo>
                  <a:lnTo>
                    <a:pt x="501486" y="251444"/>
                  </a:lnTo>
                  <a:lnTo>
                    <a:pt x="499565" y="251444"/>
                  </a:lnTo>
                  <a:lnTo>
                    <a:pt x="497643" y="251444"/>
                  </a:lnTo>
                  <a:lnTo>
                    <a:pt x="495722" y="251444"/>
                  </a:lnTo>
                  <a:lnTo>
                    <a:pt x="493801" y="251444"/>
                  </a:lnTo>
                  <a:lnTo>
                    <a:pt x="491879" y="251444"/>
                  </a:lnTo>
                  <a:lnTo>
                    <a:pt x="489958" y="251444"/>
                  </a:lnTo>
                  <a:lnTo>
                    <a:pt x="488036" y="251444"/>
                  </a:lnTo>
                  <a:lnTo>
                    <a:pt x="486115" y="251444"/>
                  </a:lnTo>
                  <a:lnTo>
                    <a:pt x="484194" y="251444"/>
                  </a:lnTo>
                  <a:lnTo>
                    <a:pt x="482272" y="251444"/>
                  </a:lnTo>
                  <a:lnTo>
                    <a:pt x="480351" y="251444"/>
                  </a:lnTo>
                  <a:lnTo>
                    <a:pt x="478429" y="251444"/>
                  </a:lnTo>
                  <a:lnTo>
                    <a:pt x="476508" y="251444"/>
                  </a:lnTo>
                  <a:lnTo>
                    <a:pt x="474587" y="251444"/>
                  </a:lnTo>
                  <a:lnTo>
                    <a:pt x="472665" y="251444"/>
                  </a:lnTo>
                  <a:lnTo>
                    <a:pt x="470744" y="251444"/>
                  </a:lnTo>
                  <a:lnTo>
                    <a:pt x="468822" y="251444"/>
                  </a:lnTo>
                  <a:lnTo>
                    <a:pt x="466901" y="251444"/>
                  </a:lnTo>
                  <a:lnTo>
                    <a:pt x="464980" y="251444"/>
                  </a:lnTo>
                  <a:lnTo>
                    <a:pt x="463058" y="251444"/>
                  </a:lnTo>
                  <a:lnTo>
                    <a:pt x="461137" y="251444"/>
                  </a:lnTo>
                  <a:lnTo>
                    <a:pt x="459215" y="251444"/>
                  </a:lnTo>
                  <a:lnTo>
                    <a:pt x="457294" y="251444"/>
                  </a:lnTo>
                  <a:lnTo>
                    <a:pt x="455373" y="251444"/>
                  </a:lnTo>
                  <a:lnTo>
                    <a:pt x="453451" y="251444"/>
                  </a:lnTo>
                  <a:lnTo>
                    <a:pt x="451530" y="251444"/>
                  </a:lnTo>
                  <a:lnTo>
                    <a:pt x="449608" y="251444"/>
                  </a:lnTo>
                  <a:lnTo>
                    <a:pt x="447687" y="251444"/>
                  </a:lnTo>
                  <a:lnTo>
                    <a:pt x="445766" y="251444"/>
                  </a:lnTo>
                  <a:lnTo>
                    <a:pt x="443844" y="251444"/>
                  </a:lnTo>
                  <a:lnTo>
                    <a:pt x="441923" y="251444"/>
                  </a:lnTo>
                  <a:lnTo>
                    <a:pt x="440001" y="251444"/>
                  </a:lnTo>
                  <a:lnTo>
                    <a:pt x="438080" y="251444"/>
                  </a:lnTo>
                  <a:lnTo>
                    <a:pt x="436159" y="251444"/>
                  </a:lnTo>
                  <a:lnTo>
                    <a:pt x="434237" y="251444"/>
                  </a:lnTo>
                  <a:lnTo>
                    <a:pt x="432316" y="251444"/>
                  </a:lnTo>
                  <a:lnTo>
                    <a:pt x="430394" y="251444"/>
                  </a:lnTo>
                  <a:lnTo>
                    <a:pt x="428473" y="251444"/>
                  </a:lnTo>
                  <a:lnTo>
                    <a:pt x="426551" y="251444"/>
                  </a:lnTo>
                  <a:lnTo>
                    <a:pt x="424630" y="251444"/>
                  </a:lnTo>
                  <a:lnTo>
                    <a:pt x="422709" y="251444"/>
                  </a:lnTo>
                  <a:lnTo>
                    <a:pt x="420787" y="251444"/>
                  </a:lnTo>
                  <a:lnTo>
                    <a:pt x="418866" y="251444"/>
                  </a:lnTo>
                  <a:lnTo>
                    <a:pt x="416944" y="251444"/>
                  </a:lnTo>
                  <a:lnTo>
                    <a:pt x="415023" y="251444"/>
                  </a:lnTo>
                  <a:lnTo>
                    <a:pt x="413102" y="251444"/>
                  </a:lnTo>
                  <a:lnTo>
                    <a:pt x="411180" y="251444"/>
                  </a:lnTo>
                  <a:lnTo>
                    <a:pt x="409259" y="251444"/>
                  </a:lnTo>
                  <a:lnTo>
                    <a:pt x="407337" y="251444"/>
                  </a:lnTo>
                  <a:lnTo>
                    <a:pt x="405416" y="251444"/>
                  </a:lnTo>
                  <a:lnTo>
                    <a:pt x="403495" y="251444"/>
                  </a:lnTo>
                  <a:lnTo>
                    <a:pt x="401573" y="251444"/>
                  </a:lnTo>
                  <a:lnTo>
                    <a:pt x="399652" y="251444"/>
                  </a:lnTo>
                  <a:lnTo>
                    <a:pt x="397730" y="251444"/>
                  </a:lnTo>
                  <a:lnTo>
                    <a:pt x="395809" y="251444"/>
                  </a:lnTo>
                  <a:lnTo>
                    <a:pt x="393888" y="251444"/>
                  </a:lnTo>
                  <a:lnTo>
                    <a:pt x="391966" y="251444"/>
                  </a:lnTo>
                  <a:lnTo>
                    <a:pt x="390045" y="251444"/>
                  </a:lnTo>
                  <a:lnTo>
                    <a:pt x="388123" y="251444"/>
                  </a:lnTo>
                  <a:lnTo>
                    <a:pt x="386202" y="251444"/>
                  </a:lnTo>
                  <a:lnTo>
                    <a:pt x="384281" y="251444"/>
                  </a:lnTo>
                  <a:lnTo>
                    <a:pt x="382359" y="251444"/>
                  </a:lnTo>
                  <a:lnTo>
                    <a:pt x="380438" y="251444"/>
                  </a:lnTo>
                  <a:lnTo>
                    <a:pt x="378516" y="251444"/>
                  </a:lnTo>
                  <a:lnTo>
                    <a:pt x="376595" y="251444"/>
                  </a:lnTo>
                  <a:lnTo>
                    <a:pt x="374674" y="251444"/>
                  </a:lnTo>
                  <a:lnTo>
                    <a:pt x="372752" y="251444"/>
                  </a:lnTo>
                  <a:lnTo>
                    <a:pt x="370831" y="251444"/>
                  </a:lnTo>
                  <a:lnTo>
                    <a:pt x="368909" y="251444"/>
                  </a:lnTo>
                  <a:lnTo>
                    <a:pt x="366988" y="251444"/>
                  </a:lnTo>
                  <a:lnTo>
                    <a:pt x="365067" y="251444"/>
                  </a:lnTo>
                  <a:lnTo>
                    <a:pt x="363145" y="251444"/>
                  </a:lnTo>
                  <a:lnTo>
                    <a:pt x="361224" y="251444"/>
                  </a:lnTo>
                  <a:lnTo>
                    <a:pt x="359302" y="251444"/>
                  </a:lnTo>
                  <a:lnTo>
                    <a:pt x="357381" y="251444"/>
                  </a:lnTo>
                  <a:lnTo>
                    <a:pt x="355459" y="251444"/>
                  </a:lnTo>
                  <a:lnTo>
                    <a:pt x="353538" y="251444"/>
                  </a:lnTo>
                  <a:lnTo>
                    <a:pt x="351617" y="251444"/>
                  </a:lnTo>
                  <a:lnTo>
                    <a:pt x="349695" y="251444"/>
                  </a:lnTo>
                  <a:lnTo>
                    <a:pt x="347774" y="251444"/>
                  </a:lnTo>
                  <a:lnTo>
                    <a:pt x="345852" y="251444"/>
                  </a:lnTo>
                  <a:lnTo>
                    <a:pt x="343931" y="251444"/>
                  </a:lnTo>
                  <a:lnTo>
                    <a:pt x="342010" y="251444"/>
                  </a:lnTo>
                  <a:lnTo>
                    <a:pt x="340088" y="251444"/>
                  </a:lnTo>
                  <a:lnTo>
                    <a:pt x="338167" y="251444"/>
                  </a:lnTo>
                  <a:lnTo>
                    <a:pt x="336245" y="251444"/>
                  </a:lnTo>
                  <a:lnTo>
                    <a:pt x="334324" y="251444"/>
                  </a:lnTo>
                  <a:lnTo>
                    <a:pt x="332403" y="251444"/>
                  </a:lnTo>
                  <a:lnTo>
                    <a:pt x="330481" y="251444"/>
                  </a:lnTo>
                  <a:lnTo>
                    <a:pt x="328560" y="251444"/>
                  </a:lnTo>
                  <a:lnTo>
                    <a:pt x="326638" y="251444"/>
                  </a:lnTo>
                  <a:lnTo>
                    <a:pt x="324717" y="251444"/>
                  </a:lnTo>
                  <a:lnTo>
                    <a:pt x="322796" y="251444"/>
                  </a:lnTo>
                  <a:lnTo>
                    <a:pt x="320874" y="251444"/>
                  </a:lnTo>
                  <a:lnTo>
                    <a:pt x="318953" y="251444"/>
                  </a:lnTo>
                  <a:lnTo>
                    <a:pt x="317031" y="251444"/>
                  </a:lnTo>
                  <a:lnTo>
                    <a:pt x="315110" y="251444"/>
                  </a:lnTo>
                  <a:lnTo>
                    <a:pt x="313189" y="251444"/>
                  </a:lnTo>
                  <a:lnTo>
                    <a:pt x="311267" y="251444"/>
                  </a:lnTo>
                  <a:lnTo>
                    <a:pt x="309346" y="251444"/>
                  </a:lnTo>
                  <a:lnTo>
                    <a:pt x="307424" y="251444"/>
                  </a:lnTo>
                  <a:lnTo>
                    <a:pt x="305503" y="251444"/>
                  </a:lnTo>
                  <a:lnTo>
                    <a:pt x="303582" y="251444"/>
                  </a:lnTo>
                  <a:lnTo>
                    <a:pt x="301660" y="251444"/>
                  </a:lnTo>
                  <a:lnTo>
                    <a:pt x="299739" y="251444"/>
                  </a:lnTo>
                  <a:lnTo>
                    <a:pt x="297817" y="251444"/>
                  </a:lnTo>
                  <a:lnTo>
                    <a:pt x="295896" y="251444"/>
                  </a:lnTo>
                  <a:lnTo>
                    <a:pt x="293975" y="251444"/>
                  </a:lnTo>
                  <a:lnTo>
                    <a:pt x="292053" y="251444"/>
                  </a:lnTo>
                  <a:lnTo>
                    <a:pt x="290132" y="251444"/>
                  </a:lnTo>
                  <a:lnTo>
                    <a:pt x="288210" y="251444"/>
                  </a:lnTo>
                  <a:lnTo>
                    <a:pt x="286289" y="251444"/>
                  </a:lnTo>
                  <a:lnTo>
                    <a:pt x="284367" y="251444"/>
                  </a:lnTo>
                  <a:lnTo>
                    <a:pt x="282446" y="251444"/>
                  </a:lnTo>
                  <a:lnTo>
                    <a:pt x="280525" y="251444"/>
                  </a:lnTo>
                  <a:lnTo>
                    <a:pt x="278603" y="251444"/>
                  </a:lnTo>
                  <a:lnTo>
                    <a:pt x="276682" y="251444"/>
                  </a:lnTo>
                  <a:lnTo>
                    <a:pt x="274760" y="251444"/>
                  </a:lnTo>
                  <a:lnTo>
                    <a:pt x="272839" y="251444"/>
                  </a:lnTo>
                  <a:lnTo>
                    <a:pt x="270918" y="251444"/>
                  </a:lnTo>
                  <a:lnTo>
                    <a:pt x="268996" y="251444"/>
                  </a:lnTo>
                  <a:lnTo>
                    <a:pt x="267075" y="251444"/>
                  </a:lnTo>
                  <a:lnTo>
                    <a:pt x="265153" y="251444"/>
                  </a:lnTo>
                  <a:lnTo>
                    <a:pt x="263232" y="251444"/>
                  </a:lnTo>
                  <a:lnTo>
                    <a:pt x="261311" y="251444"/>
                  </a:lnTo>
                  <a:lnTo>
                    <a:pt x="259389" y="251444"/>
                  </a:lnTo>
                  <a:lnTo>
                    <a:pt x="257468" y="251444"/>
                  </a:lnTo>
                  <a:lnTo>
                    <a:pt x="255546" y="251444"/>
                  </a:lnTo>
                  <a:lnTo>
                    <a:pt x="253625" y="251444"/>
                  </a:lnTo>
                  <a:lnTo>
                    <a:pt x="251704" y="251444"/>
                  </a:lnTo>
                  <a:lnTo>
                    <a:pt x="249782" y="251444"/>
                  </a:lnTo>
                  <a:lnTo>
                    <a:pt x="247861" y="251444"/>
                  </a:lnTo>
                  <a:lnTo>
                    <a:pt x="245939" y="251444"/>
                  </a:lnTo>
                  <a:lnTo>
                    <a:pt x="244018" y="251444"/>
                  </a:lnTo>
                  <a:lnTo>
                    <a:pt x="242097" y="251444"/>
                  </a:lnTo>
                  <a:lnTo>
                    <a:pt x="240175" y="251444"/>
                  </a:lnTo>
                  <a:lnTo>
                    <a:pt x="238254" y="251444"/>
                  </a:lnTo>
                  <a:lnTo>
                    <a:pt x="236332" y="251444"/>
                  </a:lnTo>
                  <a:lnTo>
                    <a:pt x="234411" y="251444"/>
                  </a:lnTo>
                  <a:lnTo>
                    <a:pt x="232490" y="251444"/>
                  </a:lnTo>
                  <a:lnTo>
                    <a:pt x="230568" y="251444"/>
                  </a:lnTo>
                  <a:lnTo>
                    <a:pt x="228647" y="251444"/>
                  </a:lnTo>
                  <a:lnTo>
                    <a:pt x="226725" y="251444"/>
                  </a:lnTo>
                  <a:lnTo>
                    <a:pt x="224804" y="251444"/>
                  </a:lnTo>
                  <a:lnTo>
                    <a:pt x="222883" y="251444"/>
                  </a:lnTo>
                  <a:lnTo>
                    <a:pt x="220961" y="251444"/>
                  </a:lnTo>
                  <a:lnTo>
                    <a:pt x="219040" y="251444"/>
                  </a:lnTo>
                  <a:lnTo>
                    <a:pt x="217118" y="251444"/>
                  </a:lnTo>
                  <a:lnTo>
                    <a:pt x="215197" y="251444"/>
                  </a:lnTo>
                  <a:lnTo>
                    <a:pt x="213275" y="251444"/>
                  </a:lnTo>
                  <a:lnTo>
                    <a:pt x="211354" y="251444"/>
                  </a:lnTo>
                  <a:lnTo>
                    <a:pt x="209433" y="251444"/>
                  </a:lnTo>
                  <a:lnTo>
                    <a:pt x="207511" y="251444"/>
                  </a:lnTo>
                  <a:lnTo>
                    <a:pt x="205590" y="251444"/>
                  </a:lnTo>
                  <a:lnTo>
                    <a:pt x="203668" y="251444"/>
                  </a:lnTo>
                  <a:lnTo>
                    <a:pt x="201747" y="251444"/>
                  </a:lnTo>
                  <a:lnTo>
                    <a:pt x="199826" y="251444"/>
                  </a:lnTo>
                  <a:lnTo>
                    <a:pt x="197904" y="251444"/>
                  </a:lnTo>
                  <a:lnTo>
                    <a:pt x="195983" y="251444"/>
                  </a:lnTo>
                  <a:lnTo>
                    <a:pt x="194061" y="251444"/>
                  </a:lnTo>
                  <a:lnTo>
                    <a:pt x="192140" y="251444"/>
                  </a:lnTo>
                  <a:lnTo>
                    <a:pt x="190219" y="251444"/>
                  </a:lnTo>
                  <a:lnTo>
                    <a:pt x="188297" y="251444"/>
                  </a:lnTo>
                  <a:lnTo>
                    <a:pt x="186376" y="251444"/>
                  </a:lnTo>
                  <a:lnTo>
                    <a:pt x="184454" y="251444"/>
                  </a:lnTo>
                  <a:lnTo>
                    <a:pt x="182533" y="251444"/>
                  </a:lnTo>
                  <a:lnTo>
                    <a:pt x="180612" y="251444"/>
                  </a:lnTo>
                  <a:lnTo>
                    <a:pt x="178690" y="251444"/>
                  </a:lnTo>
                  <a:lnTo>
                    <a:pt x="176769" y="251444"/>
                  </a:lnTo>
                  <a:lnTo>
                    <a:pt x="174847" y="251444"/>
                  </a:lnTo>
                  <a:lnTo>
                    <a:pt x="172926" y="251444"/>
                  </a:lnTo>
                  <a:lnTo>
                    <a:pt x="171005" y="251444"/>
                  </a:lnTo>
                  <a:lnTo>
                    <a:pt x="169083" y="251444"/>
                  </a:lnTo>
                  <a:lnTo>
                    <a:pt x="167162" y="251444"/>
                  </a:lnTo>
                  <a:lnTo>
                    <a:pt x="165240" y="251444"/>
                  </a:lnTo>
                  <a:lnTo>
                    <a:pt x="163319" y="251444"/>
                  </a:lnTo>
                  <a:lnTo>
                    <a:pt x="161398" y="251444"/>
                  </a:lnTo>
                  <a:lnTo>
                    <a:pt x="159476" y="251444"/>
                  </a:lnTo>
                  <a:lnTo>
                    <a:pt x="157555" y="251444"/>
                  </a:lnTo>
                  <a:lnTo>
                    <a:pt x="155633" y="251444"/>
                  </a:lnTo>
                  <a:lnTo>
                    <a:pt x="153712" y="251444"/>
                  </a:lnTo>
                  <a:lnTo>
                    <a:pt x="151791" y="251444"/>
                  </a:lnTo>
                  <a:lnTo>
                    <a:pt x="149869" y="251444"/>
                  </a:lnTo>
                  <a:lnTo>
                    <a:pt x="147948" y="251444"/>
                  </a:lnTo>
                  <a:lnTo>
                    <a:pt x="146026" y="251444"/>
                  </a:lnTo>
                  <a:lnTo>
                    <a:pt x="144105" y="251444"/>
                  </a:lnTo>
                  <a:lnTo>
                    <a:pt x="142183" y="251444"/>
                  </a:lnTo>
                  <a:lnTo>
                    <a:pt x="140262" y="251444"/>
                  </a:lnTo>
                  <a:lnTo>
                    <a:pt x="138341" y="251444"/>
                  </a:lnTo>
                  <a:lnTo>
                    <a:pt x="136419" y="251444"/>
                  </a:lnTo>
                  <a:lnTo>
                    <a:pt x="134498" y="251444"/>
                  </a:lnTo>
                  <a:lnTo>
                    <a:pt x="132576" y="251444"/>
                  </a:lnTo>
                  <a:lnTo>
                    <a:pt x="130655" y="251444"/>
                  </a:lnTo>
                  <a:lnTo>
                    <a:pt x="128734" y="251444"/>
                  </a:lnTo>
                  <a:lnTo>
                    <a:pt x="126812" y="251444"/>
                  </a:lnTo>
                  <a:lnTo>
                    <a:pt x="124891" y="251444"/>
                  </a:lnTo>
                  <a:lnTo>
                    <a:pt x="122969" y="251444"/>
                  </a:lnTo>
                  <a:lnTo>
                    <a:pt x="121048" y="251444"/>
                  </a:lnTo>
                  <a:lnTo>
                    <a:pt x="119127" y="251444"/>
                  </a:lnTo>
                  <a:lnTo>
                    <a:pt x="117205" y="251444"/>
                  </a:lnTo>
                  <a:lnTo>
                    <a:pt x="115284" y="251444"/>
                  </a:lnTo>
                  <a:lnTo>
                    <a:pt x="113362" y="251444"/>
                  </a:lnTo>
                  <a:lnTo>
                    <a:pt x="111441" y="251444"/>
                  </a:lnTo>
                  <a:lnTo>
                    <a:pt x="109520" y="251444"/>
                  </a:lnTo>
                  <a:lnTo>
                    <a:pt x="107598" y="251444"/>
                  </a:lnTo>
                  <a:lnTo>
                    <a:pt x="105677" y="251444"/>
                  </a:lnTo>
                  <a:lnTo>
                    <a:pt x="103755" y="251444"/>
                  </a:lnTo>
                  <a:lnTo>
                    <a:pt x="101834" y="251444"/>
                  </a:lnTo>
                  <a:lnTo>
                    <a:pt x="99913" y="251444"/>
                  </a:lnTo>
                  <a:lnTo>
                    <a:pt x="97991" y="251444"/>
                  </a:lnTo>
                  <a:lnTo>
                    <a:pt x="96070" y="251444"/>
                  </a:lnTo>
                  <a:lnTo>
                    <a:pt x="94148" y="251444"/>
                  </a:lnTo>
                  <a:lnTo>
                    <a:pt x="92227" y="251444"/>
                  </a:lnTo>
                  <a:lnTo>
                    <a:pt x="90306" y="251444"/>
                  </a:lnTo>
                  <a:lnTo>
                    <a:pt x="88384" y="251444"/>
                  </a:lnTo>
                  <a:lnTo>
                    <a:pt x="86463" y="251444"/>
                  </a:lnTo>
                  <a:lnTo>
                    <a:pt x="84541" y="251444"/>
                  </a:lnTo>
                  <a:lnTo>
                    <a:pt x="82620" y="251444"/>
                  </a:lnTo>
                  <a:lnTo>
                    <a:pt x="80699" y="251444"/>
                  </a:lnTo>
                  <a:lnTo>
                    <a:pt x="78777" y="251444"/>
                  </a:lnTo>
                  <a:lnTo>
                    <a:pt x="76856" y="251444"/>
                  </a:lnTo>
                  <a:lnTo>
                    <a:pt x="74934" y="251444"/>
                  </a:lnTo>
                  <a:lnTo>
                    <a:pt x="73013" y="251444"/>
                  </a:lnTo>
                  <a:lnTo>
                    <a:pt x="71091" y="251444"/>
                  </a:lnTo>
                  <a:lnTo>
                    <a:pt x="69170" y="251444"/>
                  </a:lnTo>
                  <a:lnTo>
                    <a:pt x="67249" y="251444"/>
                  </a:lnTo>
                  <a:lnTo>
                    <a:pt x="65327" y="251444"/>
                  </a:lnTo>
                  <a:lnTo>
                    <a:pt x="63406" y="251444"/>
                  </a:lnTo>
                  <a:lnTo>
                    <a:pt x="61484" y="251444"/>
                  </a:lnTo>
                  <a:lnTo>
                    <a:pt x="59563" y="251444"/>
                  </a:lnTo>
                  <a:lnTo>
                    <a:pt x="57642" y="251444"/>
                  </a:lnTo>
                  <a:lnTo>
                    <a:pt x="55720" y="251444"/>
                  </a:lnTo>
                  <a:lnTo>
                    <a:pt x="53799" y="251444"/>
                  </a:lnTo>
                  <a:lnTo>
                    <a:pt x="51877" y="251444"/>
                  </a:lnTo>
                  <a:lnTo>
                    <a:pt x="49956" y="251444"/>
                  </a:lnTo>
                  <a:lnTo>
                    <a:pt x="48035" y="251444"/>
                  </a:lnTo>
                  <a:lnTo>
                    <a:pt x="46113" y="251444"/>
                  </a:lnTo>
                  <a:lnTo>
                    <a:pt x="44192" y="251444"/>
                  </a:lnTo>
                  <a:lnTo>
                    <a:pt x="42270" y="251444"/>
                  </a:lnTo>
                  <a:lnTo>
                    <a:pt x="40349" y="251444"/>
                  </a:lnTo>
                  <a:lnTo>
                    <a:pt x="38428" y="251444"/>
                  </a:lnTo>
                  <a:lnTo>
                    <a:pt x="36506" y="251444"/>
                  </a:lnTo>
                  <a:lnTo>
                    <a:pt x="34585" y="251444"/>
                  </a:lnTo>
                  <a:lnTo>
                    <a:pt x="32663" y="251444"/>
                  </a:lnTo>
                  <a:lnTo>
                    <a:pt x="30742" y="251444"/>
                  </a:lnTo>
                  <a:lnTo>
                    <a:pt x="28821" y="251444"/>
                  </a:lnTo>
                  <a:lnTo>
                    <a:pt x="26899" y="251444"/>
                  </a:lnTo>
                  <a:lnTo>
                    <a:pt x="24978" y="251444"/>
                  </a:lnTo>
                  <a:lnTo>
                    <a:pt x="23056" y="251444"/>
                  </a:lnTo>
                  <a:lnTo>
                    <a:pt x="21135" y="251444"/>
                  </a:lnTo>
                  <a:lnTo>
                    <a:pt x="19214" y="251444"/>
                  </a:lnTo>
                  <a:lnTo>
                    <a:pt x="17292" y="251444"/>
                  </a:lnTo>
                  <a:lnTo>
                    <a:pt x="15371" y="251444"/>
                  </a:lnTo>
                  <a:lnTo>
                    <a:pt x="13449" y="251444"/>
                  </a:lnTo>
                  <a:lnTo>
                    <a:pt x="11528" y="251444"/>
                  </a:lnTo>
                  <a:lnTo>
                    <a:pt x="9607" y="251444"/>
                  </a:lnTo>
                  <a:lnTo>
                    <a:pt x="7685" y="251444"/>
                  </a:lnTo>
                  <a:lnTo>
                    <a:pt x="5764" y="251444"/>
                  </a:lnTo>
                  <a:lnTo>
                    <a:pt x="3842" y="251444"/>
                  </a:lnTo>
                  <a:lnTo>
                    <a:pt x="1921" y="251444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7906162" y="5731978"/>
              <a:ext cx="981838" cy="251444"/>
            </a:xfrm>
            <a:custGeom>
              <a:avLst/>
              <a:pathLst>
                <a:path w="981838" h="251444">
                  <a:moveTo>
                    <a:pt x="0" y="251444"/>
                  </a:moveTo>
                  <a:lnTo>
                    <a:pt x="1921" y="251444"/>
                  </a:lnTo>
                  <a:lnTo>
                    <a:pt x="3842" y="251444"/>
                  </a:lnTo>
                  <a:lnTo>
                    <a:pt x="5764" y="251443"/>
                  </a:lnTo>
                  <a:lnTo>
                    <a:pt x="7685" y="251443"/>
                  </a:lnTo>
                  <a:lnTo>
                    <a:pt x="9607" y="251443"/>
                  </a:lnTo>
                  <a:lnTo>
                    <a:pt x="11528" y="251442"/>
                  </a:lnTo>
                  <a:lnTo>
                    <a:pt x="13449" y="251442"/>
                  </a:lnTo>
                  <a:lnTo>
                    <a:pt x="15371" y="251441"/>
                  </a:lnTo>
                  <a:lnTo>
                    <a:pt x="17292" y="251440"/>
                  </a:lnTo>
                  <a:lnTo>
                    <a:pt x="19214" y="251439"/>
                  </a:lnTo>
                  <a:lnTo>
                    <a:pt x="21135" y="251438"/>
                  </a:lnTo>
                  <a:lnTo>
                    <a:pt x="23056" y="251436"/>
                  </a:lnTo>
                  <a:lnTo>
                    <a:pt x="24978" y="251433"/>
                  </a:lnTo>
                  <a:lnTo>
                    <a:pt x="26899" y="251430"/>
                  </a:lnTo>
                  <a:lnTo>
                    <a:pt x="28821" y="251426"/>
                  </a:lnTo>
                  <a:lnTo>
                    <a:pt x="30742" y="251421"/>
                  </a:lnTo>
                  <a:lnTo>
                    <a:pt x="32663" y="251415"/>
                  </a:lnTo>
                  <a:lnTo>
                    <a:pt x="34585" y="251407"/>
                  </a:lnTo>
                  <a:lnTo>
                    <a:pt x="36506" y="251398"/>
                  </a:lnTo>
                  <a:lnTo>
                    <a:pt x="38428" y="251387"/>
                  </a:lnTo>
                  <a:lnTo>
                    <a:pt x="40349" y="251372"/>
                  </a:lnTo>
                  <a:lnTo>
                    <a:pt x="42270" y="251355"/>
                  </a:lnTo>
                  <a:lnTo>
                    <a:pt x="44192" y="251335"/>
                  </a:lnTo>
                  <a:lnTo>
                    <a:pt x="46113" y="251311"/>
                  </a:lnTo>
                  <a:lnTo>
                    <a:pt x="48035" y="251283"/>
                  </a:lnTo>
                  <a:lnTo>
                    <a:pt x="49956" y="251248"/>
                  </a:lnTo>
                  <a:lnTo>
                    <a:pt x="51877" y="251208"/>
                  </a:lnTo>
                  <a:lnTo>
                    <a:pt x="53799" y="251161"/>
                  </a:lnTo>
                  <a:lnTo>
                    <a:pt x="55720" y="251106"/>
                  </a:lnTo>
                  <a:lnTo>
                    <a:pt x="57642" y="251044"/>
                  </a:lnTo>
                  <a:lnTo>
                    <a:pt x="59563" y="250973"/>
                  </a:lnTo>
                  <a:lnTo>
                    <a:pt x="61484" y="250890"/>
                  </a:lnTo>
                  <a:lnTo>
                    <a:pt x="63406" y="250795"/>
                  </a:lnTo>
                  <a:lnTo>
                    <a:pt x="65327" y="250690"/>
                  </a:lnTo>
                  <a:lnTo>
                    <a:pt x="67249" y="250572"/>
                  </a:lnTo>
                  <a:lnTo>
                    <a:pt x="69170" y="250441"/>
                  </a:lnTo>
                  <a:lnTo>
                    <a:pt x="71091" y="250296"/>
                  </a:lnTo>
                  <a:lnTo>
                    <a:pt x="73013" y="250134"/>
                  </a:lnTo>
                  <a:lnTo>
                    <a:pt x="74934" y="249957"/>
                  </a:lnTo>
                  <a:lnTo>
                    <a:pt x="76856" y="249766"/>
                  </a:lnTo>
                  <a:lnTo>
                    <a:pt x="78777" y="249560"/>
                  </a:lnTo>
                  <a:lnTo>
                    <a:pt x="80699" y="249339"/>
                  </a:lnTo>
                  <a:lnTo>
                    <a:pt x="82620" y="249103"/>
                  </a:lnTo>
                  <a:lnTo>
                    <a:pt x="84541" y="248851"/>
                  </a:lnTo>
                  <a:lnTo>
                    <a:pt x="86463" y="248587"/>
                  </a:lnTo>
                  <a:lnTo>
                    <a:pt x="88384" y="248311"/>
                  </a:lnTo>
                  <a:lnTo>
                    <a:pt x="90306" y="248026"/>
                  </a:lnTo>
                  <a:lnTo>
                    <a:pt x="92227" y="247732"/>
                  </a:lnTo>
                  <a:lnTo>
                    <a:pt x="94148" y="247432"/>
                  </a:lnTo>
                  <a:lnTo>
                    <a:pt x="96070" y="247126"/>
                  </a:lnTo>
                  <a:lnTo>
                    <a:pt x="97991" y="246820"/>
                  </a:lnTo>
                  <a:lnTo>
                    <a:pt x="99913" y="246514"/>
                  </a:lnTo>
                  <a:lnTo>
                    <a:pt x="101834" y="246212"/>
                  </a:lnTo>
                  <a:lnTo>
                    <a:pt x="103755" y="245916"/>
                  </a:lnTo>
                  <a:lnTo>
                    <a:pt x="105677" y="245629"/>
                  </a:lnTo>
                  <a:lnTo>
                    <a:pt x="107598" y="245355"/>
                  </a:lnTo>
                  <a:lnTo>
                    <a:pt x="109520" y="245096"/>
                  </a:lnTo>
                  <a:lnTo>
                    <a:pt x="111441" y="244852"/>
                  </a:lnTo>
                  <a:lnTo>
                    <a:pt x="113362" y="244627"/>
                  </a:lnTo>
                  <a:lnTo>
                    <a:pt x="115284" y="244421"/>
                  </a:lnTo>
                  <a:lnTo>
                    <a:pt x="117205" y="244239"/>
                  </a:lnTo>
                  <a:lnTo>
                    <a:pt x="119127" y="244083"/>
                  </a:lnTo>
                  <a:lnTo>
                    <a:pt x="121048" y="243949"/>
                  </a:lnTo>
                  <a:lnTo>
                    <a:pt x="122969" y="243839"/>
                  </a:lnTo>
                  <a:lnTo>
                    <a:pt x="124891" y="243753"/>
                  </a:lnTo>
                  <a:lnTo>
                    <a:pt x="126812" y="243690"/>
                  </a:lnTo>
                  <a:lnTo>
                    <a:pt x="128734" y="243652"/>
                  </a:lnTo>
                  <a:lnTo>
                    <a:pt x="130655" y="243638"/>
                  </a:lnTo>
                  <a:lnTo>
                    <a:pt x="132576" y="243643"/>
                  </a:lnTo>
                  <a:lnTo>
                    <a:pt x="134498" y="243666"/>
                  </a:lnTo>
                  <a:lnTo>
                    <a:pt x="136419" y="243706"/>
                  </a:lnTo>
                  <a:lnTo>
                    <a:pt x="138341" y="243761"/>
                  </a:lnTo>
                  <a:lnTo>
                    <a:pt x="140262" y="243832"/>
                  </a:lnTo>
                  <a:lnTo>
                    <a:pt x="142183" y="243914"/>
                  </a:lnTo>
                  <a:lnTo>
                    <a:pt x="144105" y="244005"/>
                  </a:lnTo>
                  <a:lnTo>
                    <a:pt x="146026" y="244103"/>
                  </a:lnTo>
                  <a:lnTo>
                    <a:pt x="147948" y="244207"/>
                  </a:lnTo>
                  <a:lnTo>
                    <a:pt x="149869" y="244316"/>
                  </a:lnTo>
                  <a:lnTo>
                    <a:pt x="151791" y="244429"/>
                  </a:lnTo>
                  <a:lnTo>
                    <a:pt x="153712" y="244545"/>
                  </a:lnTo>
                  <a:lnTo>
                    <a:pt x="155633" y="244662"/>
                  </a:lnTo>
                  <a:lnTo>
                    <a:pt x="157555" y="244779"/>
                  </a:lnTo>
                  <a:lnTo>
                    <a:pt x="159476" y="244898"/>
                  </a:lnTo>
                  <a:lnTo>
                    <a:pt x="161398" y="245016"/>
                  </a:lnTo>
                  <a:lnTo>
                    <a:pt x="163319" y="245135"/>
                  </a:lnTo>
                  <a:lnTo>
                    <a:pt x="165240" y="245253"/>
                  </a:lnTo>
                  <a:lnTo>
                    <a:pt x="167162" y="245371"/>
                  </a:lnTo>
                  <a:lnTo>
                    <a:pt x="169083" y="245489"/>
                  </a:lnTo>
                  <a:lnTo>
                    <a:pt x="171005" y="245606"/>
                  </a:lnTo>
                  <a:lnTo>
                    <a:pt x="172926" y="245723"/>
                  </a:lnTo>
                  <a:lnTo>
                    <a:pt x="174847" y="245838"/>
                  </a:lnTo>
                  <a:lnTo>
                    <a:pt x="176769" y="245952"/>
                  </a:lnTo>
                  <a:lnTo>
                    <a:pt x="178690" y="246064"/>
                  </a:lnTo>
                  <a:lnTo>
                    <a:pt x="180612" y="246174"/>
                  </a:lnTo>
                  <a:lnTo>
                    <a:pt x="182533" y="246281"/>
                  </a:lnTo>
                  <a:lnTo>
                    <a:pt x="184454" y="246383"/>
                  </a:lnTo>
                  <a:lnTo>
                    <a:pt x="186376" y="246480"/>
                  </a:lnTo>
                  <a:lnTo>
                    <a:pt x="188297" y="246570"/>
                  </a:lnTo>
                  <a:lnTo>
                    <a:pt x="190219" y="246653"/>
                  </a:lnTo>
                  <a:lnTo>
                    <a:pt x="192140" y="246728"/>
                  </a:lnTo>
                  <a:lnTo>
                    <a:pt x="194061" y="246793"/>
                  </a:lnTo>
                  <a:lnTo>
                    <a:pt x="195983" y="246849"/>
                  </a:lnTo>
                  <a:lnTo>
                    <a:pt x="197904" y="246891"/>
                  </a:lnTo>
                  <a:lnTo>
                    <a:pt x="199826" y="246921"/>
                  </a:lnTo>
                  <a:lnTo>
                    <a:pt x="201747" y="246939"/>
                  </a:lnTo>
                  <a:lnTo>
                    <a:pt x="203668" y="246945"/>
                  </a:lnTo>
                  <a:lnTo>
                    <a:pt x="205590" y="246938"/>
                  </a:lnTo>
                  <a:lnTo>
                    <a:pt x="207511" y="246918"/>
                  </a:lnTo>
                  <a:lnTo>
                    <a:pt x="209433" y="246883"/>
                  </a:lnTo>
                  <a:lnTo>
                    <a:pt x="211354" y="246837"/>
                  </a:lnTo>
                  <a:lnTo>
                    <a:pt x="213275" y="246780"/>
                  </a:lnTo>
                  <a:lnTo>
                    <a:pt x="215197" y="246714"/>
                  </a:lnTo>
                  <a:lnTo>
                    <a:pt x="217118" y="246640"/>
                  </a:lnTo>
                  <a:lnTo>
                    <a:pt x="219040" y="246558"/>
                  </a:lnTo>
                  <a:lnTo>
                    <a:pt x="220961" y="246471"/>
                  </a:lnTo>
                  <a:lnTo>
                    <a:pt x="222883" y="246381"/>
                  </a:lnTo>
                  <a:lnTo>
                    <a:pt x="224804" y="246290"/>
                  </a:lnTo>
                  <a:lnTo>
                    <a:pt x="226725" y="246199"/>
                  </a:lnTo>
                  <a:lnTo>
                    <a:pt x="228647" y="246110"/>
                  </a:lnTo>
                  <a:lnTo>
                    <a:pt x="230568" y="246025"/>
                  </a:lnTo>
                  <a:lnTo>
                    <a:pt x="232490" y="245948"/>
                  </a:lnTo>
                  <a:lnTo>
                    <a:pt x="234411" y="245878"/>
                  </a:lnTo>
                  <a:lnTo>
                    <a:pt x="236332" y="245817"/>
                  </a:lnTo>
                  <a:lnTo>
                    <a:pt x="238254" y="245766"/>
                  </a:lnTo>
                  <a:lnTo>
                    <a:pt x="240175" y="245725"/>
                  </a:lnTo>
                  <a:lnTo>
                    <a:pt x="242097" y="245697"/>
                  </a:lnTo>
                  <a:lnTo>
                    <a:pt x="244018" y="245681"/>
                  </a:lnTo>
                  <a:lnTo>
                    <a:pt x="245939" y="245678"/>
                  </a:lnTo>
                  <a:lnTo>
                    <a:pt x="247861" y="245686"/>
                  </a:lnTo>
                  <a:lnTo>
                    <a:pt x="249782" y="245704"/>
                  </a:lnTo>
                  <a:lnTo>
                    <a:pt x="251704" y="245733"/>
                  </a:lnTo>
                  <a:lnTo>
                    <a:pt x="253625" y="245773"/>
                  </a:lnTo>
                  <a:lnTo>
                    <a:pt x="255546" y="245821"/>
                  </a:lnTo>
                  <a:lnTo>
                    <a:pt x="257468" y="245877"/>
                  </a:lnTo>
                  <a:lnTo>
                    <a:pt x="259389" y="245937"/>
                  </a:lnTo>
                  <a:lnTo>
                    <a:pt x="261311" y="246002"/>
                  </a:lnTo>
                  <a:lnTo>
                    <a:pt x="263232" y="246069"/>
                  </a:lnTo>
                  <a:lnTo>
                    <a:pt x="265153" y="246138"/>
                  </a:lnTo>
                  <a:lnTo>
                    <a:pt x="267075" y="246206"/>
                  </a:lnTo>
                  <a:lnTo>
                    <a:pt x="268996" y="246273"/>
                  </a:lnTo>
                  <a:lnTo>
                    <a:pt x="270918" y="246338"/>
                  </a:lnTo>
                  <a:lnTo>
                    <a:pt x="272839" y="246398"/>
                  </a:lnTo>
                  <a:lnTo>
                    <a:pt x="274760" y="246454"/>
                  </a:lnTo>
                  <a:lnTo>
                    <a:pt x="276682" y="246504"/>
                  </a:lnTo>
                  <a:lnTo>
                    <a:pt x="278603" y="246547"/>
                  </a:lnTo>
                  <a:lnTo>
                    <a:pt x="280525" y="246583"/>
                  </a:lnTo>
                  <a:lnTo>
                    <a:pt x="282446" y="246613"/>
                  </a:lnTo>
                  <a:lnTo>
                    <a:pt x="284367" y="246636"/>
                  </a:lnTo>
                  <a:lnTo>
                    <a:pt x="286289" y="246653"/>
                  </a:lnTo>
                  <a:lnTo>
                    <a:pt x="288210" y="246660"/>
                  </a:lnTo>
                  <a:lnTo>
                    <a:pt x="290132" y="246661"/>
                  </a:lnTo>
                  <a:lnTo>
                    <a:pt x="292053" y="246655"/>
                  </a:lnTo>
                  <a:lnTo>
                    <a:pt x="293975" y="246642"/>
                  </a:lnTo>
                  <a:lnTo>
                    <a:pt x="295896" y="246624"/>
                  </a:lnTo>
                  <a:lnTo>
                    <a:pt x="297817" y="246599"/>
                  </a:lnTo>
                  <a:lnTo>
                    <a:pt x="299739" y="246567"/>
                  </a:lnTo>
                  <a:lnTo>
                    <a:pt x="301660" y="246529"/>
                  </a:lnTo>
                  <a:lnTo>
                    <a:pt x="303582" y="246486"/>
                  </a:lnTo>
                  <a:lnTo>
                    <a:pt x="305503" y="246437"/>
                  </a:lnTo>
                  <a:lnTo>
                    <a:pt x="307424" y="246383"/>
                  </a:lnTo>
                  <a:lnTo>
                    <a:pt x="309346" y="246323"/>
                  </a:lnTo>
                  <a:lnTo>
                    <a:pt x="311267" y="246256"/>
                  </a:lnTo>
                  <a:lnTo>
                    <a:pt x="313189" y="246183"/>
                  </a:lnTo>
                  <a:lnTo>
                    <a:pt x="315110" y="246104"/>
                  </a:lnTo>
                  <a:lnTo>
                    <a:pt x="317031" y="246019"/>
                  </a:lnTo>
                  <a:lnTo>
                    <a:pt x="318953" y="245928"/>
                  </a:lnTo>
                  <a:lnTo>
                    <a:pt x="320874" y="245830"/>
                  </a:lnTo>
                  <a:lnTo>
                    <a:pt x="322796" y="245724"/>
                  </a:lnTo>
                  <a:lnTo>
                    <a:pt x="324717" y="245611"/>
                  </a:lnTo>
                  <a:lnTo>
                    <a:pt x="326638" y="245492"/>
                  </a:lnTo>
                  <a:lnTo>
                    <a:pt x="328560" y="245366"/>
                  </a:lnTo>
                  <a:lnTo>
                    <a:pt x="330481" y="245233"/>
                  </a:lnTo>
                  <a:lnTo>
                    <a:pt x="332403" y="245094"/>
                  </a:lnTo>
                  <a:lnTo>
                    <a:pt x="334324" y="244947"/>
                  </a:lnTo>
                  <a:lnTo>
                    <a:pt x="336245" y="244795"/>
                  </a:lnTo>
                  <a:lnTo>
                    <a:pt x="338167" y="244637"/>
                  </a:lnTo>
                  <a:lnTo>
                    <a:pt x="340088" y="244474"/>
                  </a:lnTo>
                  <a:lnTo>
                    <a:pt x="342010" y="244306"/>
                  </a:lnTo>
                  <a:lnTo>
                    <a:pt x="343931" y="244134"/>
                  </a:lnTo>
                  <a:lnTo>
                    <a:pt x="345852" y="243957"/>
                  </a:lnTo>
                  <a:lnTo>
                    <a:pt x="347774" y="243777"/>
                  </a:lnTo>
                  <a:lnTo>
                    <a:pt x="349695" y="243593"/>
                  </a:lnTo>
                  <a:lnTo>
                    <a:pt x="351617" y="243406"/>
                  </a:lnTo>
                  <a:lnTo>
                    <a:pt x="353538" y="243217"/>
                  </a:lnTo>
                  <a:lnTo>
                    <a:pt x="355459" y="243026"/>
                  </a:lnTo>
                  <a:lnTo>
                    <a:pt x="357381" y="242833"/>
                  </a:lnTo>
                  <a:lnTo>
                    <a:pt x="359302" y="242638"/>
                  </a:lnTo>
                  <a:lnTo>
                    <a:pt x="361224" y="242442"/>
                  </a:lnTo>
                  <a:lnTo>
                    <a:pt x="363145" y="242245"/>
                  </a:lnTo>
                  <a:lnTo>
                    <a:pt x="365067" y="242048"/>
                  </a:lnTo>
                  <a:lnTo>
                    <a:pt x="366988" y="241851"/>
                  </a:lnTo>
                  <a:lnTo>
                    <a:pt x="368909" y="241655"/>
                  </a:lnTo>
                  <a:lnTo>
                    <a:pt x="370831" y="241462"/>
                  </a:lnTo>
                  <a:lnTo>
                    <a:pt x="372752" y="241271"/>
                  </a:lnTo>
                  <a:lnTo>
                    <a:pt x="374674" y="241084"/>
                  </a:lnTo>
                  <a:lnTo>
                    <a:pt x="376595" y="240902"/>
                  </a:lnTo>
                  <a:lnTo>
                    <a:pt x="378516" y="240728"/>
                  </a:lnTo>
                  <a:lnTo>
                    <a:pt x="380438" y="240562"/>
                  </a:lnTo>
                  <a:lnTo>
                    <a:pt x="382359" y="240406"/>
                  </a:lnTo>
                  <a:lnTo>
                    <a:pt x="384281" y="240261"/>
                  </a:lnTo>
                  <a:lnTo>
                    <a:pt x="386202" y="240129"/>
                  </a:lnTo>
                  <a:lnTo>
                    <a:pt x="388123" y="240010"/>
                  </a:lnTo>
                  <a:lnTo>
                    <a:pt x="390045" y="239911"/>
                  </a:lnTo>
                  <a:lnTo>
                    <a:pt x="391966" y="239830"/>
                  </a:lnTo>
                  <a:lnTo>
                    <a:pt x="393888" y="239767"/>
                  </a:lnTo>
                  <a:lnTo>
                    <a:pt x="395809" y="239725"/>
                  </a:lnTo>
                  <a:lnTo>
                    <a:pt x="397730" y="239702"/>
                  </a:lnTo>
                  <a:lnTo>
                    <a:pt x="399652" y="239700"/>
                  </a:lnTo>
                  <a:lnTo>
                    <a:pt x="401573" y="239723"/>
                  </a:lnTo>
                  <a:lnTo>
                    <a:pt x="403495" y="239769"/>
                  </a:lnTo>
                  <a:lnTo>
                    <a:pt x="405416" y="239835"/>
                  </a:lnTo>
                  <a:lnTo>
                    <a:pt x="407337" y="239920"/>
                  </a:lnTo>
                  <a:lnTo>
                    <a:pt x="409259" y="240024"/>
                  </a:lnTo>
                  <a:lnTo>
                    <a:pt x="411180" y="240146"/>
                  </a:lnTo>
                  <a:lnTo>
                    <a:pt x="413102" y="240288"/>
                  </a:lnTo>
                  <a:lnTo>
                    <a:pt x="415023" y="240443"/>
                  </a:lnTo>
                  <a:lnTo>
                    <a:pt x="416944" y="240610"/>
                  </a:lnTo>
                  <a:lnTo>
                    <a:pt x="418866" y="240787"/>
                  </a:lnTo>
                  <a:lnTo>
                    <a:pt x="420787" y="240972"/>
                  </a:lnTo>
                  <a:lnTo>
                    <a:pt x="422709" y="241163"/>
                  </a:lnTo>
                  <a:lnTo>
                    <a:pt x="424630" y="241358"/>
                  </a:lnTo>
                  <a:lnTo>
                    <a:pt x="426551" y="241553"/>
                  </a:lnTo>
                  <a:lnTo>
                    <a:pt x="428473" y="241747"/>
                  </a:lnTo>
                  <a:lnTo>
                    <a:pt x="430394" y="241939"/>
                  </a:lnTo>
                  <a:lnTo>
                    <a:pt x="432316" y="242126"/>
                  </a:lnTo>
                  <a:lnTo>
                    <a:pt x="434237" y="242307"/>
                  </a:lnTo>
                  <a:lnTo>
                    <a:pt x="436159" y="242480"/>
                  </a:lnTo>
                  <a:lnTo>
                    <a:pt x="438080" y="242644"/>
                  </a:lnTo>
                  <a:lnTo>
                    <a:pt x="440001" y="242799"/>
                  </a:lnTo>
                  <a:lnTo>
                    <a:pt x="441923" y="242945"/>
                  </a:lnTo>
                  <a:lnTo>
                    <a:pt x="443844" y="243082"/>
                  </a:lnTo>
                  <a:lnTo>
                    <a:pt x="445766" y="243210"/>
                  </a:lnTo>
                  <a:lnTo>
                    <a:pt x="447687" y="243326"/>
                  </a:lnTo>
                  <a:lnTo>
                    <a:pt x="449608" y="243434"/>
                  </a:lnTo>
                  <a:lnTo>
                    <a:pt x="451530" y="243535"/>
                  </a:lnTo>
                  <a:lnTo>
                    <a:pt x="453451" y="243628"/>
                  </a:lnTo>
                  <a:lnTo>
                    <a:pt x="455373" y="243715"/>
                  </a:lnTo>
                  <a:lnTo>
                    <a:pt x="457294" y="243796"/>
                  </a:lnTo>
                  <a:lnTo>
                    <a:pt x="459215" y="243871"/>
                  </a:lnTo>
                  <a:lnTo>
                    <a:pt x="461137" y="243941"/>
                  </a:lnTo>
                  <a:lnTo>
                    <a:pt x="463058" y="244009"/>
                  </a:lnTo>
                  <a:lnTo>
                    <a:pt x="464980" y="244072"/>
                  </a:lnTo>
                  <a:lnTo>
                    <a:pt x="466901" y="244133"/>
                  </a:lnTo>
                  <a:lnTo>
                    <a:pt x="468822" y="244190"/>
                  </a:lnTo>
                  <a:lnTo>
                    <a:pt x="470744" y="244242"/>
                  </a:lnTo>
                  <a:lnTo>
                    <a:pt x="472665" y="244291"/>
                  </a:lnTo>
                  <a:lnTo>
                    <a:pt x="474587" y="244334"/>
                  </a:lnTo>
                  <a:lnTo>
                    <a:pt x="476508" y="244372"/>
                  </a:lnTo>
                  <a:lnTo>
                    <a:pt x="478429" y="244403"/>
                  </a:lnTo>
                  <a:lnTo>
                    <a:pt x="480351" y="244426"/>
                  </a:lnTo>
                  <a:lnTo>
                    <a:pt x="482272" y="244437"/>
                  </a:lnTo>
                  <a:lnTo>
                    <a:pt x="484194" y="244438"/>
                  </a:lnTo>
                  <a:lnTo>
                    <a:pt x="486115" y="244426"/>
                  </a:lnTo>
                  <a:lnTo>
                    <a:pt x="488036" y="244401"/>
                  </a:lnTo>
                  <a:lnTo>
                    <a:pt x="489958" y="244363"/>
                  </a:lnTo>
                  <a:lnTo>
                    <a:pt x="491879" y="244307"/>
                  </a:lnTo>
                  <a:lnTo>
                    <a:pt x="493801" y="244233"/>
                  </a:lnTo>
                  <a:lnTo>
                    <a:pt x="495722" y="244143"/>
                  </a:lnTo>
                  <a:lnTo>
                    <a:pt x="497643" y="244037"/>
                  </a:lnTo>
                  <a:lnTo>
                    <a:pt x="499565" y="243914"/>
                  </a:lnTo>
                  <a:lnTo>
                    <a:pt x="501486" y="243776"/>
                  </a:lnTo>
                  <a:lnTo>
                    <a:pt x="503408" y="243620"/>
                  </a:lnTo>
                  <a:lnTo>
                    <a:pt x="505329" y="243450"/>
                  </a:lnTo>
                  <a:lnTo>
                    <a:pt x="507250" y="243267"/>
                  </a:lnTo>
                  <a:lnTo>
                    <a:pt x="509172" y="243073"/>
                  </a:lnTo>
                  <a:lnTo>
                    <a:pt x="511093" y="242869"/>
                  </a:lnTo>
                  <a:lnTo>
                    <a:pt x="513015" y="242658"/>
                  </a:lnTo>
                  <a:lnTo>
                    <a:pt x="514936" y="242440"/>
                  </a:lnTo>
                  <a:lnTo>
                    <a:pt x="516858" y="242218"/>
                  </a:lnTo>
                  <a:lnTo>
                    <a:pt x="518779" y="241993"/>
                  </a:lnTo>
                  <a:lnTo>
                    <a:pt x="520700" y="241768"/>
                  </a:lnTo>
                  <a:lnTo>
                    <a:pt x="522622" y="241543"/>
                  </a:lnTo>
                  <a:lnTo>
                    <a:pt x="524543" y="241319"/>
                  </a:lnTo>
                  <a:lnTo>
                    <a:pt x="526465" y="241096"/>
                  </a:lnTo>
                  <a:lnTo>
                    <a:pt x="528386" y="240876"/>
                  </a:lnTo>
                  <a:lnTo>
                    <a:pt x="530307" y="240658"/>
                  </a:lnTo>
                  <a:lnTo>
                    <a:pt x="532229" y="240441"/>
                  </a:lnTo>
                  <a:lnTo>
                    <a:pt x="534150" y="240224"/>
                  </a:lnTo>
                  <a:lnTo>
                    <a:pt x="536072" y="240006"/>
                  </a:lnTo>
                  <a:lnTo>
                    <a:pt x="537993" y="239786"/>
                  </a:lnTo>
                  <a:lnTo>
                    <a:pt x="539914" y="239560"/>
                  </a:lnTo>
                  <a:lnTo>
                    <a:pt x="541836" y="239328"/>
                  </a:lnTo>
                  <a:lnTo>
                    <a:pt x="543757" y="239087"/>
                  </a:lnTo>
                  <a:lnTo>
                    <a:pt x="545679" y="238835"/>
                  </a:lnTo>
                  <a:lnTo>
                    <a:pt x="547600" y="238571"/>
                  </a:lnTo>
                  <a:lnTo>
                    <a:pt x="549521" y="238286"/>
                  </a:lnTo>
                  <a:lnTo>
                    <a:pt x="551443" y="237983"/>
                  </a:lnTo>
                  <a:lnTo>
                    <a:pt x="553364" y="237659"/>
                  </a:lnTo>
                  <a:lnTo>
                    <a:pt x="555286" y="237313"/>
                  </a:lnTo>
                  <a:lnTo>
                    <a:pt x="557207" y="236943"/>
                  </a:lnTo>
                  <a:lnTo>
                    <a:pt x="559128" y="236548"/>
                  </a:lnTo>
                  <a:lnTo>
                    <a:pt x="561050" y="236119"/>
                  </a:lnTo>
                  <a:lnTo>
                    <a:pt x="562971" y="235662"/>
                  </a:lnTo>
                  <a:lnTo>
                    <a:pt x="564893" y="235176"/>
                  </a:lnTo>
                  <a:lnTo>
                    <a:pt x="566814" y="234660"/>
                  </a:lnTo>
                  <a:lnTo>
                    <a:pt x="568735" y="234113"/>
                  </a:lnTo>
                  <a:lnTo>
                    <a:pt x="570657" y="233534"/>
                  </a:lnTo>
                  <a:lnTo>
                    <a:pt x="572578" y="232915"/>
                  </a:lnTo>
                  <a:lnTo>
                    <a:pt x="574500" y="232262"/>
                  </a:lnTo>
                  <a:lnTo>
                    <a:pt x="576421" y="231575"/>
                  </a:lnTo>
                  <a:lnTo>
                    <a:pt x="578342" y="230851"/>
                  </a:lnTo>
                  <a:lnTo>
                    <a:pt x="580264" y="230090"/>
                  </a:lnTo>
                  <a:lnTo>
                    <a:pt x="582185" y="229286"/>
                  </a:lnTo>
                  <a:lnTo>
                    <a:pt x="584107" y="228432"/>
                  </a:lnTo>
                  <a:lnTo>
                    <a:pt x="586028" y="227532"/>
                  </a:lnTo>
                  <a:lnTo>
                    <a:pt x="587950" y="226584"/>
                  </a:lnTo>
                  <a:lnTo>
                    <a:pt x="589871" y="225584"/>
                  </a:lnTo>
                  <a:lnTo>
                    <a:pt x="591792" y="224529"/>
                  </a:lnTo>
                  <a:lnTo>
                    <a:pt x="593714" y="223409"/>
                  </a:lnTo>
                  <a:lnTo>
                    <a:pt x="595635" y="222214"/>
                  </a:lnTo>
                  <a:lnTo>
                    <a:pt x="597557" y="220949"/>
                  </a:lnTo>
                  <a:lnTo>
                    <a:pt x="599478" y="219611"/>
                  </a:lnTo>
                  <a:lnTo>
                    <a:pt x="601399" y="218195"/>
                  </a:lnTo>
                  <a:lnTo>
                    <a:pt x="603321" y="216697"/>
                  </a:lnTo>
                  <a:lnTo>
                    <a:pt x="605242" y="215103"/>
                  </a:lnTo>
                  <a:lnTo>
                    <a:pt x="607164" y="213404"/>
                  </a:lnTo>
                  <a:lnTo>
                    <a:pt x="609085" y="211609"/>
                  </a:lnTo>
                  <a:lnTo>
                    <a:pt x="611006" y="209715"/>
                  </a:lnTo>
                  <a:lnTo>
                    <a:pt x="612928" y="207718"/>
                  </a:lnTo>
                  <a:lnTo>
                    <a:pt x="614849" y="205617"/>
                  </a:lnTo>
                  <a:lnTo>
                    <a:pt x="616771" y="203394"/>
                  </a:lnTo>
                  <a:lnTo>
                    <a:pt x="618692" y="201048"/>
                  </a:lnTo>
                  <a:lnTo>
                    <a:pt x="620613" y="198590"/>
                  </a:lnTo>
                  <a:lnTo>
                    <a:pt x="622535" y="196020"/>
                  </a:lnTo>
                  <a:lnTo>
                    <a:pt x="624456" y="193337"/>
                  </a:lnTo>
                  <a:lnTo>
                    <a:pt x="626378" y="190541"/>
                  </a:lnTo>
                  <a:lnTo>
                    <a:pt x="628299" y="187615"/>
                  </a:lnTo>
                  <a:lnTo>
                    <a:pt x="630220" y="184564"/>
                  </a:lnTo>
                  <a:lnTo>
                    <a:pt x="632142" y="181403"/>
                  </a:lnTo>
                  <a:lnTo>
                    <a:pt x="634063" y="178132"/>
                  </a:lnTo>
                  <a:lnTo>
                    <a:pt x="635985" y="174751"/>
                  </a:lnTo>
                  <a:lnTo>
                    <a:pt x="637906" y="171263"/>
                  </a:lnTo>
                  <a:lnTo>
                    <a:pt x="639827" y="167650"/>
                  </a:lnTo>
                  <a:lnTo>
                    <a:pt x="641749" y="163926"/>
                  </a:lnTo>
                  <a:lnTo>
                    <a:pt x="643670" y="160100"/>
                  </a:lnTo>
                  <a:lnTo>
                    <a:pt x="645592" y="156174"/>
                  </a:lnTo>
                  <a:lnTo>
                    <a:pt x="647513" y="152150"/>
                  </a:lnTo>
                  <a:lnTo>
                    <a:pt x="649434" y="148029"/>
                  </a:lnTo>
                  <a:lnTo>
                    <a:pt x="651356" y="143796"/>
                  </a:lnTo>
                  <a:lnTo>
                    <a:pt x="653277" y="139467"/>
                  </a:lnTo>
                  <a:lnTo>
                    <a:pt x="655199" y="135049"/>
                  </a:lnTo>
                  <a:lnTo>
                    <a:pt x="657120" y="130545"/>
                  </a:lnTo>
                  <a:lnTo>
                    <a:pt x="659042" y="125957"/>
                  </a:lnTo>
                  <a:lnTo>
                    <a:pt x="660963" y="121288"/>
                  </a:lnTo>
                  <a:lnTo>
                    <a:pt x="662884" y="116526"/>
                  </a:lnTo>
                  <a:lnTo>
                    <a:pt x="664806" y="111690"/>
                  </a:lnTo>
                  <a:lnTo>
                    <a:pt x="666727" y="106788"/>
                  </a:lnTo>
                  <a:lnTo>
                    <a:pt x="668649" y="101826"/>
                  </a:lnTo>
                  <a:lnTo>
                    <a:pt x="670570" y="96809"/>
                  </a:lnTo>
                  <a:lnTo>
                    <a:pt x="672491" y="91746"/>
                  </a:lnTo>
                  <a:lnTo>
                    <a:pt x="674413" y="86637"/>
                  </a:lnTo>
                  <a:lnTo>
                    <a:pt x="676334" y="81506"/>
                  </a:lnTo>
                  <a:lnTo>
                    <a:pt x="678256" y="76363"/>
                  </a:lnTo>
                  <a:lnTo>
                    <a:pt x="680177" y="71221"/>
                  </a:lnTo>
                  <a:lnTo>
                    <a:pt x="682098" y="66092"/>
                  </a:lnTo>
                  <a:lnTo>
                    <a:pt x="684020" y="60993"/>
                  </a:lnTo>
                  <a:lnTo>
                    <a:pt x="685941" y="55957"/>
                  </a:lnTo>
                  <a:lnTo>
                    <a:pt x="687863" y="50993"/>
                  </a:lnTo>
                  <a:lnTo>
                    <a:pt x="689784" y="46121"/>
                  </a:lnTo>
                  <a:lnTo>
                    <a:pt x="691705" y="41361"/>
                  </a:lnTo>
                  <a:lnTo>
                    <a:pt x="693627" y="36731"/>
                  </a:lnTo>
                  <a:lnTo>
                    <a:pt x="695548" y="32259"/>
                  </a:lnTo>
                  <a:lnTo>
                    <a:pt x="697470" y="28007"/>
                  </a:lnTo>
                  <a:lnTo>
                    <a:pt x="699391" y="23965"/>
                  </a:lnTo>
                  <a:lnTo>
                    <a:pt x="701312" y="20152"/>
                  </a:lnTo>
                  <a:lnTo>
                    <a:pt x="703234" y="16591"/>
                  </a:lnTo>
                  <a:lnTo>
                    <a:pt x="705155" y="13301"/>
                  </a:lnTo>
                  <a:lnTo>
                    <a:pt x="707077" y="10323"/>
                  </a:lnTo>
                  <a:lnTo>
                    <a:pt x="708998" y="7727"/>
                  </a:lnTo>
                  <a:lnTo>
                    <a:pt x="710919" y="5473"/>
                  </a:lnTo>
                  <a:lnTo>
                    <a:pt x="712841" y="3578"/>
                  </a:lnTo>
                  <a:lnTo>
                    <a:pt x="714762" y="2056"/>
                  </a:lnTo>
                  <a:lnTo>
                    <a:pt x="716684" y="921"/>
                  </a:lnTo>
                  <a:lnTo>
                    <a:pt x="718605" y="218"/>
                  </a:lnTo>
                  <a:lnTo>
                    <a:pt x="720526" y="0"/>
                  </a:lnTo>
                  <a:lnTo>
                    <a:pt x="722448" y="201"/>
                  </a:lnTo>
                  <a:lnTo>
                    <a:pt x="724369" y="825"/>
                  </a:lnTo>
                  <a:lnTo>
                    <a:pt x="726291" y="1876"/>
                  </a:lnTo>
                  <a:lnTo>
                    <a:pt x="728212" y="3352"/>
                  </a:lnTo>
                  <a:lnTo>
                    <a:pt x="730134" y="5295"/>
                  </a:lnTo>
                  <a:lnTo>
                    <a:pt x="732055" y="7715"/>
                  </a:lnTo>
                  <a:lnTo>
                    <a:pt x="733976" y="10539"/>
                  </a:lnTo>
                  <a:lnTo>
                    <a:pt x="735898" y="13755"/>
                  </a:lnTo>
                  <a:lnTo>
                    <a:pt x="737819" y="17350"/>
                  </a:lnTo>
                  <a:lnTo>
                    <a:pt x="739741" y="21309"/>
                  </a:lnTo>
                  <a:lnTo>
                    <a:pt x="741662" y="25655"/>
                  </a:lnTo>
                  <a:lnTo>
                    <a:pt x="743583" y="30359"/>
                  </a:lnTo>
                  <a:lnTo>
                    <a:pt x="745505" y="35353"/>
                  </a:lnTo>
                  <a:lnTo>
                    <a:pt x="747426" y="40615"/>
                  </a:lnTo>
                  <a:lnTo>
                    <a:pt x="749348" y="46121"/>
                  </a:lnTo>
                  <a:lnTo>
                    <a:pt x="751269" y="51846"/>
                  </a:lnTo>
                  <a:lnTo>
                    <a:pt x="753190" y="57786"/>
                  </a:lnTo>
                  <a:lnTo>
                    <a:pt x="755112" y="63894"/>
                  </a:lnTo>
                  <a:lnTo>
                    <a:pt x="757033" y="70124"/>
                  </a:lnTo>
                  <a:lnTo>
                    <a:pt x="758955" y="76449"/>
                  </a:lnTo>
                  <a:lnTo>
                    <a:pt x="760876" y="82844"/>
                  </a:lnTo>
                  <a:lnTo>
                    <a:pt x="762797" y="89283"/>
                  </a:lnTo>
                  <a:lnTo>
                    <a:pt x="764719" y="95739"/>
                  </a:lnTo>
                  <a:lnTo>
                    <a:pt x="766640" y="102178"/>
                  </a:lnTo>
                  <a:lnTo>
                    <a:pt x="768562" y="108575"/>
                  </a:lnTo>
                  <a:lnTo>
                    <a:pt x="770483" y="114912"/>
                  </a:lnTo>
                  <a:lnTo>
                    <a:pt x="772404" y="121169"/>
                  </a:lnTo>
                  <a:lnTo>
                    <a:pt x="774326" y="127330"/>
                  </a:lnTo>
                  <a:lnTo>
                    <a:pt x="776247" y="133350"/>
                  </a:lnTo>
                  <a:lnTo>
                    <a:pt x="778169" y="139228"/>
                  </a:lnTo>
                  <a:lnTo>
                    <a:pt x="780090" y="144959"/>
                  </a:lnTo>
                  <a:lnTo>
                    <a:pt x="782011" y="150533"/>
                  </a:lnTo>
                  <a:lnTo>
                    <a:pt x="783933" y="155942"/>
                  </a:lnTo>
                  <a:lnTo>
                    <a:pt x="785854" y="161178"/>
                  </a:lnTo>
                  <a:lnTo>
                    <a:pt x="787776" y="166195"/>
                  </a:lnTo>
                  <a:lnTo>
                    <a:pt x="789697" y="171021"/>
                  </a:lnTo>
                  <a:lnTo>
                    <a:pt x="791618" y="175661"/>
                  </a:lnTo>
                  <a:lnTo>
                    <a:pt x="793540" y="180115"/>
                  </a:lnTo>
                  <a:lnTo>
                    <a:pt x="795461" y="184381"/>
                  </a:lnTo>
                  <a:lnTo>
                    <a:pt x="797383" y="188461"/>
                  </a:lnTo>
                  <a:lnTo>
                    <a:pt x="799304" y="192312"/>
                  </a:lnTo>
                  <a:lnTo>
                    <a:pt x="801226" y="195983"/>
                  </a:lnTo>
                  <a:lnTo>
                    <a:pt x="803147" y="199478"/>
                  </a:lnTo>
                  <a:lnTo>
                    <a:pt x="805068" y="202802"/>
                  </a:lnTo>
                  <a:lnTo>
                    <a:pt x="806990" y="205959"/>
                  </a:lnTo>
                  <a:lnTo>
                    <a:pt x="808911" y="208953"/>
                  </a:lnTo>
                  <a:lnTo>
                    <a:pt x="810833" y="211756"/>
                  </a:lnTo>
                  <a:lnTo>
                    <a:pt x="812754" y="214411"/>
                  </a:lnTo>
                  <a:lnTo>
                    <a:pt x="814675" y="216925"/>
                  </a:lnTo>
                  <a:lnTo>
                    <a:pt x="816597" y="219304"/>
                  </a:lnTo>
                  <a:lnTo>
                    <a:pt x="818518" y="221553"/>
                  </a:lnTo>
                  <a:lnTo>
                    <a:pt x="820440" y="223673"/>
                  </a:lnTo>
                  <a:lnTo>
                    <a:pt x="822361" y="225650"/>
                  </a:lnTo>
                  <a:lnTo>
                    <a:pt x="824282" y="227518"/>
                  </a:lnTo>
                  <a:lnTo>
                    <a:pt x="826204" y="229279"/>
                  </a:lnTo>
                  <a:lnTo>
                    <a:pt x="828125" y="230940"/>
                  </a:lnTo>
                  <a:lnTo>
                    <a:pt x="830047" y="232504"/>
                  </a:lnTo>
                  <a:lnTo>
                    <a:pt x="831968" y="233970"/>
                  </a:lnTo>
                  <a:lnTo>
                    <a:pt x="833889" y="235332"/>
                  </a:lnTo>
                  <a:lnTo>
                    <a:pt x="835811" y="236611"/>
                  </a:lnTo>
                  <a:lnTo>
                    <a:pt x="837732" y="237811"/>
                  </a:lnTo>
                  <a:lnTo>
                    <a:pt x="839654" y="238934"/>
                  </a:lnTo>
                  <a:lnTo>
                    <a:pt x="841575" y="239983"/>
                  </a:lnTo>
                  <a:lnTo>
                    <a:pt x="843496" y="240956"/>
                  </a:lnTo>
                  <a:lnTo>
                    <a:pt x="845418" y="241850"/>
                  </a:lnTo>
                  <a:lnTo>
                    <a:pt x="847339" y="242680"/>
                  </a:lnTo>
                  <a:lnTo>
                    <a:pt x="849261" y="243448"/>
                  </a:lnTo>
                  <a:lnTo>
                    <a:pt x="851182" y="244157"/>
                  </a:lnTo>
                  <a:lnTo>
                    <a:pt x="853103" y="244808"/>
                  </a:lnTo>
                  <a:lnTo>
                    <a:pt x="855025" y="245400"/>
                  </a:lnTo>
                  <a:lnTo>
                    <a:pt x="856946" y="245933"/>
                  </a:lnTo>
                  <a:lnTo>
                    <a:pt x="858868" y="246418"/>
                  </a:lnTo>
                  <a:lnTo>
                    <a:pt x="860789" y="246857"/>
                  </a:lnTo>
                  <a:lnTo>
                    <a:pt x="862710" y="247253"/>
                  </a:lnTo>
                  <a:lnTo>
                    <a:pt x="864632" y="247609"/>
                  </a:lnTo>
                  <a:lnTo>
                    <a:pt x="866553" y="247922"/>
                  </a:lnTo>
                  <a:lnTo>
                    <a:pt x="868475" y="248198"/>
                  </a:lnTo>
                  <a:lnTo>
                    <a:pt x="870396" y="248442"/>
                  </a:lnTo>
                  <a:lnTo>
                    <a:pt x="872318" y="248658"/>
                  </a:lnTo>
                  <a:lnTo>
                    <a:pt x="874239" y="248848"/>
                  </a:lnTo>
                  <a:lnTo>
                    <a:pt x="876160" y="249014"/>
                  </a:lnTo>
                  <a:lnTo>
                    <a:pt x="878082" y="249156"/>
                  </a:lnTo>
                  <a:lnTo>
                    <a:pt x="880003" y="249279"/>
                  </a:lnTo>
                  <a:lnTo>
                    <a:pt x="881925" y="249387"/>
                  </a:lnTo>
                  <a:lnTo>
                    <a:pt x="883846" y="249481"/>
                  </a:lnTo>
                  <a:lnTo>
                    <a:pt x="885767" y="249563"/>
                  </a:lnTo>
                  <a:lnTo>
                    <a:pt x="887689" y="249635"/>
                  </a:lnTo>
                  <a:lnTo>
                    <a:pt x="889610" y="249698"/>
                  </a:lnTo>
                  <a:lnTo>
                    <a:pt x="891532" y="249754"/>
                  </a:lnTo>
                  <a:lnTo>
                    <a:pt x="893453" y="249804"/>
                  </a:lnTo>
                  <a:lnTo>
                    <a:pt x="895374" y="249850"/>
                  </a:lnTo>
                  <a:lnTo>
                    <a:pt x="897296" y="249892"/>
                  </a:lnTo>
                  <a:lnTo>
                    <a:pt x="899217" y="249932"/>
                  </a:lnTo>
                  <a:lnTo>
                    <a:pt x="901139" y="249969"/>
                  </a:lnTo>
                  <a:lnTo>
                    <a:pt x="903060" y="250004"/>
                  </a:lnTo>
                  <a:lnTo>
                    <a:pt x="904981" y="250039"/>
                  </a:lnTo>
                  <a:lnTo>
                    <a:pt x="906903" y="250072"/>
                  </a:lnTo>
                  <a:lnTo>
                    <a:pt x="908824" y="250105"/>
                  </a:lnTo>
                  <a:lnTo>
                    <a:pt x="910746" y="250138"/>
                  </a:lnTo>
                  <a:lnTo>
                    <a:pt x="912667" y="250170"/>
                  </a:lnTo>
                  <a:lnTo>
                    <a:pt x="914588" y="250202"/>
                  </a:lnTo>
                  <a:lnTo>
                    <a:pt x="916510" y="250234"/>
                  </a:lnTo>
                  <a:lnTo>
                    <a:pt x="918431" y="250267"/>
                  </a:lnTo>
                  <a:lnTo>
                    <a:pt x="920353" y="250299"/>
                  </a:lnTo>
                  <a:lnTo>
                    <a:pt x="922274" y="250332"/>
                  </a:lnTo>
                  <a:lnTo>
                    <a:pt x="924195" y="250364"/>
                  </a:lnTo>
                  <a:lnTo>
                    <a:pt x="926117" y="250398"/>
                  </a:lnTo>
                  <a:lnTo>
                    <a:pt x="928038" y="250432"/>
                  </a:lnTo>
                  <a:lnTo>
                    <a:pt x="929960" y="250466"/>
                  </a:lnTo>
                  <a:lnTo>
                    <a:pt x="931881" y="250501"/>
                  </a:lnTo>
                  <a:lnTo>
                    <a:pt x="933802" y="250537"/>
                  </a:lnTo>
                  <a:lnTo>
                    <a:pt x="935724" y="250573"/>
                  </a:lnTo>
                  <a:lnTo>
                    <a:pt x="937645" y="250610"/>
                  </a:lnTo>
                  <a:lnTo>
                    <a:pt x="939567" y="250648"/>
                  </a:lnTo>
                  <a:lnTo>
                    <a:pt x="941488" y="250686"/>
                  </a:lnTo>
                  <a:lnTo>
                    <a:pt x="943410" y="250725"/>
                  </a:lnTo>
                  <a:lnTo>
                    <a:pt x="945331" y="250764"/>
                  </a:lnTo>
                  <a:lnTo>
                    <a:pt x="947252" y="250803"/>
                  </a:lnTo>
                  <a:lnTo>
                    <a:pt x="949174" y="250843"/>
                  </a:lnTo>
                  <a:lnTo>
                    <a:pt x="951095" y="250882"/>
                  </a:lnTo>
                  <a:lnTo>
                    <a:pt x="953017" y="250921"/>
                  </a:lnTo>
                  <a:lnTo>
                    <a:pt x="954938" y="250959"/>
                  </a:lnTo>
                  <a:lnTo>
                    <a:pt x="956859" y="250996"/>
                  </a:lnTo>
                  <a:lnTo>
                    <a:pt x="958781" y="251033"/>
                  </a:lnTo>
                  <a:lnTo>
                    <a:pt x="960702" y="251068"/>
                  </a:lnTo>
                  <a:lnTo>
                    <a:pt x="962624" y="251102"/>
                  </a:lnTo>
                  <a:lnTo>
                    <a:pt x="964545" y="251134"/>
                  </a:lnTo>
                  <a:lnTo>
                    <a:pt x="966466" y="251165"/>
                  </a:lnTo>
                  <a:lnTo>
                    <a:pt x="968388" y="251194"/>
                  </a:lnTo>
                  <a:lnTo>
                    <a:pt x="970309" y="251221"/>
                  </a:lnTo>
                  <a:lnTo>
                    <a:pt x="972231" y="251246"/>
                  </a:lnTo>
                  <a:lnTo>
                    <a:pt x="974152" y="251269"/>
                  </a:lnTo>
                  <a:lnTo>
                    <a:pt x="976073" y="251291"/>
                  </a:lnTo>
                  <a:lnTo>
                    <a:pt x="977995" y="251311"/>
                  </a:lnTo>
                  <a:lnTo>
                    <a:pt x="979916" y="251328"/>
                  </a:lnTo>
                  <a:lnTo>
                    <a:pt x="981838" y="251344"/>
                  </a:lnTo>
                </a:path>
              </a:pathLst>
            </a:custGeom>
            <a:ln w="27101" cap="flat">
              <a:solidFill>
                <a:srgbClr val="E8C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7906162" y="5928912"/>
              <a:ext cx="981838" cy="54511"/>
            </a:xfrm>
            <a:custGeom>
              <a:avLst/>
              <a:pathLst>
                <a:path w="981838" h="54511">
                  <a:moveTo>
                    <a:pt x="0" y="48288"/>
                  </a:moveTo>
                  <a:lnTo>
                    <a:pt x="1921" y="48214"/>
                  </a:lnTo>
                  <a:lnTo>
                    <a:pt x="3842" y="48140"/>
                  </a:lnTo>
                  <a:lnTo>
                    <a:pt x="5764" y="48065"/>
                  </a:lnTo>
                  <a:lnTo>
                    <a:pt x="7685" y="47991"/>
                  </a:lnTo>
                  <a:lnTo>
                    <a:pt x="9607" y="47916"/>
                  </a:lnTo>
                  <a:lnTo>
                    <a:pt x="11528" y="47841"/>
                  </a:lnTo>
                  <a:lnTo>
                    <a:pt x="13449" y="47766"/>
                  </a:lnTo>
                  <a:lnTo>
                    <a:pt x="15371" y="47691"/>
                  </a:lnTo>
                  <a:lnTo>
                    <a:pt x="17292" y="47615"/>
                  </a:lnTo>
                  <a:lnTo>
                    <a:pt x="19214" y="47539"/>
                  </a:lnTo>
                  <a:lnTo>
                    <a:pt x="21135" y="47463"/>
                  </a:lnTo>
                  <a:lnTo>
                    <a:pt x="23056" y="47387"/>
                  </a:lnTo>
                  <a:lnTo>
                    <a:pt x="24978" y="47311"/>
                  </a:lnTo>
                  <a:lnTo>
                    <a:pt x="26899" y="47235"/>
                  </a:lnTo>
                  <a:lnTo>
                    <a:pt x="28821" y="47159"/>
                  </a:lnTo>
                  <a:lnTo>
                    <a:pt x="30742" y="47082"/>
                  </a:lnTo>
                  <a:lnTo>
                    <a:pt x="32663" y="47005"/>
                  </a:lnTo>
                  <a:lnTo>
                    <a:pt x="34585" y="46929"/>
                  </a:lnTo>
                  <a:lnTo>
                    <a:pt x="36506" y="46852"/>
                  </a:lnTo>
                  <a:lnTo>
                    <a:pt x="38428" y="46775"/>
                  </a:lnTo>
                  <a:lnTo>
                    <a:pt x="40349" y="46698"/>
                  </a:lnTo>
                  <a:lnTo>
                    <a:pt x="42270" y="46621"/>
                  </a:lnTo>
                  <a:lnTo>
                    <a:pt x="44192" y="46544"/>
                  </a:lnTo>
                  <a:lnTo>
                    <a:pt x="46113" y="46467"/>
                  </a:lnTo>
                  <a:lnTo>
                    <a:pt x="48035" y="46390"/>
                  </a:lnTo>
                  <a:lnTo>
                    <a:pt x="49956" y="46313"/>
                  </a:lnTo>
                  <a:lnTo>
                    <a:pt x="51877" y="46236"/>
                  </a:lnTo>
                  <a:lnTo>
                    <a:pt x="53799" y="46159"/>
                  </a:lnTo>
                  <a:lnTo>
                    <a:pt x="55720" y="46082"/>
                  </a:lnTo>
                  <a:lnTo>
                    <a:pt x="57642" y="46005"/>
                  </a:lnTo>
                  <a:lnTo>
                    <a:pt x="59563" y="45928"/>
                  </a:lnTo>
                  <a:lnTo>
                    <a:pt x="61484" y="45852"/>
                  </a:lnTo>
                  <a:lnTo>
                    <a:pt x="63406" y="45775"/>
                  </a:lnTo>
                  <a:lnTo>
                    <a:pt x="65327" y="45698"/>
                  </a:lnTo>
                  <a:lnTo>
                    <a:pt x="67249" y="45622"/>
                  </a:lnTo>
                  <a:lnTo>
                    <a:pt x="69170" y="45545"/>
                  </a:lnTo>
                  <a:lnTo>
                    <a:pt x="71091" y="45469"/>
                  </a:lnTo>
                  <a:lnTo>
                    <a:pt x="73013" y="45393"/>
                  </a:lnTo>
                  <a:lnTo>
                    <a:pt x="74934" y="45317"/>
                  </a:lnTo>
                  <a:lnTo>
                    <a:pt x="76856" y="45241"/>
                  </a:lnTo>
                  <a:lnTo>
                    <a:pt x="78777" y="45165"/>
                  </a:lnTo>
                  <a:lnTo>
                    <a:pt x="80699" y="45089"/>
                  </a:lnTo>
                  <a:lnTo>
                    <a:pt x="82620" y="45014"/>
                  </a:lnTo>
                  <a:lnTo>
                    <a:pt x="84541" y="44938"/>
                  </a:lnTo>
                  <a:lnTo>
                    <a:pt x="86463" y="44863"/>
                  </a:lnTo>
                  <a:lnTo>
                    <a:pt x="88384" y="44788"/>
                  </a:lnTo>
                  <a:lnTo>
                    <a:pt x="90306" y="44714"/>
                  </a:lnTo>
                  <a:lnTo>
                    <a:pt x="92227" y="44639"/>
                  </a:lnTo>
                  <a:lnTo>
                    <a:pt x="94148" y="44565"/>
                  </a:lnTo>
                  <a:lnTo>
                    <a:pt x="96070" y="44491"/>
                  </a:lnTo>
                  <a:lnTo>
                    <a:pt x="97991" y="44417"/>
                  </a:lnTo>
                  <a:lnTo>
                    <a:pt x="99913" y="44344"/>
                  </a:lnTo>
                  <a:lnTo>
                    <a:pt x="101834" y="44271"/>
                  </a:lnTo>
                  <a:lnTo>
                    <a:pt x="103755" y="44198"/>
                  </a:lnTo>
                  <a:lnTo>
                    <a:pt x="105677" y="44125"/>
                  </a:lnTo>
                  <a:lnTo>
                    <a:pt x="107598" y="44053"/>
                  </a:lnTo>
                  <a:lnTo>
                    <a:pt x="109520" y="43981"/>
                  </a:lnTo>
                  <a:lnTo>
                    <a:pt x="111441" y="43909"/>
                  </a:lnTo>
                  <a:lnTo>
                    <a:pt x="113362" y="43838"/>
                  </a:lnTo>
                  <a:lnTo>
                    <a:pt x="115284" y="43766"/>
                  </a:lnTo>
                  <a:lnTo>
                    <a:pt x="117205" y="43696"/>
                  </a:lnTo>
                  <a:lnTo>
                    <a:pt x="119127" y="43625"/>
                  </a:lnTo>
                  <a:lnTo>
                    <a:pt x="121048" y="43555"/>
                  </a:lnTo>
                  <a:lnTo>
                    <a:pt x="122969" y="43485"/>
                  </a:lnTo>
                  <a:lnTo>
                    <a:pt x="124891" y="43416"/>
                  </a:lnTo>
                  <a:lnTo>
                    <a:pt x="126812" y="43347"/>
                  </a:lnTo>
                  <a:lnTo>
                    <a:pt x="128734" y="43278"/>
                  </a:lnTo>
                  <a:lnTo>
                    <a:pt x="130655" y="43210"/>
                  </a:lnTo>
                  <a:lnTo>
                    <a:pt x="132576" y="43142"/>
                  </a:lnTo>
                  <a:lnTo>
                    <a:pt x="134498" y="43074"/>
                  </a:lnTo>
                  <a:lnTo>
                    <a:pt x="136419" y="43007"/>
                  </a:lnTo>
                  <a:lnTo>
                    <a:pt x="138341" y="42940"/>
                  </a:lnTo>
                  <a:lnTo>
                    <a:pt x="140262" y="42874"/>
                  </a:lnTo>
                  <a:lnTo>
                    <a:pt x="142183" y="42808"/>
                  </a:lnTo>
                  <a:lnTo>
                    <a:pt x="144105" y="42742"/>
                  </a:lnTo>
                  <a:lnTo>
                    <a:pt x="146026" y="42677"/>
                  </a:lnTo>
                  <a:lnTo>
                    <a:pt x="147948" y="42612"/>
                  </a:lnTo>
                  <a:lnTo>
                    <a:pt x="149869" y="42548"/>
                  </a:lnTo>
                  <a:lnTo>
                    <a:pt x="151791" y="42484"/>
                  </a:lnTo>
                  <a:lnTo>
                    <a:pt x="153712" y="42421"/>
                  </a:lnTo>
                  <a:lnTo>
                    <a:pt x="155633" y="42357"/>
                  </a:lnTo>
                  <a:lnTo>
                    <a:pt x="157555" y="42295"/>
                  </a:lnTo>
                  <a:lnTo>
                    <a:pt x="159476" y="42233"/>
                  </a:lnTo>
                  <a:lnTo>
                    <a:pt x="161398" y="42171"/>
                  </a:lnTo>
                  <a:lnTo>
                    <a:pt x="163319" y="42110"/>
                  </a:lnTo>
                  <a:lnTo>
                    <a:pt x="165240" y="42049"/>
                  </a:lnTo>
                  <a:lnTo>
                    <a:pt x="167162" y="41989"/>
                  </a:lnTo>
                  <a:lnTo>
                    <a:pt x="169083" y="41929"/>
                  </a:lnTo>
                  <a:lnTo>
                    <a:pt x="171005" y="41869"/>
                  </a:lnTo>
                  <a:lnTo>
                    <a:pt x="172926" y="41810"/>
                  </a:lnTo>
                  <a:lnTo>
                    <a:pt x="174847" y="41752"/>
                  </a:lnTo>
                  <a:lnTo>
                    <a:pt x="176769" y="41694"/>
                  </a:lnTo>
                  <a:lnTo>
                    <a:pt x="178690" y="41636"/>
                  </a:lnTo>
                  <a:lnTo>
                    <a:pt x="180612" y="41579"/>
                  </a:lnTo>
                  <a:lnTo>
                    <a:pt x="182533" y="41522"/>
                  </a:lnTo>
                  <a:lnTo>
                    <a:pt x="184454" y="41466"/>
                  </a:lnTo>
                  <a:lnTo>
                    <a:pt x="186376" y="41410"/>
                  </a:lnTo>
                  <a:lnTo>
                    <a:pt x="188297" y="41355"/>
                  </a:lnTo>
                  <a:lnTo>
                    <a:pt x="190219" y="41300"/>
                  </a:lnTo>
                  <a:lnTo>
                    <a:pt x="192140" y="41245"/>
                  </a:lnTo>
                  <a:lnTo>
                    <a:pt x="194061" y="41191"/>
                  </a:lnTo>
                  <a:lnTo>
                    <a:pt x="195983" y="41138"/>
                  </a:lnTo>
                  <a:lnTo>
                    <a:pt x="197904" y="41085"/>
                  </a:lnTo>
                  <a:lnTo>
                    <a:pt x="199826" y="41032"/>
                  </a:lnTo>
                  <a:lnTo>
                    <a:pt x="201747" y="40980"/>
                  </a:lnTo>
                  <a:lnTo>
                    <a:pt x="203668" y="40928"/>
                  </a:lnTo>
                  <a:lnTo>
                    <a:pt x="205590" y="40876"/>
                  </a:lnTo>
                  <a:lnTo>
                    <a:pt x="207511" y="40826"/>
                  </a:lnTo>
                  <a:lnTo>
                    <a:pt x="209433" y="40775"/>
                  </a:lnTo>
                  <a:lnTo>
                    <a:pt x="211354" y="40725"/>
                  </a:lnTo>
                  <a:lnTo>
                    <a:pt x="213275" y="40676"/>
                  </a:lnTo>
                  <a:lnTo>
                    <a:pt x="215197" y="40626"/>
                  </a:lnTo>
                  <a:lnTo>
                    <a:pt x="217118" y="40578"/>
                  </a:lnTo>
                  <a:lnTo>
                    <a:pt x="219040" y="40529"/>
                  </a:lnTo>
                  <a:lnTo>
                    <a:pt x="220961" y="40482"/>
                  </a:lnTo>
                  <a:lnTo>
                    <a:pt x="222883" y="40434"/>
                  </a:lnTo>
                  <a:lnTo>
                    <a:pt x="224804" y="40387"/>
                  </a:lnTo>
                  <a:lnTo>
                    <a:pt x="226725" y="40340"/>
                  </a:lnTo>
                  <a:lnTo>
                    <a:pt x="228647" y="40294"/>
                  </a:lnTo>
                  <a:lnTo>
                    <a:pt x="230568" y="40248"/>
                  </a:lnTo>
                  <a:lnTo>
                    <a:pt x="232490" y="40203"/>
                  </a:lnTo>
                  <a:lnTo>
                    <a:pt x="234411" y="40158"/>
                  </a:lnTo>
                  <a:lnTo>
                    <a:pt x="236332" y="40113"/>
                  </a:lnTo>
                  <a:lnTo>
                    <a:pt x="238254" y="40068"/>
                  </a:lnTo>
                  <a:lnTo>
                    <a:pt x="240175" y="40025"/>
                  </a:lnTo>
                  <a:lnTo>
                    <a:pt x="242097" y="39981"/>
                  </a:lnTo>
                  <a:lnTo>
                    <a:pt x="244018" y="39938"/>
                  </a:lnTo>
                  <a:lnTo>
                    <a:pt x="245939" y="39895"/>
                  </a:lnTo>
                  <a:lnTo>
                    <a:pt x="247861" y="39852"/>
                  </a:lnTo>
                  <a:lnTo>
                    <a:pt x="249782" y="39810"/>
                  </a:lnTo>
                  <a:lnTo>
                    <a:pt x="251704" y="39768"/>
                  </a:lnTo>
                  <a:lnTo>
                    <a:pt x="253625" y="39727"/>
                  </a:lnTo>
                  <a:lnTo>
                    <a:pt x="255546" y="39685"/>
                  </a:lnTo>
                  <a:lnTo>
                    <a:pt x="257468" y="39644"/>
                  </a:lnTo>
                  <a:lnTo>
                    <a:pt x="259389" y="39604"/>
                  </a:lnTo>
                  <a:lnTo>
                    <a:pt x="261311" y="39563"/>
                  </a:lnTo>
                  <a:lnTo>
                    <a:pt x="263232" y="39523"/>
                  </a:lnTo>
                  <a:lnTo>
                    <a:pt x="265153" y="39483"/>
                  </a:lnTo>
                  <a:lnTo>
                    <a:pt x="267075" y="39444"/>
                  </a:lnTo>
                  <a:lnTo>
                    <a:pt x="268996" y="39405"/>
                  </a:lnTo>
                  <a:lnTo>
                    <a:pt x="270918" y="39366"/>
                  </a:lnTo>
                  <a:lnTo>
                    <a:pt x="272839" y="39327"/>
                  </a:lnTo>
                  <a:lnTo>
                    <a:pt x="274760" y="39289"/>
                  </a:lnTo>
                  <a:lnTo>
                    <a:pt x="276682" y="39250"/>
                  </a:lnTo>
                  <a:lnTo>
                    <a:pt x="278603" y="39212"/>
                  </a:lnTo>
                  <a:lnTo>
                    <a:pt x="280525" y="39175"/>
                  </a:lnTo>
                  <a:lnTo>
                    <a:pt x="282446" y="39137"/>
                  </a:lnTo>
                  <a:lnTo>
                    <a:pt x="284367" y="39100"/>
                  </a:lnTo>
                  <a:lnTo>
                    <a:pt x="286289" y="39062"/>
                  </a:lnTo>
                  <a:lnTo>
                    <a:pt x="288210" y="39025"/>
                  </a:lnTo>
                  <a:lnTo>
                    <a:pt x="290132" y="38989"/>
                  </a:lnTo>
                  <a:lnTo>
                    <a:pt x="292053" y="38952"/>
                  </a:lnTo>
                  <a:lnTo>
                    <a:pt x="293975" y="38915"/>
                  </a:lnTo>
                  <a:lnTo>
                    <a:pt x="295896" y="38879"/>
                  </a:lnTo>
                  <a:lnTo>
                    <a:pt x="297817" y="38843"/>
                  </a:lnTo>
                  <a:lnTo>
                    <a:pt x="299739" y="38807"/>
                  </a:lnTo>
                  <a:lnTo>
                    <a:pt x="301660" y="38770"/>
                  </a:lnTo>
                  <a:lnTo>
                    <a:pt x="303582" y="38735"/>
                  </a:lnTo>
                  <a:lnTo>
                    <a:pt x="305503" y="38699"/>
                  </a:lnTo>
                  <a:lnTo>
                    <a:pt x="307424" y="38663"/>
                  </a:lnTo>
                  <a:lnTo>
                    <a:pt x="309346" y="38627"/>
                  </a:lnTo>
                  <a:lnTo>
                    <a:pt x="311267" y="38592"/>
                  </a:lnTo>
                  <a:lnTo>
                    <a:pt x="313189" y="38556"/>
                  </a:lnTo>
                  <a:lnTo>
                    <a:pt x="315110" y="38521"/>
                  </a:lnTo>
                  <a:lnTo>
                    <a:pt x="317031" y="38486"/>
                  </a:lnTo>
                  <a:lnTo>
                    <a:pt x="318953" y="38450"/>
                  </a:lnTo>
                  <a:lnTo>
                    <a:pt x="320874" y="38415"/>
                  </a:lnTo>
                  <a:lnTo>
                    <a:pt x="322796" y="38379"/>
                  </a:lnTo>
                  <a:lnTo>
                    <a:pt x="324717" y="38344"/>
                  </a:lnTo>
                  <a:lnTo>
                    <a:pt x="326638" y="38309"/>
                  </a:lnTo>
                  <a:lnTo>
                    <a:pt x="328560" y="38273"/>
                  </a:lnTo>
                  <a:lnTo>
                    <a:pt x="330481" y="38238"/>
                  </a:lnTo>
                  <a:lnTo>
                    <a:pt x="332403" y="38202"/>
                  </a:lnTo>
                  <a:lnTo>
                    <a:pt x="334324" y="38167"/>
                  </a:lnTo>
                  <a:lnTo>
                    <a:pt x="336245" y="38131"/>
                  </a:lnTo>
                  <a:lnTo>
                    <a:pt x="338167" y="38096"/>
                  </a:lnTo>
                  <a:lnTo>
                    <a:pt x="340088" y="38060"/>
                  </a:lnTo>
                  <a:lnTo>
                    <a:pt x="342010" y="38024"/>
                  </a:lnTo>
                  <a:lnTo>
                    <a:pt x="343931" y="37988"/>
                  </a:lnTo>
                  <a:lnTo>
                    <a:pt x="345852" y="37952"/>
                  </a:lnTo>
                  <a:lnTo>
                    <a:pt x="347774" y="37916"/>
                  </a:lnTo>
                  <a:lnTo>
                    <a:pt x="349695" y="37880"/>
                  </a:lnTo>
                  <a:lnTo>
                    <a:pt x="351617" y="37843"/>
                  </a:lnTo>
                  <a:lnTo>
                    <a:pt x="353538" y="37807"/>
                  </a:lnTo>
                  <a:lnTo>
                    <a:pt x="355459" y="37770"/>
                  </a:lnTo>
                  <a:lnTo>
                    <a:pt x="357381" y="37733"/>
                  </a:lnTo>
                  <a:lnTo>
                    <a:pt x="359302" y="37696"/>
                  </a:lnTo>
                  <a:lnTo>
                    <a:pt x="361224" y="37659"/>
                  </a:lnTo>
                  <a:lnTo>
                    <a:pt x="363145" y="37621"/>
                  </a:lnTo>
                  <a:lnTo>
                    <a:pt x="365067" y="37583"/>
                  </a:lnTo>
                  <a:lnTo>
                    <a:pt x="366988" y="37545"/>
                  </a:lnTo>
                  <a:lnTo>
                    <a:pt x="368909" y="37507"/>
                  </a:lnTo>
                  <a:lnTo>
                    <a:pt x="370831" y="37468"/>
                  </a:lnTo>
                  <a:lnTo>
                    <a:pt x="372752" y="37430"/>
                  </a:lnTo>
                  <a:lnTo>
                    <a:pt x="374674" y="37391"/>
                  </a:lnTo>
                  <a:lnTo>
                    <a:pt x="376595" y="37351"/>
                  </a:lnTo>
                  <a:lnTo>
                    <a:pt x="378516" y="37312"/>
                  </a:lnTo>
                  <a:lnTo>
                    <a:pt x="380438" y="37272"/>
                  </a:lnTo>
                  <a:lnTo>
                    <a:pt x="382359" y="37231"/>
                  </a:lnTo>
                  <a:lnTo>
                    <a:pt x="384281" y="37191"/>
                  </a:lnTo>
                  <a:lnTo>
                    <a:pt x="386202" y="37150"/>
                  </a:lnTo>
                  <a:lnTo>
                    <a:pt x="388123" y="37109"/>
                  </a:lnTo>
                  <a:lnTo>
                    <a:pt x="390045" y="37067"/>
                  </a:lnTo>
                  <a:lnTo>
                    <a:pt x="391966" y="37025"/>
                  </a:lnTo>
                  <a:lnTo>
                    <a:pt x="393888" y="36983"/>
                  </a:lnTo>
                  <a:lnTo>
                    <a:pt x="395809" y="36940"/>
                  </a:lnTo>
                  <a:lnTo>
                    <a:pt x="397730" y="36897"/>
                  </a:lnTo>
                  <a:lnTo>
                    <a:pt x="399652" y="36853"/>
                  </a:lnTo>
                  <a:lnTo>
                    <a:pt x="401573" y="36809"/>
                  </a:lnTo>
                  <a:lnTo>
                    <a:pt x="403495" y="36765"/>
                  </a:lnTo>
                  <a:lnTo>
                    <a:pt x="405416" y="36720"/>
                  </a:lnTo>
                  <a:lnTo>
                    <a:pt x="407337" y="36674"/>
                  </a:lnTo>
                  <a:lnTo>
                    <a:pt x="409259" y="36628"/>
                  </a:lnTo>
                  <a:lnTo>
                    <a:pt x="411180" y="36582"/>
                  </a:lnTo>
                  <a:lnTo>
                    <a:pt x="413102" y="36535"/>
                  </a:lnTo>
                  <a:lnTo>
                    <a:pt x="415023" y="36488"/>
                  </a:lnTo>
                  <a:lnTo>
                    <a:pt x="416944" y="36440"/>
                  </a:lnTo>
                  <a:lnTo>
                    <a:pt x="418866" y="36392"/>
                  </a:lnTo>
                  <a:lnTo>
                    <a:pt x="420787" y="36343"/>
                  </a:lnTo>
                  <a:lnTo>
                    <a:pt x="422709" y="36293"/>
                  </a:lnTo>
                  <a:lnTo>
                    <a:pt x="424630" y="36244"/>
                  </a:lnTo>
                  <a:lnTo>
                    <a:pt x="426551" y="36193"/>
                  </a:lnTo>
                  <a:lnTo>
                    <a:pt x="428473" y="36142"/>
                  </a:lnTo>
                  <a:lnTo>
                    <a:pt x="430394" y="36090"/>
                  </a:lnTo>
                  <a:lnTo>
                    <a:pt x="432316" y="36037"/>
                  </a:lnTo>
                  <a:lnTo>
                    <a:pt x="434237" y="35985"/>
                  </a:lnTo>
                  <a:lnTo>
                    <a:pt x="436159" y="35931"/>
                  </a:lnTo>
                  <a:lnTo>
                    <a:pt x="438080" y="35877"/>
                  </a:lnTo>
                  <a:lnTo>
                    <a:pt x="440001" y="35822"/>
                  </a:lnTo>
                  <a:lnTo>
                    <a:pt x="441923" y="35766"/>
                  </a:lnTo>
                  <a:lnTo>
                    <a:pt x="443844" y="35710"/>
                  </a:lnTo>
                  <a:lnTo>
                    <a:pt x="445766" y="35653"/>
                  </a:lnTo>
                  <a:lnTo>
                    <a:pt x="447687" y="35596"/>
                  </a:lnTo>
                  <a:lnTo>
                    <a:pt x="449608" y="35537"/>
                  </a:lnTo>
                  <a:lnTo>
                    <a:pt x="451530" y="35478"/>
                  </a:lnTo>
                  <a:lnTo>
                    <a:pt x="453451" y="35418"/>
                  </a:lnTo>
                  <a:lnTo>
                    <a:pt x="455373" y="35358"/>
                  </a:lnTo>
                  <a:lnTo>
                    <a:pt x="457294" y="35297"/>
                  </a:lnTo>
                  <a:lnTo>
                    <a:pt x="459215" y="35234"/>
                  </a:lnTo>
                  <a:lnTo>
                    <a:pt x="461137" y="35172"/>
                  </a:lnTo>
                  <a:lnTo>
                    <a:pt x="463058" y="35108"/>
                  </a:lnTo>
                  <a:lnTo>
                    <a:pt x="464980" y="35044"/>
                  </a:lnTo>
                  <a:lnTo>
                    <a:pt x="466901" y="34979"/>
                  </a:lnTo>
                  <a:lnTo>
                    <a:pt x="468822" y="34912"/>
                  </a:lnTo>
                  <a:lnTo>
                    <a:pt x="470744" y="34846"/>
                  </a:lnTo>
                  <a:lnTo>
                    <a:pt x="472665" y="34778"/>
                  </a:lnTo>
                  <a:lnTo>
                    <a:pt x="474587" y="34710"/>
                  </a:lnTo>
                  <a:lnTo>
                    <a:pt x="476508" y="34640"/>
                  </a:lnTo>
                  <a:lnTo>
                    <a:pt x="478429" y="34570"/>
                  </a:lnTo>
                  <a:lnTo>
                    <a:pt x="480351" y="34498"/>
                  </a:lnTo>
                  <a:lnTo>
                    <a:pt x="482272" y="34426"/>
                  </a:lnTo>
                  <a:lnTo>
                    <a:pt x="484194" y="34354"/>
                  </a:lnTo>
                  <a:lnTo>
                    <a:pt x="486115" y="34279"/>
                  </a:lnTo>
                  <a:lnTo>
                    <a:pt x="488036" y="34205"/>
                  </a:lnTo>
                  <a:lnTo>
                    <a:pt x="489958" y="34128"/>
                  </a:lnTo>
                  <a:lnTo>
                    <a:pt x="491879" y="34052"/>
                  </a:lnTo>
                  <a:lnTo>
                    <a:pt x="493801" y="33974"/>
                  </a:lnTo>
                  <a:lnTo>
                    <a:pt x="495722" y="33895"/>
                  </a:lnTo>
                  <a:lnTo>
                    <a:pt x="497643" y="33816"/>
                  </a:lnTo>
                  <a:lnTo>
                    <a:pt x="499565" y="33734"/>
                  </a:lnTo>
                  <a:lnTo>
                    <a:pt x="501486" y="33653"/>
                  </a:lnTo>
                  <a:lnTo>
                    <a:pt x="503408" y="33570"/>
                  </a:lnTo>
                  <a:lnTo>
                    <a:pt x="505329" y="33486"/>
                  </a:lnTo>
                  <a:lnTo>
                    <a:pt x="507250" y="33401"/>
                  </a:lnTo>
                  <a:lnTo>
                    <a:pt x="509172" y="33315"/>
                  </a:lnTo>
                  <a:lnTo>
                    <a:pt x="511093" y="33228"/>
                  </a:lnTo>
                  <a:lnTo>
                    <a:pt x="513015" y="33140"/>
                  </a:lnTo>
                  <a:lnTo>
                    <a:pt x="514936" y="33050"/>
                  </a:lnTo>
                  <a:lnTo>
                    <a:pt x="516858" y="32960"/>
                  </a:lnTo>
                  <a:lnTo>
                    <a:pt x="518779" y="32868"/>
                  </a:lnTo>
                  <a:lnTo>
                    <a:pt x="520700" y="32776"/>
                  </a:lnTo>
                  <a:lnTo>
                    <a:pt x="522622" y="32682"/>
                  </a:lnTo>
                  <a:lnTo>
                    <a:pt x="524543" y="32587"/>
                  </a:lnTo>
                  <a:lnTo>
                    <a:pt x="526465" y="32490"/>
                  </a:lnTo>
                  <a:lnTo>
                    <a:pt x="528386" y="32393"/>
                  </a:lnTo>
                  <a:lnTo>
                    <a:pt x="530307" y="32295"/>
                  </a:lnTo>
                  <a:lnTo>
                    <a:pt x="532229" y="32194"/>
                  </a:lnTo>
                  <a:lnTo>
                    <a:pt x="534150" y="32094"/>
                  </a:lnTo>
                  <a:lnTo>
                    <a:pt x="536072" y="31991"/>
                  </a:lnTo>
                  <a:lnTo>
                    <a:pt x="537993" y="31888"/>
                  </a:lnTo>
                  <a:lnTo>
                    <a:pt x="539914" y="31783"/>
                  </a:lnTo>
                  <a:lnTo>
                    <a:pt x="541836" y="31677"/>
                  </a:lnTo>
                  <a:lnTo>
                    <a:pt x="543757" y="31570"/>
                  </a:lnTo>
                  <a:lnTo>
                    <a:pt x="545679" y="31461"/>
                  </a:lnTo>
                  <a:lnTo>
                    <a:pt x="547600" y="31351"/>
                  </a:lnTo>
                  <a:lnTo>
                    <a:pt x="549521" y="31239"/>
                  </a:lnTo>
                  <a:lnTo>
                    <a:pt x="551443" y="31127"/>
                  </a:lnTo>
                  <a:lnTo>
                    <a:pt x="553364" y="31013"/>
                  </a:lnTo>
                  <a:lnTo>
                    <a:pt x="555286" y="30898"/>
                  </a:lnTo>
                  <a:lnTo>
                    <a:pt x="557207" y="30782"/>
                  </a:lnTo>
                  <a:lnTo>
                    <a:pt x="559128" y="30663"/>
                  </a:lnTo>
                  <a:lnTo>
                    <a:pt x="561050" y="30544"/>
                  </a:lnTo>
                  <a:lnTo>
                    <a:pt x="562971" y="30423"/>
                  </a:lnTo>
                  <a:lnTo>
                    <a:pt x="564893" y="30301"/>
                  </a:lnTo>
                  <a:lnTo>
                    <a:pt x="566814" y="30177"/>
                  </a:lnTo>
                  <a:lnTo>
                    <a:pt x="568735" y="30052"/>
                  </a:lnTo>
                  <a:lnTo>
                    <a:pt x="570657" y="29926"/>
                  </a:lnTo>
                  <a:lnTo>
                    <a:pt x="572578" y="29798"/>
                  </a:lnTo>
                  <a:lnTo>
                    <a:pt x="574500" y="29669"/>
                  </a:lnTo>
                  <a:lnTo>
                    <a:pt x="576421" y="29538"/>
                  </a:lnTo>
                  <a:lnTo>
                    <a:pt x="578342" y="29405"/>
                  </a:lnTo>
                  <a:lnTo>
                    <a:pt x="580264" y="29272"/>
                  </a:lnTo>
                  <a:lnTo>
                    <a:pt x="582185" y="29136"/>
                  </a:lnTo>
                  <a:lnTo>
                    <a:pt x="584107" y="29000"/>
                  </a:lnTo>
                  <a:lnTo>
                    <a:pt x="586028" y="28862"/>
                  </a:lnTo>
                  <a:lnTo>
                    <a:pt x="587950" y="28722"/>
                  </a:lnTo>
                  <a:lnTo>
                    <a:pt x="589871" y="28581"/>
                  </a:lnTo>
                  <a:lnTo>
                    <a:pt x="591792" y="28438"/>
                  </a:lnTo>
                  <a:lnTo>
                    <a:pt x="593714" y="28295"/>
                  </a:lnTo>
                  <a:lnTo>
                    <a:pt x="595635" y="28148"/>
                  </a:lnTo>
                  <a:lnTo>
                    <a:pt x="597557" y="28001"/>
                  </a:lnTo>
                  <a:lnTo>
                    <a:pt x="599478" y="27852"/>
                  </a:lnTo>
                  <a:lnTo>
                    <a:pt x="601399" y="27702"/>
                  </a:lnTo>
                  <a:lnTo>
                    <a:pt x="603321" y="27550"/>
                  </a:lnTo>
                  <a:lnTo>
                    <a:pt x="605242" y="27396"/>
                  </a:lnTo>
                  <a:lnTo>
                    <a:pt x="607164" y="27242"/>
                  </a:lnTo>
                  <a:lnTo>
                    <a:pt x="609085" y="27085"/>
                  </a:lnTo>
                  <a:lnTo>
                    <a:pt x="611006" y="26927"/>
                  </a:lnTo>
                  <a:lnTo>
                    <a:pt x="612928" y="26767"/>
                  </a:lnTo>
                  <a:lnTo>
                    <a:pt x="614849" y="26606"/>
                  </a:lnTo>
                  <a:lnTo>
                    <a:pt x="616771" y="26444"/>
                  </a:lnTo>
                  <a:lnTo>
                    <a:pt x="618692" y="26279"/>
                  </a:lnTo>
                  <a:lnTo>
                    <a:pt x="620613" y="26114"/>
                  </a:lnTo>
                  <a:lnTo>
                    <a:pt x="622535" y="25946"/>
                  </a:lnTo>
                  <a:lnTo>
                    <a:pt x="624456" y="25777"/>
                  </a:lnTo>
                  <a:lnTo>
                    <a:pt x="626378" y="25606"/>
                  </a:lnTo>
                  <a:lnTo>
                    <a:pt x="628299" y="25434"/>
                  </a:lnTo>
                  <a:lnTo>
                    <a:pt x="630220" y="25261"/>
                  </a:lnTo>
                  <a:lnTo>
                    <a:pt x="632142" y="25085"/>
                  </a:lnTo>
                  <a:lnTo>
                    <a:pt x="634063" y="24909"/>
                  </a:lnTo>
                  <a:lnTo>
                    <a:pt x="635985" y="24730"/>
                  </a:lnTo>
                  <a:lnTo>
                    <a:pt x="637906" y="24550"/>
                  </a:lnTo>
                  <a:lnTo>
                    <a:pt x="639827" y="24369"/>
                  </a:lnTo>
                  <a:lnTo>
                    <a:pt x="641749" y="24186"/>
                  </a:lnTo>
                  <a:lnTo>
                    <a:pt x="643670" y="24002"/>
                  </a:lnTo>
                  <a:lnTo>
                    <a:pt x="645592" y="23816"/>
                  </a:lnTo>
                  <a:lnTo>
                    <a:pt x="647513" y="23629"/>
                  </a:lnTo>
                  <a:lnTo>
                    <a:pt x="649434" y="23440"/>
                  </a:lnTo>
                  <a:lnTo>
                    <a:pt x="651356" y="23249"/>
                  </a:lnTo>
                  <a:lnTo>
                    <a:pt x="653277" y="23058"/>
                  </a:lnTo>
                  <a:lnTo>
                    <a:pt x="655199" y="22864"/>
                  </a:lnTo>
                  <a:lnTo>
                    <a:pt x="657120" y="22670"/>
                  </a:lnTo>
                  <a:lnTo>
                    <a:pt x="659042" y="22473"/>
                  </a:lnTo>
                  <a:lnTo>
                    <a:pt x="660963" y="22276"/>
                  </a:lnTo>
                  <a:lnTo>
                    <a:pt x="662884" y="22077"/>
                  </a:lnTo>
                  <a:lnTo>
                    <a:pt x="664806" y="21876"/>
                  </a:lnTo>
                  <a:lnTo>
                    <a:pt x="666727" y="21675"/>
                  </a:lnTo>
                  <a:lnTo>
                    <a:pt x="668649" y="21471"/>
                  </a:lnTo>
                  <a:lnTo>
                    <a:pt x="670570" y="21267"/>
                  </a:lnTo>
                  <a:lnTo>
                    <a:pt x="672491" y="21061"/>
                  </a:lnTo>
                  <a:lnTo>
                    <a:pt x="674413" y="20854"/>
                  </a:lnTo>
                  <a:lnTo>
                    <a:pt x="676334" y="20646"/>
                  </a:lnTo>
                  <a:lnTo>
                    <a:pt x="678256" y="20436"/>
                  </a:lnTo>
                  <a:lnTo>
                    <a:pt x="680177" y="20226"/>
                  </a:lnTo>
                  <a:lnTo>
                    <a:pt x="682098" y="20013"/>
                  </a:lnTo>
                  <a:lnTo>
                    <a:pt x="684020" y="19800"/>
                  </a:lnTo>
                  <a:lnTo>
                    <a:pt x="685941" y="19586"/>
                  </a:lnTo>
                  <a:lnTo>
                    <a:pt x="687863" y="19370"/>
                  </a:lnTo>
                  <a:lnTo>
                    <a:pt x="689784" y="19154"/>
                  </a:lnTo>
                  <a:lnTo>
                    <a:pt x="691705" y="18936"/>
                  </a:lnTo>
                  <a:lnTo>
                    <a:pt x="693627" y="18718"/>
                  </a:lnTo>
                  <a:lnTo>
                    <a:pt x="695548" y="18498"/>
                  </a:lnTo>
                  <a:lnTo>
                    <a:pt x="697470" y="18277"/>
                  </a:lnTo>
                  <a:lnTo>
                    <a:pt x="699391" y="18056"/>
                  </a:lnTo>
                  <a:lnTo>
                    <a:pt x="701312" y="17833"/>
                  </a:lnTo>
                  <a:lnTo>
                    <a:pt x="703234" y="17610"/>
                  </a:lnTo>
                  <a:lnTo>
                    <a:pt x="705155" y="17385"/>
                  </a:lnTo>
                  <a:lnTo>
                    <a:pt x="707077" y="17160"/>
                  </a:lnTo>
                  <a:lnTo>
                    <a:pt x="708998" y="16934"/>
                  </a:lnTo>
                  <a:lnTo>
                    <a:pt x="710919" y="16707"/>
                  </a:lnTo>
                  <a:lnTo>
                    <a:pt x="712841" y="16480"/>
                  </a:lnTo>
                  <a:lnTo>
                    <a:pt x="714762" y="16252"/>
                  </a:lnTo>
                  <a:lnTo>
                    <a:pt x="716684" y="16024"/>
                  </a:lnTo>
                  <a:lnTo>
                    <a:pt x="718605" y="15794"/>
                  </a:lnTo>
                  <a:lnTo>
                    <a:pt x="720526" y="15564"/>
                  </a:lnTo>
                  <a:lnTo>
                    <a:pt x="722448" y="15334"/>
                  </a:lnTo>
                  <a:lnTo>
                    <a:pt x="724369" y="15103"/>
                  </a:lnTo>
                  <a:lnTo>
                    <a:pt x="726291" y="14873"/>
                  </a:lnTo>
                  <a:lnTo>
                    <a:pt x="728212" y="14641"/>
                  </a:lnTo>
                  <a:lnTo>
                    <a:pt x="730134" y="14409"/>
                  </a:lnTo>
                  <a:lnTo>
                    <a:pt x="732055" y="14177"/>
                  </a:lnTo>
                  <a:lnTo>
                    <a:pt x="733976" y="13945"/>
                  </a:lnTo>
                  <a:lnTo>
                    <a:pt x="735898" y="13713"/>
                  </a:lnTo>
                  <a:lnTo>
                    <a:pt x="737819" y="13480"/>
                  </a:lnTo>
                  <a:lnTo>
                    <a:pt x="739741" y="13247"/>
                  </a:lnTo>
                  <a:lnTo>
                    <a:pt x="741662" y="13015"/>
                  </a:lnTo>
                  <a:lnTo>
                    <a:pt x="743583" y="12782"/>
                  </a:lnTo>
                  <a:lnTo>
                    <a:pt x="745505" y="12550"/>
                  </a:lnTo>
                  <a:lnTo>
                    <a:pt x="747426" y="12318"/>
                  </a:lnTo>
                  <a:lnTo>
                    <a:pt x="749348" y="12086"/>
                  </a:lnTo>
                  <a:lnTo>
                    <a:pt x="751269" y="11854"/>
                  </a:lnTo>
                  <a:lnTo>
                    <a:pt x="753190" y="11622"/>
                  </a:lnTo>
                  <a:lnTo>
                    <a:pt x="755112" y="11391"/>
                  </a:lnTo>
                  <a:lnTo>
                    <a:pt x="757033" y="11161"/>
                  </a:lnTo>
                  <a:lnTo>
                    <a:pt x="758955" y="10931"/>
                  </a:lnTo>
                  <a:lnTo>
                    <a:pt x="760876" y="10701"/>
                  </a:lnTo>
                  <a:lnTo>
                    <a:pt x="762797" y="10472"/>
                  </a:lnTo>
                  <a:lnTo>
                    <a:pt x="764719" y="10244"/>
                  </a:lnTo>
                  <a:lnTo>
                    <a:pt x="766640" y="10016"/>
                  </a:lnTo>
                  <a:lnTo>
                    <a:pt x="768562" y="9790"/>
                  </a:lnTo>
                  <a:lnTo>
                    <a:pt x="770483" y="9564"/>
                  </a:lnTo>
                  <a:lnTo>
                    <a:pt x="772404" y="9339"/>
                  </a:lnTo>
                  <a:lnTo>
                    <a:pt x="774326" y="9116"/>
                  </a:lnTo>
                  <a:lnTo>
                    <a:pt x="776247" y="8892"/>
                  </a:lnTo>
                  <a:lnTo>
                    <a:pt x="778169" y="8672"/>
                  </a:lnTo>
                  <a:lnTo>
                    <a:pt x="780090" y="8451"/>
                  </a:lnTo>
                  <a:lnTo>
                    <a:pt x="782011" y="8232"/>
                  </a:lnTo>
                  <a:lnTo>
                    <a:pt x="783933" y="8014"/>
                  </a:lnTo>
                  <a:lnTo>
                    <a:pt x="785854" y="7798"/>
                  </a:lnTo>
                  <a:lnTo>
                    <a:pt x="787776" y="7584"/>
                  </a:lnTo>
                  <a:lnTo>
                    <a:pt x="789697" y="7369"/>
                  </a:lnTo>
                  <a:lnTo>
                    <a:pt x="791618" y="7159"/>
                  </a:lnTo>
                  <a:lnTo>
                    <a:pt x="793540" y="6948"/>
                  </a:lnTo>
                  <a:lnTo>
                    <a:pt x="795461" y="6740"/>
                  </a:lnTo>
                  <a:lnTo>
                    <a:pt x="797383" y="6534"/>
                  </a:lnTo>
                  <a:lnTo>
                    <a:pt x="799304" y="6329"/>
                  </a:lnTo>
                  <a:lnTo>
                    <a:pt x="801226" y="6128"/>
                  </a:lnTo>
                  <a:lnTo>
                    <a:pt x="803147" y="5926"/>
                  </a:lnTo>
                  <a:lnTo>
                    <a:pt x="805068" y="5729"/>
                  </a:lnTo>
                  <a:lnTo>
                    <a:pt x="806990" y="5532"/>
                  </a:lnTo>
                  <a:lnTo>
                    <a:pt x="808911" y="5339"/>
                  </a:lnTo>
                  <a:lnTo>
                    <a:pt x="810833" y="5148"/>
                  </a:lnTo>
                  <a:lnTo>
                    <a:pt x="812754" y="4957"/>
                  </a:lnTo>
                  <a:lnTo>
                    <a:pt x="814675" y="4772"/>
                  </a:lnTo>
                  <a:lnTo>
                    <a:pt x="816597" y="4587"/>
                  </a:lnTo>
                  <a:lnTo>
                    <a:pt x="818518" y="4407"/>
                  </a:lnTo>
                  <a:lnTo>
                    <a:pt x="820440" y="4228"/>
                  </a:lnTo>
                  <a:lnTo>
                    <a:pt x="822361" y="4051"/>
                  </a:lnTo>
                  <a:lnTo>
                    <a:pt x="824282" y="3879"/>
                  </a:lnTo>
                  <a:lnTo>
                    <a:pt x="826204" y="3707"/>
                  </a:lnTo>
                  <a:lnTo>
                    <a:pt x="828125" y="3542"/>
                  </a:lnTo>
                  <a:lnTo>
                    <a:pt x="830047" y="3376"/>
                  </a:lnTo>
                  <a:lnTo>
                    <a:pt x="831968" y="3216"/>
                  </a:lnTo>
                  <a:lnTo>
                    <a:pt x="833889" y="3058"/>
                  </a:lnTo>
                  <a:lnTo>
                    <a:pt x="835811" y="2902"/>
                  </a:lnTo>
                  <a:lnTo>
                    <a:pt x="837732" y="2752"/>
                  </a:lnTo>
                  <a:lnTo>
                    <a:pt x="839654" y="2602"/>
                  </a:lnTo>
                  <a:lnTo>
                    <a:pt x="841575" y="2460"/>
                  </a:lnTo>
                  <a:lnTo>
                    <a:pt x="843496" y="2318"/>
                  </a:lnTo>
                  <a:lnTo>
                    <a:pt x="845418" y="2180"/>
                  </a:lnTo>
                  <a:lnTo>
                    <a:pt x="847339" y="2047"/>
                  </a:lnTo>
                  <a:lnTo>
                    <a:pt x="849261" y="1915"/>
                  </a:lnTo>
                  <a:lnTo>
                    <a:pt x="851182" y="1791"/>
                  </a:lnTo>
                  <a:lnTo>
                    <a:pt x="853103" y="1667"/>
                  </a:lnTo>
                  <a:lnTo>
                    <a:pt x="855025" y="1549"/>
                  </a:lnTo>
                  <a:lnTo>
                    <a:pt x="856946" y="1434"/>
                  </a:lnTo>
                  <a:lnTo>
                    <a:pt x="858868" y="1323"/>
                  </a:lnTo>
                  <a:lnTo>
                    <a:pt x="860789" y="1217"/>
                  </a:lnTo>
                  <a:lnTo>
                    <a:pt x="862710" y="1112"/>
                  </a:lnTo>
                  <a:lnTo>
                    <a:pt x="864632" y="1017"/>
                  </a:lnTo>
                  <a:lnTo>
                    <a:pt x="866553" y="921"/>
                  </a:lnTo>
                  <a:lnTo>
                    <a:pt x="868475" y="832"/>
                  </a:lnTo>
                  <a:lnTo>
                    <a:pt x="870396" y="747"/>
                  </a:lnTo>
                  <a:lnTo>
                    <a:pt x="872318" y="664"/>
                  </a:lnTo>
                  <a:lnTo>
                    <a:pt x="874239" y="589"/>
                  </a:lnTo>
                  <a:lnTo>
                    <a:pt x="876160" y="515"/>
                  </a:lnTo>
                  <a:lnTo>
                    <a:pt x="878082" y="449"/>
                  </a:lnTo>
                  <a:lnTo>
                    <a:pt x="880003" y="385"/>
                  </a:lnTo>
                  <a:lnTo>
                    <a:pt x="881925" y="327"/>
                  </a:lnTo>
                  <a:lnTo>
                    <a:pt x="883846" y="274"/>
                  </a:lnTo>
                  <a:lnTo>
                    <a:pt x="885767" y="222"/>
                  </a:lnTo>
                  <a:lnTo>
                    <a:pt x="887689" y="181"/>
                  </a:lnTo>
                  <a:lnTo>
                    <a:pt x="889610" y="139"/>
                  </a:lnTo>
                  <a:lnTo>
                    <a:pt x="891532" y="106"/>
                  </a:lnTo>
                  <a:lnTo>
                    <a:pt x="893453" y="76"/>
                  </a:lnTo>
                  <a:lnTo>
                    <a:pt x="895374" y="50"/>
                  </a:lnTo>
                  <a:lnTo>
                    <a:pt x="897296" y="31"/>
                  </a:lnTo>
                  <a:lnTo>
                    <a:pt x="899217" y="13"/>
                  </a:lnTo>
                  <a:lnTo>
                    <a:pt x="901139" y="6"/>
                  </a:lnTo>
                  <a:lnTo>
                    <a:pt x="903060" y="0"/>
                  </a:lnTo>
                  <a:lnTo>
                    <a:pt x="904981" y="0"/>
                  </a:lnTo>
                  <a:lnTo>
                    <a:pt x="906903" y="6"/>
                  </a:lnTo>
                  <a:lnTo>
                    <a:pt x="908824" y="14"/>
                  </a:lnTo>
                  <a:lnTo>
                    <a:pt x="910746" y="31"/>
                  </a:lnTo>
                  <a:lnTo>
                    <a:pt x="912667" y="49"/>
                  </a:lnTo>
                  <a:lnTo>
                    <a:pt x="914588" y="77"/>
                  </a:lnTo>
                  <a:lnTo>
                    <a:pt x="916510" y="107"/>
                  </a:lnTo>
                  <a:lnTo>
                    <a:pt x="918431" y="142"/>
                  </a:lnTo>
                  <a:lnTo>
                    <a:pt x="920353" y="185"/>
                  </a:lnTo>
                  <a:lnTo>
                    <a:pt x="922274" y="228"/>
                  </a:lnTo>
                  <a:lnTo>
                    <a:pt x="924195" y="282"/>
                  </a:lnTo>
                  <a:lnTo>
                    <a:pt x="926117" y="337"/>
                  </a:lnTo>
                  <a:lnTo>
                    <a:pt x="928038" y="400"/>
                  </a:lnTo>
                  <a:lnTo>
                    <a:pt x="929960" y="467"/>
                  </a:lnTo>
                  <a:lnTo>
                    <a:pt x="931881" y="539"/>
                  </a:lnTo>
                  <a:lnTo>
                    <a:pt x="933802" y="618"/>
                  </a:lnTo>
                  <a:lnTo>
                    <a:pt x="935724" y="697"/>
                  </a:lnTo>
                  <a:lnTo>
                    <a:pt x="937645" y="788"/>
                  </a:lnTo>
                  <a:lnTo>
                    <a:pt x="939567" y="880"/>
                  </a:lnTo>
                  <a:lnTo>
                    <a:pt x="941488" y="979"/>
                  </a:lnTo>
                  <a:lnTo>
                    <a:pt x="943410" y="1083"/>
                  </a:lnTo>
                  <a:lnTo>
                    <a:pt x="945331" y="1190"/>
                  </a:lnTo>
                  <a:lnTo>
                    <a:pt x="947252" y="1306"/>
                  </a:lnTo>
                  <a:lnTo>
                    <a:pt x="949174" y="1422"/>
                  </a:lnTo>
                  <a:lnTo>
                    <a:pt x="951095" y="1549"/>
                  </a:lnTo>
                  <a:lnTo>
                    <a:pt x="953017" y="1678"/>
                  </a:lnTo>
                  <a:lnTo>
                    <a:pt x="954938" y="1812"/>
                  </a:lnTo>
                  <a:lnTo>
                    <a:pt x="956859" y="1952"/>
                  </a:lnTo>
                  <a:lnTo>
                    <a:pt x="958781" y="2094"/>
                  </a:lnTo>
                  <a:lnTo>
                    <a:pt x="960702" y="2246"/>
                  </a:lnTo>
                  <a:lnTo>
                    <a:pt x="962624" y="2399"/>
                  </a:lnTo>
                  <a:lnTo>
                    <a:pt x="964545" y="2560"/>
                  </a:lnTo>
                  <a:lnTo>
                    <a:pt x="966466" y="2724"/>
                  </a:lnTo>
                  <a:lnTo>
                    <a:pt x="968388" y="2892"/>
                  </a:lnTo>
                  <a:lnTo>
                    <a:pt x="970309" y="3068"/>
                  </a:lnTo>
                  <a:lnTo>
                    <a:pt x="972231" y="3243"/>
                  </a:lnTo>
                  <a:lnTo>
                    <a:pt x="974152" y="3430"/>
                  </a:lnTo>
                  <a:lnTo>
                    <a:pt x="976073" y="3617"/>
                  </a:lnTo>
                  <a:lnTo>
                    <a:pt x="977995" y="3810"/>
                  </a:lnTo>
                  <a:lnTo>
                    <a:pt x="979916" y="4008"/>
                  </a:lnTo>
                  <a:lnTo>
                    <a:pt x="981838" y="4209"/>
                  </a:lnTo>
                  <a:lnTo>
                    <a:pt x="981838" y="54511"/>
                  </a:lnTo>
                  <a:lnTo>
                    <a:pt x="979916" y="54511"/>
                  </a:lnTo>
                  <a:lnTo>
                    <a:pt x="977995" y="54511"/>
                  </a:lnTo>
                  <a:lnTo>
                    <a:pt x="976073" y="54511"/>
                  </a:lnTo>
                  <a:lnTo>
                    <a:pt x="974152" y="54511"/>
                  </a:lnTo>
                  <a:lnTo>
                    <a:pt x="972231" y="54511"/>
                  </a:lnTo>
                  <a:lnTo>
                    <a:pt x="970309" y="54511"/>
                  </a:lnTo>
                  <a:lnTo>
                    <a:pt x="968388" y="54511"/>
                  </a:lnTo>
                  <a:lnTo>
                    <a:pt x="966466" y="54511"/>
                  </a:lnTo>
                  <a:lnTo>
                    <a:pt x="964545" y="54511"/>
                  </a:lnTo>
                  <a:lnTo>
                    <a:pt x="962624" y="54511"/>
                  </a:lnTo>
                  <a:lnTo>
                    <a:pt x="960702" y="54511"/>
                  </a:lnTo>
                  <a:lnTo>
                    <a:pt x="958781" y="54511"/>
                  </a:lnTo>
                  <a:lnTo>
                    <a:pt x="956859" y="54511"/>
                  </a:lnTo>
                  <a:lnTo>
                    <a:pt x="954938" y="54511"/>
                  </a:lnTo>
                  <a:lnTo>
                    <a:pt x="953017" y="54511"/>
                  </a:lnTo>
                  <a:lnTo>
                    <a:pt x="951095" y="54511"/>
                  </a:lnTo>
                  <a:lnTo>
                    <a:pt x="949174" y="54511"/>
                  </a:lnTo>
                  <a:lnTo>
                    <a:pt x="947252" y="54511"/>
                  </a:lnTo>
                  <a:lnTo>
                    <a:pt x="945331" y="54511"/>
                  </a:lnTo>
                  <a:lnTo>
                    <a:pt x="943410" y="54511"/>
                  </a:lnTo>
                  <a:lnTo>
                    <a:pt x="941488" y="54511"/>
                  </a:lnTo>
                  <a:lnTo>
                    <a:pt x="939567" y="54511"/>
                  </a:lnTo>
                  <a:lnTo>
                    <a:pt x="937645" y="54511"/>
                  </a:lnTo>
                  <a:lnTo>
                    <a:pt x="935724" y="54511"/>
                  </a:lnTo>
                  <a:lnTo>
                    <a:pt x="933802" y="54511"/>
                  </a:lnTo>
                  <a:lnTo>
                    <a:pt x="931881" y="54511"/>
                  </a:lnTo>
                  <a:lnTo>
                    <a:pt x="929960" y="54511"/>
                  </a:lnTo>
                  <a:lnTo>
                    <a:pt x="928038" y="54511"/>
                  </a:lnTo>
                  <a:lnTo>
                    <a:pt x="926117" y="54511"/>
                  </a:lnTo>
                  <a:lnTo>
                    <a:pt x="924195" y="54511"/>
                  </a:lnTo>
                  <a:lnTo>
                    <a:pt x="922274" y="54511"/>
                  </a:lnTo>
                  <a:lnTo>
                    <a:pt x="920353" y="54511"/>
                  </a:lnTo>
                  <a:lnTo>
                    <a:pt x="918431" y="54511"/>
                  </a:lnTo>
                  <a:lnTo>
                    <a:pt x="916510" y="54511"/>
                  </a:lnTo>
                  <a:lnTo>
                    <a:pt x="914588" y="54511"/>
                  </a:lnTo>
                  <a:lnTo>
                    <a:pt x="912667" y="54511"/>
                  </a:lnTo>
                  <a:lnTo>
                    <a:pt x="910746" y="54511"/>
                  </a:lnTo>
                  <a:lnTo>
                    <a:pt x="908824" y="54511"/>
                  </a:lnTo>
                  <a:lnTo>
                    <a:pt x="906903" y="54511"/>
                  </a:lnTo>
                  <a:lnTo>
                    <a:pt x="904981" y="54511"/>
                  </a:lnTo>
                  <a:lnTo>
                    <a:pt x="903060" y="54511"/>
                  </a:lnTo>
                  <a:lnTo>
                    <a:pt x="901139" y="54511"/>
                  </a:lnTo>
                  <a:lnTo>
                    <a:pt x="899217" y="54511"/>
                  </a:lnTo>
                  <a:lnTo>
                    <a:pt x="897296" y="54511"/>
                  </a:lnTo>
                  <a:lnTo>
                    <a:pt x="895374" y="54511"/>
                  </a:lnTo>
                  <a:lnTo>
                    <a:pt x="893453" y="54511"/>
                  </a:lnTo>
                  <a:lnTo>
                    <a:pt x="891532" y="54511"/>
                  </a:lnTo>
                  <a:lnTo>
                    <a:pt x="889610" y="54511"/>
                  </a:lnTo>
                  <a:lnTo>
                    <a:pt x="887689" y="54511"/>
                  </a:lnTo>
                  <a:lnTo>
                    <a:pt x="885767" y="54511"/>
                  </a:lnTo>
                  <a:lnTo>
                    <a:pt x="883846" y="54511"/>
                  </a:lnTo>
                  <a:lnTo>
                    <a:pt x="881925" y="54511"/>
                  </a:lnTo>
                  <a:lnTo>
                    <a:pt x="880003" y="54511"/>
                  </a:lnTo>
                  <a:lnTo>
                    <a:pt x="878082" y="54511"/>
                  </a:lnTo>
                  <a:lnTo>
                    <a:pt x="876160" y="54511"/>
                  </a:lnTo>
                  <a:lnTo>
                    <a:pt x="874239" y="54511"/>
                  </a:lnTo>
                  <a:lnTo>
                    <a:pt x="872318" y="54511"/>
                  </a:lnTo>
                  <a:lnTo>
                    <a:pt x="870396" y="54511"/>
                  </a:lnTo>
                  <a:lnTo>
                    <a:pt x="868475" y="54511"/>
                  </a:lnTo>
                  <a:lnTo>
                    <a:pt x="866553" y="54511"/>
                  </a:lnTo>
                  <a:lnTo>
                    <a:pt x="864632" y="54511"/>
                  </a:lnTo>
                  <a:lnTo>
                    <a:pt x="862710" y="54511"/>
                  </a:lnTo>
                  <a:lnTo>
                    <a:pt x="860789" y="54511"/>
                  </a:lnTo>
                  <a:lnTo>
                    <a:pt x="858868" y="54511"/>
                  </a:lnTo>
                  <a:lnTo>
                    <a:pt x="856946" y="54511"/>
                  </a:lnTo>
                  <a:lnTo>
                    <a:pt x="855025" y="54511"/>
                  </a:lnTo>
                  <a:lnTo>
                    <a:pt x="853103" y="54511"/>
                  </a:lnTo>
                  <a:lnTo>
                    <a:pt x="851182" y="54511"/>
                  </a:lnTo>
                  <a:lnTo>
                    <a:pt x="849261" y="54511"/>
                  </a:lnTo>
                  <a:lnTo>
                    <a:pt x="847339" y="54511"/>
                  </a:lnTo>
                  <a:lnTo>
                    <a:pt x="845418" y="54511"/>
                  </a:lnTo>
                  <a:lnTo>
                    <a:pt x="843496" y="54511"/>
                  </a:lnTo>
                  <a:lnTo>
                    <a:pt x="841575" y="54511"/>
                  </a:lnTo>
                  <a:lnTo>
                    <a:pt x="839654" y="54511"/>
                  </a:lnTo>
                  <a:lnTo>
                    <a:pt x="837732" y="54511"/>
                  </a:lnTo>
                  <a:lnTo>
                    <a:pt x="835811" y="54511"/>
                  </a:lnTo>
                  <a:lnTo>
                    <a:pt x="833889" y="54511"/>
                  </a:lnTo>
                  <a:lnTo>
                    <a:pt x="831968" y="54511"/>
                  </a:lnTo>
                  <a:lnTo>
                    <a:pt x="830047" y="54511"/>
                  </a:lnTo>
                  <a:lnTo>
                    <a:pt x="828125" y="54511"/>
                  </a:lnTo>
                  <a:lnTo>
                    <a:pt x="826204" y="54511"/>
                  </a:lnTo>
                  <a:lnTo>
                    <a:pt x="824282" y="54511"/>
                  </a:lnTo>
                  <a:lnTo>
                    <a:pt x="822361" y="54511"/>
                  </a:lnTo>
                  <a:lnTo>
                    <a:pt x="820440" y="54511"/>
                  </a:lnTo>
                  <a:lnTo>
                    <a:pt x="818518" y="54511"/>
                  </a:lnTo>
                  <a:lnTo>
                    <a:pt x="816597" y="54511"/>
                  </a:lnTo>
                  <a:lnTo>
                    <a:pt x="814675" y="54511"/>
                  </a:lnTo>
                  <a:lnTo>
                    <a:pt x="812754" y="54511"/>
                  </a:lnTo>
                  <a:lnTo>
                    <a:pt x="810833" y="54511"/>
                  </a:lnTo>
                  <a:lnTo>
                    <a:pt x="808911" y="54511"/>
                  </a:lnTo>
                  <a:lnTo>
                    <a:pt x="806990" y="54511"/>
                  </a:lnTo>
                  <a:lnTo>
                    <a:pt x="805068" y="54511"/>
                  </a:lnTo>
                  <a:lnTo>
                    <a:pt x="803147" y="54511"/>
                  </a:lnTo>
                  <a:lnTo>
                    <a:pt x="801226" y="54511"/>
                  </a:lnTo>
                  <a:lnTo>
                    <a:pt x="799304" y="54511"/>
                  </a:lnTo>
                  <a:lnTo>
                    <a:pt x="797383" y="54511"/>
                  </a:lnTo>
                  <a:lnTo>
                    <a:pt x="795461" y="54511"/>
                  </a:lnTo>
                  <a:lnTo>
                    <a:pt x="793540" y="54511"/>
                  </a:lnTo>
                  <a:lnTo>
                    <a:pt x="791618" y="54511"/>
                  </a:lnTo>
                  <a:lnTo>
                    <a:pt x="789697" y="54511"/>
                  </a:lnTo>
                  <a:lnTo>
                    <a:pt x="787776" y="54511"/>
                  </a:lnTo>
                  <a:lnTo>
                    <a:pt x="785854" y="54511"/>
                  </a:lnTo>
                  <a:lnTo>
                    <a:pt x="783933" y="54511"/>
                  </a:lnTo>
                  <a:lnTo>
                    <a:pt x="782011" y="54511"/>
                  </a:lnTo>
                  <a:lnTo>
                    <a:pt x="780090" y="54511"/>
                  </a:lnTo>
                  <a:lnTo>
                    <a:pt x="778169" y="54511"/>
                  </a:lnTo>
                  <a:lnTo>
                    <a:pt x="776247" y="54511"/>
                  </a:lnTo>
                  <a:lnTo>
                    <a:pt x="774326" y="54511"/>
                  </a:lnTo>
                  <a:lnTo>
                    <a:pt x="772404" y="54511"/>
                  </a:lnTo>
                  <a:lnTo>
                    <a:pt x="770483" y="54511"/>
                  </a:lnTo>
                  <a:lnTo>
                    <a:pt x="768562" y="54511"/>
                  </a:lnTo>
                  <a:lnTo>
                    <a:pt x="766640" y="54511"/>
                  </a:lnTo>
                  <a:lnTo>
                    <a:pt x="764719" y="54511"/>
                  </a:lnTo>
                  <a:lnTo>
                    <a:pt x="762797" y="54511"/>
                  </a:lnTo>
                  <a:lnTo>
                    <a:pt x="760876" y="54511"/>
                  </a:lnTo>
                  <a:lnTo>
                    <a:pt x="758955" y="54511"/>
                  </a:lnTo>
                  <a:lnTo>
                    <a:pt x="757033" y="54511"/>
                  </a:lnTo>
                  <a:lnTo>
                    <a:pt x="755112" y="54511"/>
                  </a:lnTo>
                  <a:lnTo>
                    <a:pt x="753190" y="54511"/>
                  </a:lnTo>
                  <a:lnTo>
                    <a:pt x="751269" y="54511"/>
                  </a:lnTo>
                  <a:lnTo>
                    <a:pt x="749348" y="54511"/>
                  </a:lnTo>
                  <a:lnTo>
                    <a:pt x="747426" y="54511"/>
                  </a:lnTo>
                  <a:lnTo>
                    <a:pt x="745505" y="54511"/>
                  </a:lnTo>
                  <a:lnTo>
                    <a:pt x="743583" y="54511"/>
                  </a:lnTo>
                  <a:lnTo>
                    <a:pt x="741662" y="54511"/>
                  </a:lnTo>
                  <a:lnTo>
                    <a:pt x="739741" y="54511"/>
                  </a:lnTo>
                  <a:lnTo>
                    <a:pt x="737819" y="54511"/>
                  </a:lnTo>
                  <a:lnTo>
                    <a:pt x="735898" y="54511"/>
                  </a:lnTo>
                  <a:lnTo>
                    <a:pt x="733976" y="54511"/>
                  </a:lnTo>
                  <a:lnTo>
                    <a:pt x="732055" y="54511"/>
                  </a:lnTo>
                  <a:lnTo>
                    <a:pt x="730134" y="54511"/>
                  </a:lnTo>
                  <a:lnTo>
                    <a:pt x="728212" y="54511"/>
                  </a:lnTo>
                  <a:lnTo>
                    <a:pt x="726291" y="54511"/>
                  </a:lnTo>
                  <a:lnTo>
                    <a:pt x="724369" y="54511"/>
                  </a:lnTo>
                  <a:lnTo>
                    <a:pt x="722448" y="54511"/>
                  </a:lnTo>
                  <a:lnTo>
                    <a:pt x="720526" y="54511"/>
                  </a:lnTo>
                  <a:lnTo>
                    <a:pt x="718605" y="54511"/>
                  </a:lnTo>
                  <a:lnTo>
                    <a:pt x="716684" y="54511"/>
                  </a:lnTo>
                  <a:lnTo>
                    <a:pt x="714762" y="54511"/>
                  </a:lnTo>
                  <a:lnTo>
                    <a:pt x="712841" y="54511"/>
                  </a:lnTo>
                  <a:lnTo>
                    <a:pt x="710919" y="54511"/>
                  </a:lnTo>
                  <a:lnTo>
                    <a:pt x="708998" y="54511"/>
                  </a:lnTo>
                  <a:lnTo>
                    <a:pt x="707077" y="54511"/>
                  </a:lnTo>
                  <a:lnTo>
                    <a:pt x="705155" y="54511"/>
                  </a:lnTo>
                  <a:lnTo>
                    <a:pt x="703234" y="54511"/>
                  </a:lnTo>
                  <a:lnTo>
                    <a:pt x="701312" y="54511"/>
                  </a:lnTo>
                  <a:lnTo>
                    <a:pt x="699391" y="54511"/>
                  </a:lnTo>
                  <a:lnTo>
                    <a:pt x="697470" y="54511"/>
                  </a:lnTo>
                  <a:lnTo>
                    <a:pt x="695548" y="54511"/>
                  </a:lnTo>
                  <a:lnTo>
                    <a:pt x="693627" y="54511"/>
                  </a:lnTo>
                  <a:lnTo>
                    <a:pt x="691705" y="54511"/>
                  </a:lnTo>
                  <a:lnTo>
                    <a:pt x="689784" y="54511"/>
                  </a:lnTo>
                  <a:lnTo>
                    <a:pt x="687863" y="54511"/>
                  </a:lnTo>
                  <a:lnTo>
                    <a:pt x="685941" y="54511"/>
                  </a:lnTo>
                  <a:lnTo>
                    <a:pt x="684020" y="54511"/>
                  </a:lnTo>
                  <a:lnTo>
                    <a:pt x="682098" y="54511"/>
                  </a:lnTo>
                  <a:lnTo>
                    <a:pt x="680177" y="54511"/>
                  </a:lnTo>
                  <a:lnTo>
                    <a:pt x="678256" y="54511"/>
                  </a:lnTo>
                  <a:lnTo>
                    <a:pt x="676334" y="54511"/>
                  </a:lnTo>
                  <a:lnTo>
                    <a:pt x="674413" y="54511"/>
                  </a:lnTo>
                  <a:lnTo>
                    <a:pt x="672491" y="54511"/>
                  </a:lnTo>
                  <a:lnTo>
                    <a:pt x="670570" y="54511"/>
                  </a:lnTo>
                  <a:lnTo>
                    <a:pt x="668649" y="54511"/>
                  </a:lnTo>
                  <a:lnTo>
                    <a:pt x="666727" y="54511"/>
                  </a:lnTo>
                  <a:lnTo>
                    <a:pt x="664806" y="54511"/>
                  </a:lnTo>
                  <a:lnTo>
                    <a:pt x="662884" y="54511"/>
                  </a:lnTo>
                  <a:lnTo>
                    <a:pt x="660963" y="54511"/>
                  </a:lnTo>
                  <a:lnTo>
                    <a:pt x="659042" y="54511"/>
                  </a:lnTo>
                  <a:lnTo>
                    <a:pt x="657120" y="54511"/>
                  </a:lnTo>
                  <a:lnTo>
                    <a:pt x="655199" y="54511"/>
                  </a:lnTo>
                  <a:lnTo>
                    <a:pt x="653277" y="54511"/>
                  </a:lnTo>
                  <a:lnTo>
                    <a:pt x="651356" y="54511"/>
                  </a:lnTo>
                  <a:lnTo>
                    <a:pt x="649434" y="54511"/>
                  </a:lnTo>
                  <a:lnTo>
                    <a:pt x="647513" y="54511"/>
                  </a:lnTo>
                  <a:lnTo>
                    <a:pt x="645592" y="54511"/>
                  </a:lnTo>
                  <a:lnTo>
                    <a:pt x="643670" y="54511"/>
                  </a:lnTo>
                  <a:lnTo>
                    <a:pt x="641749" y="54511"/>
                  </a:lnTo>
                  <a:lnTo>
                    <a:pt x="639827" y="54511"/>
                  </a:lnTo>
                  <a:lnTo>
                    <a:pt x="637906" y="54511"/>
                  </a:lnTo>
                  <a:lnTo>
                    <a:pt x="635985" y="54511"/>
                  </a:lnTo>
                  <a:lnTo>
                    <a:pt x="634063" y="54511"/>
                  </a:lnTo>
                  <a:lnTo>
                    <a:pt x="632142" y="54511"/>
                  </a:lnTo>
                  <a:lnTo>
                    <a:pt x="630220" y="54511"/>
                  </a:lnTo>
                  <a:lnTo>
                    <a:pt x="628299" y="54511"/>
                  </a:lnTo>
                  <a:lnTo>
                    <a:pt x="626378" y="54511"/>
                  </a:lnTo>
                  <a:lnTo>
                    <a:pt x="624456" y="54511"/>
                  </a:lnTo>
                  <a:lnTo>
                    <a:pt x="622535" y="54511"/>
                  </a:lnTo>
                  <a:lnTo>
                    <a:pt x="620613" y="54511"/>
                  </a:lnTo>
                  <a:lnTo>
                    <a:pt x="618692" y="54511"/>
                  </a:lnTo>
                  <a:lnTo>
                    <a:pt x="616771" y="54511"/>
                  </a:lnTo>
                  <a:lnTo>
                    <a:pt x="614849" y="54511"/>
                  </a:lnTo>
                  <a:lnTo>
                    <a:pt x="612928" y="54511"/>
                  </a:lnTo>
                  <a:lnTo>
                    <a:pt x="611006" y="54511"/>
                  </a:lnTo>
                  <a:lnTo>
                    <a:pt x="609085" y="54511"/>
                  </a:lnTo>
                  <a:lnTo>
                    <a:pt x="607164" y="54511"/>
                  </a:lnTo>
                  <a:lnTo>
                    <a:pt x="605242" y="54511"/>
                  </a:lnTo>
                  <a:lnTo>
                    <a:pt x="603321" y="54511"/>
                  </a:lnTo>
                  <a:lnTo>
                    <a:pt x="601399" y="54511"/>
                  </a:lnTo>
                  <a:lnTo>
                    <a:pt x="599478" y="54511"/>
                  </a:lnTo>
                  <a:lnTo>
                    <a:pt x="597557" y="54511"/>
                  </a:lnTo>
                  <a:lnTo>
                    <a:pt x="595635" y="54511"/>
                  </a:lnTo>
                  <a:lnTo>
                    <a:pt x="593714" y="54511"/>
                  </a:lnTo>
                  <a:lnTo>
                    <a:pt x="591792" y="54511"/>
                  </a:lnTo>
                  <a:lnTo>
                    <a:pt x="589871" y="54511"/>
                  </a:lnTo>
                  <a:lnTo>
                    <a:pt x="587950" y="54511"/>
                  </a:lnTo>
                  <a:lnTo>
                    <a:pt x="586028" y="54511"/>
                  </a:lnTo>
                  <a:lnTo>
                    <a:pt x="584107" y="54511"/>
                  </a:lnTo>
                  <a:lnTo>
                    <a:pt x="582185" y="54511"/>
                  </a:lnTo>
                  <a:lnTo>
                    <a:pt x="580264" y="54511"/>
                  </a:lnTo>
                  <a:lnTo>
                    <a:pt x="578342" y="54511"/>
                  </a:lnTo>
                  <a:lnTo>
                    <a:pt x="576421" y="54511"/>
                  </a:lnTo>
                  <a:lnTo>
                    <a:pt x="574500" y="54511"/>
                  </a:lnTo>
                  <a:lnTo>
                    <a:pt x="572578" y="54511"/>
                  </a:lnTo>
                  <a:lnTo>
                    <a:pt x="570657" y="54511"/>
                  </a:lnTo>
                  <a:lnTo>
                    <a:pt x="568735" y="54511"/>
                  </a:lnTo>
                  <a:lnTo>
                    <a:pt x="566814" y="54511"/>
                  </a:lnTo>
                  <a:lnTo>
                    <a:pt x="564893" y="54511"/>
                  </a:lnTo>
                  <a:lnTo>
                    <a:pt x="562971" y="54511"/>
                  </a:lnTo>
                  <a:lnTo>
                    <a:pt x="561050" y="54511"/>
                  </a:lnTo>
                  <a:lnTo>
                    <a:pt x="559128" y="54511"/>
                  </a:lnTo>
                  <a:lnTo>
                    <a:pt x="557207" y="54511"/>
                  </a:lnTo>
                  <a:lnTo>
                    <a:pt x="555286" y="54511"/>
                  </a:lnTo>
                  <a:lnTo>
                    <a:pt x="553364" y="54511"/>
                  </a:lnTo>
                  <a:lnTo>
                    <a:pt x="551443" y="54511"/>
                  </a:lnTo>
                  <a:lnTo>
                    <a:pt x="549521" y="54511"/>
                  </a:lnTo>
                  <a:lnTo>
                    <a:pt x="547600" y="54511"/>
                  </a:lnTo>
                  <a:lnTo>
                    <a:pt x="545679" y="54511"/>
                  </a:lnTo>
                  <a:lnTo>
                    <a:pt x="543757" y="54511"/>
                  </a:lnTo>
                  <a:lnTo>
                    <a:pt x="541836" y="54511"/>
                  </a:lnTo>
                  <a:lnTo>
                    <a:pt x="539914" y="54511"/>
                  </a:lnTo>
                  <a:lnTo>
                    <a:pt x="537993" y="54511"/>
                  </a:lnTo>
                  <a:lnTo>
                    <a:pt x="536072" y="54511"/>
                  </a:lnTo>
                  <a:lnTo>
                    <a:pt x="534150" y="54511"/>
                  </a:lnTo>
                  <a:lnTo>
                    <a:pt x="532229" y="54511"/>
                  </a:lnTo>
                  <a:lnTo>
                    <a:pt x="530307" y="54511"/>
                  </a:lnTo>
                  <a:lnTo>
                    <a:pt x="528386" y="54511"/>
                  </a:lnTo>
                  <a:lnTo>
                    <a:pt x="526465" y="54511"/>
                  </a:lnTo>
                  <a:lnTo>
                    <a:pt x="524543" y="54511"/>
                  </a:lnTo>
                  <a:lnTo>
                    <a:pt x="522622" y="54511"/>
                  </a:lnTo>
                  <a:lnTo>
                    <a:pt x="520700" y="54511"/>
                  </a:lnTo>
                  <a:lnTo>
                    <a:pt x="518779" y="54511"/>
                  </a:lnTo>
                  <a:lnTo>
                    <a:pt x="516858" y="54511"/>
                  </a:lnTo>
                  <a:lnTo>
                    <a:pt x="514936" y="54511"/>
                  </a:lnTo>
                  <a:lnTo>
                    <a:pt x="513015" y="54511"/>
                  </a:lnTo>
                  <a:lnTo>
                    <a:pt x="511093" y="54511"/>
                  </a:lnTo>
                  <a:lnTo>
                    <a:pt x="509172" y="54511"/>
                  </a:lnTo>
                  <a:lnTo>
                    <a:pt x="507250" y="54511"/>
                  </a:lnTo>
                  <a:lnTo>
                    <a:pt x="505329" y="54511"/>
                  </a:lnTo>
                  <a:lnTo>
                    <a:pt x="503408" y="54511"/>
                  </a:lnTo>
                  <a:lnTo>
                    <a:pt x="501486" y="54511"/>
                  </a:lnTo>
                  <a:lnTo>
                    <a:pt x="499565" y="54511"/>
                  </a:lnTo>
                  <a:lnTo>
                    <a:pt x="497643" y="54511"/>
                  </a:lnTo>
                  <a:lnTo>
                    <a:pt x="495722" y="54511"/>
                  </a:lnTo>
                  <a:lnTo>
                    <a:pt x="493801" y="54511"/>
                  </a:lnTo>
                  <a:lnTo>
                    <a:pt x="491879" y="54511"/>
                  </a:lnTo>
                  <a:lnTo>
                    <a:pt x="489958" y="54511"/>
                  </a:lnTo>
                  <a:lnTo>
                    <a:pt x="488036" y="54511"/>
                  </a:lnTo>
                  <a:lnTo>
                    <a:pt x="486115" y="54511"/>
                  </a:lnTo>
                  <a:lnTo>
                    <a:pt x="484194" y="54511"/>
                  </a:lnTo>
                  <a:lnTo>
                    <a:pt x="482272" y="54511"/>
                  </a:lnTo>
                  <a:lnTo>
                    <a:pt x="480351" y="54511"/>
                  </a:lnTo>
                  <a:lnTo>
                    <a:pt x="478429" y="54511"/>
                  </a:lnTo>
                  <a:lnTo>
                    <a:pt x="476508" y="54511"/>
                  </a:lnTo>
                  <a:lnTo>
                    <a:pt x="474587" y="54511"/>
                  </a:lnTo>
                  <a:lnTo>
                    <a:pt x="472665" y="54511"/>
                  </a:lnTo>
                  <a:lnTo>
                    <a:pt x="470744" y="54511"/>
                  </a:lnTo>
                  <a:lnTo>
                    <a:pt x="468822" y="54511"/>
                  </a:lnTo>
                  <a:lnTo>
                    <a:pt x="466901" y="54511"/>
                  </a:lnTo>
                  <a:lnTo>
                    <a:pt x="464980" y="54511"/>
                  </a:lnTo>
                  <a:lnTo>
                    <a:pt x="463058" y="54511"/>
                  </a:lnTo>
                  <a:lnTo>
                    <a:pt x="461137" y="54511"/>
                  </a:lnTo>
                  <a:lnTo>
                    <a:pt x="459215" y="54511"/>
                  </a:lnTo>
                  <a:lnTo>
                    <a:pt x="457294" y="54511"/>
                  </a:lnTo>
                  <a:lnTo>
                    <a:pt x="455373" y="54511"/>
                  </a:lnTo>
                  <a:lnTo>
                    <a:pt x="453451" y="54511"/>
                  </a:lnTo>
                  <a:lnTo>
                    <a:pt x="451530" y="54511"/>
                  </a:lnTo>
                  <a:lnTo>
                    <a:pt x="449608" y="54511"/>
                  </a:lnTo>
                  <a:lnTo>
                    <a:pt x="447687" y="54511"/>
                  </a:lnTo>
                  <a:lnTo>
                    <a:pt x="445766" y="54511"/>
                  </a:lnTo>
                  <a:lnTo>
                    <a:pt x="443844" y="54511"/>
                  </a:lnTo>
                  <a:lnTo>
                    <a:pt x="441923" y="54511"/>
                  </a:lnTo>
                  <a:lnTo>
                    <a:pt x="440001" y="54511"/>
                  </a:lnTo>
                  <a:lnTo>
                    <a:pt x="438080" y="54511"/>
                  </a:lnTo>
                  <a:lnTo>
                    <a:pt x="436159" y="54511"/>
                  </a:lnTo>
                  <a:lnTo>
                    <a:pt x="434237" y="54511"/>
                  </a:lnTo>
                  <a:lnTo>
                    <a:pt x="432316" y="54511"/>
                  </a:lnTo>
                  <a:lnTo>
                    <a:pt x="430394" y="54511"/>
                  </a:lnTo>
                  <a:lnTo>
                    <a:pt x="428473" y="54511"/>
                  </a:lnTo>
                  <a:lnTo>
                    <a:pt x="426551" y="54511"/>
                  </a:lnTo>
                  <a:lnTo>
                    <a:pt x="424630" y="54511"/>
                  </a:lnTo>
                  <a:lnTo>
                    <a:pt x="422709" y="54511"/>
                  </a:lnTo>
                  <a:lnTo>
                    <a:pt x="420787" y="54511"/>
                  </a:lnTo>
                  <a:lnTo>
                    <a:pt x="418866" y="54511"/>
                  </a:lnTo>
                  <a:lnTo>
                    <a:pt x="416944" y="54511"/>
                  </a:lnTo>
                  <a:lnTo>
                    <a:pt x="415023" y="54511"/>
                  </a:lnTo>
                  <a:lnTo>
                    <a:pt x="413102" y="54511"/>
                  </a:lnTo>
                  <a:lnTo>
                    <a:pt x="411180" y="54511"/>
                  </a:lnTo>
                  <a:lnTo>
                    <a:pt x="409259" y="54511"/>
                  </a:lnTo>
                  <a:lnTo>
                    <a:pt x="407337" y="54511"/>
                  </a:lnTo>
                  <a:lnTo>
                    <a:pt x="405416" y="54511"/>
                  </a:lnTo>
                  <a:lnTo>
                    <a:pt x="403495" y="54511"/>
                  </a:lnTo>
                  <a:lnTo>
                    <a:pt x="401573" y="54511"/>
                  </a:lnTo>
                  <a:lnTo>
                    <a:pt x="399652" y="54511"/>
                  </a:lnTo>
                  <a:lnTo>
                    <a:pt x="397730" y="54511"/>
                  </a:lnTo>
                  <a:lnTo>
                    <a:pt x="395809" y="54511"/>
                  </a:lnTo>
                  <a:lnTo>
                    <a:pt x="393888" y="54511"/>
                  </a:lnTo>
                  <a:lnTo>
                    <a:pt x="391966" y="54511"/>
                  </a:lnTo>
                  <a:lnTo>
                    <a:pt x="390045" y="54511"/>
                  </a:lnTo>
                  <a:lnTo>
                    <a:pt x="388123" y="54511"/>
                  </a:lnTo>
                  <a:lnTo>
                    <a:pt x="386202" y="54511"/>
                  </a:lnTo>
                  <a:lnTo>
                    <a:pt x="384281" y="54511"/>
                  </a:lnTo>
                  <a:lnTo>
                    <a:pt x="382359" y="54511"/>
                  </a:lnTo>
                  <a:lnTo>
                    <a:pt x="380438" y="54511"/>
                  </a:lnTo>
                  <a:lnTo>
                    <a:pt x="378516" y="54511"/>
                  </a:lnTo>
                  <a:lnTo>
                    <a:pt x="376595" y="54511"/>
                  </a:lnTo>
                  <a:lnTo>
                    <a:pt x="374674" y="54511"/>
                  </a:lnTo>
                  <a:lnTo>
                    <a:pt x="372752" y="54511"/>
                  </a:lnTo>
                  <a:lnTo>
                    <a:pt x="370831" y="54511"/>
                  </a:lnTo>
                  <a:lnTo>
                    <a:pt x="368909" y="54511"/>
                  </a:lnTo>
                  <a:lnTo>
                    <a:pt x="366988" y="54511"/>
                  </a:lnTo>
                  <a:lnTo>
                    <a:pt x="365067" y="54511"/>
                  </a:lnTo>
                  <a:lnTo>
                    <a:pt x="363145" y="54511"/>
                  </a:lnTo>
                  <a:lnTo>
                    <a:pt x="361224" y="54511"/>
                  </a:lnTo>
                  <a:lnTo>
                    <a:pt x="359302" y="54511"/>
                  </a:lnTo>
                  <a:lnTo>
                    <a:pt x="357381" y="54511"/>
                  </a:lnTo>
                  <a:lnTo>
                    <a:pt x="355459" y="54511"/>
                  </a:lnTo>
                  <a:lnTo>
                    <a:pt x="353538" y="54511"/>
                  </a:lnTo>
                  <a:lnTo>
                    <a:pt x="351617" y="54511"/>
                  </a:lnTo>
                  <a:lnTo>
                    <a:pt x="349695" y="54511"/>
                  </a:lnTo>
                  <a:lnTo>
                    <a:pt x="347774" y="54511"/>
                  </a:lnTo>
                  <a:lnTo>
                    <a:pt x="345852" y="54511"/>
                  </a:lnTo>
                  <a:lnTo>
                    <a:pt x="343931" y="54511"/>
                  </a:lnTo>
                  <a:lnTo>
                    <a:pt x="342010" y="54511"/>
                  </a:lnTo>
                  <a:lnTo>
                    <a:pt x="340088" y="54511"/>
                  </a:lnTo>
                  <a:lnTo>
                    <a:pt x="338167" y="54511"/>
                  </a:lnTo>
                  <a:lnTo>
                    <a:pt x="336245" y="54511"/>
                  </a:lnTo>
                  <a:lnTo>
                    <a:pt x="334324" y="54511"/>
                  </a:lnTo>
                  <a:lnTo>
                    <a:pt x="332403" y="54511"/>
                  </a:lnTo>
                  <a:lnTo>
                    <a:pt x="330481" y="54511"/>
                  </a:lnTo>
                  <a:lnTo>
                    <a:pt x="328560" y="54511"/>
                  </a:lnTo>
                  <a:lnTo>
                    <a:pt x="326638" y="54511"/>
                  </a:lnTo>
                  <a:lnTo>
                    <a:pt x="324717" y="54511"/>
                  </a:lnTo>
                  <a:lnTo>
                    <a:pt x="322796" y="54511"/>
                  </a:lnTo>
                  <a:lnTo>
                    <a:pt x="320874" y="54511"/>
                  </a:lnTo>
                  <a:lnTo>
                    <a:pt x="318953" y="54511"/>
                  </a:lnTo>
                  <a:lnTo>
                    <a:pt x="317031" y="54511"/>
                  </a:lnTo>
                  <a:lnTo>
                    <a:pt x="315110" y="54511"/>
                  </a:lnTo>
                  <a:lnTo>
                    <a:pt x="313189" y="54511"/>
                  </a:lnTo>
                  <a:lnTo>
                    <a:pt x="311267" y="54511"/>
                  </a:lnTo>
                  <a:lnTo>
                    <a:pt x="309346" y="54511"/>
                  </a:lnTo>
                  <a:lnTo>
                    <a:pt x="307424" y="54511"/>
                  </a:lnTo>
                  <a:lnTo>
                    <a:pt x="305503" y="54511"/>
                  </a:lnTo>
                  <a:lnTo>
                    <a:pt x="303582" y="54511"/>
                  </a:lnTo>
                  <a:lnTo>
                    <a:pt x="301660" y="54511"/>
                  </a:lnTo>
                  <a:lnTo>
                    <a:pt x="299739" y="54511"/>
                  </a:lnTo>
                  <a:lnTo>
                    <a:pt x="297817" y="54511"/>
                  </a:lnTo>
                  <a:lnTo>
                    <a:pt x="295896" y="54511"/>
                  </a:lnTo>
                  <a:lnTo>
                    <a:pt x="293975" y="54511"/>
                  </a:lnTo>
                  <a:lnTo>
                    <a:pt x="292053" y="54511"/>
                  </a:lnTo>
                  <a:lnTo>
                    <a:pt x="290132" y="54511"/>
                  </a:lnTo>
                  <a:lnTo>
                    <a:pt x="288210" y="54511"/>
                  </a:lnTo>
                  <a:lnTo>
                    <a:pt x="286289" y="54511"/>
                  </a:lnTo>
                  <a:lnTo>
                    <a:pt x="284367" y="54511"/>
                  </a:lnTo>
                  <a:lnTo>
                    <a:pt x="282446" y="54511"/>
                  </a:lnTo>
                  <a:lnTo>
                    <a:pt x="280525" y="54511"/>
                  </a:lnTo>
                  <a:lnTo>
                    <a:pt x="278603" y="54511"/>
                  </a:lnTo>
                  <a:lnTo>
                    <a:pt x="276682" y="54511"/>
                  </a:lnTo>
                  <a:lnTo>
                    <a:pt x="274760" y="54511"/>
                  </a:lnTo>
                  <a:lnTo>
                    <a:pt x="272839" y="54511"/>
                  </a:lnTo>
                  <a:lnTo>
                    <a:pt x="270918" y="54511"/>
                  </a:lnTo>
                  <a:lnTo>
                    <a:pt x="268996" y="54511"/>
                  </a:lnTo>
                  <a:lnTo>
                    <a:pt x="267075" y="54511"/>
                  </a:lnTo>
                  <a:lnTo>
                    <a:pt x="265153" y="54511"/>
                  </a:lnTo>
                  <a:lnTo>
                    <a:pt x="263232" y="54511"/>
                  </a:lnTo>
                  <a:lnTo>
                    <a:pt x="261311" y="54511"/>
                  </a:lnTo>
                  <a:lnTo>
                    <a:pt x="259389" y="54511"/>
                  </a:lnTo>
                  <a:lnTo>
                    <a:pt x="257468" y="54511"/>
                  </a:lnTo>
                  <a:lnTo>
                    <a:pt x="255546" y="54511"/>
                  </a:lnTo>
                  <a:lnTo>
                    <a:pt x="253625" y="54511"/>
                  </a:lnTo>
                  <a:lnTo>
                    <a:pt x="251704" y="54511"/>
                  </a:lnTo>
                  <a:lnTo>
                    <a:pt x="249782" y="54511"/>
                  </a:lnTo>
                  <a:lnTo>
                    <a:pt x="247861" y="54511"/>
                  </a:lnTo>
                  <a:lnTo>
                    <a:pt x="245939" y="54511"/>
                  </a:lnTo>
                  <a:lnTo>
                    <a:pt x="244018" y="54511"/>
                  </a:lnTo>
                  <a:lnTo>
                    <a:pt x="242097" y="54511"/>
                  </a:lnTo>
                  <a:lnTo>
                    <a:pt x="240175" y="54511"/>
                  </a:lnTo>
                  <a:lnTo>
                    <a:pt x="238254" y="54511"/>
                  </a:lnTo>
                  <a:lnTo>
                    <a:pt x="236332" y="54511"/>
                  </a:lnTo>
                  <a:lnTo>
                    <a:pt x="234411" y="54511"/>
                  </a:lnTo>
                  <a:lnTo>
                    <a:pt x="232490" y="54511"/>
                  </a:lnTo>
                  <a:lnTo>
                    <a:pt x="230568" y="54511"/>
                  </a:lnTo>
                  <a:lnTo>
                    <a:pt x="228647" y="54511"/>
                  </a:lnTo>
                  <a:lnTo>
                    <a:pt x="226725" y="54511"/>
                  </a:lnTo>
                  <a:lnTo>
                    <a:pt x="224804" y="54511"/>
                  </a:lnTo>
                  <a:lnTo>
                    <a:pt x="222883" y="54511"/>
                  </a:lnTo>
                  <a:lnTo>
                    <a:pt x="220961" y="54511"/>
                  </a:lnTo>
                  <a:lnTo>
                    <a:pt x="219040" y="54511"/>
                  </a:lnTo>
                  <a:lnTo>
                    <a:pt x="217118" y="54511"/>
                  </a:lnTo>
                  <a:lnTo>
                    <a:pt x="215197" y="54511"/>
                  </a:lnTo>
                  <a:lnTo>
                    <a:pt x="213275" y="54511"/>
                  </a:lnTo>
                  <a:lnTo>
                    <a:pt x="211354" y="54511"/>
                  </a:lnTo>
                  <a:lnTo>
                    <a:pt x="209433" y="54511"/>
                  </a:lnTo>
                  <a:lnTo>
                    <a:pt x="207511" y="54511"/>
                  </a:lnTo>
                  <a:lnTo>
                    <a:pt x="205590" y="54511"/>
                  </a:lnTo>
                  <a:lnTo>
                    <a:pt x="203668" y="54511"/>
                  </a:lnTo>
                  <a:lnTo>
                    <a:pt x="201747" y="54511"/>
                  </a:lnTo>
                  <a:lnTo>
                    <a:pt x="199826" y="54511"/>
                  </a:lnTo>
                  <a:lnTo>
                    <a:pt x="197904" y="54511"/>
                  </a:lnTo>
                  <a:lnTo>
                    <a:pt x="195983" y="54511"/>
                  </a:lnTo>
                  <a:lnTo>
                    <a:pt x="194061" y="54511"/>
                  </a:lnTo>
                  <a:lnTo>
                    <a:pt x="192140" y="54511"/>
                  </a:lnTo>
                  <a:lnTo>
                    <a:pt x="190219" y="54511"/>
                  </a:lnTo>
                  <a:lnTo>
                    <a:pt x="188297" y="54511"/>
                  </a:lnTo>
                  <a:lnTo>
                    <a:pt x="186376" y="54511"/>
                  </a:lnTo>
                  <a:lnTo>
                    <a:pt x="184454" y="54511"/>
                  </a:lnTo>
                  <a:lnTo>
                    <a:pt x="182533" y="54511"/>
                  </a:lnTo>
                  <a:lnTo>
                    <a:pt x="180612" y="54511"/>
                  </a:lnTo>
                  <a:lnTo>
                    <a:pt x="178690" y="54511"/>
                  </a:lnTo>
                  <a:lnTo>
                    <a:pt x="176769" y="54511"/>
                  </a:lnTo>
                  <a:lnTo>
                    <a:pt x="174847" y="54511"/>
                  </a:lnTo>
                  <a:lnTo>
                    <a:pt x="172926" y="54511"/>
                  </a:lnTo>
                  <a:lnTo>
                    <a:pt x="171005" y="54511"/>
                  </a:lnTo>
                  <a:lnTo>
                    <a:pt x="169083" y="54511"/>
                  </a:lnTo>
                  <a:lnTo>
                    <a:pt x="167162" y="54511"/>
                  </a:lnTo>
                  <a:lnTo>
                    <a:pt x="165240" y="54511"/>
                  </a:lnTo>
                  <a:lnTo>
                    <a:pt x="163319" y="54511"/>
                  </a:lnTo>
                  <a:lnTo>
                    <a:pt x="161398" y="54511"/>
                  </a:lnTo>
                  <a:lnTo>
                    <a:pt x="159476" y="54511"/>
                  </a:lnTo>
                  <a:lnTo>
                    <a:pt x="157555" y="54511"/>
                  </a:lnTo>
                  <a:lnTo>
                    <a:pt x="155633" y="54511"/>
                  </a:lnTo>
                  <a:lnTo>
                    <a:pt x="153712" y="54511"/>
                  </a:lnTo>
                  <a:lnTo>
                    <a:pt x="151791" y="54511"/>
                  </a:lnTo>
                  <a:lnTo>
                    <a:pt x="149869" y="54511"/>
                  </a:lnTo>
                  <a:lnTo>
                    <a:pt x="147948" y="54511"/>
                  </a:lnTo>
                  <a:lnTo>
                    <a:pt x="146026" y="54511"/>
                  </a:lnTo>
                  <a:lnTo>
                    <a:pt x="144105" y="54511"/>
                  </a:lnTo>
                  <a:lnTo>
                    <a:pt x="142183" y="54511"/>
                  </a:lnTo>
                  <a:lnTo>
                    <a:pt x="140262" y="54511"/>
                  </a:lnTo>
                  <a:lnTo>
                    <a:pt x="138341" y="54511"/>
                  </a:lnTo>
                  <a:lnTo>
                    <a:pt x="136419" y="54511"/>
                  </a:lnTo>
                  <a:lnTo>
                    <a:pt x="134498" y="54511"/>
                  </a:lnTo>
                  <a:lnTo>
                    <a:pt x="132576" y="54511"/>
                  </a:lnTo>
                  <a:lnTo>
                    <a:pt x="130655" y="54511"/>
                  </a:lnTo>
                  <a:lnTo>
                    <a:pt x="128734" y="54511"/>
                  </a:lnTo>
                  <a:lnTo>
                    <a:pt x="126812" y="54511"/>
                  </a:lnTo>
                  <a:lnTo>
                    <a:pt x="124891" y="54511"/>
                  </a:lnTo>
                  <a:lnTo>
                    <a:pt x="122969" y="54511"/>
                  </a:lnTo>
                  <a:lnTo>
                    <a:pt x="121048" y="54511"/>
                  </a:lnTo>
                  <a:lnTo>
                    <a:pt x="119127" y="54511"/>
                  </a:lnTo>
                  <a:lnTo>
                    <a:pt x="117205" y="54511"/>
                  </a:lnTo>
                  <a:lnTo>
                    <a:pt x="115284" y="54511"/>
                  </a:lnTo>
                  <a:lnTo>
                    <a:pt x="113362" y="54511"/>
                  </a:lnTo>
                  <a:lnTo>
                    <a:pt x="111441" y="54511"/>
                  </a:lnTo>
                  <a:lnTo>
                    <a:pt x="109520" y="54511"/>
                  </a:lnTo>
                  <a:lnTo>
                    <a:pt x="107598" y="54511"/>
                  </a:lnTo>
                  <a:lnTo>
                    <a:pt x="105677" y="54511"/>
                  </a:lnTo>
                  <a:lnTo>
                    <a:pt x="103755" y="54511"/>
                  </a:lnTo>
                  <a:lnTo>
                    <a:pt x="101834" y="54511"/>
                  </a:lnTo>
                  <a:lnTo>
                    <a:pt x="99913" y="54511"/>
                  </a:lnTo>
                  <a:lnTo>
                    <a:pt x="97991" y="54511"/>
                  </a:lnTo>
                  <a:lnTo>
                    <a:pt x="96070" y="54511"/>
                  </a:lnTo>
                  <a:lnTo>
                    <a:pt x="94148" y="54511"/>
                  </a:lnTo>
                  <a:lnTo>
                    <a:pt x="92227" y="54511"/>
                  </a:lnTo>
                  <a:lnTo>
                    <a:pt x="90306" y="54511"/>
                  </a:lnTo>
                  <a:lnTo>
                    <a:pt x="88384" y="54511"/>
                  </a:lnTo>
                  <a:lnTo>
                    <a:pt x="86463" y="54511"/>
                  </a:lnTo>
                  <a:lnTo>
                    <a:pt x="84541" y="54511"/>
                  </a:lnTo>
                  <a:lnTo>
                    <a:pt x="82620" y="54511"/>
                  </a:lnTo>
                  <a:lnTo>
                    <a:pt x="80699" y="54511"/>
                  </a:lnTo>
                  <a:lnTo>
                    <a:pt x="78777" y="54511"/>
                  </a:lnTo>
                  <a:lnTo>
                    <a:pt x="76856" y="54511"/>
                  </a:lnTo>
                  <a:lnTo>
                    <a:pt x="74934" y="54511"/>
                  </a:lnTo>
                  <a:lnTo>
                    <a:pt x="73013" y="54511"/>
                  </a:lnTo>
                  <a:lnTo>
                    <a:pt x="71091" y="54511"/>
                  </a:lnTo>
                  <a:lnTo>
                    <a:pt x="69170" y="54511"/>
                  </a:lnTo>
                  <a:lnTo>
                    <a:pt x="67249" y="54511"/>
                  </a:lnTo>
                  <a:lnTo>
                    <a:pt x="65327" y="54511"/>
                  </a:lnTo>
                  <a:lnTo>
                    <a:pt x="63406" y="54511"/>
                  </a:lnTo>
                  <a:lnTo>
                    <a:pt x="61484" y="54511"/>
                  </a:lnTo>
                  <a:lnTo>
                    <a:pt x="59563" y="54511"/>
                  </a:lnTo>
                  <a:lnTo>
                    <a:pt x="57642" y="54511"/>
                  </a:lnTo>
                  <a:lnTo>
                    <a:pt x="55720" y="54511"/>
                  </a:lnTo>
                  <a:lnTo>
                    <a:pt x="53799" y="54511"/>
                  </a:lnTo>
                  <a:lnTo>
                    <a:pt x="51877" y="54511"/>
                  </a:lnTo>
                  <a:lnTo>
                    <a:pt x="49956" y="54511"/>
                  </a:lnTo>
                  <a:lnTo>
                    <a:pt x="48035" y="54511"/>
                  </a:lnTo>
                  <a:lnTo>
                    <a:pt x="46113" y="54511"/>
                  </a:lnTo>
                  <a:lnTo>
                    <a:pt x="44192" y="54511"/>
                  </a:lnTo>
                  <a:lnTo>
                    <a:pt x="42270" y="54511"/>
                  </a:lnTo>
                  <a:lnTo>
                    <a:pt x="40349" y="54511"/>
                  </a:lnTo>
                  <a:lnTo>
                    <a:pt x="38428" y="54511"/>
                  </a:lnTo>
                  <a:lnTo>
                    <a:pt x="36506" y="54511"/>
                  </a:lnTo>
                  <a:lnTo>
                    <a:pt x="34585" y="54511"/>
                  </a:lnTo>
                  <a:lnTo>
                    <a:pt x="32663" y="54511"/>
                  </a:lnTo>
                  <a:lnTo>
                    <a:pt x="30742" y="54511"/>
                  </a:lnTo>
                  <a:lnTo>
                    <a:pt x="28821" y="54511"/>
                  </a:lnTo>
                  <a:lnTo>
                    <a:pt x="26899" y="54511"/>
                  </a:lnTo>
                  <a:lnTo>
                    <a:pt x="24978" y="54511"/>
                  </a:lnTo>
                  <a:lnTo>
                    <a:pt x="23056" y="54511"/>
                  </a:lnTo>
                  <a:lnTo>
                    <a:pt x="21135" y="54511"/>
                  </a:lnTo>
                  <a:lnTo>
                    <a:pt x="19214" y="54511"/>
                  </a:lnTo>
                  <a:lnTo>
                    <a:pt x="17292" y="54511"/>
                  </a:lnTo>
                  <a:lnTo>
                    <a:pt x="15371" y="54511"/>
                  </a:lnTo>
                  <a:lnTo>
                    <a:pt x="13449" y="54511"/>
                  </a:lnTo>
                  <a:lnTo>
                    <a:pt x="11528" y="54511"/>
                  </a:lnTo>
                  <a:lnTo>
                    <a:pt x="9607" y="54511"/>
                  </a:lnTo>
                  <a:lnTo>
                    <a:pt x="7685" y="54511"/>
                  </a:lnTo>
                  <a:lnTo>
                    <a:pt x="5764" y="54511"/>
                  </a:lnTo>
                  <a:lnTo>
                    <a:pt x="3842" y="54511"/>
                  </a:lnTo>
                  <a:lnTo>
                    <a:pt x="1921" y="54511"/>
                  </a:lnTo>
                  <a:lnTo>
                    <a:pt x="0" y="54511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7906162" y="5928912"/>
              <a:ext cx="981838" cy="48288"/>
            </a:xfrm>
            <a:custGeom>
              <a:avLst/>
              <a:pathLst>
                <a:path w="981838" h="48288">
                  <a:moveTo>
                    <a:pt x="0" y="48288"/>
                  </a:moveTo>
                  <a:lnTo>
                    <a:pt x="1921" y="48214"/>
                  </a:lnTo>
                  <a:lnTo>
                    <a:pt x="3842" y="48140"/>
                  </a:lnTo>
                  <a:lnTo>
                    <a:pt x="5764" y="48065"/>
                  </a:lnTo>
                  <a:lnTo>
                    <a:pt x="7685" y="47991"/>
                  </a:lnTo>
                  <a:lnTo>
                    <a:pt x="9607" y="47916"/>
                  </a:lnTo>
                  <a:lnTo>
                    <a:pt x="11528" y="47841"/>
                  </a:lnTo>
                  <a:lnTo>
                    <a:pt x="13449" y="47766"/>
                  </a:lnTo>
                  <a:lnTo>
                    <a:pt x="15371" y="47691"/>
                  </a:lnTo>
                  <a:lnTo>
                    <a:pt x="17292" y="47615"/>
                  </a:lnTo>
                  <a:lnTo>
                    <a:pt x="19214" y="47539"/>
                  </a:lnTo>
                  <a:lnTo>
                    <a:pt x="21135" y="47463"/>
                  </a:lnTo>
                  <a:lnTo>
                    <a:pt x="23056" y="47387"/>
                  </a:lnTo>
                  <a:lnTo>
                    <a:pt x="24978" y="47311"/>
                  </a:lnTo>
                  <a:lnTo>
                    <a:pt x="26899" y="47235"/>
                  </a:lnTo>
                  <a:lnTo>
                    <a:pt x="28821" y="47159"/>
                  </a:lnTo>
                  <a:lnTo>
                    <a:pt x="30742" y="47082"/>
                  </a:lnTo>
                  <a:lnTo>
                    <a:pt x="32663" y="47005"/>
                  </a:lnTo>
                  <a:lnTo>
                    <a:pt x="34585" y="46929"/>
                  </a:lnTo>
                  <a:lnTo>
                    <a:pt x="36506" y="46852"/>
                  </a:lnTo>
                  <a:lnTo>
                    <a:pt x="38428" y="46775"/>
                  </a:lnTo>
                  <a:lnTo>
                    <a:pt x="40349" y="46698"/>
                  </a:lnTo>
                  <a:lnTo>
                    <a:pt x="42270" y="46621"/>
                  </a:lnTo>
                  <a:lnTo>
                    <a:pt x="44192" y="46544"/>
                  </a:lnTo>
                  <a:lnTo>
                    <a:pt x="46113" y="46467"/>
                  </a:lnTo>
                  <a:lnTo>
                    <a:pt x="48035" y="46390"/>
                  </a:lnTo>
                  <a:lnTo>
                    <a:pt x="49956" y="46313"/>
                  </a:lnTo>
                  <a:lnTo>
                    <a:pt x="51877" y="46236"/>
                  </a:lnTo>
                  <a:lnTo>
                    <a:pt x="53799" y="46159"/>
                  </a:lnTo>
                  <a:lnTo>
                    <a:pt x="55720" y="46082"/>
                  </a:lnTo>
                  <a:lnTo>
                    <a:pt x="57642" y="46005"/>
                  </a:lnTo>
                  <a:lnTo>
                    <a:pt x="59563" y="45928"/>
                  </a:lnTo>
                  <a:lnTo>
                    <a:pt x="61484" y="45852"/>
                  </a:lnTo>
                  <a:lnTo>
                    <a:pt x="63406" y="45775"/>
                  </a:lnTo>
                  <a:lnTo>
                    <a:pt x="65327" y="45698"/>
                  </a:lnTo>
                  <a:lnTo>
                    <a:pt x="67249" y="45622"/>
                  </a:lnTo>
                  <a:lnTo>
                    <a:pt x="69170" y="45545"/>
                  </a:lnTo>
                  <a:lnTo>
                    <a:pt x="71091" y="45469"/>
                  </a:lnTo>
                  <a:lnTo>
                    <a:pt x="73013" y="45393"/>
                  </a:lnTo>
                  <a:lnTo>
                    <a:pt x="74934" y="45317"/>
                  </a:lnTo>
                  <a:lnTo>
                    <a:pt x="76856" y="45241"/>
                  </a:lnTo>
                  <a:lnTo>
                    <a:pt x="78777" y="45165"/>
                  </a:lnTo>
                  <a:lnTo>
                    <a:pt x="80699" y="45089"/>
                  </a:lnTo>
                  <a:lnTo>
                    <a:pt x="82620" y="45014"/>
                  </a:lnTo>
                  <a:lnTo>
                    <a:pt x="84541" y="44938"/>
                  </a:lnTo>
                  <a:lnTo>
                    <a:pt x="86463" y="44863"/>
                  </a:lnTo>
                  <a:lnTo>
                    <a:pt x="88384" y="44788"/>
                  </a:lnTo>
                  <a:lnTo>
                    <a:pt x="90306" y="44714"/>
                  </a:lnTo>
                  <a:lnTo>
                    <a:pt x="92227" y="44639"/>
                  </a:lnTo>
                  <a:lnTo>
                    <a:pt x="94148" y="44565"/>
                  </a:lnTo>
                  <a:lnTo>
                    <a:pt x="96070" y="44491"/>
                  </a:lnTo>
                  <a:lnTo>
                    <a:pt x="97991" y="44417"/>
                  </a:lnTo>
                  <a:lnTo>
                    <a:pt x="99913" y="44344"/>
                  </a:lnTo>
                  <a:lnTo>
                    <a:pt x="101834" y="44271"/>
                  </a:lnTo>
                  <a:lnTo>
                    <a:pt x="103755" y="44198"/>
                  </a:lnTo>
                  <a:lnTo>
                    <a:pt x="105677" y="44125"/>
                  </a:lnTo>
                  <a:lnTo>
                    <a:pt x="107598" y="44053"/>
                  </a:lnTo>
                  <a:lnTo>
                    <a:pt x="109520" y="43981"/>
                  </a:lnTo>
                  <a:lnTo>
                    <a:pt x="111441" y="43909"/>
                  </a:lnTo>
                  <a:lnTo>
                    <a:pt x="113362" y="43838"/>
                  </a:lnTo>
                  <a:lnTo>
                    <a:pt x="115284" y="43766"/>
                  </a:lnTo>
                  <a:lnTo>
                    <a:pt x="117205" y="43696"/>
                  </a:lnTo>
                  <a:lnTo>
                    <a:pt x="119127" y="43625"/>
                  </a:lnTo>
                  <a:lnTo>
                    <a:pt x="121048" y="43555"/>
                  </a:lnTo>
                  <a:lnTo>
                    <a:pt x="122969" y="43485"/>
                  </a:lnTo>
                  <a:lnTo>
                    <a:pt x="124891" y="43416"/>
                  </a:lnTo>
                  <a:lnTo>
                    <a:pt x="126812" y="43347"/>
                  </a:lnTo>
                  <a:lnTo>
                    <a:pt x="128734" y="43278"/>
                  </a:lnTo>
                  <a:lnTo>
                    <a:pt x="130655" y="43210"/>
                  </a:lnTo>
                  <a:lnTo>
                    <a:pt x="132576" y="43142"/>
                  </a:lnTo>
                  <a:lnTo>
                    <a:pt x="134498" y="43074"/>
                  </a:lnTo>
                  <a:lnTo>
                    <a:pt x="136419" y="43007"/>
                  </a:lnTo>
                  <a:lnTo>
                    <a:pt x="138341" y="42940"/>
                  </a:lnTo>
                  <a:lnTo>
                    <a:pt x="140262" y="42874"/>
                  </a:lnTo>
                  <a:lnTo>
                    <a:pt x="142183" y="42808"/>
                  </a:lnTo>
                  <a:lnTo>
                    <a:pt x="144105" y="42742"/>
                  </a:lnTo>
                  <a:lnTo>
                    <a:pt x="146026" y="42677"/>
                  </a:lnTo>
                  <a:lnTo>
                    <a:pt x="147948" y="42612"/>
                  </a:lnTo>
                  <a:lnTo>
                    <a:pt x="149869" y="42548"/>
                  </a:lnTo>
                  <a:lnTo>
                    <a:pt x="151791" y="42484"/>
                  </a:lnTo>
                  <a:lnTo>
                    <a:pt x="153712" y="42421"/>
                  </a:lnTo>
                  <a:lnTo>
                    <a:pt x="155633" y="42357"/>
                  </a:lnTo>
                  <a:lnTo>
                    <a:pt x="157555" y="42295"/>
                  </a:lnTo>
                  <a:lnTo>
                    <a:pt x="159476" y="42233"/>
                  </a:lnTo>
                  <a:lnTo>
                    <a:pt x="161398" y="42171"/>
                  </a:lnTo>
                  <a:lnTo>
                    <a:pt x="163319" y="42110"/>
                  </a:lnTo>
                  <a:lnTo>
                    <a:pt x="165240" y="42049"/>
                  </a:lnTo>
                  <a:lnTo>
                    <a:pt x="167162" y="41989"/>
                  </a:lnTo>
                  <a:lnTo>
                    <a:pt x="169083" y="41929"/>
                  </a:lnTo>
                  <a:lnTo>
                    <a:pt x="171005" y="41869"/>
                  </a:lnTo>
                  <a:lnTo>
                    <a:pt x="172926" y="41810"/>
                  </a:lnTo>
                  <a:lnTo>
                    <a:pt x="174847" y="41752"/>
                  </a:lnTo>
                  <a:lnTo>
                    <a:pt x="176769" y="41694"/>
                  </a:lnTo>
                  <a:lnTo>
                    <a:pt x="178690" y="41636"/>
                  </a:lnTo>
                  <a:lnTo>
                    <a:pt x="180612" y="41579"/>
                  </a:lnTo>
                  <a:lnTo>
                    <a:pt x="182533" y="41522"/>
                  </a:lnTo>
                  <a:lnTo>
                    <a:pt x="184454" y="41466"/>
                  </a:lnTo>
                  <a:lnTo>
                    <a:pt x="186376" y="41410"/>
                  </a:lnTo>
                  <a:lnTo>
                    <a:pt x="188297" y="41355"/>
                  </a:lnTo>
                  <a:lnTo>
                    <a:pt x="190219" y="41300"/>
                  </a:lnTo>
                  <a:lnTo>
                    <a:pt x="192140" y="41245"/>
                  </a:lnTo>
                  <a:lnTo>
                    <a:pt x="194061" y="41191"/>
                  </a:lnTo>
                  <a:lnTo>
                    <a:pt x="195983" y="41138"/>
                  </a:lnTo>
                  <a:lnTo>
                    <a:pt x="197904" y="41085"/>
                  </a:lnTo>
                  <a:lnTo>
                    <a:pt x="199826" y="41032"/>
                  </a:lnTo>
                  <a:lnTo>
                    <a:pt x="201747" y="40980"/>
                  </a:lnTo>
                  <a:lnTo>
                    <a:pt x="203668" y="40928"/>
                  </a:lnTo>
                  <a:lnTo>
                    <a:pt x="205590" y="40876"/>
                  </a:lnTo>
                  <a:lnTo>
                    <a:pt x="207511" y="40826"/>
                  </a:lnTo>
                  <a:lnTo>
                    <a:pt x="209433" y="40775"/>
                  </a:lnTo>
                  <a:lnTo>
                    <a:pt x="211354" y="40725"/>
                  </a:lnTo>
                  <a:lnTo>
                    <a:pt x="213275" y="40676"/>
                  </a:lnTo>
                  <a:lnTo>
                    <a:pt x="215197" y="40626"/>
                  </a:lnTo>
                  <a:lnTo>
                    <a:pt x="217118" y="40578"/>
                  </a:lnTo>
                  <a:lnTo>
                    <a:pt x="219040" y="40529"/>
                  </a:lnTo>
                  <a:lnTo>
                    <a:pt x="220961" y="40482"/>
                  </a:lnTo>
                  <a:lnTo>
                    <a:pt x="222883" y="40434"/>
                  </a:lnTo>
                  <a:lnTo>
                    <a:pt x="224804" y="40387"/>
                  </a:lnTo>
                  <a:lnTo>
                    <a:pt x="226725" y="40340"/>
                  </a:lnTo>
                  <a:lnTo>
                    <a:pt x="228647" y="40294"/>
                  </a:lnTo>
                  <a:lnTo>
                    <a:pt x="230568" y="40248"/>
                  </a:lnTo>
                  <a:lnTo>
                    <a:pt x="232490" y="40203"/>
                  </a:lnTo>
                  <a:lnTo>
                    <a:pt x="234411" y="40158"/>
                  </a:lnTo>
                  <a:lnTo>
                    <a:pt x="236332" y="40113"/>
                  </a:lnTo>
                  <a:lnTo>
                    <a:pt x="238254" y="40068"/>
                  </a:lnTo>
                  <a:lnTo>
                    <a:pt x="240175" y="40025"/>
                  </a:lnTo>
                  <a:lnTo>
                    <a:pt x="242097" y="39981"/>
                  </a:lnTo>
                  <a:lnTo>
                    <a:pt x="244018" y="39938"/>
                  </a:lnTo>
                  <a:lnTo>
                    <a:pt x="245939" y="39895"/>
                  </a:lnTo>
                  <a:lnTo>
                    <a:pt x="247861" y="39852"/>
                  </a:lnTo>
                  <a:lnTo>
                    <a:pt x="249782" y="39810"/>
                  </a:lnTo>
                  <a:lnTo>
                    <a:pt x="251704" y="39768"/>
                  </a:lnTo>
                  <a:lnTo>
                    <a:pt x="253625" y="39727"/>
                  </a:lnTo>
                  <a:lnTo>
                    <a:pt x="255546" y="39685"/>
                  </a:lnTo>
                  <a:lnTo>
                    <a:pt x="257468" y="39644"/>
                  </a:lnTo>
                  <a:lnTo>
                    <a:pt x="259389" y="39604"/>
                  </a:lnTo>
                  <a:lnTo>
                    <a:pt x="261311" y="39563"/>
                  </a:lnTo>
                  <a:lnTo>
                    <a:pt x="263232" y="39523"/>
                  </a:lnTo>
                  <a:lnTo>
                    <a:pt x="265153" y="39483"/>
                  </a:lnTo>
                  <a:lnTo>
                    <a:pt x="267075" y="39444"/>
                  </a:lnTo>
                  <a:lnTo>
                    <a:pt x="268996" y="39405"/>
                  </a:lnTo>
                  <a:lnTo>
                    <a:pt x="270918" y="39366"/>
                  </a:lnTo>
                  <a:lnTo>
                    <a:pt x="272839" y="39327"/>
                  </a:lnTo>
                  <a:lnTo>
                    <a:pt x="274760" y="39289"/>
                  </a:lnTo>
                  <a:lnTo>
                    <a:pt x="276682" y="39250"/>
                  </a:lnTo>
                  <a:lnTo>
                    <a:pt x="278603" y="39212"/>
                  </a:lnTo>
                  <a:lnTo>
                    <a:pt x="280525" y="39175"/>
                  </a:lnTo>
                  <a:lnTo>
                    <a:pt x="282446" y="39137"/>
                  </a:lnTo>
                  <a:lnTo>
                    <a:pt x="284367" y="39100"/>
                  </a:lnTo>
                  <a:lnTo>
                    <a:pt x="286289" y="39062"/>
                  </a:lnTo>
                  <a:lnTo>
                    <a:pt x="288210" y="39025"/>
                  </a:lnTo>
                  <a:lnTo>
                    <a:pt x="290132" y="38989"/>
                  </a:lnTo>
                  <a:lnTo>
                    <a:pt x="292053" y="38952"/>
                  </a:lnTo>
                  <a:lnTo>
                    <a:pt x="293975" y="38915"/>
                  </a:lnTo>
                  <a:lnTo>
                    <a:pt x="295896" y="38879"/>
                  </a:lnTo>
                  <a:lnTo>
                    <a:pt x="297817" y="38843"/>
                  </a:lnTo>
                  <a:lnTo>
                    <a:pt x="299739" y="38807"/>
                  </a:lnTo>
                  <a:lnTo>
                    <a:pt x="301660" y="38770"/>
                  </a:lnTo>
                  <a:lnTo>
                    <a:pt x="303582" y="38735"/>
                  </a:lnTo>
                  <a:lnTo>
                    <a:pt x="305503" y="38699"/>
                  </a:lnTo>
                  <a:lnTo>
                    <a:pt x="307424" y="38663"/>
                  </a:lnTo>
                  <a:lnTo>
                    <a:pt x="309346" y="38627"/>
                  </a:lnTo>
                  <a:lnTo>
                    <a:pt x="311267" y="38592"/>
                  </a:lnTo>
                  <a:lnTo>
                    <a:pt x="313189" y="38556"/>
                  </a:lnTo>
                  <a:lnTo>
                    <a:pt x="315110" y="38521"/>
                  </a:lnTo>
                  <a:lnTo>
                    <a:pt x="317031" y="38486"/>
                  </a:lnTo>
                  <a:lnTo>
                    <a:pt x="318953" y="38450"/>
                  </a:lnTo>
                  <a:lnTo>
                    <a:pt x="320874" y="38415"/>
                  </a:lnTo>
                  <a:lnTo>
                    <a:pt x="322796" y="38379"/>
                  </a:lnTo>
                  <a:lnTo>
                    <a:pt x="324717" y="38344"/>
                  </a:lnTo>
                  <a:lnTo>
                    <a:pt x="326638" y="38309"/>
                  </a:lnTo>
                  <a:lnTo>
                    <a:pt x="328560" y="38273"/>
                  </a:lnTo>
                  <a:lnTo>
                    <a:pt x="330481" y="38238"/>
                  </a:lnTo>
                  <a:lnTo>
                    <a:pt x="332403" y="38202"/>
                  </a:lnTo>
                  <a:lnTo>
                    <a:pt x="334324" y="38167"/>
                  </a:lnTo>
                  <a:lnTo>
                    <a:pt x="336245" y="38131"/>
                  </a:lnTo>
                  <a:lnTo>
                    <a:pt x="338167" y="38096"/>
                  </a:lnTo>
                  <a:lnTo>
                    <a:pt x="340088" y="38060"/>
                  </a:lnTo>
                  <a:lnTo>
                    <a:pt x="342010" y="38024"/>
                  </a:lnTo>
                  <a:lnTo>
                    <a:pt x="343931" y="37988"/>
                  </a:lnTo>
                  <a:lnTo>
                    <a:pt x="345852" y="37952"/>
                  </a:lnTo>
                  <a:lnTo>
                    <a:pt x="347774" y="37916"/>
                  </a:lnTo>
                  <a:lnTo>
                    <a:pt x="349695" y="37880"/>
                  </a:lnTo>
                  <a:lnTo>
                    <a:pt x="351617" y="37843"/>
                  </a:lnTo>
                  <a:lnTo>
                    <a:pt x="353538" y="37807"/>
                  </a:lnTo>
                  <a:lnTo>
                    <a:pt x="355459" y="37770"/>
                  </a:lnTo>
                  <a:lnTo>
                    <a:pt x="357381" y="37733"/>
                  </a:lnTo>
                  <a:lnTo>
                    <a:pt x="359302" y="37696"/>
                  </a:lnTo>
                  <a:lnTo>
                    <a:pt x="361224" y="37659"/>
                  </a:lnTo>
                  <a:lnTo>
                    <a:pt x="363145" y="37621"/>
                  </a:lnTo>
                  <a:lnTo>
                    <a:pt x="365067" y="37583"/>
                  </a:lnTo>
                  <a:lnTo>
                    <a:pt x="366988" y="37545"/>
                  </a:lnTo>
                  <a:lnTo>
                    <a:pt x="368909" y="37507"/>
                  </a:lnTo>
                  <a:lnTo>
                    <a:pt x="370831" y="37468"/>
                  </a:lnTo>
                  <a:lnTo>
                    <a:pt x="372752" y="37430"/>
                  </a:lnTo>
                  <a:lnTo>
                    <a:pt x="374674" y="37391"/>
                  </a:lnTo>
                  <a:lnTo>
                    <a:pt x="376595" y="37351"/>
                  </a:lnTo>
                  <a:lnTo>
                    <a:pt x="378516" y="37312"/>
                  </a:lnTo>
                  <a:lnTo>
                    <a:pt x="380438" y="37272"/>
                  </a:lnTo>
                  <a:lnTo>
                    <a:pt x="382359" y="37231"/>
                  </a:lnTo>
                  <a:lnTo>
                    <a:pt x="384281" y="37191"/>
                  </a:lnTo>
                  <a:lnTo>
                    <a:pt x="386202" y="37150"/>
                  </a:lnTo>
                  <a:lnTo>
                    <a:pt x="388123" y="37109"/>
                  </a:lnTo>
                  <a:lnTo>
                    <a:pt x="390045" y="37067"/>
                  </a:lnTo>
                  <a:lnTo>
                    <a:pt x="391966" y="37025"/>
                  </a:lnTo>
                  <a:lnTo>
                    <a:pt x="393888" y="36983"/>
                  </a:lnTo>
                  <a:lnTo>
                    <a:pt x="395809" y="36940"/>
                  </a:lnTo>
                  <a:lnTo>
                    <a:pt x="397730" y="36897"/>
                  </a:lnTo>
                  <a:lnTo>
                    <a:pt x="399652" y="36853"/>
                  </a:lnTo>
                  <a:lnTo>
                    <a:pt x="401573" y="36809"/>
                  </a:lnTo>
                  <a:lnTo>
                    <a:pt x="403495" y="36765"/>
                  </a:lnTo>
                  <a:lnTo>
                    <a:pt x="405416" y="36720"/>
                  </a:lnTo>
                  <a:lnTo>
                    <a:pt x="407337" y="36674"/>
                  </a:lnTo>
                  <a:lnTo>
                    <a:pt x="409259" y="36628"/>
                  </a:lnTo>
                  <a:lnTo>
                    <a:pt x="411180" y="36582"/>
                  </a:lnTo>
                  <a:lnTo>
                    <a:pt x="413102" y="36535"/>
                  </a:lnTo>
                  <a:lnTo>
                    <a:pt x="415023" y="36488"/>
                  </a:lnTo>
                  <a:lnTo>
                    <a:pt x="416944" y="36440"/>
                  </a:lnTo>
                  <a:lnTo>
                    <a:pt x="418866" y="36392"/>
                  </a:lnTo>
                  <a:lnTo>
                    <a:pt x="420787" y="36343"/>
                  </a:lnTo>
                  <a:lnTo>
                    <a:pt x="422709" y="36293"/>
                  </a:lnTo>
                  <a:lnTo>
                    <a:pt x="424630" y="36244"/>
                  </a:lnTo>
                  <a:lnTo>
                    <a:pt x="426551" y="36193"/>
                  </a:lnTo>
                  <a:lnTo>
                    <a:pt x="428473" y="36142"/>
                  </a:lnTo>
                  <a:lnTo>
                    <a:pt x="430394" y="36090"/>
                  </a:lnTo>
                  <a:lnTo>
                    <a:pt x="432316" y="36037"/>
                  </a:lnTo>
                  <a:lnTo>
                    <a:pt x="434237" y="35985"/>
                  </a:lnTo>
                  <a:lnTo>
                    <a:pt x="436159" y="35931"/>
                  </a:lnTo>
                  <a:lnTo>
                    <a:pt x="438080" y="35877"/>
                  </a:lnTo>
                  <a:lnTo>
                    <a:pt x="440001" y="35822"/>
                  </a:lnTo>
                  <a:lnTo>
                    <a:pt x="441923" y="35766"/>
                  </a:lnTo>
                  <a:lnTo>
                    <a:pt x="443844" y="35710"/>
                  </a:lnTo>
                  <a:lnTo>
                    <a:pt x="445766" y="35653"/>
                  </a:lnTo>
                  <a:lnTo>
                    <a:pt x="447687" y="35596"/>
                  </a:lnTo>
                  <a:lnTo>
                    <a:pt x="449608" y="35537"/>
                  </a:lnTo>
                  <a:lnTo>
                    <a:pt x="451530" y="35478"/>
                  </a:lnTo>
                  <a:lnTo>
                    <a:pt x="453451" y="35418"/>
                  </a:lnTo>
                  <a:lnTo>
                    <a:pt x="455373" y="35358"/>
                  </a:lnTo>
                  <a:lnTo>
                    <a:pt x="457294" y="35297"/>
                  </a:lnTo>
                  <a:lnTo>
                    <a:pt x="459215" y="35234"/>
                  </a:lnTo>
                  <a:lnTo>
                    <a:pt x="461137" y="35172"/>
                  </a:lnTo>
                  <a:lnTo>
                    <a:pt x="463058" y="35108"/>
                  </a:lnTo>
                  <a:lnTo>
                    <a:pt x="464980" y="35044"/>
                  </a:lnTo>
                  <a:lnTo>
                    <a:pt x="466901" y="34979"/>
                  </a:lnTo>
                  <a:lnTo>
                    <a:pt x="468822" y="34912"/>
                  </a:lnTo>
                  <a:lnTo>
                    <a:pt x="470744" y="34846"/>
                  </a:lnTo>
                  <a:lnTo>
                    <a:pt x="472665" y="34778"/>
                  </a:lnTo>
                  <a:lnTo>
                    <a:pt x="474587" y="34710"/>
                  </a:lnTo>
                  <a:lnTo>
                    <a:pt x="476508" y="34640"/>
                  </a:lnTo>
                  <a:lnTo>
                    <a:pt x="478429" y="34570"/>
                  </a:lnTo>
                  <a:lnTo>
                    <a:pt x="480351" y="34498"/>
                  </a:lnTo>
                  <a:lnTo>
                    <a:pt x="482272" y="34426"/>
                  </a:lnTo>
                  <a:lnTo>
                    <a:pt x="484194" y="34354"/>
                  </a:lnTo>
                  <a:lnTo>
                    <a:pt x="486115" y="34279"/>
                  </a:lnTo>
                  <a:lnTo>
                    <a:pt x="488036" y="34205"/>
                  </a:lnTo>
                  <a:lnTo>
                    <a:pt x="489958" y="34128"/>
                  </a:lnTo>
                  <a:lnTo>
                    <a:pt x="491879" y="34052"/>
                  </a:lnTo>
                  <a:lnTo>
                    <a:pt x="493801" y="33974"/>
                  </a:lnTo>
                  <a:lnTo>
                    <a:pt x="495722" y="33895"/>
                  </a:lnTo>
                  <a:lnTo>
                    <a:pt x="497643" y="33816"/>
                  </a:lnTo>
                  <a:lnTo>
                    <a:pt x="499565" y="33734"/>
                  </a:lnTo>
                  <a:lnTo>
                    <a:pt x="501486" y="33653"/>
                  </a:lnTo>
                  <a:lnTo>
                    <a:pt x="503408" y="33570"/>
                  </a:lnTo>
                  <a:lnTo>
                    <a:pt x="505329" y="33486"/>
                  </a:lnTo>
                  <a:lnTo>
                    <a:pt x="507250" y="33401"/>
                  </a:lnTo>
                  <a:lnTo>
                    <a:pt x="509172" y="33315"/>
                  </a:lnTo>
                  <a:lnTo>
                    <a:pt x="511093" y="33228"/>
                  </a:lnTo>
                  <a:lnTo>
                    <a:pt x="513015" y="33140"/>
                  </a:lnTo>
                  <a:lnTo>
                    <a:pt x="514936" y="33050"/>
                  </a:lnTo>
                  <a:lnTo>
                    <a:pt x="516858" y="32960"/>
                  </a:lnTo>
                  <a:lnTo>
                    <a:pt x="518779" y="32868"/>
                  </a:lnTo>
                  <a:lnTo>
                    <a:pt x="520700" y="32776"/>
                  </a:lnTo>
                  <a:lnTo>
                    <a:pt x="522622" y="32682"/>
                  </a:lnTo>
                  <a:lnTo>
                    <a:pt x="524543" y="32587"/>
                  </a:lnTo>
                  <a:lnTo>
                    <a:pt x="526465" y="32490"/>
                  </a:lnTo>
                  <a:lnTo>
                    <a:pt x="528386" y="32393"/>
                  </a:lnTo>
                  <a:lnTo>
                    <a:pt x="530307" y="32295"/>
                  </a:lnTo>
                  <a:lnTo>
                    <a:pt x="532229" y="32194"/>
                  </a:lnTo>
                  <a:lnTo>
                    <a:pt x="534150" y="32094"/>
                  </a:lnTo>
                  <a:lnTo>
                    <a:pt x="536072" y="31991"/>
                  </a:lnTo>
                  <a:lnTo>
                    <a:pt x="537993" y="31888"/>
                  </a:lnTo>
                  <a:lnTo>
                    <a:pt x="539914" y="31783"/>
                  </a:lnTo>
                  <a:lnTo>
                    <a:pt x="541836" y="31677"/>
                  </a:lnTo>
                  <a:lnTo>
                    <a:pt x="543757" y="31570"/>
                  </a:lnTo>
                  <a:lnTo>
                    <a:pt x="545679" y="31461"/>
                  </a:lnTo>
                  <a:lnTo>
                    <a:pt x="547600" y="31351"/>
                  </a:lnTo>
                  <a:lnTo>
                    <a:pt x="549521" y="31239"/>
                  </a:lnTo>
                  <a:lnTo>
                    <a:pt x="551443" y="31127"/>
                  </a:lnTo>
                  <a:lnTo>
                    <a:pt x="553364" y="31013"/>
                  </a:lnTo>
                  <a:lnTo>
                    <a:pt x="555286" y="30898"/>
                  </a:lnTo>
                  <a:lnTo>
                    <a:pt x="557207" y="30782"/>
                  </a:lnTo>
                  <a:lnTo>
                    <a:pt x="559128" y="30663"/>
                  </a:lnTo>
                  <a:lnTo>
                    <a:pt x="561050" y="30544"/>
                  </a:lnTo>
                  <a:lnTo>
                    <a:pt x="562971" y="30423"/>
                  </a:lnTo>
                  <a:lnTo>
                    <a:pt x="564893" y="30301"/>
                  </a:lnTo>
                  <a:lnTo>
                    <a:pt x="566814" y="30177"/>
                  </a:lnTo>
                  <a:lnTo>
                    <a:pt x="568735" y="30052"/>
                  </a:lnTo>
                  <a:lnTo>
                    <a:pt x="570657" y="29926"/>
                  </a:lnTo>
                  <a:lnTo>
                    <a:pt x="572578" y="29798"/>
                  </a:lnTo>
                  <a:lnTo>
                    <a:pt x="574500" y="29669"/>
                  </a:lnTo>
                  <a:lnTo>
                    <a:pt x="576421" y="29538"/>
                  </a:lnTo>
                  <a:lnTo>
                    <a:pt x="578342" y="29405"/>
                  </a:lnTo>
                  <a:lnTo>
                    <a:pt x="580264" y="29272"/>
                  </a:lnTo>
                  <a:lnTo>
                    <a:pt x="582185" y="29136"/>
                  </a:lnTo>
                  <a:lnTo>
                    <a:pt x="584107" y="29000"/>
                  </a:lnTo>
                  <a:lnTo>
                    <a:pt x="586028" y="28862"/>
                  </a:lnTo>
                  <a:lnTo>
                    <a:pt x="587950" y="28722"/>
                  </a:lnTo>
                  <a:lnTo>
                    <a:pt x="589871" y="28581"/>
                  </a:lnTo>
                  <a:lnTo>
                    <a:pt x="591792" y="28438"/>
                  </a:lnTo>
                  <a:lnTo>
                    <a:pt x="593714" y="28295"/>
                  </a:lnTo>
                  <a:lnTo>
                    <a:pt x="595635" y="28148"/>
                  </a:lnTo>
                  <a:lnTo>
                    <a:pt x="597557" y="28001"/>
                  </a:lnTo>
                  <a:lnTo>
                    <a:pt x="599478" y="27852"/>
                  </a:lnTo>
                  <a:lnTo>
                    <a:pt x="601399" y="27702"/>
                  </a:lnTo>
                  <a:lnTo>
                    <a:pt x="603321" y="27550"/>
                  </a:lnTo>
                  <a:lnTo>
                    <a:pt x="605242" y="27396"/>
                  </a:lnTo>
                  <a:lnTo>
                    <a:pt x="607164" y="27242"/>
                  </a:lnTo>
                  <a:lnTo>
                    <a:pt x="609085" y="27085"/>
                  </a:lnTo>
                  <a:lnTo>
                    <a:pt x="611006" y="26927"/>
                  </a:lnTo>
                  <a:lnTo>
                    <a:pt x="612928" y="26767"/>
                  </a:lnTo>
                  <a:lnTo>
                    <a:pt x="614849" y="26606"/>
                  </a:lnTo>
                  <a:lnTo>
                    <a:pt x="616771" y="26444"/>
                  </a:lnTo>
                  <a:lnTo>
                    <a:pt x="618692" y="26279"/>
                  </a:lnTo>
                  <a:lnTo>
                    <a:pt x="620613" y="26114"/>
                  </a:lnTo>
                  <a:lnTo>
                    <a:pt x="622535" y="25946"/>
                  </a:lnTo>
                  <a:lnTo>
                    <a:pt x="624456" y="25777"/>
                  </a:lnTo>
                  <a:lnTo>
                    <a:pt x="626378" y="25606"/>
                  </a:lnTo>
                  <a:lnTo>
                    <a:pt x="628299" y="25434"/>
                  </a:lnTo>
                  <a:lnTo>
                    <a:pt x="630220" y="25261"/>
                  </a:lnTo>
                  <a:lnTo>
                    <a:pt x="632142" y="25085"/>
                  </a:lnTo>
                  <a:lnTo>
                    <a:pt x="634063" y="24909"/>
                  </a:lnTo>
                  <a:lnTo>
                    <a:pt x="635985" y="24730"/>
                  </a:lnTo>
                  <a:lnTo>
                    <a:pt x="637906" y="24550"/>
                  </a:lnTo>
                  <a:lnTo>
                    <a:pt x="639827" y="24369"/>
                  </a:lnTo>
                  <a:lnTo>
                    <a:pt x="641749" y="24186"/>
                  </a:lnTo>
                  <a:lnTo>
                    <a:pt x="643670" y="24002"/>
                  </a:lnTo>
                  <a:lnTo>
                    <a:pt x="645592" y="23816"/>
                  </a:lnTo>
                  <a:lnTo>
                    <a:pt x="647513" y="23629"/>
                  </a:lnTo>
                  <a:lnTo>
                    <a:pt x="649434" y="23440"/>
                  </a:lnTo>
                  <a:lnTo>
                    <a:pt x="651356" y="23249"/>
                  </a:lnTo>
                  <a:lnTo>
                    <a:pt x="653277" y="23058"/>
                  </a:lnTo>
                  <a:lnTo>
                    <a:pt x="655199" y="22864"/>
                  </a:lnTo>
                  <a:lnTo>
                    <a:pt x="657120" y="22670"/>
                  </a:lnTo>
                  <a:lnTo>
                    <a:pt x="659042" y="22473"/>
                  </a:lnTo>
                  <a:lnTo>
                    <a:pt x="660963" y="22276"/>
                  </a:lnTo>
                  <a:lnTo>
                    <a:pt x="662884" y="22077"/>
                  </a:lnTo>
                  <a:lnTo>
                    <a:pt x="664806" y="21876"/>
                  </a:lnTo>
                  <a:lnTo>
                    <a:pt x="666727" y="21675"/>
                  </a:lnTo>
                  <a:lnTo>
                    <a:pt x="668649" y="21471"/>
                  </a:lnTo>
                  <a:lnTo>
                    <a:pt x="670570" y="21267"/>
                  </a:lnTo>
                  <a:lnTo>
                    <a:pt x="672491" y="21061"/>
                  </a:lnTo>
                  <a:lnTo>
                    <a:pt x="674413" y="20854"/>
                  </a:lnTo>
                  <a:lnTo>
                    <a:pt x="676334" y="20646"/>
                  </a:lnTo>
                  <a:lnTo>
                    <a:pt x="678256" y="20436"/>
                  </a:lnTo>
                  <a:lnTo>
                    <a:pt x="680177" y="20226"/>
                  </a:lnTo>
                  <a:lnTo>
                    <a:pt x="682098" y="20013"/>
                  </a:lnTo>
                  <a:lnTo>
                    <a:pt x="684020" y="19800"/>
                  </a:lnTo>
                  <a:lnTo>
                    <a:pt x="685941" y="19586"/>
                  </a:lnTo>
                  <a:lnTo>
                    <a:pt x="687863" y="19370"/>
                  </a:lnTo>
                  <a:lnTo>
                    <a:pt x="689784" y="19154"/>
                  </a:lnTo>
                  <a:lnTo>
                    <a:pt x="691705" y="18936"/>
                  </a:lnTo>
                  <a:lnTo>
                    <a:pt x="693627" y="18718"/>
                  </a:lnTo>
                  <a:lnTo>
                    <a:pt x="695548" y="18498"/>
                  </a:lnTo>
                  <a:lnTo>
                    <a:pt x="697470" y="18277"/>
                  </a:lnTo>
                  <a:lnTo>
                    <a:pt x="699391" y="18056"/>
                  </a:lnTo>
                  <a:lnTo>
                    <a:pt x="701312" y="17833"/>
                  </a:lnTo>
                  <a:lnTo>
                    <a:pt x="703234" y="17610"/>
                  </a:lnTo>
                  <a:lnTo>
                    <a:pt x="705155" y="17385"/>
                  </a:lnTo>
                  <a:lnTo>
                    <a:pt x="707077" y="17160"/>
                  </a:lnTo>
                  <a:lnTo>
                    <a:pt x="708998" y="16934"/>
                  </a:lnTo>
                  <a:lnTo>
                    <a:pt x="710919" y="16707"/>
                  </a:lnTo>
                  <a:lnTo>
                    <a:pt x="712841" y="16480"/>
                  </a:lnTo>
                  <a:lnTo>
                    <a:pt x="714762" y="16252"/>
                  </a:lnTo>
                  <a:lnTo>
                    <a:pt x="716684" y="16024"/>
                  </a:lnTo>
                  <a:lnTo>
                    <a:pt x="718605" y="15794"/>
                  </a:lnTo>
                  <a:lnTo>
                    <a:pt x="720526" y="15564"/>
                  </a:lnTo>
                  <a:lnTo>
                    <a:pt x="722448" y="15334"/>
                  </a:lnTo>
                  <a:lnTo>
                    <a:pt x="724369" y="15103"/>
                  </a:lnTo>
                  <a:lnTo>
                    <a:pt x="726291" y="14873"/>
                  </a:lnTo>
                  <a:lnTo>
                    <a:pt x="728212" y="14641"/>
                  </a:lnTo>
                  <a:lnTo>
                    <a:pt x="730134" y="14409"/>
                  </a:lnTo>
                  <a:lnTo>
                    <a:pt x="732055" y="14177"/>
                  </a:lnTo>
                  <a:lnTo>
                    <a:pt x="733976" y="13945"/>
                  </a:lnTo>
                  <a:lnTo>
                    <a:pt x="735898" y="13713"/>
                  </a:lnTo>
                  <a:lnTo>
                    <a:pt x="737819" y="13480"/>
                  </a:lnTo>
                  <a:lnTo>
                    <a:pt x="739741" y="13247"/>
                  </a:lnTo>
                  <a:lnTo>
                    <a:pt x="741662" y="13015"/>
                  </a:lnTo>
                  <a:lnTo>
                    <a:pt x="743583" y="12782"/>
                  </a:lnTo>
                  <a:lnTo>
                    <a:pt x="745505" y="12550"/>
                  </a:lnTo>
                  <a:lnTo>
                    <a:pt x="747426" y="12318"/>
                  </a:lnTo>
                  <a:lnTo>
                    <a:pt x="749348" y="12086"/>
                  </a:lnTo>
                  <a:lnTo>
                    <a:pt x="751269" y="11854"/>
                  </a:lnTo>
                  <a:lnTo>
                    <a:pt x="753190" y="11622"/>
                  </a:lnTo>
                  <a:lnTo>
                    <a:pt x="755112" y="11391"/>
                  </a:lnTo>
                  <a:lnTo>
                    <a:pt x="757033" y="11161"/>
                  </a:lnTo>
                  <a:lnTo>
                    <a:pt x="758955" y="10931"/>
                  </a:lnTo>
                  <a:lnTo>
                    <a:pt x="760876" y="10701"/>
                  </a:lnTo>
                  <a:lnTo>
                    <a:pt x="762797" y="10472"/>
                  </a:lnTo>
                  <a:lnTo>
                    <a:pt x="764719" y="10244"/>
                  </a:lnTo>
                  <a:lnTo>
                    <a:pt x="766640" y="10016"/>
                  </a:lnTo>
                  <a:lnTo>
                    <a:pt x="768562" y="9790"/>
                  </a:lnTo>
                  <a:lnTo>
                    <a:pt x="770483" y="9564"/>
                  </a:lnTo>
                  <a:lnTo>
                    <a:pt x="772404" y="9339"/>
                  </a:lnTo>
                  <a:lnTo>
                    <a:pt x="774326" y="9116"/>
                  </a:lnTo>
                  <a:lnTo>
                    <a:pt x="776247" y="8892"/>
                  </a:lnTo>
                  <a:lnTo>
                    <a:pt x="778169" y="8672"/>
                  </a:lnTo>
                  <a:lnTo>
                    <a:pt x="780090" y="8451"/>
                  </a:lnTo>
                  <a:lnTo>
                    <a:pt x="782011" y="8232"/>
                  </a:lnTo>
                  <a:lnTo>
                    <a:pt x="783933" y="8014"/>
                  </a:lnTo>
                  <a:lnTo>
                    <a:pt x="785854" y="7798"/>
                  </a:lnTo>
                  <a:lnTo>
                    <a:pt x="787776" y="7584"/>
                  </a:lnTo>
                  <a:lnTo>
                    <a:pt x="789697" y="7369"/>
                  </a:lnTo>
                  <a:lnTo>
                    <a:pt x="791618" y="7159"/>
                  </a:lnTo>
                  <a:lnTo>
                    <a:pt x="793540" y="6948"/>
                  </a:lnTo>
                  <a:lnTo>
                    <a:pt x="795461" y="6740"/>
                  </a:lnTo>
                  <a:lnTo>
                    <a:pt x="797383" y="6534"/>
                  </a:lnTo>
                  <a:lnTo>
                    <a:pt x="799304" y="6329"/>
                  </a:lnTo>
                  <a:lnTo>
                    <a:pt x="801226" y="6128"/>
                  </a:lnTo>
                  <a:lnTo>
                    <a:pt x="803147" y="5926"/>
                  </a:lnTo>
                  <a:lnTo>
                    <a:pt x="805068" y="5729"/>
                  </a:lnTo>
                  <a:lnTo>
                    <a:pt x="806990" y="5532"/>
                  </a:lnTo>
                  <a:lnTo>
                    <a:pt x="808911" y="5339"/>
                  </a:lnTo>
                  <a:lnTo>
                    <a:pt x="810833" y="5148"/>
                  </a:lnTo>
                  <a:lnTo>
                    <a:pt x="812754" y="4957"/>
                  </a:lnTo>
                  <a:lnTo>
                    <a:pt x="814675" y="4772"/>
                  </a:lnTo>
                  <a:lnTo>
                    <a:pt x="816597" y="4587"/>
                  </a:lnTo>
                  <a:lnTo>
                    <a:pt x="818518" y="4407"/>
                  </a:lnTo>
                  <a:lnTo>
                    <a:pt x="820440" y="4228"/>
                  </a:lnTo>
                  <a:lnTo>
                    <a:pt x="822361" y="4051"/>
                  </a:lnTo>
                  <a:lnTo>
                    <a:pt x="824282" y="3879"/>
                  </a:lnTo>
                  <a:lnTo>
                    <a:pt x="826204" y="3707"/>
                  </a:lnTo>
                  <a:lnTo>
                    <a:pt x="828125" y="3542"/>
                  </a:lnTo>
                  <a:lnTo>
                    <a:pt x="830047" y="3376"/>
                  </a:lnTo>
                  <a:lnTo>
                    <a:pt x="831968" y="3216"/>
                  </a:lnTo>
                  <a:lnTo>
                    <a:pt x="833889" y="3058"/>
                  </a:lnTo>
                  <a:lnTo>
                    <a:pt x="835811" y="2902"/>
                  </a:lnTo>
                  <a:lnTo>
                    <a:pt x="837732" y="2752"/>
                  </a:lnTo>
                  <a:lnTo>
                    <a:pt x="839654" y="2602"/>
                  </a:lnTo>
                  <a:lnTo>
                    <a:pt x="841575" y="2460"/>
                  </a:lnTo>
                  <a:lnTo>
                    <a:pt x="843496" y="2318"/>
                  </a:lnTo>
                  <a:lnTo>
                    <a:pt x="845418" y="2180"/>
                  </a:lnTo>
                  <a:lnTo>
                    <a:pt x="847339" y="2047"/>
                  </a:lnTo>
                  <a:lnTo>
                    <a:pt x="849261" y="1915"/>
                  </a:lnTo>
                  <a:lnTo>
                    <a:pt x="851182" y="1791"/>
                  </a:lnTo>
                  <a:lnTo>
                    <a:pt x="853103" y="1667"/>
                  </a:lnTo>
                  <a:lnTo>
                    <a:pt x="855025" y="1549"/>
                  </a:lnTo>
                  <a:lnTo>
                    <a:pt x="856946" y="1434"/>
                  </a:lnTo>
                  <a:lnTo>
                    <a:pt x="858868" y="1323"/>
                  </a:lnTo>
                  <a:lnTo>
                    <a:pt x="860789" y="1217"/>
                  </a:lnTo>
                  <a:lnTo>
                    <a:pt x="862710" y="1112"/>
                  </a:lnTo>
                  <a:lnTo>
                    <a:pt x="864632" y="1017"/>
                  </a:lnTo>
                  <a:lnTo>
                    <a:pt x="866553" y="921"/>
                  </a:lnTo>
                  <a:lnTo>
                    <a:pt x="868475" y="832"/>
                  </a:lnTo>
                  <a:lnTo>
                    <a:pt x="870396" y="747"/>
                  </a:lnTo>
                  <a:lnTo>
                    <a:pt x="872318" y="664"/>
                  </a:lnTo>
                  <a:lnTo>
                    <a:pt x="874239" y="589"/>
                  </a:lnTo>
                  <a:lnTo>
                    <a:pt x="876160" y="515"/>
                  </a:lnTo>
                  <a:lnTo>
                    <a:pt x="878082" y="449"/>
                  </a:lnTo>
                  <a:lnTo>
                    <a:pt x="880003" y="385"/>
                  </a:lnTo>
                  <a:lnTo>
                    <a:pt x="881925" y="327"/>
                  </a:lnTo>
                  <a:lnTo>
                    <a:pt x="883846" y="274"/>
                  </a:lnTo>
                  <a:lnTo>
                    <a:pt x="885767" y="222"/>
                  </a:lnTo>
                  <a:lnTo>
                    <a:pt x="887689" y="181"/>
                  </a:lnTo>
                  <a:lnTo>
                    <a:pt x="889610" y="139"/>
                  </a:lnTo>
                  <a:lnTo>
                    <a:pt x="891532" y="106"/>
                  </a:lnTo>
                  <a:lnTo>
                    <a:pt x="893453" y="76"/>
                  </a:lnTo>
                  <a:lnTo>
                    <a:pt x="895374" y="50"/>
                  </a:lnTo>
                  <a:lnTo>
                    <a:pt x="897296" y="31"/>
                  </a:lnTo>
                  <a:lnTo>
                    <a:pt x="899217" y="13"/>
                  </a:lnTo>
                  <a:lnTo>
                    <a:pt x="901139" y="6"/>
                  </a:lnTo>
                  <a:lnTo>
                    <a:pt x="903060" y="0"/>
                  </a:lnTo>
                  <a:lnTo>
                    <a:pt x="904981" y="0"/>
                  </a:lnTo>
                  <a:lnTo>
                    <a:pt x="906903" y="6"/>
                  </a:lnTo>
                  <a:lnTo>
                    <a:pt x="908824" y="14"/>
                  </a:lnTo>
                  <a:lnTo>
                    <a:pt x="910746" y="31"/>
                  </a:lnTo>
                  <a:lnTo>
                    <a:pt x="912667" y="49"/>
                  </a:lnTo>
                  <a:lnTo>
                    <a:pt x="914588" y="77"/>
                  </a:lnTo>
                  <a:lnTo>
                    <a:pt x="916510" y="107"/>
                  </a:lnTo>
                  <a:lnTo>
                    <a:pt x="918431" y="142"/>
                  </a:lnTo>
                  <a:lnTo>
                    <a:pt x="920353" y="185"/>
                  </a:lnTo>
                  <a:lnTo>
                    <a:pt x="922274" y="228"/>
                  </a:lnTo>
                  <a:lnTo>
                    <a:pt x="924195" y="282"/>
                  </a:lnTo>
                  <a:lnTo>
                    <a:pt x="926117" y="337"/>
                  </a:lnTo>
                  <a:lnTo>
                    <a:pt x="928038" y="400"/>
                  </a:lnTo>
                  <a:lnTo>
                    <a:pt x="929960" y="467"/>
                  </a:lnTo>
                  <a:lnTo>
                    <a:pt x="931881" y="539"/>
                  </a:lnTo>
                  <a:lnTo>
                    <a:pt x="933802" y="618"/>
                  </a:lnTo>
                  <a:lnTo>
                    <a:pt x="935724" y="697"/>
                  </a:lnTo>
                  <a:lnTo>
                    <a:pt x="937645" y="788"/>
                  </a:lnTo>
                  <a:lnTo>
                    <a:pt x="939567" y="880"/>
                  </a:lnTo>
                  <a:lnTo>
                    <a:pt x="941488" y="979"/>
                  </a:lnTo>
                  <a:lnTo>
                    <a:pt x="943410" y="1083"/>
                  </a:lnTo>
                  <a:lnTo>
                    <a:pt x="945331" y="1190"/>
                  </a:lnTo>
                  <a:lnTo>
                    <a:pt x="947252" y="1306"/>
                  </a:lnTo>
                  <a:lnTo>
                    <a:pt x="949174" y="1422"/>
                  </a:lnTo>
                  <a:lnTo>
                    <a:pt x="951095" y="1549"/>
                  </a:lnTo>
                  <a:lnTo>
                    <a:pt x="953017" y="1678"/>
                  </a:lnTo>
                  <a:lnTo>
                    <a:pt x="954938" y="1812"/>
                  </a:lnTo>
                  <a:lnTo>
                    <a:pt x="956859" y="1952"/>
                  </a:lnTo>
                  <a:lnTo>
                    <a:pt x="958781" y="2094"/>
                  </a:lnTo>
                  <a:lnTo>
                    <a:pt x="960702" y="2246"/>
                  </a:lnTo>
                  <a:lnTo>
                    <a:pt x="962624" y="2399"/>
                  </a:lnTo>
                  <a:lnTo>
                    <a:pt x="964545" y="2560"/>
                  </a:lnTo>
                  <a:lnTo>
                    <a:pt x="966466" y="2724"/>
                  </a:lnTo>
                  <a:lnTo>
                    <a:pt x="968388" y="2892"/>
                  </a:lnTo>
                  <a:lnTo>
                    <a:pt x="970309" y="3068"/>
                  </a:lnTo>
                  <a:lnTo>
                    <a:pt x="972231" y="3243"/>
                  </a:lnTo>
                  <a:lnTo>
                    <a:pt x="974152" y="3430"/>
                  </a:lnTo>
                  <a:lnTo>
                    <a:pt x="976073" y="3617"/>
                  </a:lnTo>
                  <a:lnTo>
                    <a:pt x="977995" y="3810"/>
                  </a:lnTo>
                  <a:lnTo>
                    <a:pt x="979916" y="4008"/>
                  </a:lnTo>
                  <a:lnTo>
                    <a:pt x="981838" y="4209"/>
                  </a:lnTo>
                </a:path>
              </a:pathLst>
            </a:custGeom>
            <a:ln w="27101" cap="flat">
              <a:solidFill>
                <a:srgbClr val="F5E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l464"/>
            <p:cNvSpPr/>
            <p:nvPr/>
          </p:nvSpPr>
          <p:spPr>
            <a:xfrm>
              <a:off x="7857070" y="6074124"/>
              <a:ext cx="1080021" cy="0"/>
            </a:xfrm>
            <a:custGeom>
              <a:avLst/>
              <a:pathLst>
                <a:path w="1080021" h="0">
                  <a:moveTo>
                    <a:pt x="0" y="0"/>
                  </a:moveTo>
                  <a:lnTo>
                    <a:pt x="108002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l465"/>
            <p:cNvSpPr/>
            <p:nvPr/>
          </p:nvSpPr>
          <p:spPr>
            <a:xfrm>
              <a:off x="7906162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l466"/>
            <p:cNvSpPr/>
            <p:nvPr/>
          </p:nvSpPr>
          <p:spPr>
            <a:xfrm>
              <a:off x="8151621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l467"/>
            <p:cNvSpPr/>
            <p:nvPr/>
          </p:nvSpPr>
          <p:spPr>
            <a:xfrm>
              <a:off x="8397081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l468"/>
            <p:cNvSpPr/>
            <p:nvPr/>
          </p:nvSpPr>
          <p:spPr>
            <a:xfrm>
              <a:off x="8642541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l469"/>
            <p:cNvSpPr/>
            <p:nvPr/>
          </p:nvSpPr>
          <p:spPr>
            <a:xfrm>
              <a:off x="8888000" y="607412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tx470"/>
            <p:cNvSpPr/>
            <p:nvPr/>
          </p:nvSpPr>
          <p:spPr>
            <a:xfrm>
              <a:off x="7828481" y="61350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471" name="tx471"/>
            <p:cNvSpPr/>
            <p:nvPr/>
          </p:nvSpPr>
          <p:spPr>
            <a:xfrm>
              <a:off x="8073941" y="61350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472" name="tx472"/>
            <p:cNvSpPr/>
            <p:nvPr/>
          </p:nvSpPr>
          <p:spPr>
            <a:xfrm>
              <a:off x="8319400" y="6135062"/>
              <a:ext cx="15536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473" name="tx473"/>
            <p:cNvSpPr/>
            <p:nvPr/>
          </p:nvSpPr>
          <p:spPr>
            <a:xfrm>
              <a:off x="8564860" y="6136426"/>
              <a:ext cx="15536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474" name="tx474"/>
            <p:cNvSpPr/>
            <p:nvPr/>
          </p:nvSpPr>
          <p:spPr>
            <a:xfrm>
              <a:off x="8779241" y="6135062"/>
              <a:ext cx="217517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10.0</a:t>
              </a:r>
            </a:p>
          </p:txBody>
        </p:sp>
        <p:sp>
          <p:nvSpPr>
            <p:cNvPr id="475" name="tx475"/>
            <p:cNvSpPr/>
            <p:nvPr/>
          </p:nvSpPr>
          <p:spPr>
            <a:xfrm>
              <a:off x="8354414" y="6285848"/>
              <a:ext cx="85334" cy="10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Z</a:t>
              </a:r>
            </a:p>
          </p:txBody>
        </p:sp>
        <p:sp>
          <p:nvSpPr>
            <p:cNvPr id="476" name="rc476"/>
            <p:cNvSpPr/>
            <p:nvPr/>
          </p:nvSpPr>
          <p:spPr>
            <a:xfrm>
              <a:off x="6816544" y="6553601"/>
              <a:ext cx="2190136" cy="35863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7" name="tx477"/>
            <p:cNvSpPr/>
            <p:nvPr/>
          </p:nvSpPr>
          <p:spPr>
            <a:xfrm>
              <a:off x="6886133" y="6681281"/>
              <a:ext cx="846112" cy="1016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Window</a:t>
              </a:r>
            </a:p>
          </p:txBody>
        </p:sp>
        <p:sp>
          <p:nvSpPr>
            <p:cNvPr id="478" name="rc478"/>
            <p:cNvSpPr/>
            <p:nvPr/>
          </p:nvSpPr>
          <p:spPr>
            <a:xfrm>
              <a:off x="7812972" y="66231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9" name="rc479"/>
            <p:cNvSpPr/>
            <p:nvPr/>
          </p:nvSpPr>
          <p:spPr>
            <a:xfrm>
              <a:off x="7830972" y="6641190"/>
              <a:ext cx="183455" cy="183455"/>
            </a:xfrm>
            <a:prstGeom prst="rect">
              <a:avLst/>
            </a:prstGeom>
            <a:ln w="27101" cap="flat">
              <a:solidFill>
                <a:srgbClr val="8E4CC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rc480"/>
            <p:cNvSpPr/>
            <p:nvPr/>
          </p:nvSpPr>
          <p:spPr>
            <a:xfrm>
              <a:off x="8276381" y="66231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1" name="rc481"/>
            <p:cNvSpPr/>
            <p:nvPr/>
          </p:nvSpPr>
          <p:spPr>
            <a:xfrm>
              <a:off x="8294381" y="6641190"/>
              <a:ext cx="183456" cy="183455"/>
            </a:xfrm>
            <a:prstGeom prst="rect">
              <a:avLst/>
            </a:prstGeom>
            <a:ln w="27101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rc482"/>
            <p:cNvSpPr/>
            <p:nvPr/>
          </p:nvSpPr>
          <p:spPr>
            <a:xfrm>
              <a:off x="8701691" y="662319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3" name="rc483"/>
            <p:cNvSpPr/>
            <p:nvPr/>
          </p:nvSpPr>
          <p:spPr>
            <a:xfrm>
              <a:off x="8719691" y="6641190"/>
              <a:ext cx="183456" cy="183455"/>
            </a:xfrm>
            <a:prstGeom prst="rect">
              <a:avLst/>
            </a:prstGeom>
            <a:ln w="27101" cap="flat">
              <a:solidFill>
                <a:srgbClr val="D79B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rc484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5" name="rc485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ln w="27101" cap="flat">
              <a:solidFill>
                <a:srgbClr val="E8C2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rc486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7" name="rc487"/>
            <p:cNvSpPr/>
            <p:nvPr/>
          </p:nvSpPr>
          <p:spPr>
            <a:xfrm>
              <a:off x="-2147483648" y="-2147483648"/>
              <a:ext cx="-2147483648" cy="-2147483648"/>
            </a:xfrm>
            <a:prstGeom prst="rect">
              <a:avLst/>
            </a:prstGeom>
            <a:ln w="27101" cap="flat">
              <a:solidFill>
                <a:srgbClr val="F5E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tx488"/>
            <p:cNvSpPr/>
            <p:nvPr/>
          </p:nvSpPr>
          <p:spPr>
            <a:xfrm>
              <a:off x="8102017" y="6692591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489" name="tx489"/>
            <p:cNvSpPr/>
            <p:nvPr/>
          </p:nvSpPr>
          <p:spPr>
            <a:xfrm>
              <a:off x="8565426" y="66912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90" name="tx490"/>
            <p:cNvSpPr/>
            <p:nvPr/>
          </p:nvSpPr>
          <p:spPr>
            <a:xfrm>
              <a:off x="8990736" y="6692591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91" name="tx491"/>
            <p:cNvSpPr/>
            <p:nvPr/>
          </p:nvSpPr>
          <p:spPr>
            <a:xfrm>
              <a:off x="9416045" y="6692918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92" name="tx492"/>
            <p:cNvSpPr/>
            <p:nvPr/>
          </p:nvSpPr>
          <p:spPr>
            <a:xfrm>
              <a:off x="9841354" y="669122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5</cp:revision>
  <dcterms:created xsi:type="dcterms:W3CDTF">2015-07-14T21:05:00Z</dcterms:created>
  <dcterms:modified xsi:type="dcterms:W3CDTF">2026-04-29T11:03:02Z</dcterms:modified>
</cp:coreProperties>
</file>