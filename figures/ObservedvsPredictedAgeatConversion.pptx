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0db397d3151d9bf253ccb2285e54501b8b199d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234281"/>
            <a:ext cx="9144000" cy="8229600"/>
            <a:chOff x="2971800" y="1234281"/>
            <a:chExt cx="9144000" cy="8229600"/>
          </a:xfrm>
        </p:grpSpPr>
        <p:sp>
          <p:nvSpPr>
            <p:cNvPr id="3" name="rc3"/>
            <p:cNvSpPr/>
            <p:nvPr/>
          </p:nvSpPr>
          <p:spPr>
            <a:xfrm>
              <a:off x="2971800" y="1234281"/>
              <a:ext cx="91440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234281"/>
              <a:ext cx="9143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303870"/>
              <a:ext cx="8645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2257145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1974274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1691403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1408532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56039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7663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879286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190910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2115710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1832839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1549968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11851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723474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035098" y="1303870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400738" y="1303870"/>
              <a:ext cx="8645472" cy="1057937"/>
            </a:xfrm>
            <a:custGeom>
              <a:avLst/>
              <a:pathLst>
                <a:path w="8645472" h="1057937">
                  <a:moveTo>
                    <a:pt x="0" y="1057937"/>
                  </a:move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7261150" y="2030849"/>
              <a:ext cx="1198077" cy="330959"/>
            </a:xfrm>
            <a:custGeom>
              <a:avLst/>
              <a:pathLst>
                <a:path w="1198077" h="330959">
                  <a:moveTo>
                    <a:pt x="1198077" y="330959"/>
                  </a:moveTo>
                  <a:lnTo>
                    <a:pt x="1198077" y="25146"/>
                  </a:lnTo>
                  <a:lnTo>
                    <a:pt x="1197751" y="21112"/>
                  </a:lnTo>
                  <a:lnTo>
                    <a:pt x="1196783" y="17183"/>
                  </a:lnTo>
                  <a:lnTo>
                    <a:pt x="1195197" y="13460"/>
                  </a:lnTo>
                  <a:lnTo>
                    <a:pt x="1193034" y="10039"/>
                  </a:lnTo>
                  <a:lnTo>
                    <a:pt x="1190350" y="7010"/>
                  </a:lnTo>
                  <a:lnTo>
                    <a:pt x="1187216" y="4451"/>
                  </a:lnTo>
                  <a:lnTo>
                    <a:pt x="1183711" y="2427"/>
                  </a:lnTo>
                  <a:lnTo>
                    <a:pt x="1179927" y="992"/>
                  </a:lnTo>
                  <a:lnTo>
                    <a:pt x="1175962" y="183"/>
                  </a:lnTo>
                  <a:lnTo>
                    <a:pt x="1172931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7303060" y="2042949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1.46 years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303060" y="2242821"/>
              <a:ext cx="102094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2 years</a:t>
              </a:r>
            </a:p>
          </p:txBody>
        </p:sp>
        <p:sp>
          <p:nvSpPr>
            <p:cNvPr id="24" name="pt24"/>
            <p:cNvSpPr/>
            <p:nvPr/>
          </p:nvSpPr>
          <p:spPr>
            <a:xfrm>
              <a:off x="4652760" y="2180353"/>
              <a:ext cx="49651" cy="49651"/>
            </a:xfrm>
            <a:prstGeom prst="ellipse">
              <a:avLst/>
            </a:prstGeom>
            <a:solidFill>
              <a:srgbClr val="620076">
                <a:alpha val="100000"/>
              </a:srgbClr>
            </a:solidFill>
            <a:ln w="9000" cap="rnd">
              <a:solidFill>
                <a:srgbClr val="6200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7442232" y="1834305"/>
              <a:ext cx="49651" cy="49651"/>
            </a:xfrm>
            <a:prstGeom prst="ellipse">
              <a:avLst/>
            </a:prstGeom>
            <a:solidFill>
              <a:srgbClr val="8F0060">
                <a:alpha val="100000"/>
              </a:srgbClr>
            </a:solidFill>
            <a:ln w="9000" cap="rnd">
              <a:solidFill>
                <a:srgbClr val="8F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116566" y="2184019"/>
              <a:ext cx="49651" cy="49651"/>
            </a:xfrm>
            <a:prstGeom prst="ellipse">
              <a:avLst/>
            </a:prstGeom>
            <a:solidFill>
              <a:srgbClr val="830067">
                <a:alpha val="100000"/>
              </a:srgbClr>
            </a:solidFill>
            <a:ln w="9000" cap="rnd">
              <a:solidFill>
                <a:srgbClr val="8300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7238487" y="1876724"/>
              <a:ext cx="49651" cy="49651"/>
            </a:xfrm>
            <a:prstGeom prst="ellipse">
              <a:avLst/>
            </a:prstGeom>
            <a:solidFill>
              <a:srgbClr val="78006C">
                <a:alpha val="100000"/>
              </a:srgbClr>
            </a:solidFill>
            <a:ln w="9000" cap="rnd">
              <a:solidFill>
                <a:srgbClr val="7800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588250" y="1845860"/>
              <a:ext cx="49651" cy="49651"/>
            </a:xfrm>
            <a:prstGeom prst="ellipse">
              <a:avLst/>
            </a:prstGeom>
            <a:solidFill>
              <a:srgbClr val="AF004E">
                <a:alpha val="100000"/>
              </a:srgbClr>
            </a:solidFill>
            <a:ln w="9000" cap="rnd">
              <a:solidFill>
                <a:srgbClr val="AF0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062086" y="2222890"/>
              <a:ext cx="49651" cy="49651"/>
            </a:xfrm>
            <a:prstGeom prst="ellipse">
              <a:avLst/>
            </a:prstGeom>
            <a:solidFill>
              <a:srgbClr val="4C007E">
                <a:alpha val="100000"/>
              </a:srgbClr>
            </a:solidFill>
            <a:ln w="9000" cap="rnd">
              <a:solidFill>
                <a:srgbClr val="4C00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866791" y="2252853"/>
              <a:ext cx="49651" cy="49651"/>
            </a:xfrm>
            <a:prstGeom prst="ellipse">
              <a:avLst/>
            </a:prstGeom>
            <a:solidFill>
              <a:srgbClr val="690073">
                <a:alpha val="100000"/>
              </a:srgbClr>
            </a:solidFill>
            <a:ln w="9000" cap="rnd">
              <a:solidFill>
                <a:srgbClr val="6900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8961658" y="1683580"/>
              <a:ext cx="49651" cy="49651"/>
            </a:xfrm>
            <a:prstGeom prst="ellipse">
              <a:avLst/>
            </a:prstGeom>
            <a:solidFill>
              <a:srgbClr val="620076">
                <a:alpha val="100000"/>
              </a:srgbClr>
            </a:solidFill>
            <a:ln w="9000" cap="rnd">
              <a:solidFill>
                <a:srgbClr val="6200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0942648" y="1408291"/>
              <a:ext cx="49651" cy="49651"/>
            </a:xfrm>
            <a:prstGeom prst="ellipse">
              <a:avLst/>
            </a:prstGeom>
            <a:solidFill>
              <a:srgbClr val="FB0009">
                <a:alpha val="100000"/>
              </a:srgbClr>
            </a:solidFill>
            <a:ln w="9000" cap="rnd">
              <a:solidFill>
                <a:srgbClr val="FB000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1109389" y="1554978"/>
              <a:ext cx="49651" cy="49651"/>
            </a:xfrm>
            <a:prstGeom prst="ellipse">
              <a:avLst/>
            </a:prstGeom>
            <a:solidFill>
              <a:srgbClr val="BB0046">
                <a:alpha val="100000"/>
              </a:srgbClr>
            </a:solidFill>
            <a:ln w="9000" cap="rnd">
              <a:solidFill>
                <a:srgbClr val="BB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24660" y="2271281"/>
              <a:ext cx="49651" cy="49651"/>
            </a:xfrm>
            <a:prstGeom prst="ellipse">
              <a:avLst/>
            </a:prstGeom>
            <a:solidFill>
              <a:srgbClr val="59007A">
                <a:alpha val="100000"/>
              </a:srgbClr>
            </a:solidFill>
            <a:ln w="9000" cap="rnd">
              <a:solidFill>
                <a:srgbClr val="590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258069" y="2117502"/>
              <a:ext cx="49651" cy="49651"/>
            </a:xfrm>
            <a:prstGeom prst="ellipse">
              <a:avLst/>
            </a:prstGeom>
            <a:solidFill>
              <a:srgbClr val="650075">
                <a:alpha val="100000"/>
              </a:srgbClr>
            </a:solidFill>
            <a:ln w="9000" cap="rnd">
              <a:solidFill>
                <a:srgbClr val="6500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473338" y="1840788"/>
              <a:ext cx="49651" cy="49651"/>
            </a:xfrm>
            <a:prstGeom prst="ellipse">
              <a:avLst/>
            </a:prstGeom>
            <a:solidFill>
              <a:srgbClr val="DB002F">
                <a:alpha val="100000"/>
              </a:srgbClr>
            </a:solidFill>
            <a:ln w="9000" cap="rnd">
              <a:solidFill>
                <a:srgbClr val="DB00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161080" y="2025346"/>
              <a:ext cx="49651" cy="49651"/>
            </a:xfrm>
            <a:prstGeom prst="ellipse">
              <a:avLst/>
            </a:prstGeom>
            <a:solidFill>
              <a:srgbClr val="8E0061">
                <a:alpha val="100000"/>
              </a:srgbClr>
            </a:solidFill>
            <a:ln w="9000" cap="rnd">
              <a:solidFill>
                <a:srgbClr val="8E00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219480" y="1901785"/>
              <a:ext cx="49651" cy="49651"/>
            </a:xfrm>
            <a:prstGeom prst="ellipse">
              <a:avLst/>
            </a:prstGeom>
            <a:solidFill>
              <a:srgbClr val="A80052">
                <a:alpha val="100000"/>
              </a:srgbClr>
            </a:solidFill>
            <a:ln w="9000" cap="rnd">
              <a:solidFill>
                <a:srgbClr val="A800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899236" y="2052906"/>
              <a:ext cx="49651" cy="49651"/>
            </a:xfrm>
            <a:prstGeom prst="ellipse">
              <a:avLst/>
            </a:prstGeom>
            <a:solidFill>
              <a:srgbClr val="7A006B">
                <a:alpha val="100000"/>
              </a:srgbClr>
            </a:solidFill>
            <a:ln w="9000" cap="rnd">
              <a:solidFill>
                <a:srgbClr val="7A0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0209442" y="1502659"/>
              <a:ext cx="49651" cy="49651"/>
            </a:xfrm>
            <a:prstGeom prst="ellipse">
              <a:avLst/>
            </a:prstGeom>
            <a:solidFill>
              <a:srgbClr val="CB003B">
                <a:alpha val="100000"/>
              </a:srgbClr>
            </a:solidFill>
            <a:ln w="9000" cap="rnd">
              <a:solidFill>
                <a:srgbClr val="CB00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1400883" y="1374236"/>
              <a:ext cx="49651" cy="49651"/>
            </a:xfrm>
            <a:prstGeom prst="ellipse">
              <a:avLst/>
            </a:prstGeom>
            <a:solidFill>
              <a:srgbClr val="F9000D">
                <a:alpha val="100000"/>
              </a:srgbClr>
            </a:solidFill>
            <a:ln w="9000" cap="rnd">
              <a:solidFill>
                <a:srgbClr val="F9000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314648" y="2100605"/>
              <a:ext cx="49651" cy="49651"/>
            </a:xfrm>
            <a:prstGeom prst="ellipse">
              <a:avLst/>
            </a:prstGeom>
            <a:solidFill>
              <a:srgbClr val="A30055">
                <a:alpha val="100000"/>
              </a:srgbClr>
            </a:solidFill>
            <a:ln w="9000" cap="rnd">
              <a:solidFill>
                <a:srgbClr val="A300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543168" y="2171605"/>
              <a:ext cx="49651" cy="49651"/>
            </a:xfrm>
            <a:prstGeom prst="ellipse">
              <a:avLst/>
            </a:prstGeom>
            <a:solidFill>
              <a:srgbClr val="2A0087">
                <a:alpha val="100000"/>
              </a:srgbClr>
            </a:solidFill>
            <a:ln w="9000" cap="rnd">
              <a:solidFill>
                <a:srgbClr val="2A00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711937" y="1957073"/>
              <a:ext cx="49651" cy="49651"/>
            </a:xfrm>
            <a:prstGeom prst="ellipse">
              <a:avLst/>
            </a:prstGeom>
            <a:solidFill>
              <a:srgbClr val="93005E">
                <a:alpha val="100000"/>
              </a:srgbClr>
            </a:solidFill>
            <a:ln w="9000" cap="rnd">
              <a:solidFill>
                <a:srgbClr val="9300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771866" y="1767475"/>
              <a:ext cx="49651" cy="49651"/>
            </a:xfrm>
            <a:prstGeom prst="ellipse">
              <a:avLst/>
            </a:prstGeom>
            <a:solidFill>
              <a:srgbClr val="C00042">
                <a:alpha val="100000"/>
              </a:srgbClr>
            </a:solidFill>
            <a:ln w="9000" cap="rnd">
              <a:solidFill>
                <a:srgbClr val="C000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0377427" y="1386690"/>
              <a:ext cx="49651" cy="49651"/>
            </a:xfrm>
            <a:prstGeom prst="ellipse">
              <a:avLst/>
            </a:prstGeom>
            <a:solidFill>
              <a:srgbClr val="BC0045">
                <a:alpha val="100000"/>
              </a:srgbClr>
            </a:solidFill>
            <a:ln w="9000" cap="rnd">
              <a:solidFill>
                <a:srgbClr val="BC0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451334" y="2010221"/>
              <a:ext cx="49651" cy="49651"/>
            </a:xfrm>
            <a:prstGeom prst="ellipse">
              <a:avLst/>
            </a:prstGeom>
            <a:solidFill>
              <a:srgbClr val="99005B">
                <a:alpha val="100000"/>
              </a:srgbClr>
            </a:solidFill>
            <a:ln w="9000" cap="rnd">
              <a:solidFill>
                <a:srgbClr val="990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928843" y="2195423"/>
              <a:ext cx="49651" cy="49651"/>
            </a:xfrm>
            <a:prstGeom prst="ellipse">
              <a:avLst/>
            </a:prstGeom>
            <a:solidFill>
              <a:srgbClr val="800068">
                <a:alpha val="100000"/>
              </a:srgbClr>
            </a:solidFill>
            <a:ln w="9000" cap="rnd">
              <a:solidFill>
                <a:srgbClr val="8000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6424868" y="1962873"/>
              <a:ext cx="49651" cy="49651"/>
            </a:xfrm>
            <a:prstGeom prst="ellipse">
              <a:avLst/>
            </a:prstGeom>
            <a:solidFill>
              <a:srgbClr val="A50054">
                <a:alpha val="100000"/>
              </a:srgbClr>
            </a:solidFill>
            <a:ln w="9000" cap="rnd">
              <a:solidFill>
                <a:srgbClr val="A500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0174550" y="1610402"/>
              <a:ext cx="49651" cy="49651"/>
            </a:xfrm>
            <a:prstGeom prst="ellipse">
              <a:avLst/>
            </a:prstGeom>
            <a:solidFill>
              <a:srgbClr val="DA0030">
                <a:alpha val="100000"/>
              </a:srgbClr>
            </a:solidFill>
            <a:ln w="9000" cap="rnd">
              <a:solidFill>
                <a:srgbClr val="DA00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8773137" y="1682373"/>
              <a:ext cx="49651" cy="49651"/>
            </a:xfrm>
            <a:prstGeom prst="ellipse">
              <a:avLst/>
            </a:prstGeom>
            <a:solidFill>
              <a:srgbClr val="E1002A">
                <a:alpha val="100000"/>
              </a:srgbClr>
            </a:solidFill>
            <a:ln w="9000" cap="rnd">
              <a:solidFill>
                <a:srgbClr val="E100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67837" y="2022438"/>
              <a:ext cx="49651" cy="49651"/>
            </a:xfrm>
            <a:prstGeom prst="ellipse">
              <a:avLst/>
            </a:prstGeom>
            <a:solidFill>
              <a:srgbClr val="7B006B">
                <a:alpha val="100000"/>
              </a:srgbClr>
            </a:solidFill>
            <a:ln w="9000" cap="rnd">
              <a:solidFill>
                <a:srgbClr val="7B0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188740" y="2148557"/>
              <a:ext cx="49651" cy="49651"/>
            </a:xfrm>
            <a:prstGeom prst="ellipse">
              <a:avLst/>
            </a:prstGeom>
            <a:solidFill>
              <a:srgbClr val="600077">
                <a:alpha val="100000"/>
              </a:srgbClr>
            </a:solidFill>
            <a:ln w="9000" cap="rnd">
              <a:solidFill>
                <a:srgbClr val="6000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494325" y="1874076"/>
              <a:ext cx="49651" cy="49651"/>
            </a:xfrm>
            <a:prstGeom prst="ellipse">
              <a:avLst/>
            </a:prstGeom>
            <a:solidFill>
              <a:srgbClr val="890064">
                <a:alpha val="100000"/>
              </a:srgbClr>
            </a:solidFill>
            <a:ln w="9000" cap="rnd">
              <a:solidFill>
                <a:srgbClr val="89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827099" y="2121990"/>
              <a:ext cx="49651" cy="49651"/>
            </a:xfrm>
            <a:prstGeom prst="ellipse">
              <a:avLst/>
            </a:prstGeom>
            <a:solidFill>
              <a:srgbClr val="AF004D">
                <a:alpha val="100000"/>
              </a:srgbClr>
            </a:solidFill>
            <a:ln w="9000" cap="rnd">
              <a:solidFill>
                <a:srgbClr val="AF00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974727" y="1991203"/>
              <a:ext cx="49651" cy="49651"/>
            </a:xfrm>
            <a:prstGeom prst="ellipse">
              <a:avLst/>
            </a:prstGeom>
            <a:solidFill>
              <a:srgbClr val="1B0089">
                <a:alpha val="100000"/>
              </a:srgbClr>
            </a:solidFill>
            <a:ln w="9000" cap="rnd">
              <a:solidFill>
                <a:srgbClr val="1B00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722651" y="1988617"/>
              <a:ext cx="49651" cy="49651"/>
            </a:xfrm>
            <a:prstGeom prst="ellipse">
              <a:avLst/>
            </a:prstGeom>
            <a:solidFill>
              <a:srgbClr val="9F0057">
                <a:alpha val="100000"/>
              </a:srgbClr>
            </a:solidFill>
            <a:ln w="9000" cap="rnd">
              <a:solidFill>
                <a:srgbClr val="9F00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400738" y="1303870"/>
              <a:ext cx="8645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3213797" y="207396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213797" y="179114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213797" y="150827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2" name="pl62"/>
            <p:cNvSpPr/>
            <p:nvPr/>
          </p:nvSpPr>
          <p:spPr>
            <a:xfrm>
              <a:off x="3365944" y="21157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65944" y="18328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65944" y="15499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411851" y="236180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723474" y="236180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0035098" y="236180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5349695" y="2422691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661319" y="242274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72942" y="242274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26577" y="2542359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72" name="tx72"/>
            <p:cNvSpPr/>
            <p:nvPr/>
          </p:nvSpPr>
          <p:spPr>
            <a:xfrm rot="-5400000">
              <a:off x="2186681" y="1767286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73" name="rc73"/>
            <p:cNvSpPr/>
            <p:nvPr/>
          </p:nvSpPr>
          <p:spPr>
            <a:xfrm>
              <a:off x="2971800" y="2771696"/>
              <a:ext cx="2031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400738" y="2841285"/>
              <a:ext cx="1533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400738" y="3794561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400738" y="3511690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400738" y="3228819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400738" y="2945948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55244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96246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37248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782503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400738" y="3653125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00738" y="3370254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400738" y="3087383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75745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16747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57749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400738" y="2841285"/>
              <a:ext cx="1533472" cy="1057937"/>
            </a:xfrm>
            <a:custGeom>
              <a:avLst/>
              <a:pathLst>
                <a:path w="1533472" h="1057937">
                  <a:moveTo>
                    <a:pt x="0" y="1057937"/>
                  </a:move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4085471" y="3568264"/>
              <a:ext cx="848739" cy="330959"/>
            </a:xfrm>
            <a:custGeom>
              <a:avLst/>
              <a:pathLst>
                <a:path w="848739" h="330959">
                  <a:moveTo>
                    <a:pt x="848739" y="330959"/>
                  </a:moveTo>
                  <a:lnTo>
                    <a:pt x="848739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tx91"/>
            <p:cNvSpPr/>
            <p:nvPr/>
          </p:nvSpPr>
          <p:spPr>
            <a:xfrm>
              <a:off x="4127381" y="3580365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5.03 years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127381" y="3780237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6.58 years</a:t>
              </a:r>
            </a:p>
          </p:txBody>
        </p:sp>
        <p:sp>
          <p:nvSpPr>
            <p:cNvPr id="93" name="pt93"/>
            <p:cNvSpPr/>
            <p:nvPr/>
          </p:nvSpPr>
          <p:spPr>
            <a:xfrm>
              <a:off x="4134124" y="3391590"/>
              <a:ext cx="49651" cy="49651"/>
            </a:xfrm>
            <a:prstGeom prst="ellipse">
              <a:avLst/>
            </a:prstGeom>
            <a:solidFill>
              <a:srgbClr val="700070">
                <a:alpha val="100000"/>
              </a:srgbClr>
            </a:solidFill>
            <a:ln w="9000" cap="rnd">
              <a:solidFill>
                <a:srgbClr val="700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094165" y="3423649"/>
              <a:ext cx="49651" cy="49651"/>
            </a:xfrm>
            <a:prstGeom prst="ellipse">
              <a:avLst/>
            </a:prstGeom>
            <a:solidFill>
              <a:srgbClr val="250088">
                <a:alpha val="100000"/>
              </a:srgbClr>
            </a:solidFill>
            <a:ln w="9000" cap="rnd">
              <a:solidFill>
                <a:srgbClr val="2500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955971" y="3675523"/>
              <a:ext cx="49651" cy="49651"/>
            </a:xfrm>
            <a:prstGeom prst="ellipse">
              <a:avLst/>
            </a:prstGeom>
            <a:solidFill>
              <a:srgbClr val="58007A">
                <a:alpha val="100000"/>
              </a:srgbClr>
            </a:solidFill>
            <a:ln w="9000" cap="rnd">
              <a:solidFill>
                <a:srgbClr val="580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48026" y="3652261"/>
              <a:ext cx="49651" cy="49651"/>
            </a:xfrm>
            <a:prstGeom prst="ellipse">
              <a:avLst/>
            </a:prstGeom>
            <a:solidFill>
              <a:srgbClr val="7E0069">
                <a:alpha val="100000"/>
              </a:srgbClr>
            </a:solidFill>
            <a:ln w="9000" cap="rnd">
              <a:solidFill>
                <a:srgbClr val="7E00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750659" y="2906227"/>
              <a:ext cx="49651" cy="49651"/>
            </a:xfrm>
            <a:prstGeom prst="ellipse">
              <a:avLst/>
            </a:prstGeom>
            <a:solidFill>
              <a:srgbClr val="D50033">
                <a:alpha val="100000"/>
              </a:srgbClr>
            </a:solidFill>
            <a:ln w="9000" cap="rnd">
              <a:solidFill>
                <a:srgbClr val="D500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536786" y="3541534"/>
              <a:ext cx="49651" cy="49651"/>
            </a:xfrm>
            <a:prstGeom prst="ellipse">
              <a:avLst/>
            </a:prstGeom>
            <a:solidFill>
              <a:srgbClr val="A00057">
                <a:alpha val="100000"/>
              </a:srgbClr>
            </a:solidFill>
            <a:ln w="9000" cap="rnd">
              <a:solidFill>
                <a:srgbClr val="A000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590772" y="3466133"/>
              <a:ext cx="49651" cy="49651"/>
            </a:xfrm>
            <a:prstGeom prst="ellipse">
              <a:avLst/>
            </a:prstGeom>
            <a:solidFill>
              <a:srgbClr val="CB003B">
                <a:alpha val="100000"/>
              </a:srgbClr>
            </a:solidFill>
            <a:ln w="9000" cap="rnd">
              <a:solidFill>
                <a:srgbClr val="CB00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651360" y="3663432"/>
              <a:ext cx="49651" cy="49651"/>
            </a:xfrm>
            <a:prstGeom prst="ellipse">
              <a:avLst/>
            </a:prstGeom>
            <a:solidFill>
              <a:srgbClr val="77006C">
                <a:alpha val="100000"/>
              </a:srgbClr>
            </a:solidFill>
            <a:ln w="9000" cap="rnd">
              <a:solidFill>
                <a:srgbClr val="7700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799572" y="3519697"/>
              <a:ext cx="49651" cy="49651"/>
            </a:xfrm>
            <a:prstGeom prst="ellipse">
              <a:avLst/>
            </a:prstGeom>
            <a:solidFill>
              <a:srgbClr val="BB0046">
                <a:alpha val="100000"/>
              </a:srgbClr>
            </a:solidFill>
            <a:ln w="9000" cap="rnd">
              <a:solidFill>
                <a:srgbClr val="BB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400738" y="2841285"/>
              <a:ext cx="1533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3213797" y="3611379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213797" y="33285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213797" y="30456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3365944" y="36531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365944" y="3370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65944" y="30873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757455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16747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57749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3695299" y="396010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105319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4515338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3270577" y="4079774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116" name="tx116"/>
            <p:cNvSpPr/>
            <p:nvPr/>
          </p:nvSpPr>
          <p:spPr>
            <a:xfrm rot="-5400000">
              <a:off x="2186681" y="330470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5003799" y="2771696"/>
              <a:ext cx="2031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432738" y="2841285"/>
              <a:ext cx="1533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432738" y="3794561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432738" y="3511690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432738" y="3228819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432738" y="2945948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58444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99446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40448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814503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32738" y="3653125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432738" y="3370254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432738" y="3087383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78945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19947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60949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432738" y="2841285"/>
              <a:ext cx="1533472" cy="1057937"/>
            </a:xfrm>
            <a:custGeom>
              <a:avLst/>
              <a:pathLst>
                <a:path w="1533472" h="1057937">
                  <a:moveTo>
                    <a:pt x="0" y="1057937"/>
                  </a:move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117471" y="3568264"/>
              <a:ext cx="848739" cy="330959"/>
            </a:xfrm>
            <a:custGeom>
              <a:avLst/>
              <a:pathLst>
                <a:path w="848739" h="330959">
                  <a:moveTo>
                    <a:pt x="848739" y="330959"/>
                  </a:moveTo>
                  <a:lnTo>
                    <a:pt x="848739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6159381" y="3580365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8.94 years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159381" y="3780237"/>
              <a:ext cx="1292838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11.12 years</a:t>
              </a:r>
            </a:p>
          </p:txBody>
        </p:sp>
        <p:sp>
          <p:nvSpPr>
            <p:cNvPr id="137" name="pt137"/>
            <p:cNvSpPr/>
            <p:nvPr/>
          </p:nvSpPr>
          <p:spPr>
            <a:xfrm>
              <a:off x="5972237" y="3400428"/>
              <a:ext cx="49651" cy="49651"/>
            </a:xfrm>
            <a:prstGeom prst="ellipse">
              <a:avLst/>
            </a:prstGeom>
            <a:solidFill>
              <a:srgbClr val="9C0059">
                <a:alpha val="100000"/>
              </a:srgbClr>
            </a:solidFill>
            <a:ln w="9000" cap="rnd">
              <a:solidFill>
                <a:srgbClr val="9C00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647608" y="3502103"/>
              <a:ext cx="49651" cy="49651"/>
            </a:xfrm>
            <a:prstGeom prst="ellipse">
              <a:avLst/>
            </a:prstGeom>
            <a:solidFill>
              <a:srgbClr val="8A0063">
                <a:alpha val="100000"/>
              </a:srgbClr>
            </a:solidFill>
            <a:ln w="9000" cap="rnd">
              <a:solidFill>
                <a:srgbClr val="8A00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218863" y="2945552"/>
              <a:ext cx="49651" cy="49651"/>
            </a:xfrm>
            <a:prstGeom prst="ellipse">
              <a:avLst/>
            </a:prstGeom>
            <a:solidFill>
              <a:srgbClr val="FC0006">
                <a:alpha val="100000"/>
              </a:srgbClr>
            </a:solidFill>
            <a:ln w="9000" cap="rnd">
              <a:solidFill>
                <a:srgbClr val="FC000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571458" y="3472905"/>
              <a:ext cx="49651" cy="49651"/>
            </a:xfrm>
            <a:prstGeom prst="ellipse">
              <a:avLst/>
            </a:prstGeom>
            <a:solidFill>
              <a:srgbClr val="B90047">
                <a:alpha val="100000"/>
              </a:srgbClr>
            </a:solidFill>
            <a:ln w="9000" cap="rnd">
              <a:solidFill>
                <a:srgbClr val="B900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646410" y="3572089"/>
              <a:ext cx="49651" cy="49651"/>
            </a:xfrm>
            <a:prstGeom prst="ellipse">
              <a:avLst/>
            </a:prstGeom>
            <a:solidFill>
              <a:srgbClr val="B90047">
                <a:alpha val="100000"/>
              </a:srgbClr>
            </a:solidFill>
            <a:ln w="9000" cap="rnd">
              <a:solidFill>
                <a:srgbClr val="B900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548414" y="3294662"/>
              <a:ext cx="49651" cy="49651"/>
            </a:xfrm>
            <a:prstGeom prst="ellipse">
              <a:avLst/>
            </a:prstGeom>
            <a:solidFill>
              <a:srgbClr val="9E0058">
                <a:alpha val="100000"/>
              </a:srgbClr>
            </a:solidFill>
            <a:ln w="9000" cap="rnd">
              <a:solidFill>
                <a:srgbClr val="9E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617060" y="3046914"/>
              <a:ext cx="49651" cy="49651"/>
            </a:xfrm>
            <a:prstGeom prst="ellipse">
              <a:avLst/>
            </a:prstGeom>
            <a:solidFill>
              <a:srgbClr val="A20056">
                <a:alpha val="100000"/>
              </a:srgbClr>
            </a:solidFill>
            <a:ln w="9000" cap="rnd">
              <a:solidFill>
                <a:srgbClr val="A200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568040" y="2981297"/>
              <a:ext cx="49651" cy="49651"/>
            </a:xfrm>
            <a:prstGeom prst="ellipse">
              <a:avLst/>
            </a:prstGeom>
            <a:solidFill>
              <a:srgbClr val="F10019">
                <a:alpha val="100000"/>
              </a:srgbClr>
            </a:solidFill>
            <a:ln w="9000" cap="rnd">
              <a:solidFill>
                <a:srgbClr val="F100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867991" y="2880761"/>
              <a:ext cx="49651" cy="49651"/>
            </a:xfrm>
            <a:prstGeom prst="ellipse">
              <a:avLst/>
            </a:prstGeom>
            <a:solidFill>
              <a:srgbClr val="C40040">
                <a:alpha val="100000"/>
              </a:srgbClr>
            </a:solidFill>
            <a:ln w="9000" cap="rnd">
              <a:solidFill>
                <a:srgbClr val="C40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187635" y="3218967"/>
              <a:ext cx="49651" cy="49651"/>
            </a:xfrm>
            <a:prstGeom prst="ellipse">
              <a:avLst/>
            </a:prstGeom>
            <a:solidFill>
              <a:srgbClr val="A30055">
                <a:alpha val="100000"/>
              </a:srgbClr>
            </a:solidFill>
            <a:ln w="9000" cap="rnd">
              <a:solidFill>
                <a:srgbClr val="A300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871542" y="3550023"/>
              <a:ext cx="49651" cy="49651"/>
            </a:xfrm>
            <a:prstGeom prst="ellipse">
              <a:avLst/>
            </a:prstGeom>
            <a:solidFill>
              <a:srgbClr val="B5004A">
                <a:alpha val="100000"/>
              </a:srgbClr>
            </a:solidFill>
            <a:ln w="9000" cap="rnd">
              <a:solidFill>
                <a:srgbClr val="B500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819501" y="3380903"/>
              <a:ext cx="49651" cy="49651"/>
            </a:xfrm>
            <a:prstGeom prst="ellipse">
              <a:avLst/>
            </a:prstGeom>
            <a:solidFill>
              <a:srgbClr val="BB0046">
                <a:alpha val="100000"/>
              </a:srgbClr>
            </a:solidFill>
            <a:ln w="9000" cap="rnd">
              <a:solidFill>
                <a:srgbClr val="BB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716155" y="3514113"/>
              <a:ext cx="49651" cy="49651"/>
            </a:xfrm>
            <a:prstGeom prst="ellipse">
              <a:avLst/>
            </a:prstGeom>
            <a:solidFill>
              <a:srgbClr val="76006D">
                <a:alpha val="100000"/>
              </a:srgbClr>
            </a:solidFill>
            <a:ln w="9000" cap="rnd">
              <a:solidFill>
                <a:srgbClr val="760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5727954" y="3601925"/>
              <a:ext cx="49651" cy="49651"/>
            </a:xfrm>
            <a:prstGeom prst="ellipse">
              <a:avLst/>
            </a:prstGeom>
            <a:solidFill>
              <a:srgbClr val="94005E">
                <a:alpha val="100000"/>
              </a:srgbClr>
            </a:solidFill>
            <a:ln w="9000" cap="rnd">
              <a:solidFill>
                <a:srgbClr val="9400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432738" y="2841285"/>
              <a:ext cx="1533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5245797" y="3611379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5245797" y="33285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5245797" y="30456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55" name="pl155"/>
            <p:cNvSpPr/>
            <p:nvPr/>
          </p:nvSpPr>
          <p:spPr>
            <a:xfrm>
              <a:off x="5397944" y="36531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397944" y="3370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397944" y="30873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789455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19947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60949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5727299" y="396010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6137319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6547338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302577" y="4079774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165" name="tx165"/>
            <p:cNvSpPr/>
            <p:nvPr/>
          </p:nvSpPr>
          <p:spPr>
            <a:xfrm rot="-5400000">
              <a:off x="4218681" y="330470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166" name="rc166"/>
            <p:cNvSpPr/>
            <p:nvPr/>
          </p:nvSpPr>
          <p:spPr>
            <a:xfrm>
              <a:off x="7035799" y="2771696"/>
              <a:ext cx="2031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464738" y="2841285"/>
              <a:ext cx="1533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464738" y="3794561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464738" y="3511690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464738" y="3228819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464738" y="2945948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61644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2646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43648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846503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464738" y="3653125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7464738" y="3370254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464738" y="3087383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821455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23147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64149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7464738" y="2841285"/>
              <a:ext cx="1533472" cy="1057937"/>
            </a:xfrm>
            <a:custGeom>
              <a:avLst/>
              <a:pathLst>
                <a:path w="1533472" h="1057937">
                  <a:moveTo>
                    <a:pt x="0" y="1057937"/>
                  </a:move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8149471" y="3568264"/>
              <a:ext cx="848739" cy="330959"/>
            </a:xfrm>
            <a:custGeom>
              <a:avLst/>
              <a:pathLst>
                <a:path w="848739" h="330959">
                  <a:moveTo>
                    <a:pt x="848739" y="330959"/>
                  </a:moveTo>
                  <a:lnTo>
                    <a:pt x="848739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8191381" y="3580365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8.94 years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8191381" y="3780237"/>
              <a:ext cx="1292838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11.12 years</a:t>
              </a:r>
            </a:p>
          </p:txBody>
        </p:sp>
        <p:sp>
          <p:nvSpPr>
            <p:cNvPr id="186" name="pt186"/>
            <p:cNvSpPr/>
            <p:nvPr/>
          </p:nvSpPr>
          <p:spPr>
            <a:xfrm>
              <a:off x="8004237" y="3400428"/>
              <a:ext cx="49651" cy="49651"/>
            </a:xfrm>
            <a:prstGeom prst="ellipse">
              <a:avLst/>
            </a:prstGeom>
            <a:solidFill>
              <a:srgbClr val="9C0059">
                <a:alpha val="100000"/>
              </a:srgbClr>
            </a:solidFill>
            <a:ln w="9000" cap="rnd">
              <a:solidFill>
                <a:srgbClr val="9C00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7679608" y="3502103"/>
              <a:ext cx="49651" cy="49651"/>
            </a:xfrm>
            <a:prstGeom prst="ellipse">
              <a:avLst/>
            </a:prstGeom>
            <a:solidFill>
              <a:srgbClr val="8A0063">
                <a:alpha val="100000"/>
              </a:srgbClr>
            </a:solidFill>
            <a:ln w="9000" cap="rnd">
              <a:solidFill>
                <a:srgbClr val="8A00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250863" y="2945552"/>
              <a:ext cx="49651" cy="49651"/>
            </a:xfrm>
            <a:prstGeom prst="ellipse">
              <a:avLst/>
            </a:prstGeom>
            <a:solidFill>
              <a:srgbClr val="FC0006">
                <a:alpha val="100000"/>
              </a:srgbClr>
            </a:solidFill>
            <a:ln w="9000" cap="rnd">
              <a:solidFill>
                <a:srgbClr val="FC000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603458" y="3472905"/>
              <a:ext cx="49651" cy="49651"/>
            </a:xfrm>
            <a:prstGeom prst="ellipse">
              <a:avLst/>
            </a:prstGeom>
            <a:solidFill>
              <a:srgbClr val="B90047">
                <a:alpha val="100000"/>
              </a:srgbClr>
            </a:solidFill>
            <a:ln w="9000" cap="rnd">
              <a:solidFill>
                <a:srgbClr val="B900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7678410" y="3572089"/>
              <a:ext cx="49651" cy="49651"/>
            </a:xfrm>
            <a:prstGeom prst="ellipse">
              <a:avLst/>
            </a:prstGeom>
            <a:solidFill>
              <a:srgbClr val="B90047">
                <a:alpha val="100000"/>
              </a:srgbClr>
            </a:solidFill>
            <a:ln w="9000" cap="rnd">
              <a:solidFill>
                <a:srgbClr val="B900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580414" y="3294662"/>
              <a:ext cx="49651" cy="49651"/>
            </a:xfrm>
            <a:prstGeom prst="ellipse">
              <a:avLst/>
            </a:prstGeom>
            <a:solidFill>
              <a:srgbClr val="9E0058">
                <a:alpha val="100000"/>
              </a:srgbClr>
            </a:solidFill>
            <a:ln w="9000" cap="rnd">
              <a:solidFill>
                <a:srgbClr val="9E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8649060" y="3046914"/>
              <a:ext cx="49651" cy="49651"/>
            </a:xfrm>
            <a:prstGeom prst="ellipse">
              <a:avLst/>
            </a:prstGeom>
            <a:solidFill>
              <a:srgbClr val="A20056">
                <a:alpha val="100000"/>
              </a:srgbClr>
            </a:solidFill>
            <a:ln w="9000" cap="rnd">
              <a:solidFill>
                <a:srgbClr val="A200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8600040" y="2981297"/>
              <a:ext cx="49651" cy="49651"/>
            </a:xfrm>
            <a:prstGeom prst="ellipse">
              <a:avLst/>
            </a:prstGeom>
            <a:solidFill>
              <a:srgbClr val="F10019">
                <a:alpha val="100000"/>
              </a:srgbClr>
            </a:solidFill>
            <a:ln w="9000" cap="rnd">
              <a:solidFill>
                <a:srgbClr val="F100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7899991" y="2880761"/>
              <a:ext cx="49651" cy="49651"/>
            </a:xfrm>
            <a:prstGeom prst="ellipse">
              <a:avLst/>
            </a:prstGeom>
            <a:solidFill>
              <a:srgbClr val="C40040">
                <a:alpha val="100000"/>
              </a:srgbClr>
            </a:solidFill>
            <a:ln w="9000" cap="rnd">
              <a:solidFill>
                <a:srgbClr val="C40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8219635" y="3218967"/>
              <a:ext cx="49651" cy="49651"/>
            </a:xfrm>
            <a:prstGeom prst="ellipse">
              <a:avLst/>
            </a:prstGeom>
            <a:solidFill>
              <a:srgbClr val="A30055">
                <a:alpha val="100000"/>
              </a:srgbClr>
            </a:solidFill>
            <a:ln w="9000" cap="rnd">
              <a:solidFill>
                <a:srgbClr val="A300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7903542" y="3550023"/>
              <a:ext cx="49651" cy="49651"/>
            </a:xfrm>
            <a:prstGeom prst="ellipse">
              <a:avLst/>
            </a:prstGeom>
            <a:solidFill>
              <a:srgbClr val="B5004A">
                <a:alpha val="100000"/>
              </a:srgbClr>
            </a:solidFill>
            <a:ln w="9000" cap="rnd">
              <a:solidFill>
                <a:srgbClr val="B500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7851501" y="3380903"/>
              <a:ext cx="49651" cy="49651"/>
            </a:xfrm>
            <a:prstGeom prst="ellipse">
              <a:avLst/>
            </a:prstGeom>
            <a:solidFill>
              <a:srgbClr val="BB0046">
                <a:alpha val="100000"/>
              </a:srgbClr>
            </a:solidFill>
            <a:ln w="9000" cap="rnd">
              <a:solidFill>
                <a:srgbClr val="BB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7748155" y="3514113"/>
              <a:ext cx="49651" cy="49651"/>
            </a:xfrm>
            <a:prstGeom prst="ellipse">
              <a:avLst/>
            </a:prstGeom>
            <a:solidFill>
              <a:srgbClr val="76006D">
                <a:alpha val="100000"/>
              </a:srgbClr>
            </a:solidFill>
            <a:ln w="9000" cap="rnd">
              <a:solidFill>
                <a:srgbClr val="760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7759954" y="3601925"/>
              <a:ext cx="49651" cy="49651"/>
            </a:xfrm>
            <a:prstGeom prst="ellipse">
              <a:avLst/>
            </a:prstGeom>
            <a:solidFill>
              <a:srgbClr val="94005E">
                <a:alpha val="100000"/>
              </a:srgbClr>
            </a:solidFill>
            <a:ln w="9000" cap="rnd">
              <a:solidFill>
                <a:srgbClr val="9400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7464738" y="2841285"/>
              <a:ext cx="1533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tx201"/>
            <p:cNvSpPr/>
            <p:nvPr/>
          </p:nvSpPr>
          <p:spPr>
            <a:xfrm>
              <a:off x="7277797" y="3611379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7277797" y="33285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7277797" y="30456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04" name="pl204"/>
            <p:cNvSpPr/>
            <p:nvPr/>
          </p:nvSpPr>
          <p:spPr>
            <a:xfrm>
              <a:off x="7429944" y="36531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429944" y="3370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7429944" y="30873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7821455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23147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64149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7759299" y="396010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169319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8579338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7334577" y="4079774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214" name="tx214"/>
            <p:cNvSpPr/>
            <p:nvPr/>
          </p:nvSpPr>
          <p:spPr>
            <a:xfrm rot="-5400000">
              <a:off x="6250681" y="330470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215" name="rc215"/>
            <p:cNvSpPr/>
            <p:nvPr/>
          </p:nvSpPr>
          <p:spPr>
            <a:xfrm>
              <a:off x="9067800" y="2771696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9496738" y="2841285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9496738" y="379456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9496738" y="351169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496738" y="322881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496738" y="294594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9748959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0430636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11112313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11793990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9496738" y="365312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9496738" y="337025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496738" y="3087383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10089797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0771474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11453151" y="2841285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9496738" y="2841285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0" y="1057937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10635139" y="3568264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5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10677049" y="3580365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5.62 years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10677049" y="3780237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6.23 years</a:t>
              </a:r>
            </a:p>
          </p:txBody>
        </p:sp>
        <p:sp>
          <p:nvSpPr>
            <p:cNvPr id="235" name="pt235"/>
            <p:cNvSpPr/>
            <p:nvPr/>
          </p:nvSpPr>
          <p:spPr>
            <a:xfrm>
              <a:off x="10115376" y="3458836"/>
              <a:ext cx="49651" cy="49651"/>
            </a:xfrm>
            <a:prstGeom prst="ellipse">
              <a:avLst/>
            </a:prstGeom>
            <a:solidFill>
              <a:srgbClr val="0E008A">
                <a:alpha val="100000"/>
              </a:srgbClr>
            </a:solidFill>
            <a:ln w="9000" cap="rnd">
              <a:solidFill>
                <a:srgbClr val="0E0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0826059" y="3269778"/>
              <a:ext cx="49651" cy="49651"/>
            </a:xfrm>
            <a:prstGeom prst="ellipse">
              <a:avLst/>
            </a:prstGeom>
            <a:solidFill>
              <a:srgbClr val="9D0058">
                <a:alpha val="100000"/>
              </a:srgbClr>
            </a:solidFill>
            <a:ln w="9000" cap="rnd">
              <a:solidFill>
                <a:srgbClr val="9D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9855963" y="3519464"/>
              <a:ext cx="49651" cy="49651"/>
            </a:xfrm>
            <a:prstGeom prst="ellipse">
              <a:avLst/>
            </a:prstGeom>
            <a:solidFill>
              <a:srgbClr val="92005F">
                <a:alpha val="100000"/>
              </a:srgbClr>
            </a:solidFill>
            <a:ln w="9000" cap="rnd">
              <a:solidFill>
                <a:srgbClr val="9200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9496738" y="2841285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9309797" y="3611379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9309797" y="33285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9309797" y="30456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42" name="pl242"/>
            <p:cNvSpPr/>
            <p:nvPr/>
          </p:nvSpPr>
          <p:spPr>
            <a:xfrm>
              <a:off x="9461944" y="36531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9461944" y="3370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9461944" y="30873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0089797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0771474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1453151" y="38992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tx248"/>
            <p:cNvSpPr/>
            <p:nvPr/>
          </p:nvSpPr>
          <p:spPr>
            <a:xfrm>
              <a:off x="10027642" y="396010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10709319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1390996" y="396016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9874577" y="4079774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252" name="tx252"/>
            <p:cNvSpPr/>
            <p:nvPr/>
          </p:nvSpPr>
          <p:spPr>
            <a:xfrm rot="-5400000">
              <a:off x="8282681" y="330470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253" name="rc253"/>
            <p:cNvSpPr/>
            <p:nvPr/>
          </p:nvSpPr>
          <p:spPr>
            <a:xfrm>
              <a:off x="2971800" y="4309112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3400738" y="4378701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3400738" y="533197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400738" y="504910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400738" y="476623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400738" y="4483363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3652959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4334636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5016313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697990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3400738" y="519054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3400738" y="490767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400738" y="462479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3993797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4675474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5357151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3400738" y="4378701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0" y="1057937"/>
                  </a:ln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539139" y="5105679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tx271"/>
            <p:cNvSpPr/>
            <p:nvPr/>
          </p:nvSpPr>
          <p:spPr>
            <a:xfrm>
              <a:off x="4581049" y="5117780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4.82 years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4581049" y="5317652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6.37 years</a:t>
              </a:r>
            </a:p>
          </p:txBody>
        </p:sp>
        <p:sp>
          <p:nvSpPr>
            <p:cNvPr id="273" name="pt273"/>
            <p:cNvSpPr/>
            <p:nvPr/>
          </p:nvSpPr>
          <p:spPr>
            <a:xfrm>
              <a:off x="4636476" y="4883082"/>
              <a:ext cx="49651" cy="49651"/>
            </a:xfrm>
            <a:prstGeom prst="ellipse">
              <a:avLst/>
            </a:prstGeom>
            <a:solidFill>
              <a:srgbClr val="620076">
                <a:alpha val="100000"/>
              </a:srgbClr>
            </a:solidFill>
            <a:ln w="9000" cap="rnd">
              <a:solidFill>
                <a:srgbClr val="6200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701658" y="5129431"/>
              <a:ext cx="49651" cy="49651"/>
            </a:xfrm>
            <a:prstGeom prst="ellipse">
              <a:avLst/>
            </a:prstGeom>
            <a:solidFill>
              <a:srgbClr val="7D0069">
                <a:alpha val="100000"/>
              </a:srgbClr>
            </a:solidFill>
            <a:ln w="9000" cap="rnd">
              <a:solidFill>
                <a:srgbClr val="7D00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714448" y="4405291"/>
              <a:ext cx="49651" cy="49651"/>
            </a:xfrm>
            <a:prstGeom prst="ellipse">
              <a:avLst/>
            </a:prstGeom>
            <a:solidFill>
              <a:srgbClr val="C9003D">
                <a:alpha val="100000"/>
              </a:srgbClr>
            </a:solidFill>
            <a:ln w="9000" cap="rnd">
              <a:solidFill>
                <a:srgbClr val="C900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646934" y="5254308"/>
              <a:ext cx="49651" cy="49651"/>
            </a:xfrm>
            <a:prstGeom prst="ellipse">
              <a:avLst/>
            </a:prstGeom>
            <a:solidFill>
              <a:srgbClr val="250088">
                <a:alpha val="100000"/>
              </a:srgbClr>
            </a:solidFill>
            <a:ln w="9000" cap="rnd">
              <a:solidFill>
                <a:srgbClr val="2500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734715" y="5245150"/>
              <a:ext cx="49651" cy="49651"/>
            </a:xfrm>
            <a:prstGeom prst="ellipse">
              <a:avLst/>
            </a:prstGeom>
            <a:solidFill>
              <a:srgbClr val="640075">
                <a:alpha val="100000"/>
              </a:srgbClr>
            </a:solidFill>
            <a:ln w="9000" cap="rnd">
              <a:solidFill>
                <a:srgbClr val="6400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730172" y="5072625"/>
              <a:ext cx="49651" cy="49651"/>
            </a:xfrm>
            <a:prstGeom prst="ellipse">
              <a:avLst/>
            </a:prstGeom>
            <a:solidFill>
              <a:srgbClr val="51007C">
                <a:alpha val="100000"/>
              </a:srgbClr>
            </a:solidFill>
            <a:ln w="9000" cap="rnd">
              <a:solidFill>
                <a:srgbClr val="510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417592" y="5275348"/>
              <a:ext cx="49651" cy="49651"/>
            </a:xfrm>
            <a:prstGeom prst="ellipse">
              <a:avLst/>
            </a:prstGeom>
            <a:solidFill>
              <a:srgbClr val="430081">
                <a:alpha val="100000"/>
              </a:srgbClr>
            </a:solidFill>
            <a:ln w="9000" cap="rnd">
              <a:solidFill>
                <a:srgbClr val="4300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244874" y="5190541"/>
              <a:ext cx="49651" cy="49651"/>
            </a:xfrm>
            <a:prstGeom prst="ellipse">
              <a:avLst/>
            </a:prstGeom>
            <a:solidFill>
              <a:srgbClr val="53007C">
                <a:alpha val="100000"/>
              </a:srgbClr>
            </a:solidFill>
            <a:ln w="9000" cap="rnd">
              <a:solidFill>
                <a:srgbClr val="530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964301" y="5100944"/>
              <a:ext cx="49651" cy="49651"/>
            </a:xfrm>
            <a:prstGeom prst="ellipse">
              <a:avLst/>
            </a:prstGeom>
            <a:solidFill>
              <a:srgbClr val="AF004E">
                <a:alpha val="100000"/>
              </a:srgbClr>
            </a:solidFill>
            <a:ln w="9000" cap="rnd">
              <a:solidFill>
                <a:srgbClr val="AF0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66905" y="5072121"/>
              <a:ext cx="49651" cy="49651"/>
            </a:xfrm>
            <a:prstGeom prst="ellipse">
              <a:avLst/>
            </a:prstGeom>
            <a:solidFill>
              <a:srgbClr val="3E0082">
                <a:alpha val="100000"/>
              </a:srgbClr>
            </a:solidFill>
            <a:ln w="9000" cap="rnd">
              <a:solidFill>
                <a:srgbClr val="3E00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229624" y="4684748"/>
              <a:ext cx="49651" cy="49651"/>
            </a:xfrm>
            <a:prstGeom prst="ellipse">
              <a:avLst/>
            </a:prstGeom>
            <a:solidFill>
              <a:srgbClr val="95005D">
                <a:alpha val="100000"/>
              </a:srgbClr>
            </a:solidFill>
            <a:ln w="9000" cap="rnd">
              <a:solidFill>
                <a:srgbClr val="9500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946968" y="5186617"/>
              <a:ext cx="49651" cy="49651"/>
            </a:xfrm>
            <a:prstGeom prst="ellipse">
              <a:avLst/>
            </a:prstGeom>
            <a:solidFill>
              <a:srgbClr val="880064">
                <a:alpha val="100000"/>
              </a:srgbClr>
            </a:solidFill>
            <a:ln w="9000" cap="rnd">
              <a:solidFill>
                <a:srgbClr val="88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110856" y="5175021"/>
              <a:ext cx="49651" cy="49651"/>
            </a:xfrm>
            <a:prstGeom prst="ellipse">
              <a:avLst/>
            </a:prstGeom>
            <a:solidFill>
              <a:srgbClr val="650075">
                <a:alpha val="100000"/>
              </a:srgbClr>
            </a:solidFill>
            <a:ln w="9000" cap="rnd">
              <a:solidFill>
                <a:srgbClr val="6500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803293" y="5152998"/>
              <a:ext cx="49651" cy="49651"/>
            </a:xfrm>
            <a:prstGeom prst="ellipse">
              <a:avLst/>
            </a:prstGeom>
            <a:solidFill>
              <a:srgbClr val="470080">
                <a:alpha val="100000"/>
              </a:srgbClr>
            </a:solidFill>
            <a:ln w="9000" cap="rnd">
              <a:solidFill>
                <a:srgbClr val="470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400738" y="4378701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tx288"/>
            <p:cNvSpPr/>
            <p:nvPr/>
          </p:nvSpPr>
          <p:spPr>
            <a:xfrm>
              <a:off x="3213797" y="514879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3213797" y="486597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3213797" y="458310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91" name="pl291"/>
            <p:cNvSpPr/>
            <p:nvPr/>
          </p:nvSpPr>
          <p:spPr>
            <a:xfrm>
              <a:off x="3365944" y="51905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365944" y="4907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365944" y="462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3993797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675474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357151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tx297"/>
            <p:cNvSpPr/>
            <p:nvPr/>
          </p:nvSpPr>
          <p:spPr>
            <a:xfrm>
              <a:off x="3931642" y="5497522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4613319" y="54975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5294996" y="54975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3778577" y="5617190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301" name="tx301"/>
            <p:cNvSpPr/>
            <p:nvPr/>
          </p:nvSpPr>
          <p:spPr>
            <a:xfrm rot="-5400000">
              <a:off x="2186681" y="4842117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302" name="rc302"/>
            <p:cNvSpPr/>
            <p:nvPr/>
          </p:nvSpPr>
          <p:spPr>
            <a:xfrm>
              <a:off x="6019799" y="4309112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6448738" y="4378701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6448738" y="533197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6448738" y="504910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6448738" y="476623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448738" y="4483363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6700959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382636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8064313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8745990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6448738" y="519054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6448738" y="490767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6448738" y="462479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041797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723474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8405151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448738" y="4378701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0" y="1057937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7587139" y="5105679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tx320"/>
            <p:cNvSpPr/>
            <p:nvPr/>
          </p:nvSpPr>
          <p:spPr>
            <a:xfrm>
              <a:off x="7629049" y="5117780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7.93 years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7629049" y="5317652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8.79 years</a:t>
              </a:r>
            </a:p>
          </p:txBody>
        </p:sp>
        <p:sp>
          <p:nvSpPr>
            <p:cNvPr id="322" name="pt322"/>
            <p:cNvSpPr/>
            <p:nvPr/>
          </p:nvSpPr>
          <p:spPr>
            <a:xfrm>
              <a:off x="7209578" y="5174664"/>
              <a:ext cx="49651" cy="49651"/>
            </a:xfrm>
            <a:prstGeom prst="ellipse">
              <a:avLst/>
            </a:prstGeom>
            <a:solidFill>
              <a:srgbClr val="2C0086">
                <a:alpha val="100000"/>
              </a:srgbClr>
            </a:solidFill>
            <a:ln w="9000" cap="rnd">
              <a:solidFill>
                <a:srgbClr val="2C00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812012" y="5083561"/>
              <a:ext cx="49651" cy="49651"/>
            </a:xfrm>
            <a:prstGeom prst="ellipse">
              <a:avLst/>
            </a:prstGeom>
            <a:solidFill>
              <a:srgbClr val="890063">
                <a:alpha val="100000"/>
              </a:srgbClr>
            </a:solidFill>
            <a:ln w="9000" cap="rnd">
              <a:solidFill>
                <a:srgbClr val="8900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8352681" y="4502537"/>
              <a:ext cx="49651" cy="49651"/>
            </a:xfrm>
            <a:prstGeom prst="ellipse">
              <a:avLst/>
            </a:prstGeom>
            <a:solidFill>
              <a:srgbClr val="FC0008">
                <a:alpha val="100000"/>
              </a:srgbClr>
            </a:solidFill>
            <a:ln w="9000" cap="rnd">
              <a:solidFill>
                <a:srgbClr val="FC000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7163098" y="4913317"/>
              <a:ext cx="49651" cy="49651"/>
            </a:xfrm>
            <a:prstGeom prst="ellipse">
              <a:avLst/>
            </a:prstGeom>
            <a:solidFill>
              <a:srgbClr val="AF004E">
                <a:alpha val="100000"/>
              </a:srgbClr>
            </a:solidFill>
            <a:ln w="9000" cap="rnd">
              <a:solidFill>
                <a:srgbClr val="AF0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7401307" y="4803527"/>
              <a:ext cx="49651" cy="49651"/>
            </a:xfrm>
            <a:prstGeom prst="ellipse">
              <a:avLst/>
            </a:prstGeom>
            <a:solidFill>
              <a:srgbClr val="260087">
                <a:alpha val="100000"/>
              </a:srgbClr>
            </a:solidFill>
            <a:ln w="9000" cap="rnd">
              <a:solidFill>
                <a:srgbClr val="2600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7377976" y="4575707"/>
              <a:ext cx="49651" cy="49651"/>
            </a:xfrm>
            <a:prstGeom prst="ellipse">
              <a:avLst/>
            </a:prstGeom>
            <a:solidFill>
              <a:srgbClr val="92005F">
                <a:alpha val="100000"/>
              </a:srgbClr>
            </a:solidFill>
            <a:ln w="9000" cap="rnd">
              <a:solidFill>
                <a:srgbClr val="9200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7890236" y="5017369"/>
              <a:ext cx="49651" cy="49651"/>
            </a:xfrm>
            <a:prstGeom prst="ellipse">
              <a:avLst/>
            </a:prstGeom>
            <a:solidFill>
              <a:srgbClr val="96005D">
                <a:alpha val="100000"/>
              </a:srgbClr>
            </a:solidFill>
            <a:ln w="9000" cap="rnd">
              <a:solidFill>
                <a:srgbClr val="9600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8791883" y="4668943"/>
              <a:ext cx="49651" cy="49651"/>
            </a:xfrm>
            <a:prstGeom prst="ellipse">
              <a:avLst/>
            </a:prstGeom>
            <a:solidFill>
              <a:srgbClr val="3B0083">
                <a:alpha val="100000"/>
              </a:srgbClr>
            </a:solidFill>
            <a:ln w="9000" cap="rnd">
              <a:solidFill>
                <a:srgbClr val="3B00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6448738" y="4378701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tx331"/>
            <p:cNvSpPr/>
            <p:nvPr/>
          </p:nvSpPr>
          <p:spPr>
            <a:xfrm>
              <a:off x="6261797" y="514879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6261797" y="486597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6261797" y="458310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34" name="pl334"/>
            <p:cNvSpPr/>
            <p:nvPr/>
          </p:nvSpPr>
          <p:spPr>
            <a:xfrm>
              <a:off x="6413944" y="51905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6413944" y="4907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6413944" y="462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041797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723474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8405151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tx340"/>
            <p:cNvSpPr/>
            <p:nvPr/>
          </p:nvSpPr>
          <p:spPr>
            <a:xfrm>
              <a:off x="6979642" y="5497522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7661319" y="54975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8342996" y="54975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6826577" y="5617190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344" name="tx344"/>
            <p:cNvSpPr/>
            <p:nvPr/>
          </p:nvSpPr>
          <p:spPr>
            <a:xfrm rot="-5400000">
              <a:off x="5234681" y="4842117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345" name="rc345"/>
            <p:cNvSpPr/>
            <p:nvPr/>
          </p:nvSpPr>
          <p:spPr>
            <a:xfrm>
              <a:off x="9067800" y="4309112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9496738" y="4378701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9496738" y="533197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9496738" y="504910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9496738" y="476623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9496738" y="4483363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9748959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10430636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11112313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11793990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9496738" y="519054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9496738" y="490767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9496738" y="462479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10089797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10771474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11453151" y="4378701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9496738" y="4378701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0" y="1057937"/>
                  </a:ln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10635139" y="5105679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tx363"/>
            <p:cNvSpPr/>
            <p:nvPr/>
          </p:nvSpPr>
          <p:spPr>
            <a:xfrm>
              <a:off x="10677049" y="5117780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7.93 years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10677049" y="5317652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8.79 years</a:t>
              </a:r>
            </a:p>
          </p:txBody>
        </p:sp>
        <p:sp>
          <p:nvSpPr>
            <p:cNvPr id="365" name="pt365"/>
            <p:cNvSpPr/>
            <p:nvPr/>
          </p:nvSpPr>
          <p:spPr>
            <a:xfrm>
              <a:off x="10257578" y="5174664"/>
              <a:ext cx="49651" cy="49651"/>
            </a:xfrm>
            <a:prstGeom prst="ellipse">
              <a:avLst/>
            </a:prstGeom>
            <a:solidFill>
              <a:srgbClr val="2C0086">
                <a:alpha val="100000"/>
              </a:srgbClr>
            </a:solidFill>
            <a:ln w="9000" cap="rnd">
              <a:solidFill>
                <a:srgbClr val="2C00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9860012" y="5083561"/>
              <a:ext cx="49651" cy="49651"/>
            </a:xfrm>
            <a:prstGeom prst="ellipse">
              <a:avLst/>
            </a:prstGeom>
            <a:solidFill>
              <a:srgbClr val="890063">
                <a:alpha val="100000"/>
              </a:srgbClr>
            </a:solidFill>
            <a:ln w="9000" cap="rnd">
              <a:solidFill>
                <a:srgbClr val="8900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1400681" y="4502537"/>
              <a:ext cx="49651" cy="49651"/>
            </a:xfrm>
            <a:prstGeom prst="ellipse">
              <a:avLst/>
            </a:prstGeom>
            <a:solidFill>
              <a:srgbClr val="FC0008">
                <a:alpha val="100000"/>
              </a:srgbClr>
            </a:solidFill>
            <a:ln w="9000" cap="rnd">
              <a:solidFill>
                <a:srgbClr val="FC000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0211098" y="4913317"/>
              <a:ext cx="49651" cy="49651"/>
            </a:xfrm>
            <a:prstGeom prst="ellipse">
              <a:avLst/>
            </a:prstGeom>
            <a:solidFill>
              <a:srgbClr val="AF004E">
                <a:alpha val="100000"/>
              </a:srgbClr>
            </a:solidFill>
            <a:ln w="9000" cap="rnd">
              <a:solidFill>
                <a:srgbClr val="AF0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0449307" y="4803527"/>
              <a:ext cx="49651" cy="49651"/>
            </a:xfrm>
            <a:prstGeom prst="ellipse">
              <a:avLst/>
            </a:prstGeom>
            <a:solidFill>
              <a:srgbClr val="260087">
                <a:alpha val="100000"/>
              </a:srgbClr>
            </a:solidFill>
            <a:ln w="9000" cap="rnd">
              <a:solidFill>
                <a:srgbClr val="2600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0425976" y="4575707"/>
              <a:ext cx="49651" cy="49651"/>
            </a:xfrm>
            <a:prstGeom prst="ellipse">
              <a:avLst/>
            </a:prstGeom>
            <a:solidFill>
              <a:srgbClr val="92005F">
                <a:alpha val="100000"/>
              </a:srgbClr>
            </a:solidFill>
            <a:ln w="9000" cap="rnd">
              <a:solidFill>
                <a:srgbClr val="9200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0938236" y="5017369"/>
              <a:ext cx="49651" cy="49651"/>
            </a:xfrm>
            <a:prstGeom prst="ellipse">
              <a:avLst/>
            </a:prstGeom>
            <a:solidFill>
              <a:srgbClr val="96005D">
                <a:alpha val="100000"/>
              </a:srgbClr>
            </a:solidFill>
            <a:ln w="9000" cap="rnd">
              <a:solidFill>
                <a:srgbClr val="9600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11839883" y="4668943"/>
              <a:ext cx="49651" cy="49651"/>
            </a:xfrm>
            <a:prstGeom prst="ellipse">
              <a:avLst/>
            </a:prstGeom>
            <a:solidFill>
              <a:srgbClr val="3B0083">
                <a:alpha val="100000"/>
              </a:srgbClr>
            </a:solidFill>
            <a:ln w="9000" cap="rnd">
              <a:solidFill>
                <a:srgbClr val="3B00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9496738" y="4378701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tx374"/>
            <p:cNvSpPr/>
            <p:nvPr/>
          </p:nvSpPr>
          <p:spPr>
            <a:xfrm>
              <a:off x="9309797" y="514879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9309797" y="486597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9309797" y="458310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77" name="pl377"/>
            <p:cNvSpPr/>
            <p:nvPr/>
          </p:nvSpPr>
          <p:spPr>
            <a:xfrm>
              <a:off x="9461944" y="51905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9461944" y="4907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9461944" y="462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10089797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10771474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11453151" y="543663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tx383"/>
            <p:cNvSpPr/>
            <p:nvPr/>
          </p:nvSpPr>
          <p:spPr>
            <a:xfrm>
              <a:off x="10027642" y="5497522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10709319" y="54975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11390996" y="54975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9874577" y="5617190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387" name="tx387"/>
            <p:cNvSpPr/>
            <p:nvPr/>
          </p:nvSpPr>
          <p:spPr>
            <a:xfrm rot="-5400000">
              <a:off x="8282681" y="4842117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388" name="rc388"/>
            <p:cNvSpPr/>
            <p:nvPr/>
          </p:nvSpPr>
          <p:spPr>
            <a:xfrm>
              <a:off x="2971800" y="5846527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3400738" y="5916116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3400738" y="686939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400738" y="658652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3400738" y="630364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3400738" y="602077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3652959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334636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5016313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5697990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3400738" y="672795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400738" y="644508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3400738" y="616221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3993797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675474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5357151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3400738" y="5916116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539139" y="6643095"/>
              <a:ext cx="1221269" cy="330959"/>
            </a:xfrm>
            <a:custGeom>
              <a:avLst/>
              <a:pathLst>
                <a:path w="1221269" h="330959">
                  <a:moveTo>
                    <a:pt x="1221269" y="330959"/>
                  </a:moveTo>
                  <a:lnTo>
                    <a:pt x="1221269" y="25146"/>
                  </a:lnTo>
                  <a:lnTo>
                    <a:pt x="1220944" y="21112"/>
                  </a:lnTo>
                  <a:lnTo>
                    <a:pt x="1219975" y="17183"/>
                  </a:lnTo>
                  <a:lnTo>
                    <a:pt x="1218389" y="13460"/>
                  </a:lnTo>
                  <a:lnTo>
                    <a:pt x="1216226" y="10039"/>
                  </a:lnTo>
                  <a:lnTo>
                    <a:pt x="1213543" y="7010"/>
                  </a:lnTo>
                  <a:lnTo>
                    <a:pt x="1210408" y="4451"/>
                  </a:lnTo>
                  <a:lnTo>
                    <a:pt x="1206903" y="2427"/>
                  </a:lnTo>
                  <a:lnTo>
                    <a:pt x="1203120" y="992"/>
                  </a:lnTo>
                  <a:lnTo>
                    <a:pt x="1199154" y="183"/>
                  </a:lnTo>
                  <a:lnTo>
                    <a:pt x="1196123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tx406"/>
            <p:cNvSpPr/>
            <p:nvPr/>
          </p:nvSpPr>
          <p:spPr>
            <a:xfrm>
              <a:off x="4581049" y="6655196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6.28 years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4581049" y="6855068"/>
              <a:ext cx="113744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7.5 years</a:t>
              </a:r>
            </a:p>
          </p:txBody>
        </p:sp>
        <p:sp>
          <p:nvSpPr>
            <p:cNvPr id="408" name="pt408"/>
            <p:cNvSpPr/>
            <p:nvPr/>
          </p:nvSpPr>
          <p:spPr>
            <a:xfrm>
              <a:off x="4326653" y="6862481"/>
              <a:ext cx="49651" cy="49651"/>
            </a:xfrm>
            <a:prstGeom prst="ellipse">
              <a:avLst/>
            </a:prstGeom>
            <a:solidFill>
              <a:srgbClr val="1F0088">
                <a:alpha val="100000"/>
              </a:srgbClr>
            </a:solidFill>
            <a:ln w="9000" cap="rnd">
              <a:solidFill>
                <a:srgbClr val="1F00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107226" y="6416498"/>
              <a:ext cx="49651" cy="49651"/>
            </a:xfrm>
            <a:prstGeom prst="ellipse">
              <a:avLst/>
            </a:prstGeom>
            <a:solidFill>
              <a:srgbClr val="800068">
                <a:alpha val="100000"/>
              </a:srgbClr>
            </a:solidFill>
            <a:ln w="9000" cap="rnd">
              <a:solidFill>
                <a:srgbClr val="8000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614038" y="5953792"/>
              <a:ext cx="49651" cy="49651"/>
            </a:xfrm>
            <a:prstGeom prst="ellipse">
              <a:avLst/>
            </a:prstGeom>
            <a:solidFill>
              <a:srgbClr val="E60025">
                <a:alpha val="100000"/>
              </a:srgbClr>
            </a:solidFill>
            <a:ln w="9000" cap="rnd">
              <a:solidFill>
                <a:srgbClr val="E600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140412" y="6103528"/>
              <a:ext cx="49651" cy="49651"/>
            </a:xfrm>
            <a:prstGeom prst="ellipse">
              <a:avLst/>
            </a:prstGeom>
            <a:solidFill>
              <a:srgbClr val="C40040">
                <a:alpha val="100000"/>
              </a:srgbClr>
            </a:solidFill>
            <a:ln w="9000" cap="rnd">
              <a:solidFill>
                <a:srgbClr val="C40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110612" y="6703203"/>
              <a:ext cx="49651" cy="49651"/>
            </a:xfrm>
            <a:prstGeom prst="ellipse">
              <a:avLst/>
            </a:prstGeom>
            <a:solidFill>
              <a:srgbClr val="9E0058">
                <a:alpha val="100000"/>
              </a:srgbClr>
            </a:solidFill>
            <a:ln w="9000" cap="rnd">
              <a:solidFill>
                <a:srgbClr val="9E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388719" y="6297760"/>
              <a:ext cx="49651" cy="49651"/>
            </a:xfrm>
            <a:prstGeom prst="ellipse">
              <a:avLst/>
            </a:prstGeom>
            <a:solidFill>
              <a:srgbClr val="F8000F">
                <a:alpha val="100000"/>
              </a:srgbClr>
            </a:solidFill>
            <a:ln w="9000" cap="rnd">
              <a:solidFill>
                <a:srgbClr val="F800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503498" y="6621419"/>
              <a:ext cx="49651" cy="49651"/>
            </a:xfrm>
            <a:prstGeom prst="ellipse">
              <a:avLst/>
            </a:prstGeom>
            <a:solidFill>
              <a:srgbClr val="7C006A">
                <a:alpha val="100000"/>
              </a:srgbClr>
            </a:solidFill>
            <a:ln w="9000" cap="rnd">
              <a:solidFill>
                <a:srgbClr val="7C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811059" y="6174308"/>
              <a:ext cx="49651" cy="49651"/>
            </a:xfrm>
            <a:prstGeom prst="ellipse">
              <a:avLst/>
            </a:prstGeom>
            <a:solidFill>
              <a:srgbClr val="AC004F">
                <a:alpha val="100000"/>
              </a:srgbClr>
            </a:solidFill>
            <a:ln w="9000" cap="rnd">
              <a:solidFill>
                <a:srgbClr val="AC00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987936" y="6626505"/>
              <a:ext cx="49651" cy="49651"/>
            </a:xfrm>
            <a:prstGeom prst="ellipse">
              <a:avLst/>
            </a:prstGeom>
            <a:solidFill>
              <a:srgbClr val="9F0057">
                <a:alpha val="100000"/>
              </a:srgbClr>
            </a:solidFill>
            <a:ln w="9000" cap="rnd">
              <a:solidFill>
                <a:srgbClr val="9F00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683638" y="6618641"/>
              <a:ext cx="49651" cy="49651"/>
            </a:xfrm>
            <a:prstGeom prst="ellipse">
              <a:avLst/>
            </a:prstGeom>
            <a:solidFill>
              <a:srgbClr val="AD004F">
                <a:alpha val="100000"/>
              </a:srgbClr>
            </a:solidFill>
            <a:ln w="9000" cap="rnd">
              <a:solidFill>
                <a:srgbClr val="AD00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233758" y="6440971"/>
              <a:ext cx="49651" cy="49651"/>
            </a:xfrm>
            <a:prstGeom prst="ellipse">
              <a:avLst/>
            </a:prstGeom>
            <a:solidFill>
              <a:srgbClr val="B60049">
                <a:alpha val="100000"/>
              </a:srgbClr>
            </a:solidFill>
            <a:ln w="9000" cap="rnd">
              <a:solidFill>
                <a:srgbClr val="B600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888380" y="6625231"/>
              <a:ext cx="49651" cy="49651"/>
            </a:xfrm>
            <a:prstGeom prst="ellipse">
              <a:avLst/>
            </a:prstGeom>
            <a:solidFill>
              <a:srgbClr val="A00056">
                <a:alpha val="100000"/>
              </a:srgbClr>
            </a:solidFill>
            <a:ln w="9000" cap="rnd">
              <a:solidFill>
                <a:srgbClr val="A000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941563" y="6603392"/>
              <a:ext cx="49651" cy="49651"/>
            </a:xfrm>
            <a:prstGeom prst="ellipse">
              <a:avLst/>
            </a:prstGeom>
            <a:solidFill>
              <a:srgbClr val="AE004E">
                <a:alpha val="100000"/>
              </a:srgbClr>
            </a:solidFill>
            <a:ln w="9000" cap="rnd">
              <a:solidFill>
                <a:srgbClr val="AE0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803854" y="6731210"/>
              <a:ext cx="49651" cy="49651"/>
            </a:xfrm>
            <a:prstGeom prst="ellipse">
              <a:avLst/>
            </a:prstGeom>
            <a:solidFill>
              <a:srgbClr val="B4004A">
                <a:alpha val="100000"/>
              </a:srgbClr>
            </a:solidFill>
            <a:ln w="9000" cap="rnd">
              <a:solidFill>
                <a:srgbClr val="B400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914493" y="6526475"/>
              <a:ext cx="49651" cy="49651"/>
            </a:xfrm>
            <a:prstGeom prst="ellipse">
              <a:avLst/>
            </a:prstGeom>
            <a:solidFill>
              <a:srgbClr val="900060">
                <a:alpha val="100000"/>
              </a:srgbClr>
            </a:solidFill>
            <a:ln w="9000" cap="rnd">
              <a:solidFill>
                <a:srgbClr val="90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393436" y="6611941"/>
              <a:ext cx="49651" cy="49651"/>
            </a:xfrm>
            <a:prstGeom prst="ellipse">
              <a:avLst/>
            </a:prstGeom>
            <a:solidFill>
              <a:srgbClr val="93005E">
                <a:alpha val="100000"/>
              </a:srgbClr>
            </a:solidFill>
            <a:ln w="9000" cap="rnd">
              <a:solidFill>
                <a:srgbClr val="9300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3400738" y="5916116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tx425"/>
            <p:cNvSpPr/>
            <p:nvPr/>
          </p:nvSpPr>
          <p:spPr>
            <a:xfrm>
              <a:off x="3213797" y="668621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213797" y="640339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3213797" y="612052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28" name="pl428"/>
            <p:cNvSpPr/>
            <p:nvPr/>
          </p:nvSpPr>
          <p:spPr>
            <a:xfrm>
              <a:off x="3365944" y="67279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365944" y="64450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365944" y="61622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3993797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675474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5357151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tx434"/>
            <p:cNvSpPr/>
            <p:nvPr/>
          </p:nvSpPr>
          <p:spPr>
            <a:xfrm>
              <a:off x="3931642" y="7034938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4613319" y="70349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294996" y="70349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3778577" y="7154605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438" name="tx438"/>
            <p:cNvSpPr/>
            <p:nvPr/>
          </p:nvSpPr>
          <p:spPr>
            <a:xfrm rot="-5400000">
              <a:off x="2186681" y="637953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439" name="rc439"/>
            <p:cNvSpPr/>
            <p:nvPr/>
          </p:nvSpPr>
          <p:spPr>
            <a:xfrm>
              <a:off x="6019799" y="5846527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6448738" y="5916116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6448738" y="686939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6448738" y="658652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6448738" y="630364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6448738" y="602077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6700959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382636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8064313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8745990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6448738" y="672795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6448738" y="644508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6448738" y="616221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041797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723474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405151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6448738" y="5916116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0" y="1057937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7587139" y="6643095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tx457"/>
            <p:cNvSpPr/>
            <p:nvPr/>
          </p:nvSpPr>
          <p:spPr>
            <a:xfrm>
              <a:off x="7629049" y="6655196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8.49 years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7629049" y="6855068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9.35 years</a:t>
              </a:r>
            </a:p>
          </p:txBody>
        </p:sp>
        <p:sp>
          <p:nvSpPr>
            <p:cNvPr id="459" name="pt459"/>
            <p:cNvSpPr/>
            <p:nvPr/>
          </p:nvSpPr>
          <p:spPr>
            <a:xfrm>
              <a:off x="7676671" y="6619919"/>
              <a:ext cx="49651" cy="49651"/>
            </a:xfrm>
            <a:prstGeom prst="ellipse">
              <a:avLst/>
            </a:prstGeom>
            <a:solidFill>
              <a:srgbClr val="9D0058">
                <a:alpha val="100000"/>
              </a:srgbClr>
            </a:solidFill>
            <a:ln w="9000" cap="rnd">
              <a:solidFill>
                <a:srgbClr val="9D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6950342" y="6562085"/>
              <a:ext cx="49651" cy="49651"/>
            </a:xfrm>
            <a:prstGeom prst="ellipse">
              <a:avLst/>
            </a:prstGeom>
            <a:solidFill>
              <a:srgbClr val="A40054">
                <a:alpha val="100000"/>
              </a:srgbClr>
            </a:solidFill>
            <a:ln w="9000" cap="rnd">
              <a:solidFill>
                <a:srgbClr val="A400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8611707" y="6528460"/>
              <a:ext cx="49651" cy="49651"/>
            </a:xfrm>
            <a:prstGeom prst="ellipse">
              <a:avLst/>
            </a:prstGeom>
            <a:solidFill>
              <a:srgbClr val="8A0063">
                <a:alpha val="100000"/>
              </a:srgbClr>
            </a:solidFill>
            <a:ln w="9000" cap="rnd">
              <a:solidFill>
                <a:srgbClr val="8A00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6837597" y="6593850"/>
              <a:ext cx="49651" cy="49651"/>
            </a:xfrm>
            <a:prstGeom prst="ellipse">
              <a:avLst/>
            </a:prstGeom>
            <a:solidFill>
              <a:srgbClr val="C00043">
                <a:alpha val="100000"/>
              </a:srgbClr>
            </a:solidFill>
            <a:ln w="9000" cap="rnd">
              <a:solidFill>
                <a:srgbClr val="C000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726074" y="6173787"/>
              <a:ext cx="49651" cy="49651"/>
            </a:xfrm>
            <a:prstGeom prst="ellipse">
              <a:avLst/>
            </a:prstGeom>
            <a:solidFill>
              <a:srgbClr val="D70032">
                <a:alpha val="100000"/>
              </a:srgbClr>
            </a:solidFill>
            <a:ln w="9000" cap="rnd">
              <a:solidFill>
                <a:srgbClr val="D700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8113553" y="6365258"/>
              <a:ext cx="49651" cy="49651"/>
            </a:xfrm>
            <a:prstGeom prst="ellipse">
              <a:avLst/>
            </a:prstGeom>
            <a:solidFill>
              <a:srgbClr val="8F0060">
                <a:alpha val="100000"/>
              </a:srgbClr>
            </a:solidFill>
            <a:ln w="9000" cap="rnd">
              <a:solidFill>
                <a:srgbClr val="8F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6448738" y="5916116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tx466"/>
            <p:cNvSpPr/>
            <p:nvPr/>
          </p:nvSpPr>
          <p:spPr>
            <a:xfrm>
              <a:off x="6261797" y="668621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6261797" y="640339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6261797" y="612052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69" name="pl469"/>
            <p:cNvSpPr/>
            <p:nvPr/>
          </p:nvSpPr>
          <p:spPr>
            <a:xfrm>
              <a:off x="6413944" y="67279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6413944" y="64450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6413944" y="61622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041797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723474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8405151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tx475"/>
            <p:cNvSpPr/>
            <p:nvPr/>
          </p:nvSpPr>
          <p:spPr>
            <a:xfrm>
              <a:off x="6979642" y="7034938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7661319" y="70349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8342996" y="70349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6826577" y="7154605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479" name="tx479"/>
            <p:cNvSpPr/>
            <p:nvPr/>
          </p:nvSpPr>
          <p:spPr>
            <a:xfrm rot="-5400000">
              <a:off x="5234681" y="637953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480" name="rc480"/>
            <p:cNvSpPr/>
            <p:nvPr/>
          </p:nvSpPr>
          <p:spPr>
            <a:xfrm>
              <a:off x="9067800" y="5846527"/>
              <a:ext cx="3047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9496738" y="5916116"/>
              <a:ext cx="2549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9496738" y="686939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9496738" y="658652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9496738" y="6303649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9496738" y="602077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9748959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10430636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11112313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11793990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9496738" y="672795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9496738" y="644508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9496738" y="616221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10089797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0771474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453151" y="5916116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9496738" y="5916116"/>
              <a:ext cx="2549472" cy="1057937"/>
            </a:xfrm>
            <a:custGeom>
              <a:avLst/>
              <a:pathLst>
                <a:path w="2549472" h="1057937">
                  <a:moveTo>
                    <a:pt x="0" y="1057937"/>
                  </a:moveTo>
                  <a:lnTo>
                    <a:pt x="0" y="1057937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10635139" y="6643095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tx498"/>
            <p:cNvSpPr/>
            <p:nvPr/>
          </p:nvSpPr>
          <p:spPr>
            <a:xfrm>
              <a:off x="10677049" y="6655196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7.03 years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10677049" y="6855068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8.67 years</a:t>
              </a:r>
            </a:p>
          </p:txBody>
        </p:sp>
        <p:sp>
          <p:nvSpPr>
            <p:cNvPr id="500" name="pt500"/>
            <p:cNvSpPr/>
            <p:nvPr/>
          </p:nvSpPr>
          <p:spPr>
            <a:xfrm>
              <a:off x="9848443" y="6717085"/>
              <a:ext cx="49651" cy="49651"/>
            </a:xfrm>
            <a:prstGeom prst="ellipse">
              <a:avLst/>
            </a:prstGeom>
            <a:solidFill>
              <a:srgbClr val="7E0069">
                <a:alpha val="100000"/>
              </a:srgbClr>
            </a:solidFill>
            <a:ln w="9000" cap="rnd">
              <a:solidFill>
                <a:srgbClr val="7E00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10732476" y="6393173"/>
              <a:ext cx="49651" cy="49651"/>
            </a:xfrm>
            <a:prstGeom prst="ellipse">
              <a:avLst/>
            </a:prstGeom>
            <a:solidFill>
              <a:srgbClr val="8C0062">
                <a:alpha val="100000"/>
              </a:srgbClr>
            </a:solidFill>
            <a:ln w="9000" cap="rnd">
              <a:solidFill>
                <a:srgbClr val="8C00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0086434" y="6753544"/>
              <a:ext cx="49651" cy="49651"/>
            </a:xfrm>
            <a:prstGeom prst="ellipse">
              <a:avLst/>
            </a:prstGeom>
            <a:solidFill>
              <a:srgbClr val="6D0071">
                <a:alpha val="100000"/>
              </a:srgbClr>
            </a:solidFill>
            <a:ln w="9000" cap="rnd">
              <a:solidFill>
                <a:srgbClr val="6D00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11608299" y="6274587"/>
              <a:ext cx="49651" cy="49651"/>
            </a:xfrm>
            <a:prstGeom prst="ellipse">
              <a:avLst/>
            </a:prstGeom>
            <a:solidFill>
              <a:srgbClr val="98005B">
                <a:alpha val="100000"/>
              </a:srgbClr>
            </a:solidFill>
            <a:ln w="9000" cap="rnd">
              <a:solidFill>
                <a:srgbClr val="980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0515385" y="6759602"/>
              <a:ext cx="49651" cy="49651"/>
            </a:xfrm>
            <a:prstGeom prst="ellipse">
              <a:avLst/>
            </a:prstGeom>
            <a:solidFill>
              <a:srgbClr val="55007B">
                <a:alpha val="100000"/>
              </a:srgbClr>
            </a:solidFill>
            <a:ln w="9000" cap="rnd">
              <a:solidFill>
                <a:srgbClr val="550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10845736" y="6548329"/>
              <a:ext cx="49651" cy="49651"/>
            </a:xfrm>
            <a:prstGeom prst="ellipse">
              <a:avLst/>
            </a:prstGeom>
            <a:solidFill>
              <a:srgbClr val="360084">
                <a:alpha val="100000"/>
              </a:srgbClr>
            </a:solidFill>
            <a:ln w="9000" cap="rnd">
              <a:solidFill>
                <a:srgbClr val="3600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1119099" y="6354389"/>
              <a:ext cx="49651" cy="49651"/>
            </a:xfrm>
            <a:prstGeom prst="ellipse">
              <a:avLst/>
            </a:prstGeom>
            <a:solidFill>
              <a:srgbClr val="7E0069">
                <a:alpha val="100000"/>
              </a:srgbClr>
            </a:solidFill>
            <a:ln w="9000" cap="rnd">
              <a:solidFill>
                <a:srgbClr val="7E00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1111885" y="6125723"/>
              <a:ext cx="49651" cy="49651"/>
            </a:xfrm>
            <a:prstGeom prst="ellipse">
              <a:avLst/>
            </a:prstGeom>
            <a:solidFill>
              <a:srgbClr val="C10042">
                <a:alpha val="100000"/>
              </a:srgbClr>
            </a:solidFill>
            <a:ln w="9000" cap="rnd">
              <a:solidFill>
                <a:srgbClr val="C100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1882678" y="6190804"/>
              <a:ext cx="49651" cy="49651"/>
            </a:xfrm>
            <a:prstGeom prst="ellipse">
              <a:avLst/>
            </a:prstGeom>
            <a:solidFill>
              <a:srgbClr val="CE0039">
                <a:alpha val="100000"/>
              </a:srgbClr>
            </a:solidFill>
            <a:ln w="9000" cap="rnd">
              <a:solidFill>
                <a:srgbClr val="CE00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9647512" y="6844297"/>
              <a:ext cx="49651" cy="49651"/>
            </a:xfrm>
            <a:prstGeom prst="ellipse">
              <a:avLst/>
            </a:prstGeom>
            <a:solidFill>
              <a:srgbClr val="870064">
                <a:alpha val="100000"/>
              </a:srgbClr>
            </a:solidFill>
            <a:ln w="9000" cap="rnd">
              <a:solidFill>
                <a:srgbClr val="87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134102" y="6792695"/>
              <a:ext cx="49651" cy="49651"/>
            </a:xfrm>
            <a:prstGeom prst="ellipse">
              <a:avLst/>
            </a:prstGeom>
            <a:solidFill>
              <a:srgbClr val="71006F">
                <a:alpha val="100000"/>
              </a:srgbClr>
            </a:solidFill>
            <a:ln w="9000" cap="rnd">
              <a:solidFill>
                <a:srgbClr val="710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1086403" y="6102676"/>
              <a:ext cx="49651" cy="49651"/>
            </a:xfrm>
            <a:prstGeom prst="ellipse">
              <a:avLst/>
            </a:prstGeom>
            <a:solidFill>
              <a:srgbClr val="D40035">
                <a:alpha val="100000"/>
              </a:srgbClr>
            </a:solidFill>
            <a:ln w="9000" cap="rnd">
              <a:solidFill>
                <a:srgbClr val="D400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0277824" y="6479567"/>
              <a:ext cx="49651" cy="49651"/>
            </a:xfrm>
            <a:prstGeom prst="ellipse">
              <a:avLst/>
            </a:prstGeom>
            <a:solidFill>
              <a:srgbClr val="6F0070">
                <a:alpha val="100000"/>
              </a:srgbClr>
            </a:solidFill>
            <a:ln w="9000" cap="rnd">
              <a:solidFill>
                <a:srgbClr val="6F0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1510874" y="6230304"/>
              <a:ext cx="49651" cy="49651"/>
            </a:xfrm>
            <a:prstGeom prst="ellipse">
              <a:avLst/>
            </a:prstGeom>
            <a:solidFill>
              <a:srgbClr val="A90051">
                <a:alpha val="100000"/>
              </a:srgbClr>
            </a:solidFill>
            <a:ln w="9000" cap="rnd">
              <a:solidFill>
                <a:srgbClr val="A900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1273521" y="6613115"/>
              <a:ext cx="49651" cy="49651"/>
            </a:xfrm>
            <a:prstGeom prst="ellipse">
              <a:avLst/>
            </a:prstGeom>
            <a:solidFill>
              <a:srgbClr val="9A005A">
                <a:alpha val="100000"/>
              </a:srgbClr>
            </a:solidFill>
            <a:ln w="9000" cap="rnd">
              <a:solidFill>
                <a:srgbClr val="9A0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11513580" y="6133273"/>
              <a:ext cx="49651" cy="49651"/>
            </a:xfrm>
            <a:prstGeom prst="ellipse">
              <a:avLst/>
            </a:prstGeom>
            <a:solidFill>
              <a:srgbClr val="C00043">
                <a:alpha val="100000"/>
              </a:srgbClr>
            </a:solidFill>
            <a:ln w="9000" cap="rnd">
              <a:solidFill>
                <a:srgbClr val="C000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11212331" y="6777377"/>
              <a:ext cx="49651" cy="49651"/>
            </a:xfrm>
            <a:prstGeom prst="ellipse">
              <a:avLst/>
            </a:prstGeom>
            <a:solidFill>
              <a:srgbClr val="78006C">
                <a:alpha val="100000"/>
              </a:srgbClr>
            </a:solidFill>
            <a:ln w="9000" cap="rnd">
              <a:solidFill>
                <a:srgbClr val="7800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10740816" y="6815465"/>
              <a:ext cx="49651" cy="49651"/>
            </a:xfrm>
            <a:prstGeom prst="ellipse">
              <a:avLst/>
            </a:prstGeom>
            <a:solidFill>
              <a:srgbClr val="850066">
                <a:alpha val="100000"/>
              </a:srgbClr>
            </a:solidFill>
            <a:ln w="9000" cap="rnd">
              <a:solidFill>
                <a:srgbClr val="8500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11903734" y="6191829"/>
              <a:ext cx="49651" cy="49651"/>
            </a:xfrm>
            <a:prstGeom prst="ellipse">
              <a:avLst/>
            </a:prstGeom>
            <a:solidFill>
              <a:srgbClr val="BA0046">
                <a:alpha val="100000"/>
              </a:srgbClr>
            </a:solidFill>
            <a:ln w="9000" cap="rnd">
              <a:solidFill>
                <a:srgbClr val="BA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10923321" y="6597776"/>
              <a:ext cx="49651" cy="49651"/>
            </a:xfrm>
            <a:prstGeom prst="ellipse">
              <a:avLst/>
            </a:prstGeom>
            <a:solidFill>
              <a:srgbClr val="91005F">
                <a:alpha val="100000"/>
              </a:srgbClr>
            </a:solidFill>
            <a:ln w="9000" cap="rnd">
              <a:solidFill>
                <a:srgbClr val="9100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10414659" y="6695001"/>
              <a:ext cx="49651" cy="49651"/>
            </a:xfrm>
            <a:prstGeom prst="ellipse">
              <a:avLst/>
            </a:prstGeom>
            <a:solidFill>
              <a:srgbClr val="8E0061">
                <a:alpha val="100000"/>
              </a:srgbClr>
            </a:solidFill>
            <a:ln w="9000" cap="rnd">
              <a:solidFill>
                <a:srgbClr val="8E00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10401375" y="6743125"/>
              <a:ext cx="49651" cy="49651"/>
            </a:xfrm>
            <a:prstGeom prst="ellipse">
              <a:avLst/>
            </a:prstGeom>
            <a:solidFill>
              <a:srgbClr val="96005D">
                <a:alpha val="100000"/>
              </a:srgbClr>
            </a:solidFill>
            <a:ln w="9000" cap="rnd">
              <a:solidFill>
                <a:srgbClr val="9600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10387417" y="6607376"/>
              <a:ext cx="49651" cy="49651"/>
            </a:xfrm>
            <a:prstGeom prst="ellipse">
              <a:avLst/>
            </a:prstGeom>
            <a:solidFill>
              <a:srgbClr val="CF0038">
                <a:alpha val="100000"/>
              </a:srgbClr>
            </a:solidFill>
            <a:ln w="9000" cap="rnd">
              <a:solidFill>
                <a:srgbClr val="CF00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9929858" y="6702165"/>
              <a:ext cx="49651" cy="49651"/>
            </a:xfrm>
            <a:prstGeom prst="ellipse">
              <a:avLst/>
            </a:prstGeom>
            <a:solidFill>
              <a:srgbClr val="900060">
                <a:alpha val="100000"/>
              </a:srgbClr>
            </a:solidFill>
            <a:ln w="9000" cap="rnd">
              <a:solidFill>
                <a:srgbClr val="90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10176267" y="6595358"/>
              <a:ext cx="49651" cy="49651"/>
            </a:xfrm>
            <a:prstGeom prst="ellipse">
              <a:avLst/>
            </a:prstGeom>
            <a:solidFill>
              <a:srgbClr val="B90047">
                <a:alpha val="100000"/>
              </a:srgbClr>
            </a:solidFill>
            <a:ln w="9000" cap="rnd">
              <a:solidFill>
                <a:srgbClr val="B900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9903807" y="6596681"/>
              <a:ext cx="49651" cy="49651"/>
            </a:xfrm>
            <a:prstGeom prst="ellipse">
              <a:avLst/>
            </a:prstGeom>
            <a:solidFill>
              <a:srgbClr val="800068">
                <a:alpha val="100000"/>
              </a:srgbClr>
            </a:solidFill>
            <a:ln w="9000" cap="rnd">
              <a:solidFill>
                <a:srgbClr val="8000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11482299" y="6166900"/>
              <a:ext cx="49651" cy="49651"/>
            </a:xfrm>
            <a:prstGeom prst="ellipse">
              <a:avLst/>
            </a:prstGeom>
            <a:solidFill>
              <a:srgbClr val="D10037">
                <a:alpha val="100000"/>
              </a:srgbClr>
            </a:solidFill>
            <a:ln w="9000" cap="rnd">
              <a:solidFill>
                <a:srgbClr val="D100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10595793" y="6395036"/>
              <a:ext cx="49651" cy="49651"/>
            </a:xfrm>
            <a:prstGeom prst="ellipse">
              <a:avLst/>
            </a:prstGeom>
            <a:solidFill>
              <a:srgbClr val="B4004A">
                <a:alpha val="100000"/>
              </a:srgbClr>
            </a:solidFill>
            <a:ln w="9000" cap="rnd">
              <a:solidFill>
                <a:srgbClr val="B400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10371022" y="6661820"/>
              <a:ext cx="49651" cy="49651"/>
            </a:xfrm>
            <a:prstGeom prst="ellipse">
              <a:avLst/>
            </a:prstGeom>
            <a:solidFill>
              <a:srgbClr val="A90051">
                <a:alpha val="100000"/>
              </a:srgbClr>
            </a:solidFill>
            <a:ln w="9000" cap="rnd">
              <a:solidFill>
                <a:srgbClr val="A900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11267163" y="6197291"/>
              <a:ext cx="49651" cy="49651"/>
            </a:xfrm>
            <a:prstGeom prst="ellipse">
              <a:avLst/>
            </a:prstGeom>
            <a:solidFill>
              <a:srgbClr val="C6003F">
                <a:alpha val="100000"/>
              </a:srgbClr>
            </a:solidFill>
            <a:ln w="9000" cap="rnd">
              <a:solidFill>
                <a:srgbClr val="C600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11078999" y="6299101"/>
              <a:ext cx="49651" cy="49651"/>
            </a:xfrm>
            <a:prstGeom prst="ellipse">
              <a:avLst/>
            </a:prstGeom>
            <a:solidFill>
              <a:srgbClr val="CB003B">
                <a:alpha val="100000"/>
              </a:srgbClr>
            </a:solidFill>
            <a:ln w="9000" cap="rnd">
              <a:solidFill>
                <a:srgbClr val="CB00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9743320" y="6723850"/>
              <a:ext cx="49651" cy="49651"/>
            </a:xfrm>
            <a:prstGeom prst="ellipse">
              <a:avLst/>
            </a:prstGeom>
            <a:solidFill>
              <a:srgbClr val="BC0045">
                <a:alpha val="100000"/>
              </a:srgbClr>
            </a:solidFill>
            <a:ln w="9000" cap="rnd">
              <a:solidFill>
                <a:srgbClr val="BC0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10121129" y="6539869"/>
              <a:ext cx="49651" cy="49651"/>
            </a:xfrm>
            <a:prstGeom prst="ellipse">
              <a:avLst/>
            </a:prstGeom>
            <a:solidFill>
              <a:srgbClr val="840066">
                <a:alpha val="100000"/>
              </a:srgbClr>
            </a:solidFill>
            <a:ln w="9000" cap="rnd">
              <a:solidFill>
                <a:srgbClr val="8400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10006499" y="6759179"/>
              <a:ext cx="49651" cy="49651"/>
            </a:xfrm>
            <a:prstGeom prst="ellipse">
              <a:avLst/>
            </a:prstGeom>
            <a:solidFill>
              <a:srgbClr val="7D006A">
                <a:alpha val="100000"/>
              </a:srgbClr>
            </a:solidFill>
            <a:ln w="9000" cap="rnd">
              <a:solidFill>
                <a:srgbClr val="7D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0399713" y="6456308"/>
              <a:ext cx="49651" cy="49651"/>
            </a:xfrm>
            <a:prstGeom prst="ellipse">
              <a:avLst/>
            </a:prstGeom>
            <a:solidFill>
              <a:srgbClr val="92005E">
                <a:alpha val="100000"/>
              </a:srgbClr>
            </a:solidFill>
            <a:ln w="9000" cap="rnd">
              <a:solidFill>
                <a:srgbClr val="9200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10103133" y="6758677"/>
              <a:ext cx="49651" cy="49651"/>
            </a:xfrm>
            <a:prstGeom prst="ellipse">
              <a:avLst/>
            </a:prstGeom>
            <a:solidFill>
              <a:srgbClr val="890064">
                <a:alpha val="100000"/>
              </a:srgbClr>
            </a:solidFill>
            <a:ln w="9000" cap="rnd">
              <a:solidFill>
                <a:srgbClr val="89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11501773" y="6245275"/>
              <a:ext cx="49651" cy="49651"/>
            </a:xfrm>
            <a:prstGeom prst="ellipse">
              <a:avLst/>
            </a:prstGeom>
            <a:solidFill>
              <a:srgbClr val="AF004D">
                <a:alpha val="100000"/>
              </a:srgbClr>
            </a:solidFill>
            <a:ln w="9000" cap="rnd">
              <a:solidFill>
                <a:srgbClr val="AF00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11879458" y="6145164"/>
              <a:ext cx="49651" cy="49651"/>
            </a:xfrm>
            <a:prstGeom prst="ellipse">
              <a:avLst/>
            </a:prstGeom>
            <a:solidFill>
              <a:srgbClr val="AA0051">
                <a:alpha val="100000"/>
              </a:srgbClr>
            </a:solidFill>
            <a:ln w="9000" cap="rnd">
              <a:solidFill>
                <a:srgbClr val="AA00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10640884" y="6705189"/>
              <a:ext cx="49651" cy="49651"/>
            </a:xfrm>
            <a:prstGeom prst="ellipse">
              <a:avLst/>
            </a:prstGeom>
            <a:solidFill>
              <a:srgbClr val="9D0058">
                <a:alpha val="100000"/>
              </a:srgbClr>
            </a:solidFill>
            <a:ln w="9000" cap="rnd">
              <a:solidFill>
                <a:srgbClr val="9D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11304956" y="6494871"/>
              <a:ext cx="49651" cy="49651"/>
            </a:xfrm>
            <a:prstGeom prst="ellipse">
              <a:avLst/>
            </a:prstGeom>
            <a:solidFill>
              <a:srgbClr val="B2004C">
                <a:alpha val="100000"/>
              </a:srgbClr>
            </a:solidFill>
            <a:ln w="9000" cap="rnd">
              <a:solidFill>
                <a:srgbClr val="B200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9496738" y="5916116"/>
              <a:ext cx="2549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tx541"/>
            <p:cNvSpPr/>
            <p:nvPr/>
          </p:nvSpPr>
          <p:spPr>
            <a:xfrm>
              <a:off x="9309797" y="668621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9309797" y="640339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9309797" y="612052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44" name="pl544"/>
            <p:cNvSpPr/>
            <p:nvPr/>
          </p:nvSpPr>
          <p:spPr>
            <a:xfrm>
              <a:off x="9461944" y="67279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461944" y="64450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9461944" y="61622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10089797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10771474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11453151" y="6974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tx550"/>
            <p:cNvSpPr/>
            <p:nvPr/>
          </p:nvSpPr>
          <p:spPr>
            <a:xfrm>
              <a:off x="10027642" y="7034938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10709319" y="70349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11390996" y="70349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53" name="tx553"/>
            <p:cNvSpPr/>
            <p:nvPr/>
          </p:nvSpPr>
          <p:spPr>
            <a:xfrm>
              <a:off x="9874577" y="7154605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554" name="tx554"/>
            <p:cNvSpPr/>
            <p:nvPr/>
          </p:nvSpPr>
          <p:spPr>
            <a:xfrm rot="-5400000">
              <a:off x="8282681" y="637953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555" name="rc555"/>
            <p:cNvSpPr/>
            <p:nvPr/>
          </p:nvSpPr>
          <p:spPr>
            <a:xfrm>
              <a:off x="2971800" y="7383943"/>
              <a:ext cx="4063999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3400738" y="7453532"/>
              <a:ext cx="3565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3400738" y="8406807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3400738" y="8123936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3400738" y="7841065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3400738" y="7558194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3753472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4706807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5660142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6613477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3400738" y="8265371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3400738" y="7982500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3400738" y="7699629"/>
              <a:ext cx="3565472" cy="0"/>
            </a:xfrm>
            <a:custGeom>
              <a:avLst/>
              <a:pathLst>
                <a:path w="3565472" h="0">
                  <a:moveTo>
                    <a:pt x="0" y="0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4230140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5183474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6136809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3400738" y="7453532"/>
              <a:ext cx="3565472" cy="1057937"/>
            </a:xfrm>
            <a:custGeom>
              <a:avLst/>
              <a:pathLst>
                <a:path w="3565472" h="1057937">
                  <a:moveTo>
                    <a:pt x="0" y="1057937"/>
                  </a:moveTo>
                  <a:lnTo>
                    <a:pt x="3565472" y="0"/>
                  </a:lnTo>
                  <a:lnTo>
                    <a:pt x="3565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992807" y="8180510"/>
              <a:ext cx="1306536" cy="330959"/>
            </a:xfrm>
            <a:custGeom>
              <a:avLst/>
              <a:pathLst>
                <a:path w="1306536" h="330959">
                  <a:moveTo>
                    <a:pt x="1306536" y="330959"/>
                  </a:moveTo>
                  <a:lnTo>
                    <a:pt x="1306536" y="25146"/>
                  </a:lnTo>
                  <a:lnTo>
                    <a:pt x="1306210" y="21112"/>
                  </a:lnTo>
                  <a:lnTo>
                    <a:pt x="1305241" y="17183"/>
                  </a:lnTo>
                  <a:lnTo>
                    <a:pt x="1303655" y="13460"/>
                  </a:lnTo>
                  <a:lnTo>
                    <a:pt x="1301492" y="10039"/>
                  </a:lnTo>
                  <a:lnTo>
                    <a:pt x="1298809" y="7010"/>
                  </a:lnTo>
                  <a:lnTo>
                    <a:pt x="1295674" y="4451"/>
                  </a:lnTo>
                  <a:lnTo>
                    <a:pt x="1292169" y="2427"/>
                  </a:lnTo>
                  <a:lnTo>
                    <a:pt x="1288386" y="992"/>
                  </a:lnTo>
                  <a:lnTo>
                    <a:pt x="1284421" y="183"/>
                  </a:lnTo>
                  <a:lnTo>
                    <a:pt x="1281390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tx573"/>
            <p:cNvSpPr/>
            <p:nvPr/>
          </p:nvSpPr>
          <p:spPr>
            <a:xfrm>
              <a:off x="5034717" y="8193020"/>
              <a:ext cx="1121829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NaN years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5034717" y="8392483"/>
              <a:ext cx="122271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NaN years</a:t>
              </a:r>
            </a:p>
          </p:txBody>
        </p:sp>
        <p:sp>
          <p:nvSpPr>
            <p:cNvPr id="575" name="rc575"/>
            <p:cNvSpPr/>
            <p:nvPr/>
          </p:nvSpPr>
          <p:spPr>
            <a:xfrm>
              <a:off x="3400738" y="7453532"/>
              <a:ext cx="3565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tx576"/>
            <p:cNvSpPr/>
            <p:nvPr/>
          </p:nvSpPr>
          <p:spPr>
            <a:xfrm>
              <a:off x="3213797" y="822362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3213797" y="794080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3213797" y="765793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79" name="pl579"/>
            <p:cNvSpPr/>
            <p:nvPr/>
          </p:nvSpPr>
          <p:spPr>
            <a:xfrm>
              <a:off x="3365944" y="82653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3365944" y="79825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3365944" y="76996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4230140" y="85114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183474" y="85114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136809" y="85114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tx585"/>
            <p:cNvSpPr/>
            <p:nvPr/>
          </p:nvSpPr>
          <p:spPr>
            <a:xfrm>
              <a:off x="4167984" y="8572353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5121319" y="857240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6074654" y="857240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4286577" y="8692020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589" name="tx589"/>
            <p:cNvSpPr/>
            <p:nvPr/>
          </p:nvSpPr>
          <p:spPr>
            <a:xfrm rot="-5400000">
              <a:off x="2186681" y="7916948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590" name="rc590"/>
            <p:cNvSpPr/>
            <p:nvPr/>
          </p:nvSpPr>
          <p:spPr>
            <a:xfrm>
              <a:off x="7035799" y="7383943"/>
              <a:ext cx="5080000" cy="1537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7464738" y="7453532"/>
              <a:ext cx="4581472" cy="10579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7464738" y="8406807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7464738" y="8123936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7464738" y="7841065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7464738" y="7558194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7917986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9142978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10367971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11592963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7464738" y="8265371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7464738" y="7982500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7464738" y="7699629"/>
              <a:ext cx="4581472" cy="0"/>
            </a:xfrm>
            <a:custGeom>
              <a:avLst/>
              <a:pathLst>
                <a:path w="4581472" h="0">
                  <a:moveTo>
                    <a:pt x="0" y="0"/>
                  </a:moveTo>
                  <a:lnTo>
                    <a:pt x="4581472" y="0"/>
                  </a:lnTo>
                  <a:lnTo>
                    <a:pt x="4581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8530482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9755474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10980467" y="7453532"/>
              <a:ext cx="0" cy="1057937"/>
            </a:xfrm>
            <a:custGeom>
              <a:avLst/>
              <a:pathLst>
                <a:path w="0" h="1057937">
                  <a:moveTo>
                    <a:pt x="0" y="10579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7464738" y="7453532"/>
              <a:ext cx="4581472" cy="1057937"/>
            </a:xfrm>
            <a:custGeom>
              <a:avLst/>
              <a:pathLst>
                <a:path w="4581472" h="1057937">
                  <a:moveTo>
                    <a:pt x="0" y="1057937"/>
                  </a:moveTo>
                  <a:lnTo>
                    <a:pt x="45814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9510476" y="8180510"/>
              <a:ext cx="1298964" cy="330959"/>
            </a:xfrm>
            <a:custGeom>
              <a:avLst/>
              <a:pathLst>
                <a:path w="1298964" h="330959">
                  <a:moveTo>
                    <a:pt x="1298964" y="330959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30959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tx608"/>
            <p:cNvSpPr/>
            <p:nvPr/>
          </p:nvSpPr>
          <p:spPr>
            <a:xfrm>
              <a:off x="9552386" y="8192611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2.06 years</a:t>
              </a:r>
            </a:p>
          </p:txBody>
        </p:sp>
        <p:sp>
          <p:nvSpPr>
            <p:cNvPr id="609" name="tx609"/>
            <p:cNvSpPr/>
            <p:nvPr/>
          </p:nvSpPr>
          <p:spPr>
            <a:xfrm>
              <a:off x="9552386" y="8392483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2.35 years</a:t>
              </a:r>
            </a:p>
          </p:txBody>
        </p:sp>
        <p:sp>
          <p:nvSpPr>
            <p:cNvPr id="610" name="pt610"/>
            <p:cNvSpPr/>
            <p:nvPr/>
          </p:nvSpPr>
          <p:spPr>
            <a:xfrm>
              <a:off x="8287888" y="8323557"/>
              <a:ext cx="49651" cy="49651"/>
            </a:xfrm>
            <a:prstGeom prst="ellipse">
              <a:avLst/>
            </a:prstGeom>
            <a:solidFill>
              <a:srgbClr val="1B0089">
                <a:alpha val="100000"/>
              </a:srgbClr>
            </a:solidFill>
            <a:ln w="9000" cap="rnd">
              <a:solidFill>
                <a:srgbClr val="1B00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0537401" y="7662008"/>
              <a:ext cx="49651" cy="49651"/>
            </a:xfrm>
            <a:prstGeom prst="ellipse">
              <a:avLst/>
            </a:prstGeom>
            <a:solidFill>
              <a:srgbClr val="FD0005">
                <a:alpha val="100000"/>
              </a:srgbClr>
            </a:solidFill>
            <a:ln w="9000" cap="rnd">
              <a:solidFill>
                <a:srgbClr val="FD000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8539735" y="8204082"/>
              <a:ext cx="49651" cy="49651"/>
            </a:xfrm>
            <a:prstGeom prst="ellipse">
              <a:avLst/>
            </a:prstGeom>
            <a:solidFill>
              <a:srgbClr val="9A005A">
                <a:alpha val="100000"/>
              </a:srgbClr>
            </a:solidFill>
            <a:ln w="9000" cap="rnd">
              <a:solidFill>
                <a:srgbClr val="9A0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9021047" y="8059703"/>
              <a:ext cx="49651" cy="49651"/>
            </a:xfrm>
            <a:prstGeom prst="ellipse">
              <a:avLst/>
            </a:prstGeom>
            <a:solidFill>
              <a:srgbClr val="190089">
                <a:alpha val="100000"/>
              </a:srgbClr>
            </a:solidFill>
            <a:ln w="9000" cap="rnd">
              <a:solidFill>
                <a:srgbClr val="1900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7464738" y="7453532"/>
              <a:ext cx="4581472" cy="105793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tx615"/>
            <p:cNvSpPr/>
            <p:nvPr/>
          </p:nvSpPr>
          <p:spPr>
            <a:xfrm>
              <a:off x="7277797" y="822362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7277797" y="794080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7277797" y="765793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18" name="pl618"/>
            <p:cNvSpPr/>
            <p:nvPr/>
          </p:nvSpPr>
          <p:spPr>
            <a:xfrm>
              <a:off x="7429944" y="82653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7429944" y="79825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7429944" y="76996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8530482" y="85114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9755474" y="85114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10980467" y="85114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8468326" y="8572353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9693319" y="857240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10918311" y="857240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8858577" y="8692020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628" name="tx628"/>
            <p:cNvSpPr/>
            <p:nvPr/>
          </p:nvSpPr>
          <p:spPr>
            <a:xfrm rot="-5400000">
              <a:off x="6250681" y="7916948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629" name="rc629"/>
            <p:cNvSpPr/>
            <p:nvPr/>
          </p:nvSpPr>
          <p:spPr>
            <a:xfrm>
              <a:off x="6743138" y="8921358"/>
              <a:ext cx="1601322" cy="5425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tx630"/>
            <p:cNvSpPr/>
            <p:nvPr/>
          </p:nvSpPr>
          <p:spPr>
            <a:xfrm>
              <a:off x="6812727" y="9139141"/>
              <a:ext cx="295020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EYO</a:t>
              </a:r>
            </a:p>
          </p:txBody>
        </p:sp>
        <p:pic>
          <p:nvPicPr>
            <p:cNvPr id="631" name="pic6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592" y="8990947"/>
              <a:ext cx="1097280" cy="219455"/>
            </a:xfrm>
            <a:prstGeom prst="rect">
              <a:avLst/>
            </a:prstGeom>
          </p:spPr>
        </p:pic>
        <p:sp>
          <p:nvSpPr>
            <p:cNvPr id="632" name="pl632"/>
            <p:cNvSpPr/>
            <p:nvPr/>
          </p:nvSpPr>
          <p:spPr>
            <a:xfrm>
              <a:off x="7350299" y="916651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692056" y="916651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8033813" y="916651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350299" y="899094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692056" y="899094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8033813" y="899094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tx638"/>
            <p:cNvSpPr/>
            <p:nvPr/>
          </p:nvSpPr>
          <p:spPr>
            <a:xfrm>
              <a:off x="7269535" y="927830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7611292" y="927830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8002735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2026-04-29T10:53:59Z</dcterms:modified>
</cp:coreProperties>
</file>