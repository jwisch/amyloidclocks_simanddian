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777081" y="1138809"/>
            <a:ext cx="9144000" cy="5285232"/>
            <a:chOff x="777081" y="1138809"/>
            <a:chExt cx="9144000" cy="5285232"/>
          </a:xfrm>
        </p:grpSpPr>
        <p:sp>
          <p:nvSpPr>
            <p:cNvPr id="3" name="rc3"/>
            <p:cNvSpPr/>
            <p:nvPr/>
          </p:nvSpPr>
          <p:spPr>
            <a:xfrm>
              <a:off x="777081" y="1138809"/>
              <a:ext cx="9144000" cy="5285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777081" y="1138809"/>
              <a:ext cx="4572000" cy="5285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177445" y="1434040"/>
              <a:ext cx="2016229" cy="45801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77445" y="4834426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77445" y="3446513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77445" y="2058601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48178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13390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278602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743814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77445" y="5528382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77445" y="4140470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77445" y="2752557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580784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45996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11208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976420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369873" y="3502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742043" y="3517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1170" y="3510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86382" y="3458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51594" y="3382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9092" y="3149252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94699" y="3149252"/>
              <a:ext cx="0" cy="674239"/>
            </a:xfrm>
            <a:custGeom>
              <a:avLst/>
              <a:pathLst>
                <a:path w="0" h="674239">
                  <a:moveTo>
                    <a:pt x="0" y="0"/>
                  </a:moveTo>
                  <a:lnTo>
                    <a:pt x="0" y="67423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9092" y="3823492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641261" y="3107145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66868" y="3107145"/>
              <a:ext cx="0" cy="780040"/>
            </a:xfrm>
            <a:custGeom>
              <a:avLst/>
              <a:pathLst>
                <a:path w="0" h="780040">
                  <a:moveTo>
                    <a:pt x="0" y="0"/>
                  </a:moveTo>
                  <a:lnTo>
                    <a:pt x="0" y="78004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41261" y="3887185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20388" y="3274441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045996" y="3274441"/>
              <a:ext cx="0" cy="455802"/>
            </a:xfrm>
            <a:custGeom>
              <a:avLst/>
              <a:pathLst>
                <a:path w="0" h="455802">
                  <a:moveTo>
                    <a:pt x="0" y="0"/>
                  </a:moveTo>
                  <a:lnTo>
                    <a:pt x="0" y="4558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20388" y="3730243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385601" y="3098764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511208" y="3098764"/>
              <a:ext cx="0" cy="666838"/>
            </a:xfrm>
            <a:custGeom>
              <a:avLst/>
              <a:pathLst>
                <a:path w="0" h="666838">
                  <a:moveTo>
                    <a:pt x="0" y="0"/>
                  </a:moveTo>
                  <a:lnTo>
                    <a:pt x="0" y="6668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385601" y="3765602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850813" y="2894567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976420" y="2894567"/>
              <a:ext cx="0" cy="867885"/>
            </a:xfrm>
            <a:custGeom>
              <a:avLst/>
              <a:pathLst>
                <a:path w="0" h="867885">
                  <a:moveTo>
                    <a:pt x="0" y="0"/>
                  </a:moveTo>
                  <a:lnTo>
                    <a:pt x="0" y="86788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850813" y="3762452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77445" y="3585305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177445" y="1434040"/>
              <a:ext cx="2016229" cy="458011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263263" y="1434040"/>
              <a:ext cx="2016229" cy="45801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263263" y="4834426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263263" y="3446513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263263" y="2058601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33996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899208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364420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829632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263263" y="5528382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263263" y="4140470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263263" y="2752557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666602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131814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597026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062238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55691" y="3510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827861" y="3524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106988" y="3489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572200" y="3495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037412" y="3531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3354910" y="3262095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480517" y="3262095"/>
              <a:ext cx="0" cy="508407"/>
            </a:xfrm>
            <a:custGeom>
              <a:avLst/>
              <a:pathLst>
                <a:path w="0" h="508407">
                  <a:moveTo>
                    <a:pt x="0" y="0"/>
                  </a:moveTo>
                  <a:lnTo>
                    <a:pt x="0" y="50840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354910" y="3770502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727079" y="3181742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852687" y="3181742"/>
              <a:ext cx="0" cy="656044"/>
            </a:xfrm>
            <a:custGeom>
              <a:avLst/>
              <a:pathLst>
                <a:path w="0" h="656044">
                  <a:moveTo>
                    <a:pt x="0" y="0"/>
                  </a:moveTo>
                  <a:lnTo>
                    <a:pt x="0" y="6560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727079" y="3837787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471419" y="1873520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597026" y="1873520"/>
              <a:ext cx="0" cy="2896878"/>
            </a:xfrm>
            <a:custGeom>
              <a:avLst/>
              <a:pathLst>
                <a:path w="0" h="2896878">
                  <a:moveTo>
                    <a:pt x="0" y="0"/>
                  </a:moveTo>
                  <a:lnTo>
                    <a:pt x="0" y="28968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471419" y="4770398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936631" y="1649289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062238" y="1649289"/>
              <a:ext cx="0" cy="3379119"/>
            </a:xfrm>
            <a:custGeom>
              <a:avLst/>
              <a:pathLst>
                <a:path w="0" h="3379119">
                  <a:moveTo>
                    <a:pt x="0" y="0"/>
                  </a:moveTo>
                  <a:lnTo>
                    <a:pt x="0" y="337911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936631" y="5028409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3263263" y="3585305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63263" y="1434040"/>
              <a:ext cx="2016229" cy="458011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1177445" y="1208398"/>
              <a:ext cx="2016229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tx77"/>
            <p:cNvSpPr/>
            <p:nvPr/>
          </p:nvSpPr>
          <p:spPr>
            <a:xfrm>
              <a:off x="2142067" y="1279527"/>
              <a:ext cx="8698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i0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3263263" y="1208398"/>
              <a:ext cx="2016229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4227885" y="1280891"/>
              <a:ext cx="8698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i1</a:t>
              </a:r>
            </a:p>
          </p:txBody>
        </p:sp>
        <p:sp>
          <p:nvSpPr>
            <p:cNvPr id="80" name="pl80"/>
            <p:cNvSpPr/>
            <p:nvPr/>
          </p:nvSpPr>
          <p:spPr>
            <a:xfrm>
              <a:off x="1580784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2045996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2511208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2976420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1472025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937237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0.10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402449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0.15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867661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0.20</a:t>
              </a:r>
            </a:p>
          </p:txBody>
        </p:sp>
        <p:sp>
          <p:nvSpPr>
            <p:cNvPr id="88" name="pl88"/>
            <p:cNvSpPr/>
            <p:nvPr/>
          </p:nvSpPr>
          <p:spPr>
            <a:xfrm>
              <a:off x="3666602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4131814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597026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062238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2"/>
            <p:cNvSpPr/>
            <p:nvPr/>
          </p:nvSpPr>
          <p:spPr>
            <a:xfrm>
              <a:off x="3557843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4023055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0.10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4488267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0.15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4953479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1015442" y="5488109"/>
              <a:ext cx="99372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1052659" y="409877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052659" y="271228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99" name="pl99"/>
            <p:cNvSpPr/>
            <p:nvPr/>
          </p:nvSpPr>
          <p:spPr>
            <a:xfrm>
              <a:off x="1142650" y="55283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1142650" y="41404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1142650" y="27525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2"/>
            <p:cNvSpPr/>
            <p:nvPr/>
          </p:nvSpPr>
          <p:spPr>
            <a:xfrm>
              <a:off x="2246169" y="6224239"/>
              <a:ext cx="196459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Mean within-individual Variation</a:t>
              </a:r>
            </a:p>
          </p:txBody>
        </p:sp>
        <p:sp>
          <p:nvSpPr>
            <p:cNvPr id="103" name="tx103"/>
            <p:cNvSpPr/>
            <p:nvPr/>
          </p:nvSpPr>
          <p:spPr>
            <a:xfrm rot="-5400000">
              <a:off x="253047" y="3659396"/>
              <a:ext cx="1257845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Mean Average Error</a:t>
              </a:r>
            </a:p>
          </p:txBody>
        </p:sp>
        <p:sp>
          <p:nvSpPr>
            <p:cNvPr id="104" name="rc104"/>
            <p:cNvSpPr/>
            <p:nvPr/>
          </p:nvSpPr>
          <p:spPr>
            <a:xfrm>
              <a:off x="5349081" y="1138809"/>
              <a:ext cx="4571999" cy="5285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5749445" y="1434040"/>
              <a:ext cx="2016229" cy="45801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749445" y="4834426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749445" y="3446513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749445" y="2058601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5920178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385390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850602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7315814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749445" y="5528382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749445" y="4140470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5749445" y="2752557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6152784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6617996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083208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548420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941873" y="3529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314043" y="3460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593170" y="3442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7058382" y="3420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7523594" y="3429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5841092" y="2776298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966699" y="2776298"/>
              <a:ext cx="0" cy="1334099"/>
            </a:xfrm>
            <a:custGeom>
              <a:avLst/>
              <a:pathLst>
                <a:path w="0" h="1334099">
                  <a:moveTo>
                    <a:pt x="0" y="0"/>
                  </a:moveTo>
                  <a:lnTo>
                    <a:pt x="0" y="133409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841092" y="4110397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213261" y="2351321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6338868" y="2351321"/>
              <a:ext cx="0" cy="1980359"/>
            </a:xfrm>
            <a:custGeom>
              <a:avLst/>
              <a:pathLst>
                <a:path w="0" h="1980359">
                  <a:moveTo>
                    <a:pt x="0" y="0"/>
                  </a:moveTo>
                  <a:lnTo>
                    <a:pt x="0" y="19803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213261" y="4331681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6492388" y="2518768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617996" y="2518768"/>
              <a:ext cx="0" cy="1572654"/>
            </a:xfrm>
            <a:custGeom>
              <a:avLst/>
              <a:pathLst>
                <a:path w="0" h="1572654">
                  <a:moveTo>
                    <a:pt x="0" y="0"/>
                  </a:moveTo>
                  <a:lnTo>
                    <a:pt x="0" y="15726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492388" y="4091423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422813" y="5644065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749445" y="3585305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749445" y="1434040"/>
              <a:ext cx="2016229" cy="458011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835263" y="1434040"/>
              <a:ext cx="2016229" cy="45801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835263" y="4834426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835263" y="3446513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835263" y="2058601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005996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471208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936420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9401632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835263" y="5528382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835263" y="4140470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835263" y="2752557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238602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703814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9169026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9634238" y="1434040"/>
              <a:ext cx="0" cy="4580111"/>
            </a:xfrm>
            <a:custGeom>
              <a:avLst/>
              <a:pathLst>
                <a:path w="0" h="4580111">
                  <a:moveTo>
                    <a:pt x="0" y="45801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8027691" y="3756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399861" y="3748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678988" y="3748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9144200" y="3740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9609412" y="3724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7926910" y="1778067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052517" y="1778067"/>
              <a:ext cx="0" cy="3746829"/>
            </a:xfrm>
            <a:custGeom>
              <a:avLst/>
              <a:pathLst>
                <a:path w="0" h="3746829">
                  <a:moveTo>
                    <a:pt x="0" y="0"/>
                  </a:moveTo>
                  <a:lnTo>
                    <a:pt x="0" y="37468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926910" y="5524897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299079" y="2718980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424687" y="2718980"/>
              <a:ext cx="0" cy="1946367"/>
            </a:xfrm>
            <a:custGeom>
              <a:avLst/>
              <a:pathLst>
                <a:path w="0" h="1946367">
                  <a:moveTo>
                    <a:pt x="0" y="0"/>
                  </a:moveTo>
                  <a:lnTo>
                    <a:pt x="0" y="194636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299079" y="4665347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578207" y="2776049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703814" y="2776049"/>
              <a:ext cx="0" cy="1811296"/>
            </a:xfrm>
            <a:custGeom>
              <a:avLst/>
              <a:pathLst>
                <a:path w="0" h="1811296">
                  <a:moveTo>
                    <a:pt x="0" y="0"/>
                  </a:moveTo>
                  <a:lnTo>
                    <a:pt x="0" y="181129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578207" y="4587345"/>
              <a:ext cx="251214" cy="0"/>
            </a:xfrm>
            <a:custGeom>
              <a:avLst/>
              <a:pathLst>
                <a:path w="251214" h="0">
                  <a:moveTo>
                    <a:pt x="0" y="0"/>
                  </a:moveTo>
                  <a:lnTo>
                    <a:pt x="25121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835263" y="3585305"/>
              <a:ext cx="2016229" cy="0"/>
            </a:xfrm>
            <a:custGeom>
              <a:avLst/>
              <a:pathLst>
                <a:path w="2016229" h="0">
                  <a:moveTo>
                    <a:pt x="0" y="0"/>
                  </a:moveTo>
                  <a:lnTo>
                    <a:pt x="2016229" y="0"/>
                  </a:lnTo>
                  <a:lnTo>
                    <a:pt x="201622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835263" y="1434040"/>
              <a:ext cx="2016229" cy="458011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5749445" y="1208398"/>
              <a:ext cx="2016229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714067" y="1279527"/>
              <a:ext cx="8698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i0</a:t>
              </a:r>
            </a:p>
          </p:txBody>
        </p:sp>
        <p:sp>
          <p:nvSpPr>
            <p:cNvPr id="170" name="rc170"/>
            <p:cNvSpPr/>
            <p:nvPr/>
          </p:nvSpPr>
          <p:spPr>
            <a:xfrm>
              <a:off x="7835263" y="1208398"/>
              <a:ext cx="2016229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8799885" y="1280891"/>
              <a:ext cx="8698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i1</a:t>
              </a:r>
            </a:p>
          </p:txBody>
        </p:sp>
        <p:sp>
          <p:nvSpPr>
            <p:cNvPr id="172" name="pl172"/>
            <p:cNvSpPr/>
            <p:nvPr/>
          </p:nvSpPr>
          <p:spPr>
            <a:xfrm>
              <a:off x="6152784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6617996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7083208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7548420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tx176"/>
            <p:cNvSpPr/>
            <p:nvPr/>
          </p:nvSpPr>
          <p:spPr>
            <a:xfrm>
              <a:off x="6044025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6509237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0.10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974449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0.15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7439661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0.20</a:t>
              </a:r>
            </a:p>
          </p:txBody>
        </p:sp>
        <p:sp>
          <p:nvSpPr>
            <p:cNvPr id="180" name="pl180"/>
            <p:cNvSpPr/>
            <p:nvPr/>
          </p:nvSpPr>
          <p:spPr>
            <a:xfrm>
              <a:off x="8238602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703814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9169026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9634238" y="6014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tx184"/>
            <p:cNvSpPr/>
            <p:nvPr/>
          </p:nvSpPr>
          <p:spPr>
            <a:xfrm>
              <a:off x="8129843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8595055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0.10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9060267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0.15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9525479" y="607509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5587442" y="5488109"/>
              <a:ext cx="99372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5624659" y="409877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5624659" y="271228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91" name="pl191"/>
            <p:cNvSpPr/>
            <p:nvPr/>
          </p:nvSpPr>
          <p:spPr>
            <a:xfrm>
              <a:off x="5714650" y="55283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5714650" y="41404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5714650" y="27525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tx194"/>
            <p:cNvSpPr/>
            <p:nvPr/>
          </p:nvSpPr>
          <p:spPr>
            <a:xfrm>
              <a:off x="6818169" y="6224239"/>
              <a:ext cx="196459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Mean within-individual Variation</a:t>
              </a:r>
            </a:p>
          </p:txBody>
        </p:sp>
        <p:sp>
          <p:nvSpPr>
            <p:cNvPr id="195" name="tx195"/>
            <p:cNvSpPr/>
            <p:nvPr/>
          </p:nvSpPr>
          <p:spPr>
            <a:xfrm rot="-5400000">
              <a:off x="4825047" y="3659396"/>
              <a:ext cx="1257845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Mean Average Error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2026-02-16T13:12:10Z</dcterms:modified>
</cp:coreProperties>
</file>