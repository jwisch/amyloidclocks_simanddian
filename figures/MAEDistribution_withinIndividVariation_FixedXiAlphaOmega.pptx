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10698163" cy="7562850"/>
  <p:notesSz cx="6858000" cy="9144000"/>
  <p:defaultTextStyle>
    <a:defPPr>
      <a:defRPr lang="en-US"/>
    </a:defPPr>
    <a:lvl1pPr marL="0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497982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995964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493947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1991929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489911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2987893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485876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3983858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6" d="100"/>
          <a:sy n="76" d="100"/>
        </p:scale>
        <p:origin x="-1320" y="-77"/>
      </p:cViewPr>
      <p:guideLst>
        <p:guide orient="horz" pos="2382"/>
        <p:guide pos="33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viewProps" Target="viewProps.xml"/>
<Relationship Id="rId2" Type="http://schemas.openxmlformats.org/officeDocument/2006/relationships/presProps" Target="presProps.xml"/>
<Relationship Id="rId1" Type="http://schemas.openxmlformats.org/officeDocument/2006/relationships/slideMaster" Target="slideMasters/slideMaster1.xml"/>
<Relationship Id="rId5" Type="http://schemas.openxmlformats.org/officeDocument/2006/relationships/tableStyles" Target="tableStyles.xml"/>
<Relationship Id="rId4" Type="http://schemas.openxmlformats.org/officeDocument/2006/relationships/theme" Target="theme/theme1.xml"/>
<Relationship Id="rId6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362" y="2349388"/>
            <a:ext cx="9093439" cy="162111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4725" y="4285615"/>
            <a:ext cx="7488714" cy="193272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979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59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93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919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899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878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858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83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081" y="4859833"/>
            <a:ext cx="9093439" cy="1502066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081" y="3205460"/>
            <a:ext cx="9093439" cy="1654373"/>
          </a:xfrm>
        </p:spPr>
        <p:txBody>
          <a:bodyPr anchor="b"/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9798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95964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3pPr>
            <a:lvl4pPr marL="149394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199192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48991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2987893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48587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3983858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9486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83991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9" y="1692889"/>
            <a:ext cx="4726880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4909" y="2398404"/>
            <a:ext cx="4726880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34519" y="1692889"/>
            <a:ext cx="4728738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34519" y="2398404"/>
            <a:ext cx="4728738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9" y="301113"/>
            <a:ext cx="3519622" cy="1281483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2686" y="301116"/>
            <a:ext cx="5980569" cy="6454683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6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4909" y="1582598"/>
            <a:ext cx="3519622" cy="5173200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6914" y="5293995"/>
            <a:ext cx="6418898" cy="624986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96914" y="675755"/>
            <a:ext cx="6418898" cy="4537710"/>
          </a:xfrm>
        </p:spPr>
        <p:txBody>
          <a:bodyPr/>
          <a:lstStyle>
            <a:lvl1pPr marL="0" indent="0">
              <a:buNone/>
              <a:defRPr sz="3500"/>
            </a:lvl1pPr>
            <a:lvl2pPr marL="497982" indent="0">
              <a:buNone/>
              <a:defRPr sz="3000"/>
            </a:lvl2pPr>
            <a:lvl3pPr marL="995964" indent="0">
              <a:buNone/>
              <a:defRPr sz="2600"/>
            </a:lvl3pPr>
            <a:lvl4pPr marL="1493947" indent="0">
              <a:buNone/>
              <a:defRPr sz="2200"/>
            </a:lvl4pPr>
            <a:lvl5pPr marL="1991929" indent="0">
              <a:buNone/>
              <a:defRPr sz="2200"/>
            </a:lvl5pPr>
            <a:lvl6pPr marL="2489911" indent="0">
              <a:buNone/>
              <a:defRPr sz="2200"/>
            </a:lvl6pPr>
            <a:lvl7pPr marL="2987893" indent="0">
              <a:buNone/>
              <a:defRPr sz="2200"/>
            </a:lvl7pPr>
            <a:lvl8pPr marL="3485876" indent="0">
              <a:buNone/>
              <a:defRPr sz="2200"/>
            </a:lvl8pPr>
            <a:lvl9pPr marL="3983858" indent="0">
              <a:buNone/>
              <a:defRPr sz="22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96914" y="5918981"/>
            <a:ext cx="6418898" cy="887584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02515" y="302867"/>
            <a:ext cx="2607678" cy="645293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9485" y="302867"/>
            <a:ext cx="7644730" cy="645293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  <a:prstGeom prst="rect">
            <a:avLst/>
          </a:prstGeom>
        </p:spPr>
        <p:txBody>
          <a:bodyPr vert="horz" lIns="99596" tIns="49798" rIns="99596" bIns="49798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8" y="1764667"/>
            <a:ext cx="9628347" cy="4991131"/>
          </a:xfrm>
          <a:prstGeom prst="rect">
            <a:avLst/>
          </a:prstGeom>
        </p:spPr>
        <p:txBody>
          <a:bodyPr vert="horz" lIns="99596" tIns="49798" rIns="99596" bIns="49798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908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55206" y="7009644"/>
            <a:ext cx="3387752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67017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95964" rtl="0" eaLnBrk="1" latinLnBrk="0" hangingPunct="1"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3487" indent="-373487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09221" indent="-311239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244956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42938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40920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38902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36885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734867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232849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7982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95964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93947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991929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89911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87893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85876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83858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777081" y="1138809"/>
            <a:ext cx="9144000" cy="5285232"/>
            <a:chOff x="777081" y="1138809"/>
            <a:chExt cx="9144000" cy="5285232"/>
          </a:xfrm>
        </p:grpSpPr>
        <p:sp>
          <p:nvSpPr>
            <p:cNvPr id="3" name="rc3"/>
            <p:cNvSpPr/>
            <p:nvPr/>
          </p:nvSpPr>
          <p:spPr>
            <a:xfrm>
              <a:off x="777081" y="1138809"/>
              <a:ext cx="9144000" cy="528523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777081" y="1138809"/>
              <a:ext cx="9144000" cy="264261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177445" y="1434040"/>
              <a:ext cx="4302229" cy="193749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177445" y="2872484"/>
              <a:ext cx="4302229" cy="0"/>
            </a:xfrm>
            <a:custGeom>
              <a:avLst/>
              <a:pathLst>
                <a:path w="4302229" h="0">
                  <a:moveTo>
                    <a:pt x="0" y="0"/>
                  </a:moveTo>
                  <a:lnTo>
                    <a:pt x="4302229" y="0"/>
                  </a:lnTo>
                  <a:lnTo>
                    <a:pt x="4302229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177445" y="2285364"/>
              <a:ext cx="4302229" cy="0"/>
            </a:xfrm>
            <a:custGeom>
              <a:avLst/>
              <a:pathLst>
                <a:path w="4302229" h="0">
                  <a:moveTo>
                    <a:pt x="0" y="0"/>
                  </a:moveTo>
                  <a:lnTo>
                    <a:pt x="4302229" y="0"/>
                  </a:lnTo>
                  <a:lnTo>
                    <a:pt x="4302229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177445" y="1698244"/>
              <a:ext cx="4302229" cy="0"/>
            </a:xfrm>
            <a:custGeom>
              <a:avLst/>
              <a:pathLst>
                <a:path w="4302229" h="0">
                  <a:moveTo>
                    <a:pt x="0" y="0"/>
                  </a:moveTo>
                  <a:lnTo>
                    <a:pt x="4302229" y="0"/>
                  </a:lnTo>
                  <a:lnTo>
                    <a:pt x="4302229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541754" y="1434040"/>
              <a:ext cx="0" cy="1937495"/>
            </a:xfrm>
            <a:custGeom>
              <a:avLst/>
              <a:pathLst>
                <a:path w="0" h="1937495">
                  <a:moveTo>
                    <a:pt x="0" y="19374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534424" y="1434040"/>
              <a:ext cx="0" cy="1937495"/>
            </a:xfrm>
            <a:custGeom>
              <a:avLst/>
              <a:pathLst>
                <a:path w="0" h="1937495">
                  <a:moveTo>
                    <a:pt x="0" y="19374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527093" y="1434040"/>
              <a:ext cx="0" cy="1937495"/>
            </a:xfrm>
            <a:custGeom>
              <a:avLst/>
              <a:pathLst>
                <a:path w="0" h="1937495">
                  <a:moveTo>
                    <a:pt x="0" y="19374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519763" y="1434040"/>
              <a:ext cx="0" cy="1937495"/>
            </a:xfrm>
            <a:custGeom>
              <a:avLst/>
              <a:pathLst>
                <a:path w="0" h="1937495">
                  <a:moveTo>
                    <a:pt x="0" y="19374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177445" y="3166044"/>
              <a:ext cx="4302229" cy="0"/>
            </a:xfrm>
            <a:custGeom>
              <a:avLst/>
              <a:pathLst>
                <a:path w="4302229" h="0">
                  <a:moveTo>
                    <a:pt x="0" y="0"/>
                  </a:moveTo>
                  <a:lnTo>
                    <a:pt x="4302229" y="0"/>
                  </a:lnTo>
                  <a:lnTo>
                    <a:pt x="4302229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177445" y="2578924"/>
              <a:ext cx="4302229" cy="0"/>
            </a:xfrm>
            <a:custGeom>
              <a:avLst/>
              <a:pathLst>
                <a:path w="4302229" h="0">
                  <a:moveTo>
                    <a:pt x="0" y="0"/>
                  </a:moveTo>
                  <a:lnTo>
                    <a:pt x="4302229" y="0"/>
                  </a:lnTo>
                  <a:lnTo>
                    <a:pt x="4302229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177445" y="1991804"/>
              <a:ext cx="4302229" cy="0"/>
            </a:xfrm>
            <a:custGeom>
              <a:avLst/>
              <a:pathLst>
                <a:path w="4302229" h="0">
                  <a:moveTo>
                    <a:pt x="0" y="0"/>
                  </a:moveTo>
                  <a:lnTo>
                    <a:pt x="4302229" y="0"/>
                  </a:lnTo>
                  <a:lnTo>
                    <a:pt x="4302229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038089" y="1434040"/>
              <a:ext cx="0" cy="1937495"/>
            </a:xfrm>
            <a:custGeom>
              <a:avLst/>
              <a:pathLst>
                <a:path w="0" h="1937495">
                  <a:moveTo>
                    <a:pt x="0" y="19374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030759" y="1434040"/>
              <a:ext cx="0" cy="1937495"/>
            </a:xfrm>
            <a:custGeom>
              <a:avLst/>
              <a:pathLst>
                <a:path w="0" h="1937495">
                  <a:moveTo>
                    <a:pt x="0" y="19374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023428" y="1434040"/>
              <a:ext cx="0" cy="1937495"/>
            </a:xfrm>
            <a:custGeom>
              <a:avLst/>
              <a:pathLst>
                <a:path w="0" h="1937495">
                  <a:moveTo>
                    <a:pt x="0" y="19374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016097" y="1434040"/>
              <a:ext cx="0" cy="1937495"/>
            </a:xfrm>
            <a:custGeom>
              <a:avLst/>
              <a:pathLst>
                <a:path w="0" h="1937495">
                  <a:moveTo>
                    <a:pt x="0" y="19374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1616195" y="22946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2410331" y="23012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3005933" y="22983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3998602" y="22759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991271" y="22441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373001" y="2159615"/>
              <a:ext cx="536041" cy="0"/>
            </a:xfrm>
            <a:custGeom>
              <a:avLst/>
              <a:pathLst>
                <a:path w="536041" h="0">
                  <a:moveTo>
                    <a:pt x="0" y="0"/>
                  </a:moveTo>
                  <a:lnTo>
                    <a:pt x="53604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641021" y="2159615"/>
              <a:ext cx="0" cy="285219"/>
            </a:xfrm>
            <a:custGeom>
              <a:avLst/>
              <a:pathLst>
                <a:path w="0" h="285219">
                  <a:moveTo>
                    <a:pt x="0" y="0"/>
                  </a:moveTo>
                  <a:lnTo>
                    <a:pt x="0" y="285219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1373001" y="2444835"/>
              <a:ext cx="536041" cy="0"/>
            </a:xfrm>
            <a:custGeom>
              <a:avLst/>
              <a:pathLst>
                <a:path w="536041" h="0">
                  <a:moveTo>
                    <a:pt x="0" y="0"/>
                  </a:moveTo>
                  <a:lnTo>
                    <a:pt x="53604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167136" y="2141803"/>
              <a:ext cx="536041" cy="0"/>
            </a:xfrm>
            <a:custGeom>
              <a:avLst/>
              <a:pathLst>
                <a:path w="536041" h="0">
                  <a:moveTo>
                    <a:pt x="0" y="0"/>
                  </a:moveTo>
                  <a:lnTo>
                    <a:pt x="53604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435157" y="2141803"/>
              <a:ext cx="0" cy="329975"/>
            </a:xfrm>
            <a:custGeom>
              <a:avLst/>
              <a:pathLst>
                <a:path w="0" h="329975">
                  <a:moveTo>
                    <a:pt x="0" y="0"/>
                  </a:moveTo>
                  <a:lnTo>
                    <a:pt x="0" y="329975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167136" y="2471779"/>
              <a:ext cx="536041" cy="0"/>
            </a:xfrm>
            <a:custGeom>
              <a:avLst/>
              <a:pathLst>
                <a:path w="536041" h="0">
                  <a:moveTo>
                    <a:pt x="0" y="0"/>
                  </a:moveTo>
                  <a:lnTo>
                    <a:pt x="53604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762738" y="2212573"/>
              <a:ext cx="536041" cy="0"/>
            </a:xfrm>
            <a:custGeom>
              <a:avLst/>
              <a:pathLst>
                <a:path w="536041" h="0">
                  <a:moveTo>
                    <a:pt x="0" y="0"/>
                  </a:moveTo>
                  <a:lnTo>
                    <a:pt x="53604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3030759" y="2212573"/>
              <a:ext cx="0" cy="192815"/>
            </a:xfrm>
            <a:custGeom>
              <a:avLst/>
              <a:pathLst>
                <a:path w="0" h="192815">
                  <a:moveTo>
                    <a:pt x="0" y="0"/>
                  </a:moveTo>
                  <a:lnTo>
                    <a:pt x="0" y="192815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762738" y="2405388"/>
              <a:ext cx="536041" cy="0"/>
            </a:xfrm>
            <a:custGeom>
              <a:avLst/>
              <a:pathLst>
                <a:path w="536041" h="0">
                  <a:moveTo>
                    <a:pt x="0" y="0"/>
                  </a:moveTo>
                  <a:lnTo>
                    <a:pt x="53604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3755407" y="2138257"/>
              <a:ext cx="536041" cy="0"/>
            </a:xfrm>
            <a:custGeom>
              <a:avLst/>
              <a:pathLst>
                <a:path w="536041" h="0">
                  <a:moveTo>
                    <a:pt x="0" y="0"/>
                  </a:moveTo>
                  <a:lnTo>
                    <a:pt x="53604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023428" y="2138257"/>
              <a:ext cx="0" cy="282088"/>
            </a:xfrm>
            <a:custGeom>
              <a:avLst/>
              <a:pathLst>
                <a:path w="0" h="282088">
                  <a:moveTo>
                    <a:pt x="0" y="0"/>
                  </a:moveTo>
                  <a:lnTo>
                    <a:pt x="0" y="282088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755407" y="2420346"/>
              <a:ext cx="536041" cy="0"/>
            </a:xfrm>
            <a:custGeom>
              <a:avLst/>
              <a:pathLst>
                <a:path w="536041" h="0">
                  <a:moveTo>
                    <a:pt x="0" y="0"/>
                  </a:moveTo>
                  <a:lnTo>
                    <a:pt x="53604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4748077" y="2051877"/>
              <a:ext cx="536041" cy="0"/>
            </a:xfrm>
            <a:custGeom>
              <a:avLst/>
              <a:pathLst>
                <a:path w="536041" h="0">
                  <a:moveTo>
                    <a:pt x="0" y="0"/>
                  </a:moveTo>
                  <a:lnTo>
                    <a:pt x="53604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016097" y="2051877"/>
              <a:ext cx="0" cy="367135"/>
            </a:xfrm>
            <a:custGeom>
              <a:avLst/>
              <a:pathLst>
                <a:path w="0" h="367135">
                  <a:moveTo>
                    <a:pt x="0" y="0"/>
                  </a:moveTo>
                  <a:lnTo>
                    <a:pt x="0" y="367135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4748077" y="2419013"/>
              <a:ext cx="536041" cy="0"/>
            </a:xfrm>
            <a:custGeom>
              <a:avLst/>
              <a:pathLst>
                <a:path w="536041" h="0">
                  <a:moveTo>
                    <a:pt x="0" y="0"/>
                  </a:moveTo>
                  <a:lnTo>
                    <a:pt x="53604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1177445" y="2332333"/>
              <a:ext cx="4302229" cy="0"/>
            </a:xfrm>
            <a:custGeom>
              <a:avLst/>
              <a:pathLst>
                <a:path w="4302229" h="0">
                  <a:moveTo>
                    <a:pt x="0" y="0"/>
                  </a:moveTo>
                  <a:lnTo>
                    <a:pt x="4302229" y="0"/>
                  </a:lnTo>
                  <a:lnTo>
                    <a:pt x="430222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1177445" y="2085743"/>
              <a:ext cx="4302229" cy="0"/>
            </a:xfrm>
            <a:custGeom>
              <a:avLst/>
              <a:pathLst>
                <a:path w="4302229" h="0">
                  <a:moveTo>
                    <a:pt x="0" y="0"/>
                  </a:moveTo>
                  <a:lnTo>
                    <a:pt x="4302229" y="0"/>
                  </a:lnTo>
                  <a:lnTo>
                    <a:pt x="4302229" y="0"/>
                  </a:lnTo>
                </a:path>
              </a:pathLst>
            </a:custGeom>
            <a:ln w="13550" cap="flat">
              <a:solidFill>
                <a:srgbClr val="B3B3B3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1177445" y="2578924"/>
              <a:ext cx="4302229" cy="0"/>
            </a:xfrm>
            <a:custGeom>
              <a:avLst/>
              <a:pathLst>
                <a:path w="4302229" h="0">
                  <a:moveTo>
                    <a:pt x="0" y="0"/>
                  </a:moveTo>
                  <a:lnTo>
                    <a:pt x="4302229" y="0"/>
                  </a:lnTo>
                  <a:lnTo>
                    <a:pt x="4302229" y="0"/>
                  </a:lnTo>
                </a:path>
              </a:pathLst>
            </a:custGeom>
            <a:ln w="13550" cap="flat">
              <a:solidFill>
                <a:srgbClr val="B3B3B3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1177445" y="1434040"/>
              <a:ext cx="4302229" cy="1937495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5549263" y="1434040"/>
              <a:ext cx="4302229" cy="193749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5549263" y="2872484"/>
              <a:ext cx="4302229" cy="0"/>
            </a:xfrm>
            <a:custGeom>
              <a:avLst/>
              <a:pathLst>
                <a:path w="4302229" h="0">
                  <a:moveTo>
                    <a:pt x="0" y="0"/>
                  </a:moveTo>
                  <a:lnTo>
                    <a:pt x="4302229" y="0"/>
                  </a:lnTo>
                  <a:lnTo>
                    <a:pt x="4302229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5549263" y="2285364"/>
              <a:ext cx="4302229" cy="0"/>
            </a:xfrm>
            <a:custGeom>
              <a:avLst/>
              <a:pathLst>
                <a:path w="4302229" h="0">
                  <a:moveTo>
                    <a:pt x="0" y="0"/>
                  </a:moveTo>
                  <a:lnTo>
                    <a:pt x="4302229" y="0"/>
                  </a:lnTo>
                  <a:lnTo>
                    <a:pt x="4302229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5549263" y="1698244"/>
              <a:ext cx="4302229" cy="0"/>
            </a:xfrm>
            <a:custGeom>
              <a:avLst/>
              <a:pathLst>
                <a:path w="4302229" h="0">
                  <a:moveTo>
                    <a:pt x="0" y="0"/>
                  </a:moveTo>
                  <a:lnTo>
                    <a:pt x="4302229" y="0"/>
                  </a:lnTo>
                  <a:lnTo>
                    <a:pt x="4302229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5913573" y="1434040"/>
              <a:ext cx="0" cy="1937495"/>
            </a:xfrm>
            <a:custGeom>
              <a:avLst/>
              <a:pathLst>
                <a:path w="0" h="1937495">
                  <a:moveTo>
                    <a:pt x="0" y="19374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6906242" y="1434040"/>
              <a:ext cx="0" cy="1937495"/>
            </a:xfrm>
            <a:custGeom>
              <a:avLst/>
              <a:pathLst>
                <a:path w="0" h="1937495">
                  <a:moveTo>
                    <a:pt x="0" y="19374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7898911" y="1434040"/>
              <a:ext cx="0" cy="1937495"/>
            </a:xfrm>
            <a:custGeom>
              <a:avLst/>
              <a:pathLst>
                <a:path w="0" h="1937495">
                  <a:moveTo>
                    <a:pt x="0" y="19374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8891581" y="1434040"/>
              <a:ext cx="0" cy="1937495"/>
            </a:xfrm>
            <a:custGeom>
              <a:avLst/>
              <a:pathLst>
                <a:path w="0" h="1937495">
                  <a:moveTo>
                    <a:pt x="0" y="19374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5549263" y="3166044"/>
              <a:ext cx="4302229" cy="0"/>
            </a:xfrm>
            <a:custGeom>
              <a:avLst/>
              <a:pathLst>
                <a:path w="4302229" h="0">
                  <a:moveTo>
                    <a:pt x="0" y="0"/>
                  </a:moveTo>
                  <a:lnTo>
                    <a:pt x="4302229" y="0"/>
                  </a:lnTo>
                  <a:lnTo>
                    <a:pt x="4302229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5549263" y="2578924"/>
              <a:ext cx="4302229" cy="0"/>
            </a:xfrm>
            <a:custGeom>
              <a:avLst/>
              <a:pathLst>
                <a:path w="4302229" h="0">
                  <a:moveTo>
                    <a:pt x="0" y="0"/>
                  </a:moveTo>
                  <a:lnTo>
                    <a:pt x="4302229" y="0"/>
                  </a:lnTo>
                  <a:lnTo>
                    <a:pt x="4302229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5549263" y="1991804"/>
              <a:ext cx="4302229" cy="0"/>
            </a:xfrm>
            <a:custGeom>
              <a:avLst/>
              <a:pathLst>
                <a:path w="4302229" h="0">
                  <a:moveTo>
                    <a:pt x="0" y="0"/>
                  </a:moveTo>
                  <a:lnTo>
                    <a:pt x="4302229" y="0"/>
                  </a:lnTo>
                  <a:lnTo>
                    <a:pt x="4302229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6409907" y="1434040"/>
              <a:ext cx="0" cy="1937495"/>
            </a:xfrm>
            <a:custGeom>
              <a:avLst/>
              <a:pathLst>
                <a:path w="0" h="1937495">
                  <a:moveTo>
                    <a:pt x="0" y="19374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7402577" y="1434040"/>
              <a:ext cx="0" cy="1937495"/>
            </a:xfrm>
            <a:custGeom>
              <a:avLst/>
              <a:pathLst>
                <a:path w="0" h="1937495">
                  <a:moveTo>
                    <a:pt x="0" y="19374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8395246" y="1434040"/>
              <a:ext cx="0" cy="1937495"/>
            </a:xfrm>
            <a:custGeom>
              <a:avLst/>
              <a:pathLst>
                <a:path w="0" h="1937495">
                  <a:moveTo>
                    <a:pt x="0" y="19374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9387915" y="1434040"/>
              <a:ext cx="0" cy="1937495"/>
            </a:xfrm>
            <a:custGeom>
              <a:avLst/>
              <a:pathLst>
                <a:path w="0" h="1937495">
                  <a:moveTo>
                    <a:pt x="0" y="19374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5988014" y="22980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6782149" y="23041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7377751" y="22893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8370420" y="22919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9363089" y="23069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5744819" y="2207351"/>
              <a:ext cx="536041" cy="0"/>
            </a:xfrm>
            <a:custGeom>
              <a:avLst/>
              <a:pathLst>
                <a:path w="536041" h="0">
                  <a:moveTo>
                    <a:pt x="0" y="0"/>
                  </a:moveTo>
                  <a:lnTo>
                    <a:pt x="53604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6012839" y="2207351"/>
              <a:ext cx="0" cy="215068"/>
            </a:xfrm>
            <a:custGeom>
              <a:avLst/>
              <a:pathLst>
                <a:path w="0" h="215068">
                  <a:moveTo>
                    <a:pt x="0" y="0"/>
                  </a:moveTo>
                  <a:lnTo>
                    <a:pt x="0" y="215068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5744819" y="2422419"/>
              <a:ext cx="536041" cy="0"/>
            </a:xfrm>
            <a:custGeom>
              <a:avLst/>
              <a:pathLst>
                <a:path w="536041" h="0">
                  <a:moveTo>
                    <a:pt x="0" y="0"/>
                  </a:moveTo>
                  <a:lnTo>
                    <a:pt x="53604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6538954" y="2173360"/>
              <a:ext cx="536041" cy="0"/>
            </a:xfrm>
            <a:custGeom>
              <a:avLst/>
              <a:pathLst>
                <a:path w="536041" h="0">
                  <a:moveTo>
                    <a:pt x="0" y="0"/>
                  </a:moveTo>
                  <a:lnTo>
                    <a:pt x="53604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6806975" y="2173360"/>
              <a:ext cx="0" cy="277522"/>
            </a:xfrm>
            <a:custGeom>
              <a:avLst/>
              <a:pathLst>
                <a:path w="0" h="277522">
                  <a:moveTo>
                    <a:pt x="0" y="0"/>
                  </a:moveTo>
                  <a:lnTo>
                    <a:pt x="0" y="277522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6538954" y="2450882"/>
              <a:ext cx="536041" cy="0"/>
            </a:xfrm>
            <a:custGeom>
              <a:avLst/>
              <a:pathLst>
                <a:path w="536041" h="0">
                  <a:moveTo>
                    <a:pt x="0" y="0"/>
                  </a:moveTo>
                  <a:lnTo>
                    <a:pt x="53604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8127225" y="1619950"/>
              <a:ext cx="536041" cy="0"/>
            </a:xfrm>
            <a:custGeom>
              <a:avLst/>
              <a:pathLst>
                <a:path w="536041" h="0">
                  <a:moveTo>
                    <a:pt x="0" y="0"/>
                  </a:moveTo>
                  <a:lnTo>
                    <a:pt x="53604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8395246" y="1619950"/>
              <a:ext cx="0" cy="1225448"/>
            </a:xfrm>
            <a:custGeom>
              <a:avLst/>
              <a:pathLst>
                <a:path w="0" h="1225448">
                  <a:moveTo>
                    <a:pt x="0" y="0"/>
                  </a:moveTo>
                  <a:lnTo>
                    <a:pt x="0" y="1225448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8127225" y="2845398"/>
              <a:ext cx="536041" cy="0"/>
            </a:xfrm>
            <a:custGeom>
              <a:avLst/>
              <a:pathLst>
                <a:path w="536041" h="0">
                  <a:moveTo>
                    <a:pt x="0" y="0"/>
                  </a:moveTo>
                  <a:lnTo>
                    <a:pt x="53604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9119895" y="1525096"/>
              <a:ext cx="536041" cy="0"/>
            </a:xfrm>
            <a:custGeom>
              <a:avLst/>
              <a:pathLst>
                <a:path w="536041" h="0">
                  <a:moveTo>
                    <a:pt x="0" y="0"/>
                  </a:moveTo>
                  <a:lnTo>
                    <a:pt x="53604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9387915" y="1525096"/>
              <a:ext cx="0" cy="1429447"/>
            </a:xfrm>
            <a:custGeom>
              <a:avLst/>
              <a:pathLst>
                <a:path w="0" h="1429447">
                  <a:moveTo>
                    <a:pt x="0" y="0"/>
                  </a:moveTo>
                  <a:lnTo>
                    <a:pt x="0" y="1429447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9119895" y="2954543"/>
              <a:ext cx="536041" cy="0"/>
            </a:xfrm>
            <a:custGeom>
              <a:avLst/>
              <a:pathLst>
                <a:path w="536041" h="0">
                  <a:moveTo>
                    <a:pt x="0" y="0"/>
                  </a:moveTo>
                  <a:lnTo>
                    <a:pt x="53604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5549263" y="2332333"/>
              <a:ext cx="4302229" cy="0"/>
            </a:xfrm>
            <a:custGeom>
              <a:avLst/>
              <a:pathLst>
                <a:path w="4302229" h="0">
                  <a:moveTo>
                    <a:pt x="0" y="0"/>
                  </a:moveTo>
                  <a:lnTo>
                    <a:pt x="4302229" y="0"/>
                  </a:lnTo>
                  <a:lnTo>
                    <a:pt x="430222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5549263" y="2085743"/>
              <a:ext cx="4302229" cy="0"/>
            </a:xfrm>
            <a:custGeom>
              <a:avLst/>
              <a:pathLst>
                <a:path w="4302229" h="0">
                  <a:moveTo>
                    <a:pt x="0" y="0"/>
                  </a:moveTo>
                  <a:lnTo>
                    <a:pt x="4302229" y="0"/>
                  </a:lnTo>
                  <a:lnTo>
                    <a:pt x="4302229" y="0"/>
                  </a:lnTo>
                </a:path>
              </a:pathLst>
            </a:custGeom>
            <a:ln w="13550" cap="flat">
              <a:solidFill>
                <a:srgbClr val="B3B3B3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5549263" y="2578924"/>
              <a:ext cx="4302229" cy="0"/>
            </a:xfrm>
            <a:custGeom>
              <a:avLst/>
              <a:pathLst>
                <a:path w="4302229" h="0">
                  <a:moveTo>
                    <a:pt x="0" y="0"/>
                  </a:moveTo>
                  <a:lnTo>
                    <a:pt x="4302229" y="0"/>
                  </a:lnTo>
                  <a:lnTo>
                    <a:pt x="4302229" y="0"/>
                  </a:lnTo>
                </a:path>
              </a:pathLst>
            </a:custGeom>
            <a:ln w="13550" cap="flat">
              <a:solidFill>
                <a:srgbClr val="B3B3B3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9" name="rc79"/>
            <p:cNvSpPr/>
            <p:nvPr/>
          </p:nvSpPr>
          <p:spPr>
            <a:xfrm>
              <a:off x="5549263" y="1434040"/>
              <a:ext cx="4302229" cy="1937495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rc80"/>
            <p:cNvSpPr/>
            <p:nvPr/>
          </p:nvSpPr>
          <p:spPr>
            <a:xfrm>
              <a:off x="1177445" y="1208398"/>
              <a:ext cx="4302229" cy="22564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tx81"/>
            <p:cNvSpPr/>
            <p:nvPr/>
          </p:nvSpPr>
          <p:spPr>
            <a:xfrm>
              <a:off x="3285067" y="1279527"/>
              <a:ext cx="8698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i0</a:t>
              </a:r>
            </a:p>
          </p:txBody>
        </p:sp>
        <p:sp>
          <p:nvSpPr>
            <p:cNvPr id="82" name="rc82"/>
            <p:cNvSpPr/>
            <p:nvPr/>
          </p:nvSpPr>
          <p:spPr>
            <a:xfrm>
              <a:off x="5549263" y="1208398"/>
              <a:ext cx="4302229" cy="22564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tx83"/>
            <p:cNvSpPr/>
            <p:nvPr/>
          </p:nvSpPr>
          <p:spPr>
            <a:xfrm>
              <a:off x="7656885" y="1280891"/>
              <a:ext cx="8698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i1</a:t>
              </a:r>
            </a:p>
          </p:txBody>
        </p:sp>
        <p:sp>
          <p:nvSpPr>
            <p:cNvPr id="84" name="pl84"/>
            <p:cNvSpPr/>
            <p:nvPr/>
          </p:nvSpPr>
          <p:spPr>
            <a:xfrm>
              <a:off x="2038089" y="337153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3030759" y="337153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4023428" y="337153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5016097" y="337153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tx88"/>
            <p:cNvSpPr/>
            <p:nvPr/>
          </p:nvSpPr>
          <p:spPr>
            <a:xfrm>
              <a:off x="1929331" y="3432474"/>
              <a:ext cx="217517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0.05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2922000" y="3432474"/>
              <a:ext cx="217517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0.10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3914669" y="3432474"/>
              <a:ext cx="217517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0.15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4907339" y="3432474"/>
              <a:ext cx="217517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0.20</a:t>
              </a:r>
            </a:p>
          </p:txBody>
        </p:sp>
        <p:sp>
          <p:nvSpPr>
            <p:cNvPr id="92" name="pl92"/>
            <p:cNvSpPr/>
            <p:nvPr/>
          </p:nvSpPr>
          <p:spPr>
            <a:xfrm>
              <a:off x="6409907" y="337153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7402577" y="337153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8395246" y="337153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9387915" y="337153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tx96"/>
            <p:cNvSpPr/>
            <p:nvPr/>
          </p:nvSpPr>
          <p:spPr>
            <a:xfrm>
              <a:off x="6301149" y="3432474"/>
              <a:ext cx="217517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0.05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7293818" y="3432474"/>
              <a:ext cx="217517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0.10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8286487" y="3432474"/>
              <a:ext cx="217517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0.15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9279157" y="3432474"/>
              <a:ext cx="217517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0.20</a:t>
              </a:r>
            </a:p>
          </p:txBody>
        </p:sp>
        <p:sp>
          <p:nvSpPr>
            <p:cNvPr id="100" name="tx100"/>
            <p:cNvSpPr/>
            <p:nvPr/>
          </p:nvSpPr>
          <p:spPr>
            <a:xfrm>
              <a:off x="1015442" y="3125771"/>
              <a:ext cx="99372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-5</a:t>
              </a:r>
            </a:p>
          </p:txBody>
        </p:sp>
        <p:sp>
          <p:nvSpPr>
            <p:cNvPr id="101" name="tx101"/>
            <p:cNvSpPr/>
            <p:nvPr/>
          </p:nvSpPr>
          <p:spPr>
            <a:xfrm>
              <a:off x="1052659" y="2537232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02" name="tx102"/>
            <p:cNvSpPr/>
            <p:nvPr/>
          </p:nvSpPr>
          <p:spPr>
            <a:xfrm>
              <a:off x="1052659" y="1951531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103" name="pl103"/>
            <p:cNvSpPr/>
            <p:nvPr/>
          </p:nvSpPr>
          <p:spPr>
            <a:xfrm>
              <a:off x="1142650" y="316604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1142650" y="257892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1142650" y="199180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tx106"/>
            <p:cNvSpPr/>
            <p:nvPr/>
          </p:nvSpPr>
          <p:spPr>
            <a:xfrm>
              <a:off x="4532169" y="3581623"/>
              <a:ext cx="1964599" cy="101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Mean within-individual Variation</a:t>
              </a:r>
            </a:p>
          </p:txBody>
        </p:sp>
        <p:sp>
          <p:nvSpPr>
            <p:cNvPr id="107" name="tx107"/>
            <p:cNvSpPr/>
            <p:nvPr/>
          </p:nvSpPr>
          <p:spPr>
            <a:xfrm rot="-5400000">
              <a:off x="253047" y="2338088"/>
              <a:ext cx="1257845" cy="1293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Mean Average Error</a:t>
              </a:r>
            </a:p>
          </p:txBody>
        </p:sp>
        <p:sp>
          <p:nvSpPr>
            <p:cNvPr id="108" name="rc108"/>
            <p:cNvSpPr/>
            <p:nvPr/>
          </p:nvSpPr>
          <p:spPr>
            <a:xfrm>
              <a:off x="777081" y="3781425"/>
              <a:ext cx="9144000" cy="26426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rc109"/>
            <p:cNvSpPr/>
            <p:nvPr/>
          </p:nvSpPr>
          <p:spPr>
            <a:xfrm>
              <a:off x="1177445" y="4076656"/>
              <a:ext cx="4302229" cy="193749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1177445" y="5515100"/>
              <a:ext cx="4302229" cy="0"/>
            </a:xfrm>
            <a:custGeom>
              <a:avLst/>
              <a:pathLst>
                <a:path w="4302229" h="0">
                  <a:moveTo>
                    <a:pt x="0" y="0"/>
                  </a:moveTo>
                  <a:lnTo>
                    <a:pt x="4302229" y="0"/>
                  </a:lnTo>
                  <a:lnTo>
                    <a:pt x="4302229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1177445" y="4927980"/>
              <a:ext cx="4302229" cy="0"/>
            </a:xfrm>
            <a:custGeom>
              <a:avLst/>
              <a:pathLst>
                <a:path w="4302229" h="0">
                  <a:moveTo>
                    <a:pt x="0" y="0"/>
                  </a:moveTo>
                  <a:lnTo>
                    <a:pt x="4302229" y="0"/>
                  </a:lnTo>
                  <a:lnTo>
                    <a:pt x="4302229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1177445" y="4340860"/>
              <a:ext cx="4302229" cy="0"/>
            </a:xfrm>
            <a:custGeom>
              <a:avLst/>
              <a:pathLst>
                <a:path w="4302229" h="0">
                  <a:moveTo>
                    <a:pt x="0" y="0"/>
                  </a:moveTo>
                  <a:lnTo>
                    <a:pt x="4302229" y="0"/>
                  </a:lnTo>
                  <a:lnTo>
                    <a:pt x="4302229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1541754" y="4076656"/>
              <a:ext cx="0" cy="1937495"/>
            </a:xfrm>
            <a:custGeom>
              <a:avLst/>
              <a:pathLst>
                <a:path w="0" h="1937495">
                  <a:moveTo>
                    <a:pt x="0" y="19374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2534424" y="4076656"/>
              <a:ext cx="0" cy="1937495"/>
            </a:xfrm>
            <a:custGeom>
              <a:avLst/>
              <a:pathLst>
                <a:path w="0" h="1937495">
                  <a:moveTo>
                    <a:pt x="0" y="19374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3527093" y="4076656"/>
              <a:ext cx="0" cy="1937495"/>
            </a:xfrm>
            <a:custGeom>
              <a:avLst/>
              <a:pathLst>
                <a:path w="0" h="1937495">
                  <a:moveTo>
                    <a:pt x="0" y="19374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4519763" y="4076656"/>
              <a:ext cx="0" cy="1937495"/>
            </a:xfrm>
            <a:custGeom>
              <a:avLst/>
              <a:pathLst>
                <a:path w="0" h="1937495">
                  <a:moveTo>
                    <a:pt x="0" y="19374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1177445" y="5808660"/>
              <a:ext cx="4302229" cy="0"/>
            </a:xfrm>
            <a:custGeom>
              <a:avLst/>
              <a:pathLst>
                <a:path w="4302229" h="0">
                  <a:moveTo>
                    <a:pt x="0" y="0"/>
                  </a:moveTo>
                  <a:lnTo>
                    <a:pt x="4302229" y="0"/>
                  </a:lnTo>
                  <a:lnTo>
                    <a:pt x="4302229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1177445" y="5221540"/>
              <a:ext cx="4302229" cy="0"/>
            </a:xfrm>
            <a:custGeom>
              <a:avLst/>
              <a:pathLst>
                <a:path w="4302229" h="0">
                  <a:moveTo>
                    <a:pt x="0" y="0"/>
                  </a:moveTo>
                  <a:lnTo>
                    <a:pt x="4302229" y="0"/>
                  </a:lnTo>
                  <a:lnTo>
                    <a:pt x="4302229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1177445" y="4634420"/>
              <a:ext cx="4302229" cy="0"/>
            </a:xfrm>
            <a:custGeom>
              <a:avLst/>
              <a:pathLst>
                <a:path w="4302229" h="0">
                  <a:moveTo>
                    <a:pt x="0" y="0"/>
                  </a:moveTo>
                  <a:lnTo>
                    <a:pt x="4302229" y="0"/>
                  </a:lnTo>
                  <a:lnTo>
                    <a:pt x="4302229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2038089" y="4076656"/>
              <a:ext cx="0" cy="1937495"/>
            </a:xfrm>
            <a:custGeom>
              <a:avLst/>
              <a:pathLst>
                <a:path w="0" h="1937495">
                  <a:moveTo>
                    <a:pt x="0" y="19374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3030759" y="4076656"/>
              <a:ext cx="0" cy="1937495"/>
            </a:xfrm>
            <a:custGeom>
              <a:avLst/>
              <a:pathLst>
                <a:path w="0" h="1937495">
                  <a:moveTo>
                    <a:pt x="0" y="19374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4023428" y="4076656"/>
              <a:ext cx="0" cy="1937495"/>
            </a:xfrm>
            <a:custGeom>
              <a:avLst/>
              <a:pathLst>
                <a:path w="0" h="1937495">
                  <a:moveTo>
                    <a:pt x="0" y="19374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5016097" y="4076656"/>
              <a:ext cx="0" cy="1937495"/>
            </a:xfrm>
            <a:custGeom>
              <a:avLst/>
              <a:pathLst>
                <a:path w="0" h="1937495">
                  <a:moveTo>
                    <a:pt x="0" y="19374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1616195" y="49487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2410331" y="49195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3005933" y="49120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3998602" y="49026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4991271" y="49062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1373001" y="4644463"/>
              <a:ext cx="536041" cy="0"/>
            </a:xfrm>
            <a:custGeom>
              <a:avLst/>
              <a:pathLst>
                <a:path w="536041" h="0">
                  <a:moveTo>
                    <a:pt x="0" y="0"/>
                  </a:moveTo>
                  <a:lnTo>
                    <a:pt x="53604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1641021" y="4644463"/>
              <a:ext cx="0" cy="564355"/>
            </a:xfrm>
            <a:custGeom>
              <a:avLst/>
              <a:pathLst>
                <a:path w="0" h="564355">
                  <a:moveTo>
                    <a:pt x="0" y="0"/>
                  </a:moveTo>
                  <a:lnTo>
                    <a:pt x="0" y="564355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1373001" y="5208818"/>
              <a:ext cx="536041" cy="0"/>
            </a:xfrm>
            <a:custGeom>
              <a:avLst/>
              <a:pathLst>
                <a:path w="536041" h="0">
                  <a:moveTo>
                    <a:pt x="0" y="0"/>
                  </a:moveTo>
                  <a:lnTo>
                    <a:pt x="53604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2167136" y="4464688"/>
              <a:ext cx="536041" cy="0"/>
            </a:xfrm>
            <a:custGeom>
              <a:avLst/>
              <a:pathLst>
                <a:path w="536041" h="0">
                  <a:moveTo>
                    <a:pt x="0" y="0"/>
                  </a:moveTo>
                  <a:lnTo>
                    <a:pt x="53604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2435157" y="4464688"/>
              <a:ext cx="0" cy="837738"/>
            </a:xfrm>
            <a:custGeom>
              <a:avLst/>
              <a:pathLst>
                <a:path w="0" h="837738">
                  <a:moveTo>
                    <a:pt x="0" y="0"/>
                  </a:moveTo>
                  <a:lnTo>
                    <a:pt x="0" y="837738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2167136" y="5302427"/>
              <a:ext cx="536041" cy="0"/>
            </a:xfrm>
            <a:custGeom>
              <a:avLst/>
              <a:pathLst>
                <a:path w="536041" h="0">
                  <a:moveTo>
                    <a:pt x="0" y="0"/>
                  </a:moveTo>
                  <a:lnTo>
                    <a:pt x="53604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2762738" y="4535522"/>
              <a:ext cx="536041" cy="0"/>
            </a:xfrm>
            <a:custGeom>
              <a:avLst/>
              <a:pathLst>
                <a:path w="536041" h="0">
                  <a:moveTo>
                    <a:pt x="0" y="0"/>
                  </a:moveTo>
                  <a:lnTo>
                    <a:pt x="53604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3030759" y="4535522"/>
              <a:ext cx="0" cy="665269"/>
            </a:xfrm>
            <a:custGeom>
              <a:avLst/>
              <a:pathLst>
                <a:path w="0" h="665269">
                  <a:moveTo>
                    <a:pt x="0" y="0"/>
                  </a:moveTo>
                  <a:lnTo>
                    <a:pt x="0" y="665269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2762738" y="5200792"/>
              <a:ext cx="536041" cy="0"/>
            </a:xfrm>
            <a:custGeom>
              <a:avLst/>
              <a:pathLst>
                <a:path w="536041" h="0">
                  <a:moveTo>
                    <a:pt x="0" y="0"/>
                  </a:moveTo>
                  <a:lnTo>
                    <a:pt x="53604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4748077" y="5857596"/>
              <a:ext cx="536041" cy="0"/>
            </a:xfrm>
            <a:custGeom>
              <a:avLst/>
              <a:pathLst>
                <a:path w="536041" h="0">
                  <a:moveTo>
                    <a:pt x="0" y="0"/>
                  </a:moveTo>
                  <a:lnTo>
                    <a:pt x="53604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1177445" y="4974949"/>
              <a:ext cx="4302229" cy="0"/>
            </a:xfrm>
            <a:custGeom>
              <a:avLst/>
              <a:pathLst>
                <a:path w="4302229" h="0">
                  <a:moveTo>
                    <a:pt x="0" y="0"/>
                  </a:moveTo>
                  <a:lnTo>
                    <a:pt x="4302229" y="0"/>
                  </a:lnTo>
                  <a:lnTo>
                    <a:pt x="430222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1177445" y="4728359"/>
              <a:ext cx="4302229" cy="0"/>
            </a:xfrm>
            <a:custGeom>
              <a:avLst/>
              <a:pathLst>
                <a:path w="4302229" h="0">
                  <a:moveTo>
                    <a:pt x="0" y="0"/>
                  </a:moveTo>
                  <a:lnTo>
                    <a:pt x="4302229" y="0"/>
                  </a:lnTo>
                  <a:lnTo>
                    <a:pt x="4302229" y="0"/>
                  </a:lnTo>
                </a:path>
              </a:pathLst>
            </a:custGeom>
            <a:ln w="13550" cap="flat">
              <a:solidFill>
                <a:srgbClr val="B3B3B3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1177445" y="5221540"/>
              <a:ext cx="4302229" cy="0"/>
            </a:xfrm>
            <a:custGeom>
              <a:avLst/>
              <a:pathLst>
                <a:path w="4302229" h="0">
                  <a:moveTo>
                    <a:pt x="0" y="0"/>
                  </a:moveTo>
                  <a:lnTo>
                    <a:pt x="4302229" y="0"/>
                  </a:lnTo>
                  <a:lnTo>
                    <a:pt x="4302229" y="0"/>
                  </a:lnTo>
                </a:path>
              </a:pathLst>
            </a:custGeom>
            <a:ln w="13550" cap="flat">
              <a:solidFill>
                <a:srgbClr val="B3B3B3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42" name="rc142"/>
            <p:cNvSpPr/>
            <p:nvPr/>
          </p:nvSpPr>
          <p:spPr>
            <a:xfrm>
              <a:off x="1177445" y="4076656"/>
              <a:ext cx="4302229" cy="1937495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rc143"/>
            <p:cNvSpPr/>
            <p:nvPr/>
          </p:nvSpPr>
          <p:spPr>
            <a:xfrm>
              <a:off x="5549263" y="4076656"/>
              <a:ext cx="4302229" cy="193749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5549263" y="5515100"/>
              <a:ext cx="4302229" cy="0"/>
            </a:xfrm>
            <a:custGeom>
              <a:avLst/>
              <a:pathLst>
                <a:path w="4302229" h="0">
                  <a:moveTo>
                    <a:pt x="0" y="0"/>
                  </a:moveTo>
                  <a:lnTo>
                    <a:pt x="4302229" y="0"/>
                  </a:lnTo>
                  <a:lnTo>
                    <a:pt x="4302229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5549263" y="4927980"/>
              <a:ext cx="4302229" cy="0"/>
            </a:xfrm>
            <a:custGeom>
              <a:avLst/>
              <a:pathLst>
                <a:path w="4302229" h="0">
                  <a:moveTo>
                    <a:pt x="0" y="0"/>
                  </a:moveTo>
                  <a:lnTo>
                    <a:pt x="4302229" y="0"/>
                  </a:lnTo>
                  <a:lnTo>
                    <a:pt x="4302229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5549263" y="4340860"/>
              <a:ext cx="4302229" cy="0"/>
            </a:xfrm>
            <a:custGeom>
              <a:avLst/>
              <a:pathLst>
                <a:path w="4302229" h="0">
                  <a:moveTo>
                    <a:pt x="0" y="0"/>
                  </a:moveTo>
                  <a:lnTo>
                    <a:pt x="4302229" y="0"/>
                  </a:lnTo>
                  <a:lnTo>
                    <a:pt x="4302229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5913573" y="4076656"/>
              <a:ext cx="0" cy="1937495"/>
            </a:xfrm>
            <a:custGeom>
              <a:avLst/>
              <a:pathLst>
                <a:path w="0" h="1937495">
                  <a:moveTo>
                    <a:pt x="0" y="19374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6906242" y="4076656"/>
              <a:ext cx="0" cy="1937495"/>
            </a:xfrm>
            <a:custGeom>
              <a:avLst/>
              <a:pathLst>
                <a:path w="0" h="1937495">
                  <a:moveTo>
                    <a:pt x="0" y="19374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7898911" y="4076656"/>
              <a:ext cx="0" cy="1937495"/>
            </a:xfrm>
            <a:custGeom>
              <a:avLst/>
              <a:pathLst>
                <a:path w="0" h="1937495">
                  <a:moveTo>
                    <a:pt x="0" y="19374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8891581" y="4076656"/>
              <a:ext cx="0" cy="1937495"/>
            </a:xfrm>
            <a:custGeom>
              <a:avLst/>
              <a:pathLst>
                <a:path w="0" h="1937495">
                  <a:moveTo>
                    <a:pt x="0" y="19374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5549263" y="5808660"/>
              <a:ext cx="4302229" cy="0"/>
            </a:xfrm>
            <a:custGeom>
              <a:avLst/>
              <a:pathLst>
                <a:path w="4302229" h="0">
                  <a:moveTo>
                    <a:pt x="0" y="0"/>
                  </a:moveTo>
                  <a:lnTo>
                    <a:pt x="4302229" y="0"/>
                  </a:lnTo>
                  <a:lnTo>
                    <a:pt x="4302229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5549263" y="5221540"/>
              <a:ext cx="4302229" cy="0"/>
            </a:xfrm>
            <a:custGeom>
              <a:avLst/>
              <a:pathLst>
                <a:path w="4302229" h="0">
                  <a:moveTo>
                    <a:pt x="0" y="0"/>
                  </a:moveTo>
                  <a:lnTo>
                    <a:pt x="4302229" y="0"/>
                  </a:lnTo>
                  <a:lnTo>
                    <a:pt x="4302229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5549263" y="4634420"/>
              <a:ext cx="4302229" cy="0"/>
            </a:xfrm>
            <a:custGeom>
              <a:avLst/>
              <a:pathLst>
                <a:path w="4302229" h="0">
                  <a:moveTo>
                    <a:pt x="0" y="0"/>
                  </a:moveTo>
                  <a:lnTo>
                    <a:pt x="4302229" y="0"/>
                  </a:lnTo>
                  <a:lnTo>
                    <a:pt x="4302229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6409907" y="4076656"/>
              <a:ext cx="0" cy="1937495"/>
            </a:xfrm>
            <a:custGeom>
              <a:avLst/>
              <a:pathLst>
                <a:path w="0" h="1937495">
                  <a:moveTo>
                    <a:pt x="0" y="19374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7402577" y="4076656"/>
              <a:ext cx="0" cy="1937495"/>
            </a:xfrm>
            <a:custGeom>
              <a:avLst/>
              <a:pathLst>
                <a:path w="0" h="1937495">
                  <a:moveTo>
                    <a:pt x="0" y="19374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8395246" y="4076656"/>
              <a:ext cx="0" cy="1937495"/>
            </a:xfrm>
            <a:custGeom>
              <a:avLst/>
              <a:pathLst>
                <a:path w="0" h="1937495">
                  <a:moveTo>
                    <a:pt x="0" y="19374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9387915" y="4076656"/>
              <a:ext cx="0" cy="1937495"/>
            </a:xfrm>
            <a:custGeom>
              <a:avLst/>
              <a:pathLst>
                <a:path w="0" h="1937495">
                  <a:moveTo>
                    <a:pt x="0" y="19374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5988014" y="50446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6782149" y="50415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7377751" y="50412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8370420" y="50379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9363089" y="50311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5744819" y="4222188"/>
              <a:ext cx="536041" cy="0"/>
            </a:xfrm>
            <a:custGeom>
              <a:avLst/>
              <a:pathLst>
                <a:path w="536041" h="0">
                  <a:moveTo>
                    <a:pt x="0" y="0"/>
                  </a:moveTo>
                  <a:lnTo>
                    <a:pt x="53604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6012839" y="4222188"/>
              <a:ext cx="0" cy="1584997"/>
            </a:xfrm>
            <a:custGeom>
              <a:avLst/>
              <a:pathLst>
                <a:path w="0" h="1584997">
                  <a:moveTo>
                    <a:pt x="0" y="0"/>
                  </a:moveTo>
                  <a:lnTo>
                    <a:pt x="0" y="1584997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5744819" y="5807185"/>
              <a:ext cx="536041" cy="0"/>
            </a:xfrm>
            <a:custGeom>
              <a:avLst/>
              <a:pathLst>
                <a:path w="536041" h="0">
                  <a:moveTo>
                    <a:pt x="0" y="0"/>
                  </a:moveTo>
                  <a:lnTo>
                    <a:pt x="53604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6538954" y="4620216"/>
              <a:ext cx="536041" cy="0"/>
            </a:xfrm>
            <a:custGeom>
              <a:avLst/>
              <a:pathLst>
                <a:path w="536041" h="0">
                  <a:moveTo>
                    <a:pt x="0" y="0"/>
                  </a:moveTo>
                  <a:lnTo>
                    <a:pt x="53604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6806975" y="4620216"/>
              <a:ext cx="0" cy="823359"/>
            </a:xfrm>
            <a:custGeom>
              <a:avLst/>
              <a:pathLst>
                <a:path w="0" h="823359">
                  <a:moveTo>
                    <a:pt x="0" y="0"/>
                  </a:moveTo>
                  <a:lnTo>
                    <a:pt x="0" y="823359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6538954" y="5443575"/>
              <a:ext cx="536041" cy="0"/>
            </a:xfrm>
            <a:custGeom>
              <a:avLst/>
              <a:pathLst>
                <a:path w="536041" h="0">
                  <a:moveTo>
                    <a:pt x="0" y="0"/>
                  </a:moveTo>
                  <a:lnTo>
                    <a:pt x="53604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7134556" y="4644358"/>
              <a:ext cx="536041" cy="0"/>
            </a:xfrm>
            <a:custGeom>
              <a:avLst/>
              <a:pathLst>
                <a:path w="536041" h="0">
                  <a:moveTo>
                    <a:pt x="0" y="0"/>
                  </a:moveTo>
                  <a:lnTo>
                    <a:pt x="53604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7402577" y="4644358"/>
              <a:ext cx="0" cy="766221"/>
            </a:xfrm>
            <a:custGeom>
              <a:avLst/>
              <a:pathLst>
                <a:path w="0" h="766221">
                  <a:moveTo>
                    <a:pt x="0" y="0"/>
                  </a:moveTo>
                  <a:lnTo>
                    <a:pt x="0" y="766221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7134556" y="5410579"/>
              <a:ext cx="536041" cy="0"/>
            </a:xfrm>
            <a:custGeom>
              <a:avLst/>
              <a:pathLst>
                <a:path w="536041" h="0">
                  <a:moveTo>
                    <a:pt x="0" y="0"/>
                  </a:moveTo>
                  <a:lnTo>
                    <a:pt x="53604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l172"/>
            <p:cNvSpPr/>
            <p:nvPr/>
          </p:nvSpPr>
          <p:spPr>
            <a:xfrm>
              <a:off x="5549263" y="4974949"/>
              <a:ext cx="4302229" cy="0"/>
            </a:xfrm>
            <a:custGeom>
              <a:avLst/>
              <a:pathLst>
                <a:path w="4302229" h="0">
                  <a:moveTo>
                    <a:pt x="0" y="0"/>
                  </a:moveTo>
                  <a:lnTo>
                    <a:pt x="4302229" y="0"/>
                  </a:lnTo>
                  <a:lnTo>
                    <a:pt x="430222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73" name="pl173"/>
            <p:cNvSpPr/>
            <p:nvPr/>
          </p:nvSpPr>
          <p:spPr>
            <a:xfrm>
              <a:off x="5549263" y="4728359"/>
              <a:ext cx="4302229" cy="0"/>
            </a:xfrm>
            <a:custGeom>
              <a:avLst/>
              <a:pathLst>
                <a:path w="4302229" h="0">
                  <a:moveTo>
                    <a:pt x="0" y="0"/>
                  </a:moveTo>
                  <a:lnTo>
                    <a:pt x="4302229" y="0"/>
                  </a:lnTo>
                  <a:lnTo>
                    <a:pt x="4302229" y="0"/>
                  </a:lnTo>
                </a:path>
              </a:pathLst>
            </a:custGeom>
            <a:ln w="13550" cap="flat">
              <a:solidFill>
                <a:srgbClr val="B3B3B3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74" name="pl174"/>
            <p:cNvSpPr/>
            <p:nvPr/>
          </p:nvSpPr>
          <p:spPr>
            <a:xfrm>
              <a:off x="5549263" y="5221540"/>
              <a:ext cx="4302229" cy="0"/>
            </a:xfrm>
            <a:custGeom>
              <a:avLst/>
              <a:pathLst>
                <a:path w="4302229" h="0">
                  <a:moveTo>
                    <a:pt x="0" y="0"/>
                  </a:moveTo>
                  <a:lnTo>
                    <a:pt x="4302229" y="0"/>
                  </a:lnTo>
                  <a:lnTo>
                    <a:pt x="4302229" y="0"/>
                  </a:lnTo>
                </a:path>
              </a:pathLst>
            </a:custGeom>
            <a:ln w="13550" cap="flat">
              <a:solidFill>
                <a:srgbClr val="B3B3B3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75" name="rc175"/>
            <p:cNvSpPr/>
            <p:nvPr/>
          </p:nvSpPr>
          <p:spPr>
            <a:xfrm>
              <a:off x="5549263" y="4076656"/>
              <a:ext cx="4302229" cy="1937495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rc176"/>
            <p:cNvSpPr/>
            <p:nvPr/>
          </p:nvSpPr>
          <p:spPr>
            <a:xfrm>
              <a:off x="1177445" y="3851014"/>
              <a:ext cx="4302229" cy="22564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tx177"/>
            <p:cNvSpPr/>
            <p:nvPr/>
          </p:nvSpPr>
          <p:spPr>
            <a:xfrm>
              <a:off x="3285067" y="3922143"/>
              <a:ext cx="8698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i0</a:t>
              </a:r>
            </a:p>
          </p:txBody>
        </p:sp>
        <p:sp>
          <p:nvSpPr>
            <p:cNvPr id="178" name="rc178"/>
            <p:cNvSpPr/>
            <p:nvPr/>
          </p:nvSpPr>
          <p:spPr>
            <a:xfrm>
              <a:off x="5549263" y="3851014"/>
              <a:ext cx="4302229" cy="22564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tx179"/>
            <p:cNvSpPr/>
            <p:nvPr/>
          </p:nvSpPr>
          <p:spPr>
            <a:xfrm>
              <a:off x="7656885" y="3923507"/>
              <a:ext cx="8698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i1</a:t>
              </a:r>
            </a:p>
          </p:txBody>
        </p:sp>
        <p:sp>
          <p:nvSpPr>
            <p:cNvPr id="180" name="pl180"/>
            <p:cNvSpPr/>
            <p:nvPr/>
          </p:nvSpPr>
          <p:spPr>
            <a:xfrm>
              <a:off x="2038089" y="601415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l181"/>
            <p:cNvSpPr/>
            <p:nvPr/>
          </p:nvSpPr>
          <p:spPr>
            <a:xfrm>
              <a:off x="3030759" y="601415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l182"/>
            <p:cNvSpPr/>
            <p:nvPr/>
          </p:nvSpPr>
          <p:spPr>
            <a:xfrm>
              <a:off x="4023428" y="601415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l183"/>
            <p:cNvSpPr/>
            <p:nvPr/>
          </p:nvSpPr>
          <p:spPr>
            <a:xfrm>
              <a:off x="5016097" y="601415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tx184"/>
            <p:cNvSpPr/>
            <p:nvPr/>
          </p:nvSpPr>
          <p:spPr>
            <a:xfrm>
              <a:off x="1929331" y="6075090"/>
              <a:ext cx="217517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0.05</a:t>
              </a:r>
            </a:p>
          </p:txBody>
        </p:sp>
        <p:sp>
          <p:nvSpPr>
            <p:cNvPr id="185" name="tx185"/>
            <p:cNvSpPr/>
            <p:nvPr/>
          </p:nvSpPr>
          <p:spPr>
            <a:xfrm>
              <a:off x="2922000" y="6075090"/>
              <a:ext cx="217517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0.10</a:t>
              </a:r>
            </a:p>
          </p:txBody>
        </p:sp>
        <p:sp>
          <p:nvSpPr>
            <p:cNvPr id="186" name="tx186"/>
            <p:cNvSpPr/>
            <p:nvPr/>
          </p:nvSpPr>
          <p:spPr>
            <a:xfrm>
              <a:off x="3914669" y="6075090"/>
              <a:ext cx="217517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0.15</a:t>
              </a:r>
            </a:p>
          </p:txBody>
        </p:sp>
        <p:sp>
          <p:nvSpPr>
            <p:cNvPr id="187" name="tx187"/>
            <p:cNvSpPr/>
            <p:nvPr/>
          </p:nvSpPr>
          <p:spPr>
            <a:xfrm>
              <a:off x="4907339" y="6075090"/>
              <a:ext cx="217517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0.20</a:t>
              </a:r>
            </a:p>
          </p:txBody>
        </p:sp>
        <p:sp>
          <p:nvSpPr>
            <p:cNvPr id="188" name="pl188"/>
            <p:cNvSpPr/>
            <p:nvPr/>
          </p:nvSpPr>
          <p:spPr>
            <a:xfrm>
              <a:off x="6409907" y="601415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l189"/>
            <p:cNvSpPr/>
            <p:nvPr/>
          </p:nvSpPr>
          <p:spPr>
            <a:xfrm>
              <a:off x="7402577" y="601415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l190"/>
            <p:cNvSpPr/>
            <p:nvPr/>
          </p:nvSpPr>
          <p:spPr>
            <a:xfrm>
              <a:off x="8395246" y="601415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l191"/>
            <p:cNvSpPr/>
            <p:nvPr/>
          </p:nvSpPr>
          <p:spPr>
            <a:xfrm>
              <a:off x="9387915" y="601415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tx192"/>
            <p:cNvSpPr/>
            <p:nvPr/>
          </p:nvSpPr>
          <p:spPr>
            <a:xfrm>
              <a:off x="6301149" y="6075090"/>
              <a:ext cx="217517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0.05</a:t>
              </a:r>
            </a:p>
          </p:txBody>
        </p:sp>
        <p:sp>
          <p:nvSpPr>
            <p:cNvPr id="193" name="tx193"/>
            <p:cNvSpPr/>
            <p:nvPr/>
          </p:nvSpPr>
          <p:spPr>
            <a:xfrm>
              <a:off x="7293818" y="6075090"/>
              <a:ext cx="217517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0.10</a:t>
              </a:r>
            </a:p>
          </p:txBody>
        </p:sp>
        <p:sp>
          <p:nvSpPr>
            <p:cNvPr id="194" name="tx194"/>
            <p:cNvSpPr/>
            <p:nvPr/>
          </p:nvSpPr>
          <p:spPr>
            <a:xfrm>
              <a:off x="8286487" y="6075090"/>
              <a:ext cx="217517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0.15</a:t>
              </a:r>
            </a:p>
          </p:txBody>
        </p:sp>
        <p:sp>
          <p:nvSpPr>
            <p:cNvPr id="195" name="tx195"/>
            <p:cNvSpPr/>
            <p:nvPr/>
          </p:nvSpPr>
          <p:spPr>
            <a:xfrm>
              <a:off x="9279157" y="6075090"/>
              <a:ext cx="217517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0.20</a:t>
              </a:r>
            </a:p>
          </p:txBody>
        </p:sp>
        <p:sp>
          <p:nvSpPr>
            <p:cNvPr id="196" name="tx196"/>
            <p:cNvSpPr/>
            <p:nvPr/>
          </p:nvSpPr>
          <p:spPr>
            <a:xfrm>
              <a:off x="1015442" y="5768387"/>
              <a:ext cx="99372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-5</a:t>
              </a:r>
            </a:p>
          </p:txBody>
        </p:sp>
        <p:sp>
          <p:nvSpPr>
            <p:cNvPr id="197" name="tx197"/>
            <p:cNvSpPr/>
            <p:nvPr/>
          </p:nvSpPr>
          <p:spPr>
            <a:xfrm>
              <a:off x="1052659" y="5179848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98" name="tx198"/>
            <p:cNvSpPr/>
            <p:nvPr/>
          </p:nvSpPr>
          <p:spPr>
            <a:xfrm>
              <a:off x="1052659" y="4594147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199" name="pl199"/>
            <p:cNvSpPr/>
            <p:nvPr/>
          </p:nvSpPr>
          <p:spPr>
            <a:xfrm>
              <a:off x="1142650" y="580866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l200"/>
            <p:cNvSpPr/>
            <p:nvPr/>
          </p:nvSpPr>
          <p:spPr>
            <a:xfrm>
              <a:off x="1142650" y="522154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l201"/>
            <p:cNvSpPr/>
            <p:nvPr/>
          </p:nvSpPr>
          <p:spPr>
            <a:xfrm>
              <a:off x="1142650" y="463442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tx202"/>
            <p:cNvSpPr/>
            <p:nvPr/>
          </p:nvSpPr>
          <p:spPr>
            <a:xfrm>
              <a:off x="4532169" y="6224239"/>
              <a:ext cx="1964599" cy="101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Mean within-individual Variation</a:t>
              </a:r>
            </a:p>
          </p:txBody>
        </p:sp>
        <p:sp>
          <p:nvSpPr>
            <p:cNvPr id="203" name="tx203"/>
            <p:cNvSpPr/>
            <p:nvPr/>
          </p:nvSpPr>
          <p:spPr>
            <a:xfrm rot="-5400000">
              <a:off x="253047" y="4980704"/>
              <a:ext cx="1257845" cy="1293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Mean Average Error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/>
  <cp:revision>5</cp:revision>
  <dcterms:created xsi:type="dcterms:W3CDTF">2015-07-14T21:05:00Z</dcterms:created>
  <dcterms:modified xsi:type="dcterms:W3CDTF">2026-02-16T15:58:22Z</dcterms:modified>
</cp:coreProperties>
</file>